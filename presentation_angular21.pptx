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wmf" ContentType="image/x-wmf"/>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10.xml" ContentType="application/vnd.openxmlformats-officedocument.drawingml.diagramColors+xml"/>
  <Override PartName="/ppt/diagrams/colors11.xml" ContentType="application/vnd.openxmlformats-officedocument.drawingml.diagramColors+xml"/>
  <Override PartName="/ppt/diagrams/colors12.xml" ContentType="application/vnd.openxmlformats-officedocument.drawingml.diagramColors+xml"/>
  <Override PartName="/ppt/diagrams/colors13.xml" ContentType="application/vnd.openxmlformats-officedocument.drawingml.diagramColors+xml"/>
  <Override PartName="/ppt/diagrams/colors14.xml" ContentType="application/vnd.openxmlformats-officedocument.drawingml.diagramColors+xml"/>
  <Override PartName="/ppt/diagrams/colors15.xml" ContentType="application/vnd.openxmlformats-officedocument.drawingml.diagramColors+xml"/>
  <Override PartName="/ppt/diagrams/colors16.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colors5.xml" ContentType="application/vnd.openxmlformats-officedocument.drawingml.diagramColors+xml"/>
  <Override PartName="/ppt/diagrams/colors6.xml" ContentType="application/vnd.openxmlformats-officedocument.drawingml.diagramColors+xml"/>
  <Override PartName="/ppt/diagrams/colors7.xml" ContentType="application/vnd.openxmlformats-officedocument.drawingml.diagramColors+xml"/>
  <Override PartName="/ppt/diagrams/colors8.xml" ContentType="application/vnd.openxmlformats-officedocument.drawingml.diagramColors+xml"/>
  <Override PartName="/ppt/diagrams/colors9.xml" ContentType="application/vnd.openxmlformats-officedocument.drawingml.diagramColors+xml"/>
  <Override PartName="/ppt/diagrams/data1.xml" ContentType="application/vnd.openxmlformats-officedocument.drawingml.diagramData+xml"/>
  <Override PartName="/ppt/diagrams/data10.xml" ContentType="application/vnd.openxmlformats-officedocument.drawingml.diagramData+xml"/>
  <Override PartName="/ppt/diagrams/data11.xml" ContentType="application/vnd.openxmlformats-officedocument.drawingml.diagramData+xml"/>
  <Override PartName="/ppt/diagrams/data12.xml" ContentType="application/vnd.openxmlformats-officedocument.drawingml.diagramData+xml"/>
  <Override PartName="/ppt/diagrams/data13.xml" ContentType="application/vnd.openxmlformats-officedocument.drawingml.diagramData+xml"/>
  <Override PartName="/ppt/diagrams/data14.xml" ContentType="application/vnd.openxmlformats-officedocument.drawingml.diagramData+xml"/>
  <Override PartName="/ppt/diagrams/data15.xml" ContentType="application/vnd.openxmlformats-officedocument.drawingml.diagramData+xml"/>
  <Override PartName="/ppt/diagrams/data16.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ata5.xml" ContentType="application/vnd.openxmlformats-officedocument.drawingml.diagramData+xml"/>
  <Override PartName="/ppt/diagrams/data6.xml" ContentType="application/vnd.openxmlformats-officedocument.drawingml.diagramData+xml"/>
  <Override PartName="/ppt/diagrams/data7.xml" ContentType="application/vnd.openxmlformats-officedocument.drawingml.diagramData+xml"/>
  <Override PartName="/ppt/diagrams/data8.xml" ContentType="application/vnd.openxmlformats-officedocument.drawingml.diagramData+xml"/>
  <Override PartName="/ppt/diagrams/data9.xml" ContentType="application/vnd.openxmlformats-officedocument.drawingml.diagramData+xml"/>
  <Override PartName="/ppt/diagrams/drawing1.xml" ContentType="application/vnd.ms-office.drawingml.diagramDrawing+xml"/>
  <Override PartName="/ppt/diagrams/drawing10.xml" ContentType="application/vnd.ms-office.drawingml.diagramDrawing+xml"/>
  <Override PartName="/ppt/diagrams/drawing11.xml" ContentType="application/vnd.ms-office.drawingml.diagramDrawing+xml"/>
  <Override PartName="/ppt/diagrams/drawing12.xml" ContentType="application/vnd.ms-office.drawingml.diagramDrawing+xml"/>
  <Override PartName="/ppt/diagrams/drawing13.xml" ContentType="application/vnd.ms-office.drawingml.diagramDrawing+xml"/>
  <Override PartName="/ppt/diagrams/drawing14.xml" ContentType="application/vnd.ms-office.drawingml.diagramDrawing+xml"/>
  <Override PartName="/ppt/diagrams/drawing15.xml" ContentType="application/vnd.ms-office.drawingml.diagramDrawing+xml"/>
  <Override PartName="/ppt/diagrams/drawing16.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drawing5.xml" ContentType="application/vnd.ms-office.drawingml.diagramDrawing+xml"/>
  <Override PartName="/ppt/diagrams/drawing6.xml" ContentType="application/vnd.ms-office.drawingml.diagramDrawing+xml"/>
  <Override PartName="/ppt/diagrams/drawing7.xml" ContentType="application/vnd.ms-office.drawingml.diagramDrawing+xml"/>
  <Override PartName="/ppt/diagrams/drawing8.xml" ContentType="application/vnd.ms-office.drawingml.diagramDrawing+xml"/>
  <Override PartName="/ppt/diagrams/drawing9.xml" ContentType="application/vnd.ms-office.drawingml.diagramDrawing+xml"/>
  <Override PartName="/ppt/diagrams/layout1.xml" ContentType="application/vnd.openxmlformats-officedocument.drawingml.diagramLayout+xml"/>
  <Override PartName="/ppt/diagrams/layout10.xml" ContentType="application/vnd.openxmlformats-officedocument.drawingml.diagramLayout+xml"/>
  <Override PartName="/ppt/diagrams/layout11.xml" ContentType="application/vnd.openxmlformats-officedocument.drawingml.diagramLayout+xml"/>
  <Override PartName="/ppt/diagrams/layout12.xml" ContentType="application/vnd.openxmlformats-officedocument.drawingml.diagramLayout+xml"/>
  <Override PartName="/ppt/diagrams/layout13.xml" ContentType="application/vnd.openxmlformats-officedocument.drawingml.diagramLayout+xml"/>
  <Override PartName="/ppt/diagrams/layout14.xml" ContentType="application/vnd.openxmlformats-officedocument.drawingml.diagramLayout+xml"/>
  <Override PartName="/ppt/diagrams/layout15.xml" ContentType="application/vnd.openxmlformats-officedocument.drawingml.diagramLayout+xml"/>
  <Override PartName="/ppt/diagrams/layout16.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layout5.xml" ContentType="application/vnd.openxmlformats-officedocument.drawingml.diagramLayout+xml"/>
  <Override PartName="/ppt/diagrams/layout6.xml" ContentType="application/vnd.openxmlformats-officedocument.drawingml.diagramLayout+xml"/>
  <Override PartName="/ppt/diagrams/layout7.xml" ContentType="application/vnd.openxmlformats-officedocument.drawingml.diagramLayout+xml"/>
  <Override PartName="/ppt/diagrams/layout8.xml" ContentType="application/vnd.openxmlformats-officedocument.drawingml.diagramLayout+xml"/>
  <Override PartName="/ppt/diagrams/layout9.xml" ContentType="application/vnd.openxmlformats-officedocument.drawingml.diagramLayout+xml"/>
  <Override PartName="/ppt/diagrams/quickStyle1.xml" ContentType="application/vnd.openxmlformats-officedocument.drawingml.diagramStyle+xml"/>
  <Override PartName="/ppt/diagrams/quickStyle10.xml" ContentType="application/vnd.openxmlformats-officedocument.drawingml.diagramStyle+xml"/>
  <Override PartName="/ppt/diagrams/quickStyle11.xml" ContentType="application/vnd.openxmlformats-officedocument.drawingml.diagramStyle+xml"/>
  <Override PartName="/ppt/diagrams/quickStyle12.xml" ContentType="application/vnd.openxmlformats-officedocument.drawingml.diagramStyle+xml"/>
  <Override PartName="/ppt/diagrams/quickStyle13.xml" ContentType="application/vnd.openxmlformats-officedocument.drawingml.diagramStyle+xml"/>
  <Override PartName="/ppt/diagrams/quickStyle14.xml" ContentType="application/vnd.openxmlformats-officedocument.drawingml.diagramStyle+xml"/>
  <Override PartName="/ppt/diagrams/quickStyle15.xml" ContentType="application/vnd.openxmlformats-officedocument.drawingml.diagramStyle+xml"/>
  <Override PartName="/ppt/diagrams/quickStyle16.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diagrams/quickStyle5.xml" ContentType="application/vnd.openxmlformats-officedocument.drawingml.diagramStyle+xml"/>
  <Override PartName="/ppt/diagrams/quickStyle6.xml" ContentType="application/vnd.openxmlformats-officedocument.drawingml.diagramStyle+xml"/>
  <Override PartName="/ppt/diagrams/quickStyle7.xml" ContentType="application/vnd.openxmlformats-officedocument.drawingml.diagramStyle+xml"/>
  <Override PartName="/ppt/diagrams/quickStyle8.xml" ContentType="application/vnd.openxmlformats-officedocument.drawingml.diagramStyle+xml"/>
  <Override PartName="/ppt/diagrams/quickStyle9.xml" ContentType="application/vnd.openxmlformats-officedocument.drawingml.diagramStyle+xml"/>
  <Override PartName="/ppt/media/image23.svg" ContentType="image/svg"/>
  <Override PartName="/ppt/media/image27.svg" ContentType="image/svg"/>
  <Override PartName="/ppt/media/image33.svg" ContentType="image/svg"/>
  <Override PartName="/ppt/media/image35.svg" ContentType="image/svg"/>
  <Override PartName="/ppt/media/image36.svg" ContentType="image/svg"/>
  <Override PartName="/ppt/media/image37.svg" ContentType="image/svg"/>
  <Override PartName="/ppt/media/image38.svg" ContentType="image/svg"/>
  <Override PartName="/ppt/media/image39.svg" ContentType="image/svg"/>
  <Override PartName="/ppt/media/image5.svg" ContentType="image/svg"/>
  <Override PartName="/ppt/media/image6.svg" ContentType="image/svg"/>
  <Override PartName="/ppt/media/image7.svg" ContentType="image/svg"/>
  <Override PartName="/ppt/media/image8.svg" ContentType="image/sv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ppt/notesSlides/notesSlide262.xml" ContentType="application/vnd.openxmlformats-officedocument.presentationml.notesSlide+xml"/>
  <Override PartName="/ppt/notesSlides/notesSlide263.xml" ContentType="application/vnd.openxmlformats-officedocument.presentationml.notesSlide+xml"/>
  <Override PartName="/ppt/notesSlides/notesSlide264.xml" ContentType="application/vnd.openxmlformats-officedocument.presentationml.notesSlide+xml"/>
  <Override PartName="/ppt/notesSlides/notesSlide265.xml" ContentType="application/vnd.openxmlformats-officedocument.presentationml.notesSlide+xml"/>
  <Override PartName="/ppt/notesSlides/notesSlide266.xml" ContentType="application/vnd.openxmlformats-officedocument.presentationml.notesSlide+xml"/>
  <Override PartName="/ppt/notesSlides/notesSlide267.xml" ContentType="application/vnd.openxmlformats-officedocument.presentationml.notesSlide+xml"/>
  <Override PartName="/ppt/notesSlides/notesSlide268.xml" ContentType="application/vnd.openxmlformats-officedocument.presentationml.notesSlide+xml"/>
  <Override PartName="/ppt/notesSlides/notesSlide269.xml" ContentType="application/vnd.openxmlformats-officedocument.presentationml.notesSlide+xml"/>
  <Override PartName="/ppt/notesSlides/notesSlide27.xml" ContentType="application/vnd.openxmlformats-officedocument.presentationml.notesSlide+xml"/>
  <Override PartName="/ppt/notesSlides/notesSlide270.xml" ContentType="application/vnd.openxmlformats-officedocument.presentationml.notesSlide+xml"/>
  <Override PartName="/ppt/notesSlides/notesSlide271.xml" ContentType="application/vnd.openxmlformats-officedocument.presentationml.notesSlide+xml"/>
  <Override PartName="/ppt/notesSlides/notesSlide272.xml" ContentType="application/vnd.openxmlformats-officedocument.presentationml.notesSlide+xml"/>
  <Override PartName="/ppt/notesSlides/notesSlide273.xml" ContentType="application/vnd.openxmlformats-officedocument.presentationml.notesSlide+xml"/>
  <Override PartName="/ppt/notesSlides/notesSlide274.xml" ContentType="application/vnd.openxmlformats-officedocument.presentationml.notesSlide+xml"/>
  <Override PartName="/ppt/notesSlides/notesSlide275.xml" ContentType="application/vnd.openxmlformats-officedocument.presentationml.notesSlide+xml"/>
  <Override PartName="/ppt/notesSlides/notesSlide276.xml" ContentType="application/vnd.openxmlformats-officedocument.presentationml.notesSlide+xml"/>
  <Override PartName="/ppt/notesSlides/notesSlide277.xml" ContentType="application/vnd.openxmlformats-officedocument.presentationml.notesSlide+xml"/>
  <Override PartName="/ppt/notesSlides/notesSlide278.xml" ContentType="application/vnd.openxmlformats-officedocument.presentationml.notesSlide+xml"/>
  <Override PartName="/ppt/notesSlides/notesSlide279.xml" ContentType="application/vnd.openxmlformats-officedocument.presentationml.notesSlide+xml"/>
  <Override PartName="/ppt/notesSlides/notesSlide28.xml" ContentType="application/vnd.openxmlformats-officedocument.presentationml.notesSlide+xml"/>
  <Override PartName="/ppt/notesSlides/notesSlide280.xml" ContentType="application/vnd.openxmlformats-officedocument.presentationml.notesSlide+xml"/>
  <Override PartName="/ppt/notesSlides/notesSlide281.xml" ContentType="application/vnd.openxmlformats-officedocument.presentationml.notesSlide+xml"/>
  <Override PartName="/ppt/notesSlides/notesSlide282.xml" ContentType="application/vnd.openxmlformats-officedocument.presentationml.notesSlide+xml"/>
  <Override PartName="/ppt/notesSlides/notesSlide283.xml" ContentType="application/vnd.openxmlformats-officedocument.presentationml.notesSlide+xml"/>
  <Override PartName="/ppt/notesSlides/notesSlide284.xml" ContentType="application/vnd.openxmlformats-officedocument.presentationml.notesSlide+xml"/>
  <Override PartName="/ppt/notesSlides/notesSlide285.xml" ContentType="application/vnd.openxmlformats-officedocument.presentationml.notesSlide+xml"/>
  <Override PartName="/ppt/notesSlides/notesSlide286.xml" ContentType="application/vnd.openxmlformats-officedocument.presentationml.notesSlide+xml"/>
  <Override PartName="/ppt/notesSlides/notesSlide287.xml" ContentType="application/vnd.openxmlformats-officedocument.presentationml.notesSlide+xml"/>
  <Override PartName="/ppt/notesSlides/notesSlide288.xml" ContentType="application/vnd.openxmlformats-officedocument.presentationml.notesSlide+xml"/>
  <Override PartName="/ppt/notesSlides/notesSlide289.xml" ContentType="application/vnd.openxmlformats-officedocument.presentationml.notesSlide+xml"/>
  <Override PartName="/ppt/notesSlides/notesSlide29.xml" ContentType="application/vnd.openxmlformats-officedocument.presentationml.notesSlide+xml"/>
  <Override PartName="/ppt/notesSlides/notesSlide290.xml" ContentType="application/vnd.openxmlformats-officedocument.presentationml.notesSlide+xml"/>
  <Override PartName="/ppt/notesSlides/notesSlide291.xml" ContentType="application/vnd.openxmlformats-officedocument.presentationml.notesSlide+xml"/>
  <Override PartName="/ppt/notesSlides/notesSlide292.xml" ContentType="application/vnd.openxmlformats-officedocument.presentationml.notesSlide+xml"/>
  <Override PartName="/ppt/notesSlides/notesSlide293.xml" ContentType="application/vnd.openxmlformats-officedocument.presentationml.notesSlide+xml"/>
  <Override PartName="/ppt/notesSlides/notesSlide294.xml" ContentType="application/vnd.openxmlformats-officedocument.presentationml.notesSlide+xml"/>
  <Override PartName="/ppt/notesSlides/notesSlide295.xml" ContentType="application/vnd.openxmlformats-officedocument.presentationml.notesSlide+xml"/>
  <Override PartName="/ppt/notesSlides/notesSlide296.xml" ContentType="application/vnd.openxmlformats-officedocument.presentationml.notesSlide+xml"/>
  <Override PartName="/ppt/notesSlides/notesSlide297.xml" ContentType="application/vnd.openxmlformats-officedocument.presentationml.notesSlide+xml"/>
  <Override PartName="/ppt/notesSlides/notesSlide298.xml" ContentType="application/vnd.openxmlformats-officedocument.presentationml.notesSlide+xml"/>
  <Override PartName="/ppt/notesSlides/notesSlide29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00.xml" ContentType="application/vnd.openxmlformats-officedocument.presentationml.notesSlide+xml"/>
  <Override PartName="/ppt/notesSlides/notesSlide301.xml" ContentType="application/vnd.openxmlformats-officedocument.presentationml.notesSlide+xml"/>
  <Override PartName="/ppt/notesSlides/notesSlide302.xml" ContentType="application/vnd.openxmlformats-officedocument.presentationml.notesSlide+xml"/>
  <Override PartName="/ppt/notesSlides/notesSlide303.xml" ContentType="application/vnd.openxmlformats-officedocument.presentationml.notesSlide+xml"/>
  <Override PartName="/ppt/notesSlides/notesSlide304.xml" ContentType="application/vnd.openxmlformats-officedocument.presentationml.notesSlide+xml"/>
  <Override PartName="/ppt/notesSlides/notesSlide305.xml" ContentType="application/vnd.openxmlformats-officedocument.presentationml.notesSlide+xml"/>
  <Override PartName="/ppt/notesSlides/notesSlide306.xml" ContentType="application/vnd.openxmlformats-officedocument.presentationml.notesSlide+xml"/>
  <Override PartName="/ppt/notesSlides/notesSlide307.xml" ContentType="application/vnd.openxmlformats-officedocument.presentationml.notesSlide+xml"/>
  <Override PartName="/ppt/notesSlides/notesSlide308.xml" ContentType="application/vnd.openxmlformats-officedocument.presentationml.notesSlide+xml"/>
  <Override PartName="/ppt/notesSlides/notesSlide309.xml" ContentType="application/vnd.openxmlformats-officedocument.presentationml.notesSlide+xml"/>
  <Override PartName="/ppt/notesSlides/notesSlide31.xml" ContentType="application/vnd.openxmlformats-officedocument.presentationml.notesSlide+xml"/>
  <Override PartName="/ppt/notesSlides/notesSlide310.xml" ContentType="application/vnd.openxmlformats-officedocument.presentationml.notesSlide+xml"/>
  <Override PartName="/ppt/notesSlides/notesSlide311.xml" ContentType="application/vnd.openxmlformats-officedocument.presentationml.notesSlide+xml"/>
  <Override PartName="/ppt/notesSlides/notesSlide312.xml" ContentType="application/vnd.openxmlformats-officedocument.presentationml.notesSlide+xml"/>
  <Override PartName="/ppt/notesSlides/notesSlide313.xml" ContentType="application/vnd.openxmlformats-officedocument.presentationml.notesSlide+xml"/>
  <Override PartName="/ppt/notesSlides/notesSlide314.xml" ContentType="application/vnd.openxmlformats-officedocument.presentationml.notesSlide+xml"/>
  <Override PartName="/ppt/notesSlides/notesSlide315.xml" ContentType="application/vnd.openxmlformats-officedocument.presentationml.notesSlide+xml"/>
  <Override PartName="/ppt/notesSlides/notesSlide316.xml" ContentType="application/vnd.openxmlformats-officedocument.presentationml.notesSlide+xml"/>
  <Override PartName="/ppt/notesSlides/notesSlide317.xml" ContentType="application/vnd.openxmlformats-officedocument.presentationml.notesSlide+xml"/>
  <Override PartName="/ppt/notesSlides/notesSlide318.xml" ContentType="application/vnd.openxmlformats-officedocument.presentationml.notesSlide+xml"/>
  <Override PartName="/ppt/notesSlides/notesSlide319.xml" ContentType="application/vnd.openxmlformats-officedocument.presentationml.notesSlide+xml"/>
  <Override PartName="/ppt/notesSlides/notesSlide32.xml" ContentType="application/vnd.openxmlformats-officedocument.presentationml.notesSlide+xml"/>
  <Override PartName="/ppt/notesSlides/notesSlide320.xml" ContentType="application/vnd.openxmlformats-officedocument.presentationml.notesSlide+xml"/>
  <Override PartName="/ppt/notesSlides/notesSlide321.xml" ContentType="application/vnd.openxmlformats-officedocument.presentationml.notesSlide+xml"/>
  <Override PartName="/ppt/notesSlides/notesSlide322.xml" ContentType="application/vnd.openxmlformats-officedocument.presentationml.notesSlide+xml"/>
  <Override PartName="/ppt/notesSlides/notesSlide323.xml" ContentType="application/vnd.openxmlformats-officedocument.presentationml.notesSlide+xml"/>
  <Override PartName="/ppt/notesSlides/notesSlide324.xml" ContentType="application/vnd.openxmlformats-officedocument.presentationml.notesSlide+xml"/>
  <Override PartName="/ppt/notesSlides/notesSlide325.xml" ContentType="application/vnd.openxmlformats-officedocument.presentationml.notesSlide+xml"/>
  <Override PartName="/ppt/notesSlides/notesSlide326.xml" ContentType="application/vnd.openxmlformats-officedocument.presentationml.notesSlide+xml"/>
  <Override PartName="/ppt/notesSlides/notesSlide327.xml" ContentType="application/vnd.openxmlformats-officedocument.presentationml.notesSlide+xml"/>
  <Override PartName="/ppt/notesSlides/notesSlide328.xml" ContentType="application/vnd.openxmlformats-officedocument.presentationml.notesSlide+xml"/>
  <Override PartName="/ppt/notesSlides/notesSlide329.xml" ContentType="application/vnd.openxmlformats-officedocument.presentationml.notesSlide+xml"/>
  <Override PartName="/ppt/notesSlides/notesSlide33.xml" ContentType="application/vnd.openxmlformats-officedocument.presentationml.notesSlide+xml"/>
  <Override PartName="/ppt/notesSlides/notesSlide330.xml" ContentType="application/vnd.openxmlformats-officedocument.presentationml.notesSlide+xml"/>
  <Override PartName="/ppt/notesSlides/notesSlide331.xml" ContentType="application/vnd.openxmlformats-officedocument.presentationml.notesSlide+xml"/>
  <Override PartName="/ppt/notesSlides/notesSlide332.xml" ContentType="application/vnd.openxmlformats-officedocument.presentationml.notesSlide+xml"/>
  <Override PartName="/ppt/notesSlides/notesSlide333.xml" ContentType="application/vnd.openxmlformats-officedocument.presentationml.notesSlide+xml"/>
  <Override PartName="/ppt/notesSlides/notesSlide334.xml" ContentType="application/vnd.openxmlformats-officedocument.presentationml.notesSlide+xml"/>
  <Override PartName="/ppt/notesSlides/notesSlide335.xml" ContentType="application/vnd.openxmlformats-officedocument.presentationml.notesSlide+xml"/>
  <Override PartName="/ppt/notesSlides/notesSlide336.xml" ContentType="application/vnd.openxmlformats-officedocument.presentationml.notesSlide+xml"/>
  <Override PartName="/ppt/notesSlides/notesSlide337.xml" ContentType="application/vnd.openxmlformats-officedocument.presentationml.notesSlide+xml"/>
  <Override PartName="/ppt/notesSlides/notesSlide338.xml" ContentType="application/vnd.openxmlformats-officedocument.presentationml.notesSlide+xml"/>
  <Override PartName="/ppt/notesSlides/notesSlide339.xml" ContentType="application/vnd.openxmlformats-officedocument.presentationml.notesSlide+xml"/>
  <Override PartName="/ppt/notesSlides/notesSlide34.xml" ContentType="application/vnd.openxmlformats-officedocument.presentationml.notesSlide+xml"/>
  <Override PartName="/ppt/notesSlides/notesSlide340.xml" ContentType="application/vnd.openxmlformats-officedocument.presentationml.notesSlide+xml"/>
  <Override PartName="/ppt/notesSlides/notesSlide341.xml" ContentType="application/vnd.openxmlformats-officedocument.presentationml.notesSlide+xml"/>
  <Override PartName="/ppt/notesSlides/notesSlide342.xml" ContentType="application/vnd.openxmlformats-officedocument.presentationml.notesSlide+xml"/>
  <Override PartName="/ppt/notesSlides/notesSlide343.xml" ContentType="application/vnd.openxmlformats-officedocument.presentationml.notesSlide+xml"/>
  <Override PartName="/ppt/notesSlides/notesSlide344.xml" ContentType="application/vnd.openxmlformats-officedocument.presentationml.notesSlide+xml"/>
  <Override PartName="/ppt/notesSlides/notesSlide345.xml" ContentType="application/vnd.openxmlformats-officedocument.presentationml.notesSlide+xml"/>
  <Override PartName="/ppt/notesSlides/notesSlide346.xml" ContentType="application/vnd.openxmlformats-officedocument.presentationml.notesSlide+xml"/>
  <Override PartName="/ppt/notesSlides/notesSlide347.xml" ContentType="application/vnd.openxmlformats-officedocument.presentationml.notesSlide+xml"/>
  <Override PartName="/ppt/notesSlides/notesSlide348.xml" ContentType="application/vnd.openxmlformats-officedocument.presentationml.notesSlide+xml"/>
  <Override PartName="/ppt/notesSlides/notesSlide349.xml" ContentType="application/vnd.openxmlformats-officedocument.presentationml.notesSlide+xml"/>
  <Override PartName="/ppt/notesSlides/notesSlide35.xml" ContentType="application/vnd.openxmlformats-officedocument.presentationml.notesSlide+xml"/>
  <Override PartName="/ppt/notesSlides/notesSlide350.xml" ContentType="application/vnd.openxmlformats-officedocument.presentationml.notesSlide+xml"/>
  <Override PartName="/ppt/notesSlides/notesSlide351.xml" ContentType="application/vnd.openxmlformats-officedocument.presentationml.notesSlide+xml"/>
  <Override PartName="/ppt/notesSlides/notesSlide352.xml" ContentType="application/vnd.openxmlformats-officedocument.presentationml.notesSlide+xml"/>
  <Override PartName="/ppt/notesSlides/notesSlide353.xml" ContentType="application/vnd.openxmlformats-officedocument.presentationml.notesSlide+xml"/>
  <Override PartName="/ppt/notesSlides/notesSlide354.xml" ContentType="application/vnd.openxmlformats-officedocument.presentationml.notesSlide+xml"/>
  <Override PartName="/ppt/notesSlides/notesSlide355.xml" ContentType="application/vnd.openxmlformats-officedocument.presentationml.notesSlide+xml"/>
  <Override PartName="/ppt/notesSlides/notesSlide356.xml" ContentType="application/vnd.openxmlformats-officedocument.presentationml.notesSlide+xml"/>
  <Override PartName="/ppt/notesSlides/notesSlide357.xml" ContentType="application/vnd.openxmlformats-officedocument.presentationml.notesSlide+xml"/>
  <Override PartName="/ppt/notesSlides/notesSlide358.xml" ContentType="application/vnd.openxmlformats-officedocument.presentationml.notesSlide+xml"/>
  <Override PartName="/ppt/notesSlides/notesSlide359.xml" ContentType="application/vnd.openxmlformats-officedocument.presentationml.notesSlide+xml"/>
  <Override PartName="/ppt/notesSlides/notesSlide36.xml" ContentType="application/vnd.openxmlformats-officedocument.presentationml.notesSlide+xml"/>
  <Override PartName="/ppt/notesSlides/notesSlide360.xml" ContentType="application/vnd.openxmlformats-officedocument.presentationml.notesSlide+xml"/>
  <Override PartName="/ppt/notesSlides/notesSlide361.xml" ContentType="application/vnd.openxmlformats-officedocument.presentationml.notesSlide+xml"/>
  <Override PartName="/ppt/notesSlides/notesSlide362.xml" ContentType="application/vnd.openxmlformats-officedocument.presentationml.notesSlide+xml"/>
  <Override PartName="/ppt/notesSlides/notesSlide363.xml" ContentType="application/vnd.openxmlformats-officedocument.presentationml.notesSlide+xml"/>
  <Override PartName="/ppt/notesSlides/notesSlide364.xml" ContentType="application/vnd.openxmlformats-officedocument.presentationml.notesSlide+xml"/>
  <Override PartName="/ppt/notesSlides/notesSlide365.xml" ContentType="application/vnd.openxmlformats-officedocument.presentationml.notesSlide+xml"/>
  <Override PartName="/ppt/notesSlides/notesSlide366.xml" ContentType="application/vnd.openxmlformats-officedocument.presentationml.notesSlide+xml"/>
  <Override PartName="/ppt/notesSlides/notesSlide367.xml" ContentType="application/vnd.openxmlformats-officedocument.presentationml.notesSlide+xml"/>
  <Override PartName="/ppt/notesSlides/notesSlide368.xml" ContentType="application/vnd.openxmlformats-officedocument.presentationml.notesSlide+xml"/>
  <Override PartName="/ppt/notesSlides/notesSlide369.xml" ContentType="application/vnd.openxmlformats-officedocument.presentationml.notesSlide+xml"/>
  <Override PartName="/ppt/notesSlides/notesSlide37.xml" ContentType="application/vnd.openxmlformats-officedocument.presentationml.notesSlide+xml"/>
  <Override PartName="/ppt/notesSlides/notesSlide370.xml" ContentType="application/vnd.openxmlformats-officedocument.presentationml.notesSlide+xml"/>
  <Override PartName="/ppt/notesSlides/notesSlide371.xml" ContentType="application/vnd.openxmlformats-officedocument.presentationml.notesSlide+xml"/>
  <Override PartName="/ppt/notesSlides/notesSlide372.xml" ContentType="application/vnd.openxmlformats-officedocument.presentationml.notesSlide+xml"/>
  <Override PartName="/ppt/notesSlides/notesSlide373.xml" ContentType="application/vnd.openxmlformats-officedocument.presentationml.notesSlide+xml"/>
  <Override PartName="/ppt/notesSlides/notesSlide374.xml" ContentType="application/vnd.openxmlformats-officedocument.presentationml.notesSlide+xml"/>
  <Override PartName="/ppt/notesSlides/notesSlide375.xml" ContentType="application/vnd.openxmlformats-officedocument.presentationml.notesSlide+xml"/>
  <Override PartName="/ppt/notesSlides/notesSlide376.xml" ContentType="application/vnd.openxmlformats-officedocument.presentationml.notesSlide+xml"/>
  <Override PartName="/ppt/notesSlides/notesSlide377.xml" ContentType="application/vnd.openxmlformats-officedocument.presentationml.notesSlide+xml"/>
  <Override PartName="/ppt/notesSlides/notesSlide378.xml" ContentType="application/vnd.openxmlformats-officedocument.presentationml.notesSlide+xml"/>
  <Override PartName="/ppt/notesSlides/notesSlide379.xml" ContentType="application/vnd.openxmlformats-officedocument.presentationml.notesSlide+xml"/>
  <Override PartName="/ppt/notesSlides/notesSlide38.xml" ContentType="application/vnd.openxmlformats-officedocument.presentationml.notesSlide+xml"/>
  <Override PartName="/ppt/notesSlides/notesSlide380.xml" ContentType="application/vnd.openxmlformats-officedocument.presentationml.notesSlide+xml"/>
  <Override PartName="/ppt/notesSlides/notesSlide381.xml" ContentType="application/vnd.openxmlformats-officedocument.presentationml.notesSlide+xml"/>
  <Override PartName="/ppt/notesSlides/notesSlide382.xml" ContentType="application/vnd.openxmlformats-officedocument.presentationml.notesSlide+xml"/>
  <Override PartName="/ppt/notesSlides/notesSlide383.xml" ContentType="application/vnd.openxmlformats-officedocument.presentationml.notesSlide+xml"/>
  <Override PartName="/ppt/notesSlides/notesSlide384.xml" ContentType="application/vnd.openxmlformats-officedocument.presentationml.notesSlide+xml"/>
  <Override PartName="/ppt/notesSlides/notesSlide385.xml" ContentType="application/vnd.openxmlformats-officedocument.presentationml.notesSlide+xml"/>
  <Override PartName="/ppt/notesSlides/notesSlide386.xml" ContentType="application/vnd.openxmlformats-officedocument.presentationml.notesSlide+xml"/>
  <Override PartName="/ppt/notesSlides/notesSlide387.xml" ContentType="application/vnd.openxmlformats-officedocument.presentationml.notesSlide+xml"/>
  <Override PartName="/ppt/notesSlides/notesSlide388.xml" ContentType="application/vnd.openxmlformats-officedocument.presentationml.notesSlide+xml"/>
  <Override PartName="/ppt/notesSlides/notesSlide389.xml" ContentType="application/vnd.openxmlformats-officedocument.presentationml.notesSlide+xml"/>
  <Override PartName="/ppt/notesSlides/notesSlide39.xml" ContentType="application/vnd.openxmlformats-officedocument.presentationml.notesSlide+xml"/>
  <Override PartName="/ppt/notesSlides/notesSlide390.xml" ContentType="application/vnd.openxmlformats-officedocument.presentationml.notesSlide+xml"/>
  <Override PartName="/ppt/notesSlides/notesSlide391.xml" ContentType="application/vnd.openxmlformats-officedocument.presentationml.notesSlide+xml"/>
  <Override PartName="/ppt/notesSlides/notesSlide392.xml" ContentType="application/vnd.openxmlformats-officedocument.presentationml.notesSlide+xml"/>
  <Override PartName="/ppt/notesSlides/notesSlide393.xml" ContentType="application/vnd.openxmlformats-officedocument.presentationml.notesSlide+xml"/>
  <Override PartName="/ppt/notesSlides/notesSlide394.xml" ContentType="application/vnd.openxmlformats-officedocument.presentationml.notesSlide+xml"/>
  <Override PartName="/ppt/notesSlides/notesSlide395.xml" ContentType="application/vnd.openxmlformats-officedocument.presentationml.notesSlide+xml"/>
  <Override PartName="/ppt/notesSlides/notesSlide396.xml" ContentType="application/vnd.openxmlformats-officedocument.presentationml.notesSlide+xml"/>
  <Override PartName="/ppt/notesSlides/notesSlide397.xml" ContentType="application/vnd.openxmlformats-officedocument.presentationml.notesSlide+xml"/>
  <Override PartName="/ppt/notesSlides/notesSlide398.xml" ContentType="application/vnd.openxmlformats-officedocument.presentationml.notesSlide+xml"/>
  <Override PartName="/ppt/notesSlides/notesSlide39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00.xml" ContentType="application/vnd.openxmlformats-officedocument.presentationml.notesSlide+xml"/>
  <Override PartName="/ppt/notesSlides/notesSlide401.xml" ContentType="application/vnd.openxmlformats-officedocument.presentationml.notesSlide+xml"/>
  <Override PartName="/ppt/notesSlides/notesSlide402.xml" ContentType="application/vnd.openxmlformats-officedocument.presentationml.notesSlide+xml"/>
  <Override PartName="/ppt/notesSlides/notesSlide403.xml" ContentType="application/vnd.openxmlformats-officedocument.presentationml.notesSlide+xml"/>
  <Override PartName="/ppt/notesSlides/notesSlide404.xml" ContentType="application/vnd.openxmlformats-officedocument.presentationml.notesSlide+xml"/>
  <Override PartName="/ppt/notesSlides/notesSlide405.xml" ContentType="application/vnd.openxmlformats-officedocument.presentationml.notesSlide+xml"/>
  <Override PartName="/ppt/notesSlides/notesSlide406.xml" ContentType="application/vnd.openxmlformats-officedocument.presentationml.notesSlide+xml"/>
  <Override PartName="/ppt/notesSlides/notesSlide407.xml" ContentType="application/vnd.openxmlformats-officedocument.presentationml.notesSlide+xml"/>
  <Override PartName="/ppt/notesSlides/notesSlide408.xml" ContentType="application/vnd.openxmlformats-officedocument.presentationml.notesSlide+xml"/>
  <Override PartName="/ppt/notesSlides/notesSlide409.xml" ContentType="application/vnd.openxmlformats-officedocument.presentationml.notesSlide+xml"/>
  <Override PartName="/ppt/notesSlides/notesSlide41.xml" ContentType="application/vnd.openxmlformats-officedocument.presentationml.notesSlide+xml"/>
  <Override PartName="/ppt/notesSlides/notesSlide410.xml" ContentType="application/vnd.openxmlformats-officedocument.presentationml.notesSlide+xml"/>
  <Override PartName="/ppt/notesSlides/notesSlide411.xml" ContentType="application/vnd.openxmlformats-officedocument.presentationml.notesSlide+xml"/>
  <Override PartName="/ppt/notesSlides/notesSlide412.xml" ContentType="application/vnd.openxmlformats-officedocument.presentationml.notesSlide+xml"/>
  <Override PartName="/ppt/notesSlides/notesSlide413.xml" ContentType="application/vnd.openxmlformats-officedocument.presentationml.notesSlide+xml"/>
  <Override PartName="/ppt/notesSlides/notesSlide414.xml" ContentType="application/vnd.openxmlformats-officedocument.presentationml.notesSlide+xml"/>
  <Override PartName="/ppt/notesSlides/notesSlide415.xml" ContentType="application/vnd.openxmlformats-officedocument.presentationml.notesSlide+xml"/>
  <Override PartName="/ppt/notesSlides/notesSlide416.xml" ContentType="application/vnd.openxmlformats-officedocument.presentationml.notesSlide+xml"/>
  <Override PartName="/ppt/notesSlides/notesSlide417.xml" ContentType="application/vnd.openxmlformats-officedocument.presentationml.notesSlide+xml"/>
  <Override PartName="/ppt/notesSlides/notesSlide418.xml" ContentType="application/vnd.openxmlformats-officedocument.presentationml.notesSlide+xml"/>
  <Override PartName="/ppt/notesSlides/notesSlide419.xml" ContentType="application/vnd.openxmlformats-officedocument.presentationml.notesSlide+xml"/>
  <Override PartName="/ppt/notesSlides/notesSlide42.xml" ContentType="application/vnd.openxmlformats-officedocument.presentationml.notesSlide+xml"/>
  <Override PartName="/ppt/notesSlides/notesSlide420.xml" ContentType="application/vnd.openxmlformats-officedocument.presentationml.notesSlide+xml"/>
  <Override PartName="/ppt/notesSlides/notesSlide421.xml" ContentType="application/vnd.openxmlformats-officedocument.presentationml.notesSlide+xml"/>
  <Override PartName="/ppt/notesSlides/notesSlide422.xml" ContentType="application/vnd.openxmlformats-officedocument.presentationml.notesSlide+xml"/>
  <Override PartName="/ppt/notesSlides/notesSlide423.xml" ContentType="application/vnd.openxmlformats-officedocument.presentationml.notesSlide+xml"/>
  <Override PartName="/ppt/notesSlides/notesSlide424.xml" ContentType="application/vnd.openxmlformats-officedocument.presentationml.notesSlide+xml"/>
  <Override PartName="/ppt/notesSlides/notesSlide425.xml" ContentType="application/vnd.openxmlformats-officedocument.presentationml.notesSlide+xml"/>
  <Override PartName="/ppt/notesSlides/notesSlide426.xml" ContentType="application/vnd.openxmlformats-officedocument.presentationml.notesSlide+xml"/>
  <Override PartName="/ppt/notesSlides/notesSlide427.xml" ContentType="application/vnd.openxmlformats-officedocument.presentationml.notesSlide+xml"/>
  <Override PartName="/ppt/notesSlides/notesSlide428.xml" ContentType="application/vnd.openxmlformats-officedocument.presentationml.notesSlide+xml"/>
  <Override PartName="/ppt/notesSlides/notesSlide429.xml" ContentType="application/vnd.openxmlformats-officedocument.presentationml.notesSlide+xml"/>
  <Override PartName="/ppt/notesSlides/notesSlide43.xml" ContentType="application/vnd.openxmlformats-officedocument.presentationml.notesSlide+xml"/>
  <Override PartName="/ppt/notesSlides/notesSlide430.xml" ContentType="application/vnd.openxmlformats-officedocument.presentationml.notesSlide+xml"/>
  <Override PartName="/ppt/notesSlides/notesSlide431.xml" ContentType="application/vnd.openxmlformats-officedocument.presentationml.notesSlide+xml"/>
  <Override PartName="/ppt/notesSlides/notesSlide432.xml" ContentType="application/vnd.openxmlformats-officedocument.presentationml.notesSlide+xml"/>
  <Override PartName="/ppt/notesSlides/notesSlide433.xml" ContentType="application/vnd.openxmlformats-officedocument.presentationml.notesSlide+xml"/>
  <Override PartName="/ppt/notesSlides/notesSlide434.xml" ContentType="application/vnd.openxmlformats-officedocument.presentationml.notesSlide+xml"/>
  <Override PartName="/ppt/notesSlides/notesSlide435.xml" ContentType="application/vnd.openxmlformats-officedocument.presentationml.notesSlide+xml"/>
  <Override PartName="/ppt/notesSlides/notesSlide436.xml" ContentType="application/vnd.openxmlformats-officedocument.presentationml.notesSlide+xml"/>
  <Override PartName="/ppt/notesSlides/notesSlide437.xml" ContentType="application/vnd.openxmlformats-officedocument.presentationml.notesSlide+xml"/>
  <Override PartName="/ppt/notesSlides/notesSlide438.xml" ContentType="application/vnd.openxmlformats-officedocument.presentationml.notesSlide+xml"/>
  <Override PartName="/ppt/notesSlides/notesSlide439.xml" ContentType="application/vnd.openxmlformats-officedocument.presentationml.notesSlide+xml"/>
  <Override PartName="/ppt/notesSlides/notesSlide44.xml" ContentType="application/vnd.openxmlformats-officedocument.presentationml.notesSlide+xml"/>
  <Override PartName="/ppt/notesSlides/notesSlide440.xml" ContentType="application/vnd.openxmlformats-officedocument.presentationml.notesSlide+xml"/>
  <Override PartName="/ppt/notesSlides/notesSlide441.xml" ContentType="application/vnd.openxmlformats-officedocument.presentationml.notesSlide+xml"/>
  <Override PartName="/ppt/notesSlides/notesSlide442.xml" ContentType="application/vnd.openxmlformats-officedocument.presentationml.notesSlide+xml"/>
  <Override PartName="/ppt/notesSlides/notesSlide443.xml" ContentType="application/vnd.openxmlformats-officedocument.presentationml.notesSlide+xml"/>
  <Override PartName="/ppt/notesSlides/notesSlide4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Masters/slideMaster26.xml" ContentType="application/vnd.openxmlformats-officedocument.presentationml.slideMaster+xml"/>
  <Override PartName="/ppt/slideMasters/slideMaster27.xml" ContentType="application/vnd.openxmlformats-officedocument.presentationml.slideMaster+xml"/>
  <Override PartName="/ppt/slideMasters/slideMaster28.xml" ContentType="application/vnd.openxmlformats-officedocument.presentationml.slideMaster+xml"/>
  <Override PartName="/ppt/slideMasters/slideMaster29.xml" ContentType="application/vnd.openxmlformats-officedocument.presentationml.slideMaster+xml"/>
  <Override PartName="/ppt/slideMasters/slideMaster3.xml" ContentType="application/vnd.openxmlformats-officedocument.presentationml.slideMaster+xml"/>
  <Override PartName="/ppt/slideMasters/slideMaster30.xml" ContentType="application/vnd.openxmlformats-officedocument.presentationml.slideMaster+xml"/>
  <Override PartName="/ppt/slideMasters/slideMaster31.xml" ContentType="application/vnd.openxmlformats-officedocument.presentationml.slideMaster+xml"/>
  <Override PartName="/ppt/slideMasters/slideMaster32.xml" ContentType="application/vnd.openxmlformats-officedocument.presentationml.slideMaster+xml"/>
  <Override PartName="/ppt/slideMasters/slideMaster33.xml" ContentType="application/vnd.openxmlformats-officedocument.presentationml.slideMaster+xml"/>
  <Override PartName="/ppt/slideMasters/slideMaster34.xml" ContentType="application/vnd.openxmlformats-officedocument.presentationml.slideMaster+xml"/>
  <Override PartName="/ppt/slideMasters/slideMaster35.xml" ContentType="application/vnd.openxmlformats-officedocument.presentationml.slideMaster+xml"/>
  <Override PartName="/ppt/slideMasters/slideMaster36.xml" ContentType="application/vnd.openxmlformats-officedocument.presentationml.slideMaster+xml"/>
  <Override PartName="/ppt/slideMasters/slideMaster37.xml" ContentType="application/vnd.openxmlformats-officedocument.presentationml.slideMaster+xml"/>
  <Override PartName="/ppt/slideMasters/slideMaster38.xml" ContentType="application/vnd.openxmlformats-officedocument.presentationml.slideMaster+xml"/>
  <Override PartName="/ppt/slideMasters/slideMaster39.xml" ContentType="application/vnd.openxmlformats-officedocument.presentationml.slideMaster+xml"/>
  <Override PartName="/ppt/slideMasters/slideMaster4.xml" ContentType="application/vnd.openxmlformats-officedocument.presentationml.slideMaster+xml"/>
  <Override PartName="/ppt/slideMasters/slideMaster40.xml" ContentType="application/vnd.openxmlformats-officedocument.presentationml.slideMaster+xml"/>
  <Override PartName="/ppt/slideMasters/slideMaster41.xml" ContentType="application/vnd.openxmlformats-officedocument.presentationml.slideMaster+xml"/>
  <Override PartName="/ppt/slideMasters/slideMaster42.xml" ContentType="application/vnd.openxmlformats-officedocument.presentationml.slideMaster+xml"/>
  <Override PartName="/ppt/slideMasters/slideMaster43.xml" ContentType="application/vnd.openxmlformats-officedocument.presentationml.slideMaster+xml"/>
  <Override PartName="/ppt/slideMasters/slideMaster44.xml" ContentType="application/vnd.openxmlformats-officedocument.presentationml.slideMaster+xml"/>
  <Override PartName="/ppt/slideMasters/slideMaster45.xml" ContentType="application/vnd.openxmlformats-officedocument.presentationml.slideMaster+xml"/>
  <Override PartName="/ppt/slideMasters/slideMaster46.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slides/slide41.xml" ContentType="application/vnd.openxmlformats-officedocument.presentationml.slid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slides/slide413.xml" ContentType="application/vnd.openxmlformats-officedocument.presentationml.slide+xml"/>
  <Override PartName="/ppt/slides/slide414.xml" ContentType="application/vnd.openxmlformats-officedocument.presentationml.slide+xml"/>
  <Override PartName="/ppt/slides/slide415.xml" ContentType="application/vnd.openxmlformats-officedocument.presentationml.slide+xml"/>
  <Override PartName="/ppt/slides/slide416.xml" ContentType="application/vnd.openxmlformats-officedocument.presentationml.slide+xml"/>
  <Override PartName="/ppt/slides/slide417.xml" ContentType="application/vnd.openxmlformats-officedocument.presentationml.slide+xml"/>
  <Override PartName="/ppt/slides/slide418.xml" ContentType="application/vnd.openxmlformats-officedocument.presentationml.slide+xml"/>
  <Override PartName="/ppt/slides/slide419.xml" ContentType="application/vnd.openxmlformats-officedocument.presentationml.slide+xml"/>
  <Override PartName="/ppt/slides/slide42.xml" ContentType="application/vnd.openxmlformats-officedocument.presentationml.slide+xml"/>
  <Override PartName="/ppt/slides/slide420.xml" ContentType="application/vnd.openxmlformats-officedocument.presentationml.slide+xml"/>
  <Override PartName="/ppt/slides/slide421.xml" ContentType="application/vnd.openxmlformats-officedocument.presentationml.slide+xml"/>
  <Override PartName="/ppt/slides/slide422.xml" ContentType="application/vnd.openxmlformats-officedocument.presentationml.slide+xml"/>
  <Override PartName="/ppt/slides/slide423.xml" ContentType="application/vnd.openxmlformats-officedocument.presentationml.slide+xml"/>
  <Override PartName="/ppt/slides/slide424.xml" ContentType="application/vnd.openxmlformats-officedocument.presentationml.slide+xml"/>
  <Override PartName="/ppt/slides/slide425.xml" ContentType="application/vnd.openxmlformats-officedocument.presentationml.slide+xml"/>
  <Override PartName="/ppt/slides/slide426.xml" ContentType="application/vnd.openxmlformats-officedocument.presentationml.slide+xml"/>
  <Override PartName="/ppt/slides/slide427.xml" ContentType="application/vnd.openxmlformats-officedocument.presentationml.slide+xml"/>
  <Override PartName="/ppt/slides/slide428.xml" ContentType="application/vnd.openxmlformats-officedocument.presentationml.slide+xml"/>
  <Override PartName="/ppt/slides/slide429.xml" ContentType="application/vnd.openxmlformats-officedocument.presentationml.slide+xml"/>
  <Override PartName="/ppt/slides/slide43.xml" ContentType="application/vnd.openxmlformats-officedocument.presentationml.slide+xml"/>
  <Override PartName="/ppt/slides/slide430.xml" ContentType="application/vnd.openxmlformats-officedocument.presentationml.slide+xml"/>
  <Override PartName="/ppt/slides/slide431.xml" ContentType="application/vnd.openxmlformats-officedocument.presentationml.slide+xml"/>
  <Override PartName="/ppt/slides/slide432.xml" ContentType="application/vnd.openxmlformats-officedocument.presentationml.slide+xml"/>
  <Override PartName="/ppt/slides/slide433.xml" ContentType="application/vnd.openxmlformats-officedocument.presentationml.slide+xml"/>
  <Override PartName="/ppt/slides/slide434.xml" ContentType="application/vnd.openxmlformats-officedocument.presentationml.slide+xml"/>
  <Override PartName="/ppt/slides/slide435.xml" ContentType="application/vnd.openxmlformats-officedocument.presentationml.slide+xml"/>
  <Override PartName="/ppt/slides/slide436.xml" ContentType="application/vnd.openxmlformats-officedocument.presentationml.slide+xml"/>
  <Override PartName="/ppt/slides/slide437.xml" ContentType="application/vnd.openxmlformats-officedocument.presentationml.slide+xml"/>
  <Override PartName="/ppt/slides/slide438.xml" ContentType="application/vnd.openxmlformats-officedocument.presentationml.slide+xml"/>
  <Override PartName="/ppt/slides/slide439.xml" ContentType="application/vnd.openxmlformats-officedocument.presentationml.slide+xml"/>
  <Override PartName="/ppt/slides/slide44.xml" ContentType="application/vnd.openxmlformats-officedocument.presentationml.slide+xml"/>
  <Override PartName="/ppt/slides/slide440.xml" ContentType="application/vnd.openxmlformats-officedocument.presentationml.slide+xml"/>
  <Override PartName="/ppt/slides/slide441.xml" ContentType="application/vnd.openxmlformats-officedocument.presentationml.slide+xml"/>
  <Override PartName="/ppt/slides/slide442.xml" ContentType="application/vnd.openxmlformats-officedocument.presentationml.slide+xml"/>
  <Override PartName="/ppt/slides/slide443.xml" ContentType="application/vnd.openxmlformats-officedocument.presentationml.slide+xml"/>
  <Override PartName="/ppt/slides/slide4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theme/theme18.xml" ContentType="application/vnd.openxmlformats-officedocument.theme+xml"/>
  <Override PartName="/ppt/theme/theme19.xml" ContentType="application/vnd.openxmlformats-officedocument.theme+xml"/>
  <Override PartName="/ppt/theme/theme2.xml" ContentType="application/vnd.openxmlformats-officedocument.theme+xml"/>
  <Override PartName="/ppt/theme/theme20.xml" ContentType="application/vnd.openxmlformats-officedocument.theme+xml"/>
  <Override PartName="/ppt/theme/theme21.xml" ContentType="application/vnd.openxmlformats-officedocument.theme+xml"/>
  <Override PartName="/ppt/theme/theme22.xml" ContentType="application/vnd.openxmlformats-officedocument.theme+xml"/>
  <Override PartName="/ppt/theme/theme23.xml" ContentType="application/vnd.openxmlformats-officedocument.theme+xml"/>
  <Override PartName="/ppt/theme/theme24.xml" ContentType="application/vnd.openxmlformats-officedocument.theme+xml"/>
  <Override PartName="/ppt/theme/theme25.xml" ContentType="application/vnd.openxmlformats-officedocument.theme+xml"/>
  <Override PartName="/ppt/theme/theme26.xml" ContentType="application/vnd.openxmlformats-officedocument.theme+xml"/>
  <Override PartName="/ppt/theme/theme27.xml" ContentType="application/vnd.openxmlformats-officedocument.theme+xml"/>
  <Override PartName="/ppt/theme/theme28.xml" ContentType="application/vnd.openxmlformats-officedocument.theme+xml"/>
  <Override PartName="/ppt/theme/theme29.xml" ContentType="application/vnd.openxmlformats-officedocument.theme+xml"/>
  <Override PartName="/ppt/theme/theme3.xml" ContentType="application/vnd.openxmlformats-officedocument.theme+xml"/>
  <Override PartName="/ppt/theme/theme30.xml" ContentType="application/vnd.openxmlformats-officedocument.theme+xml"/>
  <Override PartName="/ppt/theme/theme31.xml" ContentType="application/vnd.openxmlformats-officedocument.theme+xml"/>
  <Override PartName="/ppt/theme/theme32.xml" ContentType="application/vnd.openxmlformats-officedocument.theme+xml"/>
  <Override PartName="/ppt/theme/theme33.xml" ContentType="application/vnd.openxmlformats-officedocument.theme+xml"/>
  <Override PartName="/ppt/theme/theme34.xml" ContentType="application/vnd.openxmlformats-officedocument.theme+xml"/>
  <Override PartName="/ppt/theme/theme35.xml" ContentType="application/vnd.openxmlformats-officedocument.theme+xml"/>
  <Override PartName="/ppt/theme/theme36.xml" ContentType="application/vnd.openxmlformats-officedocument.theme+xml"/>
  <Override PartName="/ppt/theme/theme37.xml" ContentType="application/vnd.openxmlformats-officedocument.theme+xml"/>
  <Override PartName="/ppt/theme/theme38.xml" ContentType="application/vnd.openxmlformats-officedocument.theme+xml"/>
  <Override PartName="/ppt/theme/theme39.xml" ContentType="application/vnd.openxmlformats-officedocument.theme+xml"/>
  <Override PartName="/ppt/theme/theme4.xml" ContentType="application/vnd.openxmlformats-officedocument.theme+xml"/>
  <Override PartName="/ppt/theme/theme40.xml" ContentType="application/vnd.openxmlformats-officedocument.theme+xml"/>
  <Override PartName="/ppt/theme/theme41.xml" ContentType="application/vnd.openxmlformats-officedocument.theme+xml"/>
  <Override PartName="/ppt/theme/theme42.xml" ContentType="application/vnd.openxmlformats-officedocument.theme+xml"/>
  <Override PartName="/ppt/theme/theme43.xml" ContentType="application/vnd.openxmlformats-officedocument.theme+xml"/>
  <Override PartName="/ppt/theme/theme44.xml" ContentType="application/vnd.openxmlformats-officedocument.theme+xml"/>
  <Override PartName="/ppt/theme/theme45.xml" ContentType="application/vnd.openxmlformats-officedocument.theme+xml"/>
  <Override PartName="/ppt/theme/theme46.xml" ContentType="application/vnd.openxmlformats-officedocument.theme+xml"/>
  <Override PartName="/ppt/theme/theme47.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2" r:id="rId3"/>
    <p:sldMasterId id="2147483654" r:id="rId4"/>
    <p:sldMasterId id="2147483656" r:id="rId5"/>
    <p:sldMasterId id="2147483658" r:id="rId6"/>
    <p:sldMasterId id="2147483660" r:id="rId7"/>
    <p:sldMasterId id="2147483662" r:id="rId8"/>
    <p:sldMasterId id="2147483664" r:id="rId9"/>
    <p:sldMasterId id="2147483666" r:id="rId10"/>
    <p:sldMasterId id="2147483668" r:id="rId11"/>
    <p:sldMasterId id="2147483670" r:id="rId12"/>
    <p:sldMasterId id="2147483672" r:id="rId13"/>
    <p:sldMasterId id="2147483674" r:id="rId14"/>
    <p:sldMasterId id="2147483676" r:id="rId15"/>
    <p:sldMasterId id="2147483678" r:id="rId16"/>
    <p:sldMasterId id="2147483680" r:id="rId17"/>
    <p:sldMasterId id="2147483682" r:id="rId18"/>
    <p:sldMasterId id="2147483684" r:id="rId19"/>
    <p:sldMasterId id="2147483686" r:id="rId20"/>
    <p:sldMasterId id="2147483688" r:id="rId21"/>
    <p:sldMasterId id="2147483690" r:id="rId22"/>
    <p:sldMasterId id="2147483692" r:id="rId23"/>
    <p:sldMasterId id="2147483694" r:id="rId24"/>
    <p:sldMasterId id="2147483696" r:id="rId25"/>
    <p:sldMasterId id="2147483698" r:id="rId26"/>
    <p:sldMasterId id="2147483700" r:id="rId27"/>
    <p:sldMasterId id="2147483702" r:id="rId28"/>
    <p:sldMasterId id="2147483704" r:id="rId29"/>
    <p:sldMasterId id="2147483706" r:id="rId30"/>
    <p:sldMasterId id="2147483708" r:id="rId31"/>
    <p:sldMasterId id="2147483710" r:id="rId32"/>
    <p:sldMasterId id="2147483712" r:id="rId33"/>
    <p:sldMasterId id="2147483714" r:id="rId34"/>
    <p:sldMasterId id="2147483716" r:id="rId35"/>
    <p:sldMasterId id="2147483718" r:id="rId36"/>
    <p:sldMasterId id="2147483720" r:id="rId37"/>
    <p:sldMasterId id="2147483722" r:id="rId38"/>
    <p:sldMasterId id="2147483724" r:id="rId39"/>
    <p:sldMasterId id="2147483733" r:id="rId40"/>
    <p:sldMasterId id="2147483735" r:id="rId41"/>
    <p:sldMasterId id="2147483737" r:id="rId42"/>
    <p:sldMasterId id="2147483739" r:id="rId43"/>
    <p:sldMasterId id="2147483741" r:id="rId44"/>
    <p:sldMasterId id="2147483743" r:id="rId45"/>
    <p:sldMasterId id="2147483745" r:id="rId46"/>
  </p:sldMasterIdLst>
  <p:notesMasterIdLst>
    <p:notesMasterId r:id="rId324"/>
  </p:notesMasterIdLst>
  <p:sldIdLst>
    <p:sldId id="570" r:id="rId361"/>
    <p:sldId id="571" r:id="rId362"/>
    <p:sldId id="572" r:id="rId363"/>
    <p:sldId id="573" r:id="rId364"/>
    <p:sldId id="574" r:id="rId365"/>
    <p:sldId id="575" r:id="rId366"/>
    <p:sldId id="576" r:id="rId367"/>
    <p:sldId id="577" r:id="rId368"/>
    <p:sldId id="578" r:id="rId369"/>
    <p:sldId id="579" r:id="rId370"/>
    <p:sldId id="256" r:id="rId47"/>
    <p:sldId id="257" r:id="rId48"/>
    <p:sldId id="258" r:id="rId49"/>
    <p:sldId id="259" r:id="rId50"/>
    <p:sldId id="260" r:id="rId51"/>
    <p:sldId id="261" r:id="rId52"/>
    <p:sldId id="262" r:id="rId53"/>
    <p:sldId id="263" r:id="rId54"/>
    <p:sldId id="264" r:id="rId55"/>
    <p:sldId id="265" r:id="rId56"/>
    <p:sldId id="266" r:id="rId57"/>
    <p:sldId id="267" r:id="rId58"/>
    <p:sldId id="268" r:id="rId59"/>
    <p:sldId id="269" r:id="rId60"/>
    <p:sldId id="270" r:id="rId61"/>
    <p:sldId id="271" r:id="rId62"/>
    <p:sldId id="272" r:id="rId63"/>
    <p:sldId id="273" r:id="rId64"/>
    <p:sldId id="274" r:id="rId65"/>
    <p:sldId id="275" r:id="rId66"/>
    <p:sldId id="276" r:id="rId67"/>
    <p:sldId id="277" r:id="rId68"/>
    <p:sldId id="278" r:id="rId69"/>
    <p:sldId id="279" r:id="rId70"/>
    <p:sldId id="280" r:id="rId71"/>
    <p:sldId id="281" r:id="rId72"/>
    <p:sldId id="282" r:id="rId73"/>
    <p:sldId id="283" r:id="rId74"/>
    <p:sldId id="284" r:id="rId75"/>
    <p:sldId id="285" r:id="rId76"/>
    <p:sldId id="286" r:id="rId77"/>
    <p:sldId id="287" r:id="rId78"/>
    <p:sldId id="288" r:id="rId79"/>
    <p:sldId id="289" r:id="rId80"/>
    <p:sldId id="290" r:id="rId81"/>
    <p:sldId id="291" r:id="rId82"/>
    <p:sldId id="292" r:id="rId83"/>
    <p:sldId id="293" r:id="rId84"/>
    <p:sldId id="294" r:id="rId85"/>
    <p:sldId id="295" r:id="rId86"/>
    <p:sldId id="296" r:id="rId87"/>
    <p:sldId id="297" r:id="rId88"/>
    <p:sldId id="298" r:id="rId89"/>
    <p:sldId id="299" r:id="rId90"/>
    <p:sldId id="300" r:id="rId91"/>
    <p:sldId id="301" r:id="rId92"/>
    <p:sldId id="302" r:id="rId93"/>
    <p:sldId id="303" r:id="rId94"/>
    <p:sldId id="304" r:id="rId95"/>
    <p:sldId id="305" r:id="rId96"/>
    <p:sldId id="306" r:id="rId97"/>
    <p:sldId id="307" r:id="rId98"/>
    <p:sldId id="308" r:id="rId99"/>
    <p:sldId id="309" r:id="rId100"/>
    <p:sldId id="310" r:id="rId101"/>
    <p:sldId id="311" r:id="rId102"/>
    <p:sldId id="312" r:id="rId103"/>
    <p:sldId id="313" r:id="rId104"/>
    <p:sldId id="314" r:id="rId105"/>
    <p:sldId id="315" r:id="rId106"/>
    <p:sldId id="316" r:id="rId107"/>
    <p:sldId id="317" r:id="rId108"/>
    <p:sldId id="318" r:id="rId109"/>
    <p:sldId id="319" r:id="rId110"/>
    <p:sldId id="320" r:id="rId111"/>
    <p:sldId id="321" r:id="rId112"/>
    <p:sldId id="322" r:id="rId113"/>
    <p:sldId id="323" r:id="rId114"/>
    <p:sldId id="324" r:id="rId115"/>
    <p:sldId id="325" r:id="rId116"/>
    <p:sldId id="326" r:id="rId117"/>
    <p:sldId id="327" r:id="rId118"/>
    <p:sldId id="328" r:id="rId119"/>
    <p:sldId id="329" r:id="rId120"/>
    <p:sldId id="330" r:id="rId121"/>
    <p:sldId id="331" r:id="rId122"/>
    <p:sldId id="332" r:id="rId123"/>
    <p:sldId id="333" r:id="rId124"/>
    <p:sldId id="334" r:id="rId125"/>
    <p:sldId id="335" r:id="rId126"/>
    <p:sldId id="336" r:id="rId127"/>
    <p:sldId id="337" r:id="rId128"/>
    <p:sldId id="338" r:id="rId129"/>
    <p:sldId id="339" r:id="rId130"/>
    <p:sldId id="340" r:id="rId131"/>
    <p:sldId id="341" r:id="rId132"/>
    <p:sldId id="342" r:id="rId133"/>
    <p:sldId id="343" r:id="rId134"/>
    <p:sldId id="344" r:id="rId135"/>
    <p:sldId id="345" r:id="rId136"/>
    <p:sldId id="346" r:id="rId137"/>
    <p:sldId id="350" r:id="rId138"/>
    <p:sldId id="547" r:id="rId338"/>
    <p:sldId id="351" r:id="rId139"/>
    <p:sldId id="352" r:id="rId140"/>
    <p:sldId id="353" r:id="rId141"/>
    <p:sldId id="354" r:id="rId142"/>
    <p:sldId id="355" r:id="rId143"/>
    <p:sldId id="356" r:id="rId144"/>
    <p:sldId id="357" r:id="rId145"/>
    <p:sldId id="358" r:id="rId146"/>
    <p:sldId id="359" r:id="rId147"/>
    <p:sldId id="360" r:id="rId148"/>
    <p:sldId id="361" r:id="rId149"/>
    <p:sldId id="362" r:id="rId150"/>
    <p:sldId id="363" r:id="rId151"/>
    <p:sldId id="548" r:id="rId339"/>
    <p:sldId id="364" r:id="rId152"/>
    <p:sldId id="365" r:id="rId153"/>
    <p:sldId id="366" r:id="rId154"/>
    <p:sldId id="367" r:id="rId155"/>
    <p:sldId id="368" r:id="rId156"/>
    <p:sldId id="369" r:id="rId157"/>
    <p:sldId id="370" r:id="rId158"/>
    <p:sldId id="372" r:id="rId159"/>
    <p:sldId id="375" r:id="rId160"/>
    <p:sldId id="376" r:id="rId161"/>
    <p:sldId id="377" r:id="rId162"/>
    <p:sldId id="378" r:id="rId163"/>
    <p:sldId id="379" r:id="rId164"/>
    <p:sldId id="380" r:id="rId165"/>
    <p:sldId id="381" r:id="rId166"/>
    <p:sldId id="382" r:id="rId167"/>
    <p:sldId id="383" r:id="rId168"/>
    <p:sldId id="384" r:id="rId169"/>
    <p:sldId id="385" r:id="rId170"/>
    <p:sldId id="386" r:id="rId171"/>
    <p:sldId id="387" r:id="rId172"/>
    <p:sldId id="549" r:id="rId340"/>
    <p:sldId id="389" r:id="rId173"/>
    <p:sldId id="388" r:id="rId174"/>
    <p:sldId id="580" r:id="rId371"/>
    <p:sldId id="581" r:id="rId372"/>
    <p:sldId id="582" r:id="rId373"/>
    <p:sldId id="583" r:id="rId374"/>
    <p:sldId id="584" r:id="rId375"/>
    <p:sldId id="585" r:id="rId376"/>
    <p:sldId id="586" r:id="rId377"/>
    <p:sldId id="390" r:id="rId175"/>
    <p:sldId id="391" r:id="rId176"/>
    <p:sldId id="392" r:id="rId177"/>
    <p:sldId id="393" r:id="rId178"/>
    <p:sldId id="537" r:id="rId179"/>
    <p:sldId id="394" r:id="rId180"/>
    <p:sldId id="395" r:id="rId181"/>
    <p:sldId id="396" r:id="rId182"/>
    <p:sldId id="397" r:id="rId183"/>
    <p:sldId id="550" r:id="rId341"/>
    <p:sldId id="398" r:id="rId184"/>
    <p:sldId id="399" r:id="rId185"/>
    <p:sldId id="400" r:id="rId186"/>
    <p:sldId id="401" r:id="rId187"/>
    <p:sldId id="402" r:id="rId188"/>
    <p:sldId id="403" r:id="rId189"/>
    <p:sldId id="404" r:id="rId190"/>
    <p:sldId id="405" r:id="rId191"/>
    <p:sldId id="406" r:id="rId192"/>
    <p:sldId id="407" r:id="rId193"/>
    <p:sldId id="408" r:id="rId194"/>
    <p:sldId id="409" r:id="rId195"/>
    <p:sldId id="410" r:id="rId196"/>
    <p:sldId id="411" r:id="rId197"/>
    <p:sldId id="412" r:id="rId198"/>
    <p:sldId id="413" r:id="rId199"/>
    <p:sldId id="414" r:id="rId200"/>
    <p:sldId id="415" r:id="rId201"/>
    <p:sldId id="551" r:id="rId342"/>
    <p:sldId id="416" r:id="rId202"/>
    <p:sldId id="417" r:id="rId203"/>
    <p:sldId id="418" r:id="rId204"/>
    <p:sldId id="419" r:id="rId205"/>
    <p:sldId id="420" r:id="rId206"/>
    <p:sldId id="421" r:id="rId207"/>
    <p:sldId id="422" r:id="rId208"/>
    <p:sldId id="423" r:id="rId209"/>
    <p:sldId id="424" r:id="rId210"/>
    <p:sldId id="425" r:id="rId211"/>
    <p:sldId id="426" r:id="rId212"/>
    <p:sldId id="427" r:id="rId213"/>
    <p:sldId id="428" r:id="rId214"/>
    <p:sldId id="429" r:id="rId215"/>
    <p:sldId id="430" r:id="rId216"/>
    <p:sldId id="431" r:id="rId217"/>
    <p:sldId id="432" r:id="rId218"/>
    <p:sldId id="433" r:id="rId219"/>
    <p:sldId id="434" r:id="rId220"/>
    <p:sldId id="435" r:id="rId221"/>
    <p:sldId id="436" r:id="rId222"/>
    <p:sldId id="437" r:id="rId223"/>
    <p:sldId id="438" r:id="rId224"/>
    <p:sldId id="439" r:id="rId225"/>
    <p:sldId id="440" r:id="rId226"/>
    <p:sldId id="441" r:id="rId227"/>
    <p:sldId id="442" r:id="rId228"/>
    <p:sldId id="443" r:id="rId229"/>
    <p:sldId id="444" r:id="rId230"/>
    <p:sldId id="445" r:id="rId231"/>
    <p:sldId id="446" r:id="rId232"/>
    <p:sldId id="552" r:id="rId343"/>
    <p:sldId id="447" r:id="rId233"/>
    <p:sldId id="448" r:id="rId234"/>
    <p:sldId id="449" r:id="rId235"/>
    <p:sldId id="450" r:id="rId236"/>
    <p:sldId id="451" r:id="rId237"/>
    <p:sldId id="452" r:id="rId238"/>
    <p:sldId id="453" r:id="rId239"/>
    <p:sldId id="454" r:id="rId240"/>
    <p:sldId id="455" r:id="rId241"/>
    <p:sldId id="456" r:id="rId242"/>
    <p:sldId id="457" r:id="rId243"/>
    <p:sldId id="458" r:id="rId244"/>
    <p:sldId id="459" r:id="rId245"/>
    <p:sldId id="460" r:id="rId246"/>
    <p:sldId id="461" r:id="rId247"/>
    <p:sldId id="462" r:id="rId248"/>
    <p:sldId id="463" r:id="rId249"/>
    <p:sldId id="464" r:id="rId250"/>
    <p:sldId id="465" r:id="rId251"/>
    <p:sldId id="466" r:id="rId252"/>
    <p:sldId id="467" r:id="rId253"/>
    <p:sldId id="468" r:id="rId254"/>
    <p:sldId id="469" r:id="rId255"/>
    <p:sldId id="470" r:id="rId256"/>
    <p:sldId id="587" r:id="rId378"/>
    <p:sldId id="588" r:id="rId379"/>
    <p:sldId id="589" r:id="rId380"/>
    <p:sldId id="590" r:id="rId381"/>
    <p:sldId id="474" r:id="rId260"/>
    <p:sldId id="475" r:id="rId261"/>
    <p:sldId id="591" r:id="rId382"/>
    <p:sldId id="592" r:id="rId383"/>
    <p:sldId id="593" r:id="rId384"/>
    <p:sldId id="594" r:id="rId385"/>
    <p:sldId id="481" r:id="rId267"/>
    <p:sldId id="482" r:id="rId268"/>
    <p:sldId id="483" r:id="rId269"/>
    <p:sldId id="484" r:id="rId270"/>
    <p:sldId id="485" r:id="rId271"/>
    <p:sldId id="486" r:id="rId272"/>
    <p:sldId id="487" r:id="rId273"/>
    <p:sldId id="488" r:id="rId274"/>
    <p:sldId id="489" r:id="rId275"/>
    <p:sldId id="490" r:id="rId276"/>
    <p:sldId id="491" r:id="rId277"/>
    <p:sldId id="492" r:id="rId278"/>
    <p:sldId id="493" r:id="rId279"/>
    <p:sldId id="494" r:id="rId280"/>
    <p:sldId id="495" r:id="rId281"/>
    <p:sldId id="496" r:id="rId282"/>
    <p:sldId id="497" r:id="rId283"/>
    <p:sldId id="498" r:id="rId284"/>
    <p:sldId id="499" r:id="rId285"/>
    <p:sldId id="500" r:id="rId286"/>
    <p:sldId id="501" r:id="rId287"/>
    <p:sldId id="502" r:id="rId288"/>
    <p:sldId id="503" r:id="rId289"/>
    <p:sldId id="553" r:id="rId344"/>
    <p:sldId id="504" r:id="rId290"/>
    <p:sldId id="505" r:id="rId291"/>
    <p:sldId id="554" r:id="rId345"/>
    <p:sldId id="555" r:id="rId346"/>
    <p:sldId id="556" r:id="rId347"/>
    <p:sldId id="557" r:id="rId348"/>
    <p:sldId id="558" r:id="rId349"/>
    <p:sldId id="559" r:id="rId350"/>
    <p:sldId id="560" r:id="rId351"/>
    <p:sldId id="561" r:id="rId352"/>
    <p:sldId id="562" r:id="rId353"/>
    <p:sldId id="563" r:id="rId354"/>
    <p:sldId id="564" r:id="rId355"/>
    <p:sldId id="565" r:id="rId356"/>
    <p:sldId id="566" r:id="rId357"/>
    <p:sldId id="567" r:id="rId358"/>
    <p:sldId id="568" r:id="rId359"/>
    <p:sldId id="596" r:id="rId387"/>
    <p:sldId id="597" r:id="rId388"/>
    <p:sldId id="598" r:id="rId389"/>
    <p:sldId id="599" r:id="rId390"/>
    <p:sldId id="600" r:id="rId391"/>
    <p:sldId id="601" r:id="rId392"/>
    <p:sldId id="620" r:id="rId411"/>
    <p:sldId id="621" r:id="rId412"/>
    <p:sldId id="622" r:id="rId413"/>
    <p:sldId id="623" r:id="rId414"/>
    <p:sldId id="624" r:id="rId415"/>
    <p:sldId id="625" r:id="rId416"/>
    <p:sldId id="626" r:id="rId417"/>
    <p:sldId id="627" r:id="rId418"/>
    <p:sldId id="628" r:id="rId419"/>
    <p:sldId id="629" r:id="rId420"/>
    <p:sldId id="630" r:id="rId421"/>
    <p:sldId id="631" r:id="rId422"/>
    <p:sldId id="632" r:id="rId423"/>
    <p:sldId id="633" r:id="rId424"/>
    <p:sldId id="634" r:id="rId425"/>
    <p:sldId id="635" r:id="rId426"/>
    <p:sldId id="636" r:id="rId427"/>
    <p:sldId id="637" r:id="rId428"/>
    <p:sldId id="638" r:id="rId429"/>
    <p:sldId id="639" r:id="rId430"/>
    <p:sldId id="640" r:id="rId431"/>
    <p:sldId id="641" r:id="rId432"/>
    <p:sldId id="657" r:id="rId448"/>
    <p:sldId id="658" r:id="rId449"/>
    <p:sldId id="659" r:id="rId450"/>
    <p:sldId id="660" r:id="rId451"/>
    <p:sldId id="661" r:id="rId452"/>
    <p:sldId id="662" r:id="rId453"/>
    <p:sldId id="663" r:id="rId454"/>
    <p:sldId id="664" r:id="rId455"/>
    <p:sldId id="665" r:id="rId456"/>
    <p:sldId id="666" r:id="rId457"/>
    <p:sldId id="667" r:id="rId458"/>
    <p:sldId id="668" r:id="rId459"/>
    <p:sldId id="669" r:id="rId460"/>
    <p:sldId id="670" r:id="rId461"/>
    <p:sldId id="672" r:id="rId463"/>
    <p:sldId id="673" r:id="rId464"/>
    <p:sldId id="674" r:id="rId465"/>
    <p:sldId id="675" r:id="rId466"/>
    <p:sldId id="676" r:id="rId467"/>
    <p:sldId id="677" r:id="rId468"/>
    <p:sldId id="678" r:id="rId469"/>
    <p:sldId id="679" r:id="rId470"/>
    <p:sldId id="680" r:id="rId471"/>
    <p:sldId id="681" r:id="rId472"/>
    <p:sldId id="682" r:id="rId473"/>
    <p:sldId id="683" r:id="rId474"/>
    <p:sldId id="684" r:id="rId475"/>
    <p:sldId id="685" r:id="rId476"/>
    <p:sldId id="686" r:id="rId477"/>
    <p:sldId id="687" r:id="rId478"/>
    <p:sldId id="688" r:id="rId479"/>
    <p:sldId id="689" r:id="rId480"/>
    <p:sldId id="690" r:id="rId481"/>
    <p:sldId id="691" r:id="rId482"/>
    <p:sldId id="692" r:id="rId483"/>
    <p:sldId id="693" r:id="rId484"/>
    <p:sldId id="694" r:id="rId485"/>
    <p:sldId id="695" r:id="rId486"/>
    <p:sldId id="696" r:id="rId487"/>
    <p:sldId id="697" r:id="rId488"/>
    <p:sldId id="698" r:id="rId489"/>
    <p:sldId id="699" r:id="rId490"/>
    <p:sldId id="700" r:id="rId491"/>
    <p:sldId id="701" r:id="rId492"/>
    <p:sldId id="702" r:id="rId493"/>
    <p:sldId id="703" r:id="rId494"/>
    <p:sldId id="704" r:id="rId495"/>
    <p:sldId id="569" r:id="rId360"/>
    <p:sldId id="602" r:id="rId393"/>
    <p:sldId id="603" r:id="rId394"/>
    <p:sldId id="604" r:id="rId395"/>
    <p:sldId id="605" r:id="rId396"/>
    <p:sldId id="606" r:id="rId397"/>
    <p:sldId id="607" r:id="rId398"/>
    <p:sldId id="608" r:id="rId399"/>
    <p:sldId id="609" r:id="rId400"/>
    <p:sldId id="610" r:id="rId401"/>
    <p:sldId id="611" r:id="rId402"/>
    <p:sldId id="612" r:id="rId403"/>
    <p:sldId id="613" r:id="rId404"/>
    <p:sldId id="614" r:id="rId405"/>
    <p:sldId id="615" r:id="rId406"/>
    <p:sldId id="616" r:id="rId407"/>
    <p:sldId id="617" r:id="rId408"/>
    <p:sldId id="618" r:id="rId409"/>
    <p:sldId id="619" r:id="rId410"/>
    <p:sldId id="642" r:id="rId433"/>
    <p:sldId id="643" r:id="rId434"/>
    <p:sldId id="644" r:id="rId435"/>
    <p:sldId id="645" r:id="rId436"/>
    <p:sldId id="646" r:id="rId437"/>
    <p:sldId id="647" r:id="rId438"/>
    <p:sldId id="648" r:id="rId439"/>
    <p:sldId id="649" r:id="rId440"/>
    <p:sldId id="650" r:id="rId441"/>
    <p:sldId id="651" r:id="rId442"/>
    <p:sldId id="652" r:id="rId443"/>
    <p:sldId id="653" r:id="rId444"/>
    <p:sldId id="654" r:id="rId445"/>
    <p:sldId id="655" r:id="rId446"/>
    <p:sldId id="656" r:id="rId447"/>
    <p:sldId id="671" r:id="rId462"/>
    <p:sldId id="524" r:id="rId292"/>
    <p:sldId id="525" r:id="rId293"/>
    <p:sldId id="526" r:id="rId294"/>
    <p:sldId id="527" r:id="rId295"/>
    <p:sldId id="528" r:id="rId296"/>
    <p:sldId id="529" r:id="rId297"/>
    <p:sldId id="530" r:id="rId298"/>
    <p:sldId id="531" r:id="rId299"/>
    <p:sldId id="532" r:id="rId300"/>
    <p:sldId id="533" r:id="rId301"/>
    <p:sldId id="534" r:id="rId302"/>
    <p:sldId id="535" r:id="rId303"/>
    <p:sldId id="536" r:id="rId304"/>
    <p:sldId id="373" r:id="rId305"/>
    <p:sldId id="538" r:id="rId329"/>
    <p:sldId id="539" r:id="rId330"/>
    <p:sldId id="540" r:id="rId331"/>
    <p:sldId id="541" r:id="rId332"/>
    <p:sldId id="542" r:id="rId333"/>
    <p:sldId id="543" r:id="rId334"/>
    <p:sldId id="544" r:id="rId335"/>
    <p:sldId id="545" r:id="rId336"/>
    <p:sldId id="546" r:id="rId337"/>
    <p:sldId id="595" r:id="rId386"/>
    <p:sldId id="471" r:id="rId257"/>
    <p:sldId id="472" r:id="rId258"/>
    <p:sldId id="473" r:id="rId259"/>
    <p:sldId id="476" r:id="rId262"/>
    <p:sldId id="477" r:id="rId263"/>
    <p:sldId id="478" r:id="rId264"/>
    <p:sldId id="479" r:id="rId265"/>
    <p:sldId id="480" r:id="rId266"/>
    <p:sldId id="506" r:id="rId306"/>
    <p:sldId id="507" r:id="rId307"/>
    <p:sldId id="508" r:id="rId308"/>
    <p:sldId id="509" r:id="rId309"/>
    <p:sldId id="510" r:id="rId310"/>
    <p:sldId id="511" r:id="rId311"/>
    <p:sldId id="512" r:id="rId312"/>
    <p:sldId id="513" r:id="rId313"/>
    <p:sldId id="514" r:id="rId314"/>
    <p:sldId id="515" r:id="rId315"/>
    <p:sldId id="516" r:id="rId316"/>
    <p:sldId id="517" r:id="rId317"/>
    <p:sldId id="518" r:id="rId318"/>
    <p:sldId id="519" r:id="rId319"/>
    <p:sldId id="520" r:id="rId320"/>
    <p:sldId id="521" r:id="rId321"/>
    <p:sldId id="522" r:id="rId322"/>
    <p:sldId id="523" r:id="rId323"/>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251"/>
    <p:restoredTop sz="94719"/>
  </p:normalViewPr>
  <p:slideViewPr>
    <p:cSldViewPr snapToGrid="0">
      <p:cViewPr varScale="1">
        <p:scale>
          <a:sx n="181" d="100"/>
          <a:sy n="181" d="100"/>
        </p:scale>
        <p:origin x="4608" y="4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Master" Target="slideMasters/slideMaster5.xml"/><Relationship Id="rId6" Type="http://schemas.openxmlformats.org/officeDocument/2006/relationships/slideMaster" Target="slideMasters/slideMaster6.xml"/><Relationship Id="rId7" Type="http://schemas.openxmlformats.org/officeDocument/2006/relationships/slideMaster" Target="slideMasters/slideMaster7.xml"/><Relationship Id="rId8" Type="http://schemas.openxmlformats.org/officeDocument/2006/relationships/slideMaster" Target="slideMasters/slideMaster8.xml"/><Relationship Id="rId9" Type="http://schemas.openxmlformats.org/officeDocument/2006/relationships/slideMaster" Target="slideMasters/slideMaster9.xml"/><Relationship Id="rId10" Type="http://schemas.openxmlformats.org/officeDocument/2006/relationships/slideMaster" Target="slideMasters/slideMaster10.xml"/><Relationship Id="rId11" Type="http://schemas.openxmlformats.org/officeDocument/2006/relationships/slideMaster" Target="slideMasters/slideMaster11.xml"/><Relationship Id="rId12" Type="http://schemas.openxmlformats.org/officeDocument/2006/relationships/slideMaster" Target="slideMasters/slideMaster12.xml"/><Relationship Id="rId13" Type="http://schemas.openxmlformats.org/officeDocument/2006/relationships/slideMaster" Target="slideMasters/slideMaster13.xml"/><Relationship Id="rId14" Type="http://schemas.openxmlformats.org/officeDocument/2006/relationships/slideMaster" Target="slideMasters/slideMaster14.xml"/><Relationship Id="rId15" Type="http://schemas.openxmlformats.org/officeDocument/2006/relationships/slideMaster" Target="slideMasters/slideMaster15.xml"/><Relationship Id="rId16" Type="http://schemas.openxmlformats.org/officeDocument/2006/relationships/slideMaster" Target="slideMasters/slideMaster16.xml"/><Relationship Id="rId17" Type="http://schemas.openxmlformats.org/officeDocument/2006/relationships/slideMaster" Target="slideMasters/slideMaster17.xml"/><Relationship Id="rId18" Type="http://schemas.openxmlformats.org/officeDocument/2006/relationships/slideMaster" Target="slideMasters/slideMaster18.xml"/><Relationship Id="rId19" Type="http://schemas.openxmlformats.org/officeDocument/2006/relationships/slideMaster" Target="slideMasters/slideMaster19.xml"/><Relationship Id="rId20" Type="http://schemas.openxmlformats.org/officeDocument/2006/relationships/slideMaster" Target="slideMasters/slideMaster20.xml"/><Relationship Id="rId21" Type="http://schemas.openxmlformats.org/officeDocument/2006/relationships/slideMaster" Target="slideMasters/slideMaster21.xml"/><Relationship Id="rId22" Type="http://schemas.openxmlformats.org/officeDocument/2006/relationships/slideMaster" Target="slideMasters/slideMaster22.xml"/><Relationship Id="rId23" Type="http://schemas.openxmlformats.org/officeDocument/2006/relationships/slideMaster" Target="slideMasters/slideMaster23.xml"/><Relationship Id="rId24" Type="http://schemas.openxmlformats.org/officeDocument/2006/relationships/slideMaster" Target="slideMasters/slideMaster24.xml"/><Relationship Id="rId25" Type="http://schemas.openxmlformats.org/officeDocument/2006/relationships/slideMaster" Target="slideMasters/slideMaster25.xml"/><Relationship Id="rId26" Type="http://schemas.openxmlformats.org/officeDocument/2006/relationships/slideMaster" Target="slideMasters/slideMaster26.xml"/><Relationship Id="rId27" Type="http://schemas.openxmlformats.org/officeDocument/2006/relationships/slideMaster" Target="slideMasters/slideMaster27.xml"/><Relationship Id="rId28" Type="http://schemas.openxmlformats.org/officeDocument/2006/relationships/slideMaster" Target="slideMasters/slideMaster28.xml"/><Relationship Id="rId29" Type="http://schemas.openxmlformats.org/officeDocument/2006/relationships/slideMaster" Target="slideMasters/slideMaster29.xml"/><Relationship Id="rId30" Type="http://schemas.openxmlformats.org/officeDocument/2006/relationships/slideMaster" Target="slideMasters/slideMaster30.xml"/><Relationship Id="rId31" Type="http://schemas.openxmlformats.org/officeDocument/2006/relationships/slideMaster" Target="slideMasters/slideMaster31.xml"/><Relationship Id="rId32" Type="http://schemas.openxmlformats.org/officeDocument/2006/relationships/slideMaster" Target="slideMasters/slideMaster32.xml"/><Relationship Id="rId33" Type="http://schemas.openxmlformats.org/officeDocument/2006/relationships/slideMaster" Target="slideMasters/slideMaster33.xml"/><Relationship Id="rId34" Type="http://schemas.openxmlformats.org/officeDocument/2006/relationships/slideMaster" Target="slideMasters/slideMaster34.xml"/><Relationship Id="rId35" Type="http://schemas.openxmlformats.org/officeDocument/2006/relationships/slideMaster" Target="slideMasters/slideMaster35.xml"/><Relationship Id="rId36" Type="http://schemas.openxmlformats.org/officeDocument/2006/relationships/slideMaster" Target="slideMasters/slideMaster36.xml"/><Relationship Id="rId37" Type="http://schemas.openxmlformats.org/officeDocument/2006/relationships/slideMaster" Target="slideMasters/slideMaster37.xml"/><Relationship Id="rId38" Type="http://schemas.openxmlformats.org/officeDocument/2006/relationships/slideMaster" Target="slideMasters/slideMaster38.xml"/><Relationship Id="rId39" Type="http://schemas.openxmlformats.org/officeDocument/2006/relationships/slideMaster" Target="slideMasters/slideMaster39.xml"/><Relationship Id="rId40" Type="http://schemas.openxmlformats.org/officeDocument/2006/relationships/slideMaster" Target="slideMasters/slideMaster40.xml"/><Relationship Id="rId41" Type="http://schemas.openxmlformats.org/officeDocument/2006/relationships/slideMaster" Target="slideMasters/slideMaster41.xml"/><Relationship Id="rId42" Type="http://schemas.openxmlformats.org/officeDocument/2006/relationships/slideMaster" Target="slideMasters/slideMaster42.xml"/><Relationship Id="rId43" Type="http://schemas.openxmlformats.org/officeDocument/2006/relationships/slideMaster" Target="slideMasters/slideMaster43.xml"/><Relationship Id="rId44" Type="http://schemas.openxmlformats.org/officeDocument/2006/relationships/slideMaster" Target="slideMasters/slideMaster44.xml"/><Relationship Id="rId45" Type="http://schemas.openxmlformats.org/officeDocument/2006/relationships/slideMaster" Target="slideMasters/slideMaster45.xml"/><Relationship Id="rId46" Type="http://schemas.openxmlformats.org/officeDocument/2006/relationships/slideMaster" Target="slideMasters/slideMaster46.xml"/><Relationship Id="rId47" Type="http://schemas.openxmlformats.org/officeDocument/2006/relationships/slide" Target="slides/slide1.xml"/><Relationship Id="rId48" Type="http://schemas.openxmlformats.org/officeDocument/2006/relationships/slide" Target="slides/slide2.xml"/><Relationship Id="rId49" Type="http://schemas.openxmlformats.org/officeDocument/2006/relationships/slide" Target="slides/slide3.xml"/><Relationship Id="rId50" Type="http://schemas.openxmlformats.org/officeDocument/2006/relationships/slide" Target="slides/slide4.xml"/><Relationship Id="rId51" Type="http://schemas.openxmlformats.org/officeDocument/2006/relationships/slide" Target="slides/slide5.xml"/><Relationship Id="rId52" Type="http://schemas.openxmlformats.org/officeDocument/2006/relationships/slide" Target="slides/slide6.xml"/><Relationship Id="rId53" Type="http://schemas.openxmlformats.org/officeDocument/2006/relationships/slide" Target="slides/slide7.xml"/><Relationship Id="rId54" Type="http://schemas.openxmlformats.org/officeDocument/2006/relationships/slide" Target="slides/slide8.xml"/><Relationship Id="rId55" Type="http://schemas.openxmlformats.org/officeDocument/2006/relationships/slide" Target="slides/slide9.xml"/><Relationship Id="rId56" Type="http://schemas.openxmlformats.org/officeDocument/2006/relationships/slide" Target="slides/slide10.xml"/><Relationship Id="rId57" Type="http://schemas.openxmlformats.org/officeDocument/2006/relationships/slide" Target="slides/slide11.xml"/><Relationship Id="rId58" Type="http://schemas.openxmlformats.org/officeDocument/2006/relationships/slide" Target="slides/slide12.xml"/><Relationship Id="rId59" Type="http://schemas.openxmlformats.org/officeDocument/2006/relationships/slide" Target="slides/slide13.xml"/><Relationship Id="rId60" Type="http://schemas.openxmlformats.org/officeDocument/2006/relationships/slide" Target="slides/slide14.xml"/><Relationship Id="rId61" Type="http://schemas.openxmlformats.org/officeDocument/2006/relationships/slide" Target="slides/slide15.xml"/><Relationship Id="rId62" Type="http://schemas.openxmlformats.org/officeDocument/2006/relationships/slide" Target="slides/slide16.xml"/><Relationship Id="rId63" Type="http://schemas.openxmlformats.org/officeDocument/2006/relationships/slide" Target="slides/slide17.xml"/><Relationship Id="rId64" Type="http://schemas.openxmlformats.org/officeDocument/2006/relationships/slide" Target="slides/slide18.xml"/><Relationship Id="rId65" Type="http://schemas.openxmlformats.org/officeDocument/2006/relationships/slide" Target="slides/slide19.xml"/><Relationship Id="rId66" Type="http://schemas.openxmlformats.org/officeDocument/2006/relationships/slide" Target="slides/slide20.xml"/><Relationship Id="rId67" Type="http://schemas.openxmlformats.org/officeDocument/2006/relationships/slide" Target="slides/slide21.xml"/><Relationship Id="rId68" Type="http://schemas.openxmlformats.org/officeDocument/2006/relationships/slide" Target="slides/slide22.xml"/><Relationship Id="rId69" Type="http://schemas.openxmlformats.org/officeDocument/2006/relationships/slide" Target="slides/slide23.xml"/><Relationship Id="rId70" Type="http://schemas.openxmlformats.org/officeDocument/2006/relationships/slide" Target="slides/slide24.xml"/><Relationship Id="rId71" Type="http://schemas.openxmlformats.org/officeDocument/2006/relationships/slide" Target="slides/slide25.xml"/><Relationship Id="rId72" Type="http://schemas.openxmlformats.org/officeDocument/2006/relationships/slide" Target="slides/slide26.xml"/><Relationship Id="rId73" Type="http://schemas.openxmlformats.org/officeDocument/2006/relationships/slide" Target="slides/slide27.xml"/><Relationship Id="rId74" Type="http://schemas.openxmlformats.org/officeDocument/2006/relationships/slide" Target="slides/slide28.xml"/><Relationship Id="rId75" Type="http://schemas.openxmlformats.org/officeDocument/2006/relationships/slide" Target="slides/slide29.xml"/><Relationship Id="rId76" Type="http://schemas.openxmlformats.org/officeDocument/2006/relationships/slide" Target="slides/slide30.xml"/><Relationship Id="rId77" Type="http://schemas.openxmlformats.org/officeDocument/2006/relationships/slide" Target="slides/slide31.xml"/><Relationship Id="rId78" Type="http://schemas.openxmlformats.org/officeDocument/2006/relationships/slide" Target="slides/slide32.xml"/><Relationship Id="rId79" Type="http://schemas.openxmlformats.org/officeDocument/2006/relationships/slide" Target="slides/slide33.xml"/><Relationship Id="rId80" Type="http://schemas.openxmlformats.org/officeDocument/2006/relationships/slide" Target="slides/slide34.xml"/><Relationship Id="rId81" Type="http://schemas.openxmlformats.org/officeDocument/2006/relationships/slide" Target="slides/slide35.xml"/><Relationship Id="rId82" Type="http://schemas.openxmlformats.org/officeDocument/2006/relationships/slide" Target="slides/slide36.xml"/><Relationship Id="rId83" Type="http://schemas.openxmlformats.org/officeDocument/2006/relationships/slide" Target="slides/slide37.xml"/><Relationship Id="rId84" Type="http://schemas.openxmlformats.org/officeDocument/2006/relationships/slide" Target="slides/slide38.xml"/><Relationship Id="rId85" Type="http://schemas.openxmlformats.org/officeDocument/2006/relationships/slide" Target="slides/slide39.xml"/><Relationship Id="rId86" Type="http://schemas.openxmlformats.org/officeDocument/2006/relationships/slide" Target="slides/slide40.xml"/><Relationship Id="rId87" Type="http://schemas.openxmlformats.org/officeDocument/2006/relationships/slide" Target="slides/slide41.xml"/><Relationship Id="rId88" Type="http://schemas.openxmlformats.org/officeDocument/2006/relationships/slide" Target="slides/slide42.xml"/><Relationship Id="rId89" Type="http://schemas.openxmlformats.org/officeDocument/2006/relationships/slide" Target="slides/slide43.xml"/><Relationship Id="rId90" Type="http://schemas.openxmlformats.org/officeDocument/2006/relationships/slide" Target="slides/slide44.xml"/><Relationship Id="rId91" Type="http://schemas.openxmlformats.org/officeDocument/2006/relationships/slide" Target="slides/slide45.xml"/><Relationship Id="rId92" Type="http://schemas.openxmlformats.org/officeDocument/2006/relationships/slide" Target="slides/slide46.xml"/><Relationship Id="rId93" Type="http://schemas.openxmlformats.org/officeDocument/2006/relationships/slide" Target="slides/slide47.xml"/><Relationship Id="rId94" Type="http://schemas.openxmlformats.org/officeDocument/2006/relationships/slide" Target="slides/slide48.xml"/><Relationship Id="rId95" Type="http://schemas.openxmlformats.org/officeDocument/2006/relationships/slide" Target="slides/slide49.xml"/><Relationship Id="rId96" Type="http://schemas.openxmlformats.org/officeDocument/2006/relationships/slide" Target="slides/slide50.xml"/><Relationship Id="rId97" Type="http://schemas.openxmlformats.org/officeDocument/2006/relationships/slide" Target="slides/slide51.xml"/><Relationship Id="rId98" Type="http://schemas.openxmlformats.org/officeDocument/2006/relationships/slide" Target="slides/slide52.xml"/><Relationship Id="rId99" Type="http://schemas.openxmlformats.org/officeDocument/2006/relationships/slide" Target="slides/slide53.xml"/><Relationship Id="rId100" Type="http://schemas.openxmlformats.org/officeDocument/2006/relationships/slide" Target="slides/slide54.xml"/><Relationship Id="rId101" Type="http://schemas.openxmlformats.org/officeDocument/2006/relationships/slide" Target="slides/slide55.xml"/><Relationship Id="rId102" Type="http://schemas.openxmlformats.org/officeDocument/2006/relationships/slide" Target="slides/slide56.xml"/><Relationship Id="rId103" Type="http://schemas.openxmlformats.org/officeDocument/2006/relationships/slide" Target="slides/slide57.xml"/><Relationship Id="rId104" Type="http://schemas.openxmlformats.org/officeDocument/2006/relationships/slide" Target="slides/slide58.xml"/><Relationship Id="rId105" Type="http://schemas.openxmlformats.org/officeDocument/2006/relationships/slide" Target="slides/slide59.xml"/><Relationship Id="rId106" Type="http://schemas.openxmlformats.org/officeDocument/2006/relationships/slide" Target="slides/slide60.xml"/><Relationship Id="rId107" Type="http://schemas.openxmlformats.org/officeDocument/2006/relationships/slide" Target="slides/slide61.xml"/><Relationship Id="rId108" Type="http://schemas.openxmlformats.org/officeDocument/2006/relationships/slide" Target="slides/slide62.xml"/><Relationship Id="rId109" Type="http://schemas.openxmlformats.org/officeDocument/2006/relationships/slide" Target="slides/slide63.xml"/><Relationship Id="rId110" Type="http://schemas.openxmlformats.org/officeDocument/2006/relationships/slide" Target="slides/slide64.xml"/><Relationship Id="rId111" Type="http://schemas.openxmlformats.org/officeDocument/2006/relationships/slide" Target="slides/slide65.xml"/><Relationship Id="rId112" Type="http://schemas.openxmlformats.org/officeDocument/2006/relationships/slide" Target="slides/slide66.xml"/><Relationship Id="rId113" Type="http://schemas.openxmlformats.org/officeDocument/2006/relationships/slide" Target="slides/slide67.xml"/><Relationship Id="rId114" Type="http://schemas.openxmlformats.org/officeDocument/2006/relationships/slide" Target="slides/slide68.xml"/><Relationship Id="rId115" Type="http://schemas.openxmlformats.org/officeDocument/2006/relationships/slide" Target="slides/slide69.xml"/><Relationship Id="rId116" Type="http://schemas.openxmlformats.org/officeDocument/2006/relationships/slide" Target="slides/slide70.xml"/><Relationship Id="rId117" Type="http://schemas.openxmlformats.org/officeDocument/2006/relationships/slide" Target="slides/slide71.xml"/><Relationship Id="rId118" Type="http://schemas.openxmlformats.org/officeDocument/2006/relationships/slide" Target="slides/slide72.xml"/><Relationship Id="rId119" Type="http://schemas.openxmlformats.org/officeDocument/2006/relationships/slide" Target="slides/slide73.xml"/><Relationship Id="rId120" Type="http://schemas.openxmlformats.org/officeDocument/2006/relationships/slide" Target="slides/slide74.xml"/><Relationship Id="rId121" Type="http://schemas.openxmlformats.org/officeDocument/2006/relationships/slide" Target="slides/slide75.xml"/><Relationship Id="rId122" Type="http://schemas.openxmlformats.org/officeDocument/2006/relationships/slide" Target="slides/slide76.xml"/><Relationship Id="rId123" Type="http://schemas.openxmlformats.org/officeDocument/2006/relationships/slide" Target="slides/slide77.xml"/><Relationship Id="rId124" Type="http://schemas.openxmlformats.org/officeDocument/2006/relationships/slide" Target="slides/slide78.xml"/><Relationship Id="rId125" Type="http://schemas.openxmlformats.org/officeDocument/2006/relationships/slide" Target="slides/slide79.xml"/><Relationship Id="rId126" Type="http://schemas.openxmlformats.org/officeDocument/2006/relationships/slide" Target="slides/slide80.xml"/><Relationship Id="rId127" Type="http://schemas.openxmlformats.org/officeDocument/2006/relationships/slide" Target="slides/slide81.xml"/><Relationship Id="rId128" Type="http://schemas.openxmlformats.org/officeDocument/2006/relationships/slide" Target="slides/slide82.xml"/><Relationship Id="rId129" Type="http://schemas.openxmlformats.org/officeDocument/2006/relationships/slide" Target="slides/slide83.xml"/><Relationship Id="rId130" Type="http://schemas.openxmlformats.org/officeDocument/2006/relationships/slide" Target="slides/slide84.xml"/><Relationship Id="rId131" Type="http://schemas.openxmlformats.org/officeDocument/2006/relationships/slide" Target="slides/slide85.xml"/><Relationship Id="rId132" Type="http://schemas.openxmlformats.org/officeDocument/2006/relationships/slide" Target="slides/slide86.xml"/><Relationship Id="rId133" Type="http://schemas.openxmlformats.org/officeDocument/2006/relationships/slide" Target="slides/slide87.xml"/><Relationship Id="rId134" Type="http://schemas.openxmlformats.org/officeDocument/2006/relationships/slide" Target="slides/slide88.xml"/><Relationship Id="rId135" Type="http://schemas.openxmlformats.org/officeDocument/2006/relationships/slide" Target="slides/slide89.xml"/><Relationship Id="rId136" Type="http://schemas.openxmlformats.org/officeDocument/2006/relationships/slide" Target="slides/slide90.xml"/><Relationship Id="rId137" Type="http://schemas.openxmlformats.org/officeDocument/2006/relationships/slide" Target="slides/slide91.xml"/><Relationship Id="rId138" Type="http://schemas.openxmlformats.org/officeDocument/2006/relationships/slide" Target="slides/slide92.xml"/><Relationship Id="rId139" Type="http://schemas.openxmlformats.org/officeDocument/2006/relationships/slide" Target="slides/slide94.xml"/><Relationship Id="rId140" Type="http://schemas.openxmlformats.org/officeDocument/2006/relationships/slide" Target="slides/slide95.xml"/><Relationship Id="rId141" Type="http://schemas.openxmlformats.org/officeDocument/2006/relationships/slide" Target="slides/slide96.xml"/><Relationship Id="rId142" Type="http://schemas.openxmlformats.org/officeDocument/2006/relationships/slide" Target="slides/slide97.xml"/><Relationship Id="rId143" Type="http://schemas.openxmlformats.org/officeDocument/2006/relationships/slide" Target="slides/slide98.xml"/><Relationship Id="rId144" Type="http://schemas.openxmlformats.org/officeDocument/2006/relationships/slide" Target="slides/slide99.xml"/><Relationship Id="rId145" Type="http://schemas.openxmlformats.org/officeDocument/2006/relationships/slide" Target="slides/slide100.xml"/><Relationship Id="rId146" Type="http://schemas.openxmlformats.org/officeDocument/2006/relationships/slide" Target="slides/slide101.xml"/><Relationship Id="rId147" Type="http://schemas.openxmlformats.org/officeDocument/2006/relationships/slide" Target="slides/slide102.xml"/><Relationship Id="rId148" Type="http://schemas.openxmlformats.org/officeDocument/2006/relationships/slide" Target="slides/slide103.xml"/><Relationship Id="rId149" Type="http://schemas.openxmlformats.org/officeDocument/2006/relationships/slide" Target="slides/slide104.xml"/><Relationship Id="rId150" Type="http://schemas.openxmlformats.org/officeDocument/2006/relationships/slide" Target="slides/slide105.xml"/><Relationship Id="rId151" Type="http://schemas.openxmlformats.org/officeDocument/2006/relationships/slide" Target="slides/slide106.xml"/><Relationship Id="rId152" Type="http://schemas.openxmlformats.org/officeDocument/2006/relationships/slide" Target="slides/slide108.xml"/><Relationship Id="rId153" Type="http://schemas.openxmlformats.org/officeDocument/2006/relationships/slide" Target="slides/slide109.xml"/><Relationship Id="rId154" Type="http://schemas.openxmlformats.org/officeDocument/2006/relationships/slide" Target="slides/slide110.xml"/><Relationship Id="rId155" Type="http://schemas.openxmlformats.org/officeDocument/2006/relationships/slide" Target="slides/slide111.xml"/><Relationship Id="rId156" Type="http://schemas.openxmlformats.org/officeDocument/2006/relationships/slide" Target="slides/slide112.xml"/><Relationship Id="rId157" Type="http://schemas.openxmlformats.org/officeDocument/2006/relationships/slide" Target="slides/slide113.xml"/><Relationship Id="rId158" Type="http://schemas.openxmlformats.org/officeDocument/2006/relationships/slide" Target="slides/slide114.xml"/><Relationship Id="rId159" Type="http://schemas.openxmlformats.org/officeDocument/2006/relationships/slide" Target="slides/slide115.xml"/><Relationship Id="rId160" Type="http://schemas.openxmlformats.org/officeDocument/2006/relationships/slide" Target="slides/slide116.xml"/><Relationship Id="rId161" Type="http://schemas.openxmlformats.org/officeDocument/2006/relationships/slide" Target="slides/slide117.xml"/><Relationship Id="rId162" Type="http://schemas.openxmlformats.org/officeDocument/2006/relationships/slide" Target="slides/slide118.xml"/><Relationship Id="rId163" Type="http://schemas.openxmlformats.org/officeDocument/2006/relationships/slide" Target="slides/slide119.xml"/><Relationship Id="rId164" Type="http://schemas.openxmlformats.org/officeDocument/2006/relationships/slide" Target="slides/slide120.xml"/><Relationship Id="rId165" Type="http://schemas.openxmlformats.org/officeDocument/2006/relationships/slide" Target="slides/slide121.xml"/><Relationship Id="rId166" Type="http://schemas.openxmlformats.org/officeDocument/2006/relationships/slide" Target="slides/slide122.xml"/><Relationship Id="rId167" Type="http://schemas.openxmlformats.org/officeDocument/2006/relationships/slide" Target="slides/slide123.xml"/><Relationship Id="rId168" Type="http://schemas.openxmlformats.org/officeDocument/2006/relationships/slide" Target="slides/slide124.xml"/><Relationship Id="rId169" Type="http://schemas.openxmlformats.org/officeDocument/2006/relationships/slide" Target="slides/slide125.xml"/><Relationship Id="rId170" Type="http://schemas.openxmlformats.org/officeDocument/2006/relationships/slide" Target="slides/slide126.xml"/><Relationship Id="rId171" Type="http://schemas.openxmlformats.org/officeDocument/2006/relationships/slide" Target="slides/slide127.xml"/><Relationship Id="rId172" Type="http://schemas.openxmlformats.org/officeDocument/2006/relationships/slide" Target="slides/slide128.xml"/><Relationship Id="rId173" Type="http://schemas.openxmlformats.org/officeDocument/2006/relationships/slide" Target="slides/slide130.xml"/><Relationship Id="rId174" Type="http://schemas.openxmlformats.org/officeDocument/2006/relationships/slide" Target="slides/slide131.xml"/><Relationship Id="rId175" Type="http://schemas.openxmlformats.org/officeDocument/2006/relationships/slide" Target="slides/slide132.xml"/><Relationship Id="rId176" Type="http://schemas.openxmlformats.org/officeDocument/2006/relationships/slide" Target="slides/slide133.xml"/><Relationship Id="rId177" Type="http://schemas.openxmlformats.org/officeDocument/2006/relationships/slide" Target="slides/slide134.xml"/><Relationship Id="rId178" Type="http://schemas.openxmlformats.org/officeDocument/2006/relationships/slide" Target="slides/slide135.xml"/><Relationship Id="rId179" Type="http://schemas.openxmlformats.org/officeDocument/2006/relationships/slide" Target="slides/slide136.xml"/><Relationship Id="rId180" Type="http://schemas.openxmlformats.org/officeDocument/2006/relationships/slide" Target="slides/slide137.xml"/><Relationship Id="rId181" Type="http://schemas.openxmlformats.org/officeDocument/2006/relationships/slide" Target="slides/slide138.xml"/><Relationship Id="rId182" Type="http://schemas.openxmlformats.org/officeDocument/2006/relationships/slide" Target="slides/slide139.xml"/><Relationship Id="rId183" Type="http://schemas.openxmlformats.org/officeDocument/2006/relationships/slide" Target="slides/slide140.xml"/><Relationship Id="rId184" Type="http://schemas.openxmlformats.org/officeDocument/2006/relationships/slide" Target="slides/slide142.xml"/><Relationship Id="rId185" Type="http://schemas.openxmlformats.org/officeDocument/2006/relationships/slide" Target="slides/slide143.xml"/><Relationship Id="rId186" Type="http://schemas.openxmlformats.org/officeDocument/2006/relationships/slide" Target="slides/slide144.xml"/><Relationship Id="rId187" Type="http://schemas.openxmlformats.org/officeDocument/2006/relationships/slide" Target="slides/slide145.xml"/><Relationship Id="rId188" Type="http://schemas.openxmlformats.org/officeDocument/2006/relationships/slide" Target="slides/slide146.xml"/><Relationship Id="rId189" Type="http://schemas.openxmlformats.org/officeDocument/2006/relationships/slide" Target="slides/slide147.xml"/><Relationship Id="rId190" Type="http://schemas.openxmlformats.org/officeDocument/2006/relationships/slide" Target="slides/slide148.xml"/><Relationship Id="rId191" Type="http://schemas.openxmlformats.org/officeDocument/2006/relationships/slide" Target="slides/slide149.xml"/><Relationship Id="rId192" Type="http://schemas.openxmlformats.org/officeDocument/2006/relationships/slide" Target="slides/slide150.xml"/><Relationship Id="rId193" Type="http://schemas.openxmlformats.org/officeDocument/2006/relationships/slide" Target="slides/slide151.xml"/><Relationship Id="rId194" Type="http://schemas.openxmlformats.org/officeDocument/2006/relationships/slide" Target="slides/slide152.xml"/><Relationship Id="rId195" Type="http://schemas.openxmlformats.org/officeDocument/2006/relationships/slide" Target="slides/slide153.xml"/><Relationship Id="rId196" Type="http://schemas.openxmlformats.org/officeDocument/2006/relationships/slide" Target="slides/slide154.xml"/><Relationship Id="rId197" Type="http://schemas.openxmlformats.org/officeDocument/2006/relationships/slide" Target="slides/slide155.xml"/><Relationship Id="rId198" Type="http://schemas.openxmlformats.org/officeDocument/2006/relationships/slide" Target="slides/slide156.xml"/><Relationship Id="rId199" Type="http://schemas.openxmlformats.org/officeDocument/2006/relationships/slide" Target="slides/slide157.xml"/><Relationship Id="rId200" Type="http://schemas.openxmlformats.org/officeDocument/2006/relationships/slide" Target="slides/slide158.xml"/><Relationship Id="rId201" Type="http://schemas.openxmlformats.org/officeDocument/2006/relationships/slide" Target="slides/slide159.xml"/><Relationship Id="rId202" Type="http://schemas.openxmlformats.org/officeDocument/2006/relationships/slide" Target="slides/slide161.xml"/><Relationship Id="rId203" Type="http://schemas.openxmlformats.org/officeDocument/2006/relationships/slide" Target="slides/slide162.xml"/><Relationship Id="rId204" Type="http://schemas.openxmlformats.org/officeDocument/2006/relationships/slide" Target="slides/slide163.xml"/><Relationship Id="rId205" Type="http://schemas.openxmlformats.org/officeDocument/2006/relationships/slide" Target="slides/slide164.xml"/><Relationship Id="rId206" Type="http://schemas.openxmlformats.org/officeDocument/2006/relationships/slide" Target="slides/slide165.xml"/><Relationship Id="rId207" Type="http://schemas.openxmlformats.org/officeDocument/2006/relationships/slide" Target="slides/slide166.xml"/><Relationship Id="rId208" Type="http://schemas.openxmlformats.org/officeDocument/2006/relationships/slide" Target="slides/slide167.xml"/><Relationship Id="rId209" Type="http://schemas.openxmlformats.org/officeDocument/2006/relationships/slide" Target="slides/slide168.xml"/><Relationship Id="rId210" Type="http://schemas.openxmlformats.org/officeDocument/2006/relationships/slide" Target="slides/slide169.xml"/><Relationship Id="rId211" Type="http://schemas.openxmlformats.org/officeDocument/2006/relationships/slide" Target="slides/slide170.xml"/><Relationship Id="rId212" Type="http://schemas.openxmlformats.org/officeDocument/2006/relationships/slide" Target="slides/slide171.xml"/><Relationship Id="rId213" Type="http://schemas.openxmlformats.org/officeDocument/2006/relationships/slide" Target="slides/slide172.xml"/><Relationship Id="rId214" Type="http://schemas.openxmlformats.org/officeDocument/2006/relationships/slide" Target="slides/slide173.xml"/><Relationship Id="rId215" Type="http://schemas.openxmlformats.org/officeDocument/2006/relationships/slide" Target="slides/slide174.xml"/><Relationship Id="rId216" Type="http://schemas.openxmlformats.org/officeDocument/2006/relationships/slide" Target="slides/slide175.xml"/><Relationship Id="rId217" Type="http://schemas.openxmlformats.org/officeDocument/2006/relationships/slide" Target="slides/slide176.xml"/><Relationship Id="rId218" Type="http://schemas.openxmlformats.org/officeDocument/2006/relationships/slide" Target="slides/slide177.xml"/><Relationship Id="rId219" Type="http://schemas.openxmlformats.org/officeDocument/2006/relationships/slide" Target="slides/slide178.xml"/><Relationship Id="rId220" Type="http://schemas.openxmlformats.org/officeDocument/2006/relationships/slide" Target="slides/slide179.xml"/><Relationship Id="rId221" Type="http://schemas.openxmlformats.org/officeDocument/2006/relationships/slide" Target="slides/slide180.xml"/><Relationship Id="rId222" Type="http://schemas.openxmlformats.org/officeDocument/2006/relationships/slide" Target="slides/slide181.xml"/><Relationship Id="rId223" Type="http://schemas.openxmlformats.org/officeDocument/2006/relationships/slide" Target="slides/slide182.xml"/><Relationship Id="rId224" Type="http://schemas.openxmlformats.org/officeDocument/2006/relationships/slide" Target="slides/slide183.xml"/><Relationship Id="rId225" Type="http://schemas.openxmlformats.org/officeDocument/2006/relationships/slide" Target="slides/slide184.xml"/><Relationship Id="rId226" Type="http://schemas.openxmlformats.org/officeDocument/2006/relationships/slide" Target="slides/slide185.xml"/><Relationship Id="rId227" Type="http://schemas.openxmlformats.org/officeDocument/2006/relationships/slide" Target="slides/slide186.xml"/><Relationship Id="rId228" Type="http://schemas.openxmlformats.org/officeDocument/2006/relationships/slide" Target="slides/slide187.xml"/><Relationship Id="rId229" Type="http://schemas.openxmlformats.org/officeDocument/2006/relationships/slide" Target="slides/slide188.xml"/><Relationship Id="rId230" Type="http://schemas.openxmlformats.org/officeDocument/2006/relationships/slide" Target="slides/slide189.xml"/><Relationship Id="rId231" Type="http://schemas.openxmlformats.org/officeDocument/2006/relationships/slide" Target="slides/slide190.xml"/><Relationship Id="rId232" Type="http://schemas.openxmlformats.org/officeDocument/2006/relationships/slide" Target="slides/slide191.xml"/><Relationship Id="rId233" Type="http://schemas.openxmlformats.org/officeDocument/2006/relationships/slide" Target="slides/slide193.xml"/><Relationship Id="rId234" Type="http://schemas.openxmlformats.org/officeDocument/2006/relationships/slide" Target="slides/slide194.xml"/><Relationship Id="rId235" Type="http://schemas.openxmlformats.org/officeDocument/2006/relationships/slide" Target="slides/slide195.xml"/><Relationship Id="rId236" Type="http://schemas.openxmlformats.org/officeDocument/2006/relationships/slide" Target="slides/slide196.xml"/><Relationship Id="rId237" Type="http://schemas.openxmlformats.org/officeDocument/2006/relationships/slide" Target="slides/slide197.xml"/><Relationship Id="rId238" Type="http://schemas.openxmlformats.org/officeDocument/2006/relationships/slide" Target="slides/slide198.xml"/><Relationship Id="rId239" Type="http://schemas.openxmlformats.org/officeDocument/2006/relationships/slide" Target="slides/slide199.xml"/><Relationship Id="rId240" Type="http://schemas.openxmlformats.org/officeDocument/2006/relationships/slide" Target="slides/slide200.xml"/><Relationship Id="rId241" Type="http://schemas.openxmlformats.org/officeDocument/2006/relationships/slide" Target="slides/slide201.xml"/><Relationship Id="rId242" Type="http://schemas.openxmlformats.org/officeDocument/2006/relationships/slide" Target="slides/slide202.xml"/><Relationship Id="rId243" Type="http://schemas.openxmlformats.org/officeDocument/2006/relationships/slide" Target="slides/slide203.xml"/><Relationship Id="rId244" Type="http://schemas.openxmlformats.org/officeDocument/2006/relationships/slide" Target="slides/slide204.xml"/><Relationship Id="rId245" Type="http://schemas.openxmlformats.org/officeDocument/2006/relationships/slide" Target="slides/slide205.xml"/><Relationship Id="rId246" Type="http://schemas.openxmlformats.org/officeDocument/2006/relationships/slide" Target="slides/slide206.xml"/><Relationship Id="rId247" Type="http://schemas.openxmlformats.org/officeDocument/2006/relationships/slide" Target="slides/slide207.xml"/><Relationship Id="rId248" Type="http://schemas.openxmlformats.org/officeDocument/2006/relationships/slide" Target="slides/slide208.xml"/><Relationship Id="rId249" Type="http://schemas.openxmlformats.org/officeDocument/2006/relationships/slide" Target="slides/slide209.xml"/><Relationship Id="rId250" Type="http://schemas.openxmlformats.org/officeDocument/2006/relationships/slide" Target="slides/slide210.xml"/><Relationship Id="rId251" Type="http://schemas.openxmlformats.org/officeDocument/2006/relationships/slide" Target="slides/slide211.xml"/><Relationship Id="rId252" Type="http://schemas.openxmlformats.org/officeDocument/2006/relationships/slide" Target="slides/slide212.xml"/><Relationship Id="rId253" Type="http://schemas.openxmlformats.org/officeDocument/2006/relationships/slide" Target="slides/slide213.xml"/><Relationship Id="rId254" Type="http://schemas.openxmlformats.org/officeDocument/2006/relationships/slide" Target="slides/slide214.xml"/><Relationship Id="rId255" Type="http://schemas.openxmlformats.org/officeDocument/2006/relationships/slide" Target="slides/slide215.xml"/><Relationship Id="rId256" Type="http://schemas.openxmlformats.org/officeDocument/2006/relationships/slide" Target="slides/slide216.xml"/><Relationship Id="rId257" Type="http://schemas.openxmlformats.org/officeDocument/2006/relationships/slide" Target="slides/slide217.xml"/><Relationship Id="rId258" Type="http://schemas.openxmlformats.org/officeDocument/2006/relationships/slide" Target="slides/slide218.xml"/><Relationship Id="rId259" Type="http://schemas.openxmlformats.org/officeDocument/2006/relationships/slide" Target="slides/slide219.xml"/><Relationship Id="rId260" Type="http://schemas.openxmlformats.org/officeDocument/2006/relationships/slide" Target="slides/slide220.xml"/><Relationship Id="rId261" Type="http://schemas.openxmlformats.org/officeDocument/2006/relationships/slide" Target="slides/slide221.xml"/><Relationship Id="rId262" Type="http://schemas.openxmlformats.org/officeDocument/2006/relationships/slide" Target="slides/slide222.xml"/><Relationship Id="rId263" Type="http://schemas.openxmlformats.org/officeDocument/2006/relationships/slide" Target="slides/slide223.xml"/><Relationship Id="rId264" Type="http://schemas.openxmlformats.org/officeDocument/2006/relationships/slide" Target="slides/slide224.xml"/><Relationship Id="rId265" Type="http://schemas.openxmlformats.org/officeDocument/2006/relationships/slide" Target="slides/slide225.xml"/><Relationship Id="rId266" Type="http://schemas.openxmlformats.org/officeDocument/2006/relationships/slide" Target="slides/slide226.xml"/><Relationship Id="rId267" Type="http://schemas.openxmlformats.org/officeDocument/2006/relationships/slide" Target="slides/slide227.xml"/><Relationship Id="rId268" Type="http://schemas.openxmlformats.org/officeDocument/2006/relationships/slide" Target="slides/slide228.xml"/><Relationship Id="rId269" Type="http://schemas.openxmlformats.org/officeDocument/2006/relationships/slide" Target="slides/slide229.xml"/><Relationship Id="rId270" Type="http://schemas.openxmlformats.org/officeDocument/2006/relationships/slide" Target="slides/slide230.xml"/><Relationship Id="rId271" Type="http://schemas.openxmlformats.org/officeDocument/2006/relationships/slide" Target="slides/slide231.xml"/><Relationship Id="rId272" Type="http://schemas.openxmlformats.org/officeDocument/2006/relationships/slide" Target="slides/slide232.xml"/><Relationship Id="rId273" Type="http://schemas.openxmlformats.org/officeDocument/2006/relationships/slide" Target="slides/slide233.xml"/><Relationship Id="rId274" Type="http://schemas.openxmlformats.org/officeDocument/2006/relationships/slide" Target="slides/slide234.xml"/><Relationship Id="rId275" Type="http://schemas.openxmlformats.org/officeDocument/2006/relationships/slide" Target="slides/slide235.xml"/><Relationship Id="rId276" Type="http://schemas.openxmlformats.org/officeDocument/2006/relationships/slide" Target="slides/slide236.xml"/><Relationship Id="rId277" Type="http://schemas.openxmlformats.org/officeDocument/2006/relationships/slide" Target="slides/slide237.xml"/><Relationship Id="rId278" Type="http://schemas.openxmlformats.org/officeDocument/2006/relationships/slide" Target="slides/slide238.xml"/><Relationship Id="rId279" Type="http://schemas.openxmlformats.org/officeDocument/2006/relationships/slide" Target="slides/slide239.xml"/><Relationship Id="rId280" Type="http://schemas.openxmlformats.org/officeDocument/2006/relationships/slide" Target="slides/slide240.xml"/><Relationship Id="rId281" Type="http://schemas.openxmlformats.org/officeDocument/2006/relationships/slide" Target="slides/slide241.xml"/><Relationship Id="rId282" Type="http://schemas.openxmlformats.org/officeDocument/2006/relationships/slide" Target="slides/slide242.xml"/><Relationship Id="rId283" Type="http://schemas.openxmlformats.org/officeDocument/2006/relationships/slide" Target="slides/slide243.xml"/><Relationship Id="rId284" Type="http://schemas.openxmlformats.org/officeDocument/2006/relationships/slide" Target="slides/slide244.xml"/><Relationship Id="rId285" Type="http://schemas.openxmlformats.org/officeDocument/2006/relationships/slide" Target="slides/slide245.xml"/><Relationship Id="rId286" Type="http://schemas.openxmlformats.org/officeDocument/2006/relationships/slide" Target="slides/slide246.xml"/><Relationship Id="rId287" Type="http://schemas.openxmlformats.org/officeDocument/2006/relationships/slide" Target="slides/slide247.xml"/><Relationship Id="rId288" Type="http://schemas.openxmlformats.org/officeDocument/2006/relationships/slide" Target="slides/slide248.xml"/><Relationship Id="rId289" Type="http://schemas.openxmlformats.org/officeDocument/2006/relationships/slide" Target="slides/slide249.xml"/><Relationship Id="rId290" Type="http://schemas.openxmlformats.org/officeDocument/2006/relationships/slide" Target="slides/slide251.xml"/><Relationship Id="rId291" Type="http://schemas.openxmlformats.org/officeDocument/2006/relationships/slide" Target="slides/slide252.xml"/><Relationship Id="rId292" Type="http://schemas.openxmlformats.org/officeDocument/2006/relationships/slide" Target="slides/slide269.xml"/><Relationship Id="rId293" Type="http://schemas.openxmlformats.org/officeDocument/2006/relationships/slide" Target="slides/slide270.xml"/><Relationship Id="rId294" Type="http://schemas.openxmlformats.org/officeDocument/2006/relationships/slide" Target="slides/slide271.xml"/><Relationship Id="rId295" Type="http://schemas.openxmlformats.org/officeDocument/2006/relationships/slide" Target="slides/slide272.xml"/><Relationship Id="rId296" Type="http://schemas.openxmlformats.org/officeDocument/2006/relationships/slide" Target="slides/slide273.xml"/><Relationship Id="rId297" Type="http://schemas.openxmlformats.org/officeDocument/2006/relationships/slide" Target="slides/slide274.xml"/><Relationship Id="rId298" Type="http://schemas.openxmlformats.org/officeDocument/2006/relationships/slide" Target="slides/slide275.xml"/><Relationship Id="rId299" Type="http://schemas.openxmlformats.org/officeDocument/2006/relationships/slide" Target="slides/slide276.xml"/><Relationship Id="rId300" Type="http://schemas.openxmlformats.org/officeDocument/2006/relationships/slide" Target="slides/slide277.xml"/><Relationship Id="rId301" Type="http://schemas.openxmlformats.org/officeDocument/2006/relationships/slide" Target="slides/slide278.xml"/><Relationship Id="rId302" Type="http://schemas.openxmlformats.org/officeDocument/2006/relationships/slide" Target="slides/slide279.xml"/><Relationship Id="rId303" Type="http://schemas.openxmlformats.org/officeDocument/2006/relationships/slide" Target="slides/slide280.xml"/><Relationship Id="rId304" Type="http://schemas.openxmlformats.org/officeDocument/2006/relationships/slide" Target="slides/slide281.xml"/><Relationship Id="rId305" Type="http://schemas.openxmlformats.org/officeDocument/2006/relationships/slide" Target="slides/slide282.xml"/><Relationship Id="rId306" Type="http://schemas.openxmlformats.org/officeDocument/2006/relationships/slide" Target="slides/slide292.xml"/><Relationship Id="rId307" Type="http://schemas.openxmlformats.org/officeDocument/2006/relationships/slide" Target="slides/slide293.xml"/><Relationship Id="rId308" Type="http://schemas.openxmlformats.org/officeDocument/2006/relationships/slide" Target="slides/slide294.xml"/><Relationship Id="rId309" Type="http://schemas.openxmlformats.org/officeDocument/2006/relationships/slide" Target="slides/slide295.xml"/><Relationship Id="rId310" Type="http://schemas.openxmlformats.org/officeDocument/2006/relationships/slide" Target="slides/slide296.xml"/><Relationship Id="rId311" Type="http://schemas.openxmlformats.org/officeDocument/2006/relationships/slide" Target="slides/slide297.xml"/><Relationship Id="rId312" Type="http://schemas.openxmlformats.org/officeDocument/2006/relationships/slide" Target="slides/slide298.xml"/><Relationship Id="rId313" Type="http://schemas.openxmlformats.org/officeDocument/2006/relationships/slide" Target="slides/slide299.xml"/><Relationship Id="rId314" Type="http://schemas.openxmlformats.org/officeDocument/2006/relationships/slide" Target="slides/slide300.xml"/><Relationship Id="rId315" Type="http://schemas.openxmlformats.org/officeDocument/2006/relationships/slide" Target="slides/slide301.xml"/><Relationship Id="rId316" Type="http://schemas.openxmlformats.org/officeDocument/2006/relationships/slide" Target="slides/slide302.xml"/><Relationship Id="rId317" Type="http://schemas.openxmlformats.org/officeDocument/2006/relationships/slide" Target="slides/slide303.xml"/><Relationship Id="rId318" Type="http://schemas.openxmlformats.org/officeDocument/2006/relationships/slide" Target="slides/slide304.xml"/><Relationship Id="rId319" Type="http://schemas.openxmlformats.org/officeDocument/2006/relationships/slide" Target="slides/slide305.xml"/><Relationship Id="rId320" Type="http://schemas.openxmlformats.org/officeDocument/2006/relationships/slide" Target="slides/slide306.xml"/><Relationship Id="rId321" Type="http://schemas.openxmlformats.org/officeDocument/2006/relationships/slide" Target="slides/slide307.xml"/><Relationship Id="rId322" Type="http://schemas.openxmlformats.org/officeDocument/2006/relationships/slide" Target="slides/slide308.xml"/><Relationship Id="rId323" Type="http://schemas.openxmlformats.org/officeDocument/2006/relationships/slide" Target="slides/slide309.xml"/><Relationship Id="rId324" Type="http://schemas.openxmlformats.org/officeDocument/2006/relationships/notesMaster" Target="notesMasters/notesMaster1.xml"/><Relationship Id="rId325" Type="http://schemas.openxmlformats.org/officeDocument/2006/relationships/presProps" Target="presProps.xml"/><Relationship Id="rId326" Type="http://schemas.openxmlformats.org/officeDocument/2006/relationships/viewProps" Target="viewProps.xml"/><Relationship Id="rId327" Type="http://schemas.openxmlformats.org/officeDocument/2006/relationships/theme" Target="theme/theme1.xml"/><Relationship Id="rId328" Type="http://schemas.openxmlformats.org/officeDocument/2006/relationships/tableStyles" Target="tableStyles.xml"/><Relationship Id="rId329" Type="http://schemas.openxmlformats.org/officeDocument/2006/relationships/slide" Target="slides/slide283.xml"/><Relationship Id="rId330" Type="http://schemas.openxmlformats.org/officeDocument/2006/relationships/slide" Target="slides/slide284.xml"/><Relationship Id="rId331" Type="http://schemas.openxmlformats.org/officeDocument/2006/relationships/slide" Target="slides/slide285.xml"/><Relationship Id="rId332" Type="http://schemas.openxmlformats.org/officeDocument/2006/relationships/slide" Target="slides/slide286.xml"/><Relationship Id="rId333" Type="http://schemas.openxmlformats.org/officeDocument/2006/relationships/slide" Target="slides/slide287.xml"/><Relationship Id="rId334" Type="http://schemas.openxmlformats.org/officeDocument/2006/relationships/slide" Target="slides/slide288.xml"/><Relationship Id="rId335" Type="http://schemas.openxmlformats.org/officeDocument/2006/relationships/slide" Target="slides/slide289.xml"/><Relationship Id="rId336" Type="http://schemas.openxmlformats.org/officeDocument/2006/relationships/slide" Target="slides/slide290.xml"/><Relationship Id="rId337" Type="http://schemas.openxmlformats.org/officeDocument/2006/relationships/slide" Target="slides/slide291.xml"/><Relationship Id="rId338" Type="http://schemas.openxmlformats.org/officeDocument/2006/relationships/slide" Target="slides/slide93.xml"/><Relationship Id="rId339" Type="http://schemas.openxmlformats.org/officeDocument/2006/relationships/slide" Target="slides/slide107.xml"/><Relationship Id="rId340" Type="http://schemas.openxmlformats.org/officeDocument/2006/relationships/slide" Target="slides/slide129.xml"/><Relationship Id="rId341" Type="http://schemas.openxmlformats.org/officeDocument/2006/relationships/slide" Target="slides/slide141.xml"/><Relationship Id="rId342" Type="http://schemas.openxmlformats.org/officeDocument/2006/relationships/slide" Target="slides/slide160.xml"/><Relationship Id="rId343" Type="http://schemas.openxmlformats.org/officeDocument/2006/relationships/slide" Target="slides/slide192.xml"/><Relationship Id="rId344" Type="http://schemas.openxmlformats.org/officeDocument/2006/relationships/slide" Target="slides/slide250.xml"/><Relationship Id="rId345" Type="http://schemas.openxmlformats.org/officeDocument/2006/relationships/slide" Target="slides/slide253.xml"/><Relationship Id="rId346" Type="http://schemas.openxmlformats.org/officeDocument/2006/relationships/slide" Target="slides/slide254.xml"/><Relationship Id="rId347" Type="http://schemas.openxmlformats.org/officeDocument/2006/relationships/slide" Target="slides/slide255.xml"/><Relationship Id="rId348" Type="http://schemas.openxmlformats.org/officeDocument/2006/relationships/slide" Target="slides/slide256.xml"/><Relationship Id="rId349" Type="http://schemas.openxmlformats.org/officeDocument/2006/relationships/slide" Target="slides/slide257.xml"/><Relationship Id="rId350" Type="http://schemas.openxmlformats.org/officeDocument/2006/relationships/slide" Target="slides/slide258.xml"/><Relationship Id="rId351" Type="http://schemas.openxmlformats.org/officeDocument/2006/relationships/slide" Target="slides/slide259.xml"/><Relationship Id="rId352" Type="http://schemas.openxmlformats.org/officeDocument/2006/relationships/slide" Target="slides/slide260.xml"/><Relationship Id="rId353" Type="http://schemas.openxmlformats.org/officeDocument/2006/relationships/slide" Target="slides/slide261.xml"/><Relationship Id="rId354" Type="http://schemas.openxmlformats.org/officeDocument/2006/relationships/slide" Target="slides/slide262.xml"/><Relationship Id="rId355" Type="http://schemas.openxmlformats.org/officeDocument/2006/relationships/slide" Target="slides/slide263.xml"/><Relationship Id="rId356" Type="http://schemas.openxmlformats.org/officeDocument/2006/relationships/slide" Target="slides/slide264.xml"/><Relationship Id="rId357" Type="http://schemas.openxmlformats.org/officeDocument/2006/relationships/slide" Target="slides/slide265.xml"/><Relationship Id="rId358" Type="http://schemas.openxmlformats.org/officeDocument/2006/relationships/slide" Target="slides/slide266.xml"/><Relationship Id="rId359" Type="http://schemas.openxmlformats.org/officeDocument/2006/relationships/slide" Target="slides/slide267.xml"/><Relationship Id="rId360" Type="http://schemas.openxmlformats.org/officeDocument/2006/relationships/slide" Target="slides/slide268.xml"/><Relationship Id="rId361" Type="http://schemas.openxmlformats.org/officeDocument/2006/relationships/slide" Target="slides/slide310.xml"/><Relationship Id="rId362" Type="http://schemas.openxmlformats.org/officeDocument/2006/relationships/slide" Target="slides/slide311.xml"/><Relationship Id="rId363" Type="http://schemas.openxmlformats.org/officeDocument/2006/relationships/slide" Target="slides/slide312.xml"/><Relationship Id="rId364" Type="http://schemas.openxmlformats.org/officeDocument/2006/relationships/slide" Target="slides/slide313.xml"/><Relationship Id="rId365" Type="http://schemas.openxmlformats.org/officeDocument/2006/relationships/slide" Target="slides/slide314.xml"/><Relationship Id="rId366" Type="http://schemas.openxmlformats.org/officeDocument/2006/relationships/slide" Target="slides/slide315.xml"/><Relationship Id="rId367" Type="http://schemas.openxmlformats.org/officeDocument/2006/relationships/slide" Target="slides/slide316.xml"/><Relationship Id="rId368" Type="http://schemas.openxmlformats.org/officeDocument/2006/relationships/slide" Target="slides/slide317.xml"/><Relationship Id="rId369" Type="http://schemas.openxmlformats.org/officeDocument/2006/relationships/slide" Target="slides/slide318.xml"/><Relationship Id="rId370" Type="http://schemas.openxmlformats.org/officeDocument/2006/relationships/slide" Target="slides/slide319.xml"/><Relationship Id="rId371" Type="http://schemas.openxmlformats.org/officeDocument/2006/relationships/slide" Target="slides/slide320.xml"/><Relationship Id="rId372" Type="http://schemas.openxmlformats.org/officeDocument/2006/relationships/slide" Target="slides/slide321.xml"/><Relationship Id="rId373" Type="http://schemas.openxmlformats.org/officeDocument/2006/relationships/slide" Target="slides/slide322.xml"/><Relationship Id="rId374" Type="http://schemas.openxmlformats.org/officeDocument/2006/relationships/slide" Target="slides/slide323.xml"/><Relationship Id="rId375" Type="http://schemas.openxmlformats.org/officeDocument/2006/relationships/slide" Target="slides/slide324.xml"/><Relationship Id="rId376" Type="http://schemas.openxmlformats.org/officeDocument/2006/relationships/slide" Target="slides/slide325.xml"/><Relationship Id="rId377" Type="http://schemas.openxmlformats.org/officeDocument/2006/relationships/slide" Target="slides/slide326.xml"/><Relationship Id="rId378" Type="http://schemas.openxmlformats.org/officeDocument/2006/relationships/slide" Target="slides/slide327.xml"/><Relationship Id="rId379" Type="http://schemas.openxmlformats.org/officeDocument/2006/relationships/slide" Target="slides/slide328.xml"/><Relationship Id="rId380" Type="http://schemas.openxmlformats.org/officeDocument/2006/relationships/slide" Target="slides/slide329.xml"/><Relationship Id="rId381" Type="http://schemas.openxmlformats.org/officeDocument/2006/relationships/slide" Target="slides/slide330.xml"/><Relationship Id="rId382" Type="http://schemas.openxmlformats.org/officeDocument/2006/relationships/slide" Target="slides/slide331.xml"/><Relationship Id="rId383" Type="http://schemas.openxmlformats.org/officeDocument/2006/relationships/slide" Target="slides/slide332.xml"/><Relationship Id="rId384" Type="http://schemas.openxmlformats.org/officeDocument/2006/relationships/slide" Target="slides/slide333.xml"/><Relationship Id="rId385" Type="http://schemas.openxmlformats.org/officeDocument/2006/relationships/slide" Target="slides/slide334.xml"/><Relationship Id="rId386" Type="http://schemas.openxmlformats.org/officeDocument/2006/relationships/slide" Target="slides/slide335.xml"/><Relationship Id="rId387" Type="http://schemas.openxmlformats.org/officeDocument/2006/relationships/slide" Target="slides/slide336.xml"/><Relationship Id="rId388" Type="http://schemas.openxmlformats.org/officeDocument/2006/relationships/slide" Target="slides/slide337.xml"/><Relationship Id="rId389" Type="http://schemas.openxmlformats.org/officeDocument/2006/relationships/slide" Target="slides/slide338.xml"/><Relationship Id="rId390" Type="http://schemas.openxmlformats.org/officeDocument/2006/relationships/slide" Target="slides/slide339.xml"/><Relationship Id="rId391" Type="http://schemas.openxmlformats.org/officeDocument/2006/relationships/slide" Target="slides/slide340.xml"/><Relationship Id="rId392" Type="http://schemas.openxmlformats.org/officeDocument/2006/relationships/slide" Target="slides/slide341.xml"/><Relationship Id="rId393" Type="http://schemas.openxmlformats.org/officeDocument/2006/relationships/slide" Target="slides/slide342.xml"/><Relationship Id="rId394" Type="http://schemas.openxmlformats.org/officeDocument/2006/relationships/slide" Target="slides/slide343.xml"/><Relationship Id="rId395" Type="http://schemas.openxmlformats.org/officeDocument/2006/relationships/slide" Target="slides/slide344.xml"/><Relationship Id="rId396" Type="http://schemas.openxmlformats.org/officeDocument/2006/relationships/slide" Target="slides/slide345.xml"/><Relationship Id="rId397" Type="http://schemas.openxmlformats.org/officeDocument/2006/relationships/slide" Target="slides/slide346.xml"/><Relationship Id="rId398" Type="http://schemas.openxmlformats.org/officeDocument/2006/relationships/slide" Target="slides/slide347.xml"/><Relationship Id="rId399" Type="http://schemas.openxmlformats.org/officeDocument/2006/relationships/slide" Target="slides/slide348.xml"/><Relationship Id="rId400" Type="http://schemas.openxmlformats.org/officeDocument/2006/relationships/slide" Target="slides/slide349.xml"/><Relationship Id="rId401" Type="http://schemas.openxmlformats.org/officeDocument/2006/relationships/slide" Target="slides/slide350.xml"/><Relationship Id="rId402" Type="http://schemas.openxmlformats.org/officeDocument/2006/relationships/slide" Target="slides/slide351.xml"/><Relationship Id="rId403" Type="http://schemas.openxmlformats.org/officeDocument/2006/relationships/slide" Target="slides/slide352.xml"/><Relationship Id="rId404" Type="http://schemas.openxmlformats.org/officeDocument/2006/relationships/slide" Target="slides/slide353.xml"/><Relationship Id="rId405" Type="http://schemas.openxmlformats.org/officeDocument/2006/relationships/slide" Target="slides/slide354.xml"/><Relationship Id="rId406" Type="http://schemas.openxmlformats.org/officeDocument/2006/relationships/slide" Target="slides/slide355.xml"/><Relationship Id="rId407" Type="http://schemas.openxmlformats.org/officeDocument/2006/relationships/slide" Target="slides/slide356.xml"/><Relationship Id="rId408" Type="http://schemas.openxmlformats.org/officeDocument/2006/relationships/slide" Target="slides/slide357.xml"/><Relationship Id="rId409" Type="http://schemas.openxmlformats.org/officeDocument/2006/relationships/slide" Target="slides/slide358.xml"/><Relationship Id="rId410" Type="http://schemas.openxmlformats.org/officeDocument/2006/relationships/slide" Target="slides/slide359.xml"/><Relationship Id="rId411" Type="http://schemas.openxmlformats.org/officeDocument/2006/relationships/slide" Target="slides/slide360.xml"/><Relationship Id="rId412" Type="http://schemas.openxmlformats.org/officeDocument/2006/relationships/slide" Target="slides/slide361.xml"/><Relationship Id="rId413" Type="http://schemas.openxmlformats.org/officeDocument/2006/relationships/slide" Target="slides/slide362.xml"/><Relationship Id="rId414" Type="http://schemas.openxmlformats.org/officeDocument/2006/relationships/slide" Target="slides/slide363.xml"/><Relationship Id="rId415" Type="http://schemas.openxmlformats.org/officeDocument/2006/relationships/slide" Target="slides/slide364.xml"/><Relationship Id="rId416" Type="http://schemas.openxmlformats.org/officeDocument/2006/relationships/slide" Target="slides/slide365.xml"/><Relationship Id="rId417" Type="http://schemas.openxmlformats.org/officeDocument/2006/relationships/slide" Target="slides/slide366.xml"/><Relationship Id="rId418" Type="http://schemas.openxmlformats.org/officeDocument/2006/relationships/slide" Target="slides/slide367.xml"/><Relationship Id="rId419" Type="http://schemas.openxmlformats.org/officeDocument/2006/relationships/slide" Target="slides/slide368.xml"/><Relationship Id="rId420" Type="http://schemas.openxmlformats.org/officeDocument/2006/relationships/slide" Target="slides/slide369.xml"/><Relationship Id="rId421" Type="http://schemas.openxmlformats.org/officeDocument/2006/relationships/slide" Target="slides/slide370.xml"/><Relationship Id="rId422" Type="http://schemas.openxmlformats.org/officeDocument/2006/relationships/slide" Target="slides/slide371.xml"/><Relationship Id="rId423" Type="http://schemas.openxmlformats.org/officeDocument/2006/relationships/slide" Target="slides/slide372.xml"/><Relationship Id="rId424" Type="http://schemas.openxmlformats.org/officeDocument/2006/relationships/slide" Target="slides/slide373.xml"/><Relationship Id="rId425" Type="http://schemas.openxmlformats.org/officeDocument/2006/relationships/slide" Target="slides/slide374.xml"/><Relationship Id="rId426" Type="http://schemas.openxmlformats.org/officeDocument/2006/relationships/slide" Target="slides/slide375.xml"/><Relationship Id="rId427" Type="http://schemas.openxmlformats.org/officeDocument/2006/relationships/slide" Target="slides/slide376.xml"/><Relationship Id="rId428" Type="http://schemas.openxmlformats.org/officeDocument/2006/relationships/slide" Target="slides/slide377.xml"/><Relationship Id="rId429" Type="http://schemas.openxmlformats.org/officeDocument/2006/relationships/slide" Target="slides/slide378.xml"/><Relationship Id="rId430" Type="http://schemas.openxmlformats.org/officeDocument/2006/relationships/slide" Target="slides/slide379.xml"/><Relationship Id="rId431" Type="http://schemas.openxmlformats.org/officeDocument/2006/relationships/slide" Target="slides/slide380.xml"/><Relationship Id="rId432" Type="http://schemas.openxmlformats.org/officeDocument/2006/relationships/slide" Target="slides/slide381.xml"/><Relationship Id="rId433" Type="http://schemas.openxmlformats.org/officeDocument/2006/relationships/slide" Target="slides/slide382.xml"/><Relationship Id="rId434" Type="http://schemas.openxmlformats.org/officeDocument/2006/relationships/slide" Target="slides/slide383.xml"/><Relationship Id="rId435" Type="http://schemas.openxmlformats.org/officeDocument/2006/relationships/slide" Target="slides/slide384.xml"/><Relationship Id="rId436" Type="http://schemas.openxmlformats.org/officeDocument/2006/relationships/slide" Target="slides/slide385.xml"/><Relationship Id="rId437" Type="http://schemas.openxmlformats.org/officeDocument/2006/relationships/slide" Target="slides/slide386.xml"/><Relationship Id="rId438" Type="http://schemas.openxmlformats.org/officeDocument/2006/relationships/slide" Target="slides/slide387.xml"/><Relationship Id="rId439" Type="http://schemas.openxmlformats.org/officeDocument/2006/relationships/slide" Target="slides/slide388.xml"/><Relationship Id="rId440" Type="http://schemas.openxmlformats.org/officeDocument/2006/relationships/slide" Target="slides/slide389.xml"/><Relationship Id="rId441" Type="http://schemas.openxmlformats.org/officeDocument/2006/relationships/slide" Target="slides/slide390.xml"/><Relationship Id="rId442" Type="http://schemas.openxmlformats.org/officeDocument/2006/relationships/slide" Target="slides/slide391.xml"/><Relationship Id="rId443" Type="http://schemas.openxmlformats.org/officeDocument/2006/relationships/slide" Target="slides/slide392.xml"/><Relationship Id="rId444" Type="http://schemas.openxmlformats.org/officeDocument/2006/relationships/slide" Target="slides/slide393.xml"/><Relationship Id="rId445" Type="http://schemas.openxmlformats.org/officeDocument/2006/relationships/slide" Target="slides/slide394.xml"/><Relationship Id="rId446" Type="http://schemas.openxmlformats.org/officeDocument/2006/relationships/slide" Target="slides/slide395.xml"/><Relationship Id="rId447" Type="http://schemas.openxmlformats.org/officeDocument/2006/relationships/slide" Target="slides/slide396.xml"/><Relationship Id="rId448" Type="http://schemas.openxmlformats.org/officeDocument/2006/relationships/slide" Target="slides/slide397.xml"/><Relationship Id="rId449" Type="http://schemas.openxmlformats.org/officeDocument/2006/relationships/slide" Target="slides/slide398.xml"/><Relationship Id="rId450" Type="http://schemas.openxmlformats.org/officeDocument/2006/relationships/slide" Target="slides/slide399.xml"/><Relationship Id="rId451" Type="http://schemas.openxmlformats.org/officeDocument/2006/relationships/slide" Target="slides/slide400.xml"/><Relationship Id="rId452" Type="http://schemas.openxmlformats.org/officeDocument/2006/relationships/slide" Target="slides/slide401.xml"/><Relationship Id="rId453" Type="http://schemas.openxmlformats.org/officeDocument/2006/relationships/slide" Target="slides/slide402.xml"/><Relationship Id="rId454" Type="http://schemas.openxmlformats.org/officeDocument/2006/relationships/slide" Target="slides/slide403.xml"/><Relationship Id="rId455" Type="http://schemas.openxmlformats.org/officeDocument/2006/relationships/slide" Target="slides/slide404.xml"/><Relationship Id="rId456" Type="http://schemas.openxmlformats.org/officeDocument/2006/relationships/slide" Target="slides/slide405.xml"/><Relationship Id="rId457" Type="http://schemas.openxmlformats.org/officeDocument/2006/relationships/slide" Target="slides/slide406.xml"/><Relationship Id="rId458" Type="http://schemas.openxmlformats.org/officeDocument/2006/relationships/slide" Target="slides/slide407.xml"/><Relationship Id="rId459" Type="http://schemas.openxmlformats.org/officeDocument/2006/relationships/slide" Target="slides/slide408.xml"/><Relationship Id="rId460" Type="http://schemas.openxmlformats.org/officeDocument/2006/relationships/slide" Target="slides/slide409.xml"/><Relationship Id="rId461" Type="http://schemas.openxmlformats.org/officeDocument/2006/relationships/slide" Target="slides/slide410.xml"/><Relationship Id="rId462" Type="http://schemas.openxmlformats.org/officeDocument/2006/relationships/slide" Target="slides/slide411.xml"/><Relationship Id="rId463" Type="http://schemas.openxmlformats.org/officeDocument/2006/relationships/slide" Target="slides/slide412.xml"/><Relationship Id="rId464" Type="http://schemas.openxmlformats.org/officeDocument/2006/relationships/slide" Target="slides/slide413.xml"/><Relationship Id="rId465" Type="http://schemas.openxmlformats.org/officeDocument/2006/relationships/slide" Target="slides/slide414.xml"/><Relationship Id="rId466" Type="http://schemas.openxmlformats.org/officeDocument/2006/relationships/slide" Target="slides/slide415.xml"/><Relationship Id="rId467" Type="http://schemas.openxmlformats.org/officeDocument/2006/relationships/slide" Target="slides/slide416.xml"/><Relationship Id="rId468" Type="http://schemas.openxmlformats.org/officeDocument/2006/relationships/slide" Target="slides/slide417.xml"/><Relationship Id="rId469" Type="http://schemas.openxmlformats.org/officeDocument/2006/relationships/slide" Target="slides/slide418.xml"/><Relationship Id="rId470" Type="http://schemas.openxmlformats.org/officeDocument/2006/relationships/slide" Target="slides/slide419.xml"/><Relationship Id="rId471" Type="http://schemas.openxmlformats.org/officeDocument/2006/relationships/slide" Target="slides/slide420.xml"/><Relationship Id="rId472" Type="http://schemas.openxmlformats.org/officeDocument/2006/relationships/slide" Target="slides/slide421.xml"/><Relationship Id="rId473" Type="http://schemas.openxmlformats.org/officeDocument/2006/relationships/slide" Target="slides/slide422.xml"/><Relationship Id="rId474" Type="http://schemas.openxmlformats.org/officeDocument/2006/relationships/slide" Target="slides/slide423.xml"/><Relationship Id="rId475" Type="http://schemas.openxmlformats.org/officeDocument/2006/relationships/slide" Target="slides/slide424.xml"/><Relationship Id="rId476" Type="http://schemas.openxmlformats.org/officeDocument/2006/relationships/slide" Target="slides/slide425.xml"/><Relationship Id="rId477" Type="http://schemas.openxmlformats.org/officeDocument/2006/relationships/slide" Target="slides/slide426.xml"/><Relationship Id="rId478" Type="http://schemas.openxmlformats.org/officeDocument/2006/relationships/slide" Target="slides/slide427.xml"/><Relationship Id="rId479" Type="http://schemas.openxmlformats.org/officeDocument/2006/relationships/slide" Target="slides/slide428.xml"/><Relationship Id="rId480" Type="http://schemas.openxmlformats.org/officeDocument/2006/relationships/slide" Target="slides/slide429.xml"/><Relationship Id="rId481" Type="http://schemas.openxmlformats.org/officeDocument/2006/relationships/slide" Target="slides/slide430.xml"/><Relationship Id="rId482" Type="http://schemas.openxmlformats.org/officeDocument/2006/relationships/slide" Target="slides/slide431.xml"/><Relationship Id="rId483" Type="http://schemas.openxmlformats.org/officeDocument/2006/relationships/slide" Target="slides/slide432.xml"/><Relationship Id="rId484" Type="http://schemas.openxmlformats.org/officeDocument/2006/relationships/slide" Target="slides/slide433.xml"/><Relationship Id="rId485" Type="http://schemas.openxmlformats.org/officeDocument/2006/relationships/slide" Target="slides/slide434.xml"/><Relationship Id="rId486" Type="http://schemas.openxmlformats.org/officeDocument/2006/relationships/slide" Target="slides/slide435.xml"/><Relationship Id="rId487" Type="http://schemas.openxmlformats.org/officeDocument/2006/relationships/slide" Target="slides/slide436.xml"/><Relationship Id="rId488" Type="http://schemas.openxmlformats.org/officeDocument/2006/relationships/slide" Target="slides/slide437.xml"/><Relationship Id="rId489" Type="http://schemas.openxmlformats.org/officeDocument/2006/relationships/slide" Target="slides/slide438.xml"/><Relationship Id="rId490" Type="http://schemas.openxmlformats.org/officeDocument/2006/relationships/slide" Target="slides/slide439.xml"/><Relationship Id="rId491" Type="http://schemas.openxmlformats.org/officeDocument/2006/relationships/slide" Target="slides/slide440.xml"/><Relationship Id="rId492" Type="http://schemas.openxmlformats.org/officeDocument/2006/relationships/slide" Target="slides/slide441.xml"/><Relationship Id="rId493" Type="http://schemas.openxmlformats.org/officeDocument/2006/relationships/slide" Target="slides/slide442.xml"/><Relationship Id="rId494" Type="http://schemas.openxmlformats.org/officeDocument/2006/relationships/slide" Target="slides/slide443.xml"/><Relationship Id="rId495" Type="http://schemas.openxmlformats.org/officeDocument/2006/relationships/slide" Target="slides/slide444.xml"/></Relationships>
</file>

<file path=ppt/diagrams/_rels/data2.xml.rels><?xml version='1.0' encoding='UTF-8' standalone='yes'?>
<Relationships xmlns="http://schemas.openxmlformats.org/package/2006/relationships"><Relationship Id="rId1" Type="http://schemas.openxmlformats.org/officeDocument/2006/relationships/image" Target="../media/image5.svg"/><Relationship Id="rId2" Type="http://schemas.openxmlformats.org/officeDocument/2006/relationships/image" Target="../media/image6.svg"/><Relationship Id="rId3" Type="http://schemas.openxmlformats.org/officeDocument/2006/relationships/image" Target="../media/image7.svg"/><Relationship Id="rId4" Type="http://schemas.openxmlformats.org/officeDocument/2006/relationships/image" Target="../media/image8.svg"/></Relationships>
</file>

<file path=ppt/diagrams/_rels/data8.xml.rels><?xml version='1.0' encoding='UTF-8' standalone='yes'?>
<Relationships xmlns="http://schemas.openxmlformats.org/package/2006/relationships"><Relationship Id="rId1" Type="http://schemas.openxmlformats.org/officeDocument/2006/relationships/image" Target="../media/image36.svg"/><Relationship Id="rId2" Type="http://schemas.openxmlformats.org/officeDocument/2006/relationships/image" Target="../media/image37.svg"/><Relationship Id="rId3" Type="http://schemas.openxmlformats.org/officeDocument/2006/relationships/image" Target="../media/image38.svg"/><Relationship Id="rId4" Type="http://schemas.openxmlformats.org/officeDocument/2006/relationships/image" Target="../media/image39.svg"/></Relationships>
</file>

<file path=ppt/diagrams/_rels/drawing2.xml.rels><?xml version='1.0' encoding='UTF-8' standalone='yes'?>
<Relationships xmlns="http://schemas.openxmlformats.org/package/2006/relationships"><Relationship Id="rId1" Type="http://schemas.openxmlformats.org/officeDocument/2006/relationships/image" Target="../media/image5.svg"/><Relationship Id="rId2" Type="http://schemas.openxmlformats.org/officeDocument/2006/relationships/image" Target="../media/image6.svg"/><Relationship Id="rId3" Type="http://schemas.openxmlformats.org/officeDocument/2006/relationships/image" Target="../media/image7.svg"/><Relationship Id="rId4" Type="http://schemas.openxmlformats.org/officeDocument/2006/relationships/image" Target="../media/image8.svg"/></Relationships>
</file>

<file path=ppt/diagrams/_rels/drawing8.xml.rels><?xml version='1.0' encoding='UTF-8' standalone='yes'?>
<Relationships xmlns="http://schemas.openxmlformats.org/package/2006/relationships"><Relationship Id="rId1" Type="http://schemas.openxmlformats.org/officeDocument/2006/relationships/image" Target="../media/image36.svg"/><Relationship Id="rId2" Type="http://schemas.openxmlformats.org/officeDocument/2006/relationships/image" Target="../media/image37.svg"/><Relationship Id="rId3" Type="http://schemas.openxmlformats.org/officeDocument/2006/relationships/image" Target="../media/image38.svg"/><Relationship Id="rId4" Type="http://schemas.openxmlformats.org/officeDocument/2006/relationships/image" Target="../media/image39.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92899A7-F8CE-4E4E-B7D1-30CD247456B0}" type="doc">
      <dgm:prSet loTypeId="urn:microsoft.com/office/officeart/2005/8/layout/equation1" loCatId="process" qsTypeId="urn:microsoft.com/office/officeart/2005/8/quickstyle/simple1" qsCatId="simple" csTypeId="urn:microsoft.com/office/officeart/2005/8/colors/accent1_2" csCatId="accent1" phldr="1"/>
      <dgm:spPr/>
    </dgm:pt>
    <dgm:pt modelId="{EAC66E43-3674-4006-AFB0-A24F53AA8038}">
      <dgm:prSet phldrT="[Text]"/>
      <dgm:spPr/>
      <dgm:t>
        <a:bodyPr/>
        <a:lstStyle/>
        <a:p>
          <a:r>
            <a:rPr lang="de-DE" dirty="0"/>
            <a:t>ECMAScript5</a:t>
          </a:r>
        </a:p>
      </dgm:t>
    </dgm:pt>
    <dgm:pt modelId="{E31B56DD-61D7-4A2B-B157-17F5CF044BC2}" type="parTrans" cxnId="{B4FF6614-4542-4469-BAAE-7357662BDBBC}">
      <dgm:prSet/>
      <dgm:spPr/>
      <dgm:t>
        <a:bodyPr/>
        <a:lstStyle/>
        <a:p>
          <a:endParaRPr lang="de-DE"/>
        </a:p>
      </dgm:t>
    </dgm:pt>
    <dgm:pt modelId="{A7CA5B0D-5A9A-4DFD-A09D-356C7081D18D}" type="sibTrans" cxnId="{B4FF6614-4542-4469-BAAE-7357662BDBBC}">
      <dgm:prSet/>
      <dgm:spPr/>
      <dgm:t>
        <a:bodyPr/>
        <a:lstStyle/>
        <a:p>
          <a:endParaRPr lang="de-DE"/>
        </a:p>
      </dgm:t>
    </dgm:pt>
    <dgm:pt modelId="{9A9F24FF-B712-437E-8967-84AA45106B93}">
      <dgm:prSet phldrT="[Text]"/>
      <dgm:spPr/>
      <dgm:t>
        <a:bodyPr/>
        <a:lstStyle/>
        <a:p>
          <a:r>
            <a:rPr lang="de-DE" dirty="0"/>
            <a:t>ECMAScript6</a:t>
          </a:r>
        </a:p>
      </dgm:t>
    </dgm:pt>
    <dgm:pt modelId="{6AF8A30E-5DBC-43FC-933E-B09058C1B91E}" type="parTrans" cxnId="{7C0A2A5F-9CEC-4D37-A3CD-F2E512254500}">
      <dgm:prSet/>
      <dgm:spPr/>
      <dgm:t>
        <a:bodyPr/>
        <a:lstStyle/>
        <a:p>
          <a:endParaRPr lang="de-DE"/>
        </a:p>
      </dgm:t>
    </dgm:pt>
    <dgm:pt modelId="{A9E67323-99C6-4949-8D2A-F5332FF7EF7C}" type="sibTrans" cxnId="{7C0A2A5F-9CEC-4D37-A3CD-F2E512254500}">
      <dgm:prSet/>
      <dgm:spPr/>
      <dgm:t>
        <a:bodyPr/>
        <a:lstStyle/>
        <a:p>
          <a:endParaRPr lang="de-DE"/>
        </a:p>
      </dgm:t>
    </dgm:pt>
    <dgm:pt modelId="{AF9C3BBC-A58C-405B-A78C-B4C8F8062441}">
      <dgm:prSet phldrT="[Text]"/>
      <dgm:spPr/>
      <dgm:t>
        <a:bodyPr/>
        <a:lstStyle/>
        <a:p>
          <a:r>
            <a:rPr lang="de-DE" dirty="0"/>
            <a:t>Additional Features</a:t>
          </a:r>
        </a:p>
      </dgm:t>
    </dgm:pt>
    <dgm:pt modelId="{579E1ABD-0A77-4816-80D5-1A2C55E00D45}" type="parTrans" cxnId="{7122761A-518B-4B6D-9386-B785EDE114AC}">
      <dgm:prSet/>
      <dgm:spPr/>
      <dgm:t>
        <a:bodyPr/>
        <a:lstStyle/>
        <a:p>
          <a:endParaRPr lang="de-DE"/>
        </a:p>
      </dgm:t>
    </dgm:pt>
    <dgm:pt modelId="{843DC590-28AC-4841-822B-C6D16F7C29D5}" type="sibTrans" cxnId="{7122761A-518B-4B6D-9386-B785EDE114AC}">
      <dgm:prSet/>
      <dgm:spPr/>
      <dgm:t>
        <a:bodyPr/>
        <a:lstStyle/>
        <a:p>
          <a:endParaRPr lang="de-DE"/>
        </a:p>
      </dgm:t>
    </dgm:pt>
    <dgm:pt modelId="{21B4A07F-802F-4762-9ECD-1158ABD2C30B}">
      <dgm:prSet phldrT="[Text]"/>
      <dgm:spPr/>
      <dgm:t>
        <a:bodyPr/>
        <a:lstStyle/>
        <a:p>
          <a:r>
            <a:rPr lang="de-DE" dirty="0" err="1"/>
            <a:t>TypeScript</a:t>
          </a:r>
          <a:endParaRPr lang="de-DE" dirty="0"/>
        </a:p>
      </dgm:t>
    </dgm:pt>
    <dgm:pt modelId="{2EC3F521-D051-4D87-924F-823A0ED1EE60}" type="parTrans" cxnId="{0DADFF49-D4CE-4C6C-B367-35A645486CAB}">
      <dgm:prSet/>
      <dgm:spPr/>
      <dgm:t>
        <a:bodyPr/>
        <a:lstStyle/>
        <a:p>
          <a:endParaRPr lang="de-DE"/>
        </a:p>
      </dgm:t>
    </dgm:pt>
    <dgm:pt modelId="{907DA1E2-157E-4734-9324-1E41CBC74361}" type="sibTrans" cxnId="{0DADFF49-D4CE-4C6C-B367-35A645486CAB}">
      <dgm:prSet/>
      <dgm:spPr/>
      <dgm:t>
        <a:bodyPr/>
        <a:lstStyle/>
        <a:p>
          <a:endParaRPr lang="de-DE"/>
        </a:p>
      </dgm:t>
    </dgm:pt>
    <dgm:pt modelId="{BFDC35CA-9B77-498C-819D-D9E5FDBC6BA6}" type="pres">
      <dgm:prSet presAssocID="{592899A7-F8CE-4E4E-B7D1-30CD247456B0}" presName="linearFlow" presStyleCnt="0">
        <dgm:presLayoutVars>
          <dgm:dir/>
          <dgm:resizeHandles val="exact"/>
        </dgm:presLayoutVars>
      </dgm:prSet>
      <dgm:spPr/>
    </dgm:pt>
    <dgm:pt modelId="{A61DC1D8-AF8E-4AD3-8F3A-028424C67A03}" type="pres">
      <dgm:prSet presAssocID="{EAC66E43-3674-4006-AFB0-A24F53AA8038}" presName="node" presStyleLbl="node1" presStyleIdx="0" presStyleCnt="4">
        <dgm:presLayoutVars>
          <dgm:bulletEnabled val="1"/>
        </dgm:presLayoutVars>
      </dgm:prSet>
      <dgm:spPr/>
    </dgm:pt>
    <dgm:pt modelId="{C8019409-D9DE-468C-80F9-300FDE8628AC}" type="pres">
      <dgm:prSet presAssocID="{A7CA5B0D-5A9A-4DFD-A09D-356C7081D18D}" presName="spacerL" presStyleCnt="0"/>
      <dgm:spPr/>
    </dgm:pt>
    <dgm:pt modelId="{77389B7C-EEFA-49BC-ACFE-3BCDC31F3A4E}" type="pres">
      <dgm:prSet presAssocID="{A7CA5B0D-5A9A-4DFD-A09D-356C7081D18D}" presName="sibTrans" presStyleLbl="sibTrans2D1" presStyleIdx="0" presStyleCnt="3"/>
      <dgm:spPr/>
    </dgm:pt>
    <dgm:pt modelId="{7088FFEB-9732-44B5-83F3-2F41A6B4705C}" type="pres">
      <dgm:prSet presAssocID="{A7CA5B0D-5A9A-4DFD-A09D-356C7081D18D}" presName="spacerR" presStyleCnt="0"/>
      <dgm:spPr/>
    </dgm:pt>
    <dgm:pt modelId="{AFF351EB-85E5-496F-B9AB-45A5B109EEBC}" type="pres">
      <dgm:prSet presAssocID="{9A9F24FF-B712-437E-8967-84AA45106B93}" presName="node" presStyleLbl="node1" presStyleIdx="1" presStyleCnt="4">
        <dgm:presLayoutVars>
          <dgm:bulletEnabled val="1"/>
        </dgm:presLayoutVars>
      </dgm:prSet>
      <dgm:spPr/>
    </dgm:pt>
    <dgm:pt modelId="{64EADB6B-6BF2-4D5C-8D1F-CDC37D616DC0}" type="pres">
      <dgm:prSet presAssocID="{A9E67323-99C6-4949-8D2A-F5332FF7EF7C}" presName="spacerL" presStyleCnt="0"/>
      <dgm:spPr/>
    </dgm:pt>
    <dgm:pt modelId="{523619B0-4836-4F85-B178-D0067AC72FCE}" type="pres">
      <dgm:prSet presAssocID="{A9E67323-99C6-4949-8D2A-F5332FF7EF7C}" presName="sibTrans" presStyleLbl="sibTrans2D1" presStyleIdx="1" presStyleCnt="3"/>
      <dgm:spPr/>
    </dgm:pt>
    <dgm:pt modelId="{0C071449-DDBC-4C5C-95A6-416FB507516B}" type="pres">
      <dgm:prSet presAssocID="{A9E67323-99C6-4949-8D2A-F5332FF7EF7C}" presName="spacerR" presStyleCnt="0"/>
      <dgm:spPr/>
    </dgm:pt>
    <dgm:pt modelId="{356DDC87-D1BE-49E9-9017-C238619EE953}" type="pres">
      <dgm:prSet presAssocID="{AF9C3BBC-A58C-405B-A78C-B4C8F8062441}" presName="node" presStyleLbl="node1" presStyleIdx="2" presStyleCnt="4">
        <dgm:presLayoutVars>
          <dgm:bulletEnabled val="1"/>
        </dgm:presLayoutVars>
      </dgm:prSet>
      <dgm:spPr/>
    </dgm:pt>
    <dgm:pt modelId="{57F42E0D-7D02-47FE-B2D3-063B033C8929}" type="pres">
      <dgm:prSet presAssocID="{843DC590-28AC-4841-822B-C6D16F7C29D5}" presName="spacerL" presStyleCnt="0"/>
      <dgm:spPr/>
    </dgm:pt>
    <dgm:pt modelId="{045500DA-CC1F-4371-AA73-63024F1D06F3}" type="pres">
      <dgm:prSet presAssocID="{843DC590-28AC-4841-822B-C6D16F7C29D5}" presName="sibTrans" presStyleLbl="sibTrans2D1" presStyleIdx="2" presStyleCnt="3"/>
      <dgm:spPr/>
    </dgm:pt>
    <dgm:pt modelId="{0C9B1D4B-F179-4B64-9F56-67764DDE9526}" type="pres">
      <dgm:prSet presAssocID="{843DC590-28AC-4841-822B-C6D16F7C29D5}" presName="spacerR" presStyleCnt="0"/>
      <dgm:spPr/>
    </dgm:pt>
    <dgm:pt modelId="{2A966352-D133-4596-A883-D312A2B550E6}" type="pres">
      <dgm:prSet presAssocID="{21B4A07F-802F-4762-9ECD-1158ABD2C30B}" presName="node" presStyleLbl="node1" presStyleIdx="3" presStyleCnt="4">
        <dgm:presLayoutVars>
          <dgm:bulletEnabled val="1"/>
        </dgm:presLayoutVars>
      </dgm:prSet>
      <dgm:spPr/>
    </dgm:pt>
  </dgm:ptLst>
  <dgm:cxnLst>
    <dgm:cxn modelId="{B4FF6614-4542-4469-BAAE-7357662BDBBC}" srcId="{592899A7-F8CE-4E4E-B7D1-30CD247456B0}" destId="{EAC66E43-3674-4006-AFB0-A24F53AA8038}" srcOrd="0" destOrd="0" parTransId="{E31B56DD-61D7-4A2B-B157-17F5CF044BC2}" sibTransId="{A7CA5B0D-5A9A-4DFD-A09D-356C7081D18D}"/>
    <dgm:cxn modelId="{7122761A-518B-4B6D-9386-B785EDE114AC}" srcId="{592899A7-F8CE-4E4E-B7D1-30CD247456B0}" destId="{AF9C3BBC-A58C-405B-A78C-B4C8F8062441}" srcOrd="2" destOrd="0" parTransId="{579E1ABD-0A77-4816-80D5-1A2C55E00D45}" sibTransId="{843DC590-28AC-4841-822B-C6D16F7C29D5}"/>
    <dgm:cxn modelId="{7BA87F24-6822-43B1-9028-B1BA60ED6A05}" type="presOf" srcId="{592899A7-F8CE-4E4E-B7D1-30CD247456B0}" destId="{BFDC35CA-9B77-498C-819D-D9E5FDBC6BA6}" srcOrd="0" destOrd="0" presId="urn:microsoft.com/office/officeart/2005/8/layout/equation1"/>
    <dgm:cxn modelId="{0DADFF49-D4CE-4C6C-B367-35A645486CAB}" srcId="{592899A7-F8CE-4E4E-B7D1-30CD247456B0}" destId="{21B4A07F-802F-4762-9ECD-1158ABD2C30B}" srcOrd="3" destOrd="0" parTransId="{2EC3F521-D051-4D87-924F-823A0ED1EE60}" sibTransId="{907DA1E2-157E-4734-9324-1E41CBC74361}"/>
    <dgm:cxn modelId="{7C0A2A5F-9CEC-4D37-A3CD-F2E512254500}" srcId="{592899A7-F8CE-4E4E-B7D1-30CD247456B0}" destId="{9A9F24FF-B712-437E-8967-84AA45106B93}" srcOrd="1" destOrd="0" parTransId="{6AF8A30E-5DBC-43FC-933E-B09058C1B91E}" sibTransId="{A9E67323-99C6-4949-8D2A-F5332FF7EF7C}"/>
    <dgm:cxn modelId="{93569A81-726B-4B2D-9A25-8DD075D3BE15}" type="presOf" srcId="{AF9C3BBC-A58C-405B-A78C-B4C8F8062441}" destId="{356DDC87-D1BE-49E9-9017-C238619EE953}" srcOrd="0" destOrd="0" presId="urn:microsoft.com/office/officeart/2005/8/layout/equation1"/>
    <dgm:cxn modelId="{75139287-B80C-481A-9F58-76F8D3CCF7B5}" type="presOf" srcId="{21B4A07F-802F-4762-9ECD-1158ABD2C30B}" destId="{2A966352-D133-4596-A883-D312A2B550E6}" srcOrd="0" destOrd="0" presId="urn:microsoft.com/office/officeart/2005/8/layout/equation1"/>
    <dgm:cxn modelId="{5EF563C0-3AB4-4083-B702-679297F5AE32}" type="presOf" srcId="{9A9F24FF-B712-437E-8967-84AA45106B93}" destId="{AFF351EB-85E5-496F-B9AB-45A5B109EEBC}" srcOrd="0" destOrd="0" presId="urn:microsoft.com/office/officeart/2005/8/layout/equation1"/>
    <dgm:cxn modelId="{BD37B4DE-970A-4086-A9C2-949458467D06}" type="presOf" srcId="{843DC590-28AC-4841-822B-C6D16F7C29D5}" destId="{045500DA-CC1F-4371-AA73-63024F1D06F3}" srcOrd="0" destOrd="0" presId="urn:microsoft.com/office/officeart/2005/8/layout/equation1"/>
    <dgm:cxn modelId="{96C23DF2-B0D6-40E5-822F-FCBF12EA0FC0}" type="presOf" srcId="{A7CA5B0D-5A9A-4DFD-A09D-356C7081D18D}" destId="{77389B7C-EEFA-49BC-ACFE-3BCDC31F3A4E}" srcOrd="0" destOrd="0" presId="urn:microsoft.com/office/officeart/2005/8/layout/equation1"/>
    <dgm:cxn modelId="{945841F2-668A-4864-A8F8-4CFBCA8F6B5D}" type="presOf" srcId="{A9E67323-99C6-4949-8D2A-F5332FF7EF7C}" destId="{523619B0-4836-4F85-B178-D0067AC72FCE}" srcOrd="0" destOrd="0" presId="urn:microsoft.com/office/officeart/2005/8/layout/equation1"/>
    <dgm:cxn modelId="{211F89F8-1AB9-4394-9015-34E038EDBD04}" type="presOf" srcId="{EAC66E43-3674-4006-AFB0-A24F53AA8038}" destId="{A61DC1D8-AF8E-4AD3-8F3A-028424C67A03}" srcOrd="0" destOrd="0" presId="urn:microsoft.com/office/officeart/2005/8/layout/equation1"/>
    <dgm:cxn modelId="{2D02DC6C-9FAA-4F0C-93CE-80050E6462CC}" type="presParOf" srcId="{BFDC35CA-9B77-498C-819D-D9E5FDBC6BA6}" destId="{A61DC1D8-AF8E-4AD3-8F3A-028424C67A03}" srcOrd="0" destOrd="0" presId="urn:microsoft.com/office/officeart/2005/8/layout/equation1"/>
    <dgm:cxn modelId="{4C613C36-9DEA-4C93-A052-A8CFE2F2C9BE}" type="presParOf" srcId="{BFDC35CA-9B77-498C-819D-D9E5FDBC6BA6}" destId="{C8019409-D9DE-468C-80F9-300FDE8628AC}" srcOrd="1" destOrd="0" presId="urn:microsoft.com/office/officeart/2005/8/layout/equation1"/>
    <dgm:cxn modelId="{2EBEA0FE-9879-40CE-8EF0-AE1D3A5ECA94}" type="presParOf" srcId="{BFDC35CA-9B77-498C-819D-D9E5FDBC6BA6}" destId="{77389B7C-EEFA-49BC-ACFE-3BCDC31F3A4E}" srcOrd="2" destOrd="0" presId="urn:microsoft.com/office/officeart/2005/8/layout/equation1"/>
    <dgm:cxn modelId="{2BEF9DD6-DD52-41AB-9EA1-5F4C719065D1}" type="presParOf" srcId="{BFDC35CA-9B77-498C-819D-D9E5FDBC6BA6}" destId="{7088FFEB-9732-44B5-83F3-2F41A6B4705C}" srcOrd="3" destOrd="0" presId="urn:microsoft.com/office/officeart/2005/8/layout/equation1"/>
    <dgm:cxn modelId="{A7C190C1-4F1D-4BEA-8EF2-1927EDBC6D11}" type="presParOf" srcId="{BFDC35CA-9B77-498C-819D-D9E5FDBC6BA6}" destId="{AFF351EB-85E5-496F-B9AB-45A5B109EEBC}" srcOrd="4" destOrd="0" presId="urn:microsoft.com/office/officeart/2005/8/layout/equation1"/>
    <dgm:cxn modelId="{150396D6-6DFB-40EA-B8FF-A64D249C64F6}" type="presParOf" srcId="{BFDC35CA-9B77-498C-819D-D9E5FDBC6BA6}" destId="{64EADB6B-6BF2-4D5C-8D1F-CDC37D616DC0}" srcOrd="5" destOrd="0" presId="urn:microsoft.com/office/officeart/2005/8/layout/equation1"/>
    <dgm:cxn modelId="{8EBFB873-A719-4116-85CB-AB9CE12078F9}" type="presParOf" srcId="{BFDC35CA-9B77-498C-819D-D9E5FDBC6BA6}" destId="{523619B0-4836-4F85-B178-D0067AC72FCE}" srcOrd="6" destOrd="0" presId="urn:microsoft.com/office/officeart/2005/8/layout/equation1"/>
    <dgm:cxn modelId="{0D893633-2E4A-4E44-B7E7-D09ABAA7EB06}" type="presParOf" srcId="{BFDC35CA-9B77-498C-819D-D9E5FDBC6BA6}" destId="{0C071449-DDBC-4C5C-95A6-416FB507516B}" srcOrd="7" destOrd="0" presId="urn:microsoft.com/office/officeart/2005/8/layout/equation1"/>
    <dgm:cxn modelId="{0661AA73-4604-4965-BC38-61B5F0F45036}" type="presParOf" srcId="{BFDC35CA-9B77-498C-819D-D9E5FDBC6BA6}" destId="{356DDC87-D1BE-49E9-9017-C238619EE953}" srcOrd="8" destOrd="0" presId="urn:microsoft.com/office/officeart/2005/8/layout/equation1"/>
    <dgm:cxn modelId="{97C816B0-0B92-4055-BDB2-D901E09B32F9}" type="presParOf" srcId="{BFDC35CA-9B77-498C-819D-D9E5FDBC6BA6}" destId="{57F42E0D-7D02-47FE-B2D3-063B033C8929}" srcOrd="9" destOrd="0" presId="urn:microsoft.com/office/officeart/2005/8/layout/equation1"/>
    <dgm:cxn modelId="{124C7544-E2D6-4955-8E1F-F697C63F31D7}" type="presParOf" srcId="{BFDC35CA-9B77-498C-819D-D9E5FDBC6BA6}" destId="{045500DA-CC1F-4371-AA73-63024F1D06F3}" srcOrd="10" destOrd="0" presId="urn:microsoft.com/office/officeart/2005/8/layout/equation1"/>
    <dgm:cxn modelId="{F0BD6EA5-3B98-4034-A9D8-968EF38B87EB}" type="presParOf" srcId="{BFDC35CA-9B77-498C-819D-D9E5FDBC6BA6}" destId="{0C9B1D4B-F179-4B64-9F56-67764DDE9526}" srcOrd="11" destOrd="0" presId="urn:microsoft.com/office/officeart/2005/8/layout/equation1"/>
    <dgm:cxn modelId="{FB362335-166D-4320-A2DC-8F50161EC8AB}" type="presParOf" srcId="{BFDC35CA-9B77-498C-819D-D9E5FDBC6BA6}" destId="{2A966352-D133-4596-A883-D312A2B550E6}" srcOrd="12" destOrd="0" presId="urn:microsoft.com/office/officeart/2005/8/layout/equati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9EC213B-8802-41D1-821E-5B4068B8B41A}"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pt>
    <dgm:pt modelId="{5E31C331-AE11-4773-91E7-B14951838EE0}">
      <dgm:prSet phldrT="[Text]"/>
      <dgm:spPr/>
      <dgm:t>
        <a:bodyPr/>
        <a:lstStyle/>
        <a:p>
          <a:pPr>
            <a:lnSpc>
              <a:spcPct val="100000"/>
            </a:lnSpc>
          </a:pPr>
          <a:r>
            <a:rPr lang="de-DE"/>
            <a:t>Supports Type Definitions</a:t>
          </a:r>
        </a:p>
      </dgm:t>
    </dgm:pt>
    <dgm:pt modelId="{1D9CCEE0-AA5E-484B-90C2-CF1B92DCFFBB}" type="parTrans" cxnId="{E02396EC-A1C1-4168-8813-D1512CFFB914}">
      <dgm:prSet/>
      <dgm:spPr/>
      <dgm:t>
        <a:bodyPr/>
        <a:lstStyle/>
        <a:p>
          <a:endParaRPr lang="de-DE"/>
        </a:p>
      </dgm:t>
    </dgm:pt>
    <dgm:pt modelId="{78A6E2AD-872A-43EF-B9F7-A85C4FE16F45}" type="sibTrans" cxnId="{E02396EC-A1C1-4168-8813-D1512CFFB914}">
      <dgm:prSet/>
      <dgm:spPr/>
      <dgm:t>
        <a:bodyPr/>
        <a:lstStyle/>
        <a:p>
          <a:endParaRPr lang="de-DE"/>
        </a:p>
      </dgm:t>
    </dgm:pt>
    <dgm:pt modelId="{F0816492-5413-4966-AD7D-DC7B6568C937}">
      <dgm:prSet phldrT="[Text]"/>
      <dgm:spPr/>
      <dgm:t>
        <a:bodyPr/>
        <a:lstStyle/>
        <a:p>
          <a:pPr>
            <a:lnSpc>
              <a:spcPct val="100000"/>
            </a:lnSpc>
          </a:pPr>
          <a:r>
            <a:rPr lang="de-DE"/>
            <a:t>Strong static Type</a:t>
          </a:r>
        </a:p>
      </dgm:t>
    </dgm:pt>
    <dgm:pt modelId="{89441E7D-040D-4B3E-A697-43380679AFD4}" type="parTrans" cxnId="{461EC8C5-FBC8-412D-808F-A255C21A9D56}">
      <dgm:prSet/>
      <dgm:spPr/>
      <dgm:t>
        <a:bodyPr/>
        <a:lstStyle/>
        <a:p>
          <a:endParaRPr lang="de-DE"/>
        </a:p>
      </dgm:t>
    </dgm:pt>
    <dgm:pt modelId="{4C24C8AB-D320-425D-94BA-CCF7D6D1C726}" type="sibTrans" cxnId="{461EC8C5-FBC8-412D-808F-A255C21A9D56}">
      <dgm:prSet/>
      <dgm:spPr/>
      <dgm:t>
        <a:bodyPr/>
        <a:lstStyle/>
        <a:p>
          <a:endParaRPr lang="de-DE"/>
        </a:p>
      </dgm:t>
    </dgm:pt>
    <dgm:pt modelId="{F8F9A2AF-E562-4729-9A69-AB7CB28598C2}">
      <dgm:prSet phldrT="[Text]"/>
      <dgm:spPr/>
      <dgm:t>
        <a:bodyPr/>
        <a:lstStyle/>
        <a:p>
          <a:pPr>
            <a:lnSpc>
              <a:spcPct val="100000"/>
            </a:lnSpc>
          </a:pPr>
          <a:r>
            <a:rPr lang="de-DE"/>
            <a:t>Compilation</a:t>
          </a:r>
        </a:p>
      </dgm:t>
    </dgm:pt>
    <dgm:pt modelId="{2340EA12-9DE7-46F5-B73F-4781BD3452FC}" type="parTrans" cxnId="{F6CB0C46-C392-4ECB-95AE-96C7F5B692C4}">
      <dgm:prSet/>
      <dgm:spPr/>
      <dgm:t>
        <a:bodyPr/>
        <a:lstStyle/>
        <a:p>
          <a:endParaRPr lang="de-DE"/>
        </a:p>
      </dgm:t>
    </dgm:pt>
    <dgm:pt modelId="{592DFE13-0DB8-4445-A4EC-2EF953541D5E}" type="sibTrans" cxnId="{F6CB0C46-C392-4ECB-95AE-96C7F5B692C4}">
      <dgm:prSet/>
      <dgm:spPr/>
      <dgm:t>
        <a:bodyPr/>
        <a:lstStyle/>
        <a:p>
          <a:endParaRPr lang="de-DE"/>
        </a:p>
      </dgm:t>
    </dgm:pt>
    <dgm:pt modelId="{49614048-3D16-4737-BBB6-21FFAB6EBF37}">
      <dgm:prSet phldrT="[Text]"/>
      <dgm:spPr/>
      <dgm:t>
        <a:bodyPr/>
        <a:lstStyle/>
        <a:p>
          <a:pPr>
            <a:lnSpc>
              <a:spcPct val="100000"/>
            </a:lnSpc>
          </a:pPr>
          <a:r>
            <a:rPr lang="de-DE"/>
            <a:t>OO Concepts</a:t>
          </a:r>
        </a:p>
      </dgm:t>
    </dgm:pt>
    <dgm:pt modelId="{501E4014-3887-4EF2-A24E-FC9A628C2C8A}" type="parTrans" cxnId="{5F49C5C2-403D-4B8A-BB8E-B811975EA687}">
      <dgm:prSet/>
      <dgm:spPr/>
      <dgm:t>
        <a:bodyPr/>
        <a:lstStyle/>
        <a:p>
          <a:endParaRPr lang="de-DE"/>
        </a:p>
      </dgm:t>
    </dgm:pt>
    <dgm:pt modelId="{4FF94062-1E0C-4763-93AA-C79AE881643A}" type="sibTrans" cxnId="{5F49C5C2-403D-4B8A-BB8E-B811975EA687}">
      <dgm:prSet/>
      <dgm:spPr/>
      <dgm:t>
        <a:bodyPr/>
        <a:lstStyle/>
        <a:p>
          <a:endParaRPr lang="de-DE"/>
        </a:p>
      </dgm:t>
    </dgm:pt>
    <dgm:pt modelId="{2F9B1718-3DE8-40D6-A084-222D379BB0EA}" type="pres">
      <dgm:prSet presAssocID="{79EC213B-8802-41D1-821E-5B4068B8B41A}" presName="root" presStyleCnt="0">
        <dgm:presLayoutVars>
          <dgm:dir/>
          <dgm:resizeHandles val="exact"/>
        </dgm:presLayoutVars>
      </dgm:prSet>
      <dgm:spPr/>
    </dgm:pt>
    <dgm:pt modelId="{C27C6166-C226-41B7-9268-B0D0A91F17BB}" type="pres">
      <dgm:prSet presAssocID="{49614048-3D16-4737-BBB6-21FFAB6EBF37}" presName="compNode" presStyleCnt="0"/>
      <dgm:spPr/>
    </dgm:pt>
    <dgm:pt modelId="{B7B80C5E-CCF4-4E52-8E57-FC1AA715B429}" type="pres">
      <dgm:prSet presAssocID="{49614048-3D16-4737-BBB6-21FFAB6EBF37}" presName="bgRect" presStyleLbl="bgShp" presStyleIdx="0" presStyleCnt="4"/>
      <dgm:spPr/>
    </dgm:pt>
    <dgm:pt modelId="{98C8B915-614F-48DD-A952-C233801F106C}" type="pres">
      <dgm:prSet presAssocID="{49614048-3D16-4737-BBB6-21FFAB6EBF37}" presName="iconRect" presStyleLbl="node1" presStyleIdx="0" presStyleCnt="4"/>
      <dgm:spPr>
        <a:blipFill>
          <a:blip xmlns:r="http://schemas.openxmlformats.org/officeDocument/2006/relationships">
            <a:extLst>
              <a:ext uri="{28A0092B-C50C-407E-A947-70E740481C1C}">
                <a14:useLocalDpi xmlns:a14="http://schemas.microsoft.com/office/drawing/2010/main"/>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Checkmark"/>
        </a:ext>
      </dgm:extLst>
    </dgm:pt>
    <dgm:pt modelId="{3E572F2F-1CC9-4BA1-8630-C9EDB654C37A}" type="pres">
      <dgm:prSet presAssocID="{49614048-3D16-4737-BBB6-21FFAB6EBF37}" presName="spaceRect" presStyleCnt="0"/>
      <dgm:spPr/>
    </dgm:pt>
    <dgm:pt modelId="{F319D7F5-0A2C-46EE-96E8-F0EA10ECDAD4}" type="pres">
      <dgm:prSet presAssocID="{49614048-3D16-4737-BBB6-21FFAB6EBF37}" presName="parTx" presStyleLbl="revTx" presStyleIdx="0" presStyleCnt="4">
        <dgm:presLayoutVars>
          <dgm:chMax val="0"/>
          <dgm:chPref val="0"/>
        </dgm:presLayoutVars>
      </dgm:prSet>
      <dgm:spPr/>
    </dgm:pt>
    <dgm:pt modelId="{A03C1037-4E4D-4F20-810E-34897D0C7C4B}" type="pres">
      <dgm:prSet presAssocID="{4FF94062-1E0C-4763-93AA-C79AE881643A}" presName="sibTrans" presStyleCnt="0"/>
      <dgm:spPr/>
    </dgm:pt>
    <dgm:pt modelId="{EFE04E3E-E2AB-4DDD-9149-40C028BEF7CD}" type="pres">
      <dgm:prSet presAssocID="{5E31C331-AE11-4773-91E7-B14951838EE0}" presName="compNode" presStyleCnt="0"/>
      <dgm:spPr/>
    </dgm:pt>
    <dgm:pt modelId="{7DDD0EAC-A835-4F9E-AA7C-B442F1F3BE44}" type="pres">
      <dgm:prSet presAssocID="{5E31C331-AE11-4773-91E7-B14951838EE0}" presName="bgRect" presStyleLbl="bgShp" presStyleIdx="1" presStyleCnt="4"/>
      <dgm:spPr/>
    </dgm:pt>
    <dgm:pt modelId="{50681CE2-3EFC-461B-8124-EF43EC9E024E}" type="pres">
      <dgm:prSet presAssocID="{5E31C331-AE11-4773-91E7-B14951838EE0}" presName="iconRect" presStyleLbl="node1" presStyleIdx="1" presStyleCnt="4"/>
      <dgm:spPr>
        <a:blipFill>
          <a:blip xmlns:r="http://schemas.openxmlformats.org/officeDocument/2006/relationships">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humbs Up Sign"/>
        </a:ext>
      </dgm:extLst>
    </dgm:pt>
    <dgm:pt modelId="{D2593FA3-DEE9-4441-A68D-86BC1720B2B0}" type="pres">
      <dgm:prSet presAssocID="{5E31C331-AE11-4773-91E7-B14951838EE0}" presName="spaceRect" presStyleCnt="0"/>
      <dgm:spPr/>
    </dgm:pt>
    <dgm:pt modelId="{9465C624-F9BD-4CE2-814A-48072C0A76A2}" type="pres">
      <dgm:prSet presAssocID="{5E31C331-AE11-4773-91E7-B14951838EE0}" presName="parTx" presStyleLbl="revTx" presStyleIdx="1" presStyleCnt="4">
        <dgm:presLayoutVars>
          <dgm:chMax val="0"/>
          <dgm:chPref val="0"/>
        </dgm:presLayoutVars>
      </dgm:prSet>
      <dgm:spPr/>
    </dgm:pt>
    <dgm:pt modelId="{7B5153E1-0362-4C5B-83AA-6EEE132052C6}" type="pres">
      <dgm:prSet presAssocID="{78A6E2AD-872A-43EF-B9F7-A85C4FE16F45}" presName="sibTrans" presStyleCnt="0"/>
      <dgm:spPr/>
    </dgm:pt>
    <dgm:pt modelId="{74D4E68F-D7B9-49B8-BDE1-26114D8BF86B}" type="pres">
      <dgm:prSet presAssocID="{F0816492-5413-4966-AD7D-DC7B6568C937}" presName="compNode" presStyleCnt="0"/>
      <dgm:spPr/>
    </dgm:pt>
    <dgm:pt modelId="{F4600845-C547-45B3-BC28-88871AFBDCF5}" type="pres">
      <dgm:prSet presAssocID="{F0816492-5413-4966-AD7D-DC7B6568C937}" presName="bgRect" presStyleLbl="bgShp" presStyleIdx="2" presStyleCnt="4"/>
      <dgm:spPr/>
    </dgm:pt>
    <dgm:pt modelId="{F16494FC-222B-4EBA-8304-186FCD3D3D7C}" type="pres">
      <dgm:prSet presAssocID="{F0816492-5413-4966-AD7D-DC7B6568C937}" presName="iconRect" presStyleLbl="node1" presStyleIdx="2" presStyleCnt="4"/>
      <dgm:spPr>
        <a:blipFill>
          <a:blip xmlns:r="http://schemas.openxmlformats.org/officeDocument/2006/relationships">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Document"/>
        </a:ext>
      </dgm:extLst>
    </dgm:pt>
    <dgm:pt modelId="{2D776D78-C278-4802-90EA-86842CDC1AB6}" type="pres">
      <dgm:prSet presAssocID="{F0816492-5413-4966-AD7D-DC7B6568C937}" presName="spaceRect" presStyleCnt="0"/>
      <dgm:spPr/>
    </dgm:pt>
    <dgm:pt modelId="{3BB3A14C-6BC7-48A5-8CA2-4A49C385E09D}" type="pres">
      <dgm:prSet presAssocID="{F0816492-5413-4966-AD7D-DC7B6568C937}" presName="parTx" presStyleLbl="revTx" presStyleIdx="2" presStyleCnt="4">
        <dgm:presLayoutVars>
          <dgm:chMax val="0"/>
          <dgm:chPref val="0"/>
        </dgm:presLayoutVars>
      </dgm:prSet>
      <dgm:spPr/>
    </dgm:pt>
    <dgm:pt modelId="{36ECC886-2BC3-404F-8C6D-9EE3F039458E}" type="pres">
      <dgm:prSet presAssocID="{4C24C8AB-D320-425D-94BA-CCF7D6D1C726}" presName="sibTrans" presStyleCnt="0"/>
      <dgm:spPr/>
    </dgm:pt>
    <dgm:pt modelId="{BD8FD87B-CDD8-4171-93FD-502BC1441C0B}" type="pres">
      <dgm:prSet presAssocID="{F8F9A2AF-E562-4729-9A69-AB7CB28598C2}" presName="compNode" presStyleCnt="0"/>
      <dgm:spPr/>
    </dgm:pt>
    <dgm:pt modelId="{F0A0FE29-1A60-4E3F-8AEA-3A981C2DD80E}" type="pres">
      <dgm:prSet presAssocID="{F8F9A2AF-E562-4729-9A69-AB7CB28598C2}" presName="bgRect" presStyleLbl="bgShp" presStyleIdx="3" presStyleCnt="4"/>
      <dgm:spPr/>
    </dgm:pt>
    <dgm:pt modelId="{37122F4D-38B5-49EA-8A54-040F6BF8EB1A}" type="pres">
      <dgm:prSet presAssocID="{F8F9A2AF-E562-4729-9A69-AB7CB28598C2}" presName="iconRect" presStyleLbl="node1" presStyleIdx="3" presStyleCnt="4"/>
      <dgm:spPr>
        <a:blipFill>
          <a:blip xmlns:r="http://schemas.openxmlformats.org/officeDocument/2006/relationships">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d with Gears"/>
        </a:ext>
      </dgm:extLst>
    </dgm:pt>
    <dgm:pt modelId="{0E05BD7F-C4EA-46A2-8740-817FB3C5C98E}" type="pres">
      <dgm:prSet presAssocID="{F8F9A2AF-E562-4729-9A69-AB7CB28598C2}" presName="spaceRect" presStyleCnt="0"/>
      <dgm:spPr/>
    </dgm:pt>
    <dgm:pt modelId="{7DC885B9-CFC0-4FF9-BB7A-D03C3BA6AA97}" type="pres">
      <dgm:prSet presAssocID="{F8F9A2AF-E562-4729-9A69-AB7CB28598C2}" presName="parTx" presStyleLbl="revTx" presStyleIdx="3" presStyleCnt="4">
        <dgm:presLayoutVars>
          <dgm:chMax val="0"/>
          <dgm:chPref val="0"/>
        </dgm:presLayoutVars>
      </dgm:prSet>
      <dgm:spPr/>
    </dgm:pt>
  </dgm:ptLst>
  <dgm:cxnLst>
    <dgm:cxn modelId="{CC2E4C31-A193-7545-9830-334AC21255AC}" type="presOf" srcId="{F8F9A2AF-E562-4729-9A69-AB7CB28598C2}" destId="{7DC885B9-CFC0-4FF9-BB7A-D03C3BA6AA97}" srcOrd="0" destOrd="0" presId="urn:microsoft.com/office/officeart/2018/2/layout/IconVerticalSolidList"/>
    <dgm:cxn modelId="{04550941-14BC-EC43-8DE6-CF269921CB44}" type="presOf" srcId="{5E31C331-AE11-4773-91E7-B14951838EE0}" destId="{9465C624-F9BD-4CE2-814A-48072C0A76A2}" srcOrd="0" destOrd="0" presId="urn:microsoft.com/office/officeart/2018/2/layout/IconVerticalSolidList"/>
    <dgm:cxn modelId="{F6CB0C46-C392-4ECB-95AE-96C7F5B692C4}" srcId="{79EC213B-8802-41D1-821E-5B4068B8B41A}" destId="{F8F9A2AF-E562-4729-9A69-AB7CB28598C2}" srcOrd="3" destOrd="0" parTransId="{2340EA12-9DE7-46F5-B73F-4781BD3452FC}" sibTransId="{592DFE13-0DB8-4445-A4EC-2EF953541D5E}"/>
    <dgm:cxn modelId="{FD047354-2082-6D41-8491-9066024C290C}" type="presOf" srcId="{49614048-3D16-4737-BBB6-21FFAB6EBF37}" destId="{F319D7F5-0A2C-46EE-96E8-F0EA10ECDAD4}" srcOrd="0" destOrd="0" presId="urn:microsoft.com/office/officeart/2018/2/layout/IconVerticalSolidList"/>
    <dgm:cxn modelId="{39EEBF97-866C-2844-AAC6-09838A1BC325}" type="presOf" srcId="{79EC213B-8802-41D1-821E-5B4068B8B41A}" destId="{2F9B1718-3DE8-40D6-A084-222D379BB0EA}" srcOrd="0" destOrd="0" presId="urn:microsoft.com/office/officeart/2018/2/layout/IconVerticalSolidList"/>
    <dgm:cxn modelId="{80458FB2-928B-3C42-AA96-015132BFAF8B}" type="presOf" srcId="{F0816492-5413-4966-AD7D-DC7B6568C937}" destId="{3BB3A14C-6BC7-48A5-8CA2-4A49C385E09D}" srcOrd="0" destOrd="0" presId="urn:microsoft.com/office/officeart/2018/2/layout/IconVerticalSolidList"/>
    <dgm:cxn modelId="{5F49C5C2-403D-4B8A-BB8E-B811975EA687}" srcId="{79EC213B-8802-41D1-821E-5B4068B8B41A}" destId="{49614048-3D16-4737-BBB6-21FFAB6EBF37}" srcOrd="0" destOrd="0" parTransId="{501E4014-3887-4EF2-A24E-FC9A628C2C8A}" sibTransId="{4FF94062-1E0C-4763-93AA-C79AE881643A}"/>
    <dgm:cxn modelId="{461EC8C5-FBC8-412D-808F-A255C21A9D56}" srcId="{79EC213B-8802-41D1-821E-5B4068B8B41A}" destId="{F0816492-5413-4966-AD7D-DC7B6568C937}" srcOrd="2" destOrd="0" parTransId="{89441E7D-040D-4B3E-A697-43380679AFD4}" sibTransId="{4C24C8AB-D320-425D-94BA-CCF7D6D1C726}"/>
    <dgm:cxn modelId="{E02396EC-A1C1-4168-8813-D1512CFFB914}" srcId="{79EC213B-8802-41D1-821E-5B4068B8B41A}" destId="{5E31C331-AE11-4773-91E7-B14951838EE0}" srcOrd="1" destOrd="0" parTransId="{1D9CCEE0-AA5E-484B-90C2-CF1B92DCFFBB}" sibTransId="{78A6E2AD-872A-43EF-B9F7-A85C4FE16F45}"/>
    <dgm:cxn modelId="{A6450447-8317-6E4B-8D7D-8FAA275D8315}" type="presParOf" srcId="{2F9B1718-3DE8-40D6-A084-222D379BB0EA}" destId="{C27C6166-C226-41B7-9268-B0D0A91F17BB}" srcOrd="0" destOrd="0" presId="urn:microsoft.com/office/officeart/2018/2/layout/IconVerticalSolidList"/>
    <dgm:cxn modelId="{C64F6F01-FB62-FA45-B664-5940ADF8F332}" type="presParOf" srcId="{C27C6166-C226-41B7-9268-B0D0A91F17BB}" destId="{B7B80C5E-CCF4-4E52-8E57-FC1AA715B429}" srcOrd="0" destOrd="0" presId="urn:microsoft.com/office/officeart/2018/2/layout/IconVerticalSolidList"/>
    <dgm:cxn modelId="{2324C63A-E080-0349-ACF8-3A6914E3EBFF}" type="presParOf" srcId="{C27C6166-C226-41B7-9268-B0D0A91F17BB}" destId="{98C8B915-614F-48DD-A952-C233801F106C}" srcOrd="1" destOrd="0" presId="urn:microsoft.com/office/officeart/2018/2/layout/IconVerticalSolidList"/>
    <dgm:cxn modelId="{48852EE7-6A76-634E-BD04-DDBD6F99CE4E}" type="presParOf" srcId="{C27C6166-C226-41B7-9268-B0D0A91F17BB}" destId="{3E572F2F-1CC9-4BA1-8630-C9EDB654C37A}" srcOrd="2" destOrd="0" presId="urn:microsoft.com/office/officeart/2018/2/layout/IconVerticalSolidList"/>
    <dgm:cxn modelId="{74452D27-2820-2D44-90E6-CA9EFBB6FE19}" type="presParOf" srcId="{C27C6166-C226-41B7-9268-B0D0A91F17BB}" destId="{F319D7F5-0A2C-46EE-96E8-F0EA10ECDAD4}" srcOrd="3" destOrd="0" presId="urn:microsoft.com/office/officeart/2018/2/layout/IconVerticalSolidList"/>
    <dgm:cxn modelId="{36379C4C-DB96-C94E-81A7-68E092045C66}" type="presParOf" srcId="{2F9B1718-3DE8-40D6-A084-222D379BB0EA}" destId="{A03C1037-4E4D-4F20-810E-34897D0C7C4B}" srcOrd="1" destOrd="0" presId="urn:microsoft.com/office/officeart/2018/2/layout/IconVerticalSolidList"/>
    <dgm:cxn modelId="{E08CB89A-B993-9545-8EDC-EB009CBFB1A4}" type="presParOf" srcId="{2F9B1718-3DE8-40D6-A084-222D379BB0EA}" destId="{EFE04E3E-E2AB-4DDD-9149-40C028BEF7CD}" srcOrd="2" destOrd="0" presId="urn:microsoft.com/office/officeart/2018/2/layout/IconVerticalSolidList"/>
    <dgm:cxn modelId="{793A6BEC-6F22-3A49-8EC5-BEC217F99ADF}" type="presParOf" srcId="{EFE04E3E-E2AB-4DDD-9149-40C028BEF7CD}" destId="{7DDD0EAC-A835-4F9E-AA7C-B442F1F3BE44}" srcOrd="0" destOrd="0" presId="urn:microsoft.com/office/officeart/2018/2/layout/IconVerticalSolidList"/>
    <dgm:cxn modelId="{0B428880-257B-D341-AD3C-4C37BC137C7C}" type="presParOf" srcId="{EFE04E3E-E2AB-4DDD-9149-40C028BEF7CD}" destId="{50681CE2-3EFC-461B-8124-EF43EC9E024E}" srcOrd="1" destOrd="0" presId="urn:microsoft.com/office/officeart/2018/2/layout/IconVerticalSolidList"/>
    <dgm:cxn modelId="{240E0CCC-5362-A140-B334-0D7147A87499}" type="presParOf" srcId="{EFE04E3E-E2AB-4DDD-9149-40C028BEF7CD}" destId="{D2593FA3-DEE9-4441-A68D-86BC1720B2B0}" srcOrd="2" destOrd="0" presId="urn:microsoft.com/office/officeart/2018/2/layout/IconVerticalSolidList"/>
    <dgm:cxn modelId="{847E0EEC-9DE4-B44A-8D36-AE9D9B84F457}" type="presParOf" srcId="{EFE04E3E-E2AB-4DDD-9149-40C028BEF7CD}" destId="{9465C624-F9BD-4CE2-814A-48072C0A76A2}" srcOrd="3" destOrd="0" presId="urn:microsoft.com/office/officeart/2018/2/layout/IconVerticalSolidList"/>
    <dgm:cxn modelId="{E245EF5D-5949-4349-B749-6B6D5D5787D4}" type="presParOf" srcId="{2F9B1718-3DE8-40D6-A084-222D379BB0EA}" destId="{7B5153E1-0362-4C5B-83AA-6EEE132052C6}" srcOrd="3" destOrd="0" presId="urn:microsoft.com/office/officeart/2018/2/layout/IconVerticalSolidList"/>
    <dgm:cxn modelId="{A4FD2DFC-DA2B-6845-A549-785D8C308B86}" type="presParOf" srcId="{2F9B1718-3DE8-40D6-A084-222D379BB0EA}" destId="{74D4E68F-D7B9-49B8-BDE1-26114D8BF86B}" srcOrd="4" destOrd="0" presId="urn:microsoft.com/office/officeart/2018/2/layout/IconVerticalSolidList"/>
    <dgm:cxn modelId="{47EB5A05-8259-7540-B55C-D77E19B9A61B}" type="presParOf" srcId="{74D4E68F-D7B9-49B8-BDE1-26114D8BF86B}" destId="{F4600845-C547-45B3-BC28-88871AFBDCF5}" srcOrd="0" destOrd="0" presId="urn:microsoft.com/office/officeart/2018/2/layout/IconVerticalSolidList"/>
    <dgm:cxn modelId="{F182DC4A-2578-5543-9757-FD0FDF678FB2}" type="presParOf" srcId="{74D4E68F-D7B9-49B8-BDE1-26114D8BF86B}" destId="{F16494FC-222B-4EBA-8304-186FCD3D3D7C}" srcOrd="1" destOrd="0" presId="urn:microsoft.com/office/officeart/2018/2/layout/IconVerticalSolidList"/>
    <dgm:cxn modelId="{7CFBD83E-9E84-554D-A456-A09812A3B278}" type="presParOf" srcId="{74D4E68F-D7B9-49B8-BDE1-26114D8BF86B}" destId="{2D776D78-C278-4802-90EA-86842CDC1AB6}" srcOrd="2" destOrd="0" presId="urn:microsoft.com/office/officeart/2018/2/layout/IconVerticalSolidList"/>
    <dgm:cxn modelId="{BC6E906C-1894-1E4B-85CE-8EAFCB5C96C9}" type="presParOf" srcId="{74D4E68F-D7B9-49B8-BDE1-26114D8BF86B}" destId="{3BB3A14C-6BC7-48A5-8CA2-4A49C385E09D}" srcOrd="3" destOrd="0" presId="urn:microsoft.com/office/officeart/2018/2/layout/IconVerticalSolidList"/>
    <dgm:cxn modelId="{CA53F7D3-B21C-8542-84BA-DC3219549911}" type="presParOf" srcId="{2F9B1718-3DE8-40D6-A084-222D379BB0EA}" destId="{36ECC886-2BC3-404F-8C6D-9EE3F039458E}" srcOrd="5" destOrd="0" presId="urn:microsoft.com/office/officeart/2018/2/layout/IconVerticalSolidList"/>
    <dgm:cxn modelId="{EA825745-E85F-5C4E-8EAE-F0E477E9B826}" type="presParOf" srcId="{2F9B1718-3DE8-40D6-A084-222D379BB0EA}" destId="{BD8FD87B-CDD8-4171-93FD-502BC1441C0B}" srcOrd="6" destOrd="0" presId="urn:microsoft.com/office/officeart/2018/2/layout/IconVerticalSolidList"/>
    <dgm:cxn modelId="{4FCFFBFE-451D-B444-8FF5-AB68A349D9CA}" type="presParOf" srcId="{BD8FD87B-CDD8-4171-93FD-502BC1441C0B}" destId="{F0A0FE29-1A60-4E3F-8AEA-3A981C2DD80E}" srcOrd="0" destOrd="0" presId="urn:microsoft.com/office/officeart/2018/2/layout/IconVerticalSolidList"/>
    <dgm:cxn modelId="{B41AFD78-C538-2340-B6C8-13E6BF4DF0C7}" type="presParOf" srcId="{BD8FD87B-CDD8-4171-93FD-502BC1441C0B}" destId="{37122F4D-38B5-49EA-8A54-040F6BF8EB1A}" srcOrd="1" destOrd="0" presId="urn:microsoft.com/office/officeart/2018/2/layout/IconVerticalSolidList"/>
    <dgm:cxn modelId="{3F50617D-FD4A-334C-907E-0B5B9B53F33D}" type="presParOf" srcId="{BD8FD87B-CDD8-4171-93FD-502BC1441C0B}" destId="{0E05BD7F-C4EA-46A2-8740-817FB3C5C98E}" srcOrd="2" destOrd="0" presId="urn:microsoft.com/office/officeart/2018/2/layout/IconVerticalSolidList"/>
    <dgm:cxn modelId="{9439A941-125A-9944-A81E-86C23AE94C41}" type="presParOf" srcId="{BD8FD87B-CDD8-4171-93FD-502BC1441C0B}" destId="{7DC885B9-CFC0-4FF9-BB7A-D03C3BA6AA97}"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25EB332-7BFC-4F38-B3C2-86915A2096A7}" type="doc">
      <dgm:prSet loTypeId="urn:microsoft.com/office/officeart/2008/layout/HalfCircleOrganizationChart" loCatId="hierarchy" qsTypeId="urn:microsoft.com/office/officeart/2005/8/quickstyle/simple2" qsCatId="simple" csTypeId="urn:microsoft.com/office/officeart/2005/8/colors/colorful1" csCatId="colorful" phldr="1"/>
      <dgm:spPr/>
      <dgm:t>
        <a:bodyPr/>
        <a:lstStyle/>
        <a:p>
          <a:endParaRPr lang="de-DE"/>
        </a:p>
      </dgm:t>
    </dgm:pt>
    <dgm:pt modelId="{66E411B0-21E1-46BB-A56F-5C0526678BDC}">
      <dgm:prSet phldrT="[Text]"/>
      <dgm:spPr/>
      <dgm:t>
        <a:bodyPr/>
        <a:lstStyle/>
        <a:p>
          <a:r>
            <a:rPr lang="de-DE" dirty="0" err="1"/>
            <a:t>any</a:t>
          </a:r>
          <a:endParaRPr lang="de-DE" dirty="0"/>
        </a:p>
      </dgm:t>
    </dgm:pt>
    <dgm:pt modelId="{717B430E-5371-45EA-B172-51C95831C4A0}" type="parTrans" cxnId="{C5CA0EDE-BC06-43B6-AB54-5F1BC37D21D4}">
      <dgm:prSet/>
      <dgm:spPr/>
      <dgm:t>
        <a:bodyPr/>
        <a:lstStyle/>
        <a:p>
          <a:endParaRPr lang="de-DE"/>
        </a:p>
      </dgm:t>
    </dgm:pt>
    <dgm:pt modelId="{BFB57B88-151C-4CB7-9F27-9286D46856AD}" type="sibTrans" cxnId="{C5CA0EDE-BC06-43B6-AB54-5F1BC37D21D4}">
      <dgm:prSet/>
      <dgm:spPr/>
      <dgm:t>
        <a:bodyPr/>
        <a:lstStyle/>
        <a:p>
          <a:endParaRPr lang="de-DE"/>
        </a:p>
      </dgm:t>
    </dgm:pt>
    <dgm:pt modelId="{5EE6A9FA-6940-44C5-9799-E6B48680286D}" type="asst">
      <dgm:prSet phldrT="[Text]"/>
      <dgm:spPr/>
      <dgm:t>
        <a:bodyPr/>
        <a:lstStyle/>
        <a:p>
          <a:r>
            <a:rPr lang="de-DE" dirty="0" err="1"/>
            <a:t>build</a:t>
          </a:r>
          <a:r>
            <a:rPr lang="de-DE" dirty="0"/>
            <a:t>-in </a:t>
          </a:r>
        </a:p>
      </dgm:t>
    </dgm:pt>
    <dgm:pt modelId="{C7555B13-EADA-43C8-BCC7-8E40F734D9D4}" type="parTrans" cxnId="{C7FA707B-7085-4ECE-8EAE-0AEB83CED243}">
      <dgm:prSet/>
      <dgm:spPr/>
      <dgm:t>
        <a:bodyPr/>
        <a:lstStyle/>
        <a:p>
          <a:endParaRPr lang="de-DE"/>
        </a:p>
      </dgm:t>
    </dgm:pt>
    <dgm:pt modelId="{FFE65735-93C1-404F-BAAA-74526C925BA9}" type="sibTrans" cxnId="{C7FA707B-7085-4ECE-8EAE-0AEB83CED243}">
      <dgm:prSet/>
      <dgm:spPr/>
      <dgm:t>
        <a:bodyPr/>
        <a:lstStyle/>
        <a:p>
          <a:endParaRPr lang="de-DE"/>
        </a:p>
      </dgm:t>
    </dgm:pt>
    <dgm:pt modelId="{BB74A2FE-F37E-4D5E-AB25-CE0E373C0801}">
      <dgm:prSet phldrT="[Text]"/>
      <dgm:spPr/>
      <dgm:t>
        <a:bodyPr/>
        <a:lstStyle/>
        <a:p>
          <a:r>
            <a:rPr lang="de-DE" dirty="0"/>
            <a:t>user-</a:t>
          </a:r>
          <a:r>
            <a:rPr lang="de-DE" dirty="0" err="1"/>
            <a:t>defined</a:t>
          </a:r>
          <a:endParaRPr lang="de-DE" dirty="0"/>
        </a:p>
      </dgm:t>
    </dgm:pt>
    <dgm:pt modelId="{7DF84661-5BD8-400B-85D2-4E0300FB7E5B}" type="parTrans" cxnId="{C53DE538-4118-4473-8999-D8B3157AAB06}">
      <dgm:prSet/>
      <dgm:spPr/>
      <dgm:t>
        <a:bodyPr/>
        <a:lstStyle/>
        <a:p>
          <a:endParaRPr lang="de-DE"/>
        </a:p>
      </dgm:t>
    </dgm:pt>
    <dgm:pt modelId="{9AB06497-A5F4-421E-BD3C-511F1EF38DCC}" type="sibTrans" cxnId="{C53DE538-4118-4473-8999-D8B3157AAB06}">
      <dgm:prSet/>
      <dgm:spPr/>
      <dgm:t>
        <a:bodyPr/>
        <a:lstStyle/>
        <a:p>
          <a:endParaRPr lang="de-DE"/>
        </a:p>
      </dgm:t>
    </dgm:pt>
    <dgm:pt modelId="{BB93813A-070A-8D4A-9843-3CCBDE9737C1}" type="pres">
      <dgm:prSet presAssocID="{725EB332-7BFC-4F38-B3C2-86915A2096A7}" presName="Name0" presStyleCnt="0">
        <dgm:presLayoutVars>
          <dgm:orgChart val="1"/>
          <dgm:chPref val="1"/>
          <dgm:dir/>
          <dgm:animOne val="branch"/>
          <dgm:animLvl val="lvl"/>
          <dgm:resizeHandles/>
        </dgm:presLayoutVars>
      </dgm:prSet>
      <dgm:spPr/>
    </dgm:pt>
    <dgm:pt modelId="{05509138-3CB7-2441-857A-26BFDF3AC619}" type="pres">
      <dgm:prSet presAssocID="{66E411B0-21E1-46BB-A56F-5C0526678BDC}" presName="hierRoot1" presStyleCnt="0">
        <dgm:presLayoutVars>
          <dgm:hierBranch val="init"/>
        </dgm:presLayoutVars>
      </dgm:prSet>
      <dgm:spPr/>
    </dgm:pt>
    <dgm:pt modelId="{7C1E00F0-6F2E-9F45-A260-CAD07C8C3326}" type="pres">
      <dgm:prSet presAssocID="{66E411B0-21E1-46BB-A56F-5C0526678BDC}" presName="rootComposite1" presStyleCnt="0"/>
      <dgm:spPr/>
    </dgm:pt>
    <dgm:pt modelId="{E483DDC5-6826-BD44-AB99-BD67F09563F2}" type="pres">
      <dgm:prSet presAssocID="{66E411B0-21E1-46BB-A56F-5C0526678BDC}" presName="rootText1" presStyleLbl="alignAcc1" presStyleIdx="0" presStyleCnt="0">
        <dgm:presLayoutVars>
          <dgm:chPref val="3"/>
        </dgm:presLayoutVars>
      </dgm:prSet>
      <dgm:spPr/>
    </dgm:pt>
    <dgm:pt modelId="{34259B3B-D6B1-F743-83B8-9AB1A60E7DE1}" type="pres">
      <dgm:prSet presAssocID="{66E411B0-21E1-46BB-A56F-5C0526678BDC}" presName="topArc1" presStyleLbl="parChTrans1D1" presStyleIdx="0" presStyleCnt="6"/>
      <dgm:spPr/>
    </dgm:pt>
    <dgm:pt modelId="{B4A37C34-5D0F-3C47-9836-F4DB7D8FF3A7}" type="pres">
      <dgm:prSet presAssocID="{66E411B0-21E1-46BB-A56F-5C0526678BDC}" presName="bottomArc1" presStyleLbl="parChTrans1D1" presStyleIdx="1" presStyleCnt="6"/>
      <dgm:spPr/>
    </dgm:pt>
    <dgm:pt modelId="{DA03E829-B13E-CA42-978B-A244B7328CE7}" type="pres">
      <dgm:prSet presAssocID="{66E411B0-21E1-46BB-A56F-5C0526678BDC}" presName="topConnNode1" presStyleLbl="node1" presStyleIdx="0" presStyleCnt="0"/>
      <dgm:spPr/>
    </dgm:pt>
    <dgm:pt modelId="{B073C965-7A1D-7349-80AF-B53489CD1BFB}" type="pres">
      <dgm:prSet presAssocID="{66E411B0-21E1-46BB-A56F-5C0526678BDC}" presName="hierChild2" presStyleCnt="0"/>
      <dgm:spPr/>
    </dgm:pt>
    <dgm:pt modelId="{203A3C33-7FFA-3748-8258-C09732752CE2}" type="pres">
      <dgm:prSet presAssocID="{7DF84661-5BD8-400B-85D2-4E0300FB7E5B}" presName="Name28" presStyleLbl="parChTrans1D2" presStyleIdx="0" presStyleCnt="2"/>
      <dgm:spPr/>
    </dgm:pt>
    <dgm:pt modelId="{857D2D53-EA34-0541-BD5E-8D6BCDAE294D}" type="pres">
      <dgm:prSet presAssocID="{BB74A2FE-F37E-4D5E-AB25-CE0E373C0801}" presName="hierRoot2" presStyleCnt="0">
        <dgm:presLayoutVars>
          <dgm:hierBranch val="init"/>
        </dgm:presLayoutVars>
      </dgm:prSet>
      <dgm:spPr/>
    </dgm:pt>
    <dgm:pt modelId="{97108150-63F1-4048-8CD1-B27EC454E8AB}" type="pres">
      <dgm:prSet presAssocID="{BB74A2FE-F37E-4D5E-AB25-CE0E373C0801}" presName="rootComposite2" presStyleCnt="0"/>
      <dgm:spPr/>
    </dgm:pt>
    <dgm:pt modelId="{E2F1E523-5190-424F-BA86-8372C6F5CAC4}" type="pres">
      <dgm:prSet presAssocID="{BB74A2FE-F37E-4D5E-AB25-CE0E373C0801}" presName="rootText2" presStyleLbl="alignAcc1" presStyleIdx="0" presStyleCnt="0">
        <dgm:presLayoutVars>
          <dgm:chPref val="3"/>
        </dgm:presLayoutVars>
      </dgm:prSet>
      <dgm:spPr/>
    </dgm:pt>
    <dgm:pt modelId="{9D02861B-EA84-F748-AE6A-3B31D1F98643}" type="pres">
      <dgm:prSet presAssocID="{BB74A2FE-F37E-4D5E-AB25-CE0E373C0801}" presName="topArc2" presStyleLbl="parChTrans1D1" presStyleIdx="2" presStyleCnt="6"/>
      <dgm:spPr/>
    </dgm:pt>
    <dgm:pt modelId="{42882EBD-7C86-3F4E-ACFA-7AFD645EE42A}" type="pres">
      <dgm:prSet presAssocID="{BB74A2FE-F37E-4D5E-AB25-CE0E373C0801}" presName="bottomArc2" presStyleLbl="parChTrans1D1" presStyleIdx="3" presStyleCnt="6"/>
      <dgm:spPr/>
    </dgm:pt>
    <dgm:pt modelId="{A1AF99B4-6369-2542-B197-A64E68C05C52}" type="pres">
      <dgm:prSet presAssocID="{BB74A2FE-F37E-4D5E-AB25-CE0E373C0801}" presName="topConnNode2" presStyleLbl="node2" presStyleIdx="0" presStyleCnt="0"/>
      <dgm:spPr/>
    </dgm:pt>
    <dgm:pt modelId="{135A7650-73D1-9344-98C3-9249746E3B7F}" type="pres">
      <dgm:prSet presAssocID="{BB74A2FE-F37E-4D5E-AB25-CE0E373C0801}" presName="hierChild4" presStyleCnt="0"/>
      <dgm:spPr/>
    </dgm:pt>
    <dgm:pt modelId="{3DD6243B-1954-384F-BF61-A19082DAA9B9}" type="pres">
      <dgm:prSet presAssocID="{BB74A2FE-F37E-4D5E-AB25-CE0E373C0801}" presName="hierChild5" presStyleCnt="0"/>
      <dgm:spPr/>
    </dgm:pt>
    <dgm:pt modelId="{BE3F49F2-7A25-2340-9C96-91A699328FFB}" type="pres">
      <dgm:prSet presAssocID="{66E411B0-21E1-46BB-A56F-5C0526678BDC}" presName="hierChild3" presStyleCnt="0"/>
      <dgm:spPr/>
    </dgm:pt>
    <dgm:pt modelId="{E9E1DB7A-644C-3B42-AD25-2ECA5A8DDB63}" type="pres">
      <dgm:prSet presAssocID="{C7555B13-EADA-43C8-BCC7-8E40F734D9D4}" presName="Name101" presStyleLbl="parChTrans1D2" presStyleIdx="1" presStyleCnt="2"/>
      <dgm:spPr/>
    </dgm:pt>
    <dgm:pt modelId="{D11FF0FD-A7C1-0049-B2A7-95F114818287}" type="pres">
      <dgm:prSet presAssocID="{5EE6A9FA-6940-44C5-9799-E6B48680286D}" presName="hierRoot3" presStyleCnt="0">
        <dgm:presLayoutVars>
          <dgm:hierBranch val="init"/>
        </dgm:presLayoutVars>
      </dgm:prSet>
      <dgm:spPr/>
    </dgm:pt>
    <dgm:pt modelId="{7E79596E-C293-9641-ABE6-EAF1B3C07CA6}" type="pres">
      <dgm:prSet presAssocID="{5EE6A9FA-6940-44C5-9799-E6B48680286D}" presName="rootComposite3" presStyleCnt="0"/>
      <dgm:spPr/>
    </dgm:pt>
    <dgm:pt modelId="{177331BC-3BBA-3E4D-9943-2B47AE708F1D}" type="pres">
      <dgm:prSet presAssocID="{5EE6A9FA-6940-44C5-9799-E6B48680286D}" presName="rootText3" presStyleLbl="alignAcc1" presStyleIdx="0" presStyleCnt="0">
        <dgm:presLayoutVars>
          <dgm:chPref val="3"/>
        </dgm:presLayoutVars>
      </dgm:prSet>
      <dgm:spPr/>
    </dgm:pt>
    <dgm:pt modelId="{80A84B1A-C964-A646-BC6F-F9605462D7EA}" type="pres">
      <dgm:prSet presAssocID="{5EE6A9FA-6940-44C5-9799-E6B48680286D}" presName="topArc3" presStyleLbl="parChTrans1D1" presStyleIdx="4" presStyleCnt="6"/>
      <dgm:spPr/>
    </dgm:pt>
    <dgm:pt modelId="{2F2A00A7-8A99-564A-9E40-413619C32B17}" type="pres">
      <dgm:prSet presAssocID="{5EE6A9FA-6940-44C5-9799-E6B48680286D}" presName="bottomArc3" presStyleLbl="parChTrans1D1" presStyleIdx="5" presStyleCnt="6"/>
      <dgm:spPr/>
    </dgm:pt>
    <dgm:pt modelId="{C3CF920B-9328-2A4B-BFE0-B576720ADB03}" type="pres">
      <dgm:prSet presAssocID="{5EE6A9FA-6940-44C5-9799-E6B48680286D}" presName="topConnNode3" presStyleLbl="asst1" presStyleIdx="0" presStyleCnt="0"/>
      <dgm:spPr/>
    </dgm:pt>
    <dgm:pt modelId="{7D0D0836-BA28-054C-841D-C88C0A8E0625}" type="pres">
      <dgm:prSet presAssocID="{5EE6A9FA-6940-44C5-9799-E6B48680286D}" presName="hierChild6" presStyleCnt="0"/>
      <dgm:spPr/>
    </dgm:pt>
    <dgm:pt modelId="{74AB9EDA-C9EF-FD40-8179-6632100F1AE8}" type="pres">
      <dgm:prSet presAssocID="{5EE6A9FA-6940-44C5-9799-E6B48680286D}" presName="hierChild7" presStyleCnt="0"/>
      <dgm:spPr/>
    </dgm:pt>
  </dgm:ptLst>
  <dgm:cxnLst>
    <dgm:cxn modelId="{C53DE538-4118-4473-8999-D8B3157AAB06}" srcId="{66E411B0-21E1-46BB-A56F-5C0526678BDC}" destId="{BB74A2FE-F37E-4D5E-AB25-CE0E373C0801}" srcOrd="1" destOrd="0" parTransId="{7DF84661-5BD8-400B-85D2-4E0300FB7E5B}" sibTransId="{9AB06497-A5F4-421E-BD3C-511F1EF38DCC}"/>
    <dgm:cxn modelId="{94207C39-5862-F34C-B524-DC1FCFDBCC17}" type="presOf" srcId="{BB74A2FE-F37E-4D5E-AB25-CE0E373C0801}" destId="{A1AF99B4-6369-2542-B197-A64E68C05C52}" srcOrd="1" destOrd="0" presId="urn:microsoft.com/office/officeart/2008/layout/HalfCircleOrganizationChart"/>
    <dgm:cxn modelId="{A3FEA051-3E46-8149-9C70-488C27084635}" type="presOf" srcId="{5EE6A9FA-6940-44C5-9799-E6B48680286D}" destId="{177331BC-3BBA-3E4D-9943-2B47AE708F1D}" srcOrd="0" destOrd="0" presId="urn:microsoft.com/office/officeart/2008/layout/HalfCircleOrganizationChart"/>
    <dgm:cxn modelId="{36CB1A6E-2D7D-B94D-8D37-C1B345F385BF}" type="presOf" srcId="{7DF84661-5BD8-400B-85D2-4E0300FB7E5B}" destId="{203A3C33-7FFA-3748-8258-C09732752CE2}" srcOrd="0" destOrd="0" presId="urn:microsoft.com/office/officeart/2008/layout/HalfCircleOrganizationChart"/>
    <dgm:cxn modelId="{C7FA707B-7085-4ECE-8EAE-0AEB83CED243}" srcId="{66E411B0-21E1-46BB-A56F-5C0526678BDC}" destId="{5EE6A9FA-6940-44C5-9799-E6B48680286D}" srcOrd="0" destOrd="0" parTransId="{C7555B13-EADA-43C8-BCC7-8E40F734D9D4}" sibTransId="{FFE65735-93C1-404F-BAAA-74526C925BA9}"/>
    <dgm:cxn modelId="{FB05FF8B-A3FA-804D-94C0-87D55B4A8A64}" type="presOf" srcId="{725EB332-7BFC-4F38-B3C2-86915A2096A7}" destId="{BB93813A-070A-8D4A-9843-3CCBDE9737C1}" srcOrd="0" destOrd="0" presId="urn:microsoft.com/office/officeart/2008/layout/HalfCircleOrganizationChart"/>
    <dgm:cxn modelId="{AF4D808D-8F6E-0F49-961A-A430AC5CC03A}" type="presOf" srcId="{66E411B0-21E1-46BB-A56F-5C0526678BDC}" destId="{E483DDC5-6826-BD44-AB99-BD67F09563F2}" srcOrd="0" destOrd="0" presId="urn:microsoft.com/office/officeart/2008/layout/HalfCircleOrganizationChart"/>
    <dgm:cxn modelId="{BF3E1893-D261-5B4A-BC0C-209A25151518}" type="presOf" srcId="{C7555B13-EADA-43C8-BCC7-8E40F734D9D4}" destId="{E9E1DB7A-644C-3B42-AD25-2ECA5A8DDB63}" srcOrd="0" destOrd="0" presId="urn:microsoft.com/office/officeart/2008/layout/HalfCircleOrganizationChart"/>
    <dgm:cxn modelId="{0D6B609B-4CB3-5C40-9D88-5E44C4A97F30}" type="presOf" srcId="{5EE6A9FA-6940-44C5-9799-E6B48680286D}" destId="{C3CF920B-9328-2A4B-BFE0-B576720ADB03}" srcOrd="1" destOrd="0" presId="urn:microsoft.com/office/officeart/2008/layout/HalfCircleOrganizationChart"/>
    <dgm:cxn modelId="{C864A3CB-AEAE-F94E-A71C-C0AC62F47E75}" type="presOf" srcId="{66E411B0-21E1-46BB-A56F-5C0526678BDC}" destId="{DA03E829-B13E-CA42-978B-A244B7328CE7}" srcOrd="1" destOrd="0" presId="urn:microsoft.com/office/officeart/2008/layout/HalfCircleOrganizationChart"/>
    <dgm:cxn modelId="{C5CA0EDE-BC06-43B6-AB54-5F1BC37D21D4}" srcId="{725EB332-7BFC-4F38-B3C2-86915A2096A7}" destId="{66E411B0-21E1-46BB-A56F-5C0526678BDC}" srcOrd="0" destOrd="0" parTransId="{717B430E-5371-45EA-B172-51C95831C4A0}" sibTransId="{BFB57B88-151C-4CB7-9F27-9286D46856AD}"/>
    <dgm:cxn modelId="{6945E1F4-AB31-7843-9954-899710275D46}" type="presOf" srcId="{BB74A2FE-F37E-4D5E-AB25-CE0E373C0801}" destId="{E2F1E523-5190-424F-BA86-8372C6F5CAC4}" srcOrd="0" destOrd="0" presId="urn:microsoft.com/office/officeart/2008/layout/HalfCircleOrganizationChart"/>
    <dgm:cxn modelId="{C37823E0-6CA4-9F48-85EF-CA209D9C09B0}" type="presParOf" srcId="{BB93813A-070A-8D4A-9843-3CCBDE9737C1}" destId="{05509138-3CB7-2441-857A-26BFDF3AC619}" srcOrd="0" destOrd="0" presId="urn:microsoft.com/office/officeart/2008/layout/HalfCircleOrganizationChart"/>
    <dgm:cxn modelId="{C75A147B-F44F-6342-B98E-3267762C3403}" type="presParOf" srcId="{05509138-3CB7-2441-857A-26BFDF3AC619}" destId="{7C1E00F0-6F2E-9F45-A260-CAD07C8C3326}" srcOrd="0" destOrd="0" presId="urn:microsoft.com/office/officeart/2008/layout/HalfCircleOrganizationChart"/>
    <dgm:cxn modelId="{B56ECF03-01F2-0F42-9F31-1F9EF3F4EFA7}" type="presParOf" srcId="{7C1E00F0-6F2E-9F45-A260-CAD07C8C3326}" destId="{E483DDC5-6826-BD44-AB99-BD67F09563F2}" srcOrd="0" destOrd="0" presId="urn:microsoft.com/office/officeart/2008/layout/HalfCircleOrganizationChart"/>
    <dgm:cxn modelId="{D9A46C8F-4B6D-FF46-B526-41C3AE194F28}" type="presParOf" srcId="{7C1E00F0-6F2E-9F45-A260-CAD07C8C3326}" destId="{34259B3B-D6B1-F743-83B8-9AB1A60E7DE1}" srcOrd="1" destOrd="0" presId="urn:microsoft.com/office/officeart/2008/layout/HalfCircleOrganizationChart"/>
    <dgm:cxn modelId="{50E0C9A6-4064-804F-B01F-FF99F907EA52}" type="presParOf" srcId="{7C1E00F0-6F2E-9F45-A260-CAD07C8C3326}" destId="{B4A37C34-5D0F-3C47-9836-F4DB7D8FF3A7}" srcOrd="2" destOrd="0" presId="urn:microsoft.com/office/officeart/2008/layout/HalfCircleOrganizationChart"/>
    <dgm:cxn modelId="{21997B97-1D04-E34B-884B-435F3392D87B}" type="presParOf" srcId="{7C1E00F0-6F2E-9F45-A260-CAD07C8C3326}" destId="{DA03E829-B13E-CA42-978B-A244B7328CE7}" srcOrd="3" destOrd="0" presId="urn:microsoft.com/office/officeart/2008/layout/HalfCircleOrganizationChart"/>
    <dgm:cxn modelId="{DC4B6C23-E12D-2A4B-BE9E-DE6ED8BFFAF1}" type="presParOf" srcId="{05509138-3CB7-2441-857A-26BFDF3AC619}" destId="{B073C965-7A1D-7349-80AF-B53489CD1BFB}" srcOrd="1" destOrd="0" presId="urn:microsoft.com/office/officeart/2008/layout/HalfCircleOrganizationChart"/>
    <dgm:cxn modelId="{7282149E-4891-A647-88B9-B8C0CAE694AD}" type="presParOf" srcId="{B073C965-7A1D-7349-80AF-B53489CD1BFB}" destId="{203A3C33-7FFA-3748-8258-C09732752CE2}" srcOrd="0" destOrd="0" presId="urn:microsoft.com/office/officeart/2008/layout/HalfCircleOrganizationChart"/>
    <dgm:cxn modelId="{EFBF637C-49D7-5045-9C24-5EDDE3EE1485}" type="presParOf" srcId="{B073C965-7A1D-7349-80AF-B53489CD1BFB}" destId="{857D2D53-EA34-0541-BD5E-8D6BCDAE294D}" srcOrd="1" destOrd="0" presId="urn:microsoft.com/office/officeart/2008/layout/HalfCircleOrganizationChart"/>
    <dgm:cxn modelId="{85029D80-BB9B-A243-8C9E-04B574584B2A}" type="presParOf" srcId="{857D2D53-EA34-0541-BD5E-8D6BCDAE294D}" destId="{97108150-63F1-4048-8CD1-B27EC454E8AB}" srcOrd="0" destOrd="0" presId="urn:microsoft.com/office/officeart/2008/layout/HalfCircleOrganizationChart"/>
    <dgm:cxn modelId="{B33B9C14-AC07-9644-8AE0-6E531DC0476B}" type="presParOf" srcId="{97108150-63F1-4048-8CD1-B27EC454E8AB}" destId="{E2F1E523-5190-424F-BA86-8372C6F5CAC4}" srcOrd="0" destOrd="0" presId="urn:microsoft.com/office/officeart/2008/layout/HalfCircleOrganizationChart"/>
    <dgm:cxn modelId="{9922A569-E32B-8B47-A285-92C5A3E32268}" type="presParOf" srcId="{97108150-63F1-4048-8CD1-B27EC454E8AB}" destId="{9D02861B-EA84-F748-AE6A-3B31D1F98643}" srcOrd="1" destOrd="0" presId="urn:microsoft.com/office/officeart/2008/layout/HalfCircleOrganizationChart"/>
    <dgm:cxn modelId="{C8A36A55-E85A-8B45-B1A1-70226A92CBF2}" type="presParOf" srcId="{97108150-63F1-4048-8CD1-B27EC454E8AB}" destId="{42882EBD-7C86-3F4E-ACFA-7AFD645EE42A}" srcOrd="2" destOrd="0" presId="urn:microsoft.com/office/officeart/2008/layout/HalfCircleOrganizationChart"/>
    <dgm:cxn modelId="{2A3FC653-FDAA-E949-8638-5F793BAE1F45}" type="presParOf" srcId="{97108150-63F1-4048-8CD1-B27EC454E8AB}" destId="{A1AF99B4-6369-2542-B197-A64E68C05C52}" srcOrd="3" destOrd="0" presId="urn:microsoft.com/office/officeart/2008/layout/HalfCircleOrganizationChart"/>
    <dgm:cxn modelId="{8BEEAA47-6E24-904A-BAE2-344B3C891897}" type="presParOf" srcId="{857D2D53-EA34-0541-BD5E-8D6BCDAE294D}" destId="{135A7650-73D1-9344-98C3-9249746E3B7F}" srcOrd="1" destOrd="0" presId="urn:microsoft.com/office/officeart/2008/layout/HalfCircleOrganizationChart"/>
    <dgm:cxn modelId="{D4BC3DD5-C0B6-514B-BC82-6525EC4FE03C}" type="presParOf" srcId="{857D2D53-EA34-0541-BD5E-8D6BCDAE294D}" destId="{3DD6243B-1954-384F-BF61-A19082DAA9B9}" srcOrd="2" destOrd="0" presId="urn:microsoft.com/office/officeart/2008/layout/HalfCircleOrganizationChart"/>
    <dgm:cxn modelId="{29420D23-1D4A-EC48-9DEE-480C366F2819}" type="presParOf" srcId="{05509138-3CB7-2441-857A-26BFDF3AC619}" destId="{BE3F49F2-7A25-2340-9C96-91A699328FFB}" srcOrd="2" destOrd="0" presId="urn:microsoft.com/office/officeart/2008/layout/HalfCircleOrganizationChart"/>
    <dgm:cxn modelId="{DE0614E3-912F-D941-9116-403F246A6705}" type="presParOf" srcId="{BE3F49F2-7A25-2340-9C96-91A699328FFB}" destId="{E9E1DB7A-644C-3B42-AD25-2ECA5A8DDB63}" srcOrd="0" destOrd="0" presId="urn:microsoft.com/office/officeart/2008/layout/HalfCircleOrganizationChart"/>
    <dgm:cxn modelId="{1E868B6F-863D-014B-A9CC-405E5F29C8BA}" type="presParOf" srcId="{BE3F49F2-7A25-2340-9C96-91A699328FFB}" destId="{D11FF0FD-A7C1-0049-B2A7-95F114818287}" srcOrd="1" destOrd="0" presId="urn:microsoft.com/office/officeart/2008/layout/HalfCircleOrganizationChart"/>
    <dgm:cxn modelId="{12E25E0A-801F-0B48-A205-AB94D9AC939A}" type="presParOf" srcId="{D11FF0FD-A7C1-0049-B2A7-95F114818287}" destId="{7E79596E-C293-9641-ABE6-EAF1B3C07CA6}" srcOrd="0" destOrd="0" presId="urn:microsoft.com/office/officeart/2008/layout/HalfCircleOrganizationChart"/>
    <dgm:cxn modelId="{2C933C08-4948-114B-825C-262F7E09BC06}" type="presParOf" srcId="{7E79596E-C293-9641-ABE6-EAF1B3C07CA6}" destId="{177331BC-3BBA-3E4D-9943-2B47AE708F1D}" srcOrd="0" destOrd="0" presId="urn:microsoft.com/office/officeart/2008/layout/HalfCircleOrganizationChart"/>
    <dgm:cxn modelId="{C7A2A12C-ABB2-CD49-B89D-18B6DCE9AFA6}" type="presParOf" srcId="{7E79596E-C293-9641-ABE6-EAF1B3C07CA6}" destId="{80A84B1A-C964-A646-BC6F-F9605462D7EA}" srcOrd="1" destOrd="0" presId="urn:microsoft.com/office/officeart/2008/layout/HalfCircleOrganizationChart"/>
    <dgm:cxn modelId="{E5D4FD01-01D8-BB4A-ACCA-DBC608656B5B}" type="presParOf" srcId="{7E79596E-C293-9641-ABE6-EAF1B3C07CA6}" destId="{2F2A00A7-8A99-564A-9E40-413619C32B17}" srcOrd="2" destOrd="0" presId="urn:microsoft.com/office/officeart/2008/layout/HalfCircleOrganizationChart"/>
    <dgm:cxn modelId="{70013983-8107-BC43-8A37-6340A7050B50}" type="presParOf" srcId="{7E79596E-C293-9641-ABE6-EAF1B3C07CA6}" destId="{C3CF920B-9328-2A4B-BFE0-B576720ADB03}" srcOrd="3" destOrd="0" presId="urn:microsoft.com/office/officeart/2008/layout/HalfCircleOrganizationChart"/>
    <dgm:cxn modelId="{A51C989B-4132-8748-8F72-3DE61C00DAE1}" type="presParOf" srcId="{D11FF0FD-A7C1-0049-B2A7-95F114818287}" destId="{7D0D0836-BA28-054C-841D-C88C0A8E0625}" srcOrd="1" destOrd="0" presId="urn:microsoft.com/office/officeart/2008/layout/HalfCircleOrganizationChart"/>
    <dgm:cxn modelId="{BA520CE5-3684-754C-A1D0-C3B051BA40AC}" type="presParOf" srcId="{D11FF0FD-A7C1-0049-B2A7-95F114818287}" destId="{74AB9EDA-C9EF-FD40-8179-6632100F1AE8}" srcOrd="2" destOrd="0" presId="urn:microsoft.com/office/officeart/2008/layout/HalfCircleOrganizationChar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7509F39-E273-7E46-9908-3291EEE0B8B5}" type="doc">
      <dgm:prSet loTypeId="urn:microsoft.com/office/officeart/2005/8/layout/default" loCatId="" qsTypeId="urn:microsoft.com/office/officeart/2005/8/quickstyle/3d7" qsCatId="3D" csTypeId="urn:microsoft.com/office/officeart/2005/8/colors/accent1_2" csCatId="accent1" phldr="1"/>
      <dgm:spPr/>
      <dgm:t>
        <a:bodyPr/>
        <a:lstStyle/>
        <a:p>
          <a:endParaRPr lang="en-GB"/>
        </a:p>
      </dgm:t>
    </dgm:pt>
    <dgm:pt modelId="{3A28DC43-6AC2-444F-A371-4E893A1E9445}">
      <dgm:prSet phldrT="[Text]"/>
      <dgm:spPr/>
      <dgm:t>
        <a:bodyPr/>
        <a:lstStyle/>
        <a:p>
          <a:r>
            <a:rPr lang="en-GB" dirty="0"/>
            <a:t>MAX_VALUE</a:t>
          </a:r>
        </a:p>
      </dgm:t>
    </dgm:pt>
    <dgm:pt modelId="{0CE3651C-D5CB-6241-ADA6-649E0F0125F1}" type="parTrans" cxnId="{920A8065-1413-D74E-A47F-8D33714604CF}">
      <dgm:prSet/>
      <dgm:spPr/>
      <dgm:t>
        <a:bodyPr/>
        <a:lstStyle/>
        <a:p>
          <a:endParaRPr lang="en-GB"/>
        </a:p>
      </dgm:t>
    </dgm:pt>
    <dgm:pt modelId="{BB1F1825-C695-0B49-A760-5583FBBAD53C}" type="sibTrans" cxnId="{920A8065-1413-D74E-A47F-8D33714604CF}">
      <dgm:prSet/>
      <dgm:spPr/>
      <dgm:t>
        <a:bodyPr/>
        <a:lstStyle/>
        <a:p>
          <a:endParaRPr lang="en-GB"/>
        </a:p>
      </dgm:t>
    </dgm:pt>
    <dgm:pt modelId="{9B62F52B-1644-124B-8937-304495188692}">
      <dgm:prSet phldrT="[Text]"/>
      <dgm:spPr/>
      <dgm:t>
        <a:bodyPr/>
        <a:lstStyle/>
        <a:p>
          <a:r>
            <a:rPr lang="en-GB" dirty="0"/>
            <a:t>MIN_VALUE</a:t>
          </a:r>
        </a:p>
      </dgm:t>
    </dgm:pt>
    <dgm:pt modelId="{45770209-43C6-F940-8F8D-5EF16205BD6B}" type="parTrans" cxnId="{2B959D7F-C8F4-5945-9E11-74F281FC290E}">
      <dgm:prSet/>
      <dgm:spPr/>
      <dgm:t>
        <a:bodyPr/>
        <a:lstStyle/>
        <a:p>
          <a:endParaRPr lang="en-GB"/>
        </a:p>
      </dgm:t>
    </dgm:pt>
    <dgm:pt modelId="{80089DFC-22C7-2D43-8EDE-78799B3EEE08}" type="sibTrans" cxnId="{2B959D7F-C8F4-5945-9E11-74F281FC290E}">
      <dgm:prSet/>
      <dgm:spPr/>
      <dgm:t>
        <a:bodyPr/>
        <a:lstStyle/>
        <a:p>
          <a:endParaRPr lang="en-GB"/>
        </a:p>
      </dgm:t>
    </dgm:pt>
    <dgm:pt modelId="{B869F354-5D91-9045-9855-32CDD662FB45}">
      <dgm:prSet phldrT="[Text]"/>
      <dgm:spPr/>
      <dgm:t>
        <a:bodyPr/>
        <a:lstStyle/>
        <a:p>
          <a:r>
            <a:rPr lang="en-GB" dirty="0" err="1"/>
            <a:t>NaN</a:t>
          </a:r>
          <a:endParaRPr lang="en-GB" dirty="0"/>
        </a:p>
      </dgm:t>
    </dgm:pt>
    <dgm:pt modelId="{B59FA554-961F-4A43-ABDD-02C9250A1B72}" type="parTrans" cxnId="{F44AA699-5C92-1C46-9C10-A946B9AD2B30}">
      <dgm:prSet/>
      <dgm:spPr/>
      <dgm:t>
        <a:bodyPr/>
        <a:lstStyle/>
        <a:p>
          <a:endParaRPr lang="en-GB"/>
        </a:p>
      </dgm:t>
    </dgm:pt>
    <dgm:pt modelId="{3DF9D38F-84AA-294D-846D-BF332787FF6A}" type="sibTrans" cxnId="{F44AA699-5C92-1C46-9C10-A946B9AD2B30}">
      <dgm:prSet/>
      <dgm:spPr/>
      <dgm:t>
        <a:bodyPr/>
        <a:lstStyle/>
        <a:p>
          <a:endParaRPr lang="en-GB"/>
        </a:p>
      </dgm:t>
    </dgm:pt>
    <dgm:pt modelId="{B2038E9B-3E3D-4143-906A-DB31618211D9}">
      <dgm:prSet phldrT="[Text]"/>
      <dgm:spPr/>
      <dgm:t>
        <a:bodyPr/>
        <a:lstStyle/>
        <a:p>
          <a:r>
            <a:rPr lang="en-GB" dirty="0"/>
            <a:t>NEGATIVE_INFINITY</a:t>
          </a:r>
        </a:p>
      </dgm:t>
    </dgm:pt>
    <dgm:pt modelId="{1AC7C9FF-09A0-0B4F-A0D2-59FC455CF9E8}" type="parTrans" cxnId="{481578E0-103F-FF41-9854-F2C2EE3E75D3}">
      <dgm:prSet/>
      <dgm:spPr/>
      <dgm:t>
        <a:bodyPr/>
        <a:lstStyle/>
        <a:p>
          <a:endParaRPr lang="en-GB"/>
        </a:p>
      </dgm:t>
    </dgm:pt>
    <dgm:pt modelId="{46FF58E2-5216-DC4B-84B9-8BA28EA24F88}" type="sibTrans" cxnId="{481578E0-103F-FF41-9854-F2C2EE3E75D3}">
      <dgm:prSet/>
      <dgm:spPr/>
      <dgm:t>
        <a:bodyPr/>
        <a:lstStyle/>
        <a:p>
          <a:endParaRPr lang="en-GB"/>
        </a:p>
      </dgm:t>
    </dgm:pt>
    <dgm:pt modelId="{CF309546-59E8-714F-942F-FD6F0BD11487}">
      <dgm:prSet phldrT="[Text]"/>
      <dgm:spPr/>
      <dgm:t>
        <a:bodyPr/>
        <a:lstStyle/>
        <a:p>
          <a:r>
            <a:rPr lang="en-GB" dirty="0"/>
            <a:t>POSITIVE_INFINITY</a:t>
          </a:r>
        </a:p>
      </dgm:t>
    </dgm:pt>
    <dgm:pt modelId="{D3283F25-8596-B740-821D-D46CE40D19CF}" type="parTrans" cxnId="{234A7ABB-B094-A046-ACD9-90AA15D9B4AF}">
      <dgm:prSet/>
      <dgm:spPr/>
      <dgm:t>
        <a:bodyPr/>
        <a:lstStyle/>
        <a:p>
          <a:endParaRPr lang="en-GB"/>
        </a:p>
      </dgm:t>
    </dgm:pt>
    <dgm:pt modelId="{0FE012E0-347A-D543-B608-199177513278}" type="sibTrans" cxnId="{234A7ABB-B094-A046-ACD9-90AA15D9B4AF}">
      <dgm:prSet/>
      <dgm:spPr/>
      <dgm:t>
        <a:bodyPr/>
        <a:lstStyle/>
        <a:p>
          <a:endParaRPr lang="en-GB"/>
        </a:p>
      </dgm:t>
    </dgm:pt>
    <dgm:pt modelId="{3AB08CA8-A5D3-7F43-B5BE-DFB6386154B3}" type="pres">
      <dgm:prSet presAssocID="{67509F39-E273-7E46-9908-3291EEE0B8B5}" presName="diagram" presStyleCnt="0">
        <dgm:presLayoutVars>
          <dgm:dir/>
          <dgm:resizeHandles val="exact"/>
        </dgm:presLayoutVars>
      </dgm:prSet>
      <dgm:spPr/>
    </dgm:pt>
    <dgm:pt modelId="{08B51B93-AE9B-B94B-9913-A0FA94D542D5}" type="pres">
      <dgm:prSet presAssocID="{3A28DC43-6AC2-444F-A371-4E893A1E9445}" presName="node" presStyleLbl="node1" presStyleIdx="0" presStyleCnt="5">
        <dgm:presLayoutVars>
          <dgm:bulletEnabled val="1"/>
        </dgm:presLayoutVars>
      </dgm:prSet>
      <dgm:spPr/>
    </dgm:pt>
    <dgm:pt modelId="{B774EAF2-4640-494A-917E-8155A13B900B}" type="pres">
      <dgm:prSet presAssocID="{BB1F1825-C695-0B49-A760-5583FBBAD53C}" presName="sibTrans" presStyleCnt="0"/>
      <dgm:spPr/>
    </dgm:pt>
    <dgm:pt modelId="{E2874CD4-E27F-6D4D-AF3E-0BA502B88C85}" type="pres">
      <dgm:prSet presAssocID="{9B62F52B-1644-124B-8937-304495188692}" presName="node" presStyleLbl="node1" presStyleIdx="1" presStyleCnt="5">
        <dgm:presLayoutVars>
          <dgm:bulletEnabled val="1"/>
        </dgm:presLayoutVars>
      </dgm:prSet>
      <dgm:spPr/>
    </dgm:pt>
    <dgm:pt modelId="{145749C5-A9C4-1946-A6FD-B2C17436FC2E}" type="pres">
      <dgm:prSet presAssocID="{80089DFC-22C7-2D43-8EDE-78799B3EEE08}" presName="sibTrans" presStyleCnt="0"/>
      <dgm:spPr/>
    </dgm:pt>
    <dgm:pt modelId="{46BD3462-22A5-B848-B3BF-947443600A3F}" type="pres">
      <dgm:prSet presAssocID="{B869F354-5D91-9045-9855-32CDD662FB45}" presName="node" presStyleLbl="node1" presStyleIdx="2" presStyleCnt="5">
        <dgm:presLayoutVars>
          <dgm:bulletEnabled val="1"/>
        </dgm:presLayoutVars>
      </dgm:prSet>
      <dgm:spPr/>
    </dgm:pt>
    <dgm:pt modelId="{628B20C8-D8D9-A148-8DF2-4CD781AF1355}" type="pres">
      <dgm:prSet presAssocID="{3DF9D38F-84AA-294D-846D-BF332787FF6A}" presName="sibTrans" presStyleCnt="0"/>
      <dgm:spPr/>
    </dgm:pt>
    <dgm:pt modelId="{5278F817-5899-5244-957D-90D74475FF53}" type="pres">
      <dgm:prSet presAssocID="{B2038E9B-3E3D-4143-906A-DB31618211D9}" presName="node" presStyleLbl="node1" presStyleIdx="3" presStyleCnt="5">
        <dgm:presLayoutVars>
          <dgm:bulletEnabled val="1"/>
        </dgm:presLayoutVars>
      </dgm:prSet>
      <dgm:spPr/>
    </dgm:pt>
    <dgm:pt modelId="{9CAD8578-BAA8-2745-850E-1990B6629710}" type="pres">
      <dgm:prSet presAssocID="{46FF58E2-5216-DC4B-84B9-8BA28EA24F88}" presName="sibTrans" presStyleCnt="0"/>
      <dgm:spPr/>
    </dgm:pt>
    <dgm:pt modelId="{7088EFB0-72B3-8348-9AFC-21329A1C7953}" type="pres">
      <dgm:prSet presAssocID="{CF309546-59E8-714F-942F-FD6F0BD11487}" presName="node" presStyleLbl="node1" presStyleIdx="4" presStyleCnt="5">
        <dgm:presLayoutVars>
          <dgm:bulletEnabled val="1"/>
        </dgm:presLayoutVars>
      </dgm:prSet>
      <dgm:spPr/>
    </dgm:pt>
  </dgm:ptLst>
  <dgm:cxnLst>
    <dgm:cxn modelId="{AAF6662D-D644-3540-ADE2-9C528CD4930F}" type="presOf" srcId="{3A28DC43-6AC2-444F-A371-4E893A1E9445}" destId="{08B51B93-AE9B-B94B-9913-A0FA94D542D5}" srcOrd="0" destOrd="0" presId="urn:microsoft.com/office/officeart/2005/8/layout/default"/>
    <dgm:cxn modelId="{0B71923A-AEF5-8A45-B243-6CCFD22E63B4}" type="presOf" srcId="{9B62F52B-1644-124B-8937-304495188692}" destId="{E2874CD4-E27F-6D4D-AF3E-0BA502B88C85}" srcOrd="0" destOrd="0" presId="urn:microsoft.com/office/officeart/2005/8/layout/default"/>
    <dgm:cxn modelId="{920A8065-1413-D74E-A47F-8D33714604CF}" srcId="{67509F39-E273-7E46-9908-3291EEE0B8B5}" destId="{3A28DC43-6AC2-444F-A371-4E893A1E9445}" srcOrd="0" destOrd="0" parTransId="{0CE3651C-D5CB-6241-ADA6-649E0F0125F1}" sibTransId="{BB1F1825-C695-0B49-A760-5583FBBAD53C}"/>
    <dgm:cxn modelId="{F952426A-7CB4-7E4E-A1ED-61750E4C60C0}" type="presOf" srcId="{67509F39-E273-7E46-9908-3291EEE0B8B5}" destId="{3AB08CA8-A5D3-7F43-B5BE-DFB6386154B3}" srcOrd="0" destOrd="0" presId="urn:microsoft.com/office/officeart/2005/8/layout/default"/>
    <dgm:cxn modelId="{C46BCF77-AF4E-3343-92D5-D4156277CEB5}" type="presOf" srcId="{B869F354-5D91-9045-9855-32CDD662FB45}" destId="{46BD3462-22A5-B848-B3BF-947443600A3F}" srcOrd="0" destOrd="0" presId="urn:microsoft.com/office/officeart/2005/8/layout/default"/>
    <dgm:cxn modelId="{2B959D7F-C8F4-5945-9E11-74F281FC290E}" srcId="{67509F39-E273-7E46-9908-3291EEE0B8B5}" destId="{9B62F52B-1644-124B-8937-304495188692}" srcOrd="1" destOrd="0" parTransId="{45770209-43C6-F940-8F8D-5EF16205BD6B}" sibTransId="{80089DFC-22C7-2D43-8EDE-78799B3EEE08}"/>
    <dgm:cxn modelId="{0D9E3D95-7250-5447-B6AA-1D2ADA914D08}" type="presOf" srcId="{CF309546-59E8-714F-942F-FD6F0BD11487}" destId="{7088EFB0-72B3-8348-9AFC-21329A1C7953}" srcOrd="0" destOrd="0" presId="urn:microsoft.com/office/officeart/2005/8/layout/default"/>
    <dgm:cxn modelId="{F44AA699-5C92-1C46-9C10-A946B9AD2B30}" srcId="{67509F39-E273-7E46-9908-3291EEE0B8B5}" destId="{B869F354-5D91-9045-9855-32CDD662FB45}" srcOrd="2" destOrd="0" parTransId="{B59FA554-961F-4A43-ABDD-02C9250A1B72}" sibTransId="{3DF9D38F-84AA-294D-846D-BF332787FF6A}"/>
    <dgm:cxn modelId="{234A7ABB-B094-A046-ACD9-90AA15D9B4AF}" srcId="{67509F39-E273-7E46-9908-3291EEE0B8B5}" destId="{CF309546-59E8-714F-942F-FD6F0BD11487}" srcOrd="4" destOrd="0" parTransId="{D3283F25-8596-B740-821D-D46CE40D19CF}" sibTransId="{0FE012E0-347A-D543-B608-199177513278}"/>
    <dgm:cxn modelId="{EC1593C6-37FB-F94A-9F02-0DAA70D3EFB4}" type="presOf" srcId="{B2038E9B-3E3D-4143-906A-DB31618211D9}" destId="{5278F817-5899-5244-957D-90D74475FF53}" srcOrd="0" destOrd="0" presId="urn:microsoft.com/office/officeart/2005/8/layout/default"/>
    <dgm:cxn modelId="{481578E0-103F-FF41-9854-F2C2EE3E75D3}" srcId="{67509F39-E273-7E46-9908-3291EEE0B8B5}" destId="{B2038E9B-3E3D-4143-906A-DB31618211D9}" srcOrd="3" destOrd="0" parTransId="{1AC7C9FF-09A0-0B4F-A0D2-59FC455CF9E8}" sibTransId="{46FF58E2-5216-DC4B-84B9-8BA28EA24F88}"/>
    <dgm:cxn modelId="{6505E1D9-D5B0-6C47-9667-4A1AD4A65740}" type="presParOf" srcId="{3AB08CA8-A5D3-7F43-B5BE-DFB6386154B3}" destId="{08B51B93-AE9B-B94B-9913-A0FA94D542D5}" srcOrd="0" destOrd="0" presId="urn:microsoft.com/office/officeart/2005/8/layout/default"/>
    <dgm:cxn modelId="{48591F3F-DB6A-9A46-BEC7-0334784760FD}" type="presParOf" srcId="{3AB08CA8-A5D3-7F43-B5BE-DFB6386154B3}" destId="{B774EAF2-4640-494A-917E-8155A13B900B}" srcOrd="1" destOrd="0" presId="urn:microsoft.com/office/officeart/2005/8/layout/default"/>
    <dgm:cxn modelId="{569F7194-20C0-D24C-91FD-AF1CD6B9FC86}" type="presParOf" srcId="{3AB08CA8-A5D3-7F43-B5BE-DFB6386154B3}" destId="{E2874CD4-E27F-6D4D-AF3E-0BA502B88C85}" srcOrd="2" destOrd="0" presId="urn:microsoft.com/office/officeart/2005/8/layout/default"/>
    <dgm:cxn modelId="{BC7C6E68-D965-3C40-84F2-4534C98AAF4E}" type="presParOf" srcId="{3AB08CA8-A5D3-7F43-B5BE-DFB6386154B3}" destId="{145749C5-A9C4-1946-A6FD-B2C17436FC2E}" srcOrd="3" destOrd="0" presId="urn:microsoft.com/office/officeart/2005/8/layout/default"/>
    <dgm:cxn modelId="{61C7FAE3-3751-384E-BDCE-B5241BACE619}" type="presParOf" srcId="{3AB08CA8-A5D3-7F43-B5BE-DFB6386154B3}" destId="{46BD3462-22A5-B848-B3BF-947443600A3F}" srcOrd="4" destOrd="0" presId="urn:microsoft.com/office/officeart/2005/8/layout/default"/>
    <dgm:cxn modelId="{3B5434CC-8260-3744-93B5-CF31E7FEB840}" type="presParOf" srcId="{3AB08CA8-A5D3-7F43-B5BE-DFB6386154B3}" destId="{628B20C8-D8D9-A148-8DF2-4CD781AF1355}" srcOrd="5" destOrd="0" presId="urn:microsoft.com/office/officeart/2005/8/layout/default"/>
    <dgm:cxn modelId="{141681DB-0DE7-6A45-9A15-38C0D1CB78CF}" type="presParOf" srcId="{3AB08CA8-A5D3-7F43-B5BE-DFB6386154B3}" destId="{5278F817-5899-5244-957D-90D74475FF53}" srcOrd="6" destOrd="0" presId="urn:microsoft.com/office/officeart/2005/8/layout/default"/>
    <dgm:cxn modelId="{C51CC7E0-9878-5946-A3DC-266DC0152F72}" type="presParOf" srcId="{3AB08CA8-A5D3-7F43-B5BE-DFB6386154B3}" destId="{9CAD8578-BAA8-2745-850E-1990B6629710}" srcOrd="7" destOrd="0" presId="urn:microsoft.com/office/officeart/2005/8/layout/default"/>
    <dgm:cxn modelId="{89B1B5C4-72AD-D74F-AD83-7E2CFD56D9CF}" type="presParOf" srcId="{3AB08CA8-A5D3-7F43-B5BE-DFB6386154B3}" destId="{7088EFB0-72B3-8348-9AFC-21329A1C7953}"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729D760-645E-F948-95AE-ACE07D392A03}" type="doc">
      <dgm:prSet loTypeId="urn:microsoft.com/office/officeart/2005/8/layout/list1" loCatId="" qsTypeId="urn:microsoft.com/office/officeart/2005/8/quickstyle/3d6" qsCatId="3D" csTypeId="urn:microsoft.com/office/officeart/2005/8/colors/accent1_2" csCatId="accent1" phldr="1"/>
      <dgm:spPr/>
      <dgm:t>
        <a:bodyPr/>
        <a:lstStyle/>
        <a:p>
          <a:endParaRPr lang="en-GB"/>
        </a:p>
      </dgm:t>
    </dgm:pt>
    <dgm:pt modelId="{4EA5F470-378E-E94D-83AA-F4300F00D9D6}">
      <dgm:prSet phldrT="[Text]"/>
      <dgm:spPr/>
      <dgm:t>
        <a:bodyPr/>
        <a:lstStyle/>
        <a:p>
          <a:r>
            <a:rPr lang="en-GB" dirty="0"/>
            <a:t>Felder</a:t>
          </a:r>
        </a:p>
      </dgm:t>
    </dgm:pt>
    <dgm:pt modelId="{0388EA47-AD5C-1F4E-BDA0-21651BD4A3CA}" type="parTrans" cxnId="{C1ABBBEF-89B4-4E4B-AEC9-B8278F63F136}">
      <dgm:prSet/>
      <dgm:spPr/>
      <dgm:t>
        <a:bodyPr/>
        <a:lstStyle/>
        <a:p>
          <a:endParaRPr lang="en-GB"/>
        </a:p>
      </dgm:t>
    </dgm:pt>
    <dgm:pt modelId="{7D1155B2-4D96-B649-82AB-04A0CBBD69AE}" type="sibTrans" cxnId="{C1ABBBEF-89B4-4E4B-AEC9-B8278F63F136}">
      <dgm:prSet/>
      <dgm:spPr/>
      <dgm:t>
        <a:bodyPr/>
        <a:lstStyle/>
        <a:p>
          <a:endParaRPr lang="en-GB"/>
        </a:p>
      </dgm:t>
    </dgm:pt>
    <dgm:pt modelId="{158F50CC-BDB6-6440-99F5-4D1250C18504}">
      <dgm:prSet phldrT="[Text]"/>
      <dgm:spPr/>
      <dgm:t>
        <a:bodyPr/>
        <a:lstStyle/>
        <a:p>
          <a:r>
            <a:rPr lang="en-GB" dirty="0" err="1"/>
            <a:t>Konstruktoren</a:t>
          </a:r>
          <a:endParaRPr lang="en-GB" dirty="0"/>
        </a:p>
      </dgm:t>
    </dgm:pt>
    <dgm:pt modelId="{2CB57656-11CF-C547-A029-4C2B0CCA6D1E}" type="parTrans" cxnId="{1F7FD93C-2091-4644-90AF-2ED158C60622}">
      <dgm:prSet/>
      <dgm:spPr/>
      <dgm:t>
        <a:bodyPr/>
        <a:lstStyle/>
        <a:p>
          <a:endParaRPr lang="en-GB"/>
        </a:p>
      </dgm:t>
    </dgm:pt>
    <dgm:pt modelId="{49CC0F1B-FB2B-9D49-A58E-2C9F2E06D72D}" type="sibTrans" cxnId="{1F7FD93C-2091-4644-90AF-2ED158C60622}">
      <dgm:prSet/>
      <dgm:spPr/>
      <dgm:t>
        <a:bodyPr/>
        <a:lstStyle/>
        <a:p>
          <a:endParaRPr lang="en-GB"/>
        </a:p>
      </dgm:t>
    </dgm:pt>
    <dgm:pt modelId="{918EDE0F-AE72-C846-8F77-058606A3A717}">
      <dgm:prSet phldrT="[Text]"/>
      <dgm:spPr/>
      <dgm:t>
        <a:bodyPr/>
        <a:lstStyle/>
        <a:p>
          <a:r>
            <a:rPr lang="en-GB" dirty="0" err="1"/>
            <a:t>Funktionen</a:t>
          </a:r>
          <a:endParaRPr lang="en-GB" dirty="0"/>
        </a:p>
      </dgm:t>
    </dgm:pt>
    <dgm:pt modelId="{8E4DD6E5-1AE6-EF4D-A719-B1C7F8AEB17D}" type="parTrans" cxnId="{D112DDEF-E036-E248-8413-4EB86B2A55E7}">
      <dgm:prSet/>
      <dgm:spPr/>
      <dgm:t>
        <a:bodyPr/>
        <a:lstStyle/>
        <a:p>
          <a:endParaRPr lang="en-GB"/>
        </a:p>
      </dgm:t>
    </dgm:pt>
    <dgm:pt modelId="{F0E527BE-D71B-B443-88A1-E998DB7F4343}" type="sibTrans" cxnId="{D112DDEF-E036-E248-8413-4EB86B2A55E7}">
      <dgm:prSet/>
      <dgm:spPr/>
      <dgm:t>
        <a:bodyPr/>
        <a:lstStyle/>
        <a:p>
          <a:endParaRPr lang="en-GB"/>
        </a:p>
      </dgm:t>
    </dgm:pt>
    <dgm:pt modelId="{B174EBD9-067C-B043-8AEF-7463CB33E8E9}" type="pres">
      <dgm:prSet presAssocID="{4729D760-645E-F948-95AE-ACE07D392A03}" presName="linear" presStyleCnt="0">
        <dgm:presLayoutVars>
          <dgm:dir/>
          <dgm:animLvl val="lvl"/>
          <dgm:resizeHandles val="exact"/>
        </dgm:presLayoutVars>
      </dgm:prSet>
      <dgm:spPr/>
    </dgm:pt>
    <dgm:pt modelId="{E2969A43-C29F-104F-8FD9-9942256D66E8}" type="pres">
      <dgm:prSet presAssocID="{4EA5F470-378E-E94D-83AA-F4300F00D9D6}" presName="parentLin" presStyleCnt="0"/>
      <dgm:spPr/>
    </dgm:pt>
    <dgm:pt modelId="{586726A5-281B-8A4A-B1FA-688C0E0E119E}" type="pres">
      <dgm:prSet presAssocID="{4EA5F470-378E-E94D-83AA-F4300F00D9D6}" presName="parentLeftMargin" presStyleLbl="node1" presStyleIdx="0" presStyleCnt="3"/>
      <dgm:spPr/>
    </dgm:pt>
    <dgm:pt modelId="{CD4F5A90-57FB-7D46-8ACA-77784286DEBB}" type="pres">
      <dgm:prSet presAssocID="{4EA5F470-378E-E94D-83AA-F4300F00D9D6}" presName="parentText" presStyleLbl="node1" presStyleIdx="0" presStyleCnt="3">
        <dgm:presLayoutVars>
          <dgm:chMax val="0"/>
          <dgm:bulletEnabled val="1"/>
        </dgm:presLayoutVars>
      </dgm:prSet>
      <dgm:spPr/>
    </dgm:pt>
    <dgm:pt modelId="{10F38D66-5E9C-1E4C-AE2A-F16C5D2FB502}" type="pres">
      <dgm:prSet presAssocID="{4EA5F470-378E-E94D-83AA-F4300F00D9D6}" presName="negativeSpace" presStyleCnt="0"/>
      <dgm:spPr/>
    </dgm:pt>
    <dgm:pt modelId="{6305A6E9-FF4C-384A-B7B4-505B04A5AE37}" type="pres">
      <dgm:prSet presAssocID="{4EA5F470-378E-E94D-83AA-F4300F00D9D6}" presName="childText" presStyleLbl="conFgAcc1" presStyleIdx="0" presStyleCnt="3">
        <dgm:presLayoutVars>
          <dgm:bulletEnabled val="1"/>
        </dgm:presLayoutVars>
      </dgm:prSet>
      <dgm:spPr/>
    </dgm:pt>
    <dgm:pt modelId="{7B84153A-1800-E246-9D82-9D4AE78ADE5A}" type="pres">
      <dgm:prSet presAssocID="{7D1155B2-4D96-B649-82AB-04A0CBBD69AE}" presName="spaceBetweenRectangles" presStyleCnt="0"/>
      <dgm:spPr/>
    </dgm:pt>
    <dgm:pt modelId="{434C2E39-DE1C-5645-B960-5E81095BFF9B}" type="pres">
      <dgm:prSet presAssocID="{158F50CC-BDB6-6440-99F5-4D1250C18504}" presName="parentLin" presStyleCnt="0"/>
      <dgm:spPr/>
    </dgm:pt>
    <dgm:pt modelId="{A44F24C7-7315-AC4E-9008-58E23BEE5FC2}" type="pres">
      <dgm:prSet presAssocID="{158F50CC-BDB6-6440-99F5-4D1250C18504}" presName="parentLeftMargin" presStyleLbl="node1" presStyleIdx="0" presStyleCnt="3"/>
      <dgm:spPr/>
    </dgm:pt>
    <dgm:pt modelId="{4E23C32B-D4F3-744A-BC62-B4277299AEA4}" type="pres">
      <dgm:prSet presAssocID="{158F50CC-BDB6-6440-99F5-4D1250C18504}" presName="parentText" presStyleLbl="node1" presStyleIdx="1" presStyleCnt="3">
        <dgm:presLayoutVars>
          <dgm:chMax val="0"/>
          <dgm:bulletEnabled val="1"/>
        </dgm:presLayoutVars>
      </dgm:prSet>
      <dgm:spPr/>
    </dgm:pt>
    <dgm:pt modelId="{2FCAF94A-5F56-5548-BE0C-C28D83D5B8D4}" type="pres">
      <dgm:prSet presAssocID="{158F50CC-BDB6-6440-99F5-4D1250C18504}" presName="negativeSpace" presStyleCnt="0"/>
      <dgm:spPr/>
    </dgm:pt>
    <dgm:pt modelId="{3034F782-9A22-1242-AEDF-EC2E88C0D473}" type="pres">
      <dgm:prSet presAssocID="{158F50CC-BDB6-6440-99F5-4D1250C18504}" presName="childText" presStyleLbl="conFgAcc1" presStyleIdx="1" presStyleCnt="3">
        <dgm:presLayoutVars>
          <dgm:bulletEnabled val="1"/>
        </dgm:presLayoutVars>
      </dgm:prSet>
      <dgm:spPr/>
    </dgm:pt>
    <dgm:pt modelId="{398D0247-9D51-014C-B487-BCF1BA668707}" type="pres">
      <dgm:prSet presAssocID="{49CC0F1B-FB2B-9D49-A58E-2C9F2E06D72D}" presName="spaceBetweenRectangles" presStyleCnt="0"/>
      <dgm:spPr/>
    </dgm:pt>
    <dgm:pt modelId="{29F9E2BB-F30E-2242-998F-28EBE8DBEA5D}" type="pres">
      <dgm:prSet presAssocID="{918EDE0F-AE72-C846-8F77-058606A3A717}" presName="parentLin" presStyleCnt="0"/>
      <dgm:spPr/>
    </dgm:pt>
    <dgm:pt modelId="{7B3BCBD8-9DC0-B34A-82D1-99E3258F9BA5}" type="pres">
      <dgm:prSet presAssocID="{918EDE0F-AE72-C846-8F77-058606A3A717}" presName="parentLeftMargin" presStyleLbl="node1" presStyleIdx="1" presStyleCnt="3"/>
      <dgm:spPr/>
    </dgm:pt>
    <dgm:pt modelId="{CC22D886-3319-7642-954B-BB2ED3D676DC}" type="pres">
      <dgm:prSet presAssocID="{918EDE0F-AE72-C846-8F77-058606A3A717}" presName="parentText" presStyleLbl="node1" presStyleIdx="2" presStyleCnt="3">
        <dgm:presLayoutVars>
          <dgm:chMax val="0"/>
          <dgm:bulletEnabled val="1"/>
        </dgm:presLayoutVars>
      </dgm:prSet>
      <dgm:spPr/>
    </dgm:pt>
    <dgm:pt modelId="{9CBE4316-FAB4-144F-B917-B92F563C900E}" type="pres">
      <dgm:prSet presAssocID="{918EDE0F-AE72-C846-8F77-058606A3A717}" presName="negativeSpace" presStyleCnt="0"/>
      <dgm:spPr/>
    </dgm:pt>
    <dgm:pt modelId="{A4D8D4E7-691F-9E42-92CE-F4F5D0B447C7}" type="pres">
      <dgm:prSet presAssocID="{918EDE0F-AE72-C846-8F77-058606A3A717}" presName="childText" presStyleLbl="conFgAcc1" presStyleIdx="2" presStyleCnt="3">
        <dgm:presLayoutVars>
          <dgm:bulletEnabled val="1"/>
        </dgm:presLayoutVars>
      </dgm:prSet>
      <dgm:spPr/>
    </dgm:pt>
  </dgm:ptLst>
  <dgm:cxnLst>
    <dgm:cxn modelId="{20961610-86ED-D644-8AED-71B32BA80B64}" type="presOf" srcId="{918EDE0F-AE72-C846-8F77-058606A3A717}" destId="{7B3BCBD8-9DC0-B34A-82D1-99E3258F9BA5}" srcOrd="0" destOrd="0" presId="urn:microsoft.com/office/officeart/2005/8/layout/list1"/>
    <dgm:cxn modelId="{D189F624-110C-E54E-99A1-83FFA9674207}" type="presOf" srcId="{918EDE0F-AE72-C846-8F77-058606A3A717}" destId="{CC22D886-3319-7642-954B-BB2ED3D676DC}" srcOrd="1" destOrd="0" presId="urn:microsoft.com/office/officeart/2005/8/layout/list1"/>
    <dgm:cxn modelId="{E00BC427-22B8-FA45-849C-461FE38490E4}" type="presOf" srcId="{158F50CC-BDB6-6440-99F5-4D1250C18504}" destId="{4E23C32B-D4F3-744A-BC62-B4277299AEA4}" srcOrd="1" destOrd="0" presId="urn:microsoft.com/office/officeart/2005/8/layout/list1"/>
    <dgm:cxn modelId="{1F7FD93C-2091-4644-90AF-2ED158C60622}" srcId="{4729D760-645E-F948-95AE-ACE07D392A03}" destId="{158F50CC-BDB6-6440-99F5-4D1250C18504}" srcOrd="1" destOrd="0" parTransId="{2CB57656-11CF-C547-A029-4C2B0CCA6D1E}" sibTransId="{49CC0F1B-FB2B-9D49-A58E-2C9F2E06D72D}"/>
    <dgm:cxn modelId="{DB569743-2D4D-AD44-9132-B732DC07EE53}" type="presOf" srcId="{4EA5F470-378E-E94D-83AA-F4300F00D9D6}" destId="{CD4F5A90-57FB-7D46-8ACA-77784286DEBB}" srcOrd="1" destOrd="0" presId="urn:microsoft.com/office/officeart/2005/8/layout/list1"/>
    <dgm:cxn modelId="{E0E81867-6A6D-3E4F-A530-562871CB5D94}" type="presOf" srcId="{4729D760-645E-F948-95AE-ACE07D392A03}" destId="{B174EBD9-067C-B043-8AEF-7463CB33E8E9}" srcOrd="0" destOrd="0" presId="urn:microsoft.com/office/officeart/2005/8/layout/list1"/>
    <dgm:cxn modelId="{2C3833A6-F4AB-4F48-9A13-CC7974045AFC}" type="presOf" srcId="{4EA5F470-378E-E94D-83AA-F4300F00D9D6}" destId="{586726A5-281B-8A4A-B1FA-688C0E0E119E}" srcOrd="0" destOrd="0" presId="urn:microsoft.com/office/officeart/2005/8/layout/list1"/>
    <dgm:cxn modelId="{A0DAB3CE-BDFC-4E4A-A232-13980DD6BD91}" type="presOf" srcId="{158F50CC-BDB6-6440-99F5-4D1250C18504}" destId="{A44F24C7-7315-AC4E-9008-58E23BEE5FC2}" srcOrd="0" destOrd="0" presId="urn:microsoft.com/office/officeart/2005/8/layout/list1"/>
    <dgm:cxn modelId="{C1ABBBEF-89B4-4E4B-AEC9-B8278F63F136}" srcId="{4729D760-645E-F948-95AE-ACE07D392A03}" destId="{4EA5F470-378E-E94D-83AA-F4300F00D9D6}" srcOrd="0" destOrd="0" parTransId="{0388EA47-AD5C-1F4E-BDA0-21651BD4A3CA}" sibTransId="{7D1155B2-4D96-B649-82AB-04A0CBBD69AE}"/>
    <dgm:cxn modelId="{D112DDEF-E036-E248-8413-4EB86B2A55E7}" srcId="{4729D760-645E-F948-95AE-ACE07D392A03}" destId="{918EDE0F-AE72-C846-8F77-058606A3A717}" srcOrd="2" destOrd="0" parTransId="{8E4DD6E5-1AE6-EF4D-A719-B1C7F8AEB17D}" sibTransId="{F0E527BE-D71B-B443-88A1-E998DB7F4343}"/>
    <dgm:cxn modelId="{E331F2DA-9E17-0944-BFFF-F62EDFD39EC0}" type="presParOf" srcId="{B174EBD9-067C-B043-8AEF-7463CB33E8E9}" destId="{E2969A43-C29F-104F-8FD9-9942256D66E8}" srcOrd="0" destOrd="0" presId="urn:microsoft.com/office/officeart/2005/8/layout/list1"/>
    <dgm:cxn modelId="{0F58CE9B-98D7-5046-8F5C-ABD2EA47139C}" type="presParOf" srcId="{E2969A43-C29F-104F-8FD9-9942256D66E8}" destId="{586726A5-281B-8A4A-B1FA-688C0E0E119E}" srcOrd="0" destOrd="0" presId="urn:microsoft.com/office/officeart/2005/8/layout/list1"/>
    <dgm:cxn modelId="{0AA33272-D21F-1949-BF78-41D153E8F025}" type="presParOf" srcId="{E2969A43-C29F-104F-8FD9-9942256D66E8}" destId="{CD4F5A90-57FB-7D46-8ACA-77784286DEBB}" srcOrd="1" destOrd="0" presId="urn:microsoft.com/office/officeart/2005/8/layout/list1"/>
    <dgm:cxn modelId="{A4E80314-4BD5-5F4A-B0A1-77EECBA16932}" type="presParOf" srcId="{B174EBD9-067C-B043-8AEF-7463CB33E8E9}" destId="{10F38D66-5E9C-1E4C-AE2A-F16C5D2FB502}" srcOrd="1" destOrd="0" presId="urn:microsoft.com/office/officeart/2005/8/layout/list1"/>
    <dgm:cxn modelId="{17C7917C-0D13-0940-8EC5-E86E3422A4C3}" type="presParOf" srcId="{B174EBD9-067C-B043-8AEF-7463CB33E8E9}" destId="{6305A6E9-FF4C-384A-B7B4-505B04A5AE37}" srcOrd="2" destOrd="0" presId="urn:microsoft.com/office/officeart/2005/8/layout/list1"/>
    <dgm:cxn modelId="{D95D24F1-B09A-D64B-948B-24FB27CB1B26}" type="presParOf" srcId="{B174EBD9-067C-B043-8AEF-7463CB33E8E9}" destId="{7B84153A-1800-E246-9D82-9D4AE78ADE5A}" srcOrd="3" destOrd="0" presId="urn:microsoft.com/office/officeart/2005/8/layout/list1"/>
    <dgm:cxn modelId="{4E23D440-5140-2E47-8911-5A35DD363399}" type="presParOf" srcId="{B174EBD9-067C-B043-8AEF-7463CB33E8E9}" destId="{434C2E39-DE1C-5645-B960-5E81095BFF9B}" srcOrd="4" destOrd="0" presId="urn:microsoft.com/office/officeart/2005/8/layout/list1"/>
    <dgm:cxn modelId="{FA3107CE-3BB4-2F45-B8CC-B5887D5112A9}" type="presParOf" srcId="{434C2E39-DE1C-5645-B960-5E81095BFF9B}" destId="{A44F24C7-7315-AC4E-9008-58E23BEE5FC2}" srcOrd="0" destOrd="0" presId="urn:microsoft.com/office/officeart/2005/8/layout/list1"/>
    <dgm:cxn modelId="{7E0AEB05-B3FA-8D47-B80E-E9D7D509B5B2}" type="presParOf" srcId="{434C2E39-DE1C-5645-B960-5E81095BFF9B}" destId="{4E23C32B-D4F3-744A-BC62-B4277299AEA4}" srcOrd="1" destOrd="0" presId="urn:microsoft.com/office/officeart/2005/8/layout/list1"/>
    <dgm:cxn modelId="{B261C69B-59D0-CA46-89EC-85E4932F5673}" type="presParOf" srcId="{B174EBD9-067C-B043-8AEF-7463CB33E8E9}" destId="{2FCAF94A-5F56-5548-BE0C-C28D83D5B8D4}" srcOrd="5" destOrd="0" presId="urn:microsoft.com/office/officeart/2005/8/layout/list1"/>
    <dgm:cxn modelId="{73B38399-4448-D244-B2FC-3D4C5765BA92}" type="presParOf" srcId="{B174EBD9-067C-B043-8AEF-7463CB33E8E9}" destId="{3034F782-9A22-1242-AEDF-EC2E88C0D473}" srcOrd="6" destOrd="0" presId="urn:microsoft.com/office/officeart/2005/8/layout/list1"/>
    <dgm:cxn modelId="{8A3971A1-CAEA-7A4C-AE3B-CE56F5FE6FC9}" type="presParOf" srcId="{B174EBD9-067C-B043-8AEF-7463CB33E8E9}" destId="{398D0247-9D51-014C-B487-BCF1BA668707}" srcOrd="7" destOrd="0" presId="urn:microsoft.com/office/officeart/2005/8/layout/list1"/>
    <dgm:cxn modelId="{B1EA2A1E-82B8-A646-B895-E61E4F8717C9}" type="presParOf" srcId="{B174EBD9-067C-B043-8AEF-7463CB33E8E9}" destId="{29F9E2BB-F30E-2242-998F-28EBE8DBEA5D}" srcOrd="8" destOrd="0" presId="urn:microsoft.com/office/officeart/2005/8/layout/list1"/>
    <dgm:cxn modelId="{D1DF82D4-0FAD-BC49-BB81-8240320A5A32}" type="presParOf" srcId="{29F9E2BB-F30E-2242-998F-28EBE8DBEA5D}" destId="{7B3BCBD8-9DC0-B34A-82D1-99E3258F9BA5}" srcOrd="0" destOrd="0" presId="urn:microsoft.com/office/officeart/2005/8/layout/list1"/>
    <dgm:cxn modelId="{F2FF3675-CC29-9849-91A9-762A269D4A6F}" type="presParOf" srcId="{29F9E2BB-F30E-2242-998F-28EBE8DBEA5D}" destId="{CC22D886-3319-7642-954B-BB2ED3D676DC}" srcOrd="1" destOrd="0" presId="urn:microsoft.com/office/officeart/2005/8/layout/list1"/>
    <dgm:cxn modelId="{A646361C-F543-8644-B9E0-99053E0E13F3}" type="presParOf" srcId="{B174EBD9-067C-B043-8AEF-7463CB33E8E9}" destId="{9CBE4316-FAB4-144F-B917-B92F563C900E}" srcOrd="9" destOrd="0" presId="urn:microsoft.com/office/officeart/2005/8/layout/list1"/>
    <dgm:cxn modelId="{039630F7-752E-9B4F-B432-6FC5D3D93F1A}" type="presParOf" srcId="{B174EBD9-067C-B043-8AEF-7463CB33E8E9}" destId="{A4D8D4E7-691F-9E42-92CE-F4F5D0B447C7}"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3665B87-71B1-463F-8377-2F135910FC6B}"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115E1171-5EFB-4081-A73D-71CF990DB73E}">
      <dgm:prSet/>
      <dgm:spPr/>
      <dgm:t>
        <a:bodyPr/>
        <a:lstStyle/>
        <a:p>
          <a:r>
            <a:rPr lang="de-DE"/>
            <a:t>node und npm sind auf einem Entwicklerrechner zu installieren</a:t>
          </a:r>
          <a:endParaRPr lang="en-US"/>
        </a:p>
      </dgm:t>
    </dgm:pt>
    <dgm:pt modelId="{5A362385-6E12-486D-BE43-6F487084DD8F}" type="parTrans" cxnId="{639FE52B-201A-43F0-9BF1-80974B1C7181}">
      <dgm:prSet/>
      <dgm:spPr/>
      <dgm:t>
        <a:bodyPr/>
        <a:lstStyle/>
        <a:p>
          <a:endParaRPr lang="en-US"/>
        </a:p>
      </dgm:t>
    </dgm:pt>
    <dgm:pt modelId="{E6B74E0D-D39D-4EA6-91A8-FC3CFD3FA833}" type="sibTrans" cxnId="{639FE52B-201A-43F0-9BF1-80974B1C7181}">
      <dgm:prSet/>
      <dgm:spPr/>
      <dgm:t>
        <a:bodyPr/>
        <a:lstStyle/>
        <a:p>
          <a:endParaRPr lang="en-US"/>
        </a:p>
      </dgm:t>
    </dgm:pt>
    <dgm:pt modelId="{6C7CD90D-DDC6-4B24-9693-5BE1C9C69296}">
      <dgm:prSet/>
      <dgm:spPr/>
      <dgm:t>
        <a:bodyPr/>
        <a:lstStyle/>
        <a:p>
          <a:r>
            <a:rPr lang="de-DE"/>
            <a:t>Näheres hierzu im Anhang</a:t>
          </a:r>
          <a:endParaRPr lang="en-US"/>
        </a:p>
      </dgm:t>
    </dgm:pt>
    <dgm:pt modelId="{4CBF7A68-EC9B-46C0-87F9-FA56BAB33DD1}" type="parTrans" cxnId="{4185FEFC-F1E1-4E45-BA5F-383C4C60CE69}">
      <dgm:prSet/>
      <dgm:spPr/>
      <dgm:t>
        <a:bodyPr/>
        <a:lstStyle/>
        <a:p>
          <a:endParaRPr lang="en-US"/>
        </a:p>
      </dgm:t>
    </dgm:pt>
    <dgm:pt modelId="{C5948A44-319F-4495-A741-934DE44FD0CC}" type="sibTrans" cxnId="{4185FEFC-F1E1-4E45-BA5F-383C4C60CE69}">
      <dgm:prSet/>
      <dgm:spPr/>
      <dgm:t>
        <a:bodyPr/>
        <a:lstStyle/>
        <a:p>
          <a:endParaRPr lang="en-US"/>
        </a:p>
      </dgm:t>
    </dgm:pt>
    <dgm:pt modelId="{BA20D512-B778-4FAD-9FA7-961588FF97B2}">
      <dgm:prSet/>
      <dgm:spPr/>
      <dgm:t>
        <a:bodyPr/>
        <a:lstStyle/>
        <a:p>
          <a:r>
            <a:rPr lang="de-DE"/>
            <a:t>Damit steht ein ausgefeilter Buildprozess zur Verfügung</a:t>
          </a:r>
          <a:endParaRPr lang="en-US"/>
        </a:p>
      </dgm:t>
    </dgm:pt>
    <dgm:pt modelId="{64346143-7848-4874-9944-972660A6447E}" type="parTrans" cxnId="{39B2C9AC-5F1E-4AC6-BC55-4DB171C59DB0}">
      <dgm:prSet/>
      <dgm:spPr/>
      <dgm:t>
        <a:bodyPr/>
        <a:lstStyle/>
        <a:p>
          <a:endParaRPr lang="en-US"/>
        </a:p>
      </dgm:t>
    </dgm:pt>
    <dgm:pt modelId="{CDF8A544-924E-4F19-8FCB-E595BFBC5B03}" type="sibTrans" cxnId="{39B2C9AC-5F1E-4AC6-BC55-4DB171C59DB0}">
      <dgm:prSet/>
      <dgm:spPr/>
      <dgm:t>
        <a:bodyPr/>
        <a:lstStyle/>
        <a:p>
          <a:endParaRPr lang="en-US"/>
        </a:p>
      </dgm:t>
    </dgm:pt>
    <dgm:pt modelId="{1E64982C-F2A1-4FAE-8610-4AD0A53EF3FF}">
      <dgm:prSet/>
      <dgm:spPr/>
      <dgm:t>
        <a:bodyPr/>
        <a:lstStyle/>
        <a:p>
          <a:r>
            <a:rPr lang="de-DE"/>
            <a:t>Verzeichnisstruktur und Projekt-Organisation</a:t>
          </a:r>
          <a:endParaRPr lang="en-US"/>
        </a:p>
      </dgm:t>
    </dgm:pt>
    <dgm:pt modelId="{35EA72F7-E818-42F9-A049-45CAE2CCF8BA}" type="parTrans" cxnId="{3B5A711C-6332-4933-BD51-1F3BDD901DB1}">
      <dgm:prSet/>
      <dgm:spPr/>
      <dgm:t>
        <a:bodyPr/>
        <a:lstStyle/>
        <a:p>
          <a:endParaRPr lang="en-US"/>
        </a:p>
      </dgm:t>
    </dgm:pt>
    <dgm:pt modelId="{E2F2C0EB-EDFE-458D-8D19-AD401B87547C}" type="sibTrans" cxnId="{3B5A711C-6332-4933-BD51-1F3BDD901DB1}">
      <dgm:prSet/>
      <dgm:spPr/>
      <dgm:t>
        <a:bodyPr/>
        <a:lstStyle/>
        <a:p>
          <a:endParaRPr lang="en-US"/>
        </a:p>
      </dgm:t>
    </dgm:pt>
    <dgm:pt modelId="{23C68FED-4AB5-4B5F-8C5A-5E73E365C24B}">
      <dgm:prSet/>
      <dgm:spPr/>
      <dgm:t>
        <a:bodyPr/>
        <a:lstStyle/>
        <a:p>
          <a:r>
            <a:rPr lang="de-DE"/>
            <a:t>Automatische Transpilation</a:t>
          </a:r>
          <a:endParaRPr lang="en-US"/>
        </a:p>
      </dgm:t>
    </dgm:pt>
    <dgm:pt modelId="{F4110FF9-A511-442E-A751-AD4812C1AD32}" type="parTrans" cxnId="{16B3BFD7-57EF-4C3E-B5B7-1CE3C899F3C0}">
      <dgm:prSet/>
      <dgm:spPr/>
      <dgm:t>
        <a:bodyPr/>
        <a:lstStyle/>
        <a:p>
          <a:endParaRPr lang="en-US"/>
        </a:p>
      </dgm:t>
    </dgm:pt>
    <dgm:pt modelId="{BAFDB3E9-5FC8-47DF-A24A-6BA45BA7AA58}" type="sibTrans" cxnId="{16B3BFD7-57EF-4C3E-B5B7-1CE3C899F3C0}">
      <dgm:prSet/>
      <dgm:spPr/>
      <dgm:t>
        <a:bodyPr/>
        <a:lstStyle/>
        <a:p>
          <a:endParaRPr lang="en-US"/>
        </a:p>
      </dgm:t>
    </dgm:pt>
    <dgm:pt modelId="{F375148D-37B2-433F-A706-12033F818F31}">
      <dgm:prSet/>
      <dgm:spPr/>
      <dgm:t>
        <a:bodyPr/>
        <a:lstStyle/>
        <a:p>
          <a:r>
            <a:rPr lang="de-DE"/>
            <a:t>Browser-Update bei Änderungen an den Quellen</a:t>
          </a:r>
          <a:endParaRPr lang="en-US"/>
        </a:p>
      </dgm:t>
    </dgm:pt>
    <dgm:pt modelId="{09139E07-0692-4020-B878-D0543F3DCE4B}" type="parTrans" cxnId="{D336A91B-FD78-4A6E-B54B-2629835131A2}">
      <dgm:prSet/>
      <dgm:spPr/>
      <dgm:t>
        <a:bodyPr/>
        <a:lstStyle/>
        <a:p>
          <a:endParaRPr lang="en-US"/>
        </a:p>
      </dgm:t>
    </dgm:pt>
    <dgm:pt modelId="{06F9513D-6B45-4FD3-9372-1695F732396B}" type="sibTrans" cxnId="{D336A91B-FD78-4A6E-B54B-2629835131A2}">
      <dgm:prSet/>
      <dgm:spPr/>
      <dgm:t>
        <a:bodyPr/>
        <a:lstStyle/>
        <a:p>
          <a:endParaRPr lang="en-US"/>
        </a:p>
      </dgm:t>
    </dgm:pt>
    <dgm:pt modelId="{11D65E8A-52D3-476B-BF61-4DF2A66F3EB1}">
      <dgm:prSet/>
      <dgm:spPr/>
      <dgm:t>
        <a:bodyPr/>
        <a:lstStyle/>
        <a:p>
          <a:r>
            <a:rPr lang="de-DE"/>
            <a:t>Ein spezieller Editor ist nicht notwendig</a:t>
          </a:r>
          <a:endParaRPr lang="en-US"/>
        </a:p>
      </dgm:t>
    </dgm:pt>
    <dgm:pt modelId="{6912DD97-64FB-40E1-8735-B81CEB1A20F1}" type="parTrans" cxnId="{29FA3C11-ABB9-4E8B-ABA0-0704684BCF57}">
      <dgm:prSet/>
      <dgm:spPr/>
      <dgm:t>
        <a:bodyPr/>
        <a:lstStyle/>
        <a:p>
          <a:endParaRPr lang="en-US"/>
        </a:p>
      </dgm:t>
    </dgm:pt>
    <dgm:pt modelId="{4AAADF7F-7135-4AC7-ADB9-04F9BC7A168C}" type="sibTrans" cxnId="{29FA3C11-ABB9-4E8B-ABA0-0704684BCF57}">
      <dgm:prSet/>
      <dgm:spPr/>
      <dgm:t>
        <a:bodyPr/>
        <a:lstStyle/>
        <a:p>
          <a:endParaRPr lang="en-US"/>
        </a:p>
      </dgm:t>
    </dgm:pt>
    <dgm:pt modelId="{F8450A2F-F2A5-49F9-A321-A0273B58A1F7}">
      <dgm:prSet/>
      <dgm:spPr/>
      <dgm:t>
        <a:bodyPr/>
        <a:lstStyle/>
        <a:p>
          <a:r>
            <a:rPr lang="de-DE"/>
            <a:t>Empfohlen wird Atom oder ähnliches</a:t>
          </a:r>
          <a:endParaRPr lang="en-US"/>
        </a:p>
      </dgm:t>
    </dgm:pt>
    <dgm:pt modelId="{387DE0BD-FA43-46E7-9479-A69161F4245F}" type="parTrans" cxnId="{2F6A8109-5362-4F87-A1AA-D84652B0E62A}">
      <dgm:prSet/>
      <dgm:spPr/>
      <dgm:t>
        <a:bodyPr/>
        <a:lstStyle/>
        <a:p>
          <a:endParaRPr lang="en-US"/>
        </a:p>
      </dgm:t>
    </dgm:pt>
    <dgm:pt modelId="{4C99E8AC-7583-4290-B35C-12884513C62F}" type="sibTrans" cxnId="{2F6A8109-5362-4F87-A1AA-D84652B0E62A}">
      <dgm:prSet/>
      <dgm:spPr/>
      <dgm:t>
        <a:bodyPr/>
        <a:lstStyle/>
        <a:p>
          <a:endParaRPr lang="en-US"/>
        </a:p>
      </dgm:t>
    </dgm:pt>
    <dgm:pt modelId="{AD181E89-A120-CE4B-B54A-7AF8C9A8FDAE}" type="pres">
      <dgm:prSet presAssocID="{23665B87-71B1-463F-8377-2F135910FC6B}" presName="linear" presStyleCnt="0">
        <dgm:presLayoutVars>
          <dgm:animLvl val="lvl"/>
          <dgm:resizeHandles val="exact"/>
        </dgm:presLayoutVars>
      </dgm:prSet>
      <dgm:spPr/>
    </dgm:pt>
    <dgm:pt modelId="{CD32D7E5-5B7E-4B4E-BE4E-D9A3694AD337}" type="pres">
      <dgm:prSet presAssocID="{115E1171-5EFB-4081-A73D-71CF990DB73E}" presName="parentText" presStyleLbl="node1" presStyleIdx="0" presStyleCnt="3">
        <dgm:presLayoutVars>
          <dgm:chMax val="0"/>
          <dgm:bulletEnabled val="1"/>
        </dgm:presLayoutVars>
      </dgm:prSet>
      <dgm:spPr/>
    </dgm:pt>
    <dgm:pt modelId="{C969A8D0-9CFE-214F-BD05-D00F95DD159B}" type="pres">
      <dgm:prSet presAssocID="{115E1171-5EFB-4081-A73D-71CF990DB73E}" presName="childText" presStyleLbl="revTx" presStyleIdx="0" presStyleCnt="3">
        <dgm:presLayoutVars>
          <dgm:bulletEnabled val="1"/>
        </dgm:presLayoutVars>
      </dgm:prSet>
      <dgm:spPr/>
    </dgm:pt>
    <dgm:pt modelId="{DBF7F457-3343-C743-B657-5249DC45C846}" type="pres">
      <dgm:prSet presAssocID="{BA20D512-B778-4FAD-9FA7-961588FF97B2}" presName="parentText" presStyleLbl="node1" presStyleIdx="1" presStyleCnt="3">
        <dgm:presLayoutVars>
          <dgm:chMax val="0"/>
          <dgm:bulletEnabled val="1"/>
        </dgm:presLayoutVars>
      </dgm:prSet>
      <dgm:spPr/>
    </dgm:pt>
    <dgm:pt modelId="{86A05BEB-80B6-B94B-9381-3A33D3FEE699}" type="pres">
      <dgm:prSet presAssocID="{BA20D512-B778-4FAD-9FA7-961588FF97B2}" presName="childText" presStyleLbl="revTx" presStyleIdx="1" presStyleCnt="3">
        <dgm:presLayoutVars>
          <dgm:bulletEnabled val="1"/>
        </dgm:presLayoutVars>
      </dgm:prSet>
      <dgm:spPr/>
    </dgm:pt>
    <dgm:pt modelId="{7E8F63C5-9C34-FF4D-801C-0AF2CF2B8D4C}" type="pres">
      <dgm:prSet presAssocID="{11D65E8A-52D3-476B-BF61-4DF2A66F3EB1}" presName="parentText" presStyleLbl="node1" presStyleIdx="2" presStyleCnt="3">
        <dgm:presLayoutVars>
          <dgm:chMax val="0"/>
          <dgm:bulletEnabled val="1"/>
        </dgm:presLayoutVars>
      </dgm:prSet>
      <dgm:spPr/>
    </dgm:pt>
    <dgm:pt modelId="{F5F93022-1561-DD4F-993E-1F43A17E9D3C}" type="pres">
      <dgm:prSet presAssocID="{11D65E8A-52D3-476B-BF61-4DF2A66F3EB1}" presName="childText" presStyleLbl="revTx" presStyleIdx="2" presStyleCnt="3">
        <dgm:presLayoutVars>
          <dgm:bulletEnabled val="1"/>
        </dgm:presLayoutVars>
      </dgm:prSet>
      <dgm:spPr/>
    </dgm:pt>
  </dgm:ptLst>
  <dgm:cxnLst>
    <dgm:cxn modelId="{2F6A8109-5362-4F87-A1AA-D84652B0E62A}" srcId="{11D65E8A-52D3-476B-BF61-4DF2A66F3EB1}" destId="{F8450A2F-F2A5-49F9-A321-A0273B58A1F7}" srcOrd="0" destOrd="0" parTransId="{387DE0BD-FA43-46E7-9479-A69161F4245F}" sibTransId="{4C99E8AC-7583-4290-B35C-12884513C62F}"/>
    <dgm:cxn modelId="{29FA3C11-ABB9-4E8B-ABA0-0704684BCF57}" srcId="{23665B87-71B1-463F-8377-2F135910FC6B}" destId="{11D65E8A-52D3-476B-BF61-4DF2A66F3EB1}" srcOrd="2" destOrd="0" parTransId="{6912DD97-64FB-40E1-8735-B81CEB1A20F1}" sibTransId="{4AAADF7F-7135-4AC7-ADB9-04F9BC7A168C}"/>
    <dgm:cxn modelId="{D336A91B-FD78-4A6E-B54B-2629835131A2}" srcId="{BA20D512-B778-4FAD-9FA7-961588FF97B2}" destId="{F375148D-37B2-433F-A706-12033F818F31}" srcOrd="2" destOrd="0" parTransId="{09139E07-0692-4020-B878-D0543F3DCE4B}" sibTransId="{06F9513D-6B45-4FD3-9372-1695F732396B}"/>
    <dgm:cxn modelId="{3B5A711C-6332-4933-BD51-1F3BDD901DB1}" srcId="{BA20D512-B778-4FAD-9FA7-961588FF97B2}" destId="{1E64982C-F2A1-4FAE-8610-4AD0A53EF3FF}" srcOrd="0" destOrd="0" parTransId="{35EA72F7-E818-42F9-A049-45CAE2CCF8BA}" sibTransId="{E2F2C0EB-EDFE-458D-8D19-AD401B87547C}"/>
    <dgm:cxn modelId="{639FE52B-201A-43F0-9BF1-80974B1C7181}" srcId="{23665B87-71B1-463F-8377-2F135910FC6B}" destId="{115E1171-5EFB-4081-A73D-71CF990DB73E}" srcOrd="0" destOrd="0" parTransId="{5A362385-6E12-486D-BE43-6F487084DD8F}" sibTransId="{E6B74E0D-D39D-4EA6-91A8-FC3CFD3FA833}"/>
    <dgm:cxn modelId="{7B0F4F2E-CC61-4A45-A200-58F0CA718538}" type="presOf" srcId="{F375148D-37B2-433F-A706-12033F818F31}" destId="{86A05BEB-80B6-B94B-9381-3A33D3FEE699}" srcOrd="0" destOrd="2" presId="urn:microsoft.com/office/officeart/2005/8/layout/vList2"/>
    <dgm:cxn modelId="{309A0743-8273-0A4F-B6D1-C092FA1B3436}" type="presOf" srcId="{23C68FED-4AB5-4B5F-8C5A-5E73E365C24B}" destId="{86A05BEB-80B6-B94B-9381-3A33D3FEE699}" srcOrd="0" destOrd="1" presId="urn:microsoft.com/office/officeart/2005/8/layout/vList2"/>
    <dgm:cxn modelId="{CE4E4854-A33B-6F47-92DF-EB6E89701863}" type="presOf" srcId="{F8450A2F-F2A5-49F9-A321-A0273B58A1F7}" destId="{F5F93022-1561-DD4F-993E-1F43A17E9D3C}" srcOrd="0" destOrd="0" presId="urn:microsoft.com/office/officeart/2005/8/layout/vList2"/>
    <dgm:cxn modelId="{FAE4BA57-C6A5-3743-91B0-F066CBDACB25}" type="presOf" srcId="{6C7CD90D-DDC6-4B24-9693-5BE1C9C69296}" destId="{C969A8D0-9CFE-214F-BD05-D00F95DD159B}" srcOrd="0" destOrd="0" presId="urn:microsoft.com/office/officeart/2005/8/layout/vList2"/>
    <dgm:cxn modelId="{2AD45383-B034-2C44-AB01-DEEE6499E2CC}" type="presOf" srcId="{1E64982C-F2A1-4FAE-8610-4AD0A53EF3FF}" destId="{86A05BEB-80B6-B94B-9381-3A33D3FEE699}" srcOrd="0" destOrd="0" presId="urn:microsoft.com/office/officeart/2005/8/layout/vList2"/>
    <dgm:cxn modelId="{6F94D58A-B6F1-D244-B432-3D93F351EB46}" type="presOf" srcId="{BA20D512-B778-4FAD-9FA7-961588FF97B2}" destId="{DBF7F457-3343-C743-B657-5249DC45C846}" srcOrd="0" destOrd="0" presId="urn:microsoft.com/office/officeart/2005/8/layout/vList2"/>
    <dgm:cxn modelId="{39B2C9AC-5F1E-4AC6-BC55-4DB171C59DB0}" srcId="{23665B87-71B1-463F-8377-2F135910FC6B}" destId="{BA20D512-B778-4FAD-9FA7-961588FF97B2}" srcOrd="1" destOrd="0" parTransId="{64346143-7848-4874-9944-972660A6447E}" sibTransId="{CDF8A544-924E-4F19-8FCB-E595BFBC5B03}"/>
    <dgm:cxn modelId="{16B3BFD7-57EF-4C3E-B5B7-1CE3C899F3C0}" srcId="{BA20D512-B778-4FAD-9FA7-961588FF97B2}" destId="{23C68FED-4AB5-4B5F-8C5A-5E73E365C24B}" srcOrd="1" destOrd="0" parTransId="{F4110FF9-A511-442E-A751-AD4812C1AD32}" sibTransId="{BAFDB3E9-5FC8-47DF-A24A-6BA45BA7AA58}"/>
    <dgm:cxn modelId="{4340A2D8-4E3E-3F41-98AD-E22AAEAF5C9F}" type="presOf" srcId="{23665B87-71B1-463F-8377-2F135910FC6B}" destId="{AD181E89-A120-CE4B-B54A-7AF8C9A8FDAE}" srcOrd="0" destOrd="0" presId="urn:microsoft.com/office/officeart/2005/8/layout/vList2"/>
    <dgm:cxn modelId="{F81DE3D8-B33E-7441-844E-7D957D501CA3}" type="presOf" srcId="{115E1171-5EFB-4081-A73D-71CF990DB73E}" destId="{CD32D7E5-5B7E-4B4E-BE4E-D9A3694AD337}" srcOrd="0" destOrd="0" presId="urn:microsoft.com/office/officeart/2005/8/layout/vList2"/>
    <dgm:cxn modelId="{19B2E8D9-CD16-EF44-B5FB-C63C55E338F3}" type="presOf" srcId="{11D65E8A-52D3-476B-BF61-4DF2A66F3EB1}" destId="{7E8F63C5-9C34-FF4D-801C-0AF2CF2B8D4C}" srcOrd="0" destOrd="0" presId="urn:microsoft.com/office/officeart/2005/8/layout/vList2"/>
    <dgm:cxn modelId="{4185FEFC-F1E1-4E45-BA5F-383C4C60CE69}" srcId="{115E1171-5EFB-4081-A73D-71CF990DB73E}" destId="{6C7CD90D-DDC6-4B24-9693-5BE1C9C69296}" srcOrd="0" destOrd="0" parTransId="{4CBF7A68-EC9B-46C0-87F9-FA56BAB33DD1}" sibTransId="{C5948A44-319F-4495-A741-934DE44FD0CC}"/>
    <dgm:cxn modelId="{61BE4905-57AD-9347-BA87-17D60941DE41}" type="presParOf" srcId="{AD181E89-A120-CE4B-B54A-7AF8C9A8FDAE}" destId="{CD32D7E5-5B7E-4B4E-BE4E-D9A3694AD337}" srcOrd="0" destOrd="0" presId="urn:microsoft.com/office/officeart/2005/8/layout/vList2"/>
    <dgm:cxn modelId="{B67D2794-9916-2E4A-8093-202372F66A50}" type="presParOf" srcId="{AD181E89-A120-CE4B-B54A-7AF8C9A8FDAE}" destId="{C969A8D0-9CFE-214F-BD05-D00F95DD159B}" srcOrd="1" destOrd="0" presId="urn:microsoft.com/office/officeart/2005/8/layout/vList2"/>
    <dgm:cxn modelId="{A3B3D4C9-22A3-EA42-A3A6-33844E3F6E6B}" type="presParOf" srcId="{AD181E89-A120-CE4B-B54A-7AF8C9A8FDAE}" destId="{DBF7F457-3343-C743-B657-5249DC45C846}" srcOrd="2" destOrd="0" presId="urn:microsoft.com/office/officeart/2005/8/layout/vList2"/>
    <dgm:cxn modelId="{C27AFC46-B876-DC46-A0C0-881D7378BE08}" type="presParOf" srcId="{AD181E89-A120-CE4B-B54A-7AF8C9A8FDAE}" destId="{86A05BEB-80B6-B94B-9381-3A33D3FEE699}" srcOrd="3" destOrd="0" presId="urn:microsoft.com/office/officeart/2005/8/layout/vList2"/>
    <dgm:cxn modelId="{6E1844DE-0F0E-3546-A93B-BCE971F22D24}" type="presParOf" srcId="{AD181E89-A120-CE4B-B54A-7AF8C9A8FDAE}" destId="{7E8F63C5-9C34-FF4D-801C-0AF2CF2B8D4C}" srcOrd="4" destOrd="0" presId="urn:microsoft.com/office/officeart/2005/8/layout/vList2"/>
    <dgm:cxn modelId="{472F9EE9-98C9-424F-8FE3-0F840244FC18}" type="presParOf" srcId="{AD181E89-A120-CE4B-B54A-7AF8C9A8FDAE}" destId="{F5F93022-1561-DD4F-993E-1F43A17E9D3C}"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1993932D-B877-4D49-9F27-DDEBE7B749F3}" type="doc">
      <dgm:prSet loTypeId="urn:microsoft.com/office/officeart/2005/8/layout/list1" loCatId="" qsTypeId="urn:microsoft.com/office/officeart/2005/8/quickstyle/simple1" qsCatId="simple" csTypeId="urn:microsoft.com/office/officeart/2005/8/colors/accent1_2" csCatId="accent1" phldr="1"/>
      <dgm:spPr/>
      <dgm:t>
        <a:bodyPr/>
        <a:lstStyle/>
        <a:p>
          <a:endParaRPr lang="de-DE"/>
        </a:p>
      </dgm:t>
    </dgm:pt>
    <dgm:pt modelId="{BDC8AD5F-E057-C745-9BC0-D7F20F252283}">
      <dgm:prSet phldrT="[Text]"/>
      <dgm:spPr/>
      <dgm:t>
        <a:bodyPr/>
        <a:lstStyle/>
        <a:p>
          <a:r>
            <a:rPr lang="de-DE" dirty="0"/>
            <a:t>Template Operatoren</a:t>
          </a:r>
        </a:p>
      </dgm:t>
    </dgm:pt>
    <dgm:pt modelId="{3E9B5C01-3AAB-3447-A843-5C3A868A17C5}" type="parTrans" cxnId="{6F09E376-EC94-C145-BC08-42F3EEB4EE90}">
      <dgm:prSet/>
      <dgm:spPr/>
      <dgm:t>
        <a:bodyPr/>
        <a:lstStyle/>
        <a:p>
          <a:endParaRPr lang="de-DE"/>
        </a:p>
      </dgm:t>
    </dgm:pt>
    <dgm:pt modelId="{57858725-9789-2E40-83DA-223F2E6C986E}" type="sibTrans" cxnId="{6F09E376-EC94-C145-BC08-42F3EEB4EE90}">
      <dgm:prSet/>
      <dgm:spPr/>
      <dgm:t>
        <a:bodyPr/>
        <a:lstStyle/>
        <a:p>
          <a:endParaRPr lang="de-DE"/>
        </a:p>
      </dgm:t>
    </dgm:pt>
    <dgm:pt modelId="{7580ECE1-ACEC-4641-B6FA-82103BCF2D8F}">
      <dgm:prSet phldrT="[Text]"/>
      <dgm:spPr/>
      <dgm:t>
        <a:bodyPr/>
        <a:lstStyle/>
        <a:p>
          <a:r>
            <a:rPr lang="de-DE" dirty="0"/>
            <a:t>Evaluation Kontext</a:t>
          </a:r>
        </a:p>
      </dgm:t>
    </dgm:pt>
    <dgm:pt modelId="{20D6F8DF-BA45-1544-8D75-BA0F4B51C9AA}" type="parTrans" cxnId="{D5137189-C39E-864B-A4FA-74B39979BDF8}">
      <dgm:prSet/>
      <dgm:spPr/>
      <dgm:t>
        <a:bodyPr/>
        <a:lstStyle/>
        <a:p>
          <a:endParaRPr lang="de-DE"/>
        </a:p>
      </dgm:t>
    </dgm:pt>
    <dgm:pt modelId="{1865135D-D6AE-F24A-8425-FE5B0287B25E}" type="sibTrans" cxnId="{D5137189-C39E-864B-A4FA-74B39979BDF8}">
      <dgm:prSet/>
      <dgm:spPr/>
      <dgm:t>
        <a:bodyPr/>
        <a:lstStyle/>
        <a:p>
          <a:endParaRPr lang="de-DE"/>
        </a:p>
      </dgm:t>
    </dgm:pt>
    <dgm:pt modelId="{3AB61B9E-4A2E-5644-A4ED-6B9336F7A8DD}">
      <dgm:prSet phldrT="[Text]"/>
      <dgm:spPr/>
      <dgm:t>
        <a:bodyPr/>
        <a:lstStyle/>
        <a:p>
          <a:r>
            <a:rPr lang="de-DE" dirty="0"/>
            <a:t>Pipe Operator |</a:t>
          </a:r>
        </a:p>
      </dgm:t>
    </dgm:pt>
    <dgm:pt modelId="{EBBC5487-A3E0-9449-9C04-4D5A6B267B22}" type="parTrans" cxnId="{4B99E4B7-BBE0-604A-BA3E-413C84B5790A}">
      <dgm:prSet/>
      <dgm:spPr/>
      <dgm:t>
        <a:bodyPr/>
        <a:lstStyle/>
        <a:p>
          <a:endParaRPr lang="de-DE"/>
        </a:p>
      </dgm:t>
    </dgm:pt>
    <dgm:pt modelId="{21146429-2A08-1245-B837-6CA429F08C66}" type="sibTrans" cxnId="{4B99E4B7-BBE0-604A-BA3E-413C84B5790A}">
      <dgm:prSet/>
      <dgm:spPr/>
      <dgm:t>
        <a:bodyPr/>
        <a:lstStyle/>
        <a:p>
          <a:endParaRPr lang="de-DE"/>
        </a:p>
      </dgm:t>
    </dgm:pt>
    <dgm:pt modelId="{19CBA870-31D1-AD40-8CBC-A65F5B1634A3}">
      <dgm:prSet phldrT="[Text]"/>
      <dgm:spPr/>
      <dgm:t>
        <a:bodyPr/>
        <a:lstStyle/>
        <a:p>
          <a:r>
            <a:rPr lang="de-DE" dirty="0" err="1"/>
            <a:t>Elivs</a:t>
          </a:r>
          <a:r>
            <a:rPr lang="de-DE" dirty="0"/>
            <a:t> Operator als Safe Navigation ?.</a:t>
          </a:r>
        </a:p>
      </dgm:t>
    </dgm:pt>
    <dgm:pt modelId="{E701AB9E-A91D-294A-8743-9C4904852B19}" type="parTrans" cxnId="{9A24B10F-57E5-1342-BC17-1C56C8F4160C}">
      <dgm:prSet/>
      <dgm:spPr/>
      <dgm:t>
        <a:bodyPr/>
        <a:lstStyle/>
        <a:p>
          <a:endParaRPr lang="de-DE"/>
        </a:p>
      </dgm:t>
    </dgm:pt>
    <dgm:pt modelId="{8C6665BA-1D69-C148-B377-0EA188AEA810}" type="sibTrans" cxnId="{9A24B10F-57E5-1342-BC17-1C56C8F4160C}">
      <dgm:prSet/>
      <dgm:spPr/>
      <dgm:t>
        <a:bodyPr/>
        <a:lstStyle/>
        <a:p>
          <a:endParaRPr lang="de-DE"/>
        </a:p>
      </dgm:t>
    </dgm:pt>
    <dgm:pt modelId="{8F4628A2-DEF2-8D43-9AC1-C109646C43CA}">
      <dgm:prSet phldrT="[Text]"/>
      <dgm:spPr/>
      <dgm:t>
        <a:bodyPr/>
        <a:lstStyle/>
        <a:p>
          <a:r>
            <a:rPr lang="de-DE" dirty="0"/>
            <a:t>Globaler Namensraum nicht zugreifbar</a:t>
          </a:r>
        </a:p>
      </dgm:t>
    </dgm:pt>
    <dgm:pt modelId="{841D39BF-487F-8D43-8B1F-6A107AB9CF8B}" type="parTrans" cxnId="{7EE5C24D-2B04-CA4E-91BB-07B07A809697}">
      <dgm:prSet/>
      <dgm:spPr/>
      <dgm:t>
        <a:bodyPr/>
        <a:lstStyle/>
        <a:p>
          <a:endParaRPr lang="de-DE"/>
        </a:p>
      </dgm:t>
    </dgm:pt>
    <dgm:pt modelId="{EFD57211-5120-1945-98E9-DD7D3B2F438D}" type="sibTrans" cxnId="{7EE5C24D-2B04-CA4E-91BB-07B07A809697}">
      <dgm:prSet/>
      <dgm:spPr/>
      <dgm:t>
        <a:bodyPr/>
        <a:lstStyle/>
        <a:p>
          <a:endParaRPr lang="de-DE"/>
        </a:p>
      </dgm:t>
    </dgm:pt>
    <dgm:pt modelId="{BB5B0957-37E7-9945-AD25-5CD47AA8E83E}">
      <dgm:prSet phldrT="[Text]"/>
      <dgm:spPr/>
      <dgm:t>
        <a:bodyPr/>
        <a:lstStyle/>
        <a:p>
          <a:r>
            <a:rPr lang="de-DE" dirty="0" err="1"/>
            <a:t>this</a:t>
          </a:r>
          <a:r>
            <a:rPr lang="de-DE" dirty="0"/>
            <a:t> --&gt; </a:t>
          </a:r>
          <a:r>
            <a:rPr lang="de-DE" dirty="0" err="1"/>
            <a:t>Instanzvariablen</a:t>
          </a:r>
          <a:r>
            <a:rPr lang="de-DE" dirty="0"/>
            <a:t> der @</a:t>
          </a:r>
          <a:r>
            <a:rPr lang="de-DE" dirty="0" err="1"/>
            <a:t>Component</a:t>
          </a:r>
          <a:r>
            <a:rPr lang="de-DE" dirty="0"/>
            <a:t> Klasse</a:t>
          </a:r>
        </a:p>
      </dgm:t>
    </dgm:pt>
    <dgm:pt modelId="{B3E54306-BB23-8944-862D-99C709815FAE}" type="parTrans" cxnId="{07F6098B-1C7E-5547-9EC5-8F78513AC49E}">
      <dgm:prSet/>
      <dgm:spPr/>
      <dgm:t>
        <a:bodyPr/>
        <a:lstStyle/>
        <a:p>
          <a:endParaRPr lang="de-DE"/>
        </a:p>
      </dgm:t>
    </dgm:pt>
    <dgm:pt modelId="{7B6487FE-728B-EF45-92FA-CA01B6931CB2}" type="sibTrans" cxnId="{07F6098B-1C7E-5547-9EC5-8F78513AC49E}">
      <dgm:prSet/>
      <dgm:spPr/>
      <dgm:t>
        <a:bodyPr/>
        <a:lstStyle/>
        <a:p>
          <a:endParaRPr lang="de-DE"/>
        </a:p>
      </dgm:t>
    </dgm:pt>
    <dgm:pt modelId="{A686048A-E082-834D-8CB1-73E3405219D7}">
      <dgm:prSet phldrT="[Text]"/>
      <dgm:spPr/>
      <dgm:t>
        <a:bodyPr/>
        <a:lstStyle/>
        <a:p>
          <a:r>
            <a:rPr lang="de-DE" dirty="0"/>
            <a:t>Eigene Template Variablen</a:t>
          </a:r>
        </a:p>
      </dgm:t>
    </dgm:pt>
    <dgm:pt modelId="{CED99273-C1C8-D54D-AF28-4BD02A7225D1}" type="parTrans" cxnId="{E1E177FD-03AF-E248-87CB-7823D42F3E2C}">
      <dgm:prSet/>
      <dgm:spPr/>
      <dgm:t>
        <a:bodyPr/>
        <a:lstStyle/>
        <a:p>
          <a:endParaRPr lang="de-DE"/>
        </a:p>
      </dgm:t>
    </dgm:pt>
    <dgm:pt modelId="{29A0F4A1-A9A8-554A-A1D4-A3605CCA08F4}" type="sibTrans" cxnId="{E1E177FD-03AF-E248-87CB-7823D42F3E2C}">
      <dgm:prSet/>
      <dgm:spPr/>
      <dgm:t>
        <a:bodyPr/>
        <a:lstStyle/>
        <a:p>
          <a:endParaRPr lang="de-DE"/>
        </a:p>
      </dgm:t>
    </dgm:pt>
    <dgm:pt modelId="{34C14D68-AE7C-164C-88C9-9491A866C0C6}">
      <dgm:prSet phldrT="[Text]"/>
      <dgm:spPr/>
      <dgm:t>
        <a:bodyPr/>
        <a:lstStyle/>
        <a:p>
          <a:r>
            <a:rPr lang="de-DE" dirty="0"/>
            <a:t>Was geht nicht</a:t>
          </a:r>
        </a:p>
      </dgm:t>
    </dgm:pt>
    <dgm:pt modelId="{131CDE94-8B0D-2A41-A85B-C822C7688758}" type="parTrans" cxnId="{49ED00EC-D3EC-1A4E-A1C9-979978F71DEF}">
      <dgm:prSet/>
      <dgm:spPr/>
      <dgm:t>
        <a:bodyPr/>
        <a:lstStyle/>
        <a:p>
          <a:endParaRPr lang="de-DE"/>
        </a:p>
      </dgm:t>
    </dgm:pt>
    <dgm:pt modelId="{486649D2-723B-5748-97EB-E8724454A547}" type="sibTrans" cxnId="{49ED00EC-D3EC-1A4E-A1C9-979978F71DEF}">
      <dgm:prSet/>
      <dgm:spPr/>
      <dgm:t>
        <a:bodyPr/>
        <a:lstStyle/>
        <a:p>
          <a:endParaRPr lang="de-DE"/>
        </a:p>
      </dgm:t>
    </dgm:pt>
    <dgm:pt modelId="{13776300-F725-6F49-8706-0FDE9774630A}">
      <dgm:prSet phldrT="[Text]"/>
      <dgm:spPr/>
      <dgm:t>
        <a:bodyPr/>
        <a:lstStyle/>
        <a:p>
          <a:r>
            <a:rPr lang="de-DE" dirty="0" err="1"/>
            <a:t>new</a:t>
          </a:r>
          <a:r>
            <a:rPr lang="de-DE" dirty="0"/>
            <a:t> Operator</a:t>
          </a:r>
        </a:p>
      </dgm:t>
    </dgm:pt>
    <dgm:pt modelId="{C12DBBAA-1625-134A-9486-6F785EFAB7B5}" type="parTrans" cxnId="{EAA9CC6B-FF6C-934D-A0DD-F2E58F01075B}">
      <dgm:prSet/>
      <dgm:spPr/>
      <dgm:t>
        <a:bodyPr/>
        <a:lstStyle/>
        <a:p>
          <a:endParaRPr lang="de-DE"/>
        </a:p>
      </dgm:t>
    </dgm:pt>
    <dgm:pt modelId="{9A651ADA-DDC3-A64D-A083-5C8E8F88E2EE}" type="sibTrans" cxnId="{EAA9CC6B-FF6C-934D-A0DD-F2E58F01075B}">
      <dgm:prSet/>
      <dgm:spPr/>
      <dgm:t>
        <a:bodyPr/>
        <a:lstStyle/>
        <a:p>
          <a:endParaRPr lang="de-DE"/>
        </a:p>
      </dgm:t>
    </dgm:pt>
    <dgm:pt modelId="{B8159EF1-57D0-7140-ABD7-313C5E6F98CC}">
      <dgm:prSet phldrT="[Text]"/>
      <dgm:spPr/>
      <dgm:t>
        <a:bodyPr/>
        <a:lstStyle/>
        <a:p>
          <a:r>
            <a:rPr lang="de-DE" dirty="0"/>
            <a:t>Bit-Operatoren | und &amp;</a:t>
          </a:r>
        </a:p>
      </dgm:t>
    </dgm:pt>
    <dgm:pt modelId="{9A67E168-B7E2-F344-A4BF-6784816A0F88}" type="parTrans" cxnId="{395D2FEE-84E5-454E-BF91-6C6DC69D0BE4}">
      <dgm:prSet/>
      <dgm:spPr/>
      <dgm:t>
        <a:bodyPr/>
        <a:lstStyle/>
        <a:p>
          <a:endParaRPr lang="de-DE"/>
        </a:p>
      </dgm:t>
    </dgm:pt>
    <dgm:pt modelId="{AC09F5DC-6D83-6B4E-9760-A325B220D836}" type="sibTrans" cxnId="{395D2FEE-84E5-454E-BF91-6C6DC69D0BE4}">
      <dgm:prSet/>
      <dgm:spPr/>
      <dgm:t>
        <a:bodyPr/>
        <a:lstStyle/>
        <a:p>
          <a:endParaRPr lang="de-DE"/>
        </a:p>
      </dgm:t>
    </dgm:pt>
    <dgm:pt modelId="{826C3B17-E829-FD4F-9519-38D62E8819AF}">
      <dgm:prSet phldrT="[Text]"/>
      <dgm:spPr/>
      <dgm:t>
        <a:bodyPr/>
        <a:lstStyle/>
        <a:p>
          <a:r>
            <a:rPr lang="de-DE" dirty="0"/>
            <a:t>Inkrement bzw. Dekrement</a:t>
          </a:r>
        </a:p>
      </dgm:t>
    </dgm:pt>
    <dgm:pt modelId="{B37D2F4E-A4C8-5149-8450-4EDD9EADEDD7}" type="parTrans" cxnId="{71E112EA-6A8B-1547-8404-C270A3DDC585}">
      <dgm:prSet/>
      <dgm:spPr/>
      <dgm:t>
        <a:bodyPr/>
        <a:lstStyle/>
        <a:p>
          <a:endParaRPr lang="de-DE"/>
        </a:p>
      </dgm:t>
    </dgm:pt>
    <dgm:pt modelId="{48DCA76D-FD96-EF44-ABC2-FD53AC11A4E0}" type="sibTrans" cxnId="{71E112EA-6A8B-1547-8404-C270A3DDC585}">
      <dgm:prSet/>
      <dgm:spPr/>
      <dgm:t>
        <a:bodyPr/>
        <a:lstStyle/>
        <a:p>
          <a:endParaRPr lang="de-DE"/>
        </a:p>
      </dgm:t>
    </dgm:pt>
    <dgm:pt modelId="{AB84B3CC-F187-6A4B-AE9D-CD80EEC71487}">
      <dgm:prSet phldrT="[Text]"/>
      <dgm:spPr/>
      <dgm:t>
        <a:bodyPr/>
        <a:lstStyle/>
        <a:p>
          <a:r>
            <a:rPr lang="de-DE" dirty="0"/>
            <a:t>Best Practice</a:t>
          </a:r>
        </a:p>
      </dgm:t>
    </dgm:pt>
    <dgm:pt modelId="{EA3C60E6-BB76-D549-84C8-A45E582B15EC}" type="parTrans" cxnId="{01DB8454-5C8A-7B4C-A5F7-A0111D8AE7AD}">
      <dgm:prSet/>
      <dgm:spPr/>
      <dgm:t>
        <a:bodyPr/>
        <a:lstStyle/>
        <a:p>
          <a:endParaRPr lang="de-DE"/>
        </a:p>
      </dgm:t>
    </dgm:pt>
    <dgm:pt modelId="{FAC43625-61FE-D54D-B759-64762FA1B8CA}" type="sibTrans" cxnId="{01DB8454-5C8A-7B4C-A5F7-A0111D8AE7AD}">
      <dgm:prSet/>
      <dgm:spPr/>
      <dgm:t>
        <a:bodyPr/>
        <a:lstStyle/>
        <a:p>
          <a:endParaRPr lang="de-DE"/>
        </a:p>
      </dgm:t>
    </dgm:pt>
    <dgm:pt modelId="{6CA1A46A-77A2-3D42-A93E-E9260B80F487}">
      <dgm:prSet phldrT="[Text]"/>
      <dgm:spPr/>
      <dgm:t>
        <a:bodyPr/>
        <a:lstStyle/>
        <a:p>
          <a:pPr>
            <a:buNone/>
          </a:pPr>
          <a:r>
            <a:rPr lang="de-DE" dirty="0"/>
            <a:t>Halte </a:t>
          </a:r>
          <a:r>
            <a:rPr lang="de-DE" dirty="0" err="1"/>
            <a:t>Expressions</a:t>
          </a:r>
          <a:r>
            <a:rPr lang="de-DE" dirty="0"/>
            <a:t> </a:t>
          </a:r>
          <a:r>
            <a:rPr lang="de-DE" b="1" dirty="0"/>
            <a:t>einfach und lesbar</a:t>
          </a:r>
          <a:endParaRPr lang="de-DE" dirty="0"/>
        </a:p>
      </dgm:t>
    </dgm:pt>
    <dgm:pt modelId="{E34EA0DA-93F3-3649-80DF-0BF548A2AE3B}" type="parTrans" cxnId="{1E91AA2C-89F7-6C43-841E-A3AAD855F909}">
      <dgm:prSet/>
      <dgm:spPr/>
      <dgm:t>
        <a:bodyPr/>
        <a:lstStyle/>
        <a:p>
          <a:endParaRPr lang="de-DE"/>
        </a:p>
      </dgm:t>
    </dgm:pt>
    <dgm:pt modelId="{0FBC70C7-256C-6F4D-962C-096F6B13BE33}" type="sibTrans" cxnId="{1E91AA2C-89F7-6C43-841E-A3AAD855F909}">
      <dgm:prSet/>
      <dgm:spPr/>
      <dgm:t>
        <a:bodyPr/>
        <a:lstStyle/>
        <a:p>
          <a:endParaRPr lang="de-DE"/>
        </a:p>
      </dgm:t>
    </dgm:pt>
    <dgm:pt modelId="{5719A4DB-B523-6A47-B6FA-FEB260627FAC}">
      <dgm:prSet phldrT="[Text]"/>
      <dgm:spPr/>
      <dgm:t>
        <a:bodyPr/>
        <a:lstStyle/>
        <a:p>
          <a:pPr>
            <a:buNone/>
          </a:pPr>
          <a:r>
            <a:rPr lang="de-DE" dirty="0"/>
            <a:t>Komplexe Logik → in den </a:t>
          </a:r>
          <a:r>
            <a:rPr lang="de-DE" dirty="0" err="1"/>
            <a:t>Component</a:t>
          </a:r>
          <a:r>
            <a:rPr lang="de-DE" dirty="0"/>
            <a:t> (am besten als </a:t>
          </a:r>
          <a:r>
            <a:rPr lang="de-DE" b="1" dirty="0" err="1"/>
            <a:t>computed</a:t>
          </a:r>
          <a:r>
            <a:rPr lang="de-DE" b="1" dirty="0"/>
            <a:t> Signal</a:t>
          </a:r>
          <a:r>
            <a:rPr lang="de-DE" dirty="0"/>
            <a:t>)</a:t>
          </a:r>
        </a:p>
      </dgm:t>
    </dgm:pt>
    <dgm:pt modelId="{F2C14410-F2EC-7748-9623-7961E9491880}" type="parTrans" cxnId="{5C391AB1-6B5D-3D4C-9D8A-560C61AD3374}">
      <dgm:prSet/>
      <dgm:spPr/>
      <dgm:t>
        <a:bodyPr/>
        <a:lstStyle/>
        <a:p>
          <a:endParaRPr lang="de-DE"/>
        </a:p>
      </dgm:t>
    </dgm:pt>
    <dgm:pt modelId="{B54C7585-B9D4-8649-B202-A6240D9D1801}" type="sibTrans" cxnId="{5C391AB1-6B5D-3D4C-9D8A-560C61AD3374}">
      <dgm:prSet/>
      <dgm:spPr/>
      <dgm:t>
        <a:bodyPr/>
        <a:lstStyle/>
        <a:p>
          <a:endParaRPr lang="de-DE"/>
        </a:p>
      </dgm:t>
    </dgm:pt>
    <dgm:pt modelId="{4E79E88F-18C8-884B-BF32-AE41C041D9CC}" type="pres">
      <dgm:prSet presAssocID="{1993932D-B877-4D49-9F27-DDEBE7B749F3}" presName="linear" presStyleCnt="0">
        <dgm:presLayoutVars>
          <dgm:dir/>
          <dgm:animLvl val="lvl"/>
          <dgm:resizeHandles val="exact"/>
        </dgm:presLayoutVars>
      </dgm:prSet>
      <dgm:spPr/>
    </dgm:pt>
    <dgm:pt modelId="{5F19B447-A0B4-044E-9856-64B3DF957651}" type="pres">
      <dgm:prSet presAssocID="{BDC8AD5F-E057-C745-9BC0-D7F20F252283}" presName="parentLin" presStyleCnt="0"/>
      <dgm:spPr/>
    </dgm:pt>
    <dgm:pt modelId="{2DAF25DC-B44D-6F44-9862-C4D498337175}" type="pres">
      <dgm:prSet presAssocID="{BDC8AD5F-E057-C745-9BC0-D7F20F252283}" presName="parentLeftMargin" presStyleLbl="node1" presStyleIdx="0" presStyleCnt="4"/>
      <dgm:spPr/>
    </dgm:pt>
    <dgm:pt modelId="{5202CEB0-16B7-4D40-BC11-729BF95DB8C6}" type="pres">
      <dgm:prSet presAssocID="{BDC8AD5F-E057-C745-9BC0-D7F20F252283}" presName="parentText" presStyleLbl="node1" presStyleIdx="0" presStyleCnt="4">
        <dgm:presLayoutVars>
          <dgm:chMax val="0"/>
          <dgm:bulletEnabled val="1"/>
        </dgm:presLayoutVars>
      </dgm:prSet>
      <dgm:spPr/>
    </dgm:pt>
    <dgm:pt modelId="{7D497428-CC8D-B74B-B494-0ED19CAF24C9}" type="pres">
      <dgm:prSet presAssocID="{BDC8AD5F-E057-C745-9BC0-D7F20F252283}" presName="negativeSpace" presStyleCnt="0"/>
      <dgm:spPr/>
    </dgm:pt>
    <dgm:pt modelId="{486A9BEA-F847-4040-A8F5-FD6605508718}" type="pres">
      <dgm:prSet presAssocID="{BDC8AD5F-E057-C745-9BC0-D7F20F252283}" presName="childText" presStyleLbl="conFgAcc1" presStyleIdx="0" presStyleCnt="4">
        <dgm:presLayoutVars>
          <dgm:bulletEnabled val="1"/>
        </dgm:presLayoutVars>
      </dgm:prSet>
      <dgm:spPr/>
    </dgm:pt>
    <dgm:pt modelId="{AEC95825-0795-944E-8C26-3C8F5235303B}" type="pres">
      <dgm:prSet presAssocID="{57858725-9789-2E40-83DA-223F2E6C986E}" presName="spaceBetweenRectangles" presStyleCnt="0"/>
      <dgm:spPr/>
    </dgm:pt>
    <dgm:pt modelId="{7AF544AE-B80B-FF4C-8137-E92BC31BC813}" type="pres">
      <dgm:prSet presAssocID="{7580ECE1-ACEC-4641-B6FA-82103BCF2D8F}" presName="parentLin" presStyleCnt="0"/>
      <dgm:spPr/>
    </dgm:pt>
    <dgm:pt modelId="{FED1427D-39AE-A74C-97BD-39270BAEB0B3}" type="pres">
      <dgm:prSet presAssocID="{7580ECE1-ACEC-4641-B6FA-82103BCF2D8F}" presName="parentLeftMargin" presStyleLbl="node1" presStyleIdx="0" presStyleCnt="4"/>
      <dgm:spPr/>
    </dgm:pt>
    <dgm:pt modelId="{5310B6EA-5864-1B4C-9625-C056B4C29F34}" type="pres">
      <dgm:prSet presAssocID="{7580ECE1-ACEC-4641-B6FA-82103BCF2D8F}" presName="parentText" presStyleLbl="node1" presStyleIdx="1" presStyleCnt="4">
        <dgm:presLayoutVars>
          <dgm:chMax val="0"/>
          <dgm:bulletEnabled val="1"/>
        </dgm:presLayoutVars>
      </dgm:prSet>
      <dgm:spPr/>
    </dgm:pt>
    <dgm:pt modelId="{943ACBDC-7D51-A943-820C-1FDA9B81C174}" type="pres">
      <dgm:prSet presAssocID="{7580ECE1-ACEC-4641-B6FA-82103BCF2D8F}" presName="negativeSpace" presStyleCnt="0"/>
      <dgm:spPr/>
    </dgm:pt>
    <dgm:pt modelId="{C6CB5430-CED1-A348-986D-FE18CC657550}" type="pres">
      <dgm:prSet presAssocID="{7580ECE1-ACEC-4641-B6FA-82103BCF2D8F}" presName="childText" presStyleLbl="conFgAcc1" presStyleIdx="1" presStyleCnt="4">
        <dgm:presLayoutVars>
          <dgm:bulletEnabled val="1"/>
        </dgm:presLayoutVars>
      </dgm:prSet>
      <dgm:spPr/>
    </dgm:pt>
    <dgm:pt modelId="{34AC0287-6656-E74A-9180-82D96BB6BFF9}" type="pres">
      <dgm:prSet presAssocID="{1865135D-D6AE-F24A-8425-FE5B0287B25E}" presName="spaceBetweenRectangles" presStyleCnt="0"/>
      <dgm:spPr/>
    </dgm:pt>
    <dgm:pt modelId="{48000AA2-5EA8-4A4E-A48C-9D150AABB55E}" type="pres">
      <dgm:prSet presAssocID="{34C14D68-AE7C-164C-88C9-9491A866C0C6}" presName="parentLin" presStyleCnt="0"/>
      <dgm:spPr/>
    </dgm:pt>
    <dgm:pt modelId="{1328BB9C-AE3B-474C-BEA3-6743823BF4EC}" type="pres">
      <dgm:prSet presAssocID="{34C14D68-AE7C-164C-88C9-9491A866C0C6}" presName="parentLeftMargin" presStyleLbl="node1" presStyleIdx="1" presStyleCnt="4"/>
      <dgm:spPr/>
    </dgm:pt>
    <dgm:pt modelId="{6C085811-A8B6-9D40-B9F3-8085E71D5E6F}" type="pres">
      <dgm:prSet presAssocID="{34C14D68-AE7C-164C-88C9-9491A866C0C6}" presName="parentText" presStyleLbl="node1" presStyleIdx="2" presStyleCnt="4">
        <dgm:presLayoutVars>
          <dgm:chMax val="0"/>
          <dgm:bulletEnabled val="1"/>
        </dgm:presLayoutVars>
      </dgm:prSet>
      <dgm:spPr/>
    </dgm:pt>
    <dgm:pt modelId="{9F67E264-D6F6-7A49-860F-9D5C72B8E86B}" type="pres">
      <dgm:prSet presAssocID="{34C14D68-AE7C-164C-88C9-9491A866C0C6}" presName="negativeSpace" presStyleCnt="0"/>
      <dgm:spPr/>
    </dgm:pt>
    <dgm:pt modelId="{6B88DEFE-8CDA-9446-B0C9-4194498CC200}" type="pres">
      <dgm:prSet presAssocID="{34C14D68-AE7C-164C-88C9-9491A866C0C6}" presName="childText" presStyleLbl="conFgAcc1" presStyleIdx="2" presStyleCnt="4">
        <dgm:presLayoutVars>
          <dgm:bulletEnabled val="1"/>
        </dgm:presLayoutVars>
      </dgm:prSet>
      <dgm:spPr/>
    </dgm:pt>
    <dgm:pt modelId="{1161934C-BF90-F84E-A9B9-73F1F00F3D7E}" type="pres">
      <dgm:prSet presAssocID="{486649D2-723B-5748-97EB-E8724454A547}" presName="spaceBetweenRectangles" presStyleCnt="0"/>
      <dgm:spPr/>
    </dgm:pt>
    <dgm:pt modelId="{C3A20240-6836-044E-982A-34F27553915D}" type="pres">
      <dgm:prSet presAssocID="{AB84B3CC-F187-6A4B-AE9D-CD80EEC71487}" presName="parentLin" presStyleCnt="0"/>
      <dgm:spPr/>
    </dgm:pt>
    <dgm:pt modelId="{AF94DD46-B9C7-F142-95D2-77C7A1DF3395}" type="pres">
      <dgm:prSet presAssocID="{AB84B3CC-F187-6A4B-AE9D-CD80EEC71487}" presName="parentLeftMargin" presStyleLbl="node1" presStyleIdx="2" presStyleCnt="4"/>
      <dgm:spPr/>
    </dgm:pt>
    <dgm:pt modelId="{2278D12D-E65D-AF4F-928F-8627A029B420}" type="pres">
      <dgm:prSet presAssocID="{AB84B3CC-F187-6A4B-AE9D-CD80EEC71487}" presName="parentText" presStyleLbl="node1" presStyleIdx="3" presStyleCnt="4">
        <dgm:presLayoutVars>
          <dgm:chMax val="0"/>
          <dgm:bulletEnabled val="1"/>
        </dgm:presLayoutVars>
      </dgm:prSet>
      <dgm:spPr/>
    </dgm:pt>
    <dgm:pt modelId="{0BB5C62A-798B-244D-AF15-65DB46E6EDCF}" type="pres">
      <dgm:prSet presAssocID="{AB84B3CC-F187-6A4B-AE9D-CD80EEC71487}" presName="negativeSpace" presStyleCnt="0"/>
      <dgm:spPr/>
    </dgm:pt>
    <dgm:pt modelId="{18F3FBB9-98B1-554D-B3C0-A94B2C99D178}" type="pres">
      <dgm:prSet presAssocID="{AB84B3CC-F187-6A4B-AE9D-CD80EEC71487}" presName="childText" presStyleLbl="conFgAcc1" presStyleIdx="3" presStyleCnt="4">
        <dgm:presLayoutVars>
          <dgm:bulletEnabled val="1"/>
        </dgm:presLayoutVars>
      </dgm:prSet>
      <dgm:spPr/>
    </dgm:pt>
  </dgm:ptLst>
  <dgm:cxnLst>
    <dgm:cxn modelId="{F103E703-262E-9F4A-9D7D-931CFC5DB401}" type="presOf" srcId="{34C14D68-AE7C-164C-88C9-9491A866C0C6}" destId="{1328BB9C-AE3B-474C-BEA3-6743823BF4EC}" srcOrd="0" destOrd="0" presId="urn:microsoft.com/office/officeart/2005/8/layout/list1"/>
    <dgm:cxn modelId="{9A24B10F-57E5-1342-BC17-1C56C8F4160C}" srcId="{BDC8AD5F-E057-C745-9BC0-D7F20F252283}" destId="{19CBA870-31D1-AD40-8CBC-A65F5B1634A3}" srcOrd="1" destOrd="0" parTransId="{E701AB9E-A91D-294A-8743-9C4904852B19}" sibTransId="{8C6665BA-1D69-C148-B377-0EA188AEA810}"/>
    <dgm:cxn modelId="{476E3024-EBAC-B44D-B8A2-57885ED7175E}" type="presOf" srcId="{3AB61B9E-4A2E-5644-A4ED-6B9336F7A8DD}" destId="{486A9BEA-F847-4040-A8F5-FD6605508718}" srcOrd="0" destOrd="0" presId="urn:microsoft.com/office/officeart/2005/8/layout/list1"/>
    <dgm:cxn modelId="{1E91AA2C-89F7-6C43-841E-A3AAD855F909}" srcId="{AB84B3CC-F187-6A4B-AE9D-CD80EEC71487}" destId="{6CA1A46A-77A2-3D42-A93E-E9260B80F487}" srcOrd="0" destOrd="0" parTransId="{E34EA0DA-93F3-3649-80DF-0BF548A2AE3B}" sibTransId="{0FBC70C7-256C-6F4D-962C-096F6B13BE33}"/>
    <dgm:cxn modelId="{9BE1032F-9818-5C41-99DC-2B62916EA469}" type="presOf" srcId="{6CA1A46A-77A2-3D42-A93E-E9260B80F487}" destId="{18F3FBB9-98B1-554D-B3C0-A94B2C99D178}" srcOrd="0" destOrd="0" presId="urn:microsoft.com/office/officeart/2005/8/layout/list1"/>
    <dgm:cxn modelId="{7EE5C24D-2B04-CA4E-91BB-07B07A809697}" srcId="{7580ECE1-ACEC-4641-B6FA-82103BCF2D8F}" destId="{8F4628A2-DEF2-8D43-9AC1-C109646C43CA}" srcOrd="0" destOrd="0" parTransId="{841D39BF-487F-8D43-8B1F-6A107AB9CF8B}" sibTransId="{EFD57211-5120-1945-98E9-DD7D3B2F438D}"/>
    <dgm:cxn modelId="{1B464F4E-3405-FD45-B7EE-DAD31B6E410B}" type="presOf" srcId="{AB84B3CC-F187-6A4B-AE9D-CD80EEC71487}" destId="{2278D12D-E65D-AF4F-928F-8627A029B420}" srcOrd="1" destOrd="0" presId="urn:microsoft.com/office/officeart/2005/8/layout/list1"/>
    <dgm:cxn modelId="{01DB8454-5C8A-7B4C-A5F7-A0111D8AE7AD}" srcId="{1993932D-B877-4D49-9F27-DDEBE7B749F3}" destId="{AB84B3CC-F187-6A4B-AE9D-CD80EEC71487}" srcOrd="3" destOrd="0" parTransId="{EA3C60E6-BB76-D549-84C8-A45E582B15EC}" sibTransId="{FAC43625-61FE-D54D-B759-64762FA1B8CA}"/>
    <dgm:cxn modelId="{99F4E358-EFDD-2145-BCFD-EE06BB3F74E8}" type="presOf" srcId="{34C14D68-AE7C-164C-88C9-9491A866C0C6}" destId="{6C085811-A8B6-9D40-B9F3-8085E71D5E6F}" srcOrd="1" destOrd="0" presId="urn:microsoft.com/office/officeart/2005/8/layout/list1"/>
    <dgm:cxn modelId="{C161CD63-9EDA-1B43-9F47-F3BB345E0E4A}" type="presOf" srcId="{7580ECE1-ACEC-4641-B6FA-82103BCF2D8F}" destId="{FED1427D-39AE-A74C-97BD-39270BAEB0B3}" srcOrd="0" destOrd="0" presId="urn:microsoft.com/office/officeart/2005/8/layout/list1"/>
    <dgm:cxn modelId="{EAA9CC6B-FF6C-934D-A0DD-F2E58F01075B}" srcId="{34C14D68-AE7C-164C-88C9-9491A866C0C6}" destId="{13776300-F725-6F49-8706-0FDE9774630A}" srcOrd="0" destOrd="0" parTransId="{C12DBBAA-1625-134A-9486-6F785EFAB7B5}" sibTransId="{9A651ADA-DDC3-A64D-A083-5C8E8F88E2EE}"/>
    <dgm:cxn modelId="{6F09E376-EC94-C145-BC08-42F3EEB4EE90}" srcId="{1993932D-B877-4D49-9F27-DDEBE7B749F3}" destId="{BDC8AD5F-E057-C745-9BC0-D7F20F252283}" srcOrd="0" destOrd="0" parTransId="{3E9B5C01-3AAB-3447-A843-5C3A868A17C5}" sibTransId="{57858725-9789-2E40-83DA-223F2E6C986E}"/>
    <dgm:cxn modelId="{C3087F78-F869-CC4B-A5CA-5F5276EE158D}" type="presOf" srcId="{A686048A-E082-834D-8CB1-73E3405219D7}" destId="{C6CB5430-CED1-A348-986D-FE18CC657550}" srcOrd="0" destOrd="2" presId="urn:microsoft.com/office/officeart/2005/8/layout/list1"/>
    <dgm:cxn modelId="{CCB94A7D-5BB7-934A-AA69-A4399BE6A5F2}" type="presOf" srcId="{19CBA870-31D1-AD40-8CBC-A65F5B1634A3}" destId="{486A9BEA-F847-4040-A8F5-FD6605508718}" srcOrd="0" destOrd="1" presId="urn:microsoft.com/office/officeart/2005/8/layout/list1"/>
    <dgm:cxn modelId="{D5137189-C39E-864B-A4FA-74B39979BDF8}" srcId="{1993932D-B877-4D49-9F27-DDEBE7B749F3}" destId="{7580ECE1-ACEC-4641-B6FA-82103BCF2D8F}" srcOrd="1" destOrd="0" parTransId="{20D6F8DF-BA45-1544-8D75-BA0F4B51C9AA}" sibTransId="{1865135D-D6AE-F24A-8425-FE5B0287B25E}"/>
    <dgm:cxn modelId="{07F6098B-1C7E-5547-9EC5-8F78513AC49E}" srcId="{7580ECE1-ACEC-4641-B6FA-82103BCF2D8F}" destId="{BB5B0957-37E7-9945-AD25-5CD47AA8E83E}" srcOrd="1" destOrd="0" parTransId="{B3E54306-BB23-8944-862D-99C709815FAE}" sibTransId="{7B6487FE-728B-EF45-92FA-CA01B6931CB2}"/>
    <dgm:cxn modelId="{D6ADBA8E-6FA6-254B-88AD-3CF7A686AF81}" type="presOf" srcId="{BDC8AD5F-E057-C745-9BC0-D7F20F252283}" destId="{5202CEB0-16B7-4D40-BC11-729BF95DB8C6}" srcOrd="1" destOrd="0" presId="urn:microsoft.com/office/officeart/2005/8/layout/list1"/>
    <dgm:cxn modelId="{EE969898-24EA-3248-AAFB-917A8260EF61}" type="presOf" srcId="{B8159EF1-57D0-7140-ABD7-313C5E6F98CC}" destId="{6B88DEFE-8CDA-9446-B0C9-4194498CC200}" srcOrd="0" destOrd="1" presId="urn:microsoft.com/office/officeart/2005/8/layout/list1"/>
    <dgm:cxn modelId="{73165DAA-561D-8043-818F-B259D9B44F7C}" type="presOf" srcId="{8F4628A2-DEF2-8D43-9AC1-C109646C43CA}" destId="{C6CB5430-CED1-A348-986D-FE18CC657550}" srcOrd="0" destOrd="0" presId="urn:microsoft.com/office/officeart/2005/8/layout/list1"/>
    <dgm:cxn modelId="{1FAC23AE-C704-D646-A036-D0A158D04B38}" type="presOf" srcId="{BDC8AD5F-E057-C745-9BC0-D7F20F252283}" destId="{2DAF25DC-B44D-6F44-9862-C4D498337175}" srcOrd="0" destOrd="0" presId="urn:microsoft.com/office/officeart/2005/8/layout/list1"/>
    <dgm:cxn modelId="{5C391AB1-6B5D-3D4C-9D8A-560C61AD3374}" srcId="{AB84B3CC-F187-6A4B-AE9D-CD80EEC71487}" destId="{5719A4DB-B523-6A47-B6FA-FEB260627FAC}" srcOrd="1" destOrd="0" parTransId="{F2C14410-F2EC-7748-9623-7961E9491880}" sibTransId="{B54C7585-B9D4-8649-B202-A6240D9D1801}"/>
    <dgm:cxn modelId="{4B99E4B7-BBE0-604A-BA3E-413C84B5790A}" srcId="{BDC8AD5F-E057-C745-9BC0-D7F20F252283}" destId="{3AB61B9E-4A2E-5644-A4ED-6B9336F7A8DD}" srcOrd="0" destOrd="0" parTransId="{EBBC5487-A3E0-9449-9C04-4D5A6B267B22}" sibTransId="{21146429-2A08-1245-B837-6CA429F08C66}"/>
    <dgm:cxn modelId="{3F017FBA-B4EE-294E-839C-37412F8ABA09}" type="presOf" srcId="{7580ECE1-ACEC-4641-B6FA-82103BCF2D8F}" destId="{5310B6EA-5864-1B4C-9625-C056B4C29F34}" srcOrd="1" destOrd="0" presId="urn:microsoft.com/office/officeart/2005/8/layout/list1"/>
    <dgm:cxn modelId="{0AD3FDBC-CAD3-9448-B876-238A7A2C1CCB}" type="presOf" srcId="{826C3B17-E829-FD4F-9519-38D62E8819AF}" destId="{6B88DEFE-8CDA-9446-B0C9-4194498CC200}" srcOrd="0" destOrd="2" presId="urn:microsoft.com/office/officeart/2005/8/layout/list1"/>
    <dgm:cxn modelId="{871D45C9-7E39-2E4D-BFC1-F4C4FD5A5A01}" type="presOf" srcId="{5719A4DB-B523-6A47-B6FA-FEB260627FAC}" destId="{18F3FBB9-98B1-554D-B3C0-A94B2C99D178}" srcOrd="0" destOrd="1" presId="urn:microsoft.com/office/officeart/2005/8/layout/list1"/>
    <dgm:cxn modelId="{8746B1DA-A27D-AB42-962D-D87DD329B4F9}" type="presOf" srcId="{BB5B0957-37E7-9945-AD25-5CD47AA8E83E}" destId="{C6CB5430-CED1-A348-986D-FE18CC657550}" srcOrd="0" destOrd="1" presId="urn:microsoft.com/office/officeart/2005/8/layout/list1"/>
    <dgm:cxn modelId="{EA2A89DF-E529-F84A-95E0-983C0C31A1BB}" type="presOf" srcId="{1993932D-B877-4D49-9F27-DDEBE7B749F3}" destId="{4E79E88F-18C8-884B-BF32-AE41C041D9CC}" srcOrd="0" destOrd="0" presId="urn:microsoft.com/office/officeart/2005/8/layout/list1"/>
    <dgm:cxn modelId="{420A93E4-E842-344D-9DEC-FFAFD749131B}" type="presOf" srcId="{13776300-F725-6F49-8706-0FDE9774630A}" destId="{6B88DEFE-8CDA-9446-B0C9-4194498CC200}" srcOrd="0" destOrd="0" presId="urn:microsoft.com/office/officeart/2005/8/layout/list1"/>
    <dgm:cxn modelId="{71E112EA-6A8B-1547-8404-C270A3DDC585}" srcId="{34C14D68-AE7C-164C-88C9-9491A866C0C6}" destId="{826C3B17-E829-FD4F-9519-38D62E8819AF}" srcOrd="2" destOrd="0" parTransId="{B37D2F4E-A4C8-5149-8450-4EDD9EADEDD7}" sibTransId="{48DCA76D-FD96-EF44-ABC2-FD53AC11A4E0}"/>
    <dgm:cxn modelId="{49ED00EC-D3EC-1A4E-A1C9-979978F71DEF}" srcId="{1993932D-B877-4D49-9F27-DDEBE7B749F3}" destId="{34C14D68-AE7C-164C-88C9-9491A866C0C6}" srcOrd="2" destOrd="0" parTransId="{131CDE94-8B0D-2A41-A85B-C822C7688758}" sibTransId="{486649D2-723B-5748-97EB-E8724454A547}"/>
    <dgm:cxn modelId="{395D2FEE-84E5-454E-BF91-6C6DC69D0BE4}" srcId="{34C14D68-AE7C-164C-88C9-9491A866C0C6}" destId="{B8159EF1-57D0-7140-ABD7-313C5E6F98CC}" srcOrd="1" destOrd="0" parTransId="{9A67E168-B7E2-F344-A4BF-6784816A0F88}" sibTransId="{AC09F5DC-6D83-6B4E-9760-A325B220D836}"/>
    <dgm:cxn modelId="{E1E177FD-03AF-E248-87CB-7823D42F3E2C}" srcId="{7580ECE1-ACEC-4641-B6FA-82103BCF2D8F}" destId="{A686048A-E082-834D-8CB1-73E3405219D7}" srcOrd="2" destOrd="0" parTransId="{CED99273-C1C8-D54D-AF28-4BD02A7225D1}" sibTransId="{29A0F4A1-A9A8-554A-A1D4-A3605CCA08F4}"/>
    <dgm:cxn modelId="{F946B9FD-2413-F140-8DB1-CA661284FCCB}" type="presOf" srcId="{AB84B3CC-F187-6A4B-AE9D-CD80EEC71487}" destId="{AF94DD46-B9C7-F142-95D2-77C7A1DF3395}" srcOrd="0" destOrd="0" presId="urn:microsoft.com/office/officeart/2005/8/layout/list1"/>
    <dgm:cxn modelId="{85657A1C-5F1F-704B-B7F5-F7A6FF0D2FE8}" type="presParOf" srcId="{4E79E88F-18C8-884B-BF32-AE41C041D9CC}" destId="{5F19B447-A0B4-044E-9856-64B3DF957651}" srcOrd="0" destOrd="0" presId="urn:microsoft.com/office/officeart/2005/8/layout/list1"/>
    <dgm:cxn modelId="{7D9961E6-866B-F64B-886F-64372BE9EC68}" type="presParOf" srcId="{5F19B447-A0B4-044E-9856-64B3DF957651}" destId="{2DAF25DC-B44D-6F44-9862-C4D498337175}" srcOrd="0" destOrd="0" presId="urn:microsoft.com/office/officeart/2005/8/layout/list1"/>
    <dgm:cxn modelId="{3112C553-25DF-5646-BA72-A9D46615B7F4}" type="presParOf" srcId="{5F19B447-A0B4-044E-9856-64B3DF957651}" destId="{5202CEB0-16B7-4D40-BC11-729BF95DB8C6}" srcOrd="1" destOrd="0" presId="urn:microsoft.com/office/officeart/2005/8/layout/list1"/>
    <dgm:cxn modelId="{597F56A8-5F13-EA4F-BE25-22A88C7145B9}" type="presParOf" srcId="{4E79E88F-18C8-884B-BF32-AE41C041D9CC}" destId="{7D497428-CC8D-B74B-B494-0ED19CAF24C9}" srcOrd="1" destOrd="0" presId="urn:microsoft.com/office/officeart/2005/8/layout/list1"/>
    <dgm:cxn modelId="{AF483F38-0373-8C44-BF9B-AADD7B681424}" type="presParOf" srcId="{4E79E88F-18C8-884B-BF32-AE41C041D9CC}" destId="{486A9BEA-F847-4040-A8F5-FD6605508718}" srcOrd="2" destOrd="0" presId="urn:microsoft.com/office/officeart/2005/8/layout/list1"/>
    <dgm:cxn modelId="{E9B94DB3-5E3D-B54A-9630-E60728A57618}" type="presParOf" srcId="{4E79E88F-18C8-884B-BF32-AE41C041D9CC}" destId="{AEC95825-0795-944E-8C26-3C8F5235303B}" srcOrd="3" destOrd="0" presId="urn:microsoft.com/office/officeart/2005/8/layout/list1"/>
    <dgm:cxn modelId="{B3728048-CADA-AB46-9434-9A05D1B8A2A6}" type="presParOf" srcId="{4E79E88F-18C8-884B-BF32-AE41C041D9CC}" destId="{7AF544AE-B80B-FF4C-8137-E92BC31BC813}" srcOrd="4" destOrd="0" presId="urn:microsoft.com/office/officeart/2005/8/layout/list1"/>
    <dgm:cxn modelId="{EEB0A904-BBDE-8C47-AD64-C051EBC91D46}" type="presParOf" srcId="{7AF544AE-B80B-FF4C-8137-E92BC31BC813}" destId="{FED1427D-39AE-A74C-97BD-39270BAEB0B3}" srcOrd="0" destOrd="0" presId="urn:microsoft.com/office/officeart/2005/8/layout/list1"/>
    <dgm:cxn modelId="{F903373C-7E6A-1246-87C5-40156077F433}" type="presParOf" srcId="{7AF544AE-B80B-FF4C-8137-E92BC31BC813}" destId="{5310B6EA-5864-1B4C-9625-C056B4C29F34}" srcOrd="1" destOrd="0" presId="urn:microsoft.com/office/officeart/2005/8/layout/list1"/>
    <dgm:cxn modelId="{0E4C123B-CB24-9245-9BF2-85B052CFE8B4}" type="presParOf" srcId="{4E79E88F-18C8-884B-BF32-AE41C041D9CC}" destId="{943ACBDC-7D51-A943-820C-1FDA9B81C174}" srcOrd="5" destOrd="0" presId="urn:microsoft.com/office/officeart/2005/8/layout/list1"/>
    <dgm:cxn modelId="{F6F48030-DB47-8D4B-871A-315340671494}" type="presParOf" srcId="{4E79E88F-18C8-884B-BF32-AE41C041D9CC}" destId="{C6CB5430-CED1-A348-986D-FE18CC657550}" srcOrd="6" destOrd="0" presId="urn:microsoft.com/office/officeart/2005/8/layout/list1"/>
    <dgm:cxn modelId="{59A2C561-44BD-6A45-B8A4-57A590517826}" type="presParOf" srcId="{4E79E88F-18C8-884B-BF32-AE41C041D9CC}" destId="{34AC0287-6656-E74A-9180-82D96BB6BFF9}" srcOrd="7" destOrd="0" presId="urn:microsoft.com/office/officeart/2005/8/layout/list1"/>
    <dgm:cxn modelId="{19D10126-A8C6-1641-B86F-6F2BA63DC142}" type="presParOf" srcId="{4E79E88F-18C8-884B-BF32-AE41C041D9CC}" destId="{48000AA2-5EA8-4A4E-A48C-9D150AABB55E}" srcOrd="8" destOrd="0" presId="urn:microsoft.com/office/officeart/2005/8/layout/list1"/>
    <dgm:cxn modelId="{5F5F9BFF-E4B8-7C4A-A429-A36FCB9E6AFD}" type="presParOf" srcId="{48000AA2-5EA8-4A4E-A48C-9D150AABB55E}" destId="{1328BB9C-AE3B-474C-BEA3-6743823BF4EC}" srcOrd="0" destOrd="0" presId="urn:microsoft.com/office/officeart/2005/8/layout/list1"/>
    <dgm:cxn modelId="{4494135A-0B52-F649-AC74-9FEAC1707F0A}" type="presParOf" srcId="{48000AA2-5EA8-4A4E-A48C-9D150AABB55E}" destId="{6C085811-A8B6-9D40-B9F3-8085E71D5E6F}" srcOrd="1" destOrd="0" presId="urn:microsoft.com/office/officeart/2005/8/layout/list1"/>
    <dgm:cxn modelId="{641887C4-3AD1-8E44-B242-E8C966B948DE}" type="presParOf" srcId="{4E79E88F-18C8-884B-BF32-AE41C041D9CC}" destId="{9F67E264-D6F6-7A49-860F-9D5C72B8E86B}" srcOrd="9" destOrd="0" presId="urn:microsoft.com/office/officeart/2005/8/layout/list1"/>
    <dgm:cxn modelId="{1856EE98-9D1A-814F-A810-63684A4A5563}" type="presParOf" srcId="{4E79E88F-18C8-884B-BF32-AE41C041D9CC}" destId="{6B88DEFE-8CDA-9446-B0C9-4194498CC200}" srcOrd="10" destOrd="0" presId="urn:microsoft.com/office/officeart/2005/8/layout/list1"/>
    <dgm:cxn modelId="{836AC764-778E-E147-9BDB-3E55C044601A}" type="presParOf" srcId="{4E79E88F-18C8-884B-BF32-AE41C041D9CC}" destId="{1161934C-BF90-F84E-A9B9-73F1F00F3D7E}" srcOrd="11" destOrd="0" presId="urn:microsoft.com/office/officeart/2005/8/layout/list1"/>
    <dgm:cxn modelId="{C437B496-4D4D-9343-9022-4C4BFF890F62}" type="presParOf" srcId="{4E79E88F-18C8-884B-BF32-AE41C041D9CC}" destId="{C3A20240-6836-044E-982A-34F27553915D}" srcOrd="12" destOrd="0" presId="urn:microsoft.com/office/officeart/2005/8/layout/list1"/>
    <dgm:cxn modelId="{D8A15F02-095D-1040-8F87-6CE5876B664C}" type="presParOf" srcId="{C3A20240-6836-044E-982A-34F27553915D}" destId="{AF94DD46-B9C7-F142-95D2-77C7A1DF3395}" srcOrd="0" destOrd="0" presId="urn:microsoft.com/office/officeart/2005/8/layout/list1"/>
    <dgm:cxn modelId="{580C3EF3-27D4-884E-B513-A9357C81D69F}" type="presParOf" srcId="{C3A20240-6836-044E-982A-34F27553915D}" destId="{2278D12D-E65D-AF4F-928F-8627A029B420}" srcOrd="1" destOrd="0" presId="urn:microsoft.com/office/officeart/2005/8/layout/list1"/>
    <dgm:cxn modelId="{78D86BA5-69D3-BE42-B459-6DB2AC3D1D04}" type="presParOf" srcId="{4E79E88F-18C8-884B-BF32-AE41C041D9CC}" destId="{0BB5C62A-798B-244D-AF15-65DB46E6EDCF}" srcOrd="13" destOrd="0" presId="urn:microsoft.com/office/officeart/2005/8/layout/list1"/>
    <dgm:cxn modelId="{197E4F72-7A6A-0F45-9A29-8B5934D23C52}" type="presParOf" srcId="{4E79E88F-18C8-884B-BF32-AE41C041D9CC}" destId="{18F3FBB9-98B1-554D-B3C0-A94B2C99D178}" srcOrd="14"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460D69EC-337A-410E-98C9-B47782E5B8E5}"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376CB2D9-1448-4B10-BA6D-E30012C0EBED}">
      <dgm:prSet/>
      <dgm:spPr/>
      <dgm:t>
        <a:bodyPr/>
        <a:lstStyle/>
        <a:p>
          <a:r>
            <a:rPr lang="de-DE" dirty="0"/>
            <a:t>Services sind </a:t>
          </a:r>
          <a:r>
            <a:rPr lang="de-DE" dirty="0" err="1"/>
            <a:t>TypeScript</a:t>
          </a:r>
          <a:r>
            <a:rPr lang="de-DE" dirty="0"/>
            <a:t>-Klassen</a:t>
          </a:r>
          <a:endParaRPr lang="en-US" dirty="0"/>
        </a:p>
      </dgm:t>
    </dgm:pt>
    <dgm:pt modelId="{247CDC3D-CBE0-4F4D-99BA-9C0421175A56}" type="parTrans" cxnId="{5ACF4F60-07E9-4E75-BE8E-338A16A435E0}">
      <dgm:prSet/>
      <dgm:spPr/>
      <dgm:t>
        <a:bodyPr/>
        <a:lstStyle/>
        <a:p>
          <a:endParaRPr lang="en-US"/>
        </a:p>
      </dgm:t>
    </dgm:pt>
    <dgm:pt modelId="{C22B9881-734C-4781-AA03-38255CC07D5D}" type="sibTrans" cxnId="{5ACF4F60-07E9-4E75-BE8E-338A16A435E0}">
      <dgm:prSet/>
      <dgm:spPr/>
      <dgm:t>
        <a:bodyPr/>
        <a:lstStyle/>
        <a:p>
          <a:endParaRPr lang="en-US"/>
        </a:p>
      </dgm:t>
    </dgm:pt>
    <dgm:pt modelId="{2AD4B2DB-8230-4E56-A4C8-12BD92D28130}">
      <dgm:prSet/>
      <dgm:spPr/>
      <dgm:t>
        <a:bodyPr/>
        <a:lstStyle/>
        <a:p>
          <a:r>
            <a:rPr lang="de-DE"/>
            <a:t>Diese werden ausschließlich vom Angular-Framework instanziert</a:t>
          </a:r>
          <a:endParaRPr lang="en-US"/>
        </a:p>
      </dgm:t>
    </dgm:pt>
    <dgm:pt modelId="{28C7699C-9BC6-4610-802F-32DAF4513F0E}" type="parTrans" cxnId="{24FEA467-43D7-4DD7-90B8-6A57C05B40EB}">
      <dgm:prSet/>
      <dgm:spPr/>
      <dgm:t>
        <a:bodyPr/>
        <a:lstStyle/>
        <a:p>
          <a:endParaRPr lang="en-US"/>
        </a:p>
      </dgm:t>
    </dgm:pt>
    <dgm:pt modelId="{5F3A1237-0806-4500-99E0-0B0A54E641EE}" type="sibTrans" cxnId="{24FEA467-43D7-4DD7-90B8-6A57C05B40EB}">
      <dgm:prSet/>
      <dgm:spPr/>
      <dgm:t>
        <a:bodyPr/>
        <a:lstStyle/>
        <a:p>
          <a:endParaRPr lang="en-US"/>
        </a:p>
      </dgm:t>
    </dgm:pt>
    <dgm:pt modelId="{4F20B4F8-174B-4E1B-A1C8-A6F4EB74BA77}">
      <dgm:prSet/>
      <dgm:spPr/>
      <dgm:t>
        <a:bodyPr/>
        <a:lstStyle/>
        <a:p>
          <a:r>
            <a:rPr lang="de-DE"/>
            <a:t>Diese Aufgabe übernimmt der Angular-Context</a:t>
          </a:r>
          <a:endParaRPr lang="en-US"/>
        </a:p>
      </dgm:t>
    </dgm:pt>
    <dgm:pt modelId="{AB2AD178-E736-4D50-80FC-DB08CEAF7AF6}" type="parTrans" cxnId="{D26E0E24-B095-42A0-B412-FDD03CF14B21}">
      <dgm:prSet/>
      <dgm:spPr/>
      <dgm:t>
        <a:bodyPr/>
        <a:lstStyle/>
        <a:p>
          <a:endParaRPr lang="en-US"/>
        </a:p>
      </dgm:t>
    </dgm:pt>
    <dgm:pt modelId="{713B62E8-C931-4AD3-AE16-095EE7BCA9D6}" type="sibTrans" cxnId="{D26E0E24-B095-42A0-B412-FDD03CF14B21}">
      <dgm:prSet/>
      <dgm:spPr/>
      <dgm:t>
        <a:bodyPr/>
        <a:lstStyle/>
        <a:p>
          <a:endParaRPr lang="en-US"/>
        </a:p>
      </dgm:t>
    </dgm:pt>
    <dgm:pt modelId="{A35AE2AE-351F-43CA-AAD8-83CC058E7C66}">
      <dgm:prSet/>
      <dgm:spPr/>
      <dgm:t>
        <a:bodyPr/>
        <a:lstStyle/>
        <a:p>
          <a:r>
            <a:rPr lang="de-DE"/>
            <a:t>Benötigt eine Component den Zugriff auf einen Service, so wird dieser automatisch gesetzt</a:t>
          </a:r>
          <a:endParaRPr lang="en-US"/>
        </a:p>
      </dgm:t>
    </dgm:pt>
    <dgm:pt modelId="{087489DA-7FB3-424C-B74E-3D9F8A58B10C}" type="parTrans" cxnId="{E5F92639-988C-43AB-9FFA-B2D4291C8DDB}">
      <dgm:prSet/>
      <dgm:spPr/>
      <dgm:t>
        <a:bodyPr/>
        <a:lstStyle/>
        <a:p>
          <a:endParaRPr lang="en-US"/>
        </a:p>
      </dgm:t>
    </dgm:pt>
    <dgm:pt modelId="{A6B7142D-854F-40C9-825D-25E151AEE622}" type="sibTrans" cxnId="{E5F92639-988C-43AB-9FFA-B2D4291C8DDB}">
      <dgm:prSet/>
      <dgm:spPr/>
      <dgm:t>
        <a:bodyPr/>
        <a:lstStyle/>
        <a:p>
          <a:endParaRPr lang="en-US"/>
        </a:p>
      </dgm:t>
    </dgm:pt>
    <dgm:pt modelId="{78672E6E-4794-4166-97AC-6B1D7AF1399A}">
      <dgm:prSet/>
      <dgm:spPr/>
      <dgm:t>
        <a:bodyPr/>
        <a:lstStyle/>
        <a:p>
          <a:r>
            <a:rPr lang="de-DE"/>
            <a:t>Dieses Verfahren heißt Dependency Injection</a:t>
          </a:r>
          <a:endParaRPr lang="en-US"/>
        </a:p>
      </dgm:t>
    </dgm:pt>
    <dgm:pt modelId="{486F59B5-67F3-4987-841C-01032E678CC9}" type="parTrans" cxnId="{CF96FD0B-2CD2-4949-9F36-2C94077B3805}">
      <dgm:prSet/>
      <dgm:spPr/>
      <dgm:t>
        <a:bodyPr/>
        <a:lstStyle/>
        <a:p>
          <a:endParaRPr lang="en-US"/>
        </a:p>
      </dgm:t>
    </dgm:pt>
    <dgm:pt modelId="{C15A3230-61F6-48E2-87CD-438F66EABDEB}" type="sibTrans" cxnId="{CF96FD0B-2CD2-4949-9F36-2C94077B3805}">
      <dgm:prSet/>
      <dgm:spPr/>
      <dgm:t>
        <a:bodyPr/>
        <a:lstStyle/>
        <a:p>
          <a:endParaRPr lang="en-US"/>
        </a:p>
      </dgm:t>
    </dgm:pt>
    <dgm:pt modelId="{882A5A61-D7DE-4EAF-B320-BC1602CF3672}">
      <dgm:prSet/>
      <dgm:spPr/>
      <dgm:t>
        <a:bodyPr/>
        <a:lstStyle/>
        <a:p>
          <a:r>
            <a:rPr lang="de-DE"/>
            <a:t>Insgesamt stellt Angular mit dem Service-Mechanismus ein Dependency-Injection-Framework zur Verfügung</a:t>
          </a:r>
          <a:endParaRPr lang="en-US"/>
        </a:p>
      </dgm:t>
    </dgm:pt>
    <dgm:pt modelId="{912B6251-8EFA-4363-B84F-14D9A861368E}" type="parTrans" cxnId="{579813E4-05AA-4A1F-A177-780693575C2B}">
      <dgm:prSet/>
      <dgm:spPr/>
      <dgm:t>
        <a:bodyPr/>
        <a:lstStyle/>
        <a:p>
          <a:endParaRPr lang="en-US"/>
        </a:p>
      </dgm:t>
    </dgm:pt>
    <dgm:pt modelId="{FFF61A67-DCA7-4E28-A385-3A3525944CBB}" type="sibTrans" cxnId="{579813E4-05AA-4A1F-A177-780693575C2B}">
      <dgm:prSet/>
      <dgm:spPr/>
      <dgm:t>
        <a:bodyPr/>
        <a:lstStyle/>
        <a:p>
          <a:endParaRPr lang="en-US"/>
        </a:p>
      </dgm:t>
    </dgm:pt>
    <dgm:pt modelId="{0C392389-E615-4F9D-ABD8-3F539546B091}" type="pres">
      <dgm:prSet presAssocID="{460D69EC-337A-410E-98C9-B47782E5B8E5}" presName="root" presStyleCnt="0">
        <dgm:presLayoutVars>
          <dgm:dir/>
          <dgm:resizeHandles val="exact"/>
        </dgm:presLayoutVars>
      </dgm:prSet>
      <dgm:spPr/>
    </dgm:pt>
    <dgm:pt modelId="{304C484B-0E11-4FD5-98E6-C7043649BA04}" type="pres">
      <dgm:prSet presAssocID="{376CB2D9-1448-4B10-BA6D-E30012C0EBED}" presName="compNode" presStyleCnt="0"/>
      <dgm:spPr/>
    </dgm:pt>
    <dgm:pt modelId="{234CC3FB-ED5E-4A31-AD32-FCEEE3CBF675}" type="pres">
      <dgm:prSet presAssocID="{376CB2D9-1448-4B10-BA6D-E30012C0EBED}" presName="bgRect" presStyleLbl="bgShp" presStyleIdx="0" presStyleCnt="4"/>
      <dgm:spPr/>
    </dgm:pt>
    <dgm:pt modelId="{70804EFC-3DC6-4BBA-A99B-495A788E834C}" type="pres">
      <dgm:prSet presAssocID="{376CB2D9-1448-4B10-BA6D-E30012C0EBED}"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Klassenzimmer"/>
        </a:ext>
      </dgm:extLst>
    </dgm:pt>
    <dgm:pt modelId="{68CA0AF1-E321-4CCB-A40D-D34DB9D97DA1}" type="pres">
      <dgm:prSet presAssocID="{376CB2D9-1448-4B10-BA6D-E30012C0EBED}" presName="spaceRect" presStyleCnt="0"/>
      <dgm:spPr/>
    </dgm:pt>
    <dgm:pt modelId="{3BA25F34-095C-4CED-B2F8-875B43140EE7}" type="pres">
      <dgm:prSet presAssocID="{376CB2D9-1448-4B10-BA6D-E30012C0EBED}" presName="parTx" presStyleLbl="revTx" presStyleIdx="0" presStyleCnt="6">
        <dgm:presLayoutVars>
          <dgm:chMax val="0"/>
          <dgm:chPref val="0"/>
        </dgm:presLayoutVars>
      </dgm:prSet>
      <dgm:spPr/>
    </dgm:pt>
    <dgm:pt modelId="{F7820C24-6C2D-4C43-89A8-48347AFF1A9B}" type="pres">
      <dgm:prSet presAssocID="{C22B9881-734C-4781-AA03-38255CC07D5D}" presName="sibTrans" presStyleCnt="0"/>
      <dgm:spPr/>
    </dgm:pt>
    <dgm:pt modelId="{32DBAE17-6AC5-4B87-876C-6D1299D092E2}" type="pres">
      <dgm:prSet presAssocID="{2AD4B2DB-8230-4E56-A4C8-12BD92D28130}" presName="compNode" presStyleCnt="0"/>
      <dgm:spPr/>
    </dgm:pt>
    <dgm:pt modelId="{4BE57F8C-3983-4127-9440-E398578B117F}" type="pres">
      <dgm:prSet presAssocID="{2AD4B2DB-8230-4E56-A4C8-12BD92D28130}" presName="bgRect" presStyleLbl="bgShp" presStyleIdx="1" presStyleCnt="4"/>
      <dgm:spPr/>
    </dgm:pt>
    <dgm:pt modelId="{D8E87817-B150-4258-BE5E-7887ABC4D675}" type="pres">
      <dgm:prSet presAssocID="{2AD4B2DB-8230-4E56-A4C8-12BD92D28130}"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Verbunden"/>
        </a:ext>
      </dgm:extLst>
    </dgm:pt>
    <dgm:pt modelId="{468AE4C7-B4EB-4224-B9F1-72B198245770}" type="pres">
      <dgm:prSet presAssocID="{2AD4B2DB-8230-4E56-A4C8-12BD92D28130}" presName="spaceRect" presStyleCnt="0"/>
      <dgm:spPr/>
    </dgm:pt>
    <dgm:pt modelId="{4562B386-BF00-4470-8429-B58BA85112D7}" type="pres">
      <dgm:prSet presAssocID="{2AD4B2DB-8230-4E56-A4C8-12BD92D28130}" presName="parTx" presStyleLbl="revTx" presStyleIdx="1" presStyleCnt="6">
        <dgm:presLayoutVars>
          <dgm:chMax val="0"/>
          <dgm:chPref val="0"/>
        </dgm:presLayoutVars>
      </dgm:prSet>
      <dgm:spPr/>
    </dgm:pt>
    <dgm:pt modelId="{042DECAB-DBF2-4E95-B4B7-6C6A52F4443E}" type="pres">
      <dgm:prSet presAssocID="{2AD4B2DB-8230-4E56-A4C8-12BD92D28130}" presName="desTx" presStyleLbl="revTx" presStyleIdx="2" presStyleCnt="6">
        <dgm:presLayoutVars/>
      </dgm:prSet>
      <dgm:spPr/>
    </dgm:pt>
    <dgm:pt modelId="{84501B32-CC71-4D02-825F-736B52A8A400}" type="pres">
      <dgm:prSet presAssocID="{5F3A1237-0806-4500-99E0-0B0A54E641EE}" presName="sibTrans" presStyleCnt="0"/>
      <dgm:spPr/>
    </dgm:pt>
    <dgm:pt modelId="{E194BAB7-64F8-4535-B7FD-AA2DC06A101D}" type="pres">
      <dgm:prSet presAssocID="{A35AE2AE-351F-43CA-AAD8-83CC058E7C66}" presName="compNode" presStyleCnt="0"/>
      <dgm:spPr/>
    </dgm:pt>
    <dgm:pt modelId="{A4DC7493-295E-4408-B34F-BB43D6EDAD58}" type="pres">
      <dgm:prSet presAssocID="{A35AE2AE-351F-43CA-AAD8-83CC058E7C66}" presName="bgRect" presStyleLbl="bgShp" presStyleIdx="2" presStyleCnt="4"/>
      <dgm:spPr/>
    </dgm:pt>
    <dgm:pt modelId="{A80234B0-4EAC-44EB-95C4-F78A7CD8D387}" type="pres">
      <dgm:prSet presAssocID="{A35AE2AE-351F-43CA-AAD8-83CC058E7C66}"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Flussdiagramm"/>
        </a:ext>
      </dgm:extLst>
    </dgm:pt>
    <dgm:pt modelId="{9A5203D8-A837-40AA-91EC-07D8EC633BAC}" type="pres">
      <dgm:prSet presAssocID="{A35AE2AE-351F-43CA-AAD8-83CC058E7C66}" presName="spaceRect" presStyleCnt="0"/>
      <dgm:spPr/>
    </dgm:pt>
    <dgm:pt modelId="{39126E73-0021-4537-8337-D686F97F9B26}" type="pres">
      <dgm:prSet presAssocID="{A35AE2AE-351F-43CA-AAD8-83CC058E7C66}" presName="parTx" presStyleLbl="revTx" presStyleIdx="3" presStyleCnt="6">
        <dgm:presLayoutVars>
          <dgm:chMax val="0"/>
          <dgm:chPref val="0"/>
        </dgm:presLayoutVars>
      </dgm:prSet>
      <dgm:spPr/>
    </dgm:pt>
    <dgm:pt modelId="{6C604A4D-86D1-4321-9052-AF311CDFB6AD}" type="pres">
      <dgm:prSet presAssocID="{A35AE2AE-351F-43CA-AAD8-83CC058E7C66}" presName="desTx" presStyleLbl="revTx" presStyleIdx="4" presStyleCnt="6">
        <dgm:presLayoutVars/>
      </dgm:prSet>
      <dgm:spPr/>
    </dgm:pt>
    <dgm:pt modelId="{4EEDEF0D-83B6-4F08-92CF-0A0E97075928}" type="pres">
      <dgm:prSet presAssocID="{A6B7142D-854F-40C9-825D-25E151AEE622}" presName="sibTrans" presStyleCnt="0"/>
      <dgm:spPr/>
    </dgm:pt>
    <dgm:pt modelId="{4D659384-53A9-4A12-A464-27876C457611}" type="pres">
      <dgm:prSet presAssocID="{882A5A61-D7DE-4EAF-B320-BC1602CF3672}" presName="compNode" presStyleCnt="0"/>
      <dgm:spPr/>
    </dgm:pt>
    <dgm:pt modelId="{6080E5D3-8DA7-467D-A06F-D6F7EACC4246}" type="pres">
      <dgm:prSet presAssocID="{882A5A61-D7DE-4EAF-B320-BC1602CF3672}" presName="bgRect" presStyleLbl="bgShp" presStyleIdx="3" presStyleCnt="4"/>
      <dgm:spPr/>
    </dgm:pt>
    <dgm:pt modelId="{25F5F76A-6D3A-4E8E-B4EB-8D5E159414E7}" type="pres">
      <dgm:prSet presAssocID="{882A5A61-D7DE-4EAF-B320-BC1602CF3672}"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Auktionshammer"/>
        </a:ext>
      </dgm:extLst>
    </dgm:pt>
    <dgm:pt modelId="{5A3B67A7-BBE5-48CD-A3DB-08EBF940D838}" type="pres">
      <dgm:prSet presAssocID="{882A5A61-D7DE-4EAF-B320-BC1602CF3672}" presName="spaceRect" presStyleCnt="0"/>
      <dgm:spPr/>
    </dgm:pt>
    <dgm:pt modelId="{19496FC2-0F73-42BF-8BC1-5D83F2FD5A7F}" type="pres">
      <dgm:prSet presAssocID="{882A5A61-D7DE-4EAF-B320-BC1602CF3672}" presName="parTx" presStyleLbl="revTx" presStyleIdx="5" presStyleCnt="6">
        <dgm:presLayoutVars>
          <dgm:chMax val="0"/>
          <dgm:chPref val="0"/>
        </dgm:presLayoutVars>
      </dgm:prSet>
      <dgm:spPr/>
    </dgm:pt>
  </dgm:ptLst>
  <dgm:cxnLst>
    <dgm:cxn modelId="{CF96FD0B-2CD2-4949-9F36-2C94077B3805}" srcId="{A35AE2AE-351F-43CA-AAD8-83CC058E7C66}" destId="{78672E6E-4794-4166-97AC-6B1D7AF1399A}" srcOrd="0" destOrd="0" parTransId="{486F59B5-67F3-4987-841C-01032E678CC9}" sibTransId="{C15A3230-61F6-48E2-87CD-438F66EABDEB}"/>
    <dgm:cxn modelId="{336ACC22-E93C-4962-8497-7E9D1F743984}" type="presOf" srcId="{376CB2D9-1448-4B10-BA6D-E30012C0EBED}" destId="{3BA25F34-095C-4CED-B2F8-875B43140EE7}" srcOrd="0" destOrd="0" presId="urn:microsoft.com/office/officeart/2018/2/layout/IconVerticalSolidList"/>
    <dgm:cxn modelId="{D26E0E24-B095-42A0-B412-FDD03CF14B21}" srcId="{2AD4B2DB-8230-4E56-A4C8-12BD92D28130}" destId="{4F20B4F8-174B-4E1B-A1C8-A6F4EB74BA77}" srcOrd="0" destOrd="0" parTransId="{AB2AD178-E736-4D50-80FC-DB08CEAF7AF6}" sibTransId="{713B62E8-C931-4AD3-AE16-095EE7BCA9D6}"/>
    <dgm:cxn modelId="{E5F92639-988C-43AB-9FFA-B2D4291C8DDB}" srcId="{460D69EC-337A-410E-98C9-B47782E5B8E5}" destId="{A35AE2AE-351F-43CA-AAD8-83CC058E7C66}" srcOrd="2" destOrd="0" parTransId="{087489DA-7FB3-424C-B74E-3D9F8A58B10C}" sibTransId="{A6B7142D-854F-40C9-825D-25E151AEE622}"/>
    <dgm:cxn modelId="{86A58A40-60FA-4BAB-8341-EB524061ECD5}" type="presOf" srcId="{A35AE2AE-351F-43CA-AAD8-83CC058E7C66}" destId="{39126E73-0021-4537-8337-D686F97F9B26}" srcOrd="0" destOrd="0" presId="urn:microsoft.com/office/officeart/2018/2/layout/IconVerticalSolidList"/>
    <dgm:cxn modelId="{5ACF4F60-07E9-4E75-BE8E-338A16A435E0}" srcId="{460D69EC-337A-410E-98C9-B47782E5B8E5}" destId="{376CB2D9-1448-4B10-BA6D-E30012C0EBED}" srcOrd="0" destOrd="0" parTransId="{247CDC3D-CBE0-4F4D-99BA-9C0421175A56}" sibTransId="{C22B9881-734C-4781-AA03-38255CC07D5D}"/>
    <dgm:cxn modelId="{24FEA467-43D7-4DD7-90B8-6A57C05B40EB}" srcId="{460D69EC-337A-410E-98C9-B47782E5B8E5}" destId="{2AD4B2DB-8230-4E56-A4C8-12BD92D28130}" srcOrd="1" destOrd="0" parTransId="{28C7699C-9BC6-4610-802F-32DAF4513F0E}" sibTransId="{5F3A1237-0806-4500-99E0-0B0A54E641EE}"/>
    <dgm:cxn modelId="{8ED7F36D-217F-4CA0-AC32-66DAB979A790}" type="presOf" srcId="{4F20B4F8-174B-4E1B-A1C8-A6F4EB74BA77}" destId="{042DECAB-DBF2-4E95-B4B7-6C6A52F4443E}" srcOrd="0" destOrd="0" presId="urn:microsoft.com/office/officeart/2018/2/layout/IconVerticalSolidList"/>
    <dgm:cxn modelId="{935DA371-2F75-433A-9821-E8DC86800BCE}" type="presOf" srcId="{460D69EC-337A-410E-98C9-B47782E5B8E5}" destId="{0C392389-E615-4F9D-ABD8-3F539546B091}" srcOrd="0" destOrd="0" presId="urn:microsoft.com/office/officeart/2018/2/layout/IconVerticalSolidList"/>
    <dgm:cxn modelId="{E2A0C085-123E-4E43-9ED4-8D974AF7C04F}" type="presOf" srcId="{78672E6E-4794-4166-97AC-6B1D7AF1399A}" destId="{6C604A4D-86D1-4321-9052-AF311CDFB6AD}" srcOrd="0" destOrd="0" presId="urn:microsoft.com/office/officeart/2018/2/layout/IconVerticalSolidList"/>
    <dgm:cxn modelId="{699B8FB0-51BA-4617-99E2-946854327350}" type="presOf" srcId="{2AD4B2DB-8230-4E56-A4C8-12BD92D28130}" destId="{4562B386-BF00-4470-8429-B58BA85112D7}" srcOrd="0" destOrd="0" presId="urn:microsoft.com/office/officeart/2018/2/layout/IconVerticalSolidList"/>
    <dgm:cxn modelId="{597ABAC8-DAF4-43EF-A5EC-60669B27B512}" type="presOf" srcId="{882A5A61-D7DE-4EAF-B320-BC1602CF3672}" destId="{19496FC2-0F73-42BF-8BC1-5D83F2FD5A7F}" srcOrd="0" destOrd="0" presId="urn:microsoft.com/office/officeart/2018/2/layout/IconVerticalSolidList"/>
    <dgm:cxn modelId="{579813E4-05AA-4A1F-A177-780693575C2B}" srcId="{460D69EC-337A-410E-98C9-B47782E5B8E5}" destId="{882A5A61-D7DE-4EAF-B320-BC1602CF3672}" srcOrd="3" destOrd="0" parTransId="{912B6251-8EFA-4363-B84F-14D9A861368E}" sibTransId="{FFF61A67-DCA7-4E28-A385-3A3525944CBB}"/>
    <dgm:cxn modelId="{0A9B2747-5346-441A-AF43-A821BD4D0807}" type="presParOf" srcId="{0C392389-E615-4F9D-ABD8-3F539546B091}" destId="{304C484B-0E11-4FD5-98E6-C7043649BA04}" srcOrd="0" destOrd="0" presId="urn:microsoft.com/office/officeart/2018/2/layout/IconVerticalSolidList"/>
    <dgm:cxn modelId="{06936B16-965D-4D12-B6BB-2FF374DE7FF3}" type="presParOf" srcId="{304C484B-0E11-4FD5-98E6-C7043649BA04}" destId="{234CC3FB-ED5E-4A31-AD32-FCEEE3CBF675}" srcOrd="0" destOrd="0" presId="urn:microsoft.com/office/officeart/2018/2/layout/IconVerticalSolidList"/>
    <dgm:cxn modelId="{00368D46-151D-4A82-8E37-0D852BE15B46}" type="presParOf" srcId="{304C484B-0E11-4FD5-98E6-C7043649BA04}" destId="{70804EFC-3DC6-4BBA-A99B-495A788E834C}" srcOrd="1" destOrd="0" presId="urn:microsoft.com/office/officeart/2018/2/layout/IconVerticalSolidList"/>
    <dgm:cxn modelId="{37838A36-F61C-4E19-9A5E-DA201422166B}" type="presParOf" srcId="{304C484B-0E11-4FD5-98E6-C7043649BA04}" destId="{68CA0AF1-E321-4CCB-A40D-D34DB9D97DA1}" srcOrd="2" destOrd="0" presId="urn:microsoft.com/office/officeart/2018/2/layout/IconVerticalSolidList"/>
    <dgm:cxn modelId="{FE9B30F4-A53D-4B80-94C9-5776A81C5676}" type="presParOf" srcId="{304C484B-0E11-4FD5-98E6-C7043649BA04}" destId="{3BA25F34-095C-4CED-B2F8-875B43140EE7}" srcOrd="3" destOrd="0" presId="urn:microsoft.com/office/officeart/2018/2/layout/IconVerticalSolidList"/>
    <dgm:cxn modelId="{03008DF7-2978-4796-933B-923D48847EF9}" type="presParOf" srcId="{0C392389-E615-4F9D-ABD8-3F539546B091}" destId="{F7820C24-6C2D-4C43-89A8-48347AFF1A9B}" srcOrd="1" destOrd="0" presId="urn:microsoft.com/office/officeart/2018/2/layout/IconVerticalSolidList"/>
    <dgm:cxn modelId="{E1E2AB15-8098-48C3-BA10-4CAFE6968F27}" type="presParOf" srcId="{0C392389-E615-4F9D-ABD8-3F539546B091}" destId="{32DBAE17-6AC5-4B87-876C-6D1299D092E2}" srcOrd="2" destOrd="0" presId="urn:microsoft.com/office/officeart/2018/2/layout/IconVerticalSolidList"/>
    <dgm:cxn modelId="{9D8DB24A-762B-42A3-9C20-32582FFA6D44}" type="presParOf" srcId="{32DBAE17-6AC5-4B87-876C-6D1299D092E2}" destId="{4BE57F8C-3983-4127-9440-E398578B117F}" srcOrd="0" destOrd="0" presId="urn:microsoft.com/office/officeart/2018/2/layout/IconVerticalSolidList"/>
    <dgm:cxn modelId="{CA7C296E-6498-42ED-8EC2-C0754592C591}" type="presParOf" srcId="{32DBAE17-6AC5-4B87-876C-6D1299D092E2}" destId="{D8E87817-B150-4258-BE5E-7887ABC4D675}" srcOrd="1" destOrd="0" presId="urn:microsoft.com/office/officeart/2018/2/layout/IconVerticalSolidList"/>
    <dgm:cxn modelId="{B752C79E-556D-4C75-9EA4-0C43AAEC3DBD}" type="presParOf" srcId="{32DBAE17-6AC5-4B87-876C-6D1299D092E2}" destId="{468AE4C7-B4EB-4224-B9F1-72B198245770}" srcOrd="2" destOrd="0" presId="urn:microsoft.com/office/officeart/2018/2/layout/IconVerticalSolidList"/>
    <dgm:cxn modelId="{DFA06290-770A-4616-A68C-9430E92DF478}" type="presParOf" srcId="{32DBAE17-6AC5-4B87-876C-6D1299D092E2}" destId="{4562B386-BF00-4470-8429-B58BA85112D7}" srcOrd="3" destOrd="0" presId="urn:microsoft.com/office/officeart/2018/2/layout/IconVerticalSolidList"/>
    <dgm:cxn modelId="{6CE03E4C-7765-40A6-A304-42272C0365AA}" type="presParOf" srcId="{32DBAE17-6AC5-4B87-876C-6D1299D092E2}" destId="{042DECAB-DBF2-4E95-B4B7-6C6A52F4443E}" srcOrd="4" destOrd="0" presId="urn:microsoft.com/office/officeart/2018/2/layout/IconVerticalSolidList"/>
    <dgm:cxn modelId="{AF2C883A-580B-412B-AA1E-66BAE996B64A}" type="presParOf" srcId="{0C392389-E615-4F9D-ABD8-3F539546B091}" destId="{84501B32-CC71-4D02-825F-736B52A8A400}" srcOrd="3" destOrd="0" presId="urn:microsoft.com/office/officeart/2018/2/layout/IconVerticalSolidList"/>
    <dgm:cxn modelId="{C212B1C3-82B1-4FFC-8697-0D2701C31D44}" type="presParOf" srcId="{0C392389-E615-4F9D-ABD8-3F539546B091}" destId="{E194BAB7-64F8-4535-B7FD-AA2DC06A101D}" srcOrd="4" destOrd="0" presId="urn:microsoft.com/office/officeart/2018/2/layout/IconVerticalSolidList"/>
    <dgm:cxn modelId="{4EF4CF74-2431-48FA-AA2D-35E1E4A06248}" type="presParOf" srcId="{E194BAB7-64F8-4535-B7FD-AA2DC06A101D}" destId="{A4DC7493-295E-4408-B34F-BB43D6EDAD58}" srcOrd="0" destOrd="0" presId="urn:microsoft.com/office/officeart/2018/2/layout/IconVerticalSolidList"/>
    <dgm:cxn modelId="{308079AC-EB13-432B-AD84-0434268316B9}" type="presParOf" srcId="{E194BAB7-64F8-4535-B7FD-AA2DC06A101D}" destId="{A80234B0-4EAC-44EB-95C4-F78A7CD8D387}" srcOrd="1" destOrd="0" presId="urn:microsoft.com/office/officeart/2018/2/layout/IconVerticalSolidList"/>
    <dgm:cxn modelId="{EA37ABFF-326A-4546-961B-95F875F893AD}" type="presParOf" srcId="{E194BAB7-64F8-4535-B7FD-AA2DC06A101D}" destId="{9A5203D8-A837-40AA-91EC-07D8EC633BAC}" srcOrd="2" destOrd="0" presId="urn:microsoft.com/office/officeart/2018/2/layout/IconVerticalSolidList"/>
    <dgm:cxn modelId="{BE859179-C4CC-49B4-95CF-81A0481F1CCD}" type="presParOf" srcId="{E194BAB7-64F8-4535-B7FD-AA2DC06A101D}" destId="{39126E73-0021-4537-8337-D686F97F9B26}" srcOrd="3" destOrd="0" presId="urn:microsoft.com/office/officeart/2018/2/layout/IconVerticalSolidList"/>
    <dgm:cxn modelId="{B50EBB1D-60FB-4941-9E9F-303A1F22D01E}" type="presParOf" srcId="{E194BAB7-64F8-4535-B7FD-AA2DC06A101D}" destId="{6C604A4D-86D1-4321-9052-AF311CDFB6AD}" srcOrd="4" destOrd="0" presId="urn:microsoft.com/office/officeart/2018/2/layout/IconVerticalSolidList"/>
    <dgm:cxn modelId="{BA389F68-90F1-45F8-82E5-2FB0530480D6}" type="presParOf" srcId="{0C392389-E615-4F9D-ABD8-3F539546B091}" destId="{4EEDEF0D-83B6-4F08-92CF-0A0E97075928}" srcOrd="5" destOrd="0" presId="urn:microsoft.com/office/officeart/2018/2/layout/IconVerticalSolidList"/>
    <dgm:cxn modelId="{E7340603-1D08-49BE-8612-AA258511B20D}" type="presParOf" srcId="{0C392389-E615-4F9D-ABD8-3F539546B091}" destId="{4D659384-53A9-4A12-A464-27876C457611}" srcOrd="6" destOrd="0" presId="urn:microsoft.com/office/officeart/2018/2/layout/IconVerticalSolidList"/>
    <dgm:cxn modelId="{4427EEDD-2B8F-409D-A030-F008B25BA6FA}" type="presParOf" srcId="{4D659384-53A9-4A12-A464-27876C457611}" destId="{6080E5D3-8DA7-467D-A06F-D6F7EACC4246}" srcOrd="0" destOrd="0" presId="urn:microsoft.com/office/officeart/2018/2/layout/IconVerticalSolidList"/>
    <dgm:cxn modelId="{8B50E764-B771-4263-9D4E-7FD859B2F706}" type="presParOf" srcId="{4D659384-53A9-4A12-A464-27876C457611}" destId="{25F5F76A-6D3A-4E8E-B4EB-8D5E159414E7}" srcOrd="1" destOrd="0" presId="urn:microsoft.com/office/officeart/2018/2/layout/IconVerticalSolidList"/>
    <dgm:cxn modelId="{FF0BE2E2-B990-4901-B9F1-F62E7BB35585}" type="presParOf" srcId="{4D659384-53A9-4A12-A464-27876C457611}" destId="{5A3B67A7-BBE5-48CD-A3DB-08EBF940D838}" srcOrd="2" destOrd="0" presId="urn:microsoft.com/office/officeart/2018/2/layout/IconVerticalSolidList"/>
    <dgm:cxn modelId="{3375F857-C647-45FA-B1C6-43200B3F0B59}" type="presParOf" srcId="{4D659384-53A9-4A12-A464-27876C457611}" destId="{19496FC2-0F73-42BF-8BC1-5D83F2FD5A7F}"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F70BA5FF-FBB8-47EE-A49F-CDE9898F4229}"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75AEF37E-1A91-40B0-92CF-7D91383B42BC}">
      <dgm:prSet/>
      <dgm:spPr/>
      <dgm:t>
        <a:bodyPr/>
        <a:lstStyle/>
        <a:p>
          <a:r>
            <a:rPr lang="de-DE"/>
            <a:t>Sehr allgemeines Konzept</a:t>
          </a:r>
          <a:endParaRPr lang="en-US"/>
        </a:p>
      </dgm:t>
    </dgm:pt>
    <dgm:pt modelId="{7E20CC9F-EE43-471B-BB00-96EEE5E4E32C}" type="parTrans" cxnId="{79F0D6FF-3419-4D9F-99CE-DAE3500B0000}">
      <dgm:prSet/>
      <dgm:spPr/>
      <dgm:t>
        <a:bodyPr/>
        <a:lstStyle/>
        <a:p>
          <a:endParaRPr lang="en-US"/>
        </a:p>
      </dgm:t>
    </dgm:pt>
    <dgm:pt modelId="{87064FA8-6B1E-4AD4-9B18-AFE4F436AE24}" type="sibTrans" cxnId="{79F0D6FF-3419-4D9F-99CE-DAE3500B0000}">
      <dgm:prSet/>
      <dgm:spPr/>
      <dgm:t>
        <a:bodyPr/>
        <a:lstStyle/>
        <a:p>
          <a:endParaRPr lang="en-US"/>
        </a:p>
      </dgm:t>
    </dgm:pt>
    <dgm:pt modelId="{FBB3657C-C5F6-483F-B2E1-F304FF747CC2}">
      <dgm:prSet/>
      <dgm:spPr/>
      <dgm:t>
        <a:bodyPr/>
        <a:lstStyle/>
        <a:p>
          <a:r>
            <a:rPr lang="de-DE"/>
            <a:t>Irgendwelche Funktionalität kapseln</a:t>
          </a:r>
          <a:endParaRPr lang="en-US"/>
        </a:p>
      </dgm:t>
    </dgm:pt>
    <dgm:pt modelId="{85443718-1550-46CE-96CB-78EC3B9613A5}" type="parTrans" cxnId="{A178F1A3-3F0E-43F5-9C28-1C22C0485978}">
      <dgm:prSet/>
      <dgm:spPr/>
      <dgm:t>
        <a:bodyPr/>
        <a:lstStyle/>
        <a:p>
          <a:endParaRPr lang="en-US"/>
        </a:p>
      </dgm:t>
    </dgm:pt>
    <dgm:pt modelId="{A05EC887-17FA-46A5-88B3-13577CBF0ECC}" type="sibTrans" cxnId="{A178F1A3-3F0E-43F5-9C28-1C22C0485978}">
      <dgm:prSet/>
      <dgm:spPr/>
      <dgm:t>
        <a:bodyPr/>
        <a:lstStyle/>
        <a:p>
          <a:endParaRPr lang="en-US"/>
        </a:p>
      </dgm:t>
    </dgm:pt>
    <dgm:pt modelId="{B51B687C-5B4F-4241-8A08-08900A297552}">
      <dgm:prSet/>
      <dgm:spPr/>
      <dgm:t>
        <a:bodyPr/>
        <a:lstStyle/>
        <a:p>
          <a:r>
            <a:rPr lang="de-DE"/>
            <a:t>Nicht UI spezifisch</a:t>
          </a:r>
          <a:endParaRPr lang="en-US"/>
        </a:p>
      </dgm:t>
    </dgm:pt>
    <dgm:pt modelId="{C58286B2-5BD3-4229-B34F-6473C5C39825}" type="parTrans" cxnId="{6C31A9AD-1429-4007-8478-E731DC8EDE5B}">
      <dgm:prSet/>
      <dgm:spPr/>
      <dgm:t>
        <a:bodyPr/>
        <a:lstStyle/>
        <a:p>
          <a:endParaRPr lang="en-US"/>
        </a:p>
      </dgm:t>
    </dgm:pt>
    <dgm:pt modelId="{FB8F29B8-9D4B-415C-BD4D-02B2A45DDEC6}" type="sibTrans" cxnId="{6C31A9AD-1429-4007-8478-E731DC8EDE5B}">
      <dgm:prSet/>
      <dgm:spPr/>
      <dgm:t>
        <a:bodyPr/>
        <a:lstStyle/>
        <a:p>
          <a:endParaRPr lang="en-US"/>
        </a:p>
      </dgm:t>
    </dgm:pt>
    <dgm:pt modelId="{D6A51D03-DBAD-409B-9EC6-7E2E1C3F585F}">
      <dgm:prSet/>
      <dgm:spPr/>
      <dgm:t>
        <a:bodyPr/>
        <a:lstStyle/>
        <a:p>
          <a:r>
            <a:rPr lang="de-DE"/>
            <a:t>Implementierungsdetails verstecken</a:t>
          </a:r>
          <a:endParaRPr lang="en-US"/>
        </a:p>
      </dgm:t>
    </dgm:pt>
    <dgm:pt modelId="{7CCB2F7D-AF46-46ED-9726-460BCAE82CFC}" type="parTrans" cxnId="{09329454-3248-47B7-8CA4-6E6B50B43705}">
      <dgm:prSet/>
      <dgm:spPr/>
      <dgm:t>
        <a:bodyPr/>
        <a:lstStyle/>
        <a:p>
          <a:endParaRPr lang="en-US"/>
        </a:p>
      </dgm:t>
    </dgm:pt>
    <dgm:pt modelId="{5E597879-C1A6-4684-ADB5-2616FC0C3B42}" type="sibTrans" cxnId="{09329454-3248-47B7-8CA4-6E6B50B43705}">
      <dgm:prSet/>
      <dgm:spPr/>
      <dgm:t>
        <a:bodyPr/>
        <a:lstStyle/>
        <a:p>
          <a:endParaRPr lang="en-US"/>
        </a:p>
      </dgm:t>
    </dgm:pt>
    <dgm:pt modelId="{EED6FFE0-2A44-4B27-A611-05CF667607C5}">
      <dgm:prSet/>
      <dgm:spPr/>
      <dgm:t>
        <a:bodyPr/>
        <a:lstStyle/>
        <a:p>
          <a:r>
            <a:rPr lang="de-DE"/>
            <a:t>Einsatzmöglichkeiten</a:t>
          </a:r>
          <a:endParaRPr lang="en-US"/>
        </a:p>
      </dgm:t>
    </dgm:pt>
    <dgm:pt modelId="{7E135D92-DED6-48E4-8F92-60A0FD81699B}" type="parTrans" cxnId="{0ADD433C-2A4D-4A44-8D07-0094235D64D4}">
      <dgm:prSet/>
      <dgm:spPr/>
      <dgm:t>
        <a:bodyPr/>
        <a:lstStyle/>
        <a:p>
          <a:endParaRPr lang="en-US"/>
        </a:p>
      </dgm:t>
    </dgm:pt>
    <dgm:pt modelId="{5B1E17C6-C322-4A6C-A038-2CD9288B24D0}" type="sibTrans" cxnId="{0ADD433C-2A4D-4A44-8D07-0094235D64D4}">
      <dgm:prSet/>
      <dgm:spPr/>
      <dgm:t>
        <a:bodyPr/>
        <a:lstStyle/>
        <a:p>
          <a:endParaRPr lang="en-US"/>
        </a:p>
      </dgm:t>
    </dgm:pt>
    <dgm:pt modelId="{3AC862C0-C465-4C9D-8D72-02B075445E8E}">
      <dgm:prSet/>
      <dgm:spPr/>
      <dgm:t>
        <a:bodyPr/>
        <a:lstStyle/>
        <a:p>
          <a:r>
            <a:rPr lang="de-DE"/>
            <a:t>Höhere Abstraktion schaffen (REST)</a:t>
          </a:r>
          <a:endParaRPr lang="en-US"/>
        </a:p>
      </dgm:t>
    </dgm:pt>
    <dgm:pt modelId="{40B3C684-C7E1-486F-A98F-AB41C49A44A7}" type="parTrans" cxnId="{077A92A8-2677-48C0-ABCB-210F54FB1708}">
      <dgm:prSet/>
      <dgm:spPr/>
      <dgm:t>
        <a:bodyPr/>
        <a:lstStyle/>
        <a:p>
          <a:endParaRPr lang="en-US"/>
        </a:p>
      </dgm:t>
    </dgm:pt>
    <dgm:pt modelId="{9D6419F5-4D5A-4B71-9804-E47FA78C7224}" type="sibTrans" cxnId="{077A92A8-2677-48C0-ABCB-210F54FB1708}">
      <dgm:prSet/>
      <dgm:spPr/>
      <dgm:t>
        <a:bodyPr/>
        <a:lstStyle/>
        <a:p>
          <a:endParaRPr lang="en-US"/>
        </a:p>
      </dgm:t>
    </dgm:pt>
    <dgm:pt modelId="{6838FDA3-DDC8-43E9-B255-9E618A481BE5}">
      <dgm:prSet/>
      <dgm:spPr/>
      <dgm:t>
        <a:bodyPr/>
        <a:lstStyle/>
        <a:p>
          <a:r>
            <a:rPr lang="de-DE"/>
            <a:t>Integration anderer Bibliotheken (WebSocket)</a:t>
          </a:r>
          <a:endParaRPr lang="en-US"/>
        </a:p>
      </dgm:t>
    </dgm:pt>
    <dgm:pt modelId="{55BC20D8-05C7-4936-AA8E-8381D756AB98}" type="parTrans" cxnId="{9D8CA647-290F-4E96-9736-1999688677FC}">
      <dgm:prSet/>
      <dgm:spPr/>
      <dgm:t>
        <a:bodyPr/>
        <a:lstStyle/>
        <a:p>
          <a:endParaRPr lang="en-US"/>
        </a:p>
      </dgm:t>
    </dgm:pt>
    <dgm:pt modelId="{34060F6D-81FD-4A68-B66C-B7BB7B18C027}" type="sibTrans" cxnId="{9D8CA647-290F-4E96-9736-1999688677FC}">
      <dgm:prSet/>
      <dgm:spPr/>
      <dgm:t>
        <a:bodyPr/>
        <a:lstStyle/>
        <a:p>
          <a:endParaRPr lang="en-US"/>
        </a:p>
      </dgm:t>
    </dgm:pt>
    <dgm:pt modelId="{CD1D927F-DAAB-42CC-BE2A-48B1C7DB9ED8}">
      <dgm:prSet/>
      <dgm:spPr/>
      <dgm:t>
        <a:bodyPr/>
        <a:lstStyle/>
        <a:p>
          <a:r>
            <a:rPr lang="de-DE"/>
            <a:t>Datenhaltung, Datenzugriff, Caching, Logik, ...</a:t>
          </a:r>
          <a:endParaRPr lang="en-US"/>
        </a:p>
      </dgm:t>
    </dgm:pt>
    <dgm:pt modelId="{C7866F7A-9D76-40CE-BA0F-7D5F2A320B2A}" type="parTrans" cxnId="{ECFB7CAC-57BD-4550-AB46-CC3015AE4FDE}">
      <dgm:prSet/>
      <dgm:spPr/>
      <dgm:t>
        <a:bodyPr/>
        <a:lstStyle/>
        <a:p>
          <a:endParaRPr lang="en-US"/>
        </a:p>
      </dgm:t>
    </dgm:pt>
    <dgm:pt modelId="{4DDE1EE8-347C-4815-8E49-4CE061E06F7F}" type="sibTrans" cxnId="{ECFB7CAC-57BD-4550-AB46-CC3015AE4FDE}">
      <dgm:prSet/>
      <dgm:spPr/>
      <dgm:t>
        <a:bodyPr/>
        <a:lstStyle/>
        <a:p>
          <a:endParaRPr lang="en-US"/>
        </a:p>
      </dgm:t>
    </dgm:pt>
    <dgm:pt modelId="{AC5FE8A3-AD15-4EA5-9DFC-C25661387BAD}">
      <dgm:prSet/>
      <dgm:spPr/>
      <dgm:t>
        <a:bodyPr/>
        <a:lstStyle/>
        <a:p>
          <a:r>
            <a:rPr lang="de-DE"/>
            <a:t>Können Abhängigkeit zu anderen Services haben</a:t>
          </a:r>
          <a:endParaRPr lang="en-US"/>
        </a:p>
      </dgm:t>
    </dgm:pt>
    <dgm:pt modelId="{51B7961F-0CD8-47C1-A88E-CFDA728CE568}" type="parTrans" cxnId="{8D780701-4EEC-4796-BBB9-28474F19BF09}">
      <dgm:prSet/>
      <dgm:spPr/>
      <dgm:t>
        <a:bodyPr/>
        <a:lstStyle/>
        <a:p>
          <a:endParaRPr lang="en-US"/>
        </a:p>
      </dgm:t>
    </dgm:pt>
    <dgm:pt modelId="{8A19C35F-73AE-4335-9887-BBED9EB2C534}" type="sibTrans" cxnId="{8D780701-4EEC-4796-BBB9-28474F19BF09}">
      <dgm:prSet/>
      <dgm:spPr/>
      <dgm:t>
        <a:bodyPr/>
        <a:lstStyle/>
        <a:p>
          <a:endParaRPr lang="en-US"/>
        </a:p>
      </dgm:t>
    </dgm:pt>
    <dgm:pt modelId="{3E4DFD8E-2511-4E47-92B2-F7733B621AE5}" type="pres">
      <dgm:prSet presAssocID="{F70BA5FF-FBB8-47EE-A49F-CDE9898F4229}" presName="linear" presStyleCnt="0">
        <dgm:presLayoutVars>
          <dgm:animLvl val="lvl"/>
          <dgm:resizeHandles val="exact"/>
        </dgm:presLayoutVars>
      </dgm:prSet>
      <dgm:spPr/>
    </dgm:pt>
    <dgm:pt modelId="{8580140C-DC50-9B42-93EF-E0A8E23B5672}" type="pres">
      <dgm:prSet presAssocID="{75AEF37E-1A91-40B0-92CF-7D91383B42BC}" presName="parentText" presStyleLbl="node1" presStyleIdx="0" presStyleCnt="3">
        <dgm:presLayoutVars>
          <dgm:chMax val="0"/>
          <dgm:bulletEnabled val="1"/>
        </dgm:presLayoutVars>
      </dgm:prSet>
      <dgm:spPr/>
    </dgm:pt>
    <dgm:pt modelId="{E3706BF3-EB0C-B54A-9900-D0462B14A2C2}" type="pres">
      <dgm:prSet presAssocID="{75AEF37E-1A91-40B0-92CF-7D91383B42BC}" presName="childText" presStyleLbl="revTx" presStyleIdx="0" presStyleCnt="2">
        <dgm:presLayoutVars>
          <dgm:bulletEnabled val="1"/>
        </dgm:presLayoutVars>
      </dgm:prSet>
      <dgm:spPr/>
    </dgm:pt>
    <dgm:pt modelId="{E8370226-5730-B142-9DD9-D629D96B8129}" type="pres">
      <dgm:prSet presAssocID="{EED6FFE0-2A44-4B27-A611-05CF667607C5}" presName="parentText" presStyleLbl="node1" presStyleIdx="1" presStyleCnt="3">
        <dgm:presLayoutVars>
          <dgm:chMax val="0"/>
          <dgm:bulletEnabled val="1"/>
        </dgm:presLayoutVars>
      </dgm:prSet>
      <dgm:spPr/>
    </dgm:pt>
    <dgm:pt modelId="{85B4C076-C19F-FA44-9E00-83D9F1C8BFCC}" type="pres">
      <dgm:prSet presAssocID="{EED6FFE0-2A44-4B27-A611-05CF667607C5}" presName="childText" presStyleLbl="revTx" presStyleIdx="1" presStyleCnt="2">
        <dgm:presLayoutVars>
          <dgm:bulletEnabled val="1"/>
        </dgm:presLayoutVars>
      </dgm:prSet>
      <dgm:spPr/>
    </dgm:pt>
    <dgm:pt modelId="{D268AD21-B487-BF4A-9B84-2EF1C86BF016}" type="pres">
      <dgm:prSet presAssocID="{AC5FE8A3-AD15-4EA5-9DFC-C25661387BAD}" presName="parentText" presStyleLbl="node1" presStyleIdx="2" presStyleCnt="3">
        <dgm:presLayoutVars>
          <dgm:chMax val="0"/>
          <dgm:bulletEnabled val="1"/>
        </dgm:presLayoutVars>
      </dgm:prSet>
      <dgm:spPr/>
    </dgm:pt>
  </dgm:ptLst>
  <dgm:cxnLst>
    <dgm:cxn modelId="{8D780701-4EEC-4796-BBB9-28474F19BF09}" srcId="{F70BA5FF-FBB8-47EE-A49F-CDE9898F4229}" destId="{AC5FE8A3-AD15-4EA5-9DFC-C25661387BAD}" srcOrd="2" destOrd="0" parTransId="{51B7961F-0CD8-47C1-A88E-CFDA728CE568}" sibTransId="{8A19C35F-73AE-4335-9887-BBED9EB2C534}"/>
    <dgm:cxn modelId="{2E196309-390B-BF47-9C23-10586A384BBD}" type="presOf" srcId="{75AEF37E-1A91-40B0-92CF-7D91383B42BC}" destId="{8580140C-DC50-9B42-93EF-E0A8E23B5672}" srcOrd="0" destOrd="0" presId="urn:microsoft.com/office/officeart/2005/8/layout/vList2"/>
    <dgm:cxn modelId="{DDB78724-0A9F-A841-AF65-CF0B6D1FF10F}" type="presOf" srcId="{B51B687C-5B4F-4241-8A08-08900A297552}" destId="{E3706BF3-EB0C-B54A-9900-D0462B14A2C2}" srcOrd="0" destOrd="1" presId="urn:microsoft.com/office/officeart/2005/8/layout/vList2"/>
    <dgm:cxn modelId="{0ADD433C-2A4D-4A44-8D07-0094235D64D4}" srcId="{F70BA5FF-FBB8-47EE-A49F-CDE9898F4229}" destId="{EED6FFE0-2A44-4B27-A611-05CF667607C5}" srcOrd="1" destOrd="0" parTransId="{7E135D92-DED6-48E4-8F92-60A0FD81699B}" sibTransId="{5B1E17C6-C322-4A6C-A038-2CD9288B24D0}"/>
    <dgm:cxn modelId="{9D8CA647-290F-4E96-9736-1999688677FC}" srcId="{EED6FFE0-2A44-4B27-A611-05CF667607C5}" destId="{6838FDA3-DDC8-43E9-B255-9E618A481BE5}" srcOrd="1" destOrd="0" parTransId="{55BC20D8-05C7-4936-AA8E-8381D756AB98}" sibTransId="{34060F6D-81FD-4A68-B66C-B7BB7B18C027}"/>
    <dgm:cxn modelId="{09329454-3248-47B7-8CA4-6E6B50B43705}" srcId="{75AEF37E-1A91-40B0-92CF-7D91383B42BC}" destId="{D6A51D03-DBAD-409B-9EC6-7E2E1C3F585F}" srcOrd="2" destOrd="0" parTransId="{7CCB2F7D-AF46-46ED-9726-460BCAE82CFC}" sibTransId="{5E597879-C1A6-4684-ADB5-2616FC0C3B42}"/>
    <dgm:cxn modelId="{B2202183-2B95-9848-BCF8-CE3F5D6E2DD5}" type="presOf" srcId="{EED6FFE0-2A44-4B27-A611-05CF667607C5}" destId="{E8370226-5730-B142-9DD9-D629D96B8129}" srcOrd="0" destOrd="0" presId="urn:microsoft.com/office/officeart/2005/8/layout/vList2"/>
    <dgm:cxn modelId="{02414C8C-169E-304E-BBFF-8FBD24003D74}" type="presOf" srcId="{CD1D927F-DAAB-42CC-BE2A-48B1C7DB9ED8}" destId="{85B4C076-C19F-FA44-9E00-83D9F1C8BFCC}" srcOrd="0" destOrd="2" presId="urn:microsoft.com/office/officeart/2005/8/layout/vList2"/>
    <dgm:cxn modelId="{A178F1A3-3F0E-43F5-9C28-1C22C0485978}" srcId="{75AEF37E-1A91-40B0-92CF-7D91383B42BC}" destId="{FBB3657C-C5F6-483F-B2E1-F304FF747CC2}" srcOrd="0" destOrd="0" parTransId="{85443718-1550-46CE-96CB-78EC3B9613A5}" sibTransId="{A05EC887-17FA-46A5-88B3-13577CBF0ECC}"/>
    <dgm:cxn modelId="{077A92A8-2677-48C0-ABCB-210F54FB1708}" srcId="{EED6FFE0-2A44-4B27-A611-05CF667607C5}" destId="{3AC862C0-C465-4C9D-8D72-02B075445E8E}" srcOrd="0" destOrd="0" parTransId="{40B3C684-C7E1-486F-A98F-AB41C49A44A7}" sibTransId="{9D6419F5-4D5A-4B71-9804-E47FA78C7224}"/>
    <dgm:cxn modelId="{ECFB7CAC-57BD-4550-AB46-CC3015AE4FDE}" srcId="{EED6FFE0-2A44-4B27-A611-05CF667607C5}" destId="{CD1D927F-DAAB-42CC-BE2A-48B1C7DB9ED8}" srcOrd="2" destOrd="0" parTransId="{C7866F7A-9D76-40CE-BA0F-7D5F2A320B2A}" sibTransId="{4DDE1EE8-347C-4815-8E49-4CE061E06F7F}"/>
    <dgm:cxn modelId="{6C31A9AD-1429-4007-8478-E731DC8EDE5B}" srcId="{75AEF37E-1A91-40B0-92CF-7D91383B42BC}" destId="{B51B687C-5B4F-4241-8A08-08900A297552}" srcOrd="1" destOrd="0" parTransId="{C58286B2-5BD3-4229-B34F-6473C5C39825}" sibTransId="{FB8F29B8-9D4B-415C-BD4D-02B2A45DDEC6}"/>
    <dgm:cxn modelId="{06068BAF-A150-EF46-B1BE-C80A5602C20A}" type="presOf" srcId="{6838FDA3-DDC8-43E9-B255-9E618A481BE5}" destId="{85B4C076-C19F-FA44-9E00-83D9F1C8BFCC}" srcOrd="0" destOrd="1" presId="urn:microsoft.com/office/officeart/2005/8/layout/vList2"/>
    <dgm:cxn modelId="{4E7D84B0-CC58-854E-99D9-EBFE9400A8D3}" type="presOf" srcId="{D6A51D03-DBAD-409B-9EC6-7E2E1C3F585F}" destId="{E3706BF3-EB0C-B54A-9900-D0462B14A2C2}" srcOrd="0" destOrd="2" presId="urn:microsoft.com/office/officeart/2005/8/layout/vList2"/>
    <dgm:cxn modelId="{1D3CD4D6-CDD7-624A-867F-16FAC75ED0A5}" type="presOf" srcId="{FBB3657C-C5F6-483F-B2E1-F304FF747CC2}" destId="{E3706BF3-EB0C-B54A-9900-D0462B14A2C2}" srcOrd="0" destOrd="0" presId="urn:microsoft.com/office/officeart/2005/8/layout/vList2"/>
    <dgm:cxn modelId="{DD8AE4DC-3F2A-6241-BF32-E48641767E88}" type="presOf" srcId="{AC5FE8A3-AD15-4EA5-9DFC-C25661387BAD}" destId="{D268AD21-B487-BF4A-9B84-2EF1C86BF016}" srcOrd="0" destOrd="0" presId="urn:microsoft.com/office/officeart/2005/8/layout/vList2"/>
    <dgm:cxn modelId="{AD67A3EA-617C-D442-831F-201FEAD1F238}" type="presOf" srcId="{3AC862C0-C465-4C9D-8D72-02B075445E8E}" destId="{85B4C076-C19F-FA44-9E00-83D9F1C8BFCC}" srcOrd="0" destOrd="0" presId="urn:microsoft.com/office/officeart/2005/8/layout/vList2"/>
    <dgm:cxn modelId="{DB3859F0-7AAC-F143-AD61-A527F31FC174}" type="presOf" srcId="{F70BA5FF-FBB8-47EE-A49F-CDE9898F4229}" destId="{3E4DFD8E-2511-4E47-92B2-F7733B621AE5}" srcOrd="0" destOrd="0" presId="urn:microsoft.com/office/officeart/2005/8/layout/vList2"/>
    <dgm:cxn modelId="{79F0D6FF-3419-4D9F-99CE-DAE3500B0000}" srcId="{F70BA5FF-FBB8-47EE-A49F-CDE9898F4229}" destId="{75AEF37E-1A91-40B0-92CF-7D91383B42BC}" srcOrd="0" destOrd="0" parTransId="{7E20CC9F-EE43-471B-BB00-96EEE5E4E32C}" sibTransId="{87064FA8-6B1E-4AD4-9B18-AFE4F436AE24}"/>
    <dgm:cxn modelId="{A029F0E9-9494-3A47-81B5-62A21C3CF67D}" type="presParOf" srcId="{3E4DFD8E-2511-4E47-92B2-F7733B621AE5}" destId="{8580140C-DC50-9B42-93EF-E0A8E23B5672}" srcOrd="0" destOrd="0" presId="urn:microsoft.com/office/officeart/2005/8/layout/vList2"/>
    <dgm:cxn modelId="{396E90AB-F2E5-0F4E-8A10-3F75D5D180D4}" type="presParOf" srcId="{3E4DFD8E-2511-4E47-92B2-F7733B621AE5}" destId="{E3706BF3-EB0C-B54A-9900-D0462B14A2C2}" srcOrd="1" destOrd="0" presId="urn:microsoft.com/office/officeart/2005/8/layout/vList2"/>
    <dgm:cxn modelId="{C7BC6637-B2D3-F14B-B5ED-7B2B44AA05A5}" type="presParOf" srcId="{3E4DFD8E-2511-4E47-92B2-F7733B621AE5}" destId="{E8370226-5730-B142-9DD9-D629D96B8129}" srcOrd="2" destOrd="0" presId="urn:microsoft.com/office/officeart/2005/8/layout/vList2"/>
    <dgm:cxn modelId="{2D16048F-0CB2-CD4C-8B94-543978BA4BEA}" type="presParOf" srcId="{3E4DFD8E-2511-4E47-92B2-F7733B621AE5}" destId="{85B4C076-C19F-FA44-9E00-83D9F1C8BFCC}" srcOrd="3" destOrd="0" presId="urn:microsoft.com/office/officeart/2005/8/layout/vList2"/>
    <dgm:cxn modelId="{E96A26DB-0112-054C-9BC5-D2436AA779BB}" type="presParOf" srcId="{3E4DFD8E-2511-4E47-92B2-F7733B621AE5}" destId="{D268AD21-B487-BF4A-9B84-2EF1C86BF016}"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137CF48F-06EF-1743-8EBB-6C45D899FD96}" type="doc">
      <dgm:prSet loTypeId="urn:microsoft.com/office/officeart/2005/8/layout/list1" loCatId="" qsTypeId="urn:microsoft.com/office/officeart/2005/8/quickstyle/simple4" qsCatId="simple" csTypeId="urn:microsoft.com/office/officeart/2005/8/colors/accent1_2" csCatId="accent1" phldr="1"/>
      <dgm:spPr/>
      <dgm:t>
        <a:bodyPr/>
        <a:lstStyle/>
        <a:p>
          <a:endParaRPr lang="de-DE"/>
        </a:p>
      </dgm:t>
    </dgm:pt>
    <dgm:pt modelId="{DC04A101-1837-D940-AB74-320A30C1306F}">
      <dgm:prSet/>
      <dgm:spPr/>
      <dgm:t>
        <a:bodyPr/>
        <a:lstStyle/>
        <a:p>
          <a:pPr rtl="0"/>
          <a:r>
            <a:rPr lang="de-DE"/>
            <a:t>Aufbau der Netze komplex.</a:t>
          </a:r>
        </a:p>
      </dgm:t>
    </dgm:pt>
    <dgm:pt modelId="{5AF97E3D-3CCE-E74A-8F7A-09582F270F7C}" type="parTrans" cxnId="{6072D63E-1C04-2D46-B2C7-BC670EEE1A0A}">
      <dgm:prSet/>
      <dgm:spPr/>
      <dgm:t>
        <a:bodyPr/>
        <a:lstStyle/>
        <a:p>
          <a:endParaRPr lang="de-DE"/>
        </a:p>
      </dgm:t>
    </dgm:pt>
    <dgm:pt modelId="{8867A746-1E03-A344-8B72-C85A5AFDA537}" type="sibTrans" cxnId="{6072D63E-1C04-2D46-B2C7-BC670EEE1A0A}">
      <dgm:prSet/>
      <dgm:spPr/>
      <dgm:t>
        <a:bodyPr/>
        <a:lstStyle/>
        <a:p>
          <a:endParaRPr lang="de-DE"/>
        </a:p>
      </dgm:t>
    </dgm:pt>
    <dgm:pt modelId="{502651E8-B233-564C-9BE7-600A967999F0}">
      <dgm:prSet/>
      <dgm:spPr/>
      <dgm:t>
        <a:bodyPr/>
        <a:lstStyle/>
        <a:p>
          <a:pPr rtl="0"/>
          <a:r>
            <a:rPr lang="de-DE"/>
            <a:t>Testbarkeit der Komponenten wird eingeschränkt.</a:t>
          </a:r>
        </a:p>
      </dgm:t>
    </dgm:pt>
    <dgm:pt modelId="{E760247B-0466-9E4A-B538-69908AD01D1B}" type="parTrans" cxnId="{D885EE1C-06BD-1A48-8E08-3CC6F8421F64}">
      <dgm:prSet/>
      <dgm:spPr/>
      <dgm:t>
        <a:bodyPr/>
        <a:lstStyle/>
        <a:p>
          <a:endParaRPr lang="de-DE"/>
        </a:p>
      </dgm:t>
    </dgm:pt>
    <dgm:pt modelId="{6E3A7F33-AEF9-A845-B361-2C78A581E914}" type="sibTrans" cxnId="{D885EE1C-06BD-1A48-8E08-3CC6F8421F64}">
      <dgm:prSet/>
      <dgm:spPr/>
      <dgm:t>
        <a:bodyPr/>
        <a:lstStyle/>
        <a:p>
          <a:endParaRPr lang="de-DE"/>
        </a:p>
      </dgm:t>
    </dgm:pt>
    <dgm:pt modelId="{51298CF8-FDF3-4845-8431-042197D24083}">
      <dgm:prSet/>
      <dgm:spPr/>
      <dgm:t>
        <a:bodyPr/>
        <a:lstStyle/>
        <a:p>
          <a:pPr rtl="0"/>
          <a:r>
            <a:rPr lang="de-DE"/>
            <a:t>Änderbarkeit und Wartbarkeit nur bedingt gegeben.</a:t>
          </a:r>
        </a:p>
      </dgm:t>
    </dgm:pt>
    <dgm:pt modelId="{F88EB534-7E8C-5C4D-BDC1-467182299C62}" type="parTrans" cxnId="{1ACEE10D-787D-5443-A79A-6E8901C2DFE1}">
      <dgm:prSet/>
      <dgm:spPr/>
      <dgm:t>
        <a:bodyPr/>
        <a:lstStyle/>
        <a:p>
          <a:endParaRPr lang="de-DE"/>
        </a:p>
      </dgm:t>
    </dgm:pt>
    <dgm:pt modelId="{AB47C066-D760-5548-A66F-589F40E11261}" type="sibTrans" cxnId="{1ACEE10D-787D-5443-A79A-6E8901C2DFE1}">
      <dgm:prSet/>
      <dgm:spPr/>
      <dgm:t>
        <a:bodyPr/>
        <a:lstStyle/>
        <a:p>
          <a:endParaRPr lang="de-DE"/>
        </a:p>
      </dgm:t>
    </dgm:pt>
    <dgm:pt modelId="{FB3C7343-67B2-9747-9408-076B06C7C9A7}">
      <dgm:prSet/>
      <dgm:spPr/>
      <dgm:t>
        <a:bodyPr/>
        <a:lstStyle/>
        <a:p>
          <a:pPr rtl="0"/>
          <a:r>
            <a:rPr lang="de-DE" dirty="0" err="1"/>
            <a:t>Favor</a:t>
          </a:r>
          <a:r>
            <a:rPr lang="de-DE" dirty="0"/>
            <a:t> Delegation </a:t>
          </a:r>
          <a:r>
            <a:rPr lang="de-DE" dirty="0" err="1"/>
            <a:t>over</a:t>
          </a:r>
          <a:r>
            <a:rPr lang="de-DE" dirty="0"/>
            <a:t> </a:t>
          </a:r>
          <a:r>
            <a:rPr lang="de-DE" dirty="0" err="1"/>
            <a:t>inheritance</a:t>
          </a:r>
          <a:r>
            <a:rPr lang="de-DE" dirty="0"/>
            <a:t>.</a:t>
          </a:r>
        </a:p>
      </dgm:t>
    </dgm:pt>
    <dgm:pt modelId="{8B3837E7-FAC7-E84A-B291-336BA0DBD0B7}" type="parTrans" cxnId="{54E94F39-AAFB-D04E-B3FE-F27E77A9F3DA}">
      <dgm:prSet/>
      <dgm:spPr/>
      <dgm:t>
        <a:bodyPr/>
        <a:lstStyle/>
        <a:p>
          <a:endParaRPr lang="de-DE"/>
        </a:p>
      </dgm:t>
    </dgm:pt>
    <dgm:pt modelId="{17A7ABC1-4D09-8A4A-A6D6-504CB168629C}" type="sibTrans" cxnId="{54E94F39-AAFB-D04E-B3FE-F27E77A9F3DA}">
      <dgm:prSet/>
      <dgm:spPr/>
      <dgm:t>
        <a:bodyPr/>
        <a:lstStyle/>
        <a:p>
          <a:endParaRPr lang="de-DE"/>
        </a:p>
      </dgm:t>
    </dgm:pt>
    <dgm:pt modelId="{8B7699F5-139B-D046-8275-C056A6BA49B3}">
      <dgm:prSet/>
      <dgm:spPr/>
      <dgm:t>
        <a:bodyPr/>
        <a:lstStyle/>
        <a:p>
          <a:pPr rtl="0"/>
          <a:r>
            <a:rPr lang="de-DE" dirty="0"/>
            <a:t>Verschiedene Möglichkeiten Netze aufzubauen.</a:t>
          </a:r>
        </a:p>
      </dgm:t>
    </dgm:pt>
    <dgm:pt modelId="{3506DADC-FF07-4C42-93FF-D3AB30A203A7}" type="parTrans" cxnId="{CE5C00DC-3CBF-6A4E-BEDC-35EF1C30BF89}">
      <dgm:prSet/>
      <dgm:spPr/>
      <dgm:t>
        <a:bodyPr/>
        <a:lstStyle/>
        <a:p>
          <a:endParaRPr lang="de-DE"/>
        </a:p>
      </dgm:t>
    </dgm:pt>
    <dgm:pt modelId="{97CABD35-53D6-3248-B306-5D89E5810CC9}" type="sibTrans" cxnId="{CE5C00DC-3CBF-6A4E-BEDC-35EF1C30BF89}">
      <dgm:prSet/>
      <dgm:spPr/>
      <dgm:t>
        <a:bodyPr/>
        <a:lstStyle/>
        <a:p>
          <a:endParaRPr lang="de-DE"/>
        </a:p>
      </dgm:t>
    </dgm:pt>
    <dgm:pt modelId="{6BEE2A7A-C1FC-3943-BD38-5E336C6BD5EE}" type="pres">
      <dgm:prSet presAssocID="{137CF48F-06EF-1743-8EBB-6C45D899FD96}" presName="linear" presStyleCnt="0">
        <dgm:presLayoutVars>
          <dgm:dir/>
          <dgm:animLvl val="lvl"/>
          <dgm:resizeHandles val="exact"/>
        </dgm:presLayoutVars>
      </dgm:prSet>
      <dgm:spPr/>
    </dgm:pt>
    <dgm:pt modelId="{CFA95A14-D22F-C948-A869-F7D297266433}" type="pres">
      <dgm:prSet presAssocID="{DC04A101-1837-D940-AB74-320A30C1306F}" presName="parentLin" presStyleCnt="0"/>
      <dgm:spPr/>
    </dgm:pt>
    <dgm:pt modelId="{7239F3FD-F800-0949-B1B0-3D649E54BD11}" type="pres">
      <dgm:prSet presAssocID="{DC04A101-1837-D940-AB74-320A30C1306F}" presName="parentLeftMargin" presStyleLbl="node1" presStyleIdx="0" presStyleCnt="5"/>
      <dgm:spPr/>
    </dgm:pt>
    <dgm:pt modelId="{1ECD87B9-C580-F745-B1B7-FBF6A99F2703}" type="pres">
      <dgm:prSet presAssocID="{DC04A101-1837-D940-AB74-320A30C1306F}" presName="parentText" presStyleLbl="node1" presStyleIdx="0" presStyleCnt="5">
        <dgm:presLayoutVars>
          <dgm:chMax val="0"/>
          <dgm:bulletEnabled val="1"/>
        </dgm:presLayoutVars>
      </dgm:prSet>
      <dgm:spPr/>
    </dgm:pt>
    <dgm:pt modelId="{778BFF4B-AC52-634E-826A-44E0F50551A8}" type="pres">
      <dgm:prSet presAssocID="{DC04A101-1837-D940-AB74-320A30C1306F}" presName="negativeSpace" presStyleCnt="0"/>
      <dgm:spPr/>
    </dgm:pt>
    <dgm:pt modelId="{27BFC5A3-221C-BF41-82F3-231312BBE5EC}" type="pres">
      <dgm:prSet presAssocID="{DC04A101-1837-D940-AB74-320A30C1306F}" presName="childText" presStyleLbl="conFgAcc1" presStyleIdx="0" presStyleCnt="5">
        <dgm:presLayoutVars>
          <dgm:bulletEnabled val="1"/>
        </dgm:presLayoutVars>
      </dgm:prSet>
      <dgm:spPr/>
    </dgm:pt>
    <dgm:pt modelId="{2EF62C71-1FE3-6541-82E9-F1A2383F9597}" type="pres">
      <dgm:prSet presAssocID="{8867A746-1E03-A344-8B72-C85A5AFDA537}" presName="spaceBetweenRectangles" presStyleCnt="0"/>
      <dgm:spPr/>
    </dgm:pt>
    <dgm:pt modelId="{8B3EE54B-C6E5-6240-846F-AE3BF223DABF}" type="pres">
      <dgm:prSet presAssocID="{502651E8-B233-564C-9BE7-600A967999F0}" presName="parentLin" presStyleCnt="0"/>
      <dgm:spPr/>
    </dgm:pt>
    <dgm:pt modelId="{4A105D4B-B76A-B54A-BD17-89AADAAD12E3}" type="pres">
      <dgm:prSet presAssocID="{502651E8-B233-564C-9BE7-600A967999F0}" presName="parentLeftMargin" presStyleLbl="node1" presStyleIdx="0" presStyleCnt="5"/>
      <dgm:spPr/>
    </dgm:pt>
    <dgm:pt modelId="{B09D4BB5-B624-1D4B-B9E6-011316B43742}" type="pres">
      <dgm:prSet presAssocID="{502651E8-B233-564C-9BE7-600A967999F0}" presName="parentText" presStyleLbl="node1" presStyleIdx="1" presStyleCnt="5">
        <dgm:presLayoutVars>
          <dgm:chMax val="0"/>
          <dgm:bulletEnabled val="1"/>
        </dgm:presLayoutVars>
      </dgm:prSet>
      <dgm:spPr/>
    </dgm:pt>
    <dgm:pt modelId="{41526D06-E0D6-3E44-969C-698A19BE763F}" type="pres">
      <dgm:prSet presAssocID="{502651E8-B233-564C-9BE7-600A967999F0}" presName="negativeSpace" presStyleCnt="0"/>
      <dgm:spPr/>
    </dgm:pt>
    <dgm:pt modelId="{E7B1E18C-5299-164E-8066-1AD144D53839}" type="pres">
      <dgm:prSet presAssocID="{502651E8-B233-564C-9BE7-600A967999F0}" presName="childText" presStyleLbl="conFgAcc1" presStyleIdx="1" presStyleCnt="5">
        <dgm:presLayoutVars>
          <dgm:bulletEnabled val="1"/>
        </dgm:presLayoutVars>
      </dgm:prSet>
      <dgm:spPr/>
    </dgm:pt>
    <dgm:pt modelId="{704B7B41-7956-6744-924D-38FF2EB17BB0}" type="pres">
      <dgm:prSet presAssocID="{6E3A7F33-AEF9-A845-B361-2C78A581E914}" presName="spaceBetweenRectangles" presStyleCnt="0"/>
      <dgm:spPr/>
    </dgm:pt>
    <dgm:pt modelId="{CF3FABA2-E09D-E840-9216-B93DD10BE9FB}" type="pres">
      <dgm:prSet presAssocID="{51298CF8-FDF3-4845-8431-042197D24083}" presName="parentLin" presStyleCnt="0"/>
      <dgm:spPr/>
    </dgm:pt>
    <dgm:pt modelId="{F126DED2-5AA5-0944-BB22-E44D1E98F20A}" type="pres">
      <dgm:prSet presAssocID="{51298CF8-FDF3-4845-8431-042197D24083}" presName="parentLeftMargin" presStyleLbl="node1" presStyleIdx="1" presStyleCnt="5"/>
      <dgm:spPr/>
    </dgm:pt>
    <dgm:pt modelId="{D23F324F-A649-C54D-90F8-26F719C76FD7}" type="pres">
      <dgm:prSet presAssocID="{51298CF8-FDF3-4845-8431-042197D24083}" presName="parentText" presStyleLbl="node1" presStyleIdx="2" presStyleCnt="5">
        <dgm:presLayoutVars>
          <dgm:chMax val="0"/>
          <dgm:bulletEnabled val="1"/>
        </dgm:presLayoutVars>
      </dgm:prSet>
      <dgm:spPr/>
    </dgm:pt>
    <dgm:pt modelId="{0E18BC6F-76E8-1E42-9790-A92F27B40DC7}" type="pres">
      <dgm:prSet presAssocID="{51298CF8-FDF3-4845-8431-042197D24083}" presName="negativeSpace" presStyleCnt="0"/>
      <dgm:spPr/>
    </dgm:pt>
    <dgm:pt modelId="{1C9F027A-4FEE-E646-9A26-FF01151D7B0D}" type="pres">
      <dgm:prSet presAssocID="{51298CF8-FDF3-4845-8431-042197D24083}" presName="childText" presStyleLbl="conFgAcc1" presStyleIdx="2" presStyleCnt="5">
        <dgm:presLayoutVars>
          <dgm:bulletEnabled val="1"/>
        </dgm:presLayoutVars>
      </dgm:prSet>
      <dgm:spPr/>
    </dgm:pt>
    <dgm:pt modelId="{320F94DB-0240-3B48-86A0-B95E4218BF18}" type="pres">
      <dgm:prSet presAssocID="{AB47C066-D760-5548-A66F-589F40E11261}" presName="spaceBetweenRectangles" presStyleCnt="0"/>
      <dgm:spPr/>
    </dgm:pt>
    <dgm:pt modelId="{01760883-840C-724C-93BD-BE6A878FEB9C}" type="pres">
      <dgm:prSet presAssocID="{FB3C7343-67B2-9747-9408-076B06C7C9A7}" presName="parentLin" presStyleCnt="0"/>
      <dgm:spPr/>
    </dgm:pt>
    <dgm:pt modelId="{FF4F0C05-8A49-944F-BA4E-1F2D18491E9E}" type="pres">
      <dgm:prSet presAssocID="{FB3C7343-67B2-9747-9408-076B06C7C9A7}" presName="parentLeftMargin" presStyleLbl="node1" presStyleIdx="2" presStyleCnt="5"/>
      <dgm:spPr/>
    </dgm:pt>
    <dgm:pt modelId="{AABA84C5-D367-3740-811F-273A21F9174D}" type="pres">
      <dgm:prSet presAssocID="{FB3C7343-67B2-9747-9408-076B06C7C9A7}" presName="parentText" presStyleLbl="node1" presStyleIdx="3" presStyleCnt="5">
        <dgm:presLayoutVars>
          <dgm:chMax val="0"/>
          <dgm:bulletEnabled val="1"/>
        </dgm:presLayoutVars>
      </dgm:prSet>
      <dgm:spPr/>
    </dgm:pt>
    <dgm:pt modelId="{4892C2D1-C498-E24A-8F75-DB0CBCB6E045}" type="pres">
      <dgm:prSet presAssocID="{FB3C7343-67B2-9747-9408-076B06C7C9A7}" presName="negativeSpace" presStyleCnt="0"/>
      <dgm:spPr/>
    </dgm:pt>
    <dgm:pt modelId="{E7A1E83F-27FB-7046-916E-840DBC608703}" type="pres">
      <dgm:prSet presAssocID="{FB3C7343-67B2-9747-9408-076B06C7C9A7}" presName="childText" presStyleLbl="conFgAcc1" presStyleIdx="3" presStyleCnt="5">
        <dgm:presLayoutVars>
          <dgm:bulletEnabled val="1"/>
        </dgm:presLayoutVars>
      </dgm:prSet>
      <dgm:spPr/>
    </dgm:pt>
    <dgm:pt modelId="{F8F67C72-6766-3641-8429-79CC9D52321A}" type="pres">
      <dgm:prSet presAssocID="{17A7ABC1-4D09-8A4A-A6D6-504CB168629C}" presName="spaceBetweenRectangles" presStyleCnt="0"/>
      <dgm:spPr/>
    </dgm:pt>
    <dgm:pt modelId="{5A3AA09F-554D-CC4E-A440-A445ED2B5AC1}" type="pres">
      <dgm:prSet presAssocID="{8B7699F5-139B-D046-8275-C056A6BA49B3}" presName="parentLin" presStyleCnt="0"/>
      <dgm:spPr/>
    </dgm:pt>
    <dgm:pt modelId="{D7CF370E-E249-714D-9E1A-D26770835788}" type="pres">
      <dgm:prSet presAssocID="{8B7699F5-139B-D046-8275-C056A6BA49B3}" presName="parentLeftMargin" presStyleLbl="node1" presStyleIdx="3" presStyleCnt="5"/>
      <dgm:spPr/>
    </dgm:pt>
    <dgm:pt modelId="{0A9A284D-6452-BB41-99E7-07D3AE11220D}" type="pres">
      <dgm:prSet presAssocID="{8B7699F5-139B-D046-8275-C056A6BA49B3}" presName="parentText" presStyleLbl="node1" presStyleIdx="4" presStyleCnt="5">
        <dgm:presLayoutVars>
          <dgm:chMax val="0"/>
          <dgm:bulletEnabled val="1"/>
        </dgm:presLayoutVars>
      </dgm:prSet>
      <dgm:spPr/>
    </dgm:pt>
    <dgm:pt modelId="{A43DC9F2-2AE4-1146-B81A-11C886E51E1E}" type="pres">
      <dgm:prSet presAssocID="{8B7699F5-139B-D046-8275-C056A6BA49B3}" presName="negativeSpace" presStyleCnt="0"/>
      <dgm:spPr/>
    </dgm:pt>
    <dgm:pt modelId="{6387FF60-1556-F646-BEF2-EFDFA3F1F8AE}" type="pres">
      <dgm:prSet presAssocID="{8B7699F5-139B-D046-8275-C056A6BA49B3}" presName="childText" presStyleLbl="conFgAcc1" presStyleIdx="4" presStyleCnt="5">
        <dgm:presLayoutVars>
          <dgm:bulletEnabled val="1"/>
        </dgm:presLayoutVars>
      </dgm:prSet>
      <dgm:spPr/>
    </dgm:pt>
  </dgm:ptLst>
  <dgm:cxnLst>
    <dgm:cxn modelId="{1ACEE10D-787D-5443-A79A-6E8901C2DFE1}" srcId="{137CF48F-06EF-1743-8EBB-6C45D899FD96}" destId="{51298CF8-FDF3-4845-8431-042197D24083}" srcOrd="2" destOrd="0" parTransId="{F88EB534-7E8C-5C4D-BDC1-467182299C62}" sibTransId="{AB47C066-D760-5548-A66F-589F40E11261}"/>
    <dgm:cxn modelId="{D885EE1C-06BD-1A48-8E08-3CC6F8421F64}" srcId="{137CF48F-06EF-1743-8EBB-6C45D899FD96}" destId="{502651E8-B233-564C-9BE7-600A967999F0}" srcOrd="1" destOrd="0" parTransId="{E760247B-0466-9E4A-B538-69908AD01D1B}" sibTransId="{6E3A7F33-AEF9-A845-B361-2C78A581E914}"/>
    <dgm:cxn modelId="{A19FB326-9063-5E47-ACA2-2CF81CF65950}" type="presOf" srcId="{51298CF8-FDF3-4845-8431-042197D24083}" destId="{D23F324F-A649-C54D-90F8-26F719C76FD7}" srcOrd="1" destOrd="0" presId="urn:microsoft.com/office/officeart/2005/8/layout/list1"/>
    <dgm:cxn modelId="{7EB79D2A-8ADC-3B4C-B7A9-2E597A87F299}" type="presOf" srcId="{137CF48F-06EF-1743-8EBB-6C45D899FD96}" destId="{6BEE2A7A-C1FC-3943-BD38-5E336C6BD5EE}" srcOrd="0" destOrd="0" presId="urn:microsoft.com/office/officeart/2005/8/layout/list1"/>
    <dgm:cxn modelId="{CB8A502B-8D5B-7743-85CB-2D279CC68321}" type="presOf" srcId="{502651E8-B233-564C-9BE7-600A967999F0}" destId="{B09D4BB5-B624-1D4B-B9E6-011316B43742}" srcOrd="1" destOrd="0" presId="urn:microsoft.com/office/officeart/2005/8/layout/list1"/>
    <dgm:cxn modelId="{54E94F39-AAFB-D04E-B3FE-F27E77A9F3DA}" srcId="{137CF48F-06EF-1743-8EBB-6C45D899FD96}" destId="{FB3C7343-67B2-9747-9408-076B06C7C9A7}" srcOrd="3" destOrd="0" parTransId="{8B3837E7-FAC7-E84A-B291-336BA0DBD0B7}" sibTransId="{17A7ABC1-4D09-8A4A-A6D6-504CB168629C}"/>
    <dgm:cxn modelId="{99F1433B-61FA-EA4D-8165-54206471B430}" type="presOf" srcId="{51298CF8-FDF3-4845-8431-042197D24083}" destId="{F126DED2-5AA5-0944-BB22-E44D1E98F20A}" srcOrd="0" destOrd="0" presId="urn:microsoft.com/office/officeart/2005/8/layout/list1"/>
    <dgm:cxn modelId="{6072D63E-1C04-2D46-B2C7-BC670EEE1A0A}" srcId="{137CF48F-06EF-1743-8EBB-6C45D899FD96}" destId="{DC04A101-1837-D940-AB74-320A30C1306F}" srcOrd="0" destOrd="0" parTransId="{5AF97E3D-3CCE-E74A-8F7A-09582F270F7C}" sibTransId="{8867A746-1E03-A344-8B72-C85A5AFDA537}"/>
    <dgm:cxn modelId="{4AADC64B-BFEB-B243-9082-C666F8F413E7}" type="presOf" srcId="{502651E8-B233-564C-9BE7-600A967999F0}" destId="{4A105D4B-B76A-B54A-BD17-89AADAAD12E3}" srcOrd="0" destOrd="0" presId="urn:microsoft.com/office/officeart/2005/8/layout/list1"/>
    <dgm:cxn modelId="{411E0B50-F152-724E-998A-471D27E1DC8E}" type="presOf" srcId="{FB3C7343-67B2-9747-9408-076B06C7C9A7}" destId="{AABA84C5-D367-3740-811F-273A21F9174D}" srcOrd="1" destOrd="0" presId="urn:microsoft.com/office/officeart/2005/8/layout/list1"/>
    <dgm:cxn modelId="{6B089D7B-5D56-E043-A20B-868B1C33BF5F}" type="presOf" srcId="{8B7699F5-139B-D046-8275-C056A6BA49B3}" destId="{D7CF370E-E249-714D-9E1A-D26770835788}" srcOrd="0" destOrd="0" presId="urn:microsoft.com/office/officeart/2005/8/layout/list1"/>
    <dgm:cxn modelId="{33772085-927B-884B-B500-15EF64C09EF2}" type="presOf" srcId="{FB3C7343-67B2-9747-9408-076B06C7C9A7}" destId="{FF4F0C05-8A49-944F-BA4E-1F2D18491E9E}" srcOrd="0" destOrd="0" presId="urn:microsoft.com/office/officeart/2005/8/layout/list1"/>
    <dgm:cxn modelId="{EFFD86C1-CCE1-0A4F-A160-CA2CA3FBB9FA}" type="presOf" srcId="{DC04A101-1837-D940-AB74-320A30C1306F}" destId="{1ECD87B9-C580-F745-B1B7-FBF6A99F2703}" srcOrd="1" destOrd="0" presId="urn:microsoft.com/office/officeart/2005/8/layout/list1"/>
    <dgm:cxn modelId="{DECA7DD7-B301-1948-853B-2CFA952B8A0A}" type="presOf" srcId="{8B7699F5-139B-D046-8275-C056A6BA49B3}" destId="{0A9A284D-6452-BB41-99E7-07D3AE11220D}" srcOrd="1" destOrd="0" presId="urn:microsoft.com/office/officeart/2005/8/layout/list1"/>
    <dgm:cxn modelId="{CE5C00DC-3CBF-6A4E-BEDC-35EF1C30BF89}" srcId="{137CF48F-06EF-1743-8EBB-6C45D899FD96}" destId="{8B7699F5-139B-D046-8275-C056A6BA49B3}" srcOrd="4" destOrd="0" parTransId="{3506DADC-FF07-4C42-93FF-D3AB30A203A7}" sibTransId="{97CABD35-53D6-3248-B306-5D89E5810CC9}"/>
    <dgm:cxn modelId="{CD76E4E1-A556-6249-9C01-099A56341B75}" type="presOf" srcId="{DC04A101-1837-D940-AB74-320A30C1306F}" destId="{7239F3FD-F800-0949-B1B0-3D649E54BD11}" srcOrd="0" destOrd="0" presId="urn:microsoft.com/office/officeart/2005/8/layout/list1"/>
    <dgm:cxn modelId="{5BF061FC-D7D7-8C4A-BF95-F9895734A122}" type="presParOf" srcId="{6BEE2A7A-C1FC-3943-BD38-5E336C6BD5EE}" destId="{CFA95A14-D22F-C948-A869-F7D297266433}" srcOrd="0" destOrd="0" presId="urn:microsoft.com/office/officeart/2005/8/layout/list1"/>
    <dgm:cxn modelId="{D453BB99-165E-4347-9895-1BC0F40E97ED}" type="presParOf" srcId="{CFA95A14-D22F-C948-A869-F7D297266433}" destId="{7239F3FD-F800-0949-B1B0-3D649E54BD11}" srcOrd="0" destOrd="0" presId="urn:microsoft.com/office/officeart/2005/8/layout/list1"/>
    <dgm:cxn modelId="{FB482074-3394-CE4A-B5BA-86966C321954}" type="presParOf" srcId="{CFA95A14-D22F-C948-A869-F7D297266433}" destId="{1ECD87B9-C580-F745-B1B7-FBF6A99F2703}" srcOrd="1" destOrd="0" presId="urn:microsoft.com/office/officeart/2005/8/layout/list1"/>
    <dgm:cxn modelId="{06DE892E-55EA-2F46-B129-3052EED1A363}" type="presParOf" srcId="{6BEE2A7A-C1FC-3943-BD38-5E336C6BD5EE}" destId="{778BFF4B-AC52-634E-826A-44E0F50551A8}" srcOrd="1" destOrd="0" presId="urn:microsoft.com/office/officeart/2005/8/layout/list1"/>
    <dgm:cxn modelId="{4EFED974-9500-4F42-B0D9-85EE91C282D7}" type="presParOf" srcId="{6BEE2A7A-C1FC-3943-BD38-5E336C6BD5EE}" destId="{27BFC5A3-221C-BF41-82F3-231312BBE5EC}" srcOrd="2" destOrd="0" presId="urn:microsoft.com/office/officeart/2005/8/layout/list1"/>
    <dgm:cxn modelId="{59F246C2-6951-D94E-9647-17736646CB85}" type="presParOf" srcId="{6BEE2A7A-C1FC-3943-BD38-5E336C6BD5EE}" destId="{2EF62C71-1FE3-6541-82E9-F1A2383F9597}" srcOrd="3" destOrd="0" presId="urn:microsoft.com/office/officeart/2005/8/layout/list1"/>
    <dgm:cxn modelId="{A93C2E5A-854F-5447-BF78-9A8FD28E6090}" type="presParOf" srcId="{6BEE2A7A-C1FC-3943-BD38-5E336C6BD5EE}" destId="{8B3EE54B-C6E5-6240-846F-AE3BF223DABF}" srcOrd="4" destOrd="0" presId="urn:microsoft.com/office/officeart/2005/8/layout/list1"/>
    <dgm:cxn modelId="{65A968A4-0D2B-B849-B41B-7501CC990CF7}" type="presParOf" srcId="{8B3EE54B-C6E5-6240-846F-AE3BF223DABF}" destId="{4A105D4B-B76A-B54A-BD17-89AADAAD12E3}" srcOrd="0" destOrd="0" presId="urn:microsoft.com/office/officeart/2005/8/layout/list1"/>
    <dgm:cxn modelId="{D09A3586-58D2-F84A-85FA-6587A165DDE2}" type="presParOf" srcId="{8B3EE54B-C6E5-6240-846F-AE3BF223DABF}" destId="{B09D4BB5-B624-1D4B-B9E6-011316B43742}" srcOrd="1" destOrd="0" presId="urn:microsoft.com/office/officeart/2005/8/layout/list1"/>
    <dgm:cxn modelId="{4693E7AE-6B49-F24E-B369-8EC2876D4856}" type="presParOf" srcId="{6BEE2A7A-C1FC-3943-BD38-5E336C6BD5EE}" destId="{41526D06-E0D6-3E44-969C-698A19BE763F}" srcOrd="5" destOrd="0" presId="urn:microsoft.com/office/officeart/2005/8/layout/list1"/>
    <dgm:cxn modelId="{49CC0697-CA1C-414B-85B0-A05BED85405C}" type="presParOf" srcId="{6BEE2A7A-C1FC-3943-BD38-5E336C6BD5EE}" destId="{E7B1E18C-5299-164E-8066-1AD144D53839}" srcOrd="6" destOrd="0" presId="urn:microsoft.com/office/officeart/2005/8/layout/list1"/>
    <dgm:cxn modelId="{EDBB7219-11CB-C649-9FAE-D4AF07BCA299}" type="presParOf" srcId="{6BEE2A7A-C1FC-3943-BD38-5E336C6BD5EE}" destId="{704B7B41-7956-6744-924D-38FF2EB17BB0}" srcOrd="7" destOrd="0" presId="urn:microsoft.com/office/officeart/2005/8/layout/list1"/>
    <dgm:cxn modelId="{74668403-9343-1D4B-BF78-1DEF078C3BDB}" type="presParOf" srcId="{6BEE2A7A-C1FC-3943-BD38-5E336C6BD5EE}" destId="{CF3FABA2-E09D-E840-9216-B93DD10BE9FB}" srcOrd="8" destOrd="0" presId="urn:microsoft.com/office/officeart/2005/8/layout/list1"/>
    <dgm:cxn modelId="{E1DBE7B4-3149-AC4A-A025-E91C3F4FB818}" type="presParOf" srcId="{CF3FABA2-E09D-E840-9216-B93DD10BE9FB}" destId="{F126DED2-5AA5-0944-BB22-E44D1E98F20A}" srcOrd="0" destOrd="0" presId="urn:microsoft.com/office/officeart/2005/8/layout/list1"/>
    <dgm:cxn modelId="{200889BC-5C69-2E46-A5ED-EA89FC086F21}" type="presParOf" srcId="{CF3FABA2-E09D-E840-9216-B93DD10BE9FB}" destId="{D23F324F-A649-C54D-90F8-26F719C76FD7}" srcOrd="1" destOrd="0" presId="urn:microsoft.com/office/officeart/2005/8/layout/list1"/>
    <dgm:cxn modelId="{16E1F6D4-2936-D54C-A272-528EF90E75D9}" type="presParOf" srcId="{6BEE2A7A-C1FC-3943-BD38-5E336C6BD5EE}" destId="{0E18BC6F-76E8-1E42-9790-A92F27B40DC7}" srcOrd="9" destOrd="0" presId="urn:microsoft.com/office/officeart/2005/8/layout/list1"/>
    <dgm:cxn modelId="{D513700C-BB41-DB40-A6B2-5157CEF7D7D7}" type="presParOf" srcId="{6BEE2A7A-C1FC-3943-BD38-5E336C6BD5EE}" destId="{1C9F027A-4FEE-E646-9A26-FF01151D7B0D}" srcOrd="10" destOrd="0" presId="urn:microsoft.com/office/officeart/2005/8/layout/list1"/>
    <dgm:cxn modelId="{35899B0E-9EF5-9E4B-AE01-62ECE44195EB}" type="presParOf" srcId="{6BEE2A7A-C1FC-3943-BD38-5E336C6BD5EE}" destId="{320F94DB-0240-3B48-86A0-B95E4218BF18}" srcOrd="11" destOrd="0" presId="urn:microsoft.com/office/officeart/2005/8/layout/list1"/>
    <dgm:cxn modelId="{98185DC2-D04B-E340-96E9-3DAB2FA42EAA}" type="presParOf" srcId="{6BEE2A7A-C1FC-3943-BD38-5E336C6BD5EE}" destId="{01760883-840C-724C-93BD-BE6A878FEB9C}" srcOrd="12" destOrd="0" presId="urn:microsoft.com/office/officeart/2005/8/layout/list1"/>
    <dgm:cxn modelId="{2196DE93-FEF0-3D44-816E-B82F598CDC00}" type="presParOf" srcId="{01760883-840C-724C-93BD-BE6A878FEB9C}" destId="{FF4F0C05-8A49-944F-BA4E-1F2D18491E9E}" srcOrd="0" destOrd="0" presId="urn:microsoft.com/office/officeart/2005/8/layout/list1"/>
    <dgm:cxn modelId="{F6A5E6C9-DCE2-934E-8BDA-EA49DDE4DB7F}" type="presParOf" srcId="{01760883-840C-724C-93BD-BE6A878FEB9C}" destId="{AABA84C5-D367-3740-811F-273A21F9174D}" srcOrd="1" destOrd="0" presId="urn:microsoft.com/office/officeart/2005/8/layout/list1"/>
    <dgm:cxn modelId="{96DC64CE-3B37-A243-BFB1-26A6CC44A8DD}" type="presParOf" srcId="{6BEE2A7A-C1FC-3943-BD38-5E336C6BD5EE}" destId="{4892C2D1-C498-E24A-8F75-DB0CBCB6E045}" srcOrd="13" destOrd="0" presId="urn:microsoft.com/office/officeart/2005/8/layout/list1"/>
    <dgm:cxn modelId="{99E7B76B-9CE6-DB4D-87B4-4A1CB6CC7701}" type="presParOf" srcId="{6BEE2A7A-C1FC-3943-BD38-5E336C6BD5EE}" destId="{E7A1E83F-27FB-7046-916E-840DBC608703}" srcOrd="14" destOrd="0" presId="urn:microsoft.com/office/officeart/2005/8/layout/list1"/>
    <dgm:cxn modelId="{5699002B-C8B8-2344-8C85-5147815B5CB8}" type="presParOf" srcId="{6BEE2A7A-C1FC-3943-BD38-5E336C6BD5EE}" destId="{F8F67C72-6766-3641-8429-79CC9D52321A}" srcOrd="15" destOrd="0" presId="urn:microsoft.com/office/officeart/2005/8/layout/list1"/>
    <dgm:cxn modelId="{92006DDF-E905-E741-AC11-20502E74F52B}" type="presParOf" srcId="{6BEE2A7A-C1FC-3943-BD38-5E336C6BD5EE}" destId="{5A3AA09F-554D-CC4E-A440-A445ED2B5AC1}" srcOrd="16" destOrd="0" presId="urn:microsoft.com/office/officeart/2005/8/layout/list1"/>
    <dgm:cxn modelId="{FFF6CD54-DA3A-654B-954A-55C1AE261F43}" type="presParOf" srcId="{5A3AA09F-554D-CC4E-A440-A445ED2B5AC1}" destId="{D7CF370E-E249-714D-9E1A-D26770835788}" srcOrd="0" destOrd="0" presId="urn:microsoft.com/office/officeart/2005/8/layout/list1"/>
    <dgm:cxn modelId="{AA261E7B-719B-5F47-8156-4038A94239F3}" type="presParOf" srcId="{5A3AA09F-554D-CC4E-A440-A445ED2B5AC1}" destId="{0A9A284D-6452-BB41-99E7-07D3AE11220D}" srcOrd="1" destOrd="0" presId="urn:microsoft.com/office/officeart/2005/8/layout/list1"/>
    <dgm:cxn modelId="{AE75E6A4-733A-3542-9238-D39451F4FBDA}" type="presParOf" srcId="{6BEE2A7A-C1FC-3943-BD38-5E336C6BD5EE}" destId="{A43DC9F2-2AE4-1146-B81A-11C886E51E1E}" srcOrd="17" destOrd="0" presId="urn:microsoft.com/office/officeart/2005/8/layout/list1"/>
    <dgm:cxn modelId="{B9FB88CD-06CB-D249-9B3F-B90A6BF7C713}" type="presParOf" srcId="{6BEE2A7A-C1FC-3943-BD38-5E336C6BD5EE}" destId="{6387FF60-1556-F646-BEF2-EFDFA3F1F8AE}" srcOrd="18"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C5E9A6EF-7A77-2C4F-89A3-A1EB85BD89C8}" type="doc">
      <dgm:prSet loTypeId="urn:microsoft.com/office/officeart/2008/layout/SquareAccentList" loCatId="" qsTypeId="urn:microsoft.com/office/officeart/2005/8/quickstyle/3D1" qsCatId="3D" csTypeId="urn:microsoft.com/office/officeart/2005/8/colors/accent1_2" csCatId="accent1" phldr="1"/>
      <dgm:spPr/>
      <dgm:t>
        <a:bodyPr/>
        <a:lstStyle/>
        <a:p>
          <a:endParaRPr lang="de-DE"/>
        </a:p>
      </dgm:t>
    </dgm:pt>
    <dgm:pt modelId="{E523C9C9-44E4-8F4C-AFF0-0A41583A5470}">
      <dgm:prSet phldrT="[Text]"/>
      <dgm:spPr/>
      <dgm:t>
        <a:bodyPr/>
        <a:lstStyle/>
        <a:p>
          <a:r>
            <a:rPr lang="de-DE" dirty="0"/>
            <a:t>intermediate</a:t>
          </a:r>
        </a:p>
      </dgm:t>
    </dgm:pt>
    <dgm:pt modelId="{BFDD7C29-7827-9F41-A10B-235C8F10D135}" type="parTrans" cxnId="{C25AE12D-E0CA-F148-A166-D0F32CE73344}">
      <dgm:prSet/>
      <dgm:spPr/>
      <dgm:t>
        <a:bodyPr/>
        <a:lstStyle/>
        <a:p>
          <a:endParaRPr lang="de-DE"/>
        </a:p>
      </dgm:t>
    </dgm:pt>
    <dgm:pt modelId="{849F7042-090C-154F-B331-9D79B86139AD}" type="sibTrans" cxnId="{C25AE12D-E0CA-F148-A166-D0F32CE73344}">
      <dgm:prSet/>
      <dgm:spPr/>
      <dgm:t>
        <a:bodyPr/>
        <a:lstStyle/>
        <a:p>
          <a:endParaRPr lang="de-DE"/>
        </a:p>
      </dgm:t>
    </dgm:pt>
    <dgm:pt modelId="{5E1A3761-696C-A247-A10F-46C164BC8AA8}">
      <dgm:prSet phldrT="[Text]"/>
      <dgm:spPr/>
      <dgm:t>
        <a:bodyPr/>
        <a:lstStyle/>
        <a:p>
          <a:r>
            <a:rPr lang="de-DE" dirty="0" err="1"/>
            <a:t>filter</a:t>
          </a:r>
          <a:endParaRPr lang="de-DE" dirty="0"/>
        </a:p>
      </dgm:t>
    </dgm:pt>
    <dgm:pt modelId="{8C609066-3EB0-E946-BC44-839A246CE517}" type="parTrans" cxnId="{A5729033-6452-3149-9DE4-4A8ECFA7EB25}">
      <dgm:prSet/>
      <dgm:spPr/>
      <dgm:t>
        <a:bodyPr/>
        <a:lstStyle/>
        <a:p>
          <a:endParaRPr lang="de-DE"/>
        </a:p>
      </dgm:t>
    </dgm:pt>
    <dgm:pt modelId="{066C3D85-9EFB-2647-B41D-D3C20BDC3EBD}" type="sibTrans" cxnId="{A5729033-6452-3149-9DE4-4A8ECFA7EB25}">
      <dgm:prSet/>
      <dgm:spPr/>
      <dgm:t>
        <a:bodyPr/>
        <a:lstStyle/>
        <a:p>
          <a:endParaRPr lang="de-DE"/>
        </a:p>
      </dgm:t>
    </dgm:pt>
    <dgm:pt modelId="{6A8A650A-0C93-F14A-9361-0118E1F7EC60}">
      <dgm:prSet phldrT="[Text]"/>
      <dgm:spPr/>
      <dgm:t>
        <a:bodyPr/>
        <a:lstStyle/>
        <a:p>
          <a:r>
            <a:rPr lang="de-DE"/>
            <a:t>map</a:t>
          </a:r>
          <a:endParaRPr lang="de-DE" dirty="0"/>
        </a:p>
      </dgm:t>
    </dgm:pt>
    <dgm:pt modelId="{712828DD-507C-5E4F-B5BC-CE9DDD87DB83}" type="parTrans" cxnId="{92BE3AAE-15A9-E245-B7BA-A4D619F57A5D}">
      <dgm:prSet/>
      <dgm:spPr/>
      <dgm:t>
        <a:bodyPr/>
        <a:lstStyle/>
        <a:p>
          <a:endParaRPr lang="de-DE"/>
        </a:p>
      </dgm:t>
    </dgm:pt>
    <dgm:pt modelId="{746CDBDF-8526-4046-9408-D9DB06C05211}" type="sibTrans" cxnId="{92BE3AAE-15A9-E245-B7BA-A4D619F57A5D}">
      <dgm:prSet/>
      <dgm:spPr/>
      <dgm:t>
        <a:bodyPr/>
        <a:lstStyle/>
        <a:p>
          <a:endParaRPr lang="de-DE"/>
        </a:p>
      </dgm:t>
    </dgm:pt>
    <dgm:pt modelId="{E8C406D6-A9AC-C245-B757-1D5F6098F671}">
      <dgm:prSet phldrT="[Text]"/>
      <dgm:spPr/>
      <dgm:t>
        <a:bodyPr/>
        <a:lstStyle/>
        <a:p>
          <a:r>
            <a:rPr lang="de-DE" dirty="0" err="1"/>
            <a:t>peek</a:t>
          </a:r>
          <a:endParaRPr lang="de-DE" dirty="0"/>
        </a:p>
      </dgm:t>
    </dgm:pt>
    <dgm:pt modelId="{CD79FFC7-642E-AF43-B6F3-72457378295C}" type="parTrans" cxnId="{80256412-1C31-AC4B-B611-8E72D810B72B}">
      <dgm:prSet/>
      <dgm:spPr/>
      <dgm:t>
        <a:bodyPr/>
        <a:lstStyle/>
        <a:p>
          <a:endParaRPr lang="de-DE"/>
        </a:p>
      </dgm:t>
    </dgm:pt>
    <dgm:pt modelId="{16745278-1785-9F4C-BC52-419EF1995AB3}" type="sibTrans" cxnId="{80256412-1C31-AC4B-B611-8E72D810B72B}">
      <dgm:prSet/>
      <dgm:spPr/>
      <dgm:t>
        <a:bodyPr/>
        <a:lstStyle/>
        <a:p>
          <a:endParaRPr lang="de-DE"/>
        </a:p>
      </dgm:t>
    </dgm:pt>
    <dgm:pt modelId="{25DC7A00-683F-1644-BB5D-DACA931D83F3}">
      <dgm:prSet phldrT="[Text]"/>
      <dgm:spPr/>
      <dgm:t>
        <a:bodyPr/>
        <a:lstStyle/>
        <a:p>
          <a:r>
            <a:rPr lang="de-DE" dirty="0"/>
            <a:t>terminal</a:t>
          </a:r>
        </a:p>
      </dgm:t>
    </dgm:pt>
    <dgm:pt modelId="{69EF6156-6F14-184A-A52D-7E691797028B}" type="parTrans" cxnId="{C262E89D-07FD-9B4A-AFB0-8E4F1F8CCA11}">
      <dgm:prSet/>
      <dgm:spPr/>
      <dgm:t>
        <a:bodyPr/>
        <a:lstStyle/>
        <a:p>
          <a:endParaRPr lang="de-DE"/>
        </a:p>
      </dgm:t>
    </dgm:pt>
    <dgm:pt modelId="{D785C973-2E20-0549-AB5D-86A4D742E614}" type="sibTrans" cxnId="{C262E89D-07FD-9B4A-AFB0-8E4F1F8CCA11}">
      <dgm:prSet/>
      <dgm:spPr/>
      <dgm:t>
        <a:bodyPr/>
        <a:lstStyle/>
        <a:p>
          <a:endParaRPr lang="de-DE"/>
        </a:p>
      </dgm:t>
    </dgm:pt>
    <dgm:pt modelId="{A6FAB208-DDBE-9C45-9FB9-1F193F4464C9}">
      <dgm:prSet phldrT="[Text]"/>
      <dgm:spPr/>
      <dgm:t>
        <a:bodyPr/>
        <a:lstStyle/>
        <a:p>
          <a:r>
            <a:rPr lang="de-DE" dirty="0" err="1"/>
            <a:t>count</a:t>
          </a:r>
          <a:endParaRPr lang="de-DE" dirty="0"/>
        </a:p>
      </dgm:t>
    </dgm:pt>
    <dgm:pt modelId="{5D5ECCB8-24EC-D647-BA96-C7A06D8A28EC}" type="parTrans" cxnId="{0AD77743-A0D6-A041-9CD3-54F1F1707F32}">
      <dgm:prSet/>
      <dgm:spPr/>
      <dgm:t>
        <a:bodyPr/>
        <a:lstStyle/>
        <a:p>
          <a:endParaRPr lang="de-DE"/>
        </a:p>
      </dgm:t>
    </dgm:pt>
    <dgm:pt modelId="{A2E46242-7B60-5D41-8068-3E1B22B00737}" type="sibTrans" cxnId="{0AD77743-A0D6-A041-9CD3-54F1F1707F32}">
      <dgm:prSet/>
      <dgm:spPr/>
      <dgm:t>
        <a:bodyPr/>
        <a:lstStyle/>
        <a:p>
          <a:endParaRPr lang="de-DE"/>
        </a:p>
      </dgm:t>
    </dgm:pt>
    <dgm:pt modelId="{D8A8A526-74B6-BD45-97D1-859FB7D066FA}">
      <dgm:prSet phldrT="[Text]"/>
      <dgm:spPr/>
      <dgm:t>
        <a:bodyPr/>
        <a:lstStyle/>
        <a:p>
          <a:r>
            <a:rPr lang="de-DE" dirty="0" err="1"/>
            <a:t>foreach</a:t>
          </a:r>
          <a:endParaRPr lang="de-DE" dirty="0"/>
        </a:p>
      </dgm:t>
    </dgm:pt>
    <dgm:pt modelId="{52E1F517-341B-4F44-A043-0B14D387733C}" type="parTrans" cxnId="{00BE594A-C7F9-6746-B8F8-1CB5C6153694}">
      <dgm:prSet/>
      <dgm:spPr/>
      <dgm:t>
        <a:bodyPr/>
        <a:lstStyle/>
        <a:p>
          <a:endParaRPr lang="de-DE"/>
        </a:p>
      </dgm:t>
    </dgm:pt>
    <dgm:pt modelId="{FE10DD2B-E756-064E-8A54-BAC1B2830E1A}" type="sibTrans" cxnId="{00BE594A-C7F9-6746-B8F8-1CB5C6153694}">
      <dgm:prSet/>
      <dgm:spPr/>
      <dgm:t>
        <a:bodyPr/>
        <a:lstStyle/>
        <a:p>
          <a:endParaRPr lang="de-DE"/>
        </a:p>
      </dgm:t>
    </dgm:pt>
    <dgm:pt modelId="{A5240FC0-C1CB-6C43-B04F-31C88EE22181}">
      <dgm:prSet phldrT="[Text]"/>
      <dgm:spPr/>
      <dgm:t>
        <a:bodyPr/>
        <a:lstStyle/>
        <a:p>
          <a:r>
            <a:rPr lang="de-DE" dirty="0" err="1"/>
            <a:t>sum</a:t>
          </a:r>
          <a:endParaRPr lang="de-DE" dirty="0"/>
        </a:p>
      </dgm:t>
    </dgm:pt>
    <dgm:pt modelId="{072B4714-1C59-654A-B9B6-F35B06D32DE7}" type="parTrans" cxnId="{DCE8FA79-D194-CB40-A5DC-CDDA34EE40A4}">
      <dgm:prSet/>
      <dgm:spPr/>
      <dgm:t>
        <a:bodyPr/>
        <a:lstStyle/>
        <a:p>
          <a:endParaRPr lang="de-DE"/>
        </a:p>
      </dgm:t>
    </dgm:pt>
    <dgm:pt modelId="{996BA8A1-6DF0-124C-B0AF-5C788FEBDA23}" type="sibTrans" cxnId="{DCE8FA79-D194-CB40-A5DC-CDDA34EE40A4}">
      <dgm:prSet/>
      <dgm:spPr/>
      <dgm:t>
        <a:bodyPr/>
        <a:lstStyle/>
        <a:p>
          <a:endParaRPr lang="de-DE"/>
        </a:p>
      </dgm:t>
    </dgm:pt>
    <dgm:pt modelId="{4F29715C-9C08-D943-BD03-131B551D8C09}">
      <dgm:prSet phldrT="[Text]"/>
      <dgm:spPr/>
      <dgm:t>
        <a:bodyPr/>
        <a:lstStyle/>
        <a:p>
          <a:r>
            <a:rPr lang="de-DE" dirty="0" err="1"/>
            <a:t>sorted</a:t>
          </a:r>
          <a:endParaRPr lang="de-DE" dirty="0"/>
        </a:p>
      </dgm:t>
    </dgm:pt>
    <dgm:pt modelId="{A2C3A007-B70E-0841-A545-10CA743976F8}" type="parTrans" cxnId="{D4FE74A9-B800-5843-A182-C1253C7CAECE}">
      <dgm:prSet/>
      <dgm:spPr/>
      <dgm:t>
        <a:bodyPr/>
        <a:lstStyle/>
        <a:p>
          <a:endParaRPr lang="de-DE"/>
        </a:p>
      </dgm:t>
    </dgm:pt>
    <dgm:pt modelId="{3BC4D253-B3F6-F949-B2EF-22C04E9D4398}" type="sibTrans" cxnId="{D4FE74A9-B800-5843-A182-C1253C7CAECE}">
      <dgm:prSet/>
      <dgm:spPr/>
      <dgm:t>
        <a:bodyPr/>
        <a:lstStyle/>
        <a:p>
          <a:endParaRPr lang="de-DE"/>
        </a:p>
      </dgm:t>
    </dgm:pt>
    <dgm:pt modelId="{34F7FA70-3B51-8A49-BE3F-6DF5AFAFA5DA}">
      <dgm:prSet phldrT="[Text]"/>
      <dgm:spPr/>
      <dgm:t>
        <a:bodyPr/>
        <a:lstStyle/>
        <a:p>
          <a:r>
            <a:rPr lang="de-DE"/>
            <a:t>distinct</a:t>
          </a:r>
          <a:endParaRPr lang="de-DE" dirty="0"/>
        </a:p>
      </dgm:t>
    </dgm:pt>
    <dgm:pt modelId="{B509E933-B07D-2645-BAE1-8185D8A88FF4}" type="parTrans" cxnId="{447B8EB2-87CD-8346-9ACE-8144C4EB43E0}">
      <dgm:prSet/>
      <dgm:spPr/>
      <dgm:t>
        <a:bodyPr/>
        <a:lstStyle/>
        <a:p>
          <a:endParaRPr lang="de-DE"/>
        </a:p>
      </dgm:t>
    </dgm:pt>
    <dgm:pt modelId="{30E9466F-DAE7-474A-A54E-E538DFB6AD98}" type="sibTrans" cxnId="{447B8EB2-87CD-8346-9ACE-8144C4EB43E0}">
      <dgm:prSet/>
      <dgm:spPr/>
      <dgm:t>
        <a:bodyPr/>
        <a:lstStyle/>
        <a:p>
          <a:endParaRPr lang="de-DE"/>
        </a:p>
      </dgm:t>
    </dgm:pt>
    <dgm:pt modelId="{54E0D958-B473-B843-ABEB-72168ECAD51A}">
      <dgm:prSet phldrT="[Text]"/>
      <dgm:spPr/>
      <dgm:t>
        <a:bodyPr/>
        <a:lstStyle/>
        <a:p>
          <a:r>
            <a:rPr lang="de-DE" dirty="0" err="1"/>
            <a:t>limit</a:t>
          </a:r>
          <a:endParaRPr lang="de-DE" dirty="0"/>
        </a:p>
      </dgm:t>
    </dgm:pt>
    <dgm:pt modelId="{73284425-4754-B84D-8B8B-41E7E01BCB11}" type="parTrans" cxnId="{69C2B459-D4B1-8941-BD85-38273DCA96B8}">
      <dgm:prSet/>
      <dgm:spPr/>
      <dgm:t>
        <a:bodyPr/>
        <a:lstStyle/>
        <a:p>
          <a:endParaRPr lang="de-DE"/>
        </a:p>
      </dgm:t>
    </dgm:pt>
    <dgm:pt modelId="{631A3606-C7C8-1644-A0C6-B9A218724756}" type="sibTrans" cxnId="{69C2B459-D4B1-8941-BD85-38273DCA96B8}">
      <dgm:prSet/>
      <dgm:spPr/>
      <dgm:t>
        <a:bodyPr/>
        <a:lstStyle/>
        <a:p>
          <a:endParaRPr lang="de-DE"/>
        </a:p>
      </dgm:t>
    </dgm:pt>
    <dgm:pt modelId="{9488761A-BCD6-5446-89EB-3B7E28F383B9}">
      <dgm:prSet phldrT="[Text]"/>
      <dgm:spPr/>
      <dgm:t>
        <a:bodyPr/>
        <a:lstStyle/>
        <a:p>
          <a:r>
            <a:rPr lang="de-DE" dirty="0"/>
            <a:t>min/</a:t>
          </a:r>
          <a:r>
            <a:rPr lang="de-DE" dirty="0" err="1"/>
            <a:t>max</a:t>
          </a:r>
          <a:endParaRPr lang="de-DE" dirty="0"/>
        </a:p>
      </dgm:t>
    </dgm:pt>
    <dgm:pt modelId="{69E271EE-9CE6-5C49-BEB7-FC3F85B002D9}" type="parTrans" cxnId="{AA58CE3D-AF36-F34E-8C03-19D8C4427570}">
      <dgm:prSet/>
      <dgm:spPr/>
      <dgm:t>
        <a:bodyPr/>
        <a:lstStyle/>
        <a:p>
          <a:endParaRPr lang="de-DE"/>
        </a:p>
      </dgm:t>
    </dgm:pt>
    <dgm:pt modelId="{034B6CBC-31FF-6340-A470-29600FF0B667}" type="sibTrans" cxnId="{AA58CE3D-AF36-F34E-8C03-19D8C4427570}">
      <dgm:prSet/>
      <dgm:spPr/>
      <dgm:t>
        <a:bodyPr/>
        <a:lstStyle/>
        <a:p>
          <a:endParaRPr lang="de-DE"/>
        </a:p>
      </dgm:t>
    </dgm:pt>
    <dgm:pt modelId="{79F93832-0A17-DB48-A1C7-D899C215C72B}">
      <dgm:prSet phldrT="[Text]"/>
      <dgm:spPr/>
      <dgm:t>
        <a:bodyPr/>
        <a:lstStyle/>
        <a:p>
          <a:r>
            <a:rPr lang="de-DE"/>
            <a:t>reduce</a:t>
          </a:r>
          <a:endParaRPr lang="de-DE" dirty="0"/>
        </a:p>
      </dgm:t>
    </dgm:pt>
    <dgm:pt modelId="{1F1BA779-5C05-934F-BB90-B1AE3725227C}" type="parTrans" cxnId="{AB0405A4-F5C4-1647-A89F-E9FA470F1680}">
      <dgm:prSet/>
      <dgm:spPr/>
      <dgm:t>
        <a:bodyPr/>
        <a:lstStyle/>
        <a:p>
          <a:endParaRPr lang="de-DE"/>
        </a:p>
      </dgm:t>
    </dgm:pt>
    <dgm:pt modelId="{0DDC96AC-80EF-AD4E-BBAB-FD9E6EFA41B3}" type="sibTrans" cxnId="{AB0405A4-F5C4-1647-A89F-E9FA470F1680}">
      <dgm:prSet/>
      <dgm:spPr/>
      <dgm:t>
        <a:bodyPr/>
        <a:lstStyle/>
        <a:p>
          <a:endParaRPr lang="de-DE"/>
        </a:p>
      </dgm:t>
    </dgm:pt>
    <dgm:pt modelId="{F2E5BA62-2363-DF40-B0D1-139F759B050E}">
      <dgm:prSet phldrT="[Text]"/>
      <dgm:spPr/>
      <dgm:t>
        <a:bodyPr/>
        <a:lstStyle/>
        <a:p>
          <a:r>
            <a:rPr lang="de-DE" dirty="0" err="1"/>
            <a:t>findFirst</a:t>
          </a:r>
          <a:endParaRPr lang="de-DE" dirty="0"/>
        </a:p>
      </dgm:t>
    </dgm:pt>
    <dgm:pt modelId="{B80E8AE2-2771-0D40-A735-F2883F358F46}" type="parTrans" cxnId="{014C5438-F126-634E-BA5D-2FFAC990D659}">
      <dgm:prSet/>
      <dgm:spPr/>
      <dgm:t>
        <a:bodyPr/>
        <a:lstStyle/>
        <a:p>
          <a:endParaRPr lang="de-DE"/>
        </a:p>
      </dgm:t>
    </dgm:pt>
    <dgm:pt modelId="{A135FCD1-2EE9-7347-ADA2-10000A19137E}" type="sibTrans" cxnId="{014C5438-F126-634E-BA5D-2FFAC990D659}">
      <dgm:prSet/>
      <dgm:spPr/>
      <dgm:t>
        <a:bodyPr/>
        <a:lstStyle/>
        <a:p>
          <a:endParaRPr lang="de-DE"/>
        </a:p>
      </dgm:t>
    </dgm:pt>
    <dgm:pt modelId="{BC1C2070-644B-4143-A8F3-FB3906DC416C}" type="pres">
      <dgm:prSet presAssocID="{C5E9A6EF-7A77-2C4F-89A3-A1EB85BD89C8}" presName="layout" presStyleCnt="0">
        <dgm:presLayoutVars>
          <dgm:chMax/>
          <dgm:chPref/>
          <dgm:dir/>
          <dgm:resizeHandles/>
        </dgm:presLayoutVars>
      </dgm:prSet>
      <dgm:spPr/>
    </dgm:pt>
    <dgm:pt modelId="{2F52C90D-C3EC-6442-A3D4-7DC06A10126B}" type="pres">
      <dgm:prSet presAssocID="{E523C9C9-44E4-8F4C-AFF0-0A41583A5470}" presName="root" presStyleCnt="0">
        <dgm:presLayoutVars>
          <dgm:chMax/>
          <dgm:chPref/>
        </dgm:presLayoutVars>
      </dgm:prSet>
      <dgm:spPr/>
    </dgm:pt>
    <dgm:pt modelId="{80DD9790-B69E-1942-8DF4-740A5C635AA5}" type="pres">
      <dgm:prSet presAssocID="{E523C9C9-44E4-8F4C-AFF0-0A41583A5470}" presName="rootComposite" presStyleCnt="0">
        <dgm:presLayoutVars/>
      </dgm:prSet>
      <dgm:spPr/>
    </dgm:pt>
    <dgm:pt modelId="{936B98D3-800E-F74A-9A0F-E2FFD80B7A9A}" type="pres">
      <dgm:prSet presAssocID="{E523C9C9-44E4-8F4C-AFF0-0A41583A5470}" presName="ParentAccent" presStyleLbl="alignNode1" presStyleIdx="0" presStyleCnt="2"/>
      <dgm:spPr/>
    </dgm:pt>
    <dgm:pt modelId="{EFBB4F44-452B-744E-8688-A5A644D558E5}" type="pres">
      <dgm:prSet presAssocID="{E523C9C9-44E4-8F4C-AFF0-0A41583A5470}" presName="ParentSmallAccent" presStyleLbl="fgAcc1" presStyleIdx="0" presStyleCnt="2"/>
      <dgm:spPr/>
    </dgm:pt>
    <dgm:pt modelId="{4FC99E78-1155-0845-8512-C9CBF1EAC6CC}" type="pres">
      <dgm:prSet presAssocID="{E523C9C9-44E4-8F4C-AFF0-0A41583A5470}" presName="Parent" presStyleLbl="revTx" presStyleIdx="0" presStyleCnt="14">
        <dgm:presLayoutVars>
          <dgm:chMax/>
          <dgm:chPref val="4"/>
          <dgm:bulletEnabled val="1"/>
        </dgm:presLayoutVars>
      </dgm:prSet>
      <dgm:spPr/>
    </dgm:pt>
    <dgm:pt modelId="{ABDDF55C-8A48-4444-B9AB-4F2BD2B6E33A}" type="pres">
      <dgm:prSet presAssocID="{E523C9C9-44E4-8F4C-AFF0-0A41583A5470}" presName="childShape" presStyleCnt="0">
        <dgm:presLayoutVars>
          <dgm:chMax val="0"/>
          <dgm:chPref val="0"/>
        </dgm:presLayoutVars>
      </dgm:prSet>
      <dgm:spPr/>
    </dgm:pt>
    <dgm:pt modelId="{A2D4381A-37FC-0C4F-9540-0B529BF519A9}" type="pres">
      <dgm:prSet presAssocID="{5E1A3761-696C-A247-A10F-46C164BC8AA8}" presName="childComposite" presStyleCnt="0">
        <dgm:presLayoutVars>
          <dgm:chMax val="0"/>
          <dgm:chPref val="0"/>
        </dgm:presLayoutVars>
      </dgm:prSet>
      <dgm:spPr/>
    </dgm:pt>
    <dgm:pt modelId="{F347F7C1-F496-F64F-9104-1061677E3A08}" type="pres">
      <dgm:prSet presAssocID="{5E1A3761-696C-A247-A10F-46C164BC8AA8}" presName="ChildAccent" presStyleLbl="solidFgAcc1" presStyleIdx="0" presStyleCnt="12"/>
      <dgm:spPr/>
    </dgm:pt>
    <dgm:pt modelId="{C5C4DBBF-59F3-834F-A223-831DC26DDE50}" type="pres">
      <dgm:prSet presAssocID="{5E1A3761-696C-A247-A10F-46C164BC8AA8}" presName="Child" presStyleLbl="revTx" presStyleIdx="1" presStyleCnt="14">
        <dgm:presLayoutVars>
          <dgm:chMax val="0"/>
          <dgm:chPref val="0"/>
          <dgm:bulletEnabled val="1"/>
        </dgm:presLayoutVars>
      </dgm:prSet>
      <dgm:spPr/>
    </dgm:pt>
    <dgm:pt modelId="{F70D17B5-4A22-1146-919C-4C7A2869D47D}" type="pres">
      <dgm:prSet presAssocID="{6A8A650A-0C93-F14A-9361-0118E1F7EC60}" presName="childComposite" presStyleCnt="0">
        <dgm:presLayoutVars>
          <dgm:chMax val="0"/>
          <dgm:chPref val="0"/>
        </dgm:presLayoutVars>
      </dgm:prSet>
      <dgm:spPr/>
    </dgm:pt>
    <dgm:pt modelId="{8D6D2AA9-EA8F-634D-B9BE-DAA48591AC4E}" type="pres">
      <dgm:prSet presAssocID="{6A8A650A-0C93-F14A-9361-0118E1F7EC60}" presName="ChildAccent" presStyleLbl="solidFgAcc1" presStyleIdx="1" presStyleCnt="12"/>
      <dgm:spPr/>
    </dgm:pt>
    <dgm:pt modelId="{0EA5CB1D-5FD4-DE49-BD8B-06A65406B791}" type="pres">
      <dgm:prSet presAssocID="{6A8A650A-0C93-F14A-9361-0118E1F7EC60}" presName="Child" presStyleLbl="revTx" presStyleIdx="2" presStyleCnt="14">
        <dgm:presLayoutVars>
          <dgm:chMax val="0"/>
          <dgm:chPref val="0"/>
          <dgm:bulletEnabled val="1"/>
        </dgm:presLayoutVars>
      </dgm:prSet>
      <dgm:spPr/>
    </dgm:pt>
    <dgm:pt modelId="{AA2B0CC1-DB0A-4949-B6D6-7C294B5547BF}" type="pres">
      <dgm:prSet presAssocID="{4F29715C-9C08-D943-BD03-131B551D8C09}" presName="childComposite" presStyleCnt="0">
        <dgm:presLayoutVars>
          <dgm:chMax val="0"/>
          <dgm:chPref val="0"/>
        </dgm:presLayoutVars>
      </dgm:prSet>
      <dgm:spPr/>
    </dgm:pt>
    <dgm:pt modelId="{8233E98F-D7DA-4345-A3B5-274A61A28C68}" type="pres">
      <dgm:prSet presAssocID="{4F29715C-9C08-D943-BD03-131B551D8C09}" presName="ChildAccent" presStyleLbl="solidFgAcc1" presStyleIdx="2" presStyleCnt="12"/>
      <dgm:spPr/>
    </dgm:pt>
    <dgm:pt modelId="{DED6C75D-1E28-434D-853E-2D29D3E7710C}" type="pres">
      <dgm:prSet presAssocID="{4F29715C-9C08-D943-BD03-131B551D8C09}" presName="Child" presStyleLbl="revTx" presStyleIdx="3" presStyleCnt="14">
        <dgm:presLayoutVars>
          <dgm:chMax val="0"/>
          <dgm:chPref val="0"/>
          <dgm:bulletEnabled val="1"/>
        </dgm:presLayoutVars>
      </dgm:prSet>
      <dgm:spPr/>
    </dgm:pt>
    <dgm:pt modelId="{2D5984DF-FAAB-3745-BB4D-2E9BC1B450D4}" type="pres">
      <dgm:prSet presAssocID="{34F7FA70-3B51-8A49-BE3F-6DF5AFAFA5DA}" presName="childComposite" presStyleCnt="0">
        <dgm:presLayoutVars>
          <dgm:chMax val="0"/>
          <dgm:chPref val="0"/>
        </dgm:presLayoutVars>
      </dgm:prSet>
      <dgm:spPr/>
    </dgm:pt>
    <dgm:pt modelId="{88E757B0-4E49-9A40-B9F2-A0850E6FE243}" type="pres">
      <dgm:prSet presAssocID="{34F7FA70-3B51-8A49-BE3F-6DF5AFAFA5DA}" presName="ChildAccent" presStyleLbl="solidFgAcc1" presStyleIdx="3" presStyleCnt="12"/>
      <dgm:spPr/>
    </dgm:pt>
    <dgm:pt modelId="{041626F9-A23B-F246-8047-0BCF07C14460}" type="pres">
      <dgm:prSet presAssocID="{34F7FA70-3B51-8A49-BE3F-6DF5AFAFA5DA}" presName="Child" presStyleLbl="revTx" presStyleIdx="4" presStyleCnt="14">
        <dgm:presLayoutVars>
          <dgm:chMax val="0"/>
          <dgm:chPref val="0"/>
          <dgm:bulletEnabled val="1"/>
        </dgm:presLayoutVars>
      </dgm:prSet>
      <dgm:spPr/>
    </dgm:pt>
    <dgm:pt modelId="{7C18A339-0C48-064D-B60D-D1C285BA6E41}" type="pres">
      <dgm:prSet presAssocID="{54E0D958-B473-B843-ABEB-72168ECAD51A}" presName="childComposite" presStyleCnt="0">
        <dgm:presLayoutVars>
          <dgm:chMax val="0"/>
          <dgm:chPref val="0"/>
        </dgm:presLayoutVars>
      </dgm:prSet>
      <dgm:spPr/>
    </dgm:pt>
    <dgm:pt modelId="{F692CA78-A415-F641-9D76-A55F8BBAEDC7}" type="pres">
      <dgm:prSet presAssocID="{54E0D958-B473-B843-ABEB-72168ECAD51A}" presName="ChildAccent" presStyleLbl="solidFgAcc1" presStyleIdx="4" presStyleCnt="12"/>
      <dgm:spPr/>
    </dgm:pt>
    <dgm:pt modelId="{D849052E-1296-C04D-A318-77E326D99888}" type="pres">
      <dgm:prSet presAssocID="{54E0D958-B473-B843-ABEB-72168ECAD51A}" presName="Child" presStyleLbl="revTx" presStyleIdx="5" presStyleCnt="14">
        <dgm:presLayoutVars>
          <dgm:chMax val="0"/>
          <dgm:chPref val="0"/>
          <dgm:bulletEnabled val="1"/>
        </dgm:presLayoutVars>
      </dgm:prSet>
      <dgm:spPr/>
    </dgm:pt>
    <dgm:pt modelId="{6426148C-893C-AD43-9E28-E429BAD1FE49}" type="pres">
      <dgm:prSet presAssocID="{E8C406D6-A9AC-C245-B757-1D5F6098F671}" presName="childComposite" presStyleCnt="0">
        <dgm:presLayoutVars>
          <dgm:chMax val="0"/>
          <dgm:chPref val="0"/>
        </dgm:presLayoutVars>
      </dgm:prSet>
      <dgm:spPr/>
    </dgm:pt>
    <dgm:pt modelId="{9D1E9075-AD49-9D42-AB06-CF9F4E42983B}" type="pres">
      <dgm:prSet presAssocID="{E8C406D6-A9AC-C245-B757-1D5F6098F671}" presName="ChildAccent" presStyleLbl="solidFgAcc1" presStyleIdx="5" presStyleCnt="12"/>
      <dgm:spPr/>
    </dgm:pt>
    <dgm:pt modelId="{A5FBD568-00F0-CA41-9442-45AA230B9268}" type="pres">
      <dgm:prSet presAssocID="{E8C406D6-A9AC-C245-B757-1D5F6098F671}" presName="Child" presStyleLbl="revTx" presStyleIdx="6" presStyleCnt="14">
        <dgm:presLayoutVars>
          <dgm:chMax val="0"/>
          <dgm:chPref val="0"/>
          <dgm:bulletEnabled val="1"/>
        </dgm:presLayoutVars>
      </dgm:prSet>
      <dgm:spPr/>
    </dgm:pt>
    <dgm:pt modelId="{727BE5A9-FD6D-FE4A-B03C-AE440F5CCE36}" type="pres">
      <dgm:prSet presAssocID="{25DC7A00-683F-1644-BB5D-DACA931D83F3}" presName="root" presStyleCnt="0">
        <dgm:presLayoutVars>
          <dgm:chMax/>
          <dgm:chPref/>
        </dgm:presLayoutVars>
      </dgm:prSet>
      <dgm:spPr/>
    </dgm:pt>
    <dgm:pt modelId="{8CC09BC1-BE8A-8D48-AEBD-5963E2A82000}" type="pres">
      <dgm:prSet presAssocID="{25DC7A00-683F-1644-BB5D-DACA931D83F3}" presName="rootComposite" presStyleCnt="0">
        <dgm:presLayoutVars/>
      </dgm:prSet>
      <dgm:spPr/>
    </dgm:pt>
    <dgm:pt modelId="{80F5CA70-F5A9-6D46-BBF0-B1BF51B96806}" type="pres">
      <dgm:prSet presAssocID="{25DC7A00-683F-1644-BB5D-DACA931D83F3}" presName="ParentAccent" presStyleLbl="alignNode1" presStyleIdx="1" presStyleCnt="2"/>
      <dgm:spPr/>
    </dgm:pt>
    <dgm:pt modelId="{0F8A1F45-F0FE-174D-9804-9F3153FCE4CC}" type="pres">
      <dgm:prSet presAssocID="{25DC7A00-683F-1644-BB5D-DACA931D83F3}" presName="ParentSmallAccent" presStyleLbl="fgAcc1" presStyleIdx="1" presStyleCnt="2"/>
      <dgm:spPr/>
    </dgm:pt>
    <dgm:pt modelId="{70D9E660-3672-EB4B-90E2-490E14AE574C}" type="pres">
      <dgm:prSet presAssocID="{25DC7A00-683F-1644-BB5D-DACA931D83F3}" presName="Parent" presStyleLbl="revTx" presStyleIdx="7" presStyleCnt="14">
        <dgm:presLayoutVars>
          <dgm:chMax/>
          <dgm:chPref val="4"/>
          <dgm:bulletEnabled val="1"/>
        </dgm:presLayoutVars>
      </dgm:prSet>
      <dgm:spPr/>
    </dgm:pt>
    <dgm:pt modelId="{5EFBAEB5-75D8-0D45-9ECD-C02F4EF49BA6}" type="pres">
      <dgm:prSet presAssocID="{25DC7A00-683F-1644-BB5D-DACA931D83F3}" presName="childShape" presStyleCnt="0">
        <dgm:presLayoutVars>
          <dgm:chMax val="0"/>
          <dgm:chPref val="0"/>
        </dgm:presLayoutVars>
      </dgm:prSet>
      <dgm:spPr/>
    </dgm:pt>
    <dgm:pt modelId="{F21CEAAD-E78B-0843-A5ED-2FA767A60E7F}" type="pres">
      <dgm:prSet presAssocID="{A6FAB208-DDBE-9C45-9FB9-1F193F4464C9}" presName="childComposite" presStyleCnt="0">
        <dgm:presLayoutVars>
          <dgm:chMax val="0"/>
          <dgm:chPref val="0"/>
        </dgm:presLayoutVars>
      </dgm:prSet>
      <dgm:spPr/>
    </dgm:pt>
    <dgm:pt modelId="{558D38F1-94DA-6E4A-94E3-90E60D86BBEE}" type="pres">
      <dgm:prSet presAssocID="{A6FAB208-DDBE-9C45-9FB9-1F193F4464C9}" presName="ChildAccent" presStyleLbl="solidFgAcc1" presStyleIdx="6" presStyleCnt="12"/>
      <dgm:spPr/>
    </dgm:pt>
    <dgm:pt modelId="{98267CF4-FDBE-EF4B-9516-67DE565AC5C2}" type="pres">
      <dgm:prSet presAssocID="{A6FAB208-DDBE-9C45-9FB9-1F193F4464C9}" presName="Child" presStyleLbl="revTx" presStyleIdx="8" presStyleCnt="14">
        <dgm:presLayoutVars>
          <dgm:chMax val="0"/>
          <dgm:chPref val="0"/>
          <dgm:bulletEnabled val="1"/>
        </dgm:presLayoutVars>
      </dgm:prSet>
      <dgm:spPr/>
    </dgm:pt>
    <dgm:pt modelId="{C17D6990-F311-F04E-88BC-65FB6B13FEF6}" type="pres">
      <dgm:prSet presAssocID="{D8A8A526-74B6-BD45-97D1-859FB7D066FA}" presName="childComposite" presStyleCnt="0">
        <dgm:presLayoutVars>
          <dgm:chMax val="0"/>
          <dgm:chPref val="0"/>
        </dgm:presLayoutVars>
      </dgm:prSet>
      <dgm:spPr/>
    </dgm:pt>
    <dgm:pt modelId="{5EB43296-6BB6-9D43-AD57-5910B07E227C}" type="pres">
      <dgm:prSet presAssocID="{D8A8A526-74B6-BD45-97D1-859FB7D066FA}" presName="ChildAccent" presStyleLbl="solidFgAcc1" presStyleIdx="7" presStyleCnt="12"/>
      <dgm:spPr/>
    </dgm:pt>
    <dgm:pt modelId="{AEFE7DCB-6CA6-2447-9655-3627004F00CA}" type="pres">
      <dgm:prSet presAssocID="{D8A8A526-74B6-BD45-97D1-859FB7D066FA}" presName="Child" presStyleLbl="revTx" presStyleIdx="9" presStyleCnt="14">
        <dgm:presLayoutVars>
          <dgm:chMax val="0"/>
          <dgm:chPref val="0"/>
          <dgm:bulletEnabled val="1"/>
        </dgm:presLayoutVars>
      </dgm:prSet>
      <dgm:spPr/>
    </dgm:pt>
    <dgm:pt modelId="{3558D5FD-979F-6945-9A54-2C7D9BB0CB63}" type="pres">
      <dgm:prSet presAssocID="{A5240FC0-C1CB-6C43-B04F-31C88EE22181}" presName="childComposite" presStyleCnt="0">
        <dgm:presLayoutVars>
          <dgm:chMax val="0"/>
          <dgm:chPref val="0"/>
        </dgm:presLayoutVars>
      </dgm:prSet>
      <dgm:spPr/>
    </dgm:pt>
    <dgm:pt modelId="{AECA63DD-0EB6-1F45-9144-7BC4B2B47254}" type="pres">
      <dgm:prSet presAssocID="{A5240FC0-C1CB-6C43-B04F-31C88EE22181}" presName="ChildAccent" presStyleLbl="solidFgAcc1" presStyleIdx="8" presStyleCnt="12"/>
      <dgm:spPr/>
    </dgm:pt>
    <dgm:pt modelId="{944D9F32-E826-1141-828E-D2235C1AE056}" type="pres">
      <dgm:prSet presAssocID="{A5240FC0-C1CB-6C43-B04F-31C88EE22181}" presName="Child" presStyleLbl="revTx" presStyleIdx="10" presStyleCnt="14">
        <dgm:presLayoutVars>
          <dgm:chMax val="0"/>
          <dgm:chPref val="0"/>
          <dgm:bulletEnabled val="1"/>
        </dgm:presLayoutVars>
      </dgm:prSet>
      <dgm:spPr/>
    </dgm:pt>
    <dgm:pt modelId="{42B148D3-4286-C646-93CE-8D7BD781711E}" type="pres">
      <dgm:prSet presAssocID="{9488761A-BCD6-5446-89EB-3B7E28F383B9}" presName="childComposite" presStyleCnt="0">
        <dgm:presLayoutVars>
          <dgm:chMax val="0"/>
          <dgm:chPref val="0"/>
        </dgm:presLayoutVars>
      </dgm:prSet>
      <dgm:spPr/>
    </dgm:pt>
    <dgm:pt modelId="{3F4D3C5B-4DA7-BD43-B520-4BA6790DF61E}" type="pres">
      <dgm:prSet presAssocID="{9488761A-BCD6-5446-89EB-3B7E28F383B9}" presName="ChildAccent" presStyleLbl="solidFgAcc1" presStyleIdx="9" presStyleCnt="12"/>
      <dgm:spPr/>
    </dgm:pt>
    <dgm:pt modelId="{F89EB8DD-EB8A-8C43-AF21-C13F69153078}" type="pres">
      <dgm:prSet presAssocID="{9488761A-BCD6-5446-89EB-3B7E28F383B9}" presName="Child" presStyleLbl="revTx" presStyleIdx="11" presStyleCnt="14">
        <dgm:presLayoutVars>
          <dgm:chMax val="0"/>
          <dgm:chPref val="0"/>
          <dgm:bulletEnabled val="1"/>
        </dgm:presLayoutVars>
      </dgm:prSet>
      <dgm:spPr/>
    </dgm:pt>
    <dgm:pt modelId="{EB0F14D8-902C-764D-831F-BAC0F51ABE62}" type="pres">
      <dgm:prSet presAssocID="{79F93832-0A17-DB48-A1C7-D899C215C72B}" presName="childComposite" presStyleCnt="0">
        <dgm:presLayoutVars>
          <dgm:chMax val="0"/>
          <dgm:chPref val="0"/>
        </dgm:presLayoutVars>
      </dgm:prSet>
      <dgm:spPr/>
    </dgm:pt>
    <dgm:pt modelId="{9DEAEA6C-0A14-1A43-B7CF-2DB1F13CB753}" type="pres">
      <dgm:prSet presAssocID="{79F93832-0A17-DB48-A1C7-D899C215C72B}" presName="ChildAccent" presStyleLbl="solidFgAcc1" presStyleIdx="10" presStyleCnt="12"/>
      <dgm:spPr/>
    </dgm:pt>
    <dgm:pt modelId="{532B82C2-F03A-054B-9C56-7E7ACF31BCDA}" type="pres">
      <dgm:prSet presAssocID="{79F93832-0A17-DB48-A1C7-D899C215C72B}" presName="Child" presStyleLbl="revTx" presStyleIdx="12" presStyleCnt="14">
        <dgm:presLayoutVars>
          <dgm:chMax val="0"/>
          <dgm:chPref val="0"/>
          <dgm:bulletEnabled val="1"/>
        </dgm:presLayoutVars>
      </dgm:prSet>
      <dgm:spPr/>
    </dgm:pt>
    <dgm:pt modelId="{0C4E649A-8BA0-3149-AAA8-0252D450DE2B}" type="pres">
      <dgm:prSet presAssocID="{F2E5BA62-2363-DF40-B0D1-139F759B050E}" presName="childComposite" presStyleCnt="0">
        <dgm:presLayoutVars>
          <dgm:chMax val="0"/>
          <dgm:chPref val="0"/>
        </dgm:presLayoutVars>
      </dgm:prSet>
      <dgm:spPr/>
    </dgm:pt>
    <dgm:pt modelId="{C77EDB56-4C60-3644-86FB-85B2551EC4FB}" type="pres">
      <dgm:prSet presAssocID="{F2E5BA62-2363-DF40-B0D1-139F759B050E}" presName="ChildAccent" presStyleLbl="solidFgAcc1" presStyleIdx="11" presStyleCnt="12"/>
      <dgm:spPr/>
    </dgm:pt>
    <dgm:pt modelId="{167598D0-4FB3-AC4C-B6D1-002B6F7BE244}" type="pres">
      <dgm:prSet presAssocID="{F2E5BA62-2363-DF40-B0D1-139F759B050E}" presName="Child" presStyleLbl="revTx" presStyleIdx="13" presStyleCnt="14">
        <dgm:presLayoutVars>
          <dgm:chMax val="0"/>
          <dgm:chPref val="0"/>
          <dgm:bulletEnabled val="1"/>
        </dgm:presLayoutVars>
      </dgm:prSet>
      <dgm:spPr/>
    </dgm:pt>
  </dgm:ptLst>
  <dgm:cxnLst>
    <dgm:cxn modelId="{80256412-1C31-AC4B-B611-8E72D810B72B}" srcId="{E523C9C9-44E4-8F4C-AFF0-0A41583A5470}" destId="{E8C406D6-A9AC-C245-B757-1D5F6098F671}" srcOrd="5" destOrd="0" parTransId="{CD79FFC7-642E-AF43-B6F3-72457378295C}" sibTransId="{16745278-1785-9F4C-BC52-419EF1995AB3}"/>
    <dgm:cxn modelId="{17D56514-297B-CF42-A9F1-87989DC0765D}" type="presOf" srcId="{E8C406D6-A9AC-C245-B757-1D5F6098F671}" destId="{A5FBD568-00F0-CA41-9442-45AA230B9268}" srcOrd="0" destOrd="0" presId="urn:microsoft.com/office/officeart/2008/layout/SquareAccentList"/>
    <dgm:cxn modelId="{C25AE12D-E0CA-F148-A166-D0F32CE73344}" srcId="{C5E9A6EF-7A77-2C4F-89A3-A1EB85BD89C8}" destId="{E523C9C9-44E4-8F4C-AFF0-0A41583A5470}" srcOrd="0" destOrd="0" parTransId="{BFDD7C29-7827-9F41-A10B-235C8F10D135}" sibTransId="{849F7042-090C-154F-B331-9D79B86139AD}"/>
    <dgm:cxn modelId="{A5729033-6452-3149-9DE4-4A8ECFA7EB25}" srcId="{E523C9C9-44E4-8F4C-AFF0-0A41583A5470}" destId="{5E1A3761-696C-A247-A10F-46C164BC8AA8}" srcOrd="0" destOrd="0" parTransId="{8C609066-3EB0-E946-BC44-839A246CE517}" sibTransId="{066C3D85-9EFB-2647-B41D-D3C20BDC3EBD}"/>
    <dgm:cxn modelId="{FC35EE33-4C23-F941-8E24-363F51F3C625}" type="presOf" srcId="{4F29715C-9C08-D943-BD03-131B551D8C09}" destId="{DED6C75D-1E28-434D-853E-2D29D3E7710C}" srcOrd="0" destOrd="0" presId="urn:microsoft.com/office/officeart/2008/layout/SquareAccentList"/>
    <dgm:cxn modelId="{57725436-3410-604A-AC14-37370B5A6E05}" type="presOf" srcId="{F2E5BA62-2363-DF40-B0D1-139F759B050E}" destId="{167598D0-4FB3-AC4C-B6D1-002B6F7BE244}" srcOrd="0" destOrd="0" presId="urn:microsoft.com/office/officeart/2008/layout/SquareAccentList"/>
    <dgm:cxn modelId="{A4BC6937-DE7F-FC44-BAD1-184F80B54C35}" type="presOf" srcId="{79F93832-0A17-DB48-A1C7-D899C215C72B}" destId="{532B82C2-F03A-054B-9C56-7E7ACF31BCDA}" srcOrd="0" destOrd="0" presId="urn:microsoft.com/office/officeart/2008/layout/SquareAccentList"/>
    <dgm:cxn modelId="{014C5438-F126-634E-BA5D-2FFAC990D659}" srcId="{25DC7A00-683F-1644-BB5D-DACA931D83F3}" destId="{F2E5BA62-2363-DF40-B0D1-139F759B050E}" srcOrd="5" destOrd="0" parTransId="{B80E8AE2-2771-0D40-A735-F2883F358F46}" sibTransId="{A135FCD1-2EE9-7347-ADA2-10000A19137E}"/>
    <dgm:cxn modelId="{AA58CE3D-AF36-F34E-8C03-19D8C4427570}" srcId="{25DC7A00-683F-1644-BB5D-DACA931D83F3}" destId="{9488761A-BCD6-5446-89EB-3B7E28F383B9}" srcOrd="3" destOrd="0" parTransId="{69E271EE-9CE6-5C49-BEB7-FC3F85B002D9}" sibTransId="{034B6CBC-31FF-6340-A470-29600FF0B667}"/>
    <dgm:cxn modelId="{0AD77743-A0D6-A041-9CD3-54F1F1707F32}" srcId="{25DC7A00-683F-1644-BB5D-DACA931D83F3}" destId="{A6FAB208-DDBE-9C45-9FB9-1F193F4464C9}" srcOrd="0" destOrd="0" parTransId="{5D5ECCB8-24EC-D647-BA96-C7A06D8A28EC}" sibTransId="{A2E46242-7B60-5D41-8068-3E1B22B00737}"/>
    <dgm:cxn modelId="{00BE594A-C7F9-6746-B8F8-1CB5C6153694}" srcId="{25DC7A00-683F-1644-BB5D-DACA931D83F3}" destId="{D8A8A526-74B6-BD45-97D1-859FB7D066FA}" srcOrd="1" destOrd="0" parTransId="{52E1F517-341B-4F44-A043-0B14D387733C}" sibTransId="{FE10DD2B-E756-064E-8A54-BAC1B2830E1A}"/>
    <dgm:cxn modelId="{79C8AC50-8D78-804D-93DC-D25488B0CDD1}" type="presOf" srcId="{6A8A650A-0C93-F14A-9361-0118E1F7EC60}" destId="{0EA5CB1D-5FD4-DE49-BD8B-06A65406B791}" srcOrd="0" destOrd="0" presId="urn:microsoft.com/office/officeart/2008/layout/SquareAccentList"/>
    <dgm:cxn modelId="{69C2B459-D4B1-8941-BD85-38273DCA96B8}" srcId="{E523C9C9-44E4-8F4C-AFF0-0A41583A5470}" destId="{54E0D958-B473-B843-ABEB-72168ECAD51A}" srcOrd="4" destOrd="0" parTransId="{73284425-4754-B84D-8B8B-41E7E01BCB11}" sibTransId="{631A3606-C7C8-1644-A0C6-B9A218724756}"/>
    <dgm:cxn modelId="{59F45367-EC1C-9941-BE71-2E2EAF905A95}" type="presOf" srcId="{34F7FA70-3B51-8A49-BE3F-6DF5AFAFA5DA}" destId="{041626F9-A23B-F246-8047-0BCF07C14460}" srcOrd="0" destOrd="0" presId="urn:microsoft.com/office/officeart/2008/layout/SquareAccentList"/>
    <dgm:cxn modelId="{BC62E86E-7B7C-A448-897A-2F73C3C03FF7}" type="presOf" srcId="{54E0D958-B473-B843-ABEB-72168ECAD51A}" destId="{D849052E-1296-C04D-A318-77E326D99888}" srcOrd="0" destOrd="0" presId="urn:microsoft.com/office/officeart/2008/layout/SquareAccentList"/>
    <dgm:cxn modelId="{DDE45278-60AE-B44A-8CDF-CB4FF3401AC4}" type="presOf" srcId="{D8A8A526-74B6-BD45-97D1-859FB7D066FA}" destId="{AEFE7DCB-6CA6-2447-9655-3627004F00CA}" srcOrd="0" destOrd="0" presId="urn:microsoft.com/office/officeart/2008/layout/SquareAccentList"/>
    <dgm:cxn modelId="{DCE8FA79-D194-CB40-A5DC-CDDA34EE40A4}" srcId="{25DC7A00-683F-1644-BB5D-DACA931D83F3}" destId="{A5240FC0-C1CB-6C43-B04F-31C88EE22181}" srcOrd="2" destOrd="0" parTransId="{072B4714-1C59-654A-B9B6-F35B06D32DE7}" sibTransId="{996BA8A1-6DF0-124C-B0AF-5C788FEBDA23}"/>
    <dgm:cxn modelId="{F306B37C-F043-E24B-ABE9-419A01A42B19}" type="presOf" srcId="{A5240FC0-C1CB-6C43-B04F-31C88EE22181}" destId="{944D9F32-E826-1141-828E-D2235C1AE056}" srcOrd="0" destOrd="0" presId="urn:microsoft.com/office/officeart/2008/layout/SquareAccentList"/>
    <dgm:cxn modelId="{4C53BD8A-38F1-324C-A50C-CDDC5EEA160E}" type="presOf" srcId="{25DC7A00-683F-1644-BB5D-DACA931D83F3}" destId="{70D9E660-3672-EB4B-90E2-490E14AE574C}" srcOrd="0" destOrd="0" presId="urn:microsoft.com/office/officeart/2008/layout/SquareAccentList"/>
    <dgm:cxn modelId="{C262E89D-07FD-9B4A-AFB0-8E4F1F8CCA11}" srcId="{C5E9A6EF-7A77-2C4F-89A3-A1EB85BD89C8}" destId="{25DC7A00-683F-1644-BB5D-DACA931D83F3}" srcOrd="1" destOrd="0" parTransId="{69EF6156-6F14-184A-A52D-7E691797028B}" sibTransId="{D785C973-2E20-0549-AB5D-86A4D742E614}"/>
    <dgm:cxn modelId="{AB0405A4-F5C4-1647-A89F-E9FA470F1680}" srcId="{25DC7A00-683F-1644-BB5D-DACA931D83F3}" destId="{79F93832-0A17-DB48-A1C7-D899C215C72B}" srcOrd="4" destOrd="0" parTransId="{1F1BA779-5C05-934F-BB90-B1AE3725227C}" sibTransId="{0DDC96AC-80EF-AD4E-BBAB-FD9E6EFA41B3}"/>
    <dgm:cxn modelId="{D4FE74A9-B800-5843-A182-C1253C7CAECE}" srcId="{E523C9C9-44E4-8F4C-AFF0-0A41583A5470}" destId="{4F29715C-9C08-D943-BD03-131B551D8C09}" srcOrd="2" destOrd="0" parTransId="{A2C3A007-B70E-0841-A545-10CA743976F8}" sibTransId="{3BC4D253-B3F6-F949-B2EF-22C04E9D4398}"/>
    <dgm:cxn modelId="{92BE3AAE-15A9-E245-B7BA-A4D619F57A5D}" srcId="{E523C9C9-44E4-8F4C-AFF0-0A41583A5470}" destId="{6A8A650A-0C93-F14A-9361-0118E1F7EC60}" srcOrd="1" destOrd="0" parTransId="{712828DD-507C-5E4F-B5BC-CE9DDD87DB83}" sibTransId="{746CDBDF-8526-4046-9408-D9DB06C05211}"/>
    <dgm:cxn modelId="{447B8EB2-87CD-8346-9ACE-8144C4EB43E0}" srcId="{E523C9C9-44E4-8F4C-AFF0-0A41583A5470}" destId="{34F7FA70-3B51-8A49-BE3F-6DF5AFAFA5DA}" srcOrd="3" destOrd="0" parTransId="{B509E933-B07D-2645-BAE1-8185D8A88FF4}" sibTransId="{30E9466F-DAE7-474A-A54E-E538DFB6AD98}"/>
    <dgm:cxn modelId="{9E7A42C7-B059-8A4E-BAC4-CB5FEA3BE987}" type="presOf" srcId="{9488761A-BCD6-5446-89EB-3B7E28F383B9}" destId="{F89EB8DD-EB8A-8C43-AF21-C13F69153078}" srcOrd="0" destOrd="0" presId="urn:microsoft.com/office/officeart/2008/layout/SquareAccentList"/>
    <dgm:cxn modelId="{E7C140D4-4C6A-AE4F-B6C6-406C8150D64C}" type="presOf" srcId="{A6FAB208-DDBE-9C45-9FB9-1F193F4464C9}" destId="{98267CF4-FDBE-EF4B-9516-67DE565AC5C2}" srcOrd="0" destOrd="0" presId="urn:microsoft.com/office/officeart/2008/layout/SquareAccentList"/>
    <dgm:cxn modelId="{16FD2CDE-4581-8B46-A551-8091D893911F}" type="presOf" srcId="{C5E9A6EF-7A77-2C4F-89A3-A1EB85BD89C8}" destId="{BC1C2070-644B-4143-A8F3-FB3906DC416C}" srcOrd="0" destOrd="0" presId="urn:microsoft.com/office/officeart/2008/layout/SquareAccentList"/>
    <dgm:cxn modelId="{102C3DEA-B040-674F-9E4B-A00AACD6B873}" type="presOf" srcId="{5E1A3761-696C-A247-A10F-46C164BC8AA8}" destId="{C5C4DBBF-59F3-834F-A223-831DC26DDE50}" srcOrd="0" destOrd="0" presId="urn:microsoft.com/office/officeart/2008/layout/SquareAccentList"/>
    <dgm:cxn modelId="{B47519F9-A14E-7844-9BC6-1DF912659102}" type="presOf" srcId="{E523C9C9-44E4-8F4C-AFF0-0A41583A5470}" destId="{4FC99E78-1155-0845-8512-C9CBF1EAC6CC}" srcOrd="0" destOrd="0" presId="urn:microsoft.com/office/officeart/2008/layout/SquareAccentList"/>
    <dgm:cxn modelId="{09CC18F2-8F71-6749-A53A-82216BEF8296}" type="presParOf" srcId="{BC1C2070-644B-4143-A8F3-FB3906DC416C}" destId="{2F52C90D-C3EC-6442-A3D4-7DC06A10126B}" srcOrd="0" destOrd="0" presId="urn:microsoft.com/office/officeart/2008/layout/SquareAccentList"/>
    <dgm:cxn modelId="{AE9F5D46-6CBD-664C-BBCD-B15F1703CA9A}" type="presParOf" srcId="{2F52C90D-C3EC-6442-A3D4-7DC06A10126B}" destId="{80DD9790-B69E-1942-8DF4-740A5C635AA5}" srcOrd="0" destOrd="0" presId="urn:microsoft.com/office/officeart/2008/layout/SquareAccentList"/>
    <dgm:cxn modelId="{C89AD7C7-D5AD-5A42-9147-AE82DCD9C63B}" type="presParOf" srcId="{80DD9790-B69E-1942-8DF4-740A5C635AA5}" destId="{936B98D3-800E-F74A-9A0F-E2FFD80B7A9A}" srcOrd="0" destOrd="0" presId="urn:microsoft.com/office/officeart/2008/layout/SquareAccentList"/>
    <dgm:cxn modelId="{BA03E31A-ECFA-6B48-93A0-A450010E4621}" type="presParOf" srcId="{80DD9790-B69E-1942-8DF4-740A5C635AA5}" destId="{EFBB4F44-452B-744E-8688-A5A644D558E5}" srcOrd="1" destOrd="0" presId="urn:microsoft.com/office/officeart/2008/layout/SquareAccentList"/>
    <dgm:cxn modelId="{95B464C6-90E6-734E-AEF6-13070F231DD5}" type="presParOf" srcId="{80DD9790-B69E-1942-8DF4-740A5C635AA5}" destId="{4FC99E78-1155-0845-8512-C9CBF1EAC6CC}" srcOrd="2" destOrd="0" presId="urn:microsoft.com/office/officeart/2008/layout/SquareAccentList"/>
    <dgm:cxn modelId="{FCC8CC9B-7F45-234C-9B57-CC37B1A2F2D6}" type="presParOf" srcId="{2F52C90D-C3EC-6442-A3D4-7DC06A10126B}" destId="{ABDDF55C-8A48-4444-B9AB-4F2BD2B6E33A}" srcOrd="1" destOrd="0" presId="urn:microsoft.com/office/officeart/2008/layout/SquareAccentList"/>
    <dgm:cxn modelId="{777FAF79-8FE0-5644-9F0A-6FA5063FD66A}" type="presParOf" srcId="{ABDDF55C-8A48-4444-B9AB-4F2BD2B6E33A}" destId="{A2D4381A-37FC-0C4F-9540-0B529BF519A9}" srcOrd="0" destOrd="0" presId="urn:microsoft.com/office/officeart/2008/layout/SquareAccentList"/>
    <dgm:cxn modelId="{BECE540F-355C-D241-AB29-AFCD567599CB}" type="presParOf" srcId="{A2D4381A-37FC-0C4F-9540-0B529BF519A9}" destId="{F347F7C1-F496-F64F-9104-1061677E3A08}" srcOrd="0" destOrd="0" presId="urn:microsoft.com/office/officeart/2008/layout/SquareAccentList"/>
    <dgm:cxn modelId="{A19A9BAD-9DE6-1D45-9452-93DE7FAC60D4}" type="presParOf" srcId="{A2D4381A-37FC-0C4F-9540-0B529BF519A9}" destId="{C5C4DBBF-59F3-834F-A223-831DC26DDE50}" srcOrd="1" destOrd="0" presId="urn:microsoft.com/office/officeart/2008/layout/SquareAccentList"/>
    <dgm:cxn modelId="{BDBE9DDF-A199-3241-9014-C261B34A9B89}" type="presParOf" srcId="{ABDDF55C-8A48-4444-B9AB-4F2BD2B6E33A}" destId="{F70D17B5-4A22-1146-919C-4C7A2869D47D}" srcOrd="1" destOrd="0" presId="urn:microsoft.com/office/officeart/2008/layout/SquareAccentList"/>
    <dgm:cxn modelId="{881CC1F7-1D74-794A-8138-A8283D05889C}" type="presParOf" srcId="{F70D17B5-4A22-1146-919C-4C7A2869D47D}" destId="{8D6D2AA9-EA8F-634D-B9BE-DAA48591AC4E}" srcOrd="0" destOrd="0" presId="urn:microsoft.com/office/officeart/2008/layout/SquareAccentList"/>
    <dgm:cxn modelId="{A92BCAC9-89E6-4847-83F7-16E1DAEF697E}" type="presParOf" srcId="{F70D17B5-4A22-1146-919C-4C7A2869D47D}" destId="{0EA5CB1D-5FD4-DE49-BD8B-06A65406B791}" srcOrd="1" destOrd="0" presId="urn:microsoft.com/office/officeart/2008/layout/SquareAccentList"/>
    <dgm:cxn modelId="{56F41827-D02B-A049-BAB2-E359E83A7ADB}" type="presParOf" srcId="{ABDDF55C-8A48-4444-B9AB-4F2BD2B6E33A}" destId="{AA2B0CC1-DB0A-4949-B6D6-7C294B5547BF}" srcOrd="2" destOrd="0" presId="urn:microsoft.com/office/officeart/2008/layout/SquareAccentList"/>
    <dgm:cxn modelId="{CA086C47-9E46-8943-803B-4E2B030D6C1C}" type="presParOf" srcId="{AA2B0CC1-DB0A-4949-B6D6-7C294B5547BF}" destId="{8233E98F-D7DA-4345-A3B5-274A61A28C68}" srcOrd="0" destOrd="0" presId="urn:microsoft.com/office/officeart/2008/layout/SquareAccentList"/>
    <dgm:cxn modelId="{7BBDC963-BC39-9246-AFEA-208038D63917}" type="presParOf" srcId="{AA2B0CC1-DB0A-4949-B6D6-7C294B5547BF}" destId="{DED6C75D-1E28-434D-853E-2D29D3E7710C}" srcOrd="1" destOrd="0" presId="urn:microsoft.com/office/officeart/2008/layout/SquareAccentList"/>
    <dgm:cxn modelId="{E283DC5A-242E-884F-AF27-5BAFD895E9A5}" type="presParOf" srcId="{ABDDF55C-8A48-4444-B9AB-4F2BD2B6E33A}" destId="{2D5984DF-FAAB-3745-BB4D-2E9BC1B450D4}" srcOrd="3" destOrd="0" presId="urn:microsoft.com/office/officeart/2008/layout/SquareAccentList"/>
    <dgm:cxn modelId="{F8733F12-C259-F543-B633-4AB854422C56}" type="presParOf" srcId="{2D5984DF-FAAB-3745-BB4D-2E9BC1B450D4}" destId="{88E757B0-4E49-9A40-B9F2-A0850E6FE243}" srcOrd="0" destOrd="0" presId="urn:microsoft.com/office/officeart/2008/layout/SquareAccentList"/>
    <dgm:cxn modelId="{66FBEF8C-AE7E-CE47-B881-B41084763D97}" type="presParOf" srcId="{2D5984DF-FAAB-3745-BB4D-2E9BC1B450D4}" destId="{041626F9-A23B-F246-8047-0BCF07C14460}" srcOrd="1" destOrd="0" presId="urn:microsoft.com/office/officeart/2008/layout/SquareAccentList"/>
    <dgm:cxn modelId="{634AEBF2-9108-FF43-A2B3-3AD75E5865DC}" type="presParOf" srcId="{ABDDF55C-8A48-4444-B9AB-4F2BD2B6E33A}" destId="{7C18A339-0C48-064D-B60D-D1C285BA6E41}" srcOrd="4" destOrd="0" presId="urn:microsoft.com/office/officeart/2008/layout/SquareAccentList"/>
    <dgm:cxn modelId="{2C354C91-9295-0849-B1EC-177BC1D78948}" type="presParOf" srcId="{7C18A339-0C48-064D-B60D-D1C285BA6E41}" destId="{F692CA78-A415-F641-9D76-A55F8BBAEDC7}" srcOrd="0" destOrd="0" presId="urn:microsoft.com/office/officeart/2008/layout/SquareAccentList"/>
    <dgm:cxn modelId="{C6BB023C-82CC-7A47-A997-7604C10893CD}" type="presParOf" srcId="{7C18A339-0C48-064D-B60D-D1C285BA6E41}" destId="{D849052E-1296-C04D-A318-77E326D99888}" srcOrd="1" destOrd="0" presId="urn:microsoft.com/office/officeart/2008/layout/SquareAccentList"/>
    <dgm:cxn modelId="{B600516D-8219-624A-907E-F730085C4901}" type="presParOf" srcId="{ABDDF55C-8A48-4444-B9AB-4F2BD2B6E33A}" destId="{6426148C-893C-AD43-9E28-E429BAD1FE49}" srcOrd="5" destOrd="0" presId="urn:microsoft.com/office/officeart/2008/layout/SquareAccentList"/>
    <dgm:cxn modelId="{02E40AD5-44B2-E54F-907E-0165500E65FE}" type="presParOf" srcId="{6426148C-893C-AD43-9E28-E429BAD1FE49}" destId="{9D1E9075-AD49-9D42-AB06-CF9F4E42983B}" srcOrd="0" destOrd="0" presId="urn:microsoft.com/office/officeart/2008/layout/SquareAccentList"/>
    <dgm:cxn modelId="{BBBBEBC0-B2BB-C648-AB0F-62DB42E3C419}" type="presParOf" srcId="{6426148C-893C-AD43-9E28-E429BAD1FE49}" destId="{A5FBD568-00F0-CA41-9442-45AA230B9268}" srcOrd="1" destOrd="0" presId="urn:microsoft.com/office/officeart/2008/layout/SquareAccentList"/>
    <dgm:cxn modelId="{75B38EA4-A818-FB49-BA5C-8991308AE506}" type="presParOf" srcId="{BC1C2070-644B-4143-A8F3-FB3906DC416C}" destId="{727BE5A9-FD6D-FE4A-B03C-AE440F5CCE36}" srcOrd="1" destOrd="0" presId="urn:microsoft.com/office/officeart/2008/layout/SquareAccentList"/>
    <dgm:cxn modelId="{1DAB8772-6FDD-BF4D-9030-10803215885C}" type="presParOf" srcId="{727BE5A9-FD6D-FE4A-B03C-AE440F5CCE36}" destId="{8CC09BC1-BE8A-8D48-AEBD-5963E2A82000}" srcOrd="0" destOrd="0" presId="urn:microsoft.com/office/officeart/2008/layout/SquareAccentList"/>
    <dgm:cxn modelId="{CD9EF047-9275-324C-93B4-FEC885A2A74D}" type="presParOf" srcId="{8CC09BC1-BE8A-8D48-AEBD-5963E2A82000}" destId="{80F5CA70-F5A9-6D46-BBF0-B1BF51B96806}" srcOrd="0" destOrd="0" presId="urn:microsoft.com/office/officeart/2008/layout/SquareAccentList"/>
    <dgm:cxn modelId="{12238653-788B-FC45-8377-CEFF488B0A24}" type="presParOf" srcId="{8CC09BC1-BE8A-8D48-AEBD-5963E2A82000}" destId="{0F8A1F45-F0FE-174D-9804-9F3153FCE4CC}" srcOrd="1" destOrd="0" presId="urn:microsoft.com/office/officeart/2008/layout/SquareAccentList"/>
    <dgm:cxn modelId="{76F8C9B1-A2E9-0D45-8E74-FB7C83EA061E}" type="presParOf" srcId="{8CC09BC1-BE8A-8D48-AEBD-5963E2A82000}" destId="{70D9E660-3672-EB4B-90E2-490E14AE574C}" srcOrd="2" destOrd="0" presId="urn:microsoft.com/office/officeart/2008/layout/SquareAccentList"/>
    <dgm:cxn modelId="{3C3CB8B8-C1E7-EA48-9E6D-D61BBEAB5C1E}" type="presParOf" srcId="{727BE5A9-FD6D-FE4A-B03C-AE440F5CCE36}" destId="{5EFBAEB5-75D8-0D45-9ECD-C02F4EF49BA6}" srcOrd="1" destOrd="0" presId="urn:microsoft.com/office/officeart/2008/layout/SquareAccentList"/>
    <dgm:cxn modelId="{CF42F270-80A1-C045-9BC2-006715BC81A6}" type="presParOf" srcId="{5EFBAEB5-75D8-0D45-9ECD-C02F4EF49BA6}" destId="{F21CEAAD-E78B-0843-A5ED-2FA767A60E7F}" srcOrd="0" destOrd="0" presId="urn:microsoft.com/office/officeart/2008/layout/SquareAccentList"/>
    <dgm:cxn modelId="{6D71F2E6-9F76-2C4C-9F8F-0432FD3714B6}" type="presParOf" srcId="{F21CEAAD-E78B-0843-A5ED-2FA767A60E7F}" destId="{558D38F1-94DA-6E4A-94E3-90E60D86BBEE}" srcOrd="0" destOrd="0" presId="urn:microsoft.com/office/officeart/2008/layout/SquareAccentList"/>
    <dgm:cxn modelId="{2870EB83-C18F-654E-BC3F-C3C9AFBBA5DC}" type="presParOf" srcId="{F21CEAAD-E78B-0843-A5ED-2FA767A60E7F}" destId="{98267CF4-FDBE-EF4B-9516-67DE565AC5C2}" srcOrd="1" destOrd="0" presId="urn:microsoft.com/office/officeart/2008/layout/SquareAccentList"/>
    <dgm:cxn modelId="{7925D29D-2946-6249-A359-78F510C8B24A}" type="presParOf" srcId="{5EFBAEB5-75D8-0D45-9ECD-C02F4EF49BA6}" destId="{C17D6990-F311-F04E-88BC-65FB6B13FEF6}" srcOrd="1" destOrd="0" presId="urn:microsoft.com/office/officeart/2008/layout/SquareAccentList"/>
    <dgm:cxn modelId="{1BE51F62-A08A-D849-AF9B-A8391E4DA211}" type="presParOf" srcId="{C17D6990-F311-F04E-88BC-65FB6B13FEF6}" destId="{5EB43296-6BB6-9D43-AD57-5910B07E227C}" srcOrd="0" destOrd="0" presId="urn:microsoft.com/office/officeart/2008/layout/SquareAccentList"/>
    <dgm:cxn modelId="{CBAC7FF8-0113-ED4C-8054-4D5187AFA2E8}" type="presParOf" srcId="{C17D6990-F311-F04E-88BC-65FB6B13FEF6}" destId="{AEFE7DCB-6CA6-2447-9655-3627004F00CA}" srcOrd="1" destOrd="0" presId="urn:microsoft.com/office/officeart/2008/layout/SquareAccentList"/>
    <dgm:cxn modelId="{4E7F7FBE-113E-A540-A69C-F13D10FAB8F1}" type="presParOf" srcId="{5EFBAEB5-75D8-0D45-9ECD-C02F4EF49BA6}" destId="{3558D5FD-979F-6945-9A54-2C7D9BB0CB63}" srcOrd="2" destOrd="0" presId="urn:microsoft.com/office/officeart/2008/layout/SquareAccentList"/>
    <dgm:cxn modelId="{ECE0ACEA-02BB-B640-BBBF-1AAA3CA89B54}" type="presParOf" srcId="{3558D5FD-979F-6945-9A54-2C7D9BB0CB63}" destId="{AECA63DD-0EB6-1F45-9144-7BC4B2B47254}" srcOrd="0" destOrd="0" presId="urn:microsoft.com/office/officeart/2008/layout/SquareAccentList"/>
    <dgm:cxn modelId="{D3CF3FA3-FAD3-514B-9648-2BE621D37BCB}" type="presParOf" srcId="{3558D5FD-979F-6945-9A54-2C7D9BB0CB63}" destId="{944D9F32-E826-1141-828E-D2235C1AE056}" srcOrd="1" destOrd="0" presId="urn:microsoft.com/office/officeart/2008/layout/SquareAccentList"/>
    <dgm:cxn modelId="{E03C62D6-64D9-9245-8641-0B09E918FB07}" type="presParOf" srcId="{5EFBAEB5-75D8-0D45-9ECD-C02F4EF49BA6}" destId="{42B148D3-4286-C646-93CE-8D7BD781711E}" srcOrd="3" destOrd="0" presId="urn:microsoft.com/office/officeart/2008/layout/SquareAccentList"/>
    <dgm:cxn modelId="{34D5FFDB-FB89-CE46-B6E7-43AC848912D7}" type="presParOf" srcId="{42B148D3-4286-C646-93CE-8D7BD781711E}" destId="{3F4D3C5B-4DA7-BD43-B520-4BA6790DF61E}" srcOrd="0" destOrd="0" presId="urn:microsoft.com/office/officeart/2008/layout/SquareAccentList"/>
    <dgm:cxn modelId="{E8583ABD-BC45-C241-B76C-865A1902C45C}" type="presParOf" srcId="{42B148D3-4286-C646-93CE-8D7BD781711E}" destId="{F89EB8DD-EB8A-8C43-AF21-C13F69153078}" srcOrd="1" destOrd="0" presId="urn:microsoft.com/office/officeart/2008/layout/SquareAccentList"/>
    <dgm:cxn modelId="{4FA32425-1425-8047-9067-3C34DD5E7F12}" type="presParOf" srcId="{5EFBAEB5-75D8-0D45-9ECD-C02F4EF49BA6}" destId="{EB0F14D8-902C-764D-831F-BAC0F51ABE62}" srcOrd="4" destOrd="0" presId="urn:microsoft.com/office/officeart/2008/layout/SquareAccentList"/>
    <dgm:cxn modelId="{275897B9-859F-944B-ABCB-6826A2419546}" type="presParOf" srcId="{EB0F14D8-902C-764D-831F-BAC0F51ABE62}" destId="{9DEAEA6C-0A14-1A43-B7CF-2DB1F13CB753}" srcOrd="0" destOrd="0" presId="urn:microsoft.com/office/officeart/2008/layout/SquareAccentList"/>
    <dgm:cxn modelId="{B6D6A467-AD07-5C4F-8FF9-A975F7161EFB}" type="presParOf" srcId="{EB0F14D8-902C-764D-831F-BAC0F51ABE62}" destId="{532B82C2-F03A-054B-9C56-7E7ACF31BCDA}" srcOrd="1" destOrd="0" presId="urn:microsoft.com/office/officeart/2008/layout/SquareAccentList"/>
    <dgm:cxn modelId="{5AF2C00C-19E1-3846-9D7F-5873A47E2FFF}" type="presParOf" srcId="{5EFBAEB5-75D8-0D45-9ECD-C02F4EF49BA6}" destId="{0C4E649A-8BA0-3149-AAA8-0252D450DE2B}" srcOrd="5" destOrd="0" presId="urn:microsoft.com/office/officeart/2008/layout/SquareAccentList"/>
    <dgm:cxn modelId="{F706B1B1-910D-1644-BD4E-F63F6A574C75}" type="presParOf" srcId="{0C4E649A-8BA0-3149-AAA8-0252D450DE2B}" destId="{C77EDB56-4C60-3644-86FB-85B2551EC4FB}" srcOrd="0" destOrd="0" presId="urn:microsoft.com/office/officeart/2008/layout/SquareAccentList"/>
    <dgm:cxn modelId="{E9C970E9-BEBA-AE4A-9A8D-28EF01B8893C}" type="presParOf" srcId="{0C4E649A-8BA0-3149-AAA8-0252D450DE2B}" destId="{167598D0-4FB3-AC4C-B6D1-002B6F7BE244}" srcOrd="1" destOrd="0" presId="urn:microsoft.com/office/officeart/2008/layout/SquareAccent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328DA5E0-F6D8-3440-A331-3C297D395440}" type="doc">
      <dgm:prSet loTypeId="urn:microsoft.com/office/officeart/2005/8/layout/chevron2" loCatId="process" qsTypeId="urn:microsoft.com/office/officeart/2005/8/quickstyle/3d3" qsCatId="3D" csTypeId="urn:microsoft.com/office/officeart/2005/8/colors/accent1_2" csCatId="accent1" phldr="1"/>
      <dgm:spPr/>
      <dgm:t>
        <a:bodyPr/>
        <a:lstStyle/>
        <a:p>
          <a:endParaRPr lang="de-DE"/>
        </a:p>
      </dgm:t>
    </dgm:pt>
    <dgm:pt modelId="{C102871F-4AC8-AD42-9F76-9A0175C35C3D}">
      <dgm:prSet/>
      <dgm:spPr/>
      <dgm:t>
        <a:bodyPr/>
        <a:lstStyle/>
        <a:p>
          <a:r>
            <a:rPr lang="de-DE"/>
            <a:t>Problem:</a:t>
          </a:r>
        </a:p>
      </dgm:t>
    </dgm:pt>
    <dgm:pt modelId="{DCAA6D89-32AA-8642-B064-C8050C4E3E4C}" type="parTrans" cxnId="{F737E322-9541-EE49-9C71-3CA8C185F047}">
      <dgm:prSet/>
      <dgm:spPr/>
      <dgm:t>
        <a:bodyPr/>
        <a:lstStyle/>
        <a:p>
          <a:endParaRPr lang="de-DE"/>
        </a:p>
      </dgm:t>
    </dgm:pt>
    <dgm:pt modelId="{B4B01AD6-E007-F245-9B38-AC417C07A4A4}" type="sibTrans" cxnId="{F737E322-9541-EE49-9C71-3CA8C185F047}">
      <dgm:prSet/>
      <dgm:spPr/>
      <dgm:t>
        <a:bodyPr/>
        <a:lstStyle/>
        <a:p>
          <a:endParaRPr lang="de-DE"/>
        </a:p>
      </dgm:t>
    </dgm:pt>
    <dgm:pt modelId="{782C1EFA-54CC-434F-8E02-AC2AC8F3F8A7}">
      <dgm:prSet/>
      <dgm:spPr/>
      <dgm:t>
        <a:bodyPr/>
        <a:lstStyle/>
        <a:p>
          <a:r>
            <a:rPr lang="de-DE" dirty="0"/>
            <a:t>Routen Konfiguration zur Entwicklungszeit</a:t>
          </a:r>
        </a:p>
      </dgm:t>
    </dgm:pt>
    <dgm:pt modelId="{F5609B86-4072-D14F-BF65-A4F1BDCCA50F}" type="parTrans" cxnId="{1ADBF810-A9A7-D247-BE5F-33CA95F8769E}">
      <dgm:prSet/>
      <dgm:spPr/>
      <dgm:t>
        <a:bodyPr/>
        <a:lstStyle/>
        <a:p>
          <a:endParaRPr lang="de-DE"/>
        </a:p>
      </dgm:t>
    </dgm:pt>
    <dgm:pt modelId="{03AF15B8-8449-8043-B814-46EBBF3A3E09}" type="sibTrans" cxnId="{1ADBF810-A9A7-D247-BE5F-33CA95F8769E}">
      <dgm:prSet/>
      <dgm:spPr/>
      <dgm:t>
        <a:bodyPr/>
        <a:lstStyle/>
        <a:p>
          <a:endParaRPr lang="de-DE"/>
        </a:p>
      </dgm:t>
    </dgm:pt>
    <dgm:pt modelId="{DE856D13-1C82-FE4E-AE1B-CAC6FEEF209F}">
      <dgm:prSet/>
      <dgm:spPr/>
      <dgm:t>
        <a:bodyPr/>
        <a:lstStyle/>
        <a:p>
          <a:r>
            <a:rPr lang="de-DE" dirty="0"/>
            <a:t>Somit: Keine statische Route pro Datensatz möglich</a:t>
          </a:r>
        </a:p>
      </dgm:t>
    </dgm:pt>
    <dgm:pt modelId="{E121FFEA-72FA-5B4F-A8E9-F61FBC1793AA}" type="parTrans" cxnId="{06EC9E2A-765E-7745-AA7F-FDB408FE8C5F}">
      <dgm:prSet/>
      <dgm:spPr/>
      <dgm:t>
        <a:bodyPr/>
        <a:lstStyle/>
        <a:p>
          <a:endParaRPr lang="de-DE"/>
        </a:p>
      </dgm:t>
    </dgm:pt>
    <dgm:pt modelId="{6530158A-0B89-614A-828F-9D5FB03FF2C2}" type="sibTrans" cxnId="{06EC9E2A-765E-7745-AA7F-FDB408FE8C5F}">
      <dgm:prSet/>
      <dgm:spPr/>
      <dgm:t>
        <a:bodyPr/>
        <a:lstStyle/>
        <a:p>
          <a:endParaRPr lang="de-DE"/>
        </a:p>
      </dgm:t>
    </dgm:pt>
    <dgm:pt modelId="{1C1D015F-B6EE-244F-A744-D7D5FE84A3BB}">
      <dgm:prSet/>
      <dgm:spPr/>
      <dgm:t>
        <a:bodyPr/>
        <a:lstStyle/>
        <a:p>
          <a:r>
            <a:rPr lang="de-DE"/>
            <a:t>Lösung:</a:t>
          </a:r>
        </a:p>
      </dgm:t>
    </dgm:pt>
    <dgm:pt modelId="{67EC9E4D-CEDA-EA49-838A-64745A4E6605}" type="parTrans" cxnId="{6F1F15F4-59E5-914C-90C8-507E9688A748}">
      <dgm:prSet/>
      <dgm:spPr/>
      <dgm:t>
        <a:bodyPr/>
        <a:lstStyle/>
        <a:p>
          <a:endParaRPr lang="de-DE"/>
        </a:p>
      </dgm:t>
    </dgm:pt>
    <dgm:pt modelId="{556BBF87-6A1A-6B44-B02B-F42ADE180A3B}" type="sibTrans" cxnId="{6F1F15F4-59E5-914C-90C8-507E9688A748}">
      <dgm:prSet/>
      <dgm:spPr/>
      <dgm:t>
        <a:bodyPr/>
        <a:lstStyle/>
        <a:p>
          <a:endParaRPr lang="de-DE"/>
        </a:p>
      </dgm:t>
    </dgm:pt>
    <dgm:pt modelId="{D1951DE9-85F0-4E4D-958A-616A9D2D86AD}">
      <dgm:prSet/>
      <dgm:spPr/>
      <dgm:t>
        <a:bodyPr/>
        <a:lstStyle/>
        <a:p>
          <a:r>
            <a:rPr lang="de-DE" dirty="0"/>
            <a:t>Dynamische Routen mit Parametern</a:t>
          </a:r>
        </a:p>
      </dgm:t>
    </dgm:pt>
    <dgm:pt modelId="{7D9DC289-D264-F94A-9D66-40BA1E2A5556}" type="parTrans" cxnId="{DD2F09B3-16CA-3148-8056-2F7B40DB3B6B}">
      <dgm:prSet/>
      <dgm:spPr/>
      <dgm:t>
        <a:bodyPr/>
        <a:lstStyle/>
        <a:p>
          <a:endParaRPr lang="de-DE"/>
        </a:p>
      </dgm:t>
    </dgm:pt>
    <dgm:pt modelId="{D5E10DF2-14E4-FA43-AF8B-B50212402075}" type="sibTrans" cxnId="{DD2F09B3-16CA-3148-8056-2F7B40DB3B6B}">
      <dgm:prSet/>
      <dgm:spPr/>
      <dgm:t>
        <a:bodyPr/>
        <a:lstStyle/>
        <a:p>
          <a:endParaRPr lang="de-DE"/>
        </a:p>
      </dgm:t>
    </dgm:pt>
    <dgm:pt modelId="{8B3A1207-6A6B-EB4F-BE3B-D44811F6C60B}">
      <dgm:prSet/>
      <dgm:spPr/>
      <dgm:t>
        <a:bodyPr/>
        <a:lstStyle/>
        <a:p>
          <a:r>
            <a:rPr lang="de-DE" dirty="0"/>
            <a:t>Routen Konfiguration kann in Pfadvariablen enthalten</a:t>
          </a:r>
        </a:p>
      </dgm:t>
    </dgm:pt>
    <dgm:pt modelId="{A824A1F5-0F57-6148-A7E2-2D8AE518C865}" type="parTrans" cxnId="{33C2CDA9-97EE-664A-BFDB-A2A7D2597D1B}">
      <dgm:prSet/>
      <dgm:spPr/>
      <dgm:t>
        <a:bodyPr/>
        <a:lstStyle/>
        <a:p>
          <a:endParaRPr lang="de-DE"/>
        </a:p>
      </dgm:t>
    </dgm:pt>
    <dgm:pt modelId="{0225CB2D-C998-C04C-9D03-6F67BF18A33E}" type="sibTrans" cxnId="{33C2CDA9-97EE-664A-BFDB-A2A7D2597D1B}">
      <dgm:prSet/>
      <dgm:spPr/>
      <dgm:t>
        <a:bodyPr/>
        <a:lstStyle/>
        <a:p>
          <a:endParaRPr lang="de-DE"/>
        </a:p>
      </dgm:t>
    </dgm:pt>
    <dgm:pt modelId="{6E553B95-87A2-914C-82CD-6C9DDD11848A}">
      <dgm:prSet/>
      <dgm:spPr/>
      <dgm:t>
        <a:bodyPr/>
        <a:lstStyle/>
        <a:p>
          <a:r>
            <a:rPr lang="de-DE" dirty="0"/>
            <a:t>Rest-Parameter </a:t>
          </a:r>
          <a:r>
            <a:rPr lang="de-DE" dirty="0" err="1"/>
            <a:t>vs</a:t>
          </a:r>
          <a:r>
            <a:rPr lang="de-DE" dirty="0"/>
            <a:t> URL-Parameter</a:t>
          </a:r>
        </a:p>
      </dgm:t>
    </dgm:pt>
    <dgm:pt modelId="{0C5DE1E1-D396-774B-9072-35A30BFCAF6D}" type="parTrans" cxnId="{FC6AFD45-10F4-9841-8882-201FF26C018D}">
      <dgm:prSet/>
      <dgm:spPr/>
      <dgm:t>
        <a:bodyPr/>
        <a:lstStyle/>
        <a:p>
          <a:endParaRPr lang="de-DE"/>
        </a:p>
      </dgm:t>
    </dgm:pt>
    <dgm:pt modelId="{A30EC40A-952D-2947-AB71-E79680C87407}" type="sibTrans" cxnId="{FC6AFD45-10F4-9841-8882-201FF26C018D}">
      <dgm:prSet/>
      <dgm:spPr/>
      <dgm:t>
        <a:bodyPr/>
        <a:lstStyle/>
        <a:p>
          <a:endParaRPr lang="de-DE"/>
        </a:p>
      </dgm:t>
    </dgm:pt>
    <dgm:pt modelId="{2635C34E-9C73-934C-A712-D85957057FC0}">
      <dgm:prSet/>
      <dgm:spPr/>
      <dgm:t>
        <a:bodyPr/>
        <a:lstStyle/>
        <a:p>
          <a:r>
            <a:rPr lang="de-DE"/>
            <a:t>Parameter in Route für Pflichtparameter</a:t>
          </a:r>
        </a:p>
      </dgm:t>
    </dgm:pt>
    <dgm:pt modelId="{0F4035CC-3F0A-AD4B-BDC6-981DFE12AC2F}" type="parTrans" cxnId="{D17C4644-9942-ED46-AA3C-60CB0403BA4C}">
      <dgm:prSet/>
      <dgm:spPr/>
      <dgm:t>
        <a:bodyPr/>
        <a:lstStyle/>
        <a:p>
          <a:endParaRPr lang="de-DE"/>
        </a:p>
      </dgm:t>
    </dgm:pt>
    <dgm:pt modelId="{9D0477AF-A7D2-3247-AE5B-A7030E0541C6}" type="sibTrans" cxnId="{D17C4644-9942-ED46-AA3C-60CB0403BA4C}">
      <dgm:prSet/>
      <dgm:spPr/>
      <dgm:t>
        <a:bodyPr/>
        <a:lstStyle/>
        <a:p>
          <a:endParaRPr lang="de-DE"/>
        </a:p>
      </dgm:t>
    </dgm:pt>
    <dgm:pt modelId="{D2EDF647-8D24-DB41-A92A-AAAA8849A46F}">
      <dgm:prSet/>
      <dgm:spPr/>
      <dgm:t>
        <a:bodyPr/>
        <a:lstStyle/>
        <a:p>
          <a:r>
            <a:rPr lang="de-DE"/>
            <a:t>URL-Parameter für optionale Parameter</a:t>
          </a:r>
        </a:p>
      </dgm:t>
    </dgm:pt>
    <dgm:pt modelId="{309290BA-AD69-914D-95E9-07F2F495952D}" type="parTrans" cxnId="{9F01640E-8EC4-E14A-AE61-248065061235}">
      <dgm:prSet/>
      <dgm:spPr/>
      <dgm:t>
        <a:bodyPr/>
        <a:lstStyle/>
        <a:p>
          <a:endParaRPr lang="de-DE"/>
        </a:p>
      </dgm:t>
    </dgm:pt>
    <dgm:pt modelId="{0B701852-2109-EA42-8C9A-364D5F4B12B8}" type="sibTrans" cxnId="{9F01640E-8EC4-E14A-AE61-248065061235}">
      <dgm:prSet/>
      <dgm:spPr/>
      <dgm:t>
        <a:bodyPr/>
        <a:lstStyle/>
        <a:p>
          <a:endParaRPr lang="de-DE"/>
        </a:p>
      </dgm:t>
    </dgm:pt>
    <dgm:pt modelId="{42BCF4E7-9D16-B347-82B4-DD19721D41E1}" type="pres">
      <dgm:prSet presAssocID="{328DA5E0-F6D8-3440-A331-3C297D395440}" presName="linearFlow" presStyleCnt="0">
        <dgm:presLayoutVars>
          <dgm:dir/>
          <dgm:animLvl val="lvl"/>
          <dgm:resizeHandles val="exact"/>
        </dgm:presLayoutVars>
      </dgm:prSet>
      <dgm:spPr/>
    </dgm:pt>
    <dgm:pt modelId="{0B66D32C-D39E-744D-BBFA-1A90C197E377}" type="pres">
      <dgm:prSet presAssocID="{C102871F-4AC8-AD42-9F76-9A0175C35C3D}" presName="composite" presStyleCnt="0"/>
      <dgm:spPr/>
    </dgm:pt>
    <dgm:pt modelId="{DC60026B-A515-D54B-98B9-73A8945EE08C}" type="pres">
      <dgm:prSet presAssocID="{C102871F-4AC8-AD42-9F76-9A0175C35C3D}" presName="parentText" presStyleLbl="alignNode1" presStyleIdx="0" presStyleCnt="3">
        <dgm:presLayoutVars>
          <dgm:chMax val="1"/>
          <dgm:bulletEnabled val="1"/>
        </dgm:presLayoutVars>
      </dgm:prSet>
      <dgm:spPr/>
    </dgm:pt>
    <dgm:pt modelId="{28D90256-420F-594D-9B53-7D6CF3CEFD73}" type="pres">
      <dgm:prSet presAssocID="{C102871F-4AC8-AD42-9F76-9A0175C35C3D}" presName="descendantText" presStyleLbl="alignAcc1" presStyleIdx="0" presStyleCnt="3">
        <dgm:presLayoutVars>
          <dgm:bulletEnabled val="1"/>
        </dgm:presLayoutVars>
      </dgm:prSet>
      <dgm:spPr/>
    </dgm:pt>
    <dgm:pt modelId="{062495BF-57B8-C54A-A2EB-D4D5D2F293DC}" type="pres">
      <dgm:prSet presAssocID="{B4B01AD6-E007-F245-9B38-AC417C07A4A4}" presName="sp" presStyleCnt="0"/>
      <dgm:spPr/>
    </dgm:pt>
    <dgm:pt modelId="{4E58D340-4D42-774A-9A04-DF81EFBAFB6C}" type="pres">
      <dgm:prSet presAssocID="{1C1D015F-B6EE-244F-A744-D7D5FE84A3BB}" presName="composite" presStyleCnt="0"/>
      <dgm:spPr/>
    </dgm:pt>
    <dgm:pt modelId="{E87F782A-15CE-A24D-9C75-E4576DBC761D}" type="pres">
      <dgm:prSet presAssocID="{1C1D015F-B6EE-244F-A744-D7D5FE84A3BB}" presName="parentText" presStyleLbl="alignNode1" presStyleIdx="1" presStyleCnt="3">
        <dgm:presLayoutVars>
          <dgm:chMax val="1"/>
          <dgm:bulletEnabled val="1"/>
        </dgm:presLayoutVars>
      </dgm:prSet>
      <dgm:spPr/>
    </dgm:pt>
    <dgm:pt modelId="{78366A0F-A76C-E744-8E61-1FCF31176EB3}" type="pres">
      <dgm:prSet presAssocID="{1C1D015F-B6EE-244F-A744-D7D5FE84A3BB}" presName="descendantText" presStyleLbl="alignAcc1" presStyleIdx="1" presStyleCnt="3">
        <dgm:presLayoutVars>
          <dgm:bulletEnabled val="1"/>
        </dgm:presLayoutVars>
      </dgm:prSet>
      <dgm:spPr/>
    </dgm:pt>
    <dgm:pt modelId="{540D4E04-A947-DE4A-9249-B4125DCC3EF1}" type="pres">
      <dgm:prSet presAssocID="{556BBF87-6A1A-6B44-B02B-F42ADE180A3B}" presName="sp" presStyleCnt="0"/>
      <dgm:spPr/>
    </dgm:pt>
    <dgm:pt modelId="{5EBF1ABF-5998-1843-8B79-B460210B1C9B}" type="pres">
      <dgm:prSet presAssocID="{6E553B95-87A2-914C-82CD-6C9DDD11848A}" presName="composite" presStyleCnt="0"/>
      <dgm:spPr/>
    </dgm:pt>
    <dgm:pt modelId="{4F4E14E5-864A-7149-950C-0D8751F63536}" type="pres">
      <dgm:prSet presAssocID="{6E553B95-87A2-914C-82CD-6C9DDD11848A}" presName="parentText" presStyleLbl="alignNode1" presStyleIdx="2" presStyleCnt="3">
        <dgm:presLayoutVars>
          <dgm:chMax val="1"/>
          <dgm:bulletEnabled val="1"/>
        </dgm:presLayoutVars>
      </dgm:prSet>
      <dgm:spPr/>
    </dgm:pt>
    <dgm:pt modelId="{83429FCB-206E-7D4D-8739-0160ADC3C48D}" type="pres">
      <dgm:prSet presAssocID="{6E553B95-87A2-914C-82CD-6C9DDD11848A}" presName="descendantText" presStyleLbl="alignAcc1" presStyleIdx="2" presStyleCnt="3">
        <dgm:presLayoutVars>
          <dgm:bulletEnabled val="1"/>
        </dgm:presLayoutVars>
      </dgm:prSet>
      <dgm:spPr/>
    </dgm:pt>
  </dgm:ptLst>
  <dgm:cxnLst>
    <dgm:cxn modelId="{03322C00-171B-1147-A790-6C663A8A7BC0}" type="presOf" srcId="{6E553B95-87A2-914C-82CD-6C9DDD11848A}" destId="{4F4E14E5-864A-7149-950C-0D8751F63536}" srcOrd="0" destOrd="0" presId="urn:microsoft.com/office/officeart/2005/8/layout/chevron2"/>
    <dgm:cxn modelId="{9F01640E-8EC4-E14A-AE61-248065061235}" srcId="{6E553B95-87A2-914C-82CD-6C9DDD11848A}" destId="{D2EDF647-8D24-DB41-A92A-AAAA8849A46F}" srcOrd="1" destOrd="0" parTransId="{309290BA-AD69-914D-95E9-07F2F495952D}" sibTransId="{0B701852-2109-EA42-8C9A-364D5F4B12B8}"/>
    <dgm:cxn modelId="{1ADBF810-A9A7-D247-BE5F-33CA95F8769E}" srcId="{C102871F-4AC8-AD42-9F76-9A0175C35C3D}" destId="{782C1EFA-54CC-434F-8E02-AC2AC8F3F8A7}" srcOrd="0" destOrd="0" parTransId="{F5609B86-4072-D14F-BF65-A4F1BDCCA50F}" sibTransId="{03AF15B8-8449-8043-B814-46EBBF3A3E09}"/>
    <dgm:cxn modelId="{F737E322-9541-EE49-9C71-3CA8C185F047}" srcId="{328DA5E0-F6D8-3440-A331-3C297D395440}" destId="{C102871F-4AC8-AD42-9F76-9A0175C35C3D}" srcOrd="0" destOrd="0" parTransId="{DCAA6D89-32AA-8642-B064-C8050C4E3E4C}" sibTransId="{B4B01AD6-E007-F245-9B38-AC417C07A4A4}"/>
    <dgm:cxn modelId="{06EC9E2A-765E-7745-AA7F-FDB408FE8C5F}" srcId="{C102871F-4AC8-AD42-9F76-9A0175C35C3D}" destId="{DE856D13-1C82-FE4E-AE1B-CAC6FEEF209F}" srcOrd="1" destOrd="0" parTransId="{E121FFEA-72FA-5B4F-A8E9-F61FBC1793AA}" sibTransId="{6530158A-0B89-614A-828F-9D5FB03FF2C2}"/>
    <dgm:cxn modelId="{D17C4644-9942-ED46-AA3C-60CB0403BA4C}" srcId="{6E553B95-87A2-914C-82CD-6C9DDD11848A}" destId="{2635C34E-9C73-934C-A712-D85957057FC0}" srcOrd="0" destOrd="0" parTransId="{0F4035CC-3F0A-AD4B-BDC6-981DFE12AC2F}" sibTransId="{9D0477AF-A7D2-3247-AE5B-A7030E0541C6}"/>
    <dgm:cxn modelId="{FC6AFD45-10F4-9841-8882-201FF26C018D}" srcId="{328DA5E0-F6D8-3440-A331-3C297D395440}" destId="{6E553B95-87A2-914C-82CD-6C9DDD11848A}" srcOrd="2" destOrd="0" parTransId="{0C5DE1E1-D396-774B-9072-35A30BFCAF6D}" sibTransId="{A30EC40A-952D-2947-AB71-E79680C87407}"/>
    <dgm:cxn modelId="{5857A246-57D5-4847-A81D-8E5058B923FA}" type="presOf" srcId="{2635C34E-9C73-934C-A712-D85957057FC0}" destId="{83429FCB-206E-7D4D-8739-0160ADC3C48D}" srcOrd="0" destOrd="0" presId="urn:microsoft.com/office/officeart/2005/8/layout/chevron2"/>
    <dgm:cxn modelId="{A2699967-03E8-F443-8E71-08D6606A6E51}" type="presOf" srcId="{328DA5E0-F6D8-3440-A331-3C297D395440}" destId="{42BCF4E7-9D16-B347-82B4-DD19721D41E1}" srcOrd="0" destOrd="0" presId="urn:microsoft.com/office/officeart/2005/8/layout/chevron2"/>
    <dgm:cxn modelId="{CE623398-47FA-0940-BA3C-8CB0E5DA9D2C}" type="presOf" srcId="{DE856D13-1C82-FE4E-AE1B-CAC6FEEF209F}" destId="{28D90256-420F-594D-9B53-7D6CF3CEFD73}" srcOrd="0" destOrd="1" presId="urn:microsoft.com/office/officeart/2005/8/layout/chevron2"/>
    <dgm:cxn modelId="{FCCA7A9E-7D17-5F4D-BE6C-79FD30041D86}" type="presOf" srcId="{8B3A1207-6A6B-EB4F-BE3B-D44811F6C60B}" destId="{78366A0F-A76C-E744-8E61-1FCF31176EB3}" srcOrd="0" destOrd="1" presId="urn:microsoft.com/office/officeart/2005/8/layout/chevron2"/>
    <dgm:cxn modelId="{33C2CDA9-97EE-664A-BFDB-A2A7D2597D1B}" srcId="{1C1D015F-B6EE-244F-A744-D7D5FE84A3BB}" destId="{8B3A1207-6A6B-EB4F-BE3B-D44811F6C60B}" srcOrd="1" destOrd="0" parTransId="{A824A1F5-0F57-6148-A7E2-2D8AE518C865}" sibTransId="{0225CB2D-C998-C04C-9D03-6F67BF18A33E}"/>
    <dgm:cxn modelId="{DD2F09B3-16CA-3148-8056-2F7B40DB3B6B}" srcId="{1C1D015F-B6EE-244F-A744-D7D5FE84A3BB}" destId="{D1951DE9-85F0-4E4D-958A-616A9D2D86AD}" srcOrd="0" destOrd="0" parTransId="{7D9DC289-D264-F94A-9D66-40BA1E2A5556}" sibTransId="{D5E10DF2-14E4-FA43-AF8B-B50212402075}"/>
    <dgm:cxn modelId="{D5BABFCD-3677-654D-9717-D71A90AD1635}" type="presOf" srcId="{782C1EFA-54CC-434F-8E02-AC2AC8F3F8A7}" destId="{28D90256-420F-594D-9B53-7D6CF3CEFD73}" srcOrd="0" destOrd="0" presId="urn:microsoft.com/office/officeart/2005/8/layout/chevron2"/>
    <dgm:cxn modelId="{03464DCE-D637-444E-A84B-70C6FCDB0B67}" type="presOf" srcId="{D2EDF647-8D24-DB41-A92A-AAAA8849A46F}" destId="{83429FCB-206E-7D4D-8739-0160ADC3C48D}" srcOrd="0" destOrd="1" presId="urn:microsoft.com/office/officeart/2005/8/layout/chevron2"/>
    <dgm:cxn modelId="{403004E7-6E89-0B49-8D9E-16703AE354B2}" type="presOf" srcId="{D1951DE9-85F0-4E4D-958A-616A9D2D86AD}" destId="{78366A0F-A76C-E744-8E61-1FCF31176EB3}" srcOrd="0" destOrd="0" presId="urn:microsoft.com/office/officeart/2005/8/layout/chevron2"/>
    <dgm:cxn modelId="{065B95EB-5CD9-564B-9079-CAE5DC383E98}" type="presOf" srcId="{C102871F-4AC8-AD42-9F76-9A0175C35C3D}" destId="{DC60026B-A515-D54B-98B9-73A8945EE08C}" srcOrd="0" destOrd="0" presId="urn:microsoft.com/office/officeart/2005/8/layout/chevron2"/>
    <dgm:cxn modelId="{6F1F15F4-59E5-914C-90C8-507E9688A748}" srcId="{328DA5E0-F6D8-3440-A331-3C297D395440}" destId="{1C1D015F-B6EE-244F-A744-D7D5FE84A3BB}" srcOrd="1" destOrd="0" parTransId="{67EC9E4D-CEDA-EA49-838A-64745A4E6605}" sibTransId="{556BBF87-6A1A-6B44-B02B-F42ADE180A3B}"/>
    <dgm:cxn modelId="{D81C15FF-899D-104A-9964-41B96F87231E}" type="presOf" srcId="{1C1D015F-B6EE-244F-A744-D7D5FE84A3BB}" destId="{E87F782A-15CE-A24D-9C75-E4576DBC761D}" srcOrd="0" destOrd="0" presId="urn:microsoft.com/office/officeart/2005/8/layout/chevron2"/>
    <dgm:cxn modelId="{8E777C41-80BE-7845-A62A-0CF738168D9C}" type="presParOf" srcId="{42BCF4E7-9D16-B347-82B4-DD19721D41E1}" destId="{0B66D32C-D39E-744D-BBFA-1A90C197E377}" srcOrd="0" destOrd="0" presId="urn:microsoft.com/office/officeart/2005/8/layout/chevron2"/>
    <dgm:cxn modelId="{01DD602E-AED4-A747-90DD-525FD31BDC56}" type="presParOf" srcId="{0B66D32C-D39E-744D-BBFA-1A90C197E377}" destId="{DC60026B-A515-D54B-98B9-73A8945EE08C}" srcOrd="0" destOrd="0" presId="urn:microsoft.com/office/officeart/2005/8/layout/chevron2"/>
    <dgm:cxn modelId="{8383CA10-3A14-9147-9AB4-EDB7CC6E5867}" type="presParOf" srcId="{0B66D32C-D39E-744D-BBFA-1A90C197E377}" destId="{28D90256-420F-594D-9B53-7D6CF3CEFD73}" srcOrd="1" destOrd="0" presId="urn:microsoft.com/office/officeart/2005/8/layout/chevron2"/>
    <dgm:cxn modelId="{F1492BC1-AAD2-EF49-895B-4FB9DC94BB6C}" type="presParOf" srcId="{42BCF4E7-9D16-B347-82B4-DD19721D41E1}" destId="{062495BF-57B8-C54A-A2EB-D4D5D2F293DC}" srcOrd="1" destOrd="0" presId="urn:microsoft.com/office/officeart/2005/8/layout/chevron2"/>
    <dgm:cxn modelId="{B8809504-B12D-3C48-9E80-733B20276260}" type="presParOf" srcId="{42BCF4E7-9D16-B347-82B4-DD19721D41E1}" destId="{4E58D340-4D42-774A-9A04-DF81EFBAFB6C}" srcOrd="2" destOrd="0" presId="urn:microsoft.com/office/officeart/2005/8/layout/chevron2"/>
    <dgm:cxn modelId="{3CA09531-3339-314C-B5B9-26A584EE1A9F}" type="presParOf" srcId="{4E58D340-4D42-774A-9A04-DF81EFBAFB6C}" destId="{E87F782A-15CE-A24D-9C75-E4576DBC761D}" srcOrd="0" destOrd="0" presId="urn:microsoft.com/office/officeart/2005/8/layout/chevron2"/>
    <dgm:cxn modelId="{70EB55F8-2EDE-E248-A251-DE885744951A}" type="presParOf" srcId="{4E58D340-4D42-774A-9A04-DF81EFBAFB6C}" destId="{78366A0F-A76C-E744-8E61-1FCF31176EB3}" srcOrd="1" destOrd="0" presId="urn:microsoft.com/office/officeart/2005/8/layout/chevron2"/>
    <dgm:cxn modelId="{21F0F032-AED7-F64B-9FE3-50B9623525FB}" type="presParOf" srcId="{42BCF4E7-9D16-B347-82B4-DD19721D41E1}" destId="{540D4E04-A947-DE4A-9249-B4125DCC3EF1}" srcOrd="3" destOrd="0" presId="urn:microsoft.com/office/officeart/2005/8/layout/chevron2"/>
    <dgm:cxn modelId="{5815693E-FA40-DA41-89A9-8128D50BF0B5}" type="presParOf" srcId="{42BCF4E7-9D16-B347-82B4-DD19721D41E1}" destId="{5EBF1ABF-5998-1843-8B79-B460210B1C9B}" srcOrd="4" destOrd="0" presId="urn:microsoft.com/office/officeart/2005/8/layout/chevron2"/>
    <dgm:cxn modelId="{9D016995-2E54-BF4B-B4FB-C40CC6657004}" type="presParOf" srcId="{5EBF1ABF-5998-1843-8B79-B460210B1C9B}" destId="{4F4E14E5-864A-7149-950C-0D8751F63536}" srcOrd="0" destOrd="0" presId="urn:microsoft.com/office/officeart/2005/8/layout/chevron2"/>
    <dgm:cxn modelId="{B758C290-A0AC-C34A-A890-00B28605A7E0}" type="presParOf" srcId="{5EBF1ABF-5998-1843-8B79-B460210B1C9B}" destId="{83429FCB-206E-7D4D-8739-0160ADC3C48D}"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6B88998D-D47F-0540-8000-C13F330A48E7}" type="doc">
      <dgm:prSet loTypeId="urn:microsoft.com/office/officeart/2005/8/layout/vList2" loCatId="" qsTypeId="urn:microsoft.com/office/officeart/2005/8/quickstyle/simple1" qsCatId="simple" csTypeId="urn:microsoft.com/office/officeart/2005/8/colors/accent1_2" csCatId="accent1" phldr="1"/>
      <dgm:spPr/>
      <dgm:t>
        <a:bodyPr/>
        <a:lstStyle/>
        <a:p>
          <a:endParaRPr lang="de-DE"/>
        </a:p>
      </dgm:t>
    </dgm:pt>
    <dgm:pt modelId="{FCB672BD-6B15-5A42-BC3D-B6E174A49DC5}">
      <dgm:prSet phldrT="[Text]"/>
      <dgm:spPr/>
      <dgm:t>
        <a:bodyPr/>
        <a:lstStyle/>
        <a:p>
          <a:r>
            <a:rPr lang="de-DE" dirty="0"/>
            <a:t>Arten</a:t>
          </a:r>
        </a:p>
      </dgm:t>
    </dgm:pt>
    <dgm:pt modelId="{A7661B1B-0F15-F647-8CC6-46F734CC91C2}" type="parTrans" cxnId="{8AF90ACC-6AB8-3A41-900D-C224C2422774}">
      <dgm:prSet/>
      <dgm:spPr/>
      <dgm:t>
        <a:bodyPr/>
        <a:lstStyle/>
        <a:p>
          <a:endParaRPr lang="de-DE"/>
        </a:p>
      </dgm:t>
    </dgm:pt>
    <dgm:pt modelId="{3C23AF72-3DA2-4F4E-9C1E-8650B1CB8EBE}" type="sibTrans" cxnId="{8AF90ACC-6AB8-3A41-900D-C224C2422774}">
      <dgm:prSet/>
      <dgm:spPr/>
      <dgm:t>
        <a:bodyPr/>
        <a:lstStyle/>
        <a:p>
          <a:endParaRPr lang="de-DE"/>
        </a:p>
      </dgm:t>
    </dgm:pt>
    <dgm:pt modelId="{E46435BF-779E-ED47-95AB-6653736CEAE2}">
      <dgm:prSet phldrT="[Text]"/>
      <dgm:spPr/>
      <dgm:t>
        <a:bodyPr/>
        <a:lstStyle/>
        <a:p>
          <a:r>
            <a:rPr lang="de-DE" dirty="0"/>
            <a:t>Template-</a:t>
          </a:r>
          <a:r>
            <a:rPr lang="de-DE" dirty="0" err="1"/>
            <a:t>Driven</a:t>
          </a:r>
          <a:endParaRPr lang="de-DE" dirty="0"/>
        </a:p>
      </dgm:t>
    </dgm:pt>
    <dgm:pt modelId="{B3F82872-8063-EC40-898A-866DE7E20FD6}" type="parTrans" cxnId="{632CBBA6-44F7-F448-A18A-C79625F30CB5}">
      <dgm:prSet/>
      <dgm:spPr/>
      <dgm:t>
        <a:bodyPr/>
        <a:lstStyle/>
        <a:p>
          <a:endParaRPr lang="de-DE"/>
        </a:p>
      </dgm:t>
    </dgm:pt>
    <dgm:pt modelId="{FC06ECA1-325D-C64D-8BDF-49B782D91118}" type="sibTrans" cxnId="{632CBBA6-44F7-F448-A18A-C79625F30CB5}">
      <dgm:prSet/>
      <dgm:spPr/>
      <dgm:t>
        <a:bodyPr/>
        <a:lstStyle/>
        <a:p>
          <a:endParaRPr lang="de-DE"/>
        </a:p>
      </dgm:t>
    </dgm:pt>
    <dgm:pt modelId="{5DE58ED4-0964-324F-919A-34EFFE8A21B4}">
      <dgm:prSet phldrT="[Text]"/>
      <dgm:spPr/>
      <dgm:t>
        <a:bodyPr/>
        <a:lstStyle/>
        <a:p>
          <a:r>
            <a:rPr lang="de-DE" dirty="0"/>
            <a:t>Interne Forms API</a:t>
          </a:r>
        </a:p>
      </dgm:t>
    </dgm:pt>
    <dgm:pt modelId="{43005924-B2FF-5C46-9831-E11E3AFA40F8}" type="parTrans" cxnId="{6B6F9B52-6EBB-B347-9FA6-F965D57053DB}">
      <dgm:prSet/>
      <dgm:spPr/>
      <dgm:t>
        <a:bodyPr/>
        <a:lstStyle/>
        <a:p>
          <a:endParaRPr lang="de-DE"/>
        </a:p>
      </dgm:t>
    </dgm:pt>
    <dgm:pt modelId="{2F349A7D-810C-CF47-90B3-3EE3997F09EF}" type="sibTrans" cxnId="{6B6F9B52-6EBB-B347-9FA6-F965D57053DB}">
      <dgm:prSet/>
      <dgm:spPr/>
      <dgm:t>
        <a:bodyPr/>
        <a:lstStyle/>
        <a:p>
          <a:endParaRPr lang="de-DE"/>
        </a:p>
      </dgm:t>
    </dgm:pt>
    <dgm:pt modelId="{5B0928BB-FD54-5740-A8A6-BEB01986A4FF}">
      <dgm:prSet phldrT="[Text]"/>
      <dgm:spPr/>
      <dgm:t>
        <a:bodyPr/>
        <a:lstStyle/>
        <a:p>
          <a:r>
            <a:rPr lang="de-DE" dirty="0"/>
            <a:t>Binding (bzw. </a:t>
          </a:r>
          <a:r>
            <a:rPr lang="de-DE" dirty="0" err="1"/>
            <a:t>ChangeDetection</a:t>
          </a:r>
          <a:r>
            <a:rPr lang="de-DE" dirty="0"/>
            <a:t>)</a:t>
          </a:r>
        </a:p>
      </dgm:t>
    </dgm:pt>
    <dgm:pt modelId="{F2534421-30DF-994B-82EB-D58EBE398977}" type="parTrans" cxnId="{F3F825BD-4204-AF4D-9FC2-814F49C8941D}">
      <dgm:prSet/>
      <dgm:spPr/>
      <dgm:t>
        <a:bodyPr/>
        <a:lstStyle/>
        <a:p>
          <a:endParaRPr lang="de-DE"/>
        </a:p>
      </dgm:t>
    </dgm:pt>
    <dgm:pt modelId="{00003FE1-C09E-814E-8587-9DD5C485D3FD}" type="sibTrans" cxnId="{F3F825BD-4204-AF4D-9FC2-814F49C8941D}">
      <dgm:prSet/>
      <dgm:spPr/>
      <dgm:t>
        <a:bodyPr/>
        <a:lstStyle/>
        <a:p>
          <a:endParaRPr lang="de-DE"/>
        </a:p>
      </dgm:t>
    </dgm:pt>
    <dgm:pt modelId="{3FDBE30E-3308-0C4B-BBA0-AD5D3F8EAC40}">
      <dgm:prSet phldrT="[Text]"/>
      <dgm:spPr/>
      <dgm:t>
        <a:bodyPr/>
        <a:lstStyle/>
        <a:p>
          <a:r>
            <a:rPr lang="de-DE" dirty="0"/>
            <a:t>Model-</a:t>
          </a:r>
          <a:r>
            <a:rPr lang="de-DE" dirty="0" err="1"/>
            <a:t>Driven</a:t>
          </a:r>
          <a:endParaRPr lang="de-DE" dirty="0"/>
        </a:p>
      </dgm:t>
    </dgm:pt>
    <dgm:pt modelId="{3EDE7B17-E31D-F542-8B90-E58C56756DB7}" type="parTrans" cxnId="{ABF23417-D602-6647-BB23-E59A77CEAE08}">
      <dgm:prSet/>
      <dgm:spPr/>
      <dgm:t>
        <a:bodyPr/>
        <a:lstStyle/>
        <a:p>
          <a:endParaRPr lang="de-DE"/>
        </a:p>
      </dgm:t>
    </dgm:pt>
    <dgm:pt modelId="{A671B687-2909-6E40-8504-A26EC8183FED}" type="sibTrans" cxnId="{ABF23417-D602-6647-BB23-E59A77CEAE08}">
      <dgm:prSet/>
      <dgm:spPr/>
      <dgm:t>
        <a:bodyPr/>
        <a:lstStyle/>
        <a:p>
          <a:endParaRPr lang="de-DE"/>
        </a:p>
      </dgm:t>
    </dgm:pt>
    <dgm:pt modelId="{34F97794-B25F-4C41-9D12-8214AE7BD46F}">
      <dgm:prSet phldrT="[Text]"/>
      <dgm:spPr/>
      <dgm:t>
        <a:bodyPr/>
        <a:lstStyle/>
        <a:p>
          <a:r>
            <a:rPr lang="de-DE" dirty="0"/>
            <a:t>Validierung</a:t>
          </a:r>
        </a:p>
      </dgm:t>
    </dgm:pt>
    <dgm:pt modelId="{3A218C2F-8C4D-F645-999A-695A7D7A898C}" type="parTrans" cxnId="{258CF239-4997-9A4E-B571-504394238A44}">
      <dgm:prSet/>
      <dgm:spPr/>
      <dgm:t>
        <a:bodyPr/>
        <a:lstStyle/>
        <a:p>
          <a:endParaRPr lang="de-DE"/>
        </a:p>
      </dgm:t>
    </dgm:pt>
    <dgm:pt modelId="{1E09166C-4379-B445-AEA3-3A8EB8F137C3}" type="sibTrans" cxnId="{258CF239-4997-9A4E-B571-504394238A44}">
      <dgm:prSet/>
      <dgm:spPr/>
      <dgm:t>
        <a:bodyPr/>
        <a:lstStyle/>
        <a:p>
          <a:endParaRPr lang="de-DE"/>
        </a:p>
      </dgm:t>
    </dgm:pt>
    <dgm:pt modelId="{DC8C4CBA-664E-9B46-89DF-101A521CCDE9}">
      <dgm:prSet phldrT="[Text]"/>
      <dgm:spPr/>
      <dgm:t>
        <a:bodyPr/>
        <a:lstStyle/>
        <a:p>
          <a:r>
            <a:rPr lang="de-DE" dirty="0"/>
            <a:t>Aggregation</a:t>
          </a:r>
        </a:p>
      </dgm:t>
    </dgm:pt>
    <dgm:pt modelId="{ECC3FC75-D19D-F544-8DB1-97880DE315AD}" type="parTrans" cxnId="{6BA359E7-1949-FA40-8496-18EA4EB09353}">
      <dgm:prSet/>
      <dgm:spPr/>
      <dgm:t>
        <a:bodyPr/>
        <a:lstStyle/>
        <a:p>
          <a:endParaRPr lang="de-DE"/>
        </a:p>
      </dgm:t>
    </dgm:pt>
    <dgm:pt modelId="{86FA5920-F9CA-0A44-A8CA-D75C689C1C28}" type="sibTrans" cxnId="{6BA359E7-1949-FA40-8496-18EA4EB09353}">
      <dgm:prSet/>
      <dgm:spPr/>
      <dgm:t>
        <a:bodyPr/>
        <a:lstStyle/>
        <a:p>
          <a:endParaRPr lang="de-DE"/>
        </a:p>
      </dgm:t>
    </dgm:pt>
    <dgm:pt modelId="{B70142EB-9C4B-6948-8AED-AF4CE75F1EDA}" type="pres">
      <dgm:prSet presAssocID="{6B88998D-D47F-0540-8000-C13F330A48E7}" presName="linear" presStyleCnt="0">
        <dgm:presLayoutVars>
          <dgm:animLvl val="lvl"/>
          <dgm:resizeHandles val="exact"/>
        </dgm:presLayoutVars>
      </dgm:prSet>
      <dgm:spPr/>
    </dgm:pt>
    <dgm:pt modelId="{31960F03-EDCA-8748-B41F-0C34EF6988CC}" type="pres">
      <dgm:prSet presAssocID="{FCB672BD-6B15-5A42-BC3D-B6E174A49DC5}" presName="parentText" presStyleLbl="node1" presStyleIdx="0" presStyleCnt="2">
        <dgm:presLayoutVars>
          <dgm:chMax val="0"/>
          <dgm:bulletEnabled val="1"/>
        </dgm:presLayoutVars>
      </dgm:prSet>
      <dgm:spPr/>
    </dgm:pt>
    <dgm:pt modelId="{60669C71-50A6-5549-8D43-B4D92557166D}" type="pres">
      <dgm:prSet presAssocID="{FCB672BD-6B15-5A42-BC3D-B6E174A49DC5}" presName="childText" presStyleLbl="revTx" presStyleIdx="0" presStyleCnt="2">
        <dgm:presLayoutVars>
          <dgm:bulletEnabled val="1"/>
        </dgm:presLayoutVars>
      </dgm:prSet>
      <dgm:spPr/>
    </dgm:pt>
    <dgm:pt modelId="{EECA1152-9A59-5148-8C69-4A7DF7A45FB4}" type="pres">
      <dgm:prSet presAssocID="{5DE58ED4-0964-324F-919A-34EFFE8A21B4}" presName="parentText" presStyleLbl="node1" presStyleIdx="1" presStyleCnt="2">
        <dgm:presLayoutVars>
          <dgm:chMax val="0"/>
          <dgm:bulletEnabled val="1"/>
        </dgm:presLayoutVars>
      </dgm:prSet>
      <dgm:spPr/>
    </dgm:pt>
    <dgm:pt modelId="{E40B39FC-EE0D-784C-A01A-5681D1E23909}" type="pres">
      <dgm:prSet presAssocID="{5DE58ED4-0964-324F-919A-34EFFE8A21B4}" presName="childText" presStyleLbl="revTx" presStyleIdx="1" presStyleCnt="2">
        <dgm:presLayoutVars>
          <dgm:bulletEnabled val="1"/>
        </dgm:presLayoutVars>
      </dgm:prSet>
      <dgm:spPr/>
    </dgm:pt>
  </dgm:ptLst>
  <dgm:cxnLst>
    <dgm:cxn modelId="{CA9DA608-D40D-3A4B-8CD6-62212034F3B8}" type="presOf" srcId="{34F97794-B25F-4C41-9D12-8214AE7BD46F}" destId="{E40B39FC-EE0D-784C-A01A-5681D1E23909}" srcOrd="0" destOrd="1" presId="urn:microsoft.com/office/officeart/2005/8/layout/vList2"/>
    <dgm:cxn modelId="{DEDD5D0F-0A94-954A-93D5-808462FC502B}" type="presOf" srcId="{E46435BF-779E-ED47-95AB-6653736CEAE2}" destId="{60669C71-50A6-5549-8D43-B4D92557166D}" srcOrd="0" destOrd="0" presId="urn:microsoft.com/office/officeart/2005/8/layout/vList2"/>
    <dgm:cxn modelId="{ABF23417-D602-6647-BB23-E59A77CEAE08}" srcId="{FCB672BD-6B15-5A42-BC3D-B6E174A49DC5}" destId="{3FDBE30E-3308-0C4B-BBA0-AD5D3F8EAC40}" srcOrd="1" destOrd="0" parTransId="{3EDE7B17-E31D-F542-8B90-E58C56756DB7}" sibTransId="{A671B687-2909-6E40-8504-A26EC8183FED}"/>
    <dgm:cxn modelId="{D083B818-F83A-794F-91A1-B2CE5DDD754A}" type="presOf" srcId="{FCB672BD-6B15-5A42-BC3D-B6E174A49DC5}" destId="{31960F03-EDCA-8748-B41F-0C34EF6988CC}" srcOrd="0" destOrd="0" presId="urn:microsoft.com/office/officeart/2005/8/layout/vList2"/>
    <dgm:cxn modelId="{895AF923-6D9F-B241-9683-33BD89A20B24}" type="presOf" srcId="{DC8C4CBA-664E-9B46-89DF-101A521CCDE9}" destId="{E40B39FC-EE0D-784C-A01A-5681D1E23909}" srcOrd="0" destOrd="2" presId="urn:microsoft.com/office/officeart/2005/8/layout/vList2"/>
    <dgm:cxn modelId="{258CF239-4997-9A4E-B571-504394238A44}" srcId="{5DE58ED4-0964-324F-919A-34EFFE8A21B4}" destId="{34F97794-B25F-4C41-9D12-8214AE7BD46F}" srcOrd="1" destOrd="0" parTransId="{3A218C2F-8C4D-F645-999A-695A7D7A898C}" sibTransId="{1E09166C-4379-B445-AEA3-3A8EB8F137C3}"/>
    <dgm:cxn modelId="{A7312144-CCC3-D643-B514-DD9D8DB94C5A}" type="presOf" srcId="{6B88998D-D47F-0540-8000-C13F330A48E7}" destId="{B70142EB-9C4B-6948-8AED-AF4CE75F1EDA}" srcOrd="0" destOrd="0" presId="urn:microsoft.com/office/officeart/2005/8/layout/vList2"/>
    <dgm:cxn modelId="{6B6F9B52-6EBB-B347-9FA6-F965D57053DB}" srcId="{6B88998D-D47F-0540-8000-C13F330A48E7}" destId="{5DE58ED4-0964-324F-919A-34EFFE8A21B4}" srcOrd="1" destOrd="0" parTransId="{43005924-B2FF-5C46-9831-E11E3AFA40F8}" sibTransId="{2F349A7D-810C-CF47-90B3-3EE3997F09EF}"/>
    <dgm:cxn modelId="{AB99966C-A679-F242-8EEF-E361E4098234}" type="presOf" srcId="{3FDBE30E-3308-0C4B-BBA0-AD5D3F8EAC40}" destId="{60669C71-50A6-5549-8D43-B4D92557166D}" srcOrd="0" destOrd="1" presId="urn:microsoft.com/office/officeart/2005/8/layout/vList2"/>
    <dgm:cxn modelId="{98759073-FBFA-6D4C-BD65-2A0CF6648AE3}" type="presOf" srcId="{5B0928BB-FD54-5740-A8A6-BEB01986A4FF}" destId="{E40B39FC-EE0D-784C-A01A-5681D1E23909}" srcOrd="0" destOrd="0" presId="urn:microsoft.com/office/officeart/2005/8/layout/vList2"/>
    <dgm:cxn modelId="{B084CE74-CCB2-264F-8EB1-07EA350C978C}" type="presOf" srcId="{5DE58ED4-0964-324F-919A-34EFFE8A21B4}" destId="{EECA1152-9A59-5148-8C69-4A7DF7A45FB4}" srcOrd="0" destOrd="0" presId="urn:microsoft.com/office/officeart/2005/8/layout/vList2"/>
    <dgm:cxn modelId="{632CBBA6-44F7-F448-A18A-C79625F30CB5}" srcId="{FCB672BD-6B15-5A42-BC3D-B6E174A49DC5}" destId="{E46435BF-779E-ED47-95AB-6653736CEAE2}" srcOrd="0" destOrd="0" parTransId="{B3F82872-8063-EC40-898A-866DE7E20FD6}" sibTransId="{FC06ECA1-325D-C64D-8BDF-49B782D91118}"/>
    <dgm:cxn modelId="{F3F825BD-4204-AF4D-9FC2-814F49C8941D}" srcId="{5DE58ED4-0964-324F-919A-34EFFE8A21B4}" destId="{5B0928BB-FD54-5740-A8A6-BEB01986A4FF}" srcOrd="0" destOrd="0" parTransId="{F2534421-30DF-994B-82EB-D58EBE398977}" sibTransId="{00003FE1-C09E-814E-8587-9DD5C485D3FD}"/>
    <dgm:cxn modelId="{8AF90ACC-6AB8-3A41-900D-C224C2422774}" srcId="{6B88998D-D47F-0540-8000-C13F330A48E7}" destId="{FCB672BD-6B15-5A42-BC3D-B6E174A49DC5}" srcOrd="0" destOrd="0" parTransId="{A7661B1B-0F15-F647-8CC6-46F734CC91C2}" sibTransId="{3C23AF72-3DA2-4F4E-9C1E-8650B1CB8EBE}"/>
    <dgm:cxn modelId="{6BA359E7-1949-FA40-8496-18EA4EB09353}" srcId="{5DE58ED4-0964-324F-919A-34EFFE8A21B4}" destId="{DC8C4CBA-664E-9B46-89DF-101A521CCDE9}" srcOrd="2" destOrd="0" parTransId="{ECC3FC75-D19D-F544-8DB1-97880DE315AD}" sibTransId="{86FA5920-F9CA-0A44-A8CA-D75C689C1C28}"/>
    <dgm:cxn modelId="{1CAD1B69-316D-7E44-A037-5AEC264B392C}" type="presParOf" srcId="{B70142EB-9C4B-6948-8AED-AF4CE75F1EDA}" destId="{31960F03-EDCA-8748-B41F-0C34EF6988CC}" srcOrd="0" destOrd="0" presId="urn:microsoft.com/office/officeart/2005/8/layout/vList2"/>
    <dgm:cxn modelId="{2ED4EF8B-5BE2-2941-B632-FC9A17C6BCE7}" type="presParOf" srcId="{B70142EB-9C4B-6948-8AED-AF4CE75F1EDA}" destId="{60669C71-50A6-5549-8D43-B4D92557166D}" srcOrd="1" destOrd="0" presId="urn:microsoft.com/office/officeart/2005/8/layout/vList2"/>
    <dgm:cxn modelId="{DE021CB0-770D-E241-A4A2-4402915A0EC2}" type="presParOf" srcId="{B70142EB-9C4B-6948-8AED-AF4CE75F1EDA}" destId="{EECA1152-9A59-5148-8C69-4A7DF7A45FB4}" srcOrd="2" destOrd="0" presId="urn:microsoft.com/office/officeart/2005/8/layout/vList2"/>
    <dgm:cxn modelId="{43E3468C-0D5F-8748-967D-F57DCCA62B51}" type="presParOf" srcId="{B70142EB-9C4B-6948-8AED-AF4CE75F1EDA}" destId="{E40B39FC-EE0D-784C-A01A-5681D1E23909}"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E3214475-5C7B-DA4A-9706-650D89B9EF27}" type="doc">
      <dgm:prSet loTypeId="urn:microsoft.com/office/officeart/2005/8/layout/vList5" loCatId="" qsTypeId="urn:microsoft.com/office/officeart/2005/8/quickstyle/simple4" qsCatId="simple" csTypeId="urn:microsoft.com/office/officeart/2005/8/colors/accent1_2" csCatId="accent1" phldr="1"/>
      <dgm:spPr/>
      <dgm:t>
        <a:bodyPr/>
        <a:lstStyle/>
        <a:p>
          <a:endParaRPr lang="de-DE"/>
        </a:p>
      </dgm:t>
    </dgm:pt>
    <dgm:pt modelId="{3DE8A00B-F58F-CC46-BC1D-8DA8B7CC2188}">
      <dgm:prSet phldrT="[Text]"/>
      <dgm:spPr/>
      <dgm:t>
        <a:bodyPr/>
        <a:lstStyle/>
        <a:p>
          <a:r>
            <a:rPr lang="de-DE" dirty="0"/>
            <a:t>GET</a:t>
          </a:r>
        </a:p>
      </dgm:t>
    </dgm:pt>
    <dgm:pt modelId="{2C6900E7-C68E-2640-8853-90296530721A}" type="parTrans" cxnId="{8FCB625C-45BC-B845-9FD0-655FCB7DCC53}">
      <dgm:prSet/>
      <dgm:spPr/>
      <dgm:t>
        <a:bodyPr/>
        <a:lstStyle/>
        <a:p>
          <a:endParaRPr lang="de-DE"/>
        </a:p>
      </dgm:t>
    </dgm:pt>
    <dgm:pt modelId="{5B9671A7-F8F4-EB46-8D8A-EB57D8F4FD99}" type="sibTrans" cxnId="{8FCB625C-45BC-B845-9FD0-655FCB7DCC53}">
      <dgm:prSet/>
      <dgm:spPr/>
      <dgm:t>
        <a:bodyPr/>
        <a:lstStyle/>
        <a:p>
          <a:endParaRPr lang="de-DE"/>
        </a:p>
      </dgm:t>
    </dgm:pt>
    <dgm:pt modelId="{A2212BDC-9494-9B48-BD0E-EEC1C60C06F0}">
      <dgm:prSet phldrT="[Text]"/>
      <dgm:spPr/>
      <dgm:t>
        <a:bodyPr/>
        <a:lstStyle/>
        <a:p>
          <a:r>
            <a:rPr lang="de-DE" dirty="0"/>
            <a:t>Liefert die Ressource</a:t>
          </a:r>
        </a:p>
      </dgm:t>
    </dgm:pt>
    <dgm:pt modelId="{5304766A-C610-154D-862A-C299D0549D06}" type="parTrans" cxnId="{CA9F884C-D866-B049-AA8F-8CFD52021B3F}">
      <dgm:prSet/>
      <dgm:spPr/>
      <dgm:t>
        <a:bodyPr/>
        <a:lstStyle/>
        <a:p>
          <a:endParaRPr lang="de-DE"/>
        </a:p>
      </dgm:t>
    </dgm:pt>
    <dgm:pt modelId="{81BBC4D3-519F-B342-A7D3-6C284FDA1454}" type="sibTrans" cxnId="{CA9F884C-D866-B049-AA8F-8CFD52021B3F}">
      <dgm:prSet/>
      <dgm:spPr/>
      <dgm:t>
        <a:bodyPr/>
        <a:lstStyle/>
        <a:p>
          <a:endParaRPr lang="de-DE"/>
        </a:p>
      </dgm:t>
    </dgm:pt>
    <dgm:pt modelId="{75FA42B1-C87A-5240-8B88-5A90F6796022}">
      <dgm:prSet phldrT="[Text]"/>
      <dgm:spPr/>
      <dgm:t>
        <a:bodyPr/>
        <a:lstStyle/>
        <a:p>
          <a:r>
            <a:rPr lang="de-DE" dirty="0"/>
            <a:t>DELETE</a:t>
          </a:r>
        </a:p>
      </dgm:t>
    </dgm:pt>
    <dgm:pt modelId="{CF2BF1D2-FFA4-FD45-A6F9-D54C66A5512F}" type="parTrans" cxnId="{7FE9A0E8-C36F-FA41-A1BC-082FD373305A}">
      <dgm:prSet/>
      <dgm:spPr/>
      <dgm:t>
        <a:bodyPr/>
        <a:lstStyle/>
        <a:p>
          <a:endParaRPr lang="de-DE"/>
        </a:p>
      </dgm:t>
    </dgm:pt>
    <dgm:pt modelId="{78674555-BA95-E947-923D-3C94D1CBE343}" type="sibTrans" cxnId="{7FE9A0E8-C36F-FA41-A1BC-082FD373305A}">
      <dgm:prSet/>
      <dgm:spPr/>
      <dgm:t>
        <a:bodyPr/>
        <a:lstStyle/>
        <a:p>
          <a:endParaRPr lang="de-DE"/>
        </a:p>
      </dgm:t>
    </dgm:pt>
    <dgm:pt modelId="{C86C270E-A275-664B-9FBA-6F184667EA41}">
      <dgm:prSet phldrT="[Text]"/>
      <dgm:spPr/>
      <dgm:t>
        <a:bodyPr/>
        <a:lstStyle/>
        <a:p>
          <a:r>
            <a:rPr lang="de-DE" dirty="0"/>
            <a:t>Löscht die Ressource</a:t>
          </a:r>
        </a:p>
      </dgm:t>
    </dgm:pt>
    <dgm:pt modelId="{0EECEB29-A697-CF44-BA0B-4F32833C7697}" type="parTrans" cxnId="{46759847-2FF0-8A4C-810D-7189A3A15DE0}">
      <dgm:prSet/>
      <dgm:spPr/>
      <dgm:t>
        <a:bodyPr/>
        <a:lstStyle/>
        <a:p>
          <a:endParaRPr lang="de-DE"/>
        </a:p>
      </dgm:t>
    </dgm:pt>
    <dgm:pt modelId="{23D26F5F-C59C-0B4B-9AFD-843FC0A713EE}" type="sibTrans" cxnId="{46759847-2FF0-8A4C-810D-7189A3A15DE0}">
      <dgm:prSet/>
      <dgm:spPr/>
      <dgm:t>
        <a:bodyPr/>
        <a:lstStyle/>
        <a:p>
          <a:endParaRPr lang="de-DE"/>
        </a:p>
      </dgm:t>
    </dgm:pt>
    <dgm:pt modelId="{93FD0080-381F-774A-B894-25EEA44D7897}">
      <dgm:prSet phldrT="[Text]"/>
      <dgm:spPr/>
      <dgm:t>
        <a:bodyPr/>
        <a:lstStyle/>
        <a:p>
          <a:r>
            <a:rPr lang="de-DE" dirty="0"/>
            <a:t>PUT</a:t>
          </a:r>
        </a:p>
      </dgm:t>
    </dgm:pt>
    <dgm:pt modelId="{7782D05B-F7F8-B347-99B2-36CC95DCD9A0}" type="parTrans" cxnId="{8CB096CA-840D-6745-BDFC-9F06494CBCD9}">
      <dgm:prSet/>
      <dgm:spPr/>
      <dgm:t>
        <a:bodyPr/>
        <a:lstStyle/>
        <a:p>
          <a:endParaRPr lang="de-DE"/>
        </a:p>
      </dgm:t>
    </dgm:pt>
    <dgm:pt modelId="{B527714B-B23C-9041-8234-196625E5C296}" type="sibTrans" cxnId="{8CB096CA-840D-6745-BDFC-9F06494CBCD9}">
      <dgm:prSet/>
      <dgm:spPr/>
      <dgm:t>
        <a:bodyPr/>
        <a:lstStyle/>
        <a:p>
          <a:endParaRPr lang="de-DE"/>
        </a:p>
      </dgm:t>
    </dgm:pt>
    <dgm:pt modelId="{8DE5A9C8-B3C0-5141-BA4D-280D08E48232}">
      <dgm:prSet phldrT="[Text]"/>
      <dgm:spPr/>
      <dgm:t>
        <a:bodyPr/>
        <a:lstStyle/>
        <a:p>
          <a:r>
            <a:rPr lang="de-DE" dirty="0"/>
            <a:t>Erzeugt aktualisiert die Ressource</a:t>
          </a:r>
        </a:p>
      </dgm:t>
    </dgm:pt>
    <dgm:pt modelId="{51F74DAE-9215-B04B-BE75-A346BDB34E7B}" type="parTrans" cxnId="{5DC1C7B8-883A-ED46-8CB2-371597A5DC58}">
      <dgm:prSet/>
      <dgm:spPr/>
      <dgm:t>
        <a:bodyPr/>
        <a:lstStyle/>
        <a:p>
          <a:endParaRPr lang="de-DE"/>
        </a:p>
      </dgm:t>
    </dgm:pt>
    <dgm:pt modelId="{A67CD1AC-462F-EC44-AE1C-FADF051BA895}" type="sibTrans" cxnId="{5DC1C7B8-883A-ED46-8CB2-371597A5DC58}">
      <dgm:prSet/>
      <dgm:spPr/>
      <dgm:t>
        <a:bodyPr/>
        <a:lstStyle/>
        <a:p>
          <a:endParaRPr lang="de-DE"/>
        </a:p>
      </dgm:t>
    </dgm:pt>
    <dgm:pt modelId="{E7B72F6F-AB97-514C-B817-269812FE9ADD}">
      <dgm:prSet phldrT="[Text]"/>
      <dgm:spPr/>
      <dgm:t>
        <a:bodyPr/>
        <a:lstStyle/>
        <a:p>
          <a:r>
            <a:rPr lang="de-DE" dirty="0"/>
            <a:t>POST</a:t>
          </a:r>
        </a:p>
      </dgm:t>
    </dgm:pt>
    <dgm:pt modelId="{C378D97D-B355-6542-AD01-D84E07BD5AEA}" type="parTrans" cxnId="{B0BF7B01-1D75-4E45-9955-5E7289285F65}">
      <dgm:prSet/>
      <dgm:spPr/>
      <dgm:t>
        <a:bodyPr/>
        <a:lstStyle/>
        <a:p>
          <a:endParaRPr lang="de-DE"/>
        </a:p>
      </dgm:t>
    </dgm:pt>
    <dgm:pt modelId="{97A6A562-EEF8-A442-9B60-AECE1870A63E}" type="sibTrans" cxnId="{B0BF7B01-1D75-4E45-9955-5E7289285F65}">
      <dgm:prSet/>
      <dgm:spPr/>
      <dgm:t>
        <a:bodyPr/>
        <a:lstStyle/>
        <a:p>
          <a:endParaRPr lang="de-DE"/>
        </a:p>
      </dgm:t>
    </dgm:pt>
    <dgm:pt modelId="{A7E8A067-AE12-BF47-A225-F604E15492CD}">
      <dgm:prSet phldrT="[Text]"/>
      <dgm:spPr/>
      <dgm:t>
        <a:bodyPr/>
        <a:lstStyle/>
        <a:p>
          <a:r>
            <a:rPr lang="de-DE" dirty="0"/>
            <a:t>Client spezifiziert </a:t>
          </a:r>
          <a:r>
            <a:rPr lang="de-DE" dirty="0" err="1"/>
            <a:t>resourceIdentifier</a:t>
          </a:r>
          <a:endParaRPr lang="de-DE" dirty="0"/>
        </a:p>
      </dgm:t>
    </dgm:pt>
    <dgm:pt modelId="{DA8DA68A-B0B9-D24D-B376-1B34572AD74A}" type="parTrans" cxnId="{D68133BC-E6E1-9B41-BD1F-92BD1AFA08D6}">
      <dgm:prSet/>
      <dgm:spPr/>
      <dgm:t>
        <a:bodyPr/>
        <a:lstStyle/>
        <a:p>
          <a:endParaRPr lang="de-DE"/>
        </a:p>
      </dgm:t>
    </dgm:pt>
    <dgm:pt modelId="{2465C227-2837-5144-85E2-787958CCE8C5}" type="sibTrans" cxnId="{D68133BC-E6E1-9B41-BD1F-92BD1AFA08D6}">
      <dgm:prSet/>
      <dgm:spPr/>
      <dgm:t>
        <a:bodyPr/>
        <a:lstStyle/>
        <a:p>
          <a:endParaRPr lang="de-DE"/>
        </a:p>
      </dgm:t>
    </dgm:pt>
    <dgm:pt modelId="{BF133D6B-D71B-2C49-92D0-4D4DB11832E1}">
      <dgm:prSet phldrT="[Text]"/>
      <dgm:spPr/>
      <dgm:t>
        <a:bodyPr/>
        <a:lstStyle/>
        <a:p>
          <a:r>
            <a:rPr lang="de-DE" dirty="0"/>
            <a:t>PUT /</a:t>
          </a:r>
          <a:r>
            <a:rPr lang="de-DE" dirty="0" err="1"/>
            <a:t>resources</a:t>
          </a:r>
          <a:r>
            <a:rPr lang="de-DE" dirty="0"/>
            <a:t>/&lt;</a:t>
          </a:r>
          <a:r>
            <a:rPr lang="de-DE" dirty="0" err="1"/>
            <a:t>newResourceId</a:t>
          </a:r>
          <a:r>
            <a:rPr lang="de-DE" dirty="0"/>
            <a:t>&gt; HTTP/1.1 </a:t>
          </a:r>
        </a:p>
      </dgm:t>
    </dgm:pt>
    <dgm:pt modelId="{C40F71F0-A212-6641-BA4B-82E324BB4668}" type="parTrans" cxnId="{90947023-0C37-4142-BC32-521E9C85DA2A}">
      <dgm:prSet/>
      <dgm:spPr/>
      <dgm:t>
        <a:bodyPr/>
        <a:lstStyle/>
        <a:p>
          <a:endParaRPr lang="de-DE"/>
        </a:p>
      </dgm:t>
    </dgm:pt>
    <dgm:pt modelId="{3D3F938F-28CE-2D42-AAF7-1FEE49A31545}" type="sibTrans" cxnId="{90947023-0C37-4142-BC32-521E9C85DA2A}">
      <dgm:prSet/>
      <dgm:spPr/>
      <dgm:t>
        <a:bodyPr/>
        <a:lstStyle/>
        <a:p>
          <a:endParaRPr lang="de-DE"/>
        </a:p>
      </dgm:t>
    </dgm:pt>
    <dgm:pt modelId="{6C2F0DAA-C708-FC41-9728-E625A93790A9}">
      <dgm:prSet phldrT="[Text]"/>
      <dgm:spPr/>
      <dgm:t>
        <a:bodyPr/>
        <a:lstStyle/>
        <a:p>
          <a:r>
            <a:rPr lang="de-DE" dirty="0"/>
            <a:t>Erzeugt ein neues Objekt unterhalb (</a:t>
          </a:r>
          <a:r>
            <a:rPr lang="de-DE" dirty="0" err="1"/>
            <a:t>Collection</a:t>
          </a:r>
          <a:r>
            <a:rPr lang="de-DE" dirty="0"/>
            <a:t>) der spezifizierten Ressource</a:t>
          </a:r>
        </a:p>
      </dgm:t>
    </dgm:pt>
    <dgm:pt modelId="{D8E40C63-464B-144A-A307-8AF9A045C886}" type="parTrans" cxnId="{8D2B5841-FBBB-5B48-A14C-2535BBBD6176}">
      <dgm:prSet/>
      <dgm:spPr/>
      <dgm:t>
        <a:bodyPr/>
        <a:lstStyle/>
        <a:p>
          <a:endParaRPr lang="de-DE"/>
        </a:p>
      </dgm:t>
    </dgm:pt>
    <dgm:pt modelId="{08873726-1389-FD43-80F1-A6D4667F447B}" type="sibTrans" cxnId="{8D2B5841-FBBB-5B48-A14C-2535BBBD6176}">
      <dgm:prSet/>
      <dgm:spPr/>
      <dgm:t>
        <a:bodyPr/>
        <a:lstStyle/>
        <a:p>
          <a:endParaRPr lang="de-DE"/>
        </a:p>
      </dgm:t>
    </dgm:pt>
    <dgm:pt modelId="{2876A86F-5A1D-B748-B818-9B766E2D7EFB}">
      <dgm:prSet phldrT="[Text]"/>
      <dgm:spPr/>
      <dgm:t>
        <a:bodyPr/>
        <a:lstStyle/>
        <a:p>
          <a:r>
            <a:rPr lang="de-DE" dirty="0"/>
            <a:t>POST /</a:t>
          </a:r>
          <a:r>
            <a:rPr lang="de-DE" dirty="0" err="1"/>
            <a:t>resources</a:t>
          </a:r>
          <a:r>
            <a:rPr lang="de-DE" dirty="0"/>
            <a:t> HTTP/1.1</a:t>
          </a:r>
        </a:p>
      </dgm:t>
    </dgm:pt>
    <dgm:pt modelId="{D2233247-435E-AC4E-8B98-85FD8F9AC1EF}" type="parTrans" cxnId="{682FA2EE-3104-E447-9F9C-6F26D1CA0E50}">
      <dgm:prSet/>
      <dgm:spPr/>
      <dgm:t>
        <a:bodyPr/>
        <a:lstStyle/>
        <a:p>
          <a:endParaRPr lang="de-DE"/>
        </a:p>
      </dgm:t>
    </dgm:pt>
    <dgm:pt modelId="{30109A55-1CE1-514F-B1EF-08E14322742D}" type="sibTrans" cxnId="{682FA2EE-3104-E447-9F9C-6F26D1CA0E50}">
      <dgm:prSet/>
      <dgm:spPr/>
      <dgm:t>
        <a:bodyPr/>
        <a:lstStyle/>
        <a:p>
          <a:endParaRPr lang="de-DE"/>
        </a:p>
      </dgm:t>
    </dgm:pt>
    <dgm:pt modelId="{3B238920-7CFE-1148-9019-FE2C85B9517A}" type="pres">
      <dgm:prSet presAssocID="{E3214475-5C7B-DA4A-9706-650D89B9EF27}" presName="Name0" presStyleCnt="0">
        <dgm:presLayoutVars>
          <dgm:dir/>
          <dgm:animLvl val="lvl"/>
          <dgm:resizeHandles val="exact"/>
        </dgm:presLayoutVars>
      </dgm:prSet>
      <dgm:spPr/>
    </dgm:pt>
    <dgm:pt modelId="{40C0C07A-4553-BD43-9C9A-C02C524EB72B}" type="pres">
      <dgm:prSet presAssocID="{3DE8A00B-F58F-CC46-BC1D-8DA8B7CC2188}" presName="linNode" presStyleCnt="0"/>
      <dgm:spPr/>
    </dgm:pt>
    <dgm:pt modelId="{1F1D7829-A817-8440-A1B0-4B71A7BF8537}" type="pres">
      <dgm:prSet presAssocID="{3DE8A00B-F58F-CC46-BC1D-8DA8B7CC2188}" presName="parentText" presStyleLbl="node1" presStyleIdx="0" presStyleCnt="4">
        <dgm:presLayoutVars>
          <dgm:chMax val="1"/>
          <dgm:bulletEnabled val="1"/>
        </dgm:presLayoutVars>
      </dgm:prSet>
      <dgm:spPr/>
    </dgm:pt>
    <dgm:pt modelId="{99F004E1-655F-3647-9990-F6AAB2427B86}" type="pres">
      <dgm:prSet presAssocID="{3DE8A00B-F58F-CC46-BC1D-8DA8B7CC2188}" presName="descendantText" presStyleLbl="alignAccFollowNode1" presStyleIdx="0" presStyleCnt="4">
        <dgm:presLayoutVars>
          <dgm:bulletEnabled val="1"/>
        </dgm:presLayoutVars>
      </dgm:prSet>
      <dgm:spPr/>
    </dgm:pt>
    <dgm:pt modelId="{B420851E-7E8C-9E46-9D35-2049CA9C859C}" type="pres">
      <dgm:prSet presAssocID="{5B9671A7-F8F4-EB46-8D8A-EB57D8F4FD99}" presName="sp" presStyleCnt="0"/>
      <dgm:spPr/>
    </dgm:pt>
    <dgm:pt modelId="{AF07EB46-6F86-6740-BA72-ECBA46584F41}" type="pres">
      <dgm:prSet presAssocID="{75FA42B1-C87A-5240-8B88-5A90F6796022}" presName="linNode" presStyleCnt="0"/>
      <dgm:spPr/>
    </dgm:pt>
    <dgm:pt modelId="{F14CD864-DFCF-D843-9825-D32FA4D9A07D}" type="pres">
      <dgm:prSet presAssocID="{75FA42B1-C87A-5240-8B88-5A90F6796022}" presName="parentText" presStyleLbl="node1" presStyleIdx="1" presStyleCnt="4">
        <dgm:presLayoutVars>
          <dgm:chMax val="1"/>
          <dgm:bulletEnabled val="1"/>
        </dgm:presLayoutVars>
      </dgm:prSet>
      <dgm:spPr/>
    </dgm:pt>
    <dgm:pt modelId="{C2DD22C4-3AC9-074B-B695-349CAEF10B59}" type="pres">
      <dgm:prSet presAssocID="{75FA42B1-C87A-5240-8B88-5A90F6796022}" presName="descendantText" presStyleLbl="alignAccFollowNode1" presStyleIdx="1" presStyleCnt="4">
        <dgm:presLayoutVars>
          <dgm:bulletEnabled val="1"/>
        </dgm:presLayoutVars>
      </dgm:prSet>
      <dgm:spPr/>
    </dgm:pt>
    <dgm:pt modelId="{5A371509-42E3-B140-A511-704F56F607AF}" type="pres">
      <dgm:prSet presAssocID="{78674555-BA95-E947-923D-3C94D1CBE343}" presName="sp" presStyleCnt="0"/>
      <dgm:spPr/>
    </dgm:pt>
    <dgm:pt modelId="{FC415450-8F32-6644-AF3D-134CA74835E4}" type="pres">
      <dgm:prSet presAssocID="{93FD0080-381F-774A-B894-25EEA44D7897}" presName="linNode" presStyleCnt="0"/>
      <dgm:spPr/>
    </dgm:pt>
    <dgm:pt modelId="{8921904E-BD22-9940-BE0F-A550A8A2EB25}" type="pres">
      <dgm:prSet presAssocID="{93FD0080-381F-774A-B894-25EEA44D7897}" presName="parentText" presStyleLbl="node1" presStyleIdx="2" presStyleCnt="4">
        <dgm:presLayoutVars>
          <dgm:chMax val="1"/>
          <dgm:bulletEnabled val="1"/>
        </dgm:presLayoutVars>
      </dgm:prSet>
      <dgm:spPr/>
    </dgm:pt>
    <dgm:pt modelId="{10C71567-6777-7946-8431-B7402FFE49C8}" type="pres">
      <dgm:prSet presAssocID="{93FD0080-381F-774A-B894-25EEA44D7897}" presName="descendantText" presStyleLbl="alignAccFollowNode1" presStyleIdx="2" presStyleCnt="4">
        <dgm:presLayoutVars>
          <dgm:bulletEnabled val="1"/>
        </dgm:presLayoutVars>
      </dgm:prSet>
      <dgm:spPr/>
    </dgm:pt>
    <dgm:pt modelId="{9432972E-D29B-694B-9208-C8082ED8D51A}" type="pres">
      <dgm:prSet presAssocID="{B527714B-B23C-9041-8234-196625E5C296}" presName="sp" presStyleCnt="0"/>
      <dgm:spPr/>
    </dgm:pt>
    <dgm:pt modelId="{8B3EEB31-F841-9545-9EA9-E99BA1A77D4D}" type="pres">
      <dgm:prSet presAssocID="{E7B72F6F-AB97-514C-B817-269812FE9ADD}" presName="linNode" presStyleCnt="0"/>
      <dgm:spPr/>
    </dgm:pt>
    <dgm:pt modelId="{0BEFE39D-035F-6F43-B431-E59A9CFBC005}" type="pres">
      <dgm:prSet presAssocID="{E7B72F6F-AB97-514C-B817-269812FE9ADD}" presName="parentText" presStyleLbl="node1" presStyleIdx="3" presStyleCnt="4">
        <dgm:presLayoutVars>
          <dgm:chMax val="1"/>
          <dgm:bulletEnabled val="1"/>
        </dgm:presLayoutVars>
      </dgm:prSet>
      <dgm:spPr/>
    </dgm:pt>
    <dgm:pt modelId="{ADB2FBED-06C8-0B47-813E-35C13DF85EC7}" type="pres">
      <dgm:prSet presAssocID="{E7B72F6F-AB97-514C-B817-269812FE9ADD}" presName="descendantText" presStyleLbl="alignAccFollowNode1" presStyleIdx="3" presStyleCnt="4">
        <dgm:presLayoutVars>
          <dgm:bulletEnabled val="1"/>
        </dgm:presLayoutVars>
      </dgm:prSet>
      <dgm:spPr/>
    </dgm:pt>
  </dgm:ptLst>
  <dgm:cxnLst>
    <dgm:cxn modelId="{B0BF7B01-1D75-4E45-9955-5E7289285F65}" srcId="{E3214475-5C7B-DA4A-9706-650D89B9EF27}" destId="{E7B72F6F-AB97-514C-B817-269812FE9ADD}" srcOrd="3" destOrd="0" parTransId="{C378D97D-B355-6542-AD01-D84E07BD5AEA}" sibTransId="{97A6A562-EEF8-A442-9B60-AECE1870A63E}"/>
    <dgm:cxn modelId="{1B16D422-F2EC-214C-9755-6122D8FED51F}" type="presOf" srcId="{E7B72F6F-AB97-514C-B817-269812FE9ADD}" destId="{0BEFE39D-035F-6F43-B431-E59A9CFBC005}" srcOrd="0" destOrd="0" presId="urn:microsoft.com/office/officeart/2005/8/layout/vList5"/>
    <dgm:cxn modelId="{90947023-0C37-4142-BC32-521E9C85DA2A}" srcId="{93FD0080-381F-774A-B894-25EEA44D7897}" destId="{BF133D6B-D71B-2C49-92D0-4D4DB11832E1}" srcOrd="2" destOrd="0" parTransId="{C40F71F0-A212-6641-BA4B-82E324BB4668}" sibTransId="{3D3F938F-28CE-2D42-AAF7-1FEE49A31545}"/>
    <dgm:cxn modelId="{6F45FE2F-1751-B04B-B580-5C80008BB0CA}" type="presOf" srcId="{75FA42B1-C87A-5240-8B88-5A90F6796022}" destId="{F14CD864-DFCF-D843-9825-D32FA4D9A07D}" srcOrd="0" destOrd="0" presId="urn:microsoft.com/office/officeart/2005/8/layout/vList5"/>
    <dgm:cxn modelId="{8D2B5841-FBBB-5B48-A14C-2535BBBD6176}" srcId="{E7B72F6F-AB97-514C-B817-269812FE9ADD}" destId="{6C2F0DAA-C708-FC41-9728-E625A93790A9}" srcOrd="0" destOrd="0" parTransId="{D8E40C63-464B-144A-A307-8AF9A045C886}" sibTransId="{08873726-1389-FD43-80F1-A6D4667F447B}"/>
    <dgm:cxn modelId="{9BCA2745-DB1B-1544-A9CB-077FA8C21AB5}" type="presOf" srcId="{2876A86F-5A1D-B748-B818-9B766E2D7EFB}" destId="{ADB2FBED-06C8-0B47-813E-35C13DF85EC7}" srcOrd="0" destOrd="1" presId="urn:microsoft.com/office/officeart/2005/8/layout/vList5"/>
    <dgm:cxn modelId="{145B6A47-0C76-1247-9F2B-EB03AE384B2B}" type="presOf" srcId="{BF133D6B-D71B-2C49-92D0-4D4DB11832E1}" destId="{10C71567-6777-7946-8431-B7402FFE49C8}" srcOrd="0" destOrd="2" presId="urn:microsoft.com/office/officeart/2005/8/layout/vList5"/>
    <dgm:cxn modelId="{46759847-2FF0-8A4C-810D-7189A3A15DE0}" srcId="{75FA42B1-C87A-5240-8B88-5A90F6796022}" destId="{C86C270E-A275-664B-9FBA-6F184667EA41}" srcOrd="0" destOrd="0" parTransId="{0EECEB29-A697-CF44-BA0B-4F32833C7697}" sibTransId="{23D26F5F-C59C-0B4B-9AFD-843FC0A713EE}"/>
    <dgm:cxn modelId="{CA9F884C-D866-B049-AA8F-8CFD52021B3F}" srcId="{3DE8A00B-F58F-CC46-BC1D-8DA8B7CC2188}" destId="{A2212BDC-9494-9B48-BD0E-EEC1C60C06F0}" srcOrd="0" destOrd="0" parTransId="{5304766A-C610-154D-862A-C299D0549D06}" sibTransId="{81BBC4D3-519F-B342-A7D3-6C284FDA1454}"/>
    <dgm:cxn modelId="{8FCB625C-45BC-B845-9FD0-655FCB7DCC53}" srcId="{E3214475-5C7B-DA4A-9706-650D89B9EF27}" destId="{3DE8A00B-F58F-CC46-BC1D-8DA8B7CC2188}" srcOrd="0" destOrd="0" parTransId="{2C6900E7-C68E-2640-8853-90296530721A}" sibTransId="{5B9671A7-F8F4-EB46-8D8A-EB57D8F4FD99}"/>
    <dgm:cxn modelId="{7EAAF85F-901F-2044-892D-CA0B8BD06015}" type="presOf" srcId="{A2212BDC-9494-9B48-BD0E-EEC1C60C06F0}" destId="{99F004E1-655F-3647-9990-F6AAB2427B86}" srcOrd="0" destOrd="0" presId="urn:microsoft.com/office/officeart/2005/8/layout/vList5"/>
    <dgm:cxn modelId="{BC243284-7DA7-0A45-A3FC-4C6F578A46E6}" type="presOf" srcId="{93FD0080-381F-774A-B894-25EEA44D7897}" destId="{8921904E-BD22-9940-BE0F-A550A8A2EB25}" srcOrd="0" destOrd="0" presId="urn:microsoft.com/office/officeart/2005/8/layout/vList5"/>
    <dgm:cxn modelId="{A7546D8F-F5CC-DB4B-A61A-C457EFDA98D6}" type="presOf" srcId="{8DE5A9C8-B3C0-5141-BA4D-280D08E48232}" destId="{10C71567-6777-7946-8431-B7402FFE49C8}" srcOrd="0" destOrd="0" presId="urn:microsoft.com/office/officeart/2005/8/layout/vList5"/>
    <dgm:cxn modelId="{3A79CA97-E35C-EA4D-92DE-CDD34C492777}" type="presOf" srcId="{C86C270E-A275-664B-9FBA-6F184667EA41}" destId="{C2DD22C4-3AC9-074B-B695-349CAEF10B59}" srcOrd="0" destOrd="0" presId="urn:microsoft.com/office/officeart/2005/8/layout/vList5"/>
    <dgm:cxn modelId="{5DC1C7B8-883A-ED46-8CB2-371597A5DC58}" srcId="{93FD0080-381F-774A-B894-25EEA44D7897}" destId="{8DE5A9C8-B3C0-5141-BA4D-280D08E48232}" srcOrd="0" destOrd="0" parTransId="{51F74DAE-9215-B04B-BE75-A346BDB34E7B}" sibTransId="{A67CD1AC-462F-EC44-AE1C-FADF051BA895}"/>
    <dgm:cxn modelId="{D68133BC-E6E1-9B41-BD1F-92BD1AFA08D6}" srcId="{93FD0080-381F-774A-B894-25EEA44D7897}" destId="{A7E8A067-AE12-BF47-A225-F604E15492CD}" srcOrd="1" destOrd="0" parTransId="{DA8DA68A-B0B9-D24D-B376-1B34572AD74A}" sibTransId="{2465C227-2837-5144-85E2-787958CCE8C5}"/>
    <dgm:cxn modelId="{436FBFBE-803F-A54C-8CD4-3DB758FDDFD6}" type="presOf" srcId="{A7E8A067-AE12-BF47-A225-F604E15492CD}" destId="{10C71567-6777-7946-8431-B7402FFE49C8}" srcOrd="0" destOrd="1" presId="urn:microsoft.com/office/officeart/2005/8/layout/vList5"/>
    <dgm:cxn modelId="{8CB096CA-840D-6745-BDFC-9F06494CBCD9}" srcId="{E3214475-5C7B-DA4A-9706-650D89B9EF27}" destId="{93FD0080-381F-774A-B894-25EEA44D7897}" srcOrd="2" destOrd="0" parTransId="{7782D05B-F7F8-B347-99B2-36CC95DCD9A0}" sibTransId="{B527714B-B23C-9041-8234-196625E5C296}"/>
    <dgm:cxn modelId="{235A6ACD-F749-214E-8B5B-985DCAAC3EEB}" type="presOf" srcId="{E3214475-5C7B-DA4A-9706-650D89B9EF27}" destId="{3B238920-7CFE-1148-9019-FE2C85B9517A}" srcOrd="0" destOrd="0" presId="urn:microsoft.com/office/officeart/2005/8/layout/vList5"/>
    <dgm:cxn modelId="{6D63B3E6-4DAC-8D48-93B5-685E4B01ADA2}" type="presOf" srcId="{3DE8A00B-F58F-CC46-BC1D-8DA8B7CC2188}" destId="{1F1D7829-A817-8440-A1B0-4B71A7BF8537}" srcOrd="0" destOrd="0" presId="urn:microsoft.com/office/officeart/2005/8/layout/vList5"/>
    <dgm:cxn modelId="{7FE9A0E8-C36F-FA41-A1BC-082FD373305A}" srcId="{E3214475-5C7B-DA4A-9706-650D89B9EF27}" destId="{75FA42B1-C87A-5240-8B88-5A90F6796022}" srcOrd="1" destOrd="0" parTransId="{CF2BF1D2-FFA4-FD45-A6F9-D54C66A5512F}" sibTransId="{78674555-BA95-E947-923D-3C94D1CBE343}"/>
    <dgm:cxn modelId="{682FA2EE-3104-E447-9F9C-6F26D1CA0E50}" srcId="{E7B72F6F-AB97-514C-B817-269812FE9ADD}" destId="{2876A86F-5A1D-B748-B818-9B766E2D7EFB}" srcOrd="1" destOrd="0" parTransId="{D2233247-435E-AC4E-8B98-85FD8F9AC1EF}" sibTransId="{30109A55-1CE1-514F-B1EF-08E14322742D}"/>
    <dgm:cxn modelId="{0F6841FA-048E-0F4C-9ABA-0C454CFDDB04}" type="presOf" srcId="{6C2F0DAA-C708-FC41-9728-E625A93790A9}" destId="{ADB2FBED-06C8-0B47-813E-35C13DF85EC7}" srcOrd="0" destOrd="0" presId="urn:microsoft.com/office/officeart/2005/8/layout/vList5"/>
    <dgm:cxn modelId="{C606713B-4FA4-0E41-A622-C57BE974AA65}" type="presParOf" srcId="{3B238920-7CFE-1148-9019-FE2C85B9517A}" destId="{40C0C07A-4553-BD43-9C9A-C02C524EB72B}" srcOrd="0" destOrd="0" presId="urn:microsoft.com/office/officeart/2005/8/layout/vList5"/>
    <dgm:cxn modelId="{166DB6EB-98BE-FF47-AA14-69309C02CD40}" type="presParOf" srcId="{40C0C07A-4553-BD43-9C9A-C02C524EB72B}" destId="{1F1D7829-A817-8440-A1B0-4B71A7BF8537}" srcOrd="0" destOrd="0" presId="urn:microsoft.com/office/officeart/2005/8/layout/vList5"/>
    <dgm:cxn modelId="{4F19677E-3DE3-4441-87BE-0342A039E175}" type="presParOf" srcId="{40C0C07A-4553-BD43-9C9A-C02C524EB72B}" destId="{99F004E1-655F-3647-9990-F6AAB2427B86}" srcOrd="1" destOrd="0" presId="urn:microsoft.com/office/officeart/2005/8/layout/vList5"/>
    <dgm:cxn modelId="{BA389BA9-9D50-A040-A905-A8EB29BEA857}" type="presParOf" srcId="{3B238920-7CFE-1148-9019-FE2C85B9517A}" destId="{B420851E-7E8C-9E46-9D35-2049CA9C859C}" srcOrd="1" destOrd="0" presId="urn:microsoft.com/office/officeart/2005/8/layout/vList5"/>
    <dgm:cxn modelId="{FFA8DE60-E216-7C40-8658-0A1F591A38A6}" type="presParOf" srcId="{3B238920-7CFE-1148-9019-FE2C85B9517A}" destId="{AF07EB46-6F86-6740-BA72-ECBA46584F41}" srcOrd="2" destOrd="0" presId="urn:microsoft.com/office/officeart/2005/8/layout/vList5"/>
    <dgm:cxn modelId="{81D28840-042B-0943-9F7A-5324F3C882FF}" type="presParOf" srcId="{AF07EB46-6F86-6740-BA72-ECBA46584F41}" destId="{F14CD864-DFCF-D843-9825-D32FA4D9A07D}" srcOrd="0" destOrd="0" presId="urn:microsoft.com/office/officeart/2005/8/layout/vList5"/>
    <dgm:cxn modelId="{AB5D8A65-9E05-444C-8703-857688AC33EB}" type="presParOf" srcId="{AF07EB46-6F86-6740-BA72-ECBA46584F41}" destId="{C2DD22C4-3AC9-074B-B695-349CAEF10B59}" srcOrd="1" destOrd="0" presId="urn:microsoft.com/office/officeart/2005/8/layout/vList5"/>
    <dgm:cxn modelId="{653120C6-5B5C-F343-A340-D5316C1B923A}" type="presParOf" srcId="{3B238920-7CFE-1148-9019-FE2C85B9517A}" destId="{5A371509-42E3-B140-A511-704F56F607AF}" srcOrd="3" destOrd="0" presId="urn:microsoft.com/office/officeart/2005/8/layout/vList5"/>
    <dgm:cxn modelId="{891D3D0E-725F-874E-9729-3E74C43A7BF2}" type="presParOf" srcId="{3B238920-7CFE-1148-9019-FE2C85B9517A}" destId="{FC415450-8F32-6644-AF3D-134CA74835E4}" srcOrd="4" destOrd="0" presId="urn:microsoft.com/office/officeart/2005/8/layout/vList5"/>
    <dgm:cxn modelId="{8DD09BFF-7F62-F944-8A90-2E61862CFB37}" type="presParOf" srcId="{FC415450-8F32-6644-AF3D-134CA74835E4}" destId="{8921904E-BD22-9940-BE0F-A550A8A2EB25}" srcOrd="0" destOrd="0" presId="urn:microsoft.com/office/officeart/2005/8/layout/vList5"/>
    <dgm:cxn modelId="{7D1DFC22-27E4-7D44-9BBE-8A9F025C4EBE}" type="presParOf" srcId="{FC415450-8F32-6644-AF3D-134CA74835E4}" destId="{10C71567-6777-7946-8431-B7402FFE49C8}" srcOrd="1" destOrd="0" presId="urn:microsoft.com/office/officeart/2005/8/layout/vList5"/>
    <dgm:cxn modelId="{99EFF815-B9A9-A64F-8B37-811F6196C51A}" type="presParOf" srcId="{3B238920-7CFE-1148-9019-FE2C85B9517A}" destId="{9432972E-D29B-694B-9208-C8082ED8D51A}" srcOrd="5" destOrd="0" presId="urn:microsoft.com/office/officeart/2005/8/layout/vList5"/>
    <dgm:cxn modelId="{7FF5BE84-6F05-9B4C-B4C6-CFB6C1191628}" type="presParOf" srcId="{3B238920-7CFE-1148-9019-FE2C85B9517A}" destId="{8B3EEB31-F841-9545-9EA9-E99BA1A77D4D}" srcOrd="6" destOrd="0" presId="urn:microsoft.com/office/officeart/2005/8/layout/vList5"/>
    <dgm:cxn modelId="{D1A8993D-7E2E-8549-BB13-B7DC1549BEC6}" type="presParOf" srcId="{8B3EEB31-F841-9545-9EA9-E99BA1A77D4D}" destId="{0BEFE39D-035F-6F43-B431-E59A9CFBC005}" srcOrd="0" destOrd="0" presId="urn:microsoft.com/office/officeart/2005/8/layout/vList5"/>
    <dgm:cxn modelId="{DCA293E9-2E37-D741-9990-297B54F20B21}" type="presParOf" srcId="{8B3EEB31-F841-9545-9EA9-E99BA1A77D4D}" destId="{ADB2FBED-06C8-0B47-813E-35C13DF85EC7}"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346E65F3-399C-4D6C-BBC7-8AC7921DEACF}" type="doc">
      <dgm:prSet loTypeId="urn:microsoft.com/office/officeart/2005/8/layout/list1" loCatId="list" qsTypeId="urn:microsoft.com/office/officeart/2005/8/quickstyle/simple1" qsCatId="simple" csTypeId="urn:microsoft.com/office/officeart/2005/8/colors/colorful5" csCatId="colorful"/>
      <dgm:spPr/>
      <dgm:t>
        <a:bodyPr/>
        <a:lstStyle/>
        <a:p>
          <a:endParaRPr lang="en-US"/>
        </a:p>
      </dgm:t>
    </dgm:pt>
    <dgm:pt modelId="{6A77B644-4CDF-41B8-81A6-5E5DEE15A8DD}">
      <dgm:prSet/>
      <dgm:spPr/>
      <dgm:t>
        <a:bodyPr/>
        <a:lstStyle/>
        <a:p>
          <a:r>
            <a:rPr lang="de-DE"/>
            <a:t>node –v</a:t>
          </a:r>
          <a:endParaRPr lang="en-US"/>
        </a:p>
      </dgm:t>
    </dgm:pt>
    <dgm:pt modelId="{492D8F12-A047-4733-B100-679D641E87C7}" type="parTrans" cxnId="{9DBB6E69-B489-4343-B38A-A2E19283FE1E}">
      <dgm:prSet/>
      <dgm:spPr/>
      <dgm:t>
        <a:bodyPr/>
        <a:lstStyle/>
        <a:p>
          <a:endParaRPr lang="en-US"/>
        </a:p>
      </dgm:t>
    </dgm:pt>
    <dgm:pt modelId="{CCD043C6-012F-4C55-A43F-BCD301C92322}" type="sibTrans" cxnId="{9DBB6E69-B489-4343-B38A-A2E19283FE1E}">
      <dgm:prSet/>
      <dgm:spPr/>
      <dgm:t>
        <a:bodyPr/>
        <a:lstStyle/>
        <a:p>
          <a:endParaRPr lang="en-US"/>
        </a:p>
      </dgm:t>
    </dgm:pt>
    <dgm:pt modelId="{2DFD091E-2F6F-449C-8263-B958452358AA}">
      <dgm:prSet/>
      <dgm:spPr/>
      <dgm:t>
        <a:bodyPr/>
        <a:lstStyle/>
        <a:p>
          <a:r>
            <a:rPr lang="de-DE"/>
            <a:t>Ausgabe der Versionsnummer</a:t>
          </a:r>
          <a:endParaRPr lang="en-US"/>
        </a:p>
      </dgm:t>
    </dgm:pt>
    <dgm:pt modelId="{E446B8F3-6A52-4D92-82F6-3558AD16068B}" type="parTrans" cxnId="{D5CEE61B-E4E5-474B-AEDC-3F35537D50B8}">
      <dgm:prSet/>
      <dgm:spPr/>
      <dgm:t>
        <a:bodyPr/>
        <a:lstStyle/>
        <a:p>
          <a:endParaRPr lang="en-US"/>
        </a:p>
      </dgm:t>
    </dgm:pt>
    <dgm:pt modelId="{0FC8C6DE-9910-4324-B0E6-17E7A78FA454}" type="sibTrans" cxnId="{D5CEE61B-E4E5-474B-AEDC-3F35537D50B8}">
      <dgm:prSet/>
      <dgm:spPr/>
      <dgm:t>
        <a:bodyPr/>
        <a:lstStyle/>
        <a:p>
          <a:endParaRPr lang="en-US"/>
        </a:p>
      </dgm:t>
    </dgm:pt>
    <dgm:pt modelId="{D0878A47-4E8C-4E60-9AB2-62A5387F9047}">
      <dgm:prSet/>
      <dgm:spPr/>
      <dgm:t>
        <a:bodyPr/>
        <a:lstStyle/>
        <a:p>
          <a:r>
            <a:rPr lang="de-DE"/>
            <a:t>node</a:t>
          </a:r>
          <a:endParaRPr lang="en-US"/>
        </a:p>
      </dgm:t>
    </dgm:pt>
    <dgm:pt modelId="{0AE987D3-0227-462B-9A8D-AAFA7E437BB6}" type="parTrans" cxnId="{5B34DF26-D705-44F0-94FC-6E0CADECC735}">
      <dgm:prSet/>
      <dgm:spPr/>
      <dgm:t>
        <a:bodyPr/>
        <a:lstStyle/>
        <a:p>
          <a:endParaRPr lang="en-US"/>
        </a:p>
      </dgm:t>
    </dgm:pt>
    <dgm:pt modelId="{D207F3C0-C4FD-4FAA-BDEE-F5EB17AA8F1D}" type="sibTrans" cxnId="{5B34DF26-D705-44F0-94FC-6E0CADECC735}">
      <dgm:prSet/>
      <dgm:spPr/>
      <dgm:t>
        <a:bodyPr/>
        <a:lstStyle/>
        <a:p>
          <a:endParaRPr lang="en-US"/>
        </a:p>
      </dgm:t>
    </dgm:pt>
    <dgm:pt modelId="{21ABDE45-0A3B-4375-B90B-4B2BCFF6B9A9}">
      <dgm:prSet/>
      <dgm:spPr/>
      <dgm:t>
        <a:bodyPr/>
        <a:lstStyle/>
        <a:p>
          <a:r>
            <a:rPr lang="de-DE"/>
            <a:t>Starten der REPL zur Eingabe von JavaScript-Befehlen</a:t>
          </a:r>
          <a:endParaRPr lang="en-US"/>
        </a:p>
      </dgm:t>
    </dgm:pt>
    <dgm:pt modelId="{2C288CF3-857B-449C-AB51-13955EBB07F4}" type="parTrans" cxnId="{38415DD0-0CA6-499D-BA90-D3E6BC44FCB8}">
      <dgm:prSet/>
      <dgm:spPr/>
      <dgm:t>
        <a:bodyPr/>
        <a:lstStyle/>
        <a:p>
          <a:endParaRPr lang="en-US"/>
        </a:p>
      </dgm:t>
    </dgm:pt>
    <dgm:pt modelId="{3067C6D3-5E8F-4AC9-8197-1FC3802775CE}" type="sibTrans" cxnId="{38415DD0-0CA6-499D-BA90-D3E6BC44FCB8}">
      <dgm:prSet/>
      <dgm:spPr/>
      <dgm:t>
        <a:bodyPr/>
        <a:lstStyle/>
        <a:p>
          <a:endParaRPr lang="en-US"/>
        </a:p>
      </dgm:t>
    </dgm:pt>
    <dgm:pt modelId="{4F51AE88-B3F6-481B-9C93-F8E1E0366FE6}">
      <dgm:prSet/>
      <dgm:spPr/>
      <dgm:t>
        <a:bodyPr/>
        <a:lstStyle/>
        <a:p>
          <a:r>
            <a:rPr lang="de-DE"/>
            <a:t>node programm.js</a:t>
          </a:r>
          <a:endParaRPr lang="en-US"/>
        </a:p>
      </dgm:t>
    </dgm:pt>
    <dgm:pt modelId="{8DC31336-EBC1-4D65-A7B8-05CFF8080265}" type="parTrans" cxnId="{A08654AA-9FD6-4F0B-8840-D7B672D7FC4B}">
      <dgm:prSet/>
      <dgm:spPr/>
      <dgm:t>
        <a:bodyPr/>
        <a:lstStyle/>
        <a:p>
          <a:endParaRPr lang="en-US"/>
        </a:p>
      </dgm:t>
    </dgm:pt>
    <dgm:pt modelId="{23F528A4-BD31-48F1-BDDD-22EAE513BBD6}" type="sibTrans" cxnId="{A08654AA-9FD6-4F0B-8840-D7B672D7FC4B}">
      <dgm:prSet/>
      <dgm:spPr/>
      <dgm:t>
        <a:bodyPr/>
        <a:lstStyle/>
        <a:p>
          <a:endParaRPr lang="en-US"/>
        </a:p>
      </dgm:t>
    </dgm:pt>
    <dgm:pt modelId="{B1EF4718-CBD4-474A-BEA6-BE58981C1FFD}">
      <dgm:prSet/>
      <dgm:spPr/>
      <dgm:t>
        <a:bodyPr/>
        <a:lstStyle/>
        <a:p>
          <a:r>
            <a:rPr lang="de-DE"/>
            <a:t>Ausführen  der Skript-Datei </a:t>
          </a:r>
          <a:r>
            <a:rPr lang="de-DE" i="1"/>
            <a:t>programm.js </a:t>
          </a:r>
          <a:r>
            <a:rPr lang="de-DE"/>
            <a:t> </a:t>
          </a:r>
          <a:endParaRPr lang="en-US"/>
        </a:p>
      </dgm:t>
    </dgm:pt>
    <dgm:pt modelId="{C4FEFE38-736D-4B3B-A0CF-444D2553F21C}" type="parTrans" cxnId="{9C338DB8-9FF2-49A8-8B49-99013CE82BD7}">
      <dgm:prSet/>
      <dgm:spPr/>
      <dgm:t>
        <a:bodyPr/>
        <a:lstStyle/>
        <a:p>
          <a:endParaRPr lang="en-US"/>
        </a:p>
      </dgm:t>
    </dgm:pt>
    <dgm:pt modelId="{CB12934E-442D-42D4-BAA0-910535FEF62D}" type="sibTrans" cxnId="{9C338DB8-9FF2-49A8-8B49-99013CE82BD7}">
      <dgm:prSet/>
      <dgm:spPr/>
      <dgm:t>
        <a:bodyPr/>
        <a:lstStyle/>
        <a:p>
          <a:endParaRPr lang="en-US"/>
        </a:p>
      </dgm:t>
    </dgm:pt>
    <dgm:pt modelId="{953A50D9-263B-614B-8AD4-2A70A1EE489F}" type="pres">
      <dgm:prSet presAssocID="{346E65F3-399C-4D6C-BBC7-8AC7921DEACF}" presName="linear" presStyleCnt="0">
        <dgm:presLayoutVars>
          <dgm:dir/>
          <dgm:animLvl val="lvl"/>
          <dgm:resizeHandles val="exact"/>
        </dgm:presLayoutVars>
      </dgm:prSet>
      <dgm:spPr/>
    </dgm:pt>
    <dgm:pt modelId="{44C2DF3D-56A3-AE4C-AE7C-39A2EADE5BCA}" type="pres">
      <dgm:prSet presAssocID="{6A77B644-4CDF-41B8-81A6-5E5DEE15A8DD}" presName="parentLin" presStyleCnt="0"/>
      <dgm:spPr/>
    </dgm:pt>
    <dgm:pt modelId="{33E811D0-4B84-A740-91B7-B6AABF82C0CB}" type="pres">
      <dgm:prSet presAssocID="{6A77B644-4CDF-41B8-81A6-5E5DEE15A8DD}" presName="parentLeftMargin" presStyleLbl="node1" presStyleIdx="0" presStyleCnt="3"/>
      <dgm:spPr/>
    </dgm:pt>
    <dgm:pt modelId="{1A7A9926-1BFE-DE44-B993-0CF46A5CEDEE}" type="pres">
      <dgm:prSet presAssocID="{6A77B644-4CDF-41B8-81A6-5E5DEE15A8DD}" presName="parentText" presStyleLbl="node1" presStyleIdx="0" presStyleCnt="3">
        <dgm:presLayoutVars>
          <dgm:chMax val="0"/>
          <dgm:bulletEnabled val="1"/>
        </dgm:presLayoutVars>
      </dgm:prSet>
      <dgm:spPr/>
    </dgm:pt>
    <dgm:pt modelId="{F13D3243-15D9-5F4C-920E-24F948112711}" type="pres">
      <dgm:prSet presAssocID="{6A77B644-4CDF-41B8-81A6-5E5DEE15A8DD}" presName="negativeSpace" presStyleCnt="0"/>
      <dgm:spPr/>
    </dgm:pt>
    <dgm:pt modelId="{4A12C6BB-B581-A24C-A598-548E22C4160C}" type="pres">
      <dgm:prSet presAssocID="{6A77B644-4CDF-41B8-81A6-5E5DEE15A8DD}" presName="childText" presStyleLbl="conFgAcc1" presStyleIdx="0" presStyleCnt="3">
        <dgm:presLayoutVars>
          <dgm:bulletEnabled val="1"/>
        </dgm:presLayoutVars>
      </dgm:prSet>
      <dgm:spPr/>
    </dgm:pt>
    <dgm:pt modelId="{DF3DD37B-BDEB-6941-8609-8E95BDB12B40}" type="pres">
      <dgm:prSet presAssocID="{CCD043C6-012F-4C55-A43F-BCD301C92322}" presName="spaceBetweenRectangles" presStyleCnt="0"/>
      <dgm:spPr/>
    </dgm:pt>
    <dgm:pt modelId="{6DECF302-6458-D646-880C-F879B97F30D5}" type="pres">
      <dgm:prSet presAssocID="{D0878A47-4E8C-4E60-9AB2-62A5387F9047}" presName="parentLin" presStyleCnt="0"/>
      <dgm:spPr/>
    </dgm:pt>
    <dgm:pt modelId="{3B0A9DFE-0B63-C94B-BDCC-D66C958F8705}" type="pres">
      <dgm:prSet presAssocID="{D0878A47-4E8C-4E60-9AB2-62A5387F9047}" presName="parentLeftMargin" presStyleLbl="node1" presStyleIdx="0" presStyleCnt="3"/>
      <dgm:spPr/>
    </dgm:pt>
    <dgm:pt modelId="{80B8595D-D10C-0244-912B-73BABA28A137}" type="pres">
      <dgm:prSet presAssocID="{D0878A47-4E8C-4E60-9AB2-62A5387F9047}" presName="parentText" presStyleLbl="node1" presStyleIdx="1" presStyleCnt="3">
        <dgm:presLayoutVars>
          <dgm:chMax val="0"/>
          <dgm:bulletEnabled val="1"/>
        </dgm:presLayoutVars>
      </dgm:prSet>
      <dgm:spPr/>
    </dgm:pt>
    <dgm:pt modelId="{58300128-8697-D84F-BCC3-EB1EFB38C2AF}" type="pres">
      <dgm:prSet presAssocID="{D0878A47-4E8C-4E60-9AB2-62A5387F9047}" presName="negativeSpace" presStyleCnt="0"/>
      <dgm:spPr/>
    </dgm:pt>
    <dgm:pt modelId="{4D6DC218-DFF5-2347-9AFF-E34732CA7773}" type="pres">
      <dgm:prSet presAssocID="{D0878A47-4E8C-4E60-9AB2-62A5387F9047}" presName="childText" presStyleLbl="conFgAcc1" presStyleIdx="1" presStyleCnt="3">
        <dgm:presLayoutVars>
          <dgm:bulletEnabled val="1"/>
        </dgm:presLayoutVars>
      </dgm:prSet>
      <dgm:spPr/>
    </dgm:pt>
    <dgm:pt modelId="{D71028AF-762E-7946-BC39-4AA1310F3358}" type="pres">
      <dgm:prSet presAssocID="{D207F3C0-C4FD-4FAA-BDEE-F5EB17AA8F1D}" presName="spaceBetweenRectangles" presStyleCnt="0"/>
      <dgm:spPr/>
    </dgm:pt>
    <dgm:pt modelId="{2372C3FB-F25E-294A-8463-2C7AABDF7299}" type="pres">
      <dgm:prSet presAssocID="{4F51AE88-B3F6-481B-9C93-F8E1E0366FE6}" presName="parentLin" presStyleCnt="0"/>
      <dgm:spPr/>
    </dgm:pt>
    <dgm:pt modelId="{918082C4-181E-4949-8E31-36ED37729EAE}" type="pres">
      <dgm:prSet presAssocID="{4F51AE88-B3F6-481B-9C93-F8E1E0366FE6}" presName="parentLeftMargin" presStyleLbl="node1" presStyleIdx="1" presStyleCnt="3"/>
      <dgm:spPr/>
    </dgm:pt>
    <dgm:pt modelId="{33EBE219-4BA6-DB46-B160-EEB4B61E8CB5}" type="pres">
      <dgm:prSet presAssocID="{4F51AE88-B3F6-481B-9C93-F8E1E0366FE6}" presName="parentText" presStyleLbl="node1" presStyleIdx="2" presStyleCnt="3">
        <dgm:presLayoutVars>
          <dgm:chMax val="0"/>
          <dgm:bulletEnabled val="1"/>
        </dgm:presLayoutVars>
      </dgm:prSet>
      <dgm:spPr/>
    </dgm:pt>
    <dgm:pt modelId="{1295F034-07EC-9249-A9AB-0559610D373F}" type="pres">
      <dgm:prSet presAssocID="{4F51AE88-B3F6-481B-9C93-F8E1E0366FE6}" presName="negativeSpace" presStyleCnt="0"/>
      <dgm:spPr/>
    </dgm:pt>
    <dgm:pt modelId="{70AC1BE9-E752-CB45-9BE9-DF2E0B230545}" type="pres">
      <dgm:prSet presAssocID="{4F51AE88-B3F6-481B-9C93-F8E1E0366FE6}" presName="childText" presStyleLbl="conFgAcc1" presStyleIdx="2" presStyleCnt="3">
        <dgm:presLayoutVars>
          <dgm:bulletEnabled val="1"/>
        </dgm:presLayoutVars>
      </dgm:prSet>
      <dgm:spPr/>
    </dgm:pt>
  </dgm:ptLst>
  <dgm:cxnLst>
    <dgm:cxn modelId="{11B08517-F287-2741-A934-3336C30D4A4A}" type="presOf" srcId="{B1EF4718-CBD4-474A-BEA6-BE58981C1FFD}" destId="{70AC1BE9-E752-CB45-9BE9-DF2E0B230545}" srcOrd="0" destOrd="0" presId="urn:microsoft.com/office/officeart/2005/8/layout/list1"/>
    <dgm:cxn modelId="{41ADF81A-7B94-7D43-B3F4-CDB0BC24FF96}" type="presOf" srcId="{4F51AE88-B3F6-481B-9C93-F8E1E0366FE6}" destId="{33EBE219-4BA6-DB46-B160-EEB4B61E8CB5}" srcOrd="1" destOrd="0" presId="urn:microsoft.com/office/officeart/2005/8/layout/list1"/>
    <dgm:cxn modelId="{D5CEE61B-E4E5-474B-AEDC-3F35537D50B8}" srcId="{6A77B644-4CDF-41B8-81A6-5E5DEE15A8DD}" destId="{2DFD091E-2F6F-449C-8263-B958452358AA}" srcOrd="0" destOrd="0" parTransId="{E446B8F3-6A52-4D92-82F6-3558AD16068B}" sibTransId="{0FC8C6DE-9910-4324-B0E6-17E7A78FA454}"/>
    <dgm:cxn modelId="{5B34DF26-D705-44F0-94FC-6E0CADECC735}" srcId="{346E65F3-399C-4D6C-BBC7-8AC7921DEACF}" destId="{D0878A47-4E8C-4E60-9AB2-62A5387F9047}" srcOrd="1" destOrd="0" parTransId="{0AE987D3-0227-462B-9A8D-AAFA7E437BB6}" sibTransId="{D207F3C0-C4FD-4FAA-BDEE-F5EB17AA8F1D}"/>
    <dgm:cxn modelId="{00DAF03D-5FBC-BF42-AB9C-93915DC1B11E}" type="presOf" srcId="{4F51AE88-B3F6-481B-9C93-F8E1E0366FE6}" destId="{918082C4-181E-4949-8E31-36ED37729EAE}" srcOrd="0" destOrd="0" presId="urn:microsoft.com/office/officeart/2005/8/layout/list1"/>
    <dgm:cxn modelId="{F0296C50-5791-F343-B050-AADDF8050004}" type="presOf" srcId="{21ABDE45-0A3B-4375-B90B-4B2BCFF6B9A9}" destId="{4D6DC218-DFF5-2347-9AFF-E34732CA7773}" srcOrd="0" destOrd="0" presId="urn:microsoft.com/office/officeart/2005/8/layout/list1"/>
    <dgm:cxn modelId="{9DBB6E69-B489-4343-B38A-A2E19283FE1E}" srcId="{346E65F3-399C-4D6C-BBC7-8AC7921DEACF}" destId="{6A77B644-4CDF-41B8-81A6-5E5DEE15A8DD}" srcOrd="0" destOrd="0" parTransId="{492D8F12-A047-4733-B100-679D641E87C7}" sibTransId="{CCD043C6-012F-4C55-A43F-BCD301C92322}"/>
    <dgm:cxn modelId="{47C89895-8C8A-5345-9721-106F3D9CEBA6}" type="presOf" srcId="{6A77B644-4CDF-41B8-81A6-5E5DEE15A8DD}" destId="{1A7A9926-1BFE-DE44-B993-0CF46A5CEDEE}" srcOrd="1" destOrd="0" presId="urn:microsoft.com/office/officeart/2005/8/layout/list1"/>
    <dgm:cxn modelId="{D4877C9A-46FA-2A45-91A3-DF2C2193481D}" type="presOf" srcId="{D0878A47-4E8C-4E60-9AB2-62A5387F9047}" destId="{80B8595D-D10C-0244-912B-73BABA28A137}" srcOrd="1" destOrd="0" presId="urn:microsoft.com/office/officeart/2005/8/layout/list1"/>
    <dgm:cxn modelId="{61120CA6-6527-C041-82C4-DC72E9E30E2D}" type="presOf" srcId="{D0878A47-4E8C-4E60-9AB2-62A5387F9047}" destId="{3B0A9DFE-0B63-C94B-BDCC-D66C958F8705}" srcOrd="0" destOrd="0" presId="urn:microsoft.com/office/officeart/2005/8/layout/list1"/>
    <dgm:cxn modelId="{A08654AA-9FD6-4F0B-8840-D7B672D7FC4B}" srcId="{346E65F3-399C-4D6C-BBC7-8AC7921DEACF}" destId="{4F51AE88-B3F6-481B-9C93-F8E1E0366FE6}" srcOrd="2" destOrd="0" parTransId="{8DC31336-EBC1-4D65-A7B8-05CFF8080265}" sibTransId="{23F528A4-BD31-48F1-BDDD-22EAE513BBD6}"/>
    <dgm:cxn modelId="{9C338DB8-9FF2-49A8-8B49-99013CE82BD7}" srcId="{4F51AE88-B3F6-481B-9C93-F8E1E0366FE6}" destId="{B1EF4718-CBD4-474A-BEA6-BE58981C1FFD}" srcOrd="0" destOrd="0" parTransId="{C4FEFE38-736D-4B3B-A0CF-444D2553F21C}" sibTransId="{CB12934E-442D-42D4-BAA0-910535FEF62D}"/>
    <dgm:cxn modelId="{C17D50D0-FA29-0645-ACD1-2C4D2081E5AB}" type="presOf" srcId="{6A77B644-4CDF-41B8-81A6-5E5DEE15A8DD}" destId="{33E811D0-4B84-A740-91B7-B6AABF82C0CB}" srcOrd="0" destOrd="0" presId="urn:microsoft.com/office/officeart/2005/8/layout/list1"/>
    <dgm:cxn modelId="{38415DD0-0CA6-499D-BA90-D3E6BC44FCB8}" srcId="{D0878A47-4E8C-4E60-9AB2-62A5387F9047}" destId="{21ABDE45-0A3B-4375-B90B-4B2BCFF6B9A9}" srcOrd="0" destOrd="0" parTransId="{2C288CF3-857B-449C-AB51-13955EBB07F4}" sibTransId="{3067C6D3-5E8F-4AC9-8197-1FC3802775CE}"/>
    <dgm:cxn modelId="{647837E7-7D9F-0748-A868-C9464D98BE0E}" type="presOf" srcId="{346E65F3-399C-4D6C-BBC7-8AC7921DEACF}" destId="{953A50D9-263B-614B-8AD4-2A70A1EE489F}" srcOrd="0" destOrd="0" presId="urn:microsoft.com/office/officeart/2005/8/layout/list1"/>
    <dgm:cxn modelId="{09389AFB-9CDA-CC40-B964-66B3D57FB0E3}" type="presOf" srcId="{2DFD091E-2F6F-449C-8263-B958452358AA}" destId="{4A12C6BB-B581-A24C-A598-548E22C4160C}" srcOrd="0" destOrd="0" presId="urn:microsoft.com/office/officeart/2005/8/layout/list1"/>
    <dgm:cxn modelId="{B51D512A-218A-0D4F-8465-1F8B73F4E258}" type="presParOf" srcId="{953A50D9-263B-614B-8AD4-2A70A1EE489F}" destId="{44C2DF3D-56A3-AE4C-AE7C-39A2EADE5BCA}" srcOrd="0" destOrd="0" presId="urn:microsoft.com/office/officeart/2005/8/layout/list1"/>
    <dgm:cxn modelId="{F73E69A2-D47C-F84C-B3F6-D9EB77053065}" type="presParOf" srcId="{44C2DF3D-56A3-AE4C-AE7C-39A2EADE5BCA}" destId="{33E811D0-4B84-A740-91B7-B6AABF82C0CB}" srcOrd="0" destOrd="0" presId="urn:microsoft.com/office/officeart/2005/8/layout/list1"/>
    <dgm:cxn modelId="{C67D6109-4A69-884C-B732-452F0A9BC23D}" type="presParOf" srcId="{44C2DF3D-56A3-AE4C-AE7C-39A2EADE5BCA}" destId="{1A7A9926-1BFE-DE44-B993-0CF46A5CEDEE}" srcOrd="1" destOrd="0" presId="urn:microsoft.com/office/officeart/2005/8/layout/list1"/>
    <dgm:cxn modelId="{4BC47A83-6D71-9544-9ADB-4A7B0F1940D7}" type="presParOf" srcId="{953A50D9-263B-614B-8AD4-2A70A1EE489F}" destId="{F13D3243-15D9-5F4C-920E-24F948112711}" srcOrd="1" destOrd="0" presId="urn:microsoft.com/office/officeart/2005/8/layout/list1"/>
    <dgm:cxn modelId="{2B0947B3-8FC2-4046-97A5-2CD7F2717195}" type="presParOf" srcId="{953A50D9-263B-614B-8AD4-2A70A1EE489F}" destId="{4A12C6BB-B581-A24C-A598-548E22C4160C}" srcOrd="2" destOrd="0" presId="urn:microsoft.com/office/officeart/2005/8/layout/list1"/>
    <dgm:cxn modelId="{180ED423-1FCF-4E4D-A1E6-64BB6874FE7B}" type="presParOf" srcId="{953A50D9-263B-614B-8AD4-2A70A1EE489F}" destId="{DF3DD37B-BDEB-6941-8609-8E95BDB12B40}" srcOrd="3" destOrd="0" presId="urn:microsoft.com/office/officeart/2005/8/layout/list1"/>
    <dgm:cxn modelId="{A2420B07-8B01-1748-B3E5-CC8FD13B311C}" type="presParOf" srcId="{953A50D9-263B-614B-8AD4-2A70A1EE489F}" destId="{6DECF302-6458-D646-880C-F879B97F30D5}" srcOrd="4" destOrd="0" presId="urn:microsoft.com/office/officeart/2005/8/layout/list1"/>
    <dgm:cxn modelId="{9EE85F1F-5297-5844-AE16-135A6E01726D}" type="presParOf" srcId="{6DECF302-6458-D646-880C-F879B97F30D5}" destId="{3B0A9DFE-0B63-C94B-BDCC-D66C958F8705}" srcOrd="0" destOrd="0" presId="urn:microsoft.com/office/officeart/2005/8/layout/list1"/>
    <dgm:cxn modelId="{F0CB3FB2-C4CB-8949-A98C-2005654FC1C5}" type="presParOf" srcId="{6DECF302-6458-D646-880C-F879B97F30D5}" destId="{80B8595D-D10C-0244-912B-73BABA28A137}" srcOrd="1" destOrd="0" presId="urn:microsoft.com/office/officeart/2005/8/layout/list1"/>
    <dgm:cxn modelId="{D5AF0738-B417-7744-AD84-8F3375447C7A}" type="presParOf" srcId="{953A50D9-263B-614B-8AD4-2A70A1EE489F}" destId="{58300128-8697-D84F-BCC3-EB1EFB38C2AF}" srcOrd="5" destOrd="0" presId="urn:microsoft.com/office/officeart/2005/8/layout/list1"/>
    <dgm:cxn modelId="{1DDA4209-DC1A-BB48-8878-E5B694AE33F5}" type="presParOf" srcId="{953A50D9-263B-614B-8AD4-2A70A1EE489F}" destId="{4D6DC218-DFF5-2347-9AFF-E34732CA7773}" srcOrd="6" destOrd="0" presId="urn:microsoft.com/office/officeart/2005/8/layout/list1"/>
    <dgm:cxn modelId="{9AFA62FC-A59E-F447-91F7-9C8AD241AC4D}" type="presParOf" srcId="{953A50D9-263B-614B-8AD4-2A70A1EE489F}" destId="{D71028AF-762E-7946-BC39-4AA1310F3358}" srcOrd="7" destOrd="0" presId="urn:microsoft.com/office/officeart/2005/8/layout/list1"/>
    <dgm:cxn modelId="{7150512C-5783-3645-B8E2-7A8EC0DD1CE6}" type="presParOf" srcId="{953A50D9-263B-614B-8AD4-2A70A1EE489F}" destId="{2372C3FB-F25E-294A-8463-2C7AABDF7299}" srcOrd="8" destOrd="0" presId="urn:microsoft.com/office/officeart/2005/8/layout/list1"/>
    <dgm:cxn modelId="{5C332AE3-7CFD-7A44-BC6B-D071450904E3}" type="presParOf" srcId="{2372C3FB-F25E-294A-8463-2C7AABDF7299}" destId="{918082C4-181E-4949-8E31-36ED37729EAE}" srcOrd="0" destOrd="0" presId="urn:microsoft.com/office/officeart/2005/8/layout/list1"/>
    <dgm:cxn modelId="{9DE0FAEA-BB56-8141-904C-EC7356A3ACA3}" type="presParOf" srcId="{2372C3FB-F25E-294A-8463-2C7AABDF7299}" destId="{33EBE219-4BA6-DB46-B160-EEB4B61E8CB5}" srcOrd="1" destOrd="0" presId="urn:microsoft.com/office/officeart/2005/8/layout/list1"/>
    <dgm:cxn modelId="{029804A8-E4A0-F848-A8EE-6C186DB2DA94}" type="presParOf" srcId="{953A50D9-263B-614B-8AD4-2A70A1EE489F}" destId="{1295F034-07EC-9249-A9AB-0559610D373F}" srcOrd="9" destOrd="0" presId="urn:microsoft.com/office/officeart/2005/8/layout/list1"/>
    <dgm:cxn modelId="{0167C673-255A-A24F-AB70-664445231CAE}" type="presParOf" srcId="{953A50D9-263B-614B-8AD4-2A70A1EE489F}" destId="{70AC1BE9-E752-CB45-9BE9-DF2E0B230545}"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013AE71C-5788-4FDB-854A-8E5CB1FBD311}"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de-DE"/>
        </a:p>
      </dgm:t>
    </dgm:pt>
    <dgm:pt modelId="{B07208EB-C31A-444C-8A44-3A182963C6E4}">
      <dgm:prSet phldrT="[Text]" custT="1"/>
      <dgm:spPr/>
      <dgm:t>
        <a:bodyPr/>
        <a:lstStyle/>
        <a:p>
          <a:r>
            <a:rPr lang="de-DE" sz="3200" dirty="0" err="1">
              <a:solidFill>
                <a:schemeClr val="tx1"/>
              </a:solidFill>
            </a:rPr>
            <a:t>project-root</a:t>
          </a:r>
          <a:endParaRPr lang="de-DE" sz="3200" dirty="0">
            <a:solidFill>
              <a:schemeClr val="tx1"/>
            </a:solidFill>
          </a:endParaRPr>
        </a:p>
      </dgm:t>
    </dgm:pt>
    <dgm:pt modelId="{84FD4C7C-89ED-45F2-BE72-BA6998B045D9}" type="parTrans" cxnId="{DF2D3A8E-43EB-4415-9C9E-2AEEFBAFC1D5}">
      <dgm:prSet/>
      <dgm:spPr/>
      <dgm:t>
        <a:bodyPr/>
        <a:lstStyle/>
        <a:p>
          <a:endParaRPr lang="de-DE"/>
        </a:p>
      </dgm:t>
    </dgm:pt>
    <dgm:pt modelId="{F7DA1A53-3402-4BF9-B7E0-480A61428D0A}" type="sibTrans" cxnId="{DF2D3A8E-43EB-4415-9C9E-2AEEFBAFC1D5}">
      <dgm:prSet/>
      <dgm:spPr/>
      <dgm:t>
        <a:bodyPr/>
        <a:lstStyle/>
        <a:p>
          <a:endParaRPr lang="de-DE"/>
        </a:p>
      </dgm:t>
    </dgm:pt>
    <dgm:pt modelId="{109261F7-C04A-47FA-874A-462386EA0D62}">
      <dgm:prSet phldrT="[Text]"/>
      <dgm:spPr/>
      <dgm:t>
        <a:bodyPr/>
        <a:lstStyle/>
        <a:p>
          <a:r>
            <a:rPr lang="de-DE" dirty="0" err="1"/>
            <a:t>package.json</a:t>
          </a:r>
          <a:endParaRPr lang="de-DE" dirty="0"/>
        </a:p>
      </dgm:t>
    </dgm:pt>
    <dgm:pt modelId="{75C11CB0-1C49-435C-849E-DD2E8AE8DCE6}" type="parTrans" cxnId="{124DF4BE-2C26-4A02-9D3A-8659C1E3ED26}">
      <dgm:prSet/>
      <dgm:spPr/>
      <dgm:t>
        <a:bodyPr/>
        <a:lstStyle/>
        <a:p>
          <a:endParaRPr lang="de-DE"/>
        </a:p>
      </dgm:t>
    </dgm:pt>
    <dgm:pt modelId="{096E2888-376B-4112-B48B-9D46DF7E426D}" type="sibTrans" cxnId="{124DF4BE-2C26-4A02-9D3A-8659C1E3ED26}">
      <dgm:prSet/>
      <dgm:spPr/>
      <dgm:t>
        <a:bodyPr/>
        <a:lstStyle/>
        <a:p>
          <a:endParaRPr lang="de-DE"/>
        </a:p>
      </dgm:t>
    </dgm:pt>
    <dgm:pt modelId="{158172B8-FA15-42C7-96D4-1E7AA5EED8DA}">
      <dgm:prSet phldrT="[Text]"/>
      <dgm:spPr/>
      <dgm:t>
        <a:bodyPr/>
        <a:lstStyle/>
        <a:p>
          <a:r>
            <a:rPr lang="de-DE" dirty="0" err="1"/>
            <a:t>src</a:t>
          </a:r>
          <a:endParaRPr lang="de-DE" dirty="0"/>
        </a:p>
      </dgm:t>
    </dgm:pt>
    <dgm:pt modelId="{4FA3B7F8-15CE-4452-A655-1AA56F6FD8CB}" type="parTrans" cxnId="{D62A3800-53E7-46FE-ADEA-C326442F6542}">
      <dgm:prSet/>
      <dgm:spPr/>
      <dgm:t>
        <a:bodyPr/>
        <a:lstStyle/>
        <a:p>
          <a:endParaRPr lang="de-DE"/>
        </a:p>
      </dgm:t>
    </dgm:pt>
    <dgm:pt modelId="{DAFFCA11-2A2E-4B50-9547-ACB539D7AE52}" type="sibTrans" cxnId="{D62A3800-53E7-46FE-ADEA-C326442F6542}">
      <dgm:prSet/>
      <dgm:spPr/>
      <dgm:t>
        <a:bodyPr/>
        <a:lstStyle/>
        <a:p>
          <a:endParaRPr lang="de-DE"/>
        </a:p>
      </dgm:t>
    </dgm:pt>
    <dgm:pt modelId="{83C0606B-AAF4-448C-B17F-FFCC3F5A3A66}">
      <dgm:prSet phldrT="[Text]"/>
      <dgm:spPr/>
      <dgm:t>
        <a:bodyPr/>
        <a:lstStyle/>
        <a:p>
          <a:r>
            <a:rPr lang="de-DE" dirty="0" err="1"/>
            <a:t>node</a:t>
          </a:r>
          <a:r>
            <a:rPr lang="de-DE" dirty="0"/>
            <a:t>-modules</a:t>
          </a:r>
        </a:p>
      </dgm:t>
    </dgm:pt>
    <dgm:pt modelId="{20AA8CF7-50B9-45E3-B3A2-4F95D4624F88}" type="parTrans" cxnId="{0B875F2E-D973-48F9-A27F-DCDE431E19AF}">
      <dgm:prSet/>
      <dgm:spPr/>
      <dgm:t>
        <a:bodyPr/>
        <a:lstStyle/>
        <a:p>
          <a:endParaRPr lang="de-DE"/>
        </a:p>
      </dgm:t>
    </dgm:pt>
    <dgm:pt modelId="{B57276AA-6AEF-42F1-8FE5-6774008CC577}" type="sibTrans" cxnId="{0B875F2E-D973-48F9-A27F-DCDE431E19AF}">
      <dgm:prSet/>
      <dgm:spPr/>
      <dgm:t>
        <a:bodyPr/>
        <a:lstStyle/>
        <a:p>
          <a:endParaRPr lang="de-DE"/>
        </a:p>
      </dgm:t>
    </dgm:pt>
    <dgm:pt modelId="{9A5C7173-5A48-4CEA-99C9-428CB3E77892}">
      <dgm:prSet phldrT="[Text]"/>
      <dgm:spPr/>
      <dgm:t>
        <a:bodyPr/>
        <a:lstStyle/>
        <a:p>
          <a:r>
            <a:rPr lang="de-DE" dirty="0"/>
            <a:t>module1</a:t>
          </a:r>
        </a:p>
      </dgm:t>
    </dgm:pt>
    <dgm:pt modelId="{988A3A29-CD95-4E1C-8F64-ADC4D87CBD41}" type="parTrans" cxnId="{AFB5BD76-E0ED-41EC-A56F-28B39BFDA2D1}">
      <dgm:prSet/>
      <dgm:spPr/>
      <dgm:t>
        <a:bodyPr/>
        <a:lstStyle/>
        <a:p>
          <a:endParaRPr lang="de-DE"/>
        </a:p>
      </dgm:t>
    </dgm:pt>
    <dgm:pt modelId="{E93F3061-6190-4084-8186-C92332B1AAA2}" type="sibTrans" cxnId="{AFB5BD76-E0ED-41EC-A56F-28B39BFDA2D1}">
      <dgm:prSet/>
      <dgm:spPr/>
      <dgm:t>
        <a:bodyPr/>
        <a:lstStyle/>
        <a:p>
          <a:endParaRPr lang="de-DE"/>
        </a:p>
      </dgm:t>
    </dgm:pt>
    <dgm:pt modelId="{E8E969CD-F312-451E-A11B-E4FB0960CE2F}">
      <dgm:prSet phldrT="[Text]"/>
      <dgm:spPr/>
      <dgm:t>
        <a:bodyPr/>
        <a:lstStyle/>
        <a:p>
          <a:r>
            <a:rPr lang="de-DE" dirty="0"/>
            <a:t>module2</a:t>
          </a:r>
        </a:p>
      </dgm:t>
    </dgm:pt>
    <dgm:pt modelId="{9672ADBD-A716-47E2-9F4B-47192B0EC09D}" type="parTrans" cxnId="{B312242D-F205-4C56-986C-CA83E6460AF5}">
      <dgm:prSet/>
      <dgm:spPr/>
      <dgm:t>
        <a:bodyPr/>
        <a:lstStyle/>
        <a:p>
          <a:endParaRPr lang="de-DE"/>
        </a:p>
      </dgm:t>
    </dgm:pt>
    <dgm:pt modelId="{D98356A8-9894-4E93-BA95-B276FE3EEC03}" type="sibTrans" cxnId="{B312242D-F205-4C56-986C-CA83E6460AF5}">
      <dgm:prSet/>
      <dgm:spPr/>
      <dgm:t>
        <a:bodyPr/>
        <a:lstStyle/>
        <a:p>
          <a:endParaRPr lang="de-DE"/>
        </a:p>
      </dgm:t>
    </dgm:pt>
    <dgm:pt modelId="{501F4F21-F9A3-468F-BBDB-F11F2B7AB487}">
      <dgm:prSet phldrT="[Text]"/>
      <dgm:spPr/>
      <dgm:t>
        <a:bodyPr/>
        <a:lstStyle/>
        <a:p>
          <a:r>
            <a:rPr lang="de-DE" dirty="0"/>
            <a:t>…</a:t>
          </a:r>
        </a:p>
      </dgm:t>
    </dgm:pt>
    <dgm:pt modelId="{72D0E701-2B12-4866-9C50-961AB319D888}" type="parTrans" cxnId="{FF0749CA-DC3E-41C4-A77A-9B30C12BC439}">
      <dgm:prSet/>
      <dgm:spPr/>
      <dgm:t>
        <a:bodyPr/>
        <a:lstStyle/>
        <a:p>
          <a:endParaRPr lang="de-DE"/>
        </a:p>
      </dgm:t>
    </dgm:pt>
    <dgm:pt modelId="{1D8D2EE2-27D0-4D45-B526-C4694BB9CB65}" type="sibTrans" cxnId="{FF0749CA-DC3E-41C4-A77A-9B30C12BC439}">
      <dgm:prSet/>
      <dgm:spPr/>
      <dgm:t>
        <a:bodyPr/>
        <a:lstStyle/>
        <a:p>
          <a:endParaRPr lang="de-DE"/>
        </a:p>
      </dgm:t>
    </dgm:pt>
    <dgm:pt modelId="{DA351AE3-EE1B-4F6A-A9C8-628646245883}">
      <dgm:prSet phldrT="[Text]"/>
      <dgm:spPr/>
      <dgm:t>
        <a:bodyPr/>
        <a:lstStyle/>
        <a:p>
          <a:r>
            <a:rPr lang="de-DE" dirty="0"/>
            <a:t>script1</a:t>
          </a:r>
        </a:p>
      </dgm:t>
    </dgm:pt>
    <dgm:pt modelId="{1C05D227-F191-4992-A934-48EAEEDC3CED}" type="parTrans" cxnId="{9A946735-9407-43C2-8776-14B56A9E42B0}">
      <dgm:prSet/>
      <dgm:spPr/>
      <dgm:t>
        <a:bodyPr/>
        <a:lstStyle/>
        <a:p>
          <a:endParaRPr lang="de-DE"/>
        </a:p>
      </dgm:t>
    </dgm:pt>
    <dgm:pt modelId="{A3C5381F-0156-4DE4-B6C5-CA281CA44292}" type="sibTrans" cxnId="{9A946735-9407-43C2-8776-14B56A9E42B0}">
      <dgm:prSet/>
      <dgm:spPr/>
      <dgm:t>
        <a:bodyPr/>
        <a:lstStyle/>
        <a:p>
          <a:endParaRPr lang="de-DE"/>
        </a:p>
      </dgm:t>
    </dgm:pt>
    <dgm:pt modelId="{CDFD7824-4D2A-43AB-992B-9795F5ABA8DD}">
      <dgm:prSet phldrT="[Text]"/>
      <dgm:spPr/>
      <dgm:t>
        <a:bodyPr/>
        <a:lstStyle/>
        <a:p>
          <a:r>
            <a:rPr lang="de-DE" dirty="0"/>
            <a:t>script2</a:t>
          </a:r>
        </a:p>
      </dgm:t>
    </dgm:pt>
    <dgm:pt modelId="{5855370E-3E8E-4546-97E2-078EDBBCD31D}" type="parTrans" cxnId="{A58F52F4-87EB-452F-8E03-4B6A8C8FE89E}">
      <dgm:prSet/>
      <dgm:spPr/>
      <dgm:t>
        <a:bodyPr/>
        <a:lstStyle/>
        <a:p>
          <a:endParaRPr lang="de-DE"/>
        </a:p>
      </dgm:t>
    </dgm:pt>
    <dgm:pt modelId="{8F29EC89-2B39-4882-84C6-608B8A36C64D}" type="sibTrans" cxnId="{A58F52F4-87EB-452F-8E03-4B6A8C8FE89E}">
      <dgm:prSet/>
      <dgm:spPr/>
      <dgm:t>
        <a:bodyPr/>
        <a:lstStyle/>
        <a:p>
          <a:endParaRPr lang="de-DE"/>
        </a:p>
      </dgm:t>
    </dgm:pt>
    <dgm:pt modelId="{D141CDF2-DC35-4EA0-B88E-969D02B539AF}">
      <dgm:prSet phldrT="[Text]"/>
      <dgm:spPr/>
      <dgm:t>
        <a:bodyPr/>
        <a:lstStyle/>
        <a:p>
          <a:r>
            <a:rPr lang="de-DE" dirty="0"/>
            <a:t>…</a:t>
          </a:r>
        </a:p>
      </dgm:t>
    </dgm:pt>
    <dgm:pt modelId="{2FAD0290-F3EC-48AE-9C3E-4E0B60C9A202}" type="parTrans" cxnId="{41CF3B2D-7C9B-4D73-8EF2-71FF62B20C94}">
      <dgm:prSet/>
      <dgm:spPr/>
      <dgm:t>
        <a:bodyPr/>
        <a:lstStyle/>
        <a:p>
          <a:endParaRPr lang="de-DE"/>
        </a:p>
      </dgm:t>
    </dgm:pt>
    <dgm:pt modelId="{9A0F2801-DD7E-4100-A84B-3752E966001A}" type="sibTrans" cxnId="{41CF3B2D-7C9B-4D73-8EF2-71FF62B20C94}">
      <dgm:prSet/>
      <dgm:spPr/>
      <dgm:t>
        <a:bodyPr/>
        <a:lstStyle/>
        <a:p>
          <a:endParaRPr lang="de-DE"/>
        </a:p>
      </dgm:t>
    </dgm:pt>
    <dgm:pt modelId="{5B0BDF51-5ECC-4B9A-B5D8-35139756098E}" type="pres">
      <dgm:prSet presAssocID="{013AE71C-5788-4FDB-854A-8E5CB1FBD311}" presName="diagram" presStyleCnt="0">
        <dgm:presLayoutVars>
          <dgm:chPref val="1"/>
          <dgm:dir/>
          <dgm:animOne val="branch"/>
          <dgm:animLvl val="lvl"/>
          <dgm:resizeHandles/>
        </dgm:presLayoutVars>
      </dgm:prSet>
      <dgm:spPr/>
    </dgm:pt>
    <dgm:pt modelId="{7405F66F-C0D1-4729-BB4E-7BF4407F1859}" type="pres">
      <dgm:prSet presAssocID="{B07208EB-C31A-444C-8A44-3A182963C6E4}" presName="root" presStyleCnt="0"/>
      <dgm:spPr/>
    </dgm:pt>
    <dgm:pt modelId="{FB47BDD5-4272-4BCA-A049-2F007949D022}" type="pres">
      <dgm:prSet presAssocID="{B07208EB-C31A-444C-8A44-3A182963C6E4}" presName="rootComposite" presStyleCnt="0"/>
      <dgm:spPr/>
    </dgm:pt>
    <dgm:pt modelId="{6607D71C-8DC4-4BB6-8305-5D6236EF6AF4}" type="pres">
      <dgm:prSet presAssocID="{B07208EB-C31A-444C-8A44-3A182963C6E4}" presName="rootText" presStyleLbl="node1" presStyleIdx="0" presStyleCnt="1" custScaleX="148135"/>
      <dgm:spPr/>
    </dgm:pt>
    <dgm:pt modelId="{1969AC91-C91D-4965-9BEB-0B9F5D9C006F}" type="pres">
      <dgm:prSet presAssocID="{B07208EB-C31A-444C-8A44-3A182963C6E4}" presName="rootConnector" presStyleLbl="node1" presStyleIdx="0" presStyleCnt="1"/>
      <dgm:spPr/>
    </dgm:pt>
    <dgm:pt modelId="{6CFD0CA9-C712-41E0-B719-0A23ACCC5397}" type="pres">
      <dgm:prSet presAssocID="{B07208EB-C31A-444C-8A44-3A182963C6E4}" presName="childShape" presStyleCnt="0"/>
      <dgm:spPr/>
    </dgm:pt>
    <dgm:pt modelId="{FE972E17-81E7-4DC9-8BB9-241D4556144A}" type="pres">
      <dgm:prSet presAssocID="{75C11CB0-1C49-435C-849E-DD2E8AE8DCE6}" presName="Name13" presStyleLbl="parChTrans1D2" presStyleIdx="0" presStyleCnt="3"/>
      <dgm:spPr/>
    </dgm:pt>
    <dgm:pt modelId="{C03CB49A-CA21-4561-9CA0-7967197F9B89}" type="pres">
      <dgm:prSet presAssocID="{109261F7-C04A-47FA-874A-462386EA0D62}" presName="childText" presStyleLbl="bgAcc1" presStyleIdx="0" presStyleCnt="3">
        <dgm:presLayoutVars>
          <dgm:bulletEnabled val="1"/>
        </dgm:presLayoutVars>
      </dgm:prSet>
      <dgm:spPr/>
    </dgm:pt>
    <dgm:pt modelId="{EC0960B8-D78E-4984-805C-5C0B1C40DBDE}" type="pres">
      <dgm:prSet presAssocID="{4FA3B7F8-15CE-4452-A655-1AA56F6FD8CB}" presName="Name13" presStyleLbl="parChTrans1D2" presStyleIdx="1" presStyleCnt="3"/>
      <dgm:spPr/>
    </dgm:pt>
    <dgm:pt modelId="{8CE943E3-F1AB-4E0A-BBA8-1A2B8AFF0336}" type="pres">
      <dgm:prSet presAssocID="{158172B8-FA15-42C7-96D4-1E7AA5EED8DA}" presName="childText" presStyleLbl="bgAcc1" presStyleIdx="1" presStyleCnt="3">
        <dgm:presLayoutVars>
          <dgm:bulletEnabled val="1"/>
        </dgm:presLayoutVars>
      </dgm:prSet>
      <dgm:spPr/>
    </dgm:pt>
    <dgm:pt modelId="{5A45C53C-7725-48D9-A02E-81B437FBB969}" type="pres">
      <dgm:prSet presAssocID="{20AA8CF7-50B9-45E3-B3A2-4F95D4624F88}" presName="Name13" presStyleLbl="parChTrans1D2" presStyleIdx="2" presStyleCnt="3"/>
      <dgm:spPr/>
    </dgm:pt>
    <dgm:pt modelId="{F47786B8-D1FB-42D9-A2B7-99A3BE6B2E5F}" type="pres">
      <dgm:prSet presAssocID="{83C0606B-AAF4-448C-B17F-FFCC3F5A3A66}" presName="childText" presStyleLbl="bgAcc1" presStyleIdx="2" presStyleCnt="3">
        <dgm:presLayoutVars>
          <dgm:bulletEnabled val="1"/>
        </dgm:presLayoutVars>
      </dgm:prSet>
      <dgm:spPr/>
    </dgm:pt>
  </dgm:ptLst>
  <dgm:cxnLst>
    <dgm:cxn modelId="{D62A3800-53E7-46FE-ADEA-C326442F6542}" srcId="{B07208EB-C31A-444C-8A44-3A182963C6E4}" destId="{158172B8-FA15-42C7-96D4-1E7AA5EED8DA}" srcOrd="1" destOrd="0" parTransId="{4FA3B7F8-15CE-4452-A655-1AA56F6FD8CB}" sibTransId="{DAFFCA11-2A2E-4B50-9547-ACB539D7AE52}"/>
    <dgm:cxn modelId="{3478BB09-3986-41E6-8A8E-535DB3B7B2B6}" type="presOf" srcId="{501F4F21-F9A3-468F-BBDB-F11F2B7AB487}" destId="{F47786B8-D1FB-42D9-A2B7-99A3BE6B2E5F}" srcOrd="0" destOrd="3" presId="urn:microsoft.com/office/officeart/2005/8/layout/hierarchy3"/>
    <dgm:cxn modelId="{6C1E7918-9F69-4410-AC60-6547101925D2}" type="presOf" srcId="{D141CDF2-DC35-4EA0-B88E-969D02B539AF}" destId="{8CE943E3-F1AB-4E0A-BBA8-1A2B8AFF0336}" srcOrd="0" destOrd="3" presId="urn:microsoft.com/office/officeart/2005/8/layout/hierarchy3"/>
    <dgm:cxn modelId="{7390091A-C328-4436-BDD9-4D39199D2385}" type="presOf" srcId="{109261F7-C04A-47FA-874A-462386EA0D62}" destId="{C03CB49A-CA21-4561-9CA0-7967197F9B89}" srcOrd="0" destOrd="0" presId="urn:microsoft.com/office/officeart/2005/8/layout/hierarchy3"/>
    <dgm:cxn modelId="{B312242D-F205-4C56-986C-CA83E6460AF5}" srcId="{83C0606B-AAF4-448C-B17F-FFCC3F5A3A66}" destId="{E8E969CD-F312-451E-A11B-E4FB0960CE2F}" srcOrd="1" destOrd="0" parTransId="{9672ADBD-A716-47E2-9F4B-47192B0EC09D}" sibTransId="{D98356A8-9894-4E93-BA95-B276FE3EEC03}"/>
    <dgm:cxn modelId="{41CF3B2D-7C9B-4D73-8EF2-71FF62B20C94}" srcId="{158172B8-FA15-42C7-96D4-1E7AA5EED8DA}" destId="{D141CDF2-DC35-4EA0-B88E-969D02B539AF}" srcOrd="2" destOrd="0" parTransId="{2FAD0290-F3EC-48AE-9C3E-4E0B60C9A202}" sibTransId="{9A0F2801-DD7E-4100-A84B-3752E966001A}"/>
    <dgm:cxn modelId="{0B875F2E-D973-48F9-A27F-DCDE431E19AF}" srcId="{B07208EB-C31A-444C-8A44-3A182963C6E4}" destId="{83C0606B-AAF4-448C-B17F-FFCC3F5A3A66}" srcOrd="2" destOrd="0" parTransId="{20AA8CF7-50B9-45E3-B3A2-4F95D4624F88}" sibTransId="{B57276AA-6AEF-42F1-8FE5-6774008CC577}"/>
    <dgm:cxn modelId="{9A946735-9407-43C2-8776-14B56A9E42B0}" srcId="{158172B8-FA15-42C7-96D4-1E7AA5EED8DA}" destId="{DA351AE3-EE1B-4F6A-A9C8-628646245883}" srcOrd="0" destOrd="0" parTransId="{1C05D227-F191-4992-A934-48EAEEDC3CED}" sibTransId="{A3C5381F-0156-4DE4-B6C5-CA281CA44292}"/>
    <dgm:cxn modelId="{37361443-4232-40DD-8A7D-75385CF99E1C}" type="presOf" srcId="{B07208EB-C31A-444C-8A44-3A182963C6E4}" destId="{1969AC91-C91D-4965-9BEB-0B9F5D9C006F}" srcOrd="1" destOrd="0" presId="urn:microsoft.com/office/officeart/2005/8/layout/hierarchy3"/>
    <dgm:cxn modelId="{55D37D4C-0C55-4EED-A1E6-CCF5F345A6CB}" type="presOf" srcId="{013AE71C-5788-4FDB-854A-8E5CB1FBD311}" destId="{5B0BDF51-5ECC-4B9A-B5D8-35139756098E}" srcOrd="0" destOrd="0" presId="urn:microsoft.com/office/officeart/2005/8/layout/hierarchy3"/>
    <dgm:cxn modelId="{D5FAD061-B199-4FAB-93F4-7564AE903D84}" type="presOf" srcId="{4FA3B7F8-15CE-4452-A655-1AA56F6FD8CB}" destId="{EC0960B8-D78E-4984-805C-5C0B1C40DBDE}" srcOrd="0" destOrd="0" presId="urn:microsoft.com/office/officeart/2005/8/layout/hierarchy3"/>
    <dgm:cxn modelId="{57634C6E-1443-45D7-8B4D-34C8A4280F72}" type="presOf" srcId="{20AA8CF7-50B9-45E3-B3A2-4F95D4624F88}" destId="{5A45C53C-7725-48D9-A02E-81B437FBB969}" srcOrd="0" destOrd="0" presId="urn:microsoft.com/office/officeart/2005/8/layout/hierarchy3"/>
    <dgm:cxn modelId="{B3B49D70-4C0F-48D2-8617-EEAD859F3F6C}" type="presOf" srcId="{83C0606B-AAF4-448C-B17F-FFCC3F5A3A66}" destId="{F47786B8-D1FB-42D9-A2B7-99A3BE6B2E5F}" srcOrd="0" destOrd="0" presId="urn:microsoft.com/office/officeart/2005/8/layout/hierarchy3"/>
    <dgm:cxn modelId="{8CD11B76-B3B6-4574-A970-AB782638715A}" type="presOf" srcId="{E8E969CD-F312-451E-A11B-E4FB0960CE2F}" destId="{F47786B8-D1FB-42D9-A2B7-99A3BE6B2E5F}" srcOrd="0" destOrd="2" presId="urn:microsoft.com/office/officeart/2005/8/layout/hierarchy3"/>
    <dgm:cxn modelId="{AFB5BD76-E0ED-41EC-A56F-28B39BFDA2D1}" srcId="{83C0606B-AAF4-448C-B17F-FFCC3F5A3A66}" destId="{9A5C7173-5A48-4CEA-99C9-428CB3E77892}" srcOrd="0" destOrd="0" parTransId="{988A3A29-CD95-4E1C-8F64-ADC4D87CBD41}" sibTransId="{E93F3061-6190-4084-8186-C92332B1AAA2}"/>
    <dgm:cxn modelId="{3951A57D-2966-453A-A099-D3C0317EE746}" type="presOf" srcId="{DA351AE3-EE1B-4F6A-A9C8-628646245883}" destId="{8CE943E3-F1AB-4E0A-BBA8-1A2B8AFF0336}" srcOrd="0" destOrd="1" presId="urn:microsoft.com/office/officeart/2005/8/layout/hierarchy3"/>
    <dgm:cxn modelId="{DF2D3A8E-43EB-4415-9C9E-2AEEFBAFC1D5}" srcId="{013AE71C-5788-4FDB-854A-8E5CB1FBD311}" destId="{B07208EB-C31A-444C-8A44-3A182963C6E4}" srcOrd="0" destOrd="0" parTransId="{84FD4C7C-89ED-45F2-BE72-BA6998B045D9}" sibTransId="{F7DA1A53-3402-4BF9-B7E0-480A61428D0A}"/>
    <dgm:cxn modelId="{308EB291-164F-4118-8A5A-5B0B52CFF5AF}" type="presOf" srcId="{158172B8-FA15-42C7-96D4-1E7AA5EED8DA}" destId="{8CE943E3-F1AB-4E0A-BBA8-1A2B8AFF0336}" srcOrd="0" destOrd="0" presId="urn:microsoft.com/office/officeart/2005/8/layout/hierarchy3"/>
    <dgm:cxn modelId="{39075FB2-C82F-4B80-B51B-4AE99E9BF714}" type="presOf" srcId="{B07208EB-C31A-444C-8A44-3A182963C6E4}" destId="{6607D71C-8DC4-4BB6-8305-5D6236EF6AF4}" srcOrd="0" destOrd="0" presId="urn:microsoft.com/office/officeart/2005/8/layout/hierarchy3"/>
    <dgm:cxn modelId="{B3F7A5B7-12D9-478B-BCCC-2B2D179101BD}" type="presOf" srcId="{75C11CB0-1C49-435C-849E-DD2E8AE8DCE6}" destId="{FE972E17-81E7-4DC9-8BB9-241D4556144A}" srcOrd="0" destOrd="0" presId="urn:microsoft.com/office/officeart/2005/8/layout/hierarchy3"/>
    <dgm:cxn modelId="{A6F56DBD-C1D7-424B-907F-0963105A3A4C}" type="presOf" srcId="{9A5C7173-5A48-4CEA-99C9-428CB3E77892}" destId="{F47786B8-D1FB-42D9-A2B7-99A3BE6B2E5F}" srcOrd="0" destOrd="1" presId="urn:microsoft.com/office/officeart/2005/8/layout/hierarchy3"/>
    <dgm:cxn modelId="{124DF4BE-2C26-4A02-9D3A-8659C1E3ED26}" srcId="{B07208EB-C31A-444C-8A44-3A182963C6E4}" destId="{109261F7-C04A-47FA-874A-462386EA0D62}" srcOrd="0" destOrd="0" parTransId="{75C11CB0-1C49-435C-849E-DD2E8AE8DCE6}" sibTransId="{096E2888-376B-4112-B48B-9D46DF7E426D}"/>
    <dgm:cxn modelId="{FF0749CA-DC3E-41C4-A77A-9B30C12BC439}" srcId="{83C0606B-AAF4-448C-B17F-FFCC3F5A3A66}" destId="{501F4F21-F9A3-468F-BBDB-F11F2B7AB487}" srcOrd="2" destOrd="0" parTransId="{72D0E701-2B12-4866-9C50-961AB319D888}" sibTransId="{1D8D2EE2-27D0-4D45-B526-C4694BB9CB65}"/>
    <dgm:cxn modelId="{B1C945E5-ABD3-4F7C-B620-9336C7AC74B7}" type="presOf" srcId="{CDFD7824-4D2A-43AB-992B-9795F5ABA8DD}" destId="{8CE943E3-F1AB-4E0A-BBA8-1A2B8AFF0336}" srcOrd="0" destOrd="2" presId="urn:microsoft.com/office/officeart/2005/8/layout/hierarchy3"/>
    <dgm:cxn modelId="{A58F52F4-87EB-452F-8E03-4B6A8C8FE89E}" srcId="{158172B8-FA15-42C7-96D4-1E7AA5EED8DA}" destId="{CDFD7824-4D2A-43AB-992B-9795F5ABA8DD}" srcOrd="1" destOrd="0" parTransId="{5855370E-3E8E-4546-97E2-078EDBBCD31D}" sibTransId="{8F29EC89-2B39-4882-84C6-608B8A36C64D}"/>
    <dgm:cxn modelId="{35455BAE-BF86-4D2A-912D-3174F2B72703}" type="presParOf" srcId="{5B0BDF51-5ECC-4B9A-B5D8-35139756098E}" destId="{7405F66F-C0D1-4729-BB4E-7BF4407F1859}" srcOrd="0" destOrd="0" presId="urn:microsoft.com/office/officeart/2005/8/layout/hierarchy3"/>
    <dgm:cxn modelId="{F676C0C7-B625-403A-B6A5-B283529D8B78}" type="presParOf" srcId="{7405F66F-C0D1-4729-BB4E-7BF4407F1859}" destId="{FB47BDD5-4272-4BCA-A049-2F007949D022}" srcOrd="0" destOrd="0" presId="urn:microsoft.com/office/officeart/2005/8/layout/hierarchy3"/>
    <dgm:cxn modelId="{8E06FCDC-6132-4AA5-A5AE-67BA9484CFD1}" type="presParOf" srcId="{FB47BDD5-4272-4BCA-A049-2F007949D022}" destId="{6607D71C-8DC4-4BB6-8305-5D6236EF6AF4}" srcOrd="0" destOrd="0" presId="urn:microsoft.com/office/officeart/2005/8/layout/hierarchy3"/>
    <dgm:cxn modelId="{95746524-9638-41FF-998C-C21857A88DF5}" type="presParOf" srcId="{FB47BDD5-4272-4BCA-A049-2F007949D022}" destId="{1969AC91-C91D-4965-9BEB-0B9F5D9C006F}" srcOrd="1" destOrd="0" presId="urn:microsoft.com/office/officeart/2005/8/layout/hierarchy3"/>
    <dgm:cxn modelId="{BD567E8D-2BDB-4791-9485-F405CB7DA39B}" type="presParOf" srcId="{7405F66F-C0D1-4729-BB4E-7BF4407F1859}" destId="{6CFD0CA9-C712-41E0-B719-0A23ACCC5397}" srcOrd="1" destOrd="0" presId="urn:microsoft.com/office/officeart/2005/8/layout/hierarchy3"/>
    <dgm:cxn modelId="{A461869B-CC82-4D1A-A67D-8D3451272FB7}" type="presParOf" srcId="{6CFD0CA9-C712-41E0-B719-0A23ACCC5397}" destId="{FE972E17-81E7-4DC9-8BB9-241D4556144A}" srcOrd="0" destOrd="0" presId="urn:microsoft.com/office/officeart/2005/8/layout/hierarchy3"/>
    <dgm:cxn modelId="{352DE9CB-7D8C-43CE-B9DE-FA8267A005F5}" type="presParOf" srcId="{6CFD0CA9-C712-41E0-B719-0A23ACCC5397}" destId="{C03CB49A-CA21-4561-9CA0-7967197F9B89}" srcOrd="1" destOrd="0" presId="urn:microsoft.com/office/officeart/2005/8/layout/hierarchy3"/>
    <dgm:cxn modelId="{8B33B713-5F3C-4387-BF2C-D59AEE0E28F4}" type="presParOf" srcId="{6CFD0CA9-C712-41E0-B719-0A23ACCC5397}" destId="{EC0960B8-D78E-4984-805C-5C0B1C40DBDE}" srcOrd="2" destOrd="0" presId="urn:microsoft.com/office/officeart/2005/8/layout/hierarchy3"/>
    <dgm:cxn modelId="{2C073CAE-B102-4849-9FF4-4789E94D05A2}" type="presParOf" srcId="{6CFD0CA9-C712-41E0-B719-0A23ACCC5397}" destId="{8CE943E3-F1AB-4E0A-BBA8-1A2B8AFF0336}" srcOrd="3" destOrd="0" presId="urn:microsoft.com/office/officeart/2005/8/layout/hierarchy3"/>
    <dgm:cxn modelId="{7B01D6EE-8EDB-4C07-8931-93B51D812D03}" type="presParOf" srcId="{6CFD0CA9-C712-41E0-B719-0A23ACCC5397}" destId="{5A45C53C-7725-48D9-A02E-81B437FBB969}" srcOrd="4" destOrd="0" presId="urn:microsoft.com/office/officeart/2005/8/layout/hierarchy3"/>
    <dgm:cxn modelId="{4B6C4957-B840-493C-988F-FC10BD8FA00F}" type="presParOf" srcId="{6CFD0CA9-C712-41E0-B719-0A23ACCC5397}" destId="{F47786B8-D1FB-42D9-A2B7-99A3BE6B2E5F}" srcOrd="5"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1DC1D8-AF8E-4AD3-8F3A-028424C67A03}">
      <dsp:nvSpPr>
        <dsp:cNvPr id="0" name=""/>
        <dsp:cNvSpPr/>
      </dsp:nvSpPr>
      <dsp:spPr>
        <a:xfrm>
          <a:off x="4692" y="2057466"/>
          <a:ext cx="1303734" cy="1303734"/>
        </a:xfrm>
        <a:prstGeom prst="ellipse">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de-DE" sz="1300" kern="1200" dirty="0"/>
            <a:t>ECMAScript5</a:t>
          </a:r>
        </a:p>
      </dsp:txBody>
      <dsp:txXfrm>
        <a:off x="195619" y="2248393"/>
        <a:ext cx="921880" cy="921880"/>
      </dsp:txXfrm>
    </dsp:sp>
    <dsp:sp modelId="{77389B7C-EEFA-49BC-ACFE-3BCDC31F3A4E}">
      <dsp:nvSpPr>
        <dsp:cNvPr id="0" name=""/>
        <dsp:cNvSpPr/>
      </dsp:nvSpPr>
      <dsp:spPr>
        <a:xfrm>
          <a:off x="1414290" y="2331250"/>
          <a:ext cx="756165" cy="756165"/>
        </a:xfrm>
        <a:prstGeom prst="mathPlus">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de-DE" sz="1100" kern="1200"/>
        </a:p>
      </dsp:txBody>
      <dsp:txXfrm>
        <a:off x="1514520" y="2620407"/>
        <a:ext cx="555705" cy="177851"/>
      </dsp:txXfrm>
    </dsp:sp>
    <dsp:sp modelId="{AFF351EB-85E5-496F-B9AB-45A5B109EEBC}">
      <dsp:nvSpPr>
        <dsp:cNvPr id="0" name=""/>
        <dsp:cNvSpPr/>
      </dsp:nvSpPr>
      <dsp:spPr>
        <a:xfrm>
          <a:off x="2276319" y="2057466"/>
          <a:ext cx="1303734" cy="1303734"/>
        </a:xfrm>
        <a:prstGeom prst="ellipse">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de-DE" sz="1300" kern="1200" dirty="0"/>
            <a:t>ECMAScript6</a:t>
          </a:r>
        </a:p>
      </dsp:txBody>
      <dsp:txXfrm>
        <a:off x="2467246" y="2248393"/>
        <a:ext cx="921880" cy="921880"/>
      </dsp:txXfrm>
    </dsp:sp>
    <dsp:sp modelId="{523619B0-4836-4F85-B178-D0067AC72FCE}">
      <dsp:nvSpPr>
        <dsp:cNvPr id="0" name=""/>
        <dsp:cNvSpPr/>
      </dsp:nvSpPr>
      <dsp:spPr>
        <a:xfrm>
          <a:off x="3685917" y="2331250"/>
          <a:ext cx="756165" cy="756165"/>
        </a:xfrm>
        <a:prstGeom prst="mathPlus">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de-DE" sz="1100" kern="1200"/>
        </a:p>
      </dsp:txBody>
      <dsp:txXfrm>
        <a:off x="3786147" y="2620407"/>
        <a:ext cx="555705" cy="177851"/>
      </dsp:txXfrm>
    </dsp:sp>
    <dsp:sp modelId="{356DDC87-D1BE-49E9-9017-C238619EE953}">
      <dsp:nvSpPr>
        <dsp:cNvPr id="0" name=""/>
        <dsp:cNvSpPr/>
      </dsp:nvSpPr>
      <dsp:spPr>
        <a:xfrm>
          <a:off x="4547946" y="2057466"/>
          <a:ext cx="1303734" cy="1303734"/>
        </a:xfrm>
        <a:prstGeom prst="ellipse">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de-DE" sz="1300" kern="1200" dirty="0"/>
            <a:t>Additional Features</a:t>
          </a:r>
        </a:p>
      </dsp:txBody>
      <dsp:txXfrm>
        <a:off x="4738873" y="2248393"/>
        <a:ext cx="921880" cy="921880"/>
      </dsp:txXfrm>
    </dsp:sp>
    <dsp:sp modelId="{045500DA-CC1F-4371-AA73-63024F1D06F3}">
      <dsp:nvSpPr>
        <dsp:cNvPr id="0" name=""/>
        <dsp:cNvSpPr/>
      </dsp:nvSpPr>
      <dsp:spPr>
        <a:xfrm>
          <a:off x="5957543" y="2331250"/>
          <a:ext cx="756165" cy="756165"/>
        </a:xfrm>
        <a:prstGeom prst="mathEqual">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de-DE" sz="1100" kern="1200"/>
        </a:p>
      </dsp:txBody>
      <dsp:txXfrm>
        <a:off x="6057773" y="2487020"/>
        <a:ext cx="555705" cy="444625"/>
      </dsp:txXfrm>
    </dsp:sp>
    <dsp:sp modelId="{2A966352-D133-4596-A883-D312A2B550E6}">
      <dsp:nvSpPr>
        <dsp:cNvPr id="0" name=""/>
        <dsp:cNvSpPr/>
      </dsp:nvSpPr>
      <dsp:spPr>
        <a:xfrm>
          <a:off x="6819572" y="2057466"/>
          <a:ext cx="1303734" cy="1303734"/>
        </a:xfrm>
        <a:prstGeom prst="ellipse">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de-DE" sz="1300" kern="1200" dirty="0" err="1"/>
            <a:t>TypeScript</a:t>
          </a:r>
          <a:endParaRPr lang="de-DE" sz="1300" kern="1200" dirty="0"/>
        </a:p>
      </dsp:txBody>
      <dsp:txXfrm>
        <a:off x="7010499" y="2248393"/>
        <a:ext cx="921880" cy="92188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B80C5E-CCF4-4E52-8E57-FC1AA715B429}">
      <dsp:nvSpPr>
        <dsp:cNvPr id="0" name=""/>
        <dsp:cNvSpPr/>
      </dsp:nvSpPr>
      <dsp:spPr>
        <a:xfrm>
          <a:off x="0" y="2442"/>
          <a:ext cx="6513603" cy="123800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8C8B915-614F-48DD-A952-C233801F106C}">
      <dsp:nvSpPr>
        <dsp:cNvPr id="0" name=""/>
        <dsp:cNvSpPr/>
      </dsp:nvSpPr>
      <dsp:spPr>
        <a:xfrm>
          <a:off x="374497" y="280994"/>
          <a:ext cx="680904" cy="680904"/>
        </a:xfrm>
        <a:prstGeom prst="rect">
          <a:avLst/>
        </a:prstGeom>
        <a:blipFill>
          <a:blip xmlns:r="http://schemas.openxmlformats.org/officeDocument/2006/relationships">
            <a:extLst>
              <a:ext uri="{28A0092B-C50C-407E-A947-70E740481C1C}">
                <a14:useLocalDpi xmlns:a14="http://schemas.microsoft.com/office/drawing/2010/main"/>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319D7F5-0A2C-46EE-96E8-F0EA10ECDAD4}">
      <dsp:nvSpPr>
        <dsp:cNvPr id="0" name=""/>
        <dsp:cNvSpPr/>
      </dsp:nvSpPr>
      <dsp:spPr>
        <a:xfrm>
          <a:off x="1429899" y="2442"/>
          <a:ext cx="5083704" cy="12380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023" tIns="131023" rIns="131023" bIns="131023" numCol="1" spcCol="1270" anchor="ctr" anchorCtr="0">
          <a:noAutofit/>
        </a:bodyPr>
        <a:lstStyle/>
        <a:p>
          <a:pPr marL="0" lvl="0" indent="0" algn="l" defTabSz="977900">
            <a:lnSpc>
              <a:spcPct val="100000"/>
            </a:lnSpc>
            <a:spcBef>
              <a:spcPct val="0"/>
            </a:spcBef>
            <a:spcAft>
              <a:spcPct val="35000"/>
            </a:spcAft>
            <a:buNone/>
          </a:pPr>
          <a:r>
            <a:rPr lang="de-DE" sz="2200" kern="1200"/>
            <a:t>OO Concepts</a:t>
          </a:r>
        </a:p>
      </dsp:txBody>
      <dsp:txXfrm>
        <a:off x="1429899" y="2442"/>
        <a:ext cx="5083704" cy="1238008"/>
      </dsp:txXfrm>
    </dsp:sp>
    <dsp:sp modelId="{7DDD0EAC-A835-4F9E-AA7C-B442F1F3BE44}">
      <dsp:nvSpPr>
        <dsp:cNvPr id="0" name=""/>
        <dsp:cNvSpPr/>
      </dsp:nvSpPr>
      <dsp:spPr>
        <a:xfrm>
          <a:off x="0" y="1549953"/>
          <a:ext cx="6513603" cy="123800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0681CE2-3EFC-461B-8124-EF43EC9E024E}">
      <dsp:nvSpPr>
        <dsp:cNvPr id="0" name=""/>
        <dsp:cNvSpPr/>
      </dsp:nvSpPr>
      <dsp:spPr>
        <a:xfrm>
          <a:off x="374497" y="1828505"/>
          <a:ext cx="680904" cy="680904"/>
        </a:xfrm>
        <a:prstGeom prst="rect">
          <a:avLst/>
        </a:prstGeom>
        <a:blipFill>
          <a:blip xmlns:r="http://schemas.openxmlformats.org/officeDocument/2006/relationships">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465C624-F9BD-4CE2-814A-48072C0A76A2}">
      <dsp:nvSpPr>
        <dsp:cNvPr id="0" name=""/>
        <dsp:cNvSpPr/>
      </dsp:nvSpPr>
      <dsp:spPr>
        <a:xfrm>
          <a:off x="1429899" y="1549953"/>
          <a:ext cx="5083704" cy="12380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023" tIns="131023" rIns="131023" bIns="131023" numCol="1" spcCol="1270" anchor="ctr" anchorCtr="0">
          <a:noAutofit/>
        </a:bodyPr>
        <a:lstStyle/>
        <a:p>
          <a:pPr marL="0" lvl="0" indent="0" algn="l" defTabSz="977900">
            <a:lnSpc>
              <a:spcPct val="100000"/>
            </a:lnSpc>
            <a:spcBef>
              <a:spcPct val="0"/>
            </a:spcBef>
            <a:spcAft>
              <a:spcPct val="35000"/>
            </a:spcAft>
            <a:buNone/>
          </a:pPr>
          <a:r>
            <a:rPr lang="de-DE" sz="2200" kern="1200"/>
            <a:t>Supports Type Definitions</a:t>
          </a:r>
        </a:p>
      </dsp:txBody>
      <dsp:txXfrm>
        <a:off x="1429899" y="1549953"/>
        <a:ext cx="5083704" cy="1238008"/>
      </dsp:txXfrm>
    </dsp:sp>
    <dsp:sp modelId="{F4600845-C547-45B3-BC28-88871AFBDCF5}">
      <dsp:nvSpPr>
        <dsp:cNvPr id="0" name=""/>
        <dsp:cNvSpPr/>
      </dsp:nvSpPr>
      <dsp:spPr>
        <a:xfrm>
          <a:off x="0" y="3097464"/>
          <a:ext cx="6513603" cy="123800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16494FC-222B-4EBA-8304-186FCD3D3D7C}">
      <dsp:nvSpPr>
        <dsp:cNvPr id="0" name=""/>
        <dsp:cNvSpPr/>
      </dsp:nvSpPr>
      <dsp:spPr>
        <a:xfrm>
          <a:off x="374497" y="3376015"/>
          <a:ext cx="680904" cy="680904"/>
        </a:xfrm>
        <a:prstGeom prst="rect">
          <a:avLst/>
        </a:prstGeom>
        <a:blipFill>
          <a:blip xmlns:r="http://schemas.openxmlformats.org/officeDocument/2006/relationships">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BB3A14C-6BC7-48A5-8CA2-4A49C385E09D}">
      <dsp:nvSpPr>
        <dsp:cNvPr id="0" name=""/>
        <dsp:cNvSpPr/>
      </dsp:nvSpPr>
      <dsp:spPr>
        <a:xfrm>
          <a:off x="1429899" y="3097464"/>
          <a:ext cx="5083704" cy="12380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023" tIns="131023" rIns="131023" bIns="131023" numCol="1" spcCol="1270" anchor="ctr" anchorCtr="0">
          <a:noAutofit/>
        </a:bodyPr>
        <a:lstStyle/>
        <a:p>
          <a:pPr marL="0" lvl="0" indent="0" algn="l" defTabSz="977900">
            <a:lnSpc>
              <a:spcPct val="100000"/>
            </a:lnSpc>
            <a:spcBef>
              <a:spcPct val="0"/>
            </a:spcBef>
            <a:spcAft>
              <a:spcPct val="35000"/>
            </a:spcAft>
            <a:buNone/>
          </a:pPr>
          <a:r>
            <a:rPr lang="de-DE" sz="2200" kern="1200"/>
            <a:t>Strong static Type</a:t>
          </a:r>
        </a:p>
      </dsp:txBody>
      <dsp:txXfrm>
        <a:off x="1429899" y="3097464"/>
        <a:ext cx="5083704" cy="1238008"/>
      </dsp:txXfrm>
    </dsp:sp>
    <dsp:sp modelId="{F0A0FE29-1A60-4E3F-8AEA-3A981C2DD80E}">
      <dsp:nvSpPr>
        <dsp:cNvPr id="0" name=""/>
        <dsp:cNvSpPr/>
      </dsp:nvSpPr>
      <dsp:spPr>
        <a:xfrm>
          <a:off x="0" y="4644974"/>
          <a:ext cx="6513603" cy="123800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7122F4D-38B5-49EA-8A54-040F6BF8EB1A}">
      <dsp:nvSpPr>
        <dsp:cNvPr id="0" name=""/>
        <dsp:cNvSpPr/>
      </dsp:nvSpPr>
      <dsp:spPr>
        <a:xfrm>
          <a:off x="374497" y="4923526"/>
          <a:ext cx="680904" cy="680904"/>
        </a:xfrm>
        <a:prstGeom prst="rect">
          <a:avLst/>
        </a:prstGeom>
        <a:blipFill>
          <a:blip xmlns:r="http://schemas.openxmlformats.org/officeDocument/2006/relationships">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DC885B9-CFC0-4FF9-BB7A-D03C3BA6AA97}">
      <dsp:nvSpPr>
        <dsp:cNvPr id="0" name=""/>
        <dsp:cNvSpPr/>
      </dsp:nvSpPr>
      <dsp:spPr>
        <a:xfrm>
          <a:off x="1429899" y="4644974"/>
          <a:ext cx="5083704" cy="12380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023" tIns="131023" rIns="131023" bIns="131023" numCol="1" spcCol="1270" anchor="ctr" anchorCtr="0">
          <a:noAutofit/>
        </a:bodyPr>
        <a:lstStyle/>
        <a:p>
          <a:pPr marL="0" lvl="0" indent="0" algn="l" defTabSz="977900">
            <a:lnSpc>
              <a:spcPct val="100000"/>
            </a:lnSpc>
            <a:spcBef>
              <a:spcPct val="0"/>
            </a:spcBef>
            <a:spcAft>
              <a:spcPct val="35000"/>
            </a:spcAft>
            <a:buNone/>
          </a:pPr>
          <a:r>
            <a:rPr lang="de-DE" sz="2200" kern="1200"/>
            <a:t>Compilation</a:t>
          </a:r>
        </a:p>
      </dsp:txBody>
      <dsp:txXfrm>
        <a:off x="1429899" y="4644974"/>
        <a:ext cx="5083704" cy="123800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E1DB7A-644C-3B42-AD25-2ECA5A8DDB63}">
      <dsp:nvSpPr>
        <dsp:cNvPr id="0" name=""/>
        <dsp:cNvSpPr/>
      </dsp:nvSpPr>
      <dsp:spPr>
        <a:xfrm>
          <a:off x="3071637" y="986584"/>
          <a:ext cx="817482" cy="590950"/>
        </a:xfrm>
        <a:custGeom>
          <a:avLst/>
          <a:gdLst/>
          <a:ahLst/>
          <a:cxnLst/>
          <a:rect l="0" t="0" r="0" b="0"/>
          <a:pathLst>
            <a:path>
              <a:moveTo>
                <a:pt x="817482" y="0"/>
              </a:moveTo>
              <a:lnTo>
                <a:pt x="817482" y="590950"/>
              </a:lnTo>
              <a:lnTo>
                <a:pt x="0" y="590950"/>
              </a:lnTo>
            </a:path>
          </a:pathLst>
        </a:custGeom>
        <a:noFill/>
        <a:ln w="12700" cap="flat" cmpd="sng" algn="ctr">
          <a:prstDash val="solid"/>
          <a:miter lim="800000"/>
        </a:ln>
        <a:effectLst/>
      </dsp:spPr>
      <dsp:style>
        <a:lnRef idx="2">
          <a:scrgbClr r="0" g="0" b="0"/>
        </a:lnRef>
        <a:fillRef idx="0">
          <a:scrgbClr r="0" g="0" b="0"/>
        </a:fillRef>
        <a:effectRef idx="0">
          <a:scrgbClr r="0" g="0" b="0"/>
        </a:effectRef>
        <a:fontRef idx="minor"/>
      </dsp:style>
    </dsp:sp>
    <dsp:sp modelId="{203A3C33-7FFA-3748-8258-C09732752CE2}">
      <dsp:nvSpPr>
        <dsp:cNvPr id="0" name=""/>
        <dsp:cNvSpPr/>
      </dsp:nvSpPr>
      <dsp:spPr>
        <a:xfrm>
          <a:off x="3843399" y="986584"/>
          <a:ext cx="91440" cy="1812249"/>
        </a:xfrm>
        <a:custGeom>
          <a:avLst/>
          <a:gdLst/>
          <a:ahLst/>
          <a:cxnLst/>
          <a:rect l="0" t="0" r="0" b="0"/>
          <a:pathLst>
            <a:path>
              <a:moveTo>
                <a:pt x="45720" y="0"/>
              </a:moveTo>
              <a:lnTo>
                <a:pt x="45720" y="1812249"/>
              </a:lnTo>
            </a:path>
          </a:pathLst>
        </a:custGeom>
        <a:noFill/>
        <a:ln w="12700" cap="flat" cmpd="sng" algn="ctr">
          <a:prstDash val="solid"/>
          <a:miter lim="800000"/>
        </a:ln>
        <a:effectLst/>
      </dsp:spPr>
      <dsp:style>
        <a:lnRef idx="2">
          <a:scrgbClr r="0" g="0" b="0"/>
        </a:lnRef>
        <a:fillRef idx="0">
          <a:scrgbClr r="0" g="0" b="0"/>
        </a:fillRef>
        <a:effectRef idx="0">
          <a:scrgbClr r="0" g="0" b="0"/>
        </a:effectRef>
        <a:fontRef idx="minor"/>
      </dsp:style>
    </dsp:sp>
    <dsp:sp modelId="{34259B3B-D6B1-F743-83B8-9AB1A60E7DE1}">
      <dsp:nvSpPr>
        <dsp:cNvPr id="0" name=""/>
        <dsp:cNvSpPr/>
      </dsp:nvSpPr>
      <dsp:spPr>
        <a:xfrm>
          <a:off x="3396660" y="1666"/>
          <a:ext cx="984918" cy="984918"/>
        </a:xfrm>
        <a:prstGeom prst="arc">
          <a:avLst>
            <a:gd name="adj1" fmla="val 13200000"/>
            <a:gd name="adj2" fmla="val 19200000"/>
          </a:avLst>
        </a:prstGeom>
        <a:noFill/>
        <a:ln w="12700" cap="flat" cmpd="sng" algn="ctr">
          <a:prstDash val="solid"/>
          <a:miter lim="800000"/>
        </a:ln>
        <a:effectLst/>
      </dsp:spPr>
      <dsp:style>
        <a:lnRef idx="2">
          <a:scrgbClr r="0" g="0" b="0"/>
        </a:lnRef>
        <a:fillRef idx="0">
          <a:scrgbClr r="0" g="0" b="0"/>
        </a:fillRef>
        <a:effectRef idx="0">
          <a:scrgbClr r="0" g="0" b="0"/>
        </a:effectRef>
        <a:fontRef idx="minor"/>
      </dsp:style>
    </dsp:sp>
    <dsp:sp modelId="{B4A37C34-5D0F-3C47-9836-F4DB7D8FF3A7}">
      <dsp:nvSpPr>
        <dsp:cNvPr id="0" name=""/>
        <dsp:cNvSpPr/>
      </dsp:nvSpPr>
      <dsp:spPr>
        <a:xfrm>
          <a:off x="3396660" y="1666"/>
          <a:ext cx="984918" cy="984918"/>
        </a:xfrm>
        <a:prstGeom prst="arc">
          <a:avLst>
            <a:gd name="adj1" fmla="val 2400000"/>
            <a:gd name="adj2" fmla="val 8400000"/>
          </a:avLst>
        </a:prstGeom>
        <a:noFill/>
        <a:ln w="12700" cap="flat" cmpd="sng" algn="ctr">
          <a:prstDash val="solid"/>
          <a:miter lim="800000"/>
        </a:ln>
        <a:effectLst/>
      </dsp:spPr>
      <dsp:style>
        <a:lnRef idx="2">
          <a:scrgbClr r="0" g="0" b="0"/>
        </a:lnRef>
        <a:fillRef idx="0">
          <a:scrgbClr r="0" g="0" b="0"/>
        </a:fillRef>
        <a:effectRef idx="0">
          <a:scrgbClr r="0" g="0" b="0"/>
        </a:effectRef>
        <a:fontRef idx="minor"/>
      </dsp:style>
    </dsp:sp>
    <dsp:sp modelId="{E483DDC5-6826-BD44-AB99-BD67F09563F2}">
      <dsp:nvSpPr>
        <dsp:cNvPr id="0" name=""/>
        <dsp:cNvSpPr/>
      </dsp:nvSpPr>
      <dsp:spPr>
        <a:xfrm>
          <a:off x="2904201" y="178952"/>
          <a:ext cx="1969836" cy="630347"/>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de-DE" sz="2900" kern="1200" dirty="0" err="1"/>
            <a:t>any</a:t>
          </a:r>
          <a:endParaRPr lang="de-DE" sz="2900" kern="1200" dirty="0"/>
        </a:p>
      </dsp:txBody>
      <dsp:txXfrm>
        <a:off x="2904201" y="178952"/>
        <a:ext cx="1969836" cy="630347"/>
      </dsp:txXfrm>
    </dsp:sp>
    <dsp:sp modelId="{9D02861B-EA84-F748-AE6A-3B31D1F98643}">
      <dsp:nvSpPr>
        <dsp:cNvPr id="0" name=""/>
        <dsp:cNvSpPr/>
      </dsp:nvSpPr>
      <dsp:spPr>
        <a:xfrm>
          <a:off x="3396660" y="2798834"/>
          <a:ext cx="984918" cy="984918"/>
        </a:xfrm>
        <a:prstGeom prst="arc">
          <a:avLst>
            <a:gd name="adj1" fmla="val 13200000"/>
            <a:gd name="adj2" fmla="val 19200000"/>
          </a:avLst>
        </a:prstGeom>
        <a:noFill/>
        <a:ln w="12700" cap="flat" cmpd="sng" algn="ctr">
          <a:prstDash val="solid"/>
          <a:miter lim="800000"/>
        </a:ln>
        <a:effectLst/>
      </dsp:spPr>
      <dsp:style>
        <a:lnRef idx="2">
          <a:scrgbClr r="0" g="0" b="0"/>
        </a:lnRef>
        <a:fillRef idx="0">
          <a:scrgbClr r="0" g="0" b="0"/>
        </a:fillRef>
        <a:effectRef idx="0">
          <a:scrgbClr r="0" g="0" b="0"/>
        </a:effectRef>
        <a:fontRef idx="minor"/>
      </dsp:style>
    </dsp:sp>
    <dsp:sp modelId="{42882EBD-7C86-3F4E-ACFA-7AFD645EE42A}">
      <dsp:nvSpPr>
        <dsp:cNvPr id="0" name=""/>
        <dsp:cNvSpPr/>
      </dsp:nvSpPr>
      <dsp:spPr>
        <a:xfrm>
          <a:off x="3396660" y="2798834"/>
          <a:ext cx="984918" cy="984918"/>
        </a:xfrm>
        <a:prstGeom prst="arc">
          <a:avLst>
            <a:gd name="adj1" fmla="val 2400000"/>
            <a:gd name="adj2" fmla="val 8400000"/>
          </a:avLst>
        </a:prstGeom>
        <a:noFill/>
        <a:ln w="12700" cap="flat" cmpd="sng" algn="ctr">
          <a:prstDash val="solid"/>
          <a:miter lim="800000"/>
        </a:ln>
        <a:effectLst/>
      </dsp:spPr>
      <dsp:style>
        <a:lnRef idx="2">
          <a:scrgbClr r="0" g="0" b="0"/>
        </a:lnRef>
        <a:fillRef idx="0">
          <a:scrgbClr r="0" g="0" b="0"/>
        </a:fillRef>
        <a:effectRef idx="0">
          <a:scrgbClr r="0" g="0" b="0"/>
        </a:effectRef>
        <a:fontRef idx="minor"/>
      </dsp:style>
    </dsp:sp>
    <dsp:sp modelId="{E2F1E523-5190-424F-BA86-8372C6F5CAC4}">
      <dsp:nvSpPr>
        <dsp:cNvPr id="0" name=""/>
        <dsp:cNvSpPr/>
      </dsp:nvSpPr>
      <dsp:spPr>
        <a:xfrm>
          <a:off x="2904201" y="2976119"/>
          <a:ext cx="1969836" cy="630347"/>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de-DE" sz="2900" kern="1200" dirty="0"/>
            <a:t>user-</a:t>
          </a:r>
          <a:r>
            <a:rPr lang="de-DE" sz="2900" kern="1200" dirty="0" err="1"/>
            <a:t>defined</a:t>
          </a:r>
          <a:endParaRPr lang="de-DE" sz="2900" kern="1200" dirty="0"/>
        </a:p>
      </dsp:txBody>
      <dsp:txXfrm>
        <a:off x="2904201" y="2976119"/>
        <a:ext cx="1969836" cy="630347"/>
      </dsp:txXfrm>
    </dsp:sp>
    <dsp:sp modelId="{80A84B1A-C964-A646-BC6F-F9605462D7EA}">
      <dsp:nvSpPr>
        <dsp:cNvPr id="0" name=""/>
        <dsp:cNvSpPr/>
      </dsp:nvSpPr>
      <dsp:spPr>
        <a:xfrm>
          <a:off x="2204910" y="1400250"/>
          <a:ext cx="984918" cy="984918"/>
        </a:xfrm>
        <a:prstGeom prst="arc">
          <a:avLst>
            <a:gd name="adj1" fmla="val 13200000"/>
            <a:gd name="adj2" fmla="val 19200000"/>
          </a:avLst>
        </a:prstGeom>
        <a:noFill/>
        <a:ln w="12700" cap="flat" cmpd="sng" algn="ctr">
          <a:prstDash val="solid"/>
          <a:miter lim="800000"/>
        </a:ln>
        <a:effectLst/>
      </dsp:spPr>
      <dsp:style>
        <a:lnRef idx="2">
          <a:scrgbClr r="0" g="0" b="0"/>
        </a:lnRef>
        <a:fillRef idx="0">
          <a:scrgbClr r="0" g="0" b="0"/>
        </a:fillRef>
        <a:effectRef idx="0">
          <a:scrgbClr r="0" g="0" b="0"/>
        </a:effectRef>
        <a:fontRef idx="minor"/>
      </dsp:style>
    </dsp:sp>
    <dsp:sp modelId="{2F2A00A7-8A99-564A-9E40-413619C32B17}">
      <dsp:nvSpPr>
        <dsp:cNvPr id="0" name=""/>
        <dsp:cNvSpPr/>
      </dsp:nvSpPr>
      <dsp:spPr>
        <a:xfrm>
          <a:off x="2204910" y="1400250"/>
          <a:ext cx="984918" cy="984918"/>
        </a:xfrm>
        <a:prstGeom prst="arc">
          <a:avLst>
            <a:gd name="adj1" fmla="val 2400000"/>
            <a:gd name="adj2" fmla="val 8400000"/>
          </a:avLst>
        </a:prstGeom>
        <a:noFill/>
        <a:ln w="12700" cap="flat" cmpd="sng" algn="ctr">
          <a:prstDash val="solid"/>
          <a:miter lim="800000"/>
        </a:ln>
        <a:effectLst/>
      </dsp:spPr>
      <dsp:style>
        <a:lnRef idx="2">
          <a:scrgbClr r="0" g="0" b="0"/>
        </a:lnRef>
        <a:fillRef idx="0">
          <a:scrgbClr r="0" g="0" b="0"/>
        </a:fillRef>
        <a:effectRef idx="0">
          <a:scrgbClr r="0" g="0" b="0"/>
        </a:effectRef>
        <a:fontRef idx="minor"/>
      </dsp:style>
    </dsp:sp>
    <dsp:sp modelId="{177331BC-3BBA-3E4D-9943-2B47AE708F1D}">
      <dsp:nvSpPr>
        <dsp:cNvPr id="0" name=""/>
        <dsp:cNvSpPr/>
      </dsp:nvSpPr>
      <dsp:spPr>
        <a:xfrm>
          <a:off x="1712450" y="1577535"/>
          <a:ext cx="1969836" cy="630347"/>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de-DE" sz="2900" kern="1200" dirty="0" err="1"/>
            <a:t>build</a:t>
          </a:r>
          <a:r>
            <a:rPr lang="de-DE" sz="2900" kern="1200" dirty="0"/>
            <a:t>-in </a:t>
          </a:r>
        </a:p>
      </dsp:txBody>
      <dsp:txXfrm>
        <a:off x="1712450" y="1577535"/>
        <a:ext cx="1969836" cy="63034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B51B93-AE9B-B94B-9913-A0FA94D542D5}">
      <dsp:nvSpPr>
        <dsp:cNvPr id="0" name=""/>
        <dsp:cNvSpPr/>
      </dsp:nvSpPr>
      <dsp:spPr>
        <a:xfrm>
          <a:off x="0" y="39687"/>
          <a:ext cx="3286125" cy="1971675"/>
        </a:xfrm>
        <a:prstGeom prst="rect">
          <a:avLst/>
        </a:prstGeom>
        <a:solidFill>
          <a:schemeClr val="accent1">
            <a:hueOff val="0"/>
            <a:satOff val="0"/>
            <a:lumOff val="0"/>
            <a:alphaOff val="0"/>
          </a:schemeClr>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GB" sz="2900" kern="1200" dirty="0"/>
            <a:t>MAX_VALUE</a:t>
          </a:r>
        </a:p>
      </dsp:txBody>
      <dsp:txXfrm>
        <a:off x="0" y="39687"/>
        <a:ext cx="3286125" cy="1971675"/>
      </dsp:txXfrm>
    </dsp:sp>
    <dsp:sp modelId="{E2874CD4-E27F-6D4D-AF3E-0BA502B88C85}">
      <dsp:nvSpPr>
        <dsp:cNvPr id="0" name=""/>
        <dsp:cNvSpPr/>
      </dsp:nvSpPr>
      <dsp:spPr>
        <a:xfrm>
          <a:off x="3614737" y="39687"/>
          <a:ext cx="3286125" cy="1971675"/>
        </a:xfrm>
        <a:prstGeom prst="rect">
          <a:avLst/>
        </a:prstGeom>
        <a:solidFill>
          <a:schemeClr val="accent1">
            <a:hueOff val="0"/>
            <a:satOff val="0"/>
            <a:lumOff val="0"/>
            <a:alphaOff val="0"/>
          </a:schemeClr>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GB" sz="2900" kern="1200" dirty="0"/>
            <a:t>MIN_VALUE</a:t>
          </a:r>
        </a:p>
      </dsp:txBody>
      <dsp:txXfrm>
        <a:off x="3614737" y="39687"/>
        <a:ext cx="3286125" cy="1971675"/>
      </dsp:txXfrm>
    </dsp:sp>
    <dsp:sp modelId="{46BD3462-22A5-B848-B3BF-947443600A3F}">
      <dsp:nvSpPr>
        <dsp:cNvPr id="0" name=""/>
        <dsp:cNvSpPr/>
      </dsp:nvSpPr>
      <dsp:spPr>
        <a:xfrm>
          <a:off x="7229475" y="39687"/>
          <a:ext cx="3286125" cy="1971675"/>
        </a:xfrm>
        <a:prstGeom prst="rect">
          <a:avLst/>
        </a:prstGeom>
        <a:solidFill>
          <a:schemeClr val="accent1">
            <a:hueOff val="0"/>
            <a:satOff val="0"/>
            <a:lumOff val="0"/>
            <a:alphaOff val="0"/>
          </a:schemeClr>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GB" sz="2900" kern="1200" dirty="0" err="1"/>
            <a:t>NaN</a:t>
          </a:r>
          <a:endParaRPr lang="en-GB" sz="2900" kern="1200" dirty="0"/>
        </a:p>
      </dsp:txBody>
      <dsp:txXfrm>
        <a:off x="7229475" y="39687"/>
        <a:ext cx="3286125" cy="1971675"/>
      </dsp:txXfrm>
    </dsp:sp>
    <dsp:sp modelId="{5278F817-5899-5244-957D-90D74475FF53}">
      <dsp:nvSpPr>
        <dsp:cNvPr id="0" name=""/>
        <dsp:cNvSpPr/>
      </dsp:nvSpPr>
      <dsp:spPr>
        <a:xfrm>
          <a:off x="1807368" y="2339975"/>
          <a:ext cx="3286125" cy="1971675"/>
        </a:xfrm>
        <a:prstGeom prst="rect">
          <a:avLst/>
        </a:prstGeom>
        <a:solidFill>
          <a:schemeClr val="accent1">
            <a:hueOff val="0"/>
            <a:satOff val="0"/>
            <a:lumOff val="0"/>
            <a:alphaOff val="0"/>
          </a:schemeClr>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GB" sz="2900" kern="1200" dirty="0"/>
            <a:t>NEGATIVE_INFINITY</a:t>
          </a:r>
        </a:p>
      </dsp:txBody>
      <dsp:txXfrm>
        <a:off x="1807368" y="2339975"/>
        <a:ext cx="3286125" cy="1971675"/>
      </dsp:txXfrm>
    </dsp:sp>
    <dsp:sp modelId="{7088EFB0-72B3-8348-9AFC-21329A1C7953}">
      <dsp:nvSpPr>
        <dsp:cNvPr id="0" name=""/>
        <dsp:cNvSpPr/>
      </dsp:nvSpPr>
      <dsp:spPr>
        <a:xfrm>
          <a:off x="5422106" y="2339975"/>
          <a:ext cx="3286125" cy="1971675"/>
        </a:xfrm>
        <a:prstGeom prst="rect">
          <a:avLst/>
        </a:prstGeom>
        <a:solidFill>
          <a:schemeClr val="accent1">
            <a:hueOff val="0"/>
            <a:satOff val="0"/>
            <a:lumOff val="0"/>
            <a:alphaOff val="0"/>
          </a:schemeClr>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GB" sz="2900" kern="1200" dirty="0"/>
            <a:t>POSITIVE_INFINITY</a:t>
          </a:r>
        </a:p>
      </dsp:txBody>
      <dsp:txXfrm>
        <a:off x="5422106" y="2339975"/>
        <a:ext cx="3286125" cy="197167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05A6E9-FF4C-384A-B7B4-505B04A5AE37}">
      <dsp:nvSpPr>
        <dsp:cNvPr id="0" name=""/>
        <dsp:cNvSpPr/>
      </dsp:nvSpPr>
      <dsp:spPr>
        <a:xfrm>
          <a:off x="0" y="506528"/>
          <a:ext cx="10515600" cy="831600"/>
        </a:xfrm>
        <a:prstGeom prst="rect">
          <a:avLst/>
        </a:prstGeom>
        <a:solidFill>
          <a:schemeClr val="lt1">
            <a:alpha val="90000"/>
            <a:hueOff val="0"/>
            <a:satOff val="0"/>
            <a:lumOff val="0"/>
            <a:alphaOff val="0"/>
          </a:schemeClr>
        </a:solidFill>
        <a:ln w="6350" cap="flat" cmpd="sng" algn="ctr">
          <a:prstDash val="solid"/>
          <a:miter lim="800000"/>
        </a:ln>
        <a:effectLst/>
        <a:sp3d z="-152400" prstMaterial="plastic">
          <a:bevelT w="25400" h="25400"/>
          <a:bevelB w="25400" h="25400"/>
        </a:sp3d>
      </dsp:spPr>
      <dsp:style>
        <a:lnRef idx="1">
          <a:scrgbClr r="0" g="0" b="0"/>
        </a:lnRef>
        <a:fillRef idx="1">
          <a:scrgbClr r="0" g="0" b="0"/>
        </a:fillRef>
        <a:effectRef idx="2">
          <a:scrgbClr r="0" g="0" b="0"/>
        </a:effectRef>
        <a:fontRef idx="minor"/>
      </dsp:style>
    </dsp:sp>
    <dsp:sp modelId="{CD4F5A90-57FB-7D46-8ACA-77784286DEBB}">
      <dsp:nvSpPr>
        <dsp:cNvPr id="0" name=""/>
        <dsp:cNvSpPr/>
      </dsp:nvSpPr>
      <dsp:spPr>
        <a:xfrm>
          <a:off x="525780" y="19448"/>
          <a:ext cx="7360920" cy="974160"/>
        </a:xfrm>
        <a:prstGeom prst="roundRect">
          <a:avLst/>
        </a:prstGeom>
        <a:solidFill>
          <a:schemeClr val="accent1">
            <a:hueOff val="0"/>
            <a:satOff val="0"/>
            <a:lumOff val="0"/>
            <a:alphaOff val="0"/>
          </a:schemeClr>
        </a:solidFill>
        <a:ln>
          <a:noFill/>
        </a:ln>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1466850">
            <a:lnSpc>
              <a:spcPct val="90000"/>
            </a:lnSpc>
            <a:spcBef>
              <a:spcPct val="0"/>
            </a:spcBef>
            <a:spcAft>
              <a:spcPct val="35000"/>
            </a:spcAft>
            <a:buNone/>
          </a:pPr>
          <a:r>
            <a:rPr lang="en-GB" sz="3300" kern="1200" dirty="0"/>
            <a:t>Felder</a:t>
          </a:r>
        </a:p>
      </dsp:txBody>
      <dsp:txXfrm>
        <a:off x="573335" y="67003"/>
        <a:ext cx="7265810" cy="879050"/>
      </dsp:txXfrm>
    </dsp:sp>
    <dsp:sp modelId="{3034F782-9A22-1242-AEDF-EC2E88C0D473}">
      <dsp:nvSpPr>
        <dsp:cNvPr id="0" name=""/>
        <dsp:cNvSpPr/>
      </dsp:nvSpPr>
      <dsp:spPr>
        <a:xfrm>
          <a:off x="0" y="2003409"/>
          <a:ext cx="10515600" cy="831600"/>
        </a:xfrm>
        <a:prstGeom prst="rect">
          <a:avLst/>
        </a:prstGeom>
        <a:solidFill>
          <a:schemeClr val="lt1">
            <a:alpha val="90000"/>
            <a:hueOff val="0"/>
            <a:satOff val="0"/>
            <a:lumOff val="0"/>
            <a:alphaOff val="0"/>
          </a:schemeClr>
        </a:solidFill>
        <a:ln w="6350" cap="flat" cmpd="sng" algn="ctr">
          <a:prstDash val="solid"/>
          <a:miter lim="800000"/>
        </a:ln>
        <a:effectLst/>
        <a:sp3d z="-152400" prstMaterial="plastic">
          <a:bevelT w="25400" h="25400"/>
          <a:bevelB w="25400" h="25400"/>
        </a:sp3d>
      </dsp:spPr>
      <dsp:style>
        <a:lnRef idx="1">
          <a:scrgbClr r="0" g="0" b="0"/>
        </a:lnRef>
        <a:fillRef idx="1">
          <a:scrgbClr r="0" g="0" b="0"/>
        </a:fillRef>
        <a:effectRef idx="2">
          <a:scrgbClr r="0" g="0" b="0"/>
        </a:effectRef>
        <a:fontRef idx="minor"/>
      </dsp:style>
    </dsp:sp>
    <dsp:sp modelId="{4E23C32B-D4F3-744A-BC62-B4277299AEA4}">
      <dsp:nvSpPr>
        <dsp:cNvPr id="0" name=""/>
        <dsp:cNvSpPr/>
      </dsp:nvSpPr>
      <dsp:spPr>
        <a:xfrm>
          <a:off x="525780" y="1516329"/>
          <a:ext cx="7360920" cy="974160"/>
        </a:xfrm>
        <a:prstGeom prst="roundRect">
          <a:avLst/>
        </a:prstGeom>
        <a:solidFill>
          <a:schemeClr val="accent1">
            <a:hueOff val="0"/>
            <a:satOff val="0"/>
            <a:lumOff val="0"/>
            <a:alphaOff val="0"/>
          </a:schemeClr>
        </a:solidFill>
        <a:ln>
          <a:noFill/>
        </a:ln>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1466850">
            <a:lnSpc>
              <a:spcPct val="90000"/>
            </a:lnSpc>
            <a:spcBef>
              <a:spcPct val="0"/>
            </a:spcBef>
            <a:spcAft>
              <a:spcPct val="35000"/>
            </a:spcAft>
            <a:buNone/>
          </a:pPr>
          <a:r>
            <a:rPr lang="en-GB" sz="3300" kern="1200" dirty="0" err="1"/>
            <a:t>Konstruktoren</a:t>
          </a:r>
          <a:endParaRPr lang="en-GB" sz="3300" kern="1200" dirty="0"/>
        </a:p>
      </dsp:txBody>
      <dsp:txXfrm>
        <a:off x="573335" y="1563884"/>
        <a:ext cx="7265810" cy="879050"/>
      </dsp:txXfrm>
    </dsp:sp>
    <dsp:sp modelId="{A4D8D4E7-691F-9E42-92CE-F4F5D0B447C7}">
      <dsp:nvSpPr>
        <dsp:cNvPr id="0" name=""/>
        <dsp:cNvSpPr/>
      </dsp:nvSpPr>
      <dsp:spPr>
        <a:xfrm>
          <a:off x="0" y="3500289"/>
          <a:ext cx="10515600" cy="831600"/>
        </a:xfrm>
        <a:prstGeom prst="rect">
          <a:avLst/>
        </a:prstGeom>
        <a:solidFill>
          <a:schemeClr val="lt1">
            <a:alpha val="90000"/>
            <a:hueOff val="0"/>
            <a:satOff val="0"/>
            <a:lumOff val="0"/>
            <a:alphaOff val="0"/>
          </a:schemeClr>
        </a:solidFill>
        <a:ln w="6350" cap="flat" cmpd="sng" algn="ctr">
          <a:prstDash val="solid"/>
          <a:miter lim="800000"/>
        </a:ln>
        <a:effectLst/>
        <a:sp3d z="-152400" prstMaterial="plastic">
          <a:bevelT w="25400" h="25400"/>
          <a:bevelB w="25400" h="25400"/>
        </a:sp3d>
      </dsp:spPr>
      <dsp:style>
        <a:lnRef idx="1">
          <a:scrgbClr r="0" g="0" b="0"/>
        </a:lnRef>
        <a:fillRef idx="1">
          <a:scrgbClr r="0" g="0" b="0"/>
        </a:fillRef>
        <a:effectRef idx="2">
          <a:scrgbClr r="0" g="0" b="0"/>
        </a:effectRef>
        <a:fontRef idx="minor"/>
      </dsp:style>
    </dsp:sp>
    <dsp:sp modelId="{CC22D886-3319-7642-954B-BB2ED3D676DC}">
      <dsp:nvSpPr>
        <dsp:cNvPr id="0" name=""/>
        <dsp:cNvSpPr/>
      </dsp:nvSpPr>
      <dsp:spPr>
        <a:xfrm>
          <a:off x="525780" y="3013209"/>
          <a:ext cx="7360920" cy="974160"/>
        </a:xfrm>
        <a:prstGeom prst="roundRect">
          <a:avLst/>
        </a:prstGeom>
        <a:solidFill>
          <a:schemeClr val="accent1">
            <a:hueOff val="0"/>
            <a:satOff val="0"/>
            <a:lumOff val="0"/>
            <a:alphaOff val="0"/>
          </a:schemeClr>
        </a:solidFill>
        <a:ln>
          <a:noFill/>
        </a:ln>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1466850">
            <a:lnSpc>
              <a:spcPct val="90000"/>
            </a:lnSpc>
            <a:spcBef>
              <a:spcPct val="0"/>
            </a:spcBef>
            <a:spcAft>
              <a:spcPct val="35000"/>
            </a:spcAft>
            <a:buNone/>
          </a:pPr>
          <a:r>
            <a:rPr lang="en-GB" sz="3300" kern="1200" dirty="0" err="1"/>
            <a:t>Funktionen</a:t>
          </a:r>
          <a:endParaRPr lang="en-GB" sz="3300" kern="1200" dirty="0"/>
        </a:p>
      </dsp:txBody>
      <dsp:txXfrm>
        <a:off x="573335" y="3060764"/>
        <a:ext cx="7265810" cy="87905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32D7E5-5B7E-4B4E-BE4E-D9A3694AD337}">
      <dsp:nvSpPr>
        <dsp:cNvPr id="0" name=""/>
        <dsp:cNvSpPr/>
      </dsp:nvSpPr>
      <dsp:spPr>
        <a:xfrm>
          <a:off x="0" y="52110"/>
          <a:ext cx="6262199" cy="1113840"/>
        </a:xfrm>
        <a:prstGeom prst="roundRect">
          <a:avLst/>
        </a:prstGeom>
        <a:solidFill>
          <a:schemeClr val="accent5">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de-DE" sz="2800" kern="1200"/>
            <a:t>node und npm sind auf einem Entwicklerrechner zu installieren</a:t>
          </a:r>
          <a:endParaRPr lang="en-US" sz="2800" kern="1200"/>
        </a:p>
      </dsp:txBody>
      <dsp:txXfrm>
        <a:off x="54373" y="106483"/>
        <a:ext cx="6153453" cy="1005094"/>
      </dsp:txXfrm>
    </dsp:sp>
    <dsp:sp modelId="{C969A8D0-9CFE-214F-BD05-D00F95DD159B}">
      <dsp:nvSpPr>
        <dsp:cNvPr id="0" name=""/>
        <dsp:cNvSpPr/>
      </dsp:nvSpPr>
      <dsp:spPr>
        <a:xfrm>
          <a:off x="0" y="1165950"/>
          <a:ext cx="6262199" cy="4636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8825" tIns="35560" rIns="199136" bIns="35560" numCol="1" spcCol="1270" anchor="t" anchorCtr="0">
          <a:noAutofit/>
        </a:bodyPr>
        <a:lstStyle/>
        <a:p>
          <a:pPr marL="228600" lvl="1" indent="-228600" algn="l" defTabSz="977900">
            <a:lnSpc>
              <a:spcPct val="90000"/>
            </a:lnSpc>
            <a:spcBef>
              <a:spcPct val="0"/>
            </a:spcBef>
            <a:spcAft>
              <a:spcPct val="20000"/>
            </a:spcAft>
            <a:buChar char="•"/>
          </a:pPr>
          <a:r>
            <a:rPr lang="de-DE" sz="2200" kern="1200"/>
            <a:t>Näheres hierzu im Anhang</a:t>
          </a:r>
          <a:endParaRPr lang="en-US" sz="2200" kern="1200"/>
        </a:p>
      </dsp:txBody>
      <dsp:txXfrm>
        <a:off x="0" y="1165950"/>
        <a:ext cx="6262199" cy="463680"/>
      </dsp:txXfrm>
    </dsp:sp>
    <dsp:sp modelId="{DBF7F457-3343-C743-B657-5249DC45C846}">
      <dsp:nvSpPr>
        <dsp:cNvPr id="0" name=""/>
        <dsp:cNvSpPr/>
      </dsp:nvSpPr>
      <dsp:spPr>
        <a:xfrm>
          <a:off x="0" y="1629630"/>
          <a:ext cx="6262199" cy="1113840"/>
        </a:xfrm>
        <a:prstGeom prst="roundRect">
          <a:avLst/>
        </a:prstGeom>
        <a:solidFill>
          <a:schemeClr val="accent5">
            <a:hueOff val="553124"/>
            <a:satOff val="6280"/>
            <a:lumOff val="5686"/>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de-DE" sz="2800" kern="1200"/>
            <a:t>Damit steht ein ausgefeilter Buildprozess zur Verfügung</a:t>
          </a:r>
          <a:endParaRPr lang="en-US" sz="2800" kern="1200"/>
        </a:p>
      </dsp:txBody>
      <dsp:txXfrm>
        <a:off x="54373" y="1684003"/>
        <a:ext cx="6153453" cy="1005094"/>
      </dsp:txXfrm>
    </dsp:sp>
    <dsp:sp modelId="{86A05BEB-80B6-B94B-9381-3A33D3FEE699}">
      <dsp:nvSpPr>
        <dsp:cNvPr id="0" name=""/>
        <dsp:cNvSpPr/>
      </dsp:nvSpPr>
      <dsp:spPr>
        <a:xfrm>
          <a:off x="0" y="2743470"/>
          <a:ext cx="6262199" cy="11302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8825" tIns="35560" rIns="199136" bIns="35560" numCol="1" spcCol="1270" anchor="t" anchorCtr="0">
          <a:noAutofit/>
        </a:bodyPr>
        <a:lstStyle/>
        <a:p>
          <a:pPr marL="228600" lvl="1" indent="-228600" algn="l" defTabSz="977900">
            <a:lnSpc>
              <a:spcPct val="90000"/>
            </a:lnSpc>
            <a:spcBef>
              <a:spcPct val="0"/>
            </a:spcBef>
            <a:spcAft>
              <a:spcPct val="20000"/>
            </a:spcAft>
            <a:buChar char="•"/>
          </a:pPr>
          <a:r>
            <a:rPr lang="de-DE" sz="2200" kern="1200"/>
            <a:t>Verzeichnisstruktur und Projekt-Organisation</a:t>
          </a:r>
          <a:endParaRPr lang="en-US" sz="2200" kern="1200"/>
        </a:p>
        <a:p>
          <a:pPr marL="228600" lvl="1" indent="-228600" algn="l" defTabSz="977900">
            <a:lnSpc>
              <a:spcPct val="90000"/>
            </a:lnSpc>
            <a:spcBef>
              <a:spcPct val="0"/>
            </a:spcBef>
            <a:spcAft>
              <a:spcPct val="20000"/>
            </a:spcAft>
            <a:buChar char="•"/>
          </a:pPr>
          <a:r>
            <a:rPr lang="de-DE" sz="2200" kern="1200"/>
            <a:t>Automatische Transpilation</a:t>
          </a:r>
          <a:endParaRPr lang="en-US" sz="2200" kern="1200"/>
        </a:p>
        <a:p>
          <a:pPr marL="228600" lvl="1" indent="-228600" algn="l" defTabSz="977900">
            <a:lnSpc>
              <a:spcPct val="90000"/>
            </a:lnSpc>
            <a:spcBef>
              <a:spcPct val="0"/>
            </a:spcBef>
            <a:spcAft>
              <a:spcPct val="20000"/>
            </a:spcAft>
            <a:buChar char="•"/>
          </a:pPr>
          <a:r>
            <a:rPr lang="de-DE" sz="2200" kern="1200"/>
            <a:t>Browser-Update bei Änderungen an den Quellen</a:t>
          </a:r>
          <a:endParaRPr lang="en-US" sz="2200" kern="1200"/>
        </a:p>
      </dsp:txBody>
      <dsp:txXfrm>
        <a:off x="0" y="2743470"/>
        <a:ext cx="6262199" cy="1130220"/>
      </dsp:txXfrm>
    </dsp:sp>
    <dsp:sp modelId="{7E8F63C5-9C34-FF4D-801C-0AF2CF2B8D4C}">
      <dsp:nvSpPr>
        <dsp:cNvPr id="0" name=""/>
        <dsp:cNvSpPr/>
      </dsp:nvSpPr>
      <dsp:spPr>
        <a:xfrm>
          <a:off x="0" y="3873690"/>
          <a:ext cx="6262199" cy="1113840"/>
        </a:xfrm>
        <a:prstGeom prst="roundRect">
          <a:avLst/>
        </a:prstGeom>
        <a:solidFill>
          <a:schemeClr val="accent5">
            <a:hueOff val="1106248"/>
            <a:satOff val="12561"/>
            <a:lumOff val="11372"/>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de-DE" sz="2800" kern="1200"/>
            <a:t>Ein spezieller Editor ist nicht notwendig</a:t>
          </a:r>
          <a:endParaRPr lang="en-US" sz="2800" kern="1200"/>
        </a:p>
      </dsp:txBody>
      <dsp:txXfrm>
        <a:off x="54373" y="3928063"/>
        <a:ext cx="6153453" cy="1005094"/>
      </dsp:txXfrm>
    </dsp:sp>
    <dsp:sp modelId="{F5F93022-1561-DD4F-993E-1F43A17E9D3C}">
      <dsp:nvSpPr>
        <dsp:cNvPr id="0" name=""/>
        <dsp:cNvSpPr/>
      </dsp:nvSpPr>
      <dsp:spPr>
        <a:xfrm>
          <a:off x="0" y="4987530"/>
          <a:ext cx="6262199" cy="4636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8825" tIns="35560" rIns="199136" bIns="35560" numCol="1" spcCol="1270" anchor="t" anchorCtr="0">
          <a:noAutofit/>
        </a:bodyPr>
        <a:lstStyle/>
        <a:p>
          <a:pPr marL="228600" lvl="1" indent="-228600" algn="l" defTabSz="977900">
            <a:lnSpc>
              <a:spcPct val="90000"/>
            </a:lnSpc>
            <a:spcBef>
              <a:spcPct val="0"/>
            </a:spcBef>
            <a:spcAft>
              <a:spcPct val="20000"/>
            </a:spcAft>
            <a:buChar char="•"/>
          </a:pPr>
          <a:r>
            <a:rPr lang="de-DE" sz="2200" kern="1200"/>
            <a:t>Empfohlen wird Atom oder ähnliches</a:t>
          </a:r>
          <a:endParaRPr lang="en-US" sz="2200" kern="1200"/>
        </a:p>
      </dsp:txBody>
      <dsp:txXfrm>
        <a:off x="0" y="4987530"/>
        <a:ext cx="6262199" cy="46368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6A9BEA-F847-4040-A8F5-FD6605508718}">
      <dsp:nvSpPr>
        <dsp:cNvPr id="0" name=""/>
        <dsp:cNvSpPr/>
      </dsp:nvSpPr>
      <dsp:spPr>
        <a:xfrm>
          <a:off x="0" y="294120"/>
          <a:ext cx="10514160" cy="699300"/>
        </a:xfrm>
        <a:prstGeom prst="rect">
          <a:avLst/>
        </a:prstGeom>
        <a:solidFill>
          <a:schemeClr val="lt1">
            <a:alpha val="90000"/>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016" tIns="249936" rIns="816016" bIns="85344" numCol="1" spcCol="1270" anchor="t" anchorCtr="0">
          <a:noAutofit/>
        </a:bodyPr>
        <a:lstStyle/>
        <a:p>
          <a:pPr marL="114300" lvl="1" indent="-114300" algn="l" defTabSz="533400">
            <a:lnSpc>
              <a:spcPct val="90000"/>
            </a:lnSpc>
            <a:spcBef>
              <a:spcPct val="0"/>
            </a:spcBef>
            <a:spcAft>
              <a:spcPct val="15000"/>
            </a:spcAft>
            <a:buChar char="•"/>
          </a:pPr>
          <a:r>
            <a:rPr lang="de-DE" sz="1200" kern="1200" dirty="0"/>
            <a:t>Pipe Operator |</a:t>
          </a:r>
        </a:p>
        <a:p>
          <a:pPr marL="114300" lvl="1" indent="-114300" algn="l" defTabSz="533400">
            <a:lnSpc>
              <a:spcPct val="90000"/>
            </a:lnSpc>
            <a:spcBef>
              <a:spcPct val="0"/>
            </a:spcBef>
            <a:spcAft>
              <a:spcPct val="15000"/>
            </a:spcAft>
            <a:buChar char="•"/>
          </a:pPr>
          <a:r>
            <a:rPr lang="de-DE" sz="1200" kern="1200" dirty="0" err="1"/>
            <a:t>Elivs</a:t>
          </a:r>
          <a:r>
            <a:rPr lang="de-DE" sz="1200" kern="1200" dirty="0"/>
            <a:t> Operator als Safe Navigation ?.</a:t>
          </a:r>
        </a:p>
      </dsp:txBody>
      <dsp:txXfrm>
        <a:off x="0" y="294120"/>
        <a:ext cx="10514160" cy="699300"/>
      </dsp:txXfrm>
    </dsp:sp>
    <dsp:sp modelId="{5202CEB0-16B7-4D40-BC11-729BF95DB8C6}">
      <dsp:nvSpPr>
        <dsp:cNvPr id="0" name=""/>
        <dsp:cNvSpPr/>
      </dsp:nvSpPr>
      <dsp:spPr>
        <a:xfrm>
          <a:off x="525708" y="117000"/>
          <a:ext cx="7359911" cy="354240"/>
        </a:xfrm>
        <a:prstGeom prst="roundRect">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187" tIns="0" rIns="278187" bIns="0" numCol="1" spcCol="1270" anchor="ctr" anchorCtr="0">
          <a:noAutofit/>
        </a:bodyPr>
        <a:lstStyle/>
        <a:p>
          <a:pPr marL="0" lvl="0" indent="0" algn="l" defTabSz="533400">
            <a:lnSpc>
              <a:spcPct val="90000"/>
            </a:lnSpc>
            <a:spcBef>
              <a:spcPct val="0"/>
            </a:spcBef>
            <a:spcAft>
              <a:spcPct val="35000"/>
            </a:spcAft>
            <a:buNone/>
          </a:pPr>
          <a:r>
            <a:rPr lang="de-DE" sz="1200" kern="1200" dirty="0"/>
            <a:t>Template Operatoren</a:t>
          </a:r>
        </a:p>
      </dsp:txBody>
      <dsp:txXfrm>
        <a:off x="543001" y="134293"/>
        <a:ext cx="7325325" cy="319654"/>
      </dsp:txXfrm>
    </dsp:sp>
    <dsp:sp modelId="{C6CB5430-CED1-A348-986D-FE18CC657550}">
      <dsp:nvSpPr>
        <dsp:cNvPr id="0" name=""/>
        <dsp:cNvSpPr/>
      </dsp:nvSpPr>
      <dsp:spPr>
        <a:xfrm>
          <a:off x="0" y="1235340"/>
          <a:ext cx="10514160" cy="907199"/>
        </a:xfrm>
        <a:prstGeom prst="rect">
          <a:avLst/>
        </a:prstGeom>
        <a:solidFill>
          <a:schemeClr val="lt1">
            <a:alpha val="90000"/>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016" tIns="249936" rIns="816016" bIns="85344" numCol="1" spcCol="1270" anchor="t" anchorCtr="0">
          <a:noAutofit/>
        </a:bodyPr>
        <a:lstStyle/>
        <a:p>
          <a:pPr marL="114300" lvl="1" indent="-114300" algn="l" defTabSz="533400">
            <a:lnSpc>
              <a:spcPct val="90000"/>
            </a:lnSpc>
            <a:spcBef>
              <a:spcPct val="0"/>
            </a:spcBef>
            <a:spcAft>
              <a:spcPct val="15000"/>
            </a:spcAft>
            <a:buChar char="•"/>
          </a:pPr>
          <a:r>
            <a:rPr lang="de-DE" sz="1200" kern="1200" dirty="0"/>
            <a:t>Globaler Namensraum nicht zugreifbar</a:t>
          </a:r>
        </a:p>
        <a:p>
          <a:pPr marL="114300" lvl="1" indent="-114300" algn="l" defTabSz="533400">
            <a:lnSpc>
              <a:spcPct val="90000"/>
            </a:lnSpc>
            <a:spcBef>
              <a:spcPct val="0"/>
            </a:spcBef>
            <a:spcAft>
              <a:spcPct val="15000"/>
            </a:spcAft>
            <a:buChar char="•"/>
          </a:pPr>
          <a:r>
            <a:rPr lang="de-DE" sz="1200" kern="1200" dirty="0" err="1"/>
            <a:t>this</a:t>
          </a:r>
          <a:r>
            <a:rPr lang="de-DE" sz="1200" kern="1200" dirty="0"/>
            <a:t> --&gt; </a:t>
          </a:r>
          <a:r>
            <a:rPr lang="de-DE" sz="1200" kern="1200" dirty="0" err="1"/>
            <a:t>Instanzvariablen</a:t>
          </a:r>
          <a:r>
            <a:rPr lang="de-DE" sz="1200" kern="1200" dirty="0"/>
            <a:t> der @</a:t>
          </a:r>
          <a:r>
            <a:rPr lang="de-DE" sz="1200" kern="1200" dirty="0" err="1"/>
            <a:t>Component</a:t>
          </a:r>
          <a:r>
            <a:rPr lang="de-DE" sz="1200" kern="1200" dirty="0"/>
            <a:t> Klasse</a:t>
          </a:r>
        </a:p>
        <a:p>
          <a:pPr marL="114300" lvl="1" indent="-114300" algn="l" defTabSz="533400">
            <a:lnSpc>
              <a:spcPct val="90000"/>
            </a:lnSpc>
            <a:spcBef>
              <a:spcPct val="0"/>
            </a:spcBef>
            <a:spcAft>
              <a:spcPct val="15000"/>
            </a:spcAft>
            <a:buChar char="•"/>
          </a:pPr>
          <a:r>
            <a:rPr lang="de-DE" sz="1200" kern="1200" dirty="0"/>
            <a:t>Eigene Template Variablen</a:t>
          </a:r>
        </a:p>
      </dsp:txBody>
      <dsp:txXfrm>
        <a:off x="0" y="1235340"/>
        <a:ext cx="10514160" cy="907199"/>
      </dsp:txXfrm>
    </dsp:sp>
    <dsp:sp modelId="{5310B6EA-5864-1B4C-9625-C056B4C29F34}">
      <dsp:nvSpPr>
        <dsp:cNvPr id="0" name=""/>
        <dsp:cNvSpPr/>
      </dsp:nvSpPr>
      <dsp:spPr>
        <a:xfrm>
          <a:off x="525708" y="1058220"/>
          <a:ext cx="7359911" cy="354240"/>
        </a:xfrm>
        <a:prstGeom prst="roundRect">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187" tIns="0" rIns="278187" bIns="0" numCol="1" spcCol="1270" anchor="ctr" anchorCtr="0">
          <a:noAutofit/>
        </a:bodyPr>
        <a:lstStyle/>
        <a:p>
          <a:pPr marL="0" lvl="0" indent="0" algn="l" defTabSz="533400">
            <a:lnSpc>
              <a:spcPct val="90000"/>
            </a:lnSpc>
            <a:spcBef>
              <a:spcPct val="0"/>
            </a:spcBef>
            <a:spcAft>
              <a:spcPct val="35000"/>
            </a:spcAft>
            <a:buNone/>
          </a:pPr>
          <a:r>
            <a:rPr lang="de-DE" sz="1200" kern="1200" dirty="0"/>
            <a:t>Evaluation Kontext</a:t>
          </a:r>
        </a:p>
      </dsp:txBody>
      <dsp:txXfrm>
        <a:off x="543001" y="1075513"/>
        <a:ext cx="7325325" cy="319654"/>
      </dsp:txXfrm>
    </dsp:sp>
    <dsp:sp modelId="{6B88DEFE-8CDA-9446-B0C9-4194498CC200}">
      <dsp:nvSpPr>
        <dsp:cNvPr id="0" name=""/>
        <dsp:cNvSpPr/>
      </dsp:nvSpPr>
      <dsp:spPr>
        <a:xfrm>
          <a:off x="0" y="2384460"/>
          <a:ext cx="10514160" cy="907199"/>
        </a:xfrm>
        <a:prstGeom prst="rect">
          <a:avLst/>
        </a:prstGeom>
        <a:solidFill>
          <a:schemeClr val="lt1">
            <a:alpha val="90000"/>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016" tIns="249936" rIns="816016" bIns="85344" numCol="1" spcCol="1270" anchor="t" anchorCtr="0">
          <a:noAutofit/>
        </a:bodyPr>
        <a:lstStyle/>
        <a:p>
          <a:pPr marL="114300" lvl="1" indent="-114300" algn="l" defTabSz="533400">
            <a:lnSpc>
              <a:spcPct val="90000"/>
            </a:lnSpc>
            <a:spcBef>
              <a:spcPct val="0"/>
            </a:spcBef>
            <a:spcAft>
              <a:spcPct val="15000"/>
            </a:spcAft>
            <a:buChar char="•"/>
          </a:pPr>
          <a:r>
            <a:rPr lang="de-DE" sz="1200" kern="1200" dirty="0" err="1"/>
            <a:t>new</a:t>
          </a:r>
          <a:r>
            <a:rPr lang="de-DE" sz="1200" kern="1200" dirty="0"/>
            <a:t> Operator</a:t>
          </a:r>
        </a:p>
        <a:p>
          <a:pPr marL="114300" lvl="1" indent="-114300" algn="l" defTabSz="533400">
            <a:lnSpc>
              <a:spcPct val="90000"/>
            </a:lnSpc>
            <a:spcBef>
              <a:spcPct val="0"/>
            </a:spcBef>
            <a:spcAft>
              <a:spcPct val="15000"/>
            </a:spcAft>
            <a:buChar char="•"/>
          </a:pPr>
          <a:r>
            <a:rPr lang="de-DE" sz="1200" kern="1200" dirty="0"/>
            <a:t>Bit-Operatoren | und &amp;</a:t>
          </a:r>
        </a:p>
        <a:p>
          <a:pPr marL="114300" lvl="1" indent="-114300" algn="l" defTabSz="533400">
            <a:lnSpc>
              <a:spcPct val="90000"/>
            </a:lnSpc>
            <a:spcBef>
              <a:spcPct val="0"/>
            </a:spcBef>
            <a:spcAft>
              <a:spcPct val="15000"/>
            </a:spcAft>
            <a:buChar char="•"/>
          </a:pPr>
          <a:r>
            <a:rPr lang="de-DE" sz="1200" kern="1200" dirty="0"/>
            <a:t>Inkrement bzw. Dekrement</a:t>
          </a:r>
        </a:p>
      </dsp:txBody>
      <dsp:txXfrm>
        <a:off x="0" y="2384460"/>
        <a:ext cx="10514160" cy="907199"/>
      </dsp:txXfrm>
    </dsp:sp>
    <dsp:sp modelId="{6C085811-A8B6-9D40-B9F3-8085E71D5E6F}">
      <dsp:nvSpPr>
        <dsp:cNvPr id="0" name=""/>
        <dsp:cNvSpPr/>
      </dsp:nvSpPr>
      <dsp:spPr>
        <a:xfrm>
          <a:off x="525708" y="2207340"/>
          <a:ext cx="7359911" cy="354240"/>
        </a:xfrm>
        <a:prstGeom prst="roundRect">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187" tIns="0" rIns="278187" bIns="0" numCol="1" spcCol="1270" anchor="ctr" anchorCtr="0">
          <a:noAutofit/>
        </a:bodyPr>
        <a:lstStyle/>
        <a:p>
          <a:pPr marL="0" lvl="0" indent="0" algn="l" defTabSz="533400">
            <a:lnSpc>
              <a:spcPct val="90000"/>
            </a:lnSpc>
            <a:spcBef>
              <a:spcPct val="0"/>
            </a:spcBef>
            <a:spcAft>
              <a:spcPct val="35000"/>
            </a:spcAft>
            <a:buNone/>
          </a:pPr>
          <a:r>
            <a:rPr lang="de-DE" sz="1200" kern="1200" dirty="0"/>
            <a:t>Was geht nicht</a:t>
          </a:r>
        </a:p>
      </dsp:txBody>
      <dsp:txXfrm>
        <a:off x="543001" y="2224633"/>
        <a:ext cx="7325325" cy="319654"/>
      </dsp:txXfrm>
    </dsp:sp>
    <dsp:sp modelId="{18F3FBB9-98B1-554D-B3C0-A94B2C99D178}">
      <dsp:nvSpPr>
        <dsp:cNvPr id="0" name=""/>
        <dsp:cNvSpPr/>
      </dsp:nvSpPr>
      <dsp:spPr>
        <a:xfrm>
          <a:off x="0" y="3533579"/>
          <a:ext cx="10514160" cy="699300"/>
        </a:xfrm>
        <a:prstGeom prst="rect">
          <a:avLst/>
        </a:prstGeom>
        <a:solidFill>
          <a:schemeClr val="lt1">
            <a:alpha val="90000"/>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016" tIns="249936" rIns="816016" bIns="85344" numCol="1" spcCol="1270" anchor="t" anchorCtr="0">
          <a:noAutofit/>
        </a:bodyPr>
        <a:lstStyle/>
        <a:p>
          <a:pPr marL="114300" lvl="1" indent="-114300" algn="l" defTabSz="533400">
            <a:lnSpc>
              <a:spcPct val="90000"/>
            </a:lnSpc>
            <a:spcBef>
              <a:spcPct val="0"/>
            </a:spcBef>
            <a:spcAft>
              <a:spcPct val="15000"/>
            </a:spcAft>
            <a:buNone/>
          </a:pPr>
          <a:r>
            <a:rPr lang="de-DE" sz="1200" kern="1200" dirty="0"/>
            <a:t>Halte </a:t>
          </a:r>
          <a:r>
            <a:rPr lang="de-DE" sz="1200" kern="1200" dirty="0" err="1"/>
            <a:t>Expressions</a:t>
          </a:r>
          <a:r>
            <a:rPr lang="de-DE" sz="1200" kern="1200" dirty="0"/>
            <a:t> </a:t>
          </a:r>
          <a:r>
            <a:rPr lang="de-DE" sz="1200" b="1" kern="1200" dirty="0"/>
            <a:t>einfach und lesbar</a:t>
          </a:r>
          <a:endParaRPr lang="de-DE" sz="1200" kern="1200" dirty="0"/>
        </a:p>
        <a:p>
          <a:pPr marL="114300" lvl="1" indent="-114300" algn="l" defTabSz="533400">
            <a:lnSpc>
              <a:spcPct val="90000"/>
            </a:lnSpc>
            <a:spcBef>
              <a:spcPct val="0"/>
            </a:spcBef>
            <a:spcAft>
              <a:spcPct val="15000"/>
            </a:spcAft>
            <a:buNone/>
          </a:pPr>
          <a:r>
            <a:rPr lang="de-DE" sz="1200" kern="1200" dirty="0"/>
            <a:t>Komplexe Logik → in den </a:t>
          </a:r>
          <a:r>
            <a:rPr lang="de-DE" sz="1200" kern="1200" dirty="0" err="1"/>
            <a:t>Component</a:t>
          </a:r>
          <a:r>
            <a:rPr lang="de-DE" sz="1200" kern="1200" dirty="0"/>
            <a:t> (am besten als </a:t>
          </a:r>
          <a:r>
            <a:rPr lang="de-DE" sz="1200" b="1" kern="1200" dirty="0" err="1"/>
            <a:t>computed</a:t>
          </a:r>
          <a:r>
            <a:rPr lang="de-DE" sz="1200" b="1" kern="1200" dirty="0"/>
            <a:t> Signal</a:t>
          </a:r>
          <a:r>
            <a:rPr lang="de-DE" sz="1200" kern="1200" dirty="0"/>
            <a:t>)</a:t>
          </a:r>
        </a:p>
      </dsp:txBody>
      <dsp:txXfrm>
        <a:off x="0" y="3533579"/>
        <a:ext cx="10514160" cy="699300"/>
      </dsp:txXfrm>
    </dsp:sp>
    <dsp:sp modelId="{2278D12D-E65D-AF4F-928F-8627A029B420}">
      <dsp:nvSpPr>
        <dsp:cNvPr id="0" name=""/>
        <dsp:cNvSpPr/>
      </dsp:nvSpPr>
      <dsp:spPr>
        <a:xfrm>
          <a:off x="525708" y="3356459"/>
          <a:ext cx="7359911" cy="354240"/>
        </a:xfrm>
        <a:prstGeom prst="roundRect">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187" tIns="0" rIns="278187" bIns="0" numCol="1" spcCol="1270" anchor="ctr" anchorCtr="0">
          <a:noAutofit/>
        </a:bodyPr>
        <a:lstStyle/>
        <a:p>
          <a:pPr marL="0" lvl="0" indent="0" algn="l" defTabSz="533400">
            <a:lnSpc>
              <a:spcPct val="90000"/>
            </a:lnSpc>
            <a:spcBef>
              <a:spcPct val="0"/>
            </a:spcBef>
            <a:spcAft>
              <a:spcPct val="35000"/>
            </a:spcAft>
            <a:buNone/>
          </a:pPr>
          <a:r>
            <a:rPr lang="de-DE" sz="1200" kern="1200" dirty="0"/>
            <a:t>Best Practice</a:t>
          </a:r>
        </a:p>
      </dsp:txBody>
      <dsp:txXfrm>
        <a:off x="543001" y="3373752"/>
        <a:ext cx="7325325" cy="31965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4CC3FB-ED5E-4A31-AD32-FCEEE3CBF675}">
      <dsp:nvSpPr>
        <dsp:cNvPr id="0" name=""/>
        <dsp:cNvSpPr/>
      </dsp:nvSpPr>
      <dsp:spPr>
        <a:xfrm>
          <a:off x="0" y="2363"/>
          <a:ext cx="6116039" cy="1197994"/>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0804EFC-3DC6-4BBA-A99B-495A788E834C}">
      <dsp:nvSpPr>
        <dsp:cNvPr id="0" name=""/>
        <dsp:cNvSpPr/>
      </dsp:nvSpPr>
      <dsp:spPr>
        <a:xfrm>
          <a:off x="362393" y="271912"/>
          <a:ext cx="658896" cy="65889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BA25F34-095C-4CED-B2F8-875B43140EE7}">
      <dsp:nvSpPr>
        <dsp:cNvPr id="0" name=""/>
        <dsp:cNvSpPr/>
      </dsp:nvSpPr>
      <dsp:spPr>
        <a:xfrm>
          <a:off x="1383683" y="2363"/>
          <a:ext cx="4732356" cy="11979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6788" tIns="126788" rIns="126788" bIns="126788" numCol="1" spcCol="1270" anchor="ctr" anchorCtr="0">
          <a:noAutofit/>
        </a:bodyPr>
        <a:lstStyle/>
        <a:p>
          <a:pPr marL="0" lvl="0" indent="0" algn="l" defTabSz="711200">
            <a:lnSpc>
              <a:spcPct val="90000"/>
            </a:lnSpc>
            <a:spcBef>
              <a:spcPct val="0"/>
            </a:spcBef>
            <a:spcAft>
              <a:spcPct val="35000"/>
            </a:spcAft>
            <a:buNone/>
          </a:pPr>
          <a:r>
            <a:rPr lang="de-DE" sz="1600" kern="1200" dirty="0"/>
            <a:t>Services sind </a:t>
          </a:r>
          <a:r>
            <a:rPr lang="de-DE" sz="1600" kern="1200" dirty="0" err="1"/>
            <a:t>TypeScript</a:t>
          </a:r>
          <a:r>
            <a:rPr lang="de-DE" sz="1600" kern="1200" dirty="0"/>
            <a:t>-Klassen</a:t>
          </a:r>
          <a:endParaRPr lang="en-US" sz="1600" kern="1200" dirty="0"/>
        </a:p>
      </dsp:txBody>
      <dsp:txXfrm>
        <a:off x="1383683" y="2363"/>
        <a:ext cx="4732356" cy="1197994"/>
      </dsp:txXfrm>
    </dsp:sp>
    <dsp:sp modelId="{4BE57F8C-3983-4127-9440-E398578B117F}">
      <dsp:nvSpPr>
        <dsp:cNvPr id="0" name=""/>
        <dsp:cNvSpPr/>
      </dsp:nvSpPr>
      <dsp:spPr>
        <a:xfrm>
          <a:off x="0" y="1499856"/>
          <a:ext cx="6116039" cy="1197994"/>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8E87817-B150-4258-BE5E-7887ABC4D675}">
      <dsp:nvSpPr>
        <dsp:cNvPr id="0" name=""/>
        <dsp:cNvSpPr/>
      </dsp:nvSpPr>
      <dsp:spPr>
        <a:xfrm>
          <a:off x="362393" y="1769405"/>
          <a:ext cx="658896" cy="65889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562B386-BF00-4470-8429-B58BA85112D7}">
      <dsp:nvSpPr>
        <dsp:cNvPr id="0" name=""/>
        <dsp:cNvSpPr/>
      </dsp:nvSpPr>
      <dsp:spPr>
        <a:xfrm>
          <a:off x="1383683" y="1499856"/>
          <a:ext cx="2752217" cy="11979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6788" tIns="126788" rIns="126788" bIns="126788" numCol="1" spcCol="1270" anchor="ctr" anchorCtr="0">
          <a:noAutofit/>
        </a:bodyPr>
        <a:lstStyle/>
        <a:p>
          <a:pPr marL="0" lvl="0" indent="0" algn="l" defTabSz="711200">
            <a:lnSpc>
              <a:spcPct val="90000"/>
            </a:lnSpc>
            <a:spcBef>
              <a:spcPct val="0"/>
            </a:spcBef>
            <a:spcAft>
              <a:spcPct val="35000"/>
            </a:spcAft>
            <a:buNone/>
          </a:pPr>
          <a:r>
            <a:rPr lang="de-DE" sz="1600" kern="1200"/>
            <a:t>Diese werden ausschließlich vom Angular-Framework instanziert</a:t>
          </a:r>
          <a:endParaRPr lang="en-US" sz="1600" kern="1200"/>
        </a:p>
      </dsp:txBody>
      <dsp:txXfrm>
        <a:off x="1383683" y="1499856"/>
        <a:ext cx="2752217" cy="1197994"/>
      </dsp:txXfrm>
    </dsp:sp>
    <dsp:sp modelId="{042DECAB-DBF2-4E95-B4B7-6C6A52F4443E}">
      <dsp:nvSpPr>
        <dsp:cNvPr id="0" name=""/>
        <dsp:cNvSpPr/>
      </dsp:nvSpPr>
      <dsp:spPr>
        <a:xfrm>
          <a:off x="4135901" y="1499856"/>
          <a:ext cx="1980138" cy="11979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6788" tIns="126788" rIns="126788" bIns="126788" numCol="1" spcCol="1270" anchor="ctr" anchorCtr="0">
          <a:noAutofit/>
        </a:bodyPr>
        <a:lstStyle/>
        <a:p>
          <a:pPr marL="0" lvl="0" indent="0" algn="l" defTabSz="533400">
            <a:lnSpc>
              <a:spcPct val="90000"/>
            </a:lnSpc>
            <a:spcBef>
              <a:spcPct val="0"/>
            </a:spcBef>
            <a:spcAft>
              <a:spcPct val="35000"/>
            </a:spcAft>
            <a:buNone/>
          </a:pPr>
          <a:r>
            <a:rPr lang="de-DE" sz="1200" kern="1200"/>
            <a:t>Diese Aufgabe übernimmt der Angular-Context</a:t>
          </a:r>
          <a:endParaRPr lang="en-US" sz="1200" kern="1200"/>
        </a:p>
      </dsp:txBody>
      <dsp:txXfrm>
        <a:off x="4135901" y="1499856"/>
        <a:ext cx="1980138" cy="1197994"/>
      </dsp:txXfrm>
    </dsp:sp>
    <dsp:sp modelId="{A4DC7493-295E-4408-B34F-BB43D6EDAD58}">
      <dsp:nvSpPr>
        <dsp:cNvPr id="0" name=""/>
        <dsp:cNvSpPr/>
      </dsp:nvSpPr>
      <dsp:spPr>
        <a:xfrm>
          <a:off x="0" y="2997349"/>
          <a:ext cx="6116039" cy="1197994"/>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80234B0-4EAC-44EB-95C4-F78A7CD8D387}">
      <dsp:nvSpPr>
        <dsp:cNvPr id="0" name=""/>
        <dsp:cNvSpPr/>
      </dsp:nvSpPr>
      <dsp:spPr>
        <a:xfrm>
          <a:off x="362393" y="3266897"/>
          <a:ext cx="658896" cy="65889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9126E73-0021-4537-8337-D686F97F9B26}">
      <dsp:nvSpPr>
        <dsp:cNvPr id="0" name=""/>
        <dsp:cNvSpPr/>
      </dsp:nvSpPr>
      <dsp:spPr>
        <a:xfrm>
          <a:off x="1383683" y="2997349"/>
          <a:ext cx="2752217" cy="11979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6788" tIns="126788" rIns="126788" bIns="126788" numCol="1" spcCol="1270" anchor="ctr" anchorCtr="0">
          <a:noAutofit/>
        </a:bodyPr>
        <a:lstStyle/>
        <a:p>
          <a:pPr marL="0" lvl="0" indent="0" algn="l" defTabSz="711200">
            <a:lnSpc>
              <a:spcPct val="90000"/>
            </a:lnSpc>
            <a:spcBef>
              <a:spcPct val="0"/>
            </a:spcBef>
            <a:spcAft>
              <a:spcPct val="35000"/>
            </a:spcAft>
            <a:buNone/>
          </a:pPr>
          <a:r>
            <a:rPr lang="de-DE" sz="1600" kern="1200"/>
            <a:t>Benötigt eine Component den Zugriff auf einen Service, so wird dieser automatisch gesetzt</a:t>
          </a:r>
          <a:endParaRPr lang="en-US" sz="1600" kern="1200"/>
        </a:p>
      </dsp:txBody>
      <dsp:txXfrm>
        <a:off x="1383683" y="2997349"/>
        <a:ext cx="2752217" cy="1197994"/>
      </dsp:txXfrm>
    </dsp:sp>
    <dsp:sp modelId="{6C604A4D-86D1-4321-9052-AF311CDFB6AD}">
      <dsp:nvSpPr>
        <dsp:cNvPr id="0" name=""/>
        <dsp:cNvSpPr/>
      </dsp:nvSpPr>
      <dsp:spPr>
        <a:xfrm>
          <a:off x="4135901" y="2997349"/>
          <a:ext cx="1980138" cy="11979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6788" tIns="126788" rIns="126788" bIns="126788" numCol="1" spcCol="1270" anchor="ctr" anchorCtr="0">
          <a:noAutofit/>
        </a:bodyPr>
        <a:lstStyle/>
        <a:p>
          <a:pPr marL="0" lvl="0" indent="0" algn="l" defTabSz="533400">
            <a:lnSpc>
              <a:spcPct val="90000"/>
            </a:lnSpc>
            <a:spcBef>
              <a:spcPct val="0"/>
            </a:spcBef>
            <a:spcAft>
              <a:spcPct val="35000"/>
            </a:spcAft>
            <a:buNone/>
          </a:pPr>
          <a:r>
            <a:rPr lang="de-DE" sz="1200" kern="1200"/>
            <a:t>Dieses Verfahren heißt Dependency Injection</a:t>
          </a:r>
          <a:endParaRPr lang="en-US" sz="1200" kern="1200"/>
        </a:p>
      </dsp:txBody>
      <dsp:txXfrm>
        <a:off x="4135901" y="2997349"/>
        <a:ext cx="1980138" cy="1197994"/>
      </dsp:txXfrm>
    </dsp:sp>
    <dsp:sp modelId="{6080E5D3-8DA7-467D-A06F-D6F7EACC4246}">
      <dsp:nvSpPr>
        <dsp:cNvPr id="0" name=""/>
        <dsp:cNvSpPr/>
      </dsp:nvSpPr>
      <dsp:spPr>
        <a:xfrm>
          <a:off x="0" y="4494842"/>
          <a:ext cx="6116039" cy="1197994"/>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5F5F76A-6D3A-4E8E-B4EB-8D5E159414E7}">
      <dsp:nvSpPr>
        <dsp:cNvPr id="0" name=""/>
        <dsp:cNvSpPr/>
      </dsp:nvSpPr>
      <dsp:spPr>
        <a:xfrm>
          <a:off x="362393" y="4764390"/>
          <a:ext cx="658896" cy="65889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9496FC2-0F73-42BF-8BC1-5D83F2FD5A7F}">
      <dsp:nvSpPr>
        <dsp:cNvPr id="0" name=""/>
        <dsp:cNvSpPr/>
      </dsp:nvSpPr>
      <dsp:spPr>
        <a:xfrm>
          <a:off x="1383683" y="4494842"/>
          <a:ext cx="4732356" cy="11979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6788" tIns="126788" rIns="126788" bIns="126788" numCol="1" spcCol="1270" anchor="ctr" anchorCtr="0">
          <a:noAutofit/>
        </a:bodyPr>
        <a:lstStyle/>
        <a:p>
          <a:pPr marL="0" lvl="0" indent="0" algn="l" defTabSz="711200">
            <a:lnSpc>
              <a:spcPct val="90000"/>
            </a:lnSpc>
            <a:spcBef>
              <a:spcPct val="0"/>
            </a:spcBef>
            <a:spcAft>
              <a:spcPct val="35000"/>
            </a:spcAft>
            <a:buNone/>
          </a:pPr>
          <a:r>
            <a:rPr lang="de-DE" sz="1600" kern="1200"/>
            <a:t>Insgesamt stellt Angular mit dem Service-Mechanismus ein Dependency-Injection-Framework zur Verfügung</a:t>
          </a:r>
          <a:endParaRPr lang="en-US" sz="1600" kern="1200"/>
        </a:p>
      </dsp:txBody>
      <dsp:txXfrm>
        <a:off x="1383683" y="4494842"/>
        <a:ext cx="4732356" cy="1197994"/>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80140C-DC50-9B42-93EF-E0A8E23B5672}">
      <dsp:nvSpPr>
        <dsp:cNvPr id="0" name=""/>
        <dsp:cNvSpPr/>
      </dsp:nvSpPr>
      <dsp:spPr>
        <a:xfrm>
          <a:off x="0" y="48923"/>
          <a:ext cx="6116039" cy="1112304"/>
        </a:xfrm>
        <a:prstGeom prst="roundRect">
          <a:avLst/>
        </a:prstGeom>
        <a:solidFill>
          <a:schemeClr val="accent2">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de-DE" sz="2800" kern="1200"/>
            <a:t>Sehr allgemeines Konzept</a:t>
          </a:r>
          <a:endParaRPr lang="en-US" sz="2800" kern="1200"/>
        </a:p>
      </dsp:txBody>
      <dsp:txXfrm>
        <a:off x="54298" y="103221"/>
        <a:ext cx="6007443" cy="1003708"/>
      </dsp:txXfrm>
    </dsp:sp>
    <dsp:sp modelId="{E3706BF3-EB0C-B54A-9900-D0462B14A2C2}">
      <dsp:nvSpPr>
        <dsp:cNvPr id="0" name=""/>
        <dsp:cNvSpPr/>
      </dsp:nvSpPr>
      <dsp:spPr>
        <a:xfrm>
          <a:off x="0" y="1161227"/>
          <a:ext cx="6116039" cy="11302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4184" tIns="35560" rIns="199136" bIns="35560" numCol="1" spcCol="1270" anchor="t" anchorCtr="0">
          <a:noAutofit/>
        </a:bodyPr>
        <a:lstStyle/>
        <a:p>
          <a:pPr marL="228600" lvl="1" indent="-228600" algn="l" defTabSz="977900">
            <a:lnSpc>
              <a:spcPct val="90000"/>
            </a:lnSpc>
            <a:spcBef>
              <a:spcPct val="0"/>
            </a:spcBef>
            <a:spcAft>
              <a:spcPct val="20000"/>
            </a:spcAft>
            <a:buChar char="•"/>
          </a:pPr>
          <a:r>
            <a:rPr lang="de-DE" sz="2200" kern="1200"/>
            <a:t>Irgendwelche Funktionalität kapseln</a:t>
          </a:r>
          <a:endParaRPr lang="en-US" sz="2200" kern="1200"/>
        </a:p>
        <a:p>
          <a:pPr marL="228600" lvl="1" indent="-228600" algn="l" defTabSz="977900">
            <a:lnSpc>
              <a:spcPct val="90000"/>
            </a:lnSpc>
            <a:spcBef>
              <a:spcPct val="0"/>
            </a:spcBef>
            <a:spcAft>
              <a:spcPct val="20000"/>
            </a:spcAft>
            <a:buChar char="•"/>
          </a:pPr>
          <a:r>
            <a:rPr lang="de-DE" sz="2200" kern="1200"/>
            <a:t>Nicht UI spezifisch</a:t>
          </a:r>
          <a:endParaRPr lang="en-US" sz="2200" kern="1200"/>
        </a:p>
        <a:p>
          <a:pPr marL="228600" lvl="1" indent="-228600" algn="l" defTabSz="977900">
            <a:lnSpc>
              <a:spcPct val="90000"/>
            </a:lnSpc>
            <a:spcBef>
              <a:spcPct val="0"/>
            </a:spcBef>
            <a:spcAft>
              <a:spcPct val="20000"/>
            </a:spcAft>
            <a:buChar char="•"/>
          </a:pPr>
          <a:r>
            <a:rPr lang="de-DE" sz="2200" kern="1200"/>
            <a:t>Implementierungsdetails verstecken</a:t>
          </a:r>
          <a:endParaRPr lang="en-US" sz="2200" kern="1200"/>
        </a:p>
      </dsp:txBody>
      <dsp:txXfrm>
        <a:off x="0" y="1161227"/>
        <a:ext cx="6116039" cy="1130220"/>
      </dsp:txXfrm>
    </dsp:sp>
    <dsp:sp modelId="{E8370226-5730-B142-9DD9-D629D96B8129}">
      <dsp:nvSpPr>
        <dsp:cNvPr id="0" name=""/>
        <dsp:cNvSpPr/>
      </dsp:nvSpPr>
      <dsp:spPr>
        <a:xfrm>
          <a:off x="0" y="2291447"/>
          <a:ext cx="6116039" cy="1112304"/>
        </a:xfrm>
        <a:prstGeom prst="roundRect">
          <a:avLst/>
        </a:prstGeom>
        <a:solidFill>
          <a:schemeClr val="accent2">
            <a:hueOff val="3183231"/>
            <a:satOff val="5400"/>
            <a:lumOff val="-196"/>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de-DE" sz="2800" kern="1200"/>
            <a:t>Einsatzmöglichkeiten</a:t>
          </a:r>
          <a:endParaRPr lang="en-US" sz="2800" kern="1200"/>
        </a:p>
      </dsp:txBody>
      <dsp:txXfrm>
        <a:off x="54298" y="2345745"/>
        <a:ext cx="6007443" cy="1003708"/>
      </dsp:txXfrm>
    </dsp:sp>
    <dsp:sp modelId="{85B4C076-C19F-FA44-9E00-83D9F1C8BFCC}">
      <dsp:nvSpPr>
        <dsp:cNvPr id="0" name=""/>
        <dsp:cNvSpPr/>
      </dsp:nvSpPr>
      <dsp:spPr>
        <a:xfrm>
          <a:off x="0" y="3403752"/>
          <a:ext cx="6116039" cy="11302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4184" tIns="35560" rIns="199136" bIns="35560" numCol="1" spcCol="1270" anchor="t" anchorCtr="0">
          <a:noAutofit/>
        </a:bodyPr>
        <a:lstStyle/>
        <a:p>
          <a:pPr marL="228600" lvl="1" indent="-228600" algn="l" defTabSz="977900">
            <a:lnSpc>
              <a:spcPct val="90000"/>
            </a:lnSpc>
            <a:spcBef>
              <a:spcPct val="0"/>
            </a:spcBef>
            <a:spcAft>
              <a:spcPct val="20000"/>
            </a:spcAft>
            <a:buChar char="•"/>
          </a:pPr>
          <a:r>
            <a:rPr lang="de-DE" sz="2200" kern="1200"/>
            <a:t>Höhere Abstraktion schaffen (REST)</a:t>
          </a:r>
          <a:endParaRPr lang="en-US" sz="2200" kern="1200"/>
        </a:p>
        <a:p>
          <a:pPr marL="228600" lvl="1" indent="-228600" algn="l" defTabSz="977900">
            <a:lnSpc>
              <a:spcPct val="90000"/>
            </a:lnSpc>
            <a:spcBef>
              <a:spcPct val="0"/>
            </a:spcBef>
            <a:spcAft>
              <a:spcPct val="20000"/>
            </a:spcAft>
            <a:buChar char="•"/>
          </a:pPr>
          <a:r>
            <a:rPr lang="de-DE" sz="2200" kern="1200"/>
            <a:t>Integration anderer Bibliotheken (WebSocket)</a:t>
          </a:r>
          <a:endParaRPr lang="en-US" sz="2200" kern="1200"/>
        </a:p>
        <a:p>
          <a:pPr marL="228600" lvl="1" indent="-228600" algn="l" defTabSz="977900">
            <a:lnSpc>
              <a:spcPct val="90000"/>
            </a:lnSpc>
            <a:spcBef>
              <a:spcPct val="0"/>
            </a:spcBef>
            <a:spcAft>
              <a:spcPct val="20000"/>
            </a:spcAft>
            <a:buChar char="•"/>
          </a:pPr>
          <a:r>
            <a:rPr lang="de-DE" sz="2200" kern="1200"/>
            <a:t>Datenhaltung, Datenzugriff, Caching, Logik, ...</a:t>
          </a:r>
          <a:endParaRPr lang="en-US" sz="2200" kern="1200"/>
        </a:p>
      </dsp:txBody>
      <dsp:txXfrm>
        <a:off x="0" y="3403752"/>
        <a:ext cx="6116039" cy="1130220"/>
      </dsp:txXfrm>
    </dsp:sp>
    <dsp:sp modelId="{D268AD21-B487-BF4A-9B84-2EF1C86BF016}">
      <dsp:nvSpPr>
        <dsp:cNvPr id="0" name=""/>
        <dsp:cNvSpPr/>
      </dsp:nvSpPr>
      <dsp:spPr>
        <a:xfrm>
          <a:off x="0" y="4533972"/>
          <a:ext cx="6116039" cy="1112304"/>
        </a:xfrm>
        <a:prstGeom prst="roundRect">
          <a:avLst/>
        </a:prstGeom>
        <a:solidFill>
          <a:schemeClr val="accent2">
            <a:hueOff val="6366461"/>
            <a:satOff val="10800"/>
            <a:lumOff val="-392"/>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de-DE" sz="2800" kern="1200"/>
            <a:t>Können Abhängigkeit zu anderen Services haben</a:t>
          </a:r>
          <a:endParaRPr lang="en-US" sz="2800" kern="1200"/>
        </a:p>
      </dsp:txBody>
      <dsp:txXfrm>
        <a:off x="54298" y="4588270"/>
        <a:ext cx="6007443" cy="1003708"/>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BFC5A3-221C-BF41-82F3-231312BBE5EC}">
      <dsp:nvSpPr>
        <dsp:cNvPr id="0" name=""/>
        <dsp:cNvSpPr/>
      </dsp:nvSpPr>
      <dsp:spPr>
        <a:xfrm>
          <a:off x="0" y="439380"/>
          <a:ext cx="8228160" cy="478800"/>
        </a:xfrm>
        <a:prstGeom prst="rect">
          <a:avLst/>
        </a:prstGeom>
        <a:solidFill>
          <a:schemeClr val="lt1">
            <a:alpha val="90000"/>
            <a:hueOff val="0"/>
            <a:satOff val="0"/>
            <a:lumOff val="0"/>
            <a:alphaOff val="0"/>
          </a:schemeClr>
        </a:solidFill>
        <a:ln w="6350" cap="flat" cmpd="sng" algn="ctr">
          <a:prstDash val="solid"/>
          <a:miter lim="800000"/>
        </a:ln>
        <a:effectLst/>
      </dsp:spPr>
      <dsp:style>
        <a:lnRef idx="1">
          <a:scrgbClr r="0" g="0" b="0"/>
        </a:lnRef>
        <a:fillRef idx="1">
          <a:scrgbClr r="0" g="0" b="0"/>
        </a:fillRef>
        <a:effectRef idx="0">
          <a:scrgbClr r="0" g="0" b="0"/>
        </a:effectRef>
        <a:fontRef idx="minor"/>
      </dsp:style>
    </dsp:sp>
    <dsp:sp modelId="{1ECD87B9-C580-F745-B1B7-FBF6A99F2703}">
      <dsp:nvSpPr>
        <dsp:cNvPr id="0" name=""/>
        <dsp:cNvSpPr/>
      </dsp:nvSpPr>
      <dsp:spPr>
        <a:xfrm>
          <a:off x="411408" y="158940"/>
          <a:ext cx="5759712" cy="560879"/>
        </a:xfrm>
        <a:prstGeom prst="roundRect">
          <a:avLst/>
        </a:prstGeom>
        <a:gradFill rotWithShape="0">
          <a:gsLst>
            <a:gs pos="0">
              <a:schemeClr val="accent1">
                <a:hueOff val="0"/>
                <a:satOff val="0"/>
                <a:lumOff val="0"/>
                <a:alphaOff val="0"/>
                <a:lumMod val="102000"/>
                <a:tint val="94000"/>
              </a:schemeClr>
            </a:gs>
            <a:gs pos="50000">
              <a:schemeClr val="accent1">
                <a:hueOff val="0"/>
                <a:satOff val="0"/>
                <a:lumOff val="0"/>
                <a:alphaOff val="0"/>
                <a:lumMod val="100000"/>
                <a:shade val="100000"/>
              </a:schemeClr>
            </a:gs>
            <a:gs pos="100000">
              <a:schemeClr val="accent1">
                <a:hueOff val="0"/>
                <a:satOff val="0"/>
                <a:lumOff val="0"/>
                <a:alphaOff val="0"/>
                <a:lumMod val="99000"/>
                <a:shade val="78000"/>
              </a:schemeClr>
            </a:gs>
          </a:gsLst>
          <a:lin ang="5400000" scaled="0"/>
          <a:tileRect/>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17703" tIns="0" rIns="217703" bIns="0" numCol="1" spcCol="1270" anchor="ctr" anchorCtr="0">
          <a:noAutofit/>
        </a:bodyPr>
        <a:lstStyle/>
        <a:p>
          <a:pPr marL="0" lvl="0" indent="0" algn="l" defTabSz="844550" rtl="0">
            <a:lnSpc>
              <a:spcPct val="90000"/>
            </a:lnSpc>
            <a:spcBef>
              <a:spcPct val="0"/>
            </a:spcBef>
            <a:spcAft>
              <a:spcPct val="35000"/>
            </a:spcAft>
            <a:buNone/>
          </a:pPr>
          <a:r>
            <a:rPr lang="de-DE" sz="1900" kern="1200"/>
            <a:t>Aufbau der Netze komplex.</a:t>
          </a:r>
        </a:p>
      </dsp:txBody>
      <dsp:txXfrm>
        <a:off x="438788" y="186320"/>
        <a:ext cx="5704952" cy="506119"/>
      </dsp:txXfrm>
    </dsp:sp>
    <dsp:sp modelId="{E7B1E18C-5299-164E-8066-1AD144D53839}">
      <dsp:nvSpPr>
        <dsp:cNvPr id="0" name=""/>
        <dsp:cNvSpPr/>
      </dsp:nvSpPr>
      <dsp:spPr>
        <a:xfrm>
          <a:off x="0" y="1301220"/>
          <a:ext cx="8228160" cy="478800"/>
        </a:xfrm>
        <a:prstGeom prst="rect">
          <a:avLst/>
        </a:prstGeom>
        <a:solidFill>
          <a:schemeClr val="lt1">
            <a:alpha val="90000"/>
            <a:hueOff val="0"/>
            <a:satOff val="0"/>
            <a:lumOff val="0"/>
            <a:alphaOff val="0"/>
          </a:schemeClr>
        </a:solidFill>
        <a:ln w="6350" cap="flat" cmpd="sng" algn="ctr">
          <a:prstDash val="solid"/>
          <a:miter lim="800000"/>
        </a:ln>
        <a:effectLst/>
      </dsp:spPr>
      <dsp:style>
        <a:lnRef idx="1">
          <a:scrgbClr r="0" g="0" b="0"/>
        </a:lnRef>
        <a:fillRef idx="1">
          <a:scrgbClr r="0" g="0" b="0"/>
        </a:fillRef>
        <a:effectRef idx="0">
          <a:scrgbClr r="0" g="0" b="0"/>
        </a:effectRef>
        <a:fontRef idx="minor"/>
      </dsp:style>
    </dsp:sp>
    <dsp:sp modelId="{B09D4BB5-B624-1D4B-B9E6-011316B43742}">
      <dsp:nvSpPr>
        <dsp:cNvPr id="0" name=""/>
        <dsp:cNvSpPr/>
      </dsp:nvSpPr>
      <dsp:spPr>
        <a:xfrm>
          <a:off x="411408" y="1020780"/>
          <a:ext cx="5759712" cy="560879"/>
        </a:xfrm>
        <a:prstGeom prst="roundRect">
          <a:avLst/>
        </a:prstGeom>
        <a:gradFill rotWithShape="0">
          <a:gsLst>
            <a:gs pos="0">
              <a:schemeClr val="accent1">
                <a:hueOff val="0"/>
                <a:satOff val="0"/>
                <a:lumOff val="0"/>
                <a:alphaOff val="0"/>
                <a:lumMod val="102000"/>
                <a:tint val="94000"/>
              </a:schemeClr>
            </a:gs>
            <a:gs pos="50000">
              <a:schemeClr val="accent1">
                <a:hueOff val="0"/>
                <a:satOff val="0"/>
                <a:lumOff val="0"/>
                <a:alphaOff val="0"/>
                <a:lumMod val="100000"/>
                <a:shade val="100000"/>
              </a:schemeClr>
            </a:gs>
            <a:gs pos="100000">
              <a:schemeClr val="accent1">
                <a:hueOff val="0"/>
                <a:satOff val="0"/>
                <a:lumOff val="0"/>
                <a:alphaOff val="0"/>
                <a:lumMod val="99000"/>
                <a:shade val="78000"/>
              </a:schemeClr>
            </a:gs>
          </a:gsLst>
          <a:lin ang="5400000" scaled="0"/>
          <a:tileRect/>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17703" tIns="0" rIns="217703" bIns="0" numCol="1" spcCol="1270" anchor="ctr" anchorCtr="0">
          <a:noAutofit/>
        </a:bodyPr>
        <a:lstStyle/>
        <a:p>
          <a:pPr marL="0" lvl="0" indent="0" algn="l" defTabSz="844550" rtl="0">
            <a:lnSpc>
              <a:spcPct val="90000"/>
            </a:lnSpc>
            <a:spcBef>
              <a:spcPct val="0"/>
            </a:spcBef>
            <a:spcAft>
              <a:spcPct val="35000"/>
            </a:spcAft>
            <a:buNone/>
          </a:pPr>
          <a:r>
            <a:rPr lang="de-DE" sz="1900" kern="1200"/>
            <a:t>Testbarkeit der Komponenten wird eingeschränkt.</a:t>
          </a:r>
        </a:p>
      </dsp:txBody>
      <dsp:txXfrm>
        <a:off x="438788" y="1048160"/>
        <a:ext cx="5704952" cy="506119"/>
      </dsp:txXfrm>
    </dsp:sp>
    <dsp:sp modelId="{1C9F027A-4FEE-E646-9A26-FF01151D7B0D}">
      <dsp:nvSpPr>
        <dsp:cNvPr id="0" name=""/>
        <dsp:cNvSpPr/>
      </dsp:nvSpPr>
      <dsp:spPr>
        <a:xfrm>
          <a:off x="0" y="2163060"/>
          <a:ext cx="8228160" cy="478800"/>
        </a:xfrm>
        <a:prstGeom prst="rect">
          <a:avLst/>
        </a:prstGeom>
        <a:solidFill>
          <a:schemeClr val="lt1">
            <a:alpha val="90000"/>
            <a:hueOff val="0"/>
            <a:satOff val="0"/>
            <a:lumOff val="0"/>
            <a:alphaOff val="0"/>
          </a:schemeClr>
        </a:solidFill>
        <a:ln w="6350" cap="flat" cmpd="sng" algn="ctr">
          <a:prstDash val="solid"/>
          <a:miter lim="800000"/>
        </a:ln>
        <a:effectLst/>
      </dsp:spPr>
      <dsp:style>
        <a:lnRef idx="1">
          <a:scrgbClr r="0" g="0" b="0"/>
        </a:lnRef>
        <a:fillRef idx="1">
          <a:scrgbClr r="0" g="0" b="0"/>
        </a:fillRef>
        <a:effectRef idx="0">
          <a:scrgbClr r="0" g="0" b="0"/>
        </a:effectRef>
        <a:fontRef idx="minor"/>
      </dsp:style>
    </dsp:sp>
    <dsp:sp modelId="{D23F324F-A649-C54D-90F8-26F719C76FD7}">
      <dsp:nvSpPr>
        <dsp:cNvPr id="0" name=""/>
        <dsp:cNvSpPr/>
      </dsp:nvSpPr>
      <dsp:spPr>
        <a:xfrm>
          <a:off x="411408" y="1882620"/>
          <a:ext cx="5759712" cy="560879"/>
        </a:xfrm>
        <a:prstGeom prst="roundRect">
          <a:avLst/>
        </a:prstGeom>
        <a:gradFill rotWithShape="0">
          <a:gsLst>
            <a:gs pos="0">
              <a:schemeClr val="accent1">
                <a:hueOff val="0"/>
                <a:satOff val="0"/>
                <a:lumOff val="0"/>
                <a:alphaOff val="0"/>
                <a:lumMod val="102000"/>
                <a:tint val="94000"/>
              </a:schemeClr>
            </a:gs>
            <a:gs pos="50000">
              <a:schemeClr val="accent1">
                <a:hueOff val="0"/>
                <a:satOff val="0"/>
                <a:lumOff val="0"/>
                <a:alphaOff val="0"/>
                <a:lumMod val="100000"/>
                <a:shade val="100000"/>
              </a:schemeClr>
            </a:gs>
            <a:gs pos="100000">
              <a:schemeClr val="accent1">
                <a:hueOff val="0"/>
                <a:satOff val="0"/>
                <a:lumOff val="0"/>
                <a:alphaOff val="0"/>
                <a:lumMod val="99000"/>
                <a:shade val="78000"/>
              </a:schemeClr>
            </a:gs>
          </a:gsLst>
          <a:lin ang="5400000" scaled="0"/>
          <a:tileRect/>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17703" tIns="0" rIns="217703" bIns="0" numCol="1" spcCol="1270" anchor="ctr" anchorCtr="0">
          <a:noAutofit/>
        </a:bodyPr>
        <a:lstStyle/>
        <a:p>
          <a:pPr marL="0" lvl="0" indent="0" algn="l" defTabSz="844550" rtl="0">
            <a:lnSpc>
              <a:spcPct val="90000"/>
            </a:lnSpc>
            <a:spcBef>
              <a:spcPct val="0"/>
            </a:spcBef>
            <a:spcAft>
              <a:spcPct val="35000"/>
            </a:spcAft>
            <a:buNone/>
          </a:pPr>
          <a:r>
            <a:rPr lang="de-DE" sz="1900" kern="1200"/>
            <a:t>Änderbarkeit und Wartbarkeit nur bedingt gegeben.</a:t>
          </a:r>
        </a:p>
      </dsp:txBody>
      <dsp:txXfrm>
        <a:off x="438788" y="1910000"/>
        <a:ext cx="5704952" cy="506119"/>
      </dsp:txXfrm>
    </dsp:sp>
    <dsp:sp modelId="{E7A1E83F-27FB-7046-916E-840DBC608703}">
      <dsp:nvSpPr>
        <dsp:cNvPr id="0" name=""/>
        <dsp:cNvSpPr/>
      </dsp:nvSpPr>
      <dsp:spPr>
        <a:xfrm>
          <a:off x="0" y="3024900"/>
          <a:ext cx="8228160" cy="478800"/>
        </a:xfrm>
        <a:prstGeom prst="rect">
          <a:avLst/>
        </a:prstGeom>
        <a:solidFill>
          <a:schemeClr val="lt1">
            <a:alpha val="90000"/>
            <a:hueOff val="0"/>
            <a:satOff val="0"/>
            <a:lumOff val="0"/>
            <a:alphaOff val="0"/>
          </a:schemeClr>
        </a:solidFill>
        <a:ln w="6350" cap="flat" cmpd="sng" algn="ctr">
          <a:prstDash val="solid"/>
          <a:miter lim="800000"/>
        </a:ln>
        <a:effectLst/>
      </dsp:spPr>
      <dsp:style>
        <a:lnRef idx="1">
          <a:scrgbClr r="0" g="0" b="0"/>
        </a:lnRef>
        <a:fillRef idx="1">
          <a:scrgbClr r="0" g="0" b="0"/>
        </a:fillRef>
        <a:effectRef idx="0">
          <a:scrgbClr r="0" g="0" b="0"/>
        </a:effectRef>
        <a:fontRef idx="minor"/>
      </dsp:style>
    </dsp:sp>
    <dsp:sp modelId="{AABA84C5-D367-3740-811F-273A21F9174D}">
      <dsp:nvSpPr>
        <dsp:cNvPr id="0" name=""/>
        <dsp:cNvSpPr/>
      </dsp:nvSpPr>
      <dsp:spPr>
        <a:xfrm>
          <a:off x="411408" y="2744460"/>
          <a:ext cx="5759712" cy="560879"/>
        </a:xfrm>
        <a:prstGeom prst="roundRect">
          <a:avLst/>
        </a:prstGeom>
        <a:gradFill rotWithShape="0">
          <a:gsLst>
            <a:gs pos="0">
              <a:schemeClr val="accent1">
                <a:hueOff val="0"/>
                <a:satOff val="0"/>
                <a:lumOff val="0"/>
                <a:alphaOff val="0"/>
                <a:lumMod val="102000"/>
                <a:tint val="94000"/>
              </a:schemeClr>
            </a:gs>
            <a:gs pos="50000">
              <a:schemeClr val="accent1">
                <a:hueOff val="0"/>
                <a:satOff val="0"/>
                <a:lumOff val="0"/>
                <a:alphaOff val="0"/>
                <a:lumMod val="100000"/>
                <a:shade val="100000"/>
              </a:schemeClr>
            </a:gs>
            <a:gs pos="100000">
              <a:schemeClr val="accent1">
                <a:hueOff val="0"/>
                <a:satOff val="0"/>
                <a:lumOff val="0"/>
                <a:alphaOff val="0"/>
                <a:lumMod val="99000"/>
                <a:shade val="78000"/>
              </a:schemeClr>
            </a:gs>
          </a:gsLst>
          <a:lin ang="5400000" scaled="0"/>
          <a:tileRect/>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17703" tIns="0" rIns="217703" bIns="0" numCol="1" spcCol="1270" anchor="ctr" anchorCtr="0">
          <a:noAutofit/>
        </a:bodyPr>
        <a:lstStyle/>
        <a:p>
          <a:pPr marL="0" lvl="0" indent="0" algn="l" defTabSz="844550" rtl="0">
            <a:lnSpc>
              <a:spcPct val="90000"/>
            </a:lnSpc>
            <a:spcBef>
              <a:spcPct val="0"/>
            </a:spcBef>
            <a:spcAft>
              <a:spcPct val="35000"/>
            </a:spcAft>
            <a:buNone/>
          </a:pPr>
          <a:r>
            <a:rPr lang="de-DE" sz="1900" kern="1200" dirty="0" err="1"/>
            <a:t>Favor</a:t>
          </a:r>
          <a:r>
            <a:rPr lang="de-DE" sz="1900" kern="1200" dirty="0"/>
            <a:t> Delegation </a:t>
          </a:r>
          <a:r>
            <a:rPr lang="de-DE" sz="1900" kern="1200" dirty="0" err="1"/>
            <a:t>over</a:t>
          </a:r>
          <a:r>
            <a:rPr lang="de-DE" sz="1900" kern="1200" dirty="0"/>
            <a:t> </a:t>
          </a:r>
          <a:r>
            <a:rPr lang="de-DE" sz="1900" kern="1200" dirty="0" err="1"/>
            <a:t>inheritance</a:t>
          </a:r>
          <a:r>
            <a:rPr lang="de-DE" sz="1900" kern="1200" dirty="0"/>
            <a:t>.</a:t>
          </a:r>
        </a:p>
      </dsp:txBody>
      <dsp:txXfrm>
        <a:off x="438788" y="2771840"/>
        <a:ext cx="5704952" cy="506119"/>
      </dsp:txXfrm>
    </dsp:sp>
    <dsp:sp modelId="{6387FF60-1556-F646-BEF2-EFDFA3F1F8AE}">
      <dsp:nvSpPr>
        <dsp:cNvPr id="0" name=""/>
        <dsp:cNvSpPr/>
      </dsp:nvSpPr>
      <dsp:spPr>
        <a:xfrm>
          <a:off x="0" y="3886740"/>
          <a:ext cx="8228160" cy="478800"/>
        </a:xfrm>
        <a:prstGeom prst="rect">
          <a:avLst/>
        </a:prstGeom>
        <a:solidFill>
          <a:schemeClr val="lt1">
            <a:alpha val="90000"/>
            <a:hueOff val="0"/>
            <a:satOff val="0"/>
            <a:lumOff val="0"/>
            <a:alphaOff val="0"/>
          </a:schemeClr>
        </a:solidFill>
        <a:ln w="6350" cap="flat" cmpd="sng" algn="ctr">
          <a:prstDash val="solid"/>
          <a:miter lim="800000"/>
        </a:ln>
        <a:effectLst/>
      </dsp:spPr>
      <dsp:style>
        <a:lnRef idx="1">
          <a:scrgbClr r="0" g="0" b="0"/>
        </a:lnRef>
        <a:fillRef idx="1">
          <a:scrgbClr r="0" g="0" b="0"/>
        </a:fillRef>
        <a:effectRef idx="0">
          <a:scrgbClr r="0" g="0" b="0"/>
        </a:effectRef>
        <a:fontRef idx="minor"/>
      </dsp:style>
    </dsp:sp>
    <dsp:sp modelId="{0A9A284D-6452-BB41-99E7-07D3AE11220D}">
      <dsp:nvSpPr>
        <dsp:cNvPr id="0" name=""/>
        <dsp:cNvSpPr/>
      </dsp:nvSpPr>
      <dsp:spPr>
        <a:xfrm>
          <a:off x="411408" y="3606299"/>
          <a:ext cx="5759712" cy="560879"/>
        </a:xfrm>
        <a:prstGeom prst="roundRect">
          <a:avLst/>
        </a:prstGeom>
        <a:gradFill rotWithShape="0">
          <a:gsLst>
            <a:gs pos="0">
              <a:schemeClr val="accent1">
                <a:hueOff val="0"/>
                <a:satOff val="0"/>
                <a:lumOff val="0"/>
                <a:alphaOff val="0"/>
                <a:lumMod val="102000"/>
                <a:tint val="94000"/>
              </a:schemeClr>
            </a:gs>
            <a:gs pos="50000">
              <a:schemeClr val="accent1">
                <a:hueOff val="0"/>
                <a:satOff val="0"/>
                <a:lumOff val="0"/>
                <a:alphaOff val="0"/>
                <a:lumMod val="100000"/>
                <a:shade val="100000"/>
              </a:schemeClr>
            </a:gs>
            <a:gs pos="100000">
              <a:schemeClr val="accent1">
                <a:hueOff val="0"/>
                <a:satOff val="0"/>
                <a:lumOff val="0"/>
                <a:alphaOff val="0"/>
                <a:lumMod val="99000"/>
                <a:shade val="78000"/>
              </a:schemeClr>
            </a:gs>
          </a:gsLst>
          <a:lin ang="5400000" scaled="0"/>
          <a:tileRect/>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17703" tIns="0" rIns="217703" bIns="0" numCol="1" spcCol="1270" anchor="ctr" anchorCtr="0">
          <a:noAutofit/>
        </a:bodyPr>
        <a:lstStyle/>
        <a:p>
          <a:pPr marL="0" lvl="0" indent="0" algn="l" defTabSz="844550" rtl="0">
            <a:lnSpc>
              <a:spcPct val="90000"/>
            </a:lnSpc>
            <a:spcBef>
              <a:spcPct val="0"/>
            </a:spcBef>
            <a:spcAft>
              <a:spcPct val="35000"/>
            </a:spcAft>
            <a:buNone/>
          </a:pPr>
          <a:r>
            <a:rPr lang="de-DE" sz="1900" kern="1200" dirty="0"/>
            <a:t>Verschiedene Möglichkeiten Netze aufzubauen.</a:t>
          </a:r>
        </a:p>
      </dsp:txBody>
      <dsp:txXfrm>
        <a:off x="438788" y="3633679"/>
        <a:ext cx="5704952" cy="506119"/>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6B98D3-800E-F74A-9A0F-E2FFD80B7A9A}">
      <dsp:nvSpPr>
        <dsp:cNvPr id="0" name=""/>
        <dsp:cNvSpPr/>
      </dsp:nvSpPr>
      <dsp:spPr>
        <a:xfrm>
          <a:off x="86823" y="610400"/>
          <a:ext cx="2888192" cy="339787"/>
        </a:xfrm>
        <a:prstGeom prst="rect">
          <a:avLst/>
        </a:prstGeom>
        <a:gradFill rotWithShape="0">
          <a:gsLst>
            <a:gs pos="0">
              <a:schemeClr val="accent1">
                <a:hueOff val="0"/>
                <a:satOff val="0"/>
                <a:lumOff val="0"/>
                <a:alphaOff val="0"/>
                <a:lumMod val="102000"/>
                <a:tint val="94000"/>
              </a:schemeClr>
            </a:gs>
            <a:gs pos="50000">
              <a:schemeClr val="accent1">
                <a:hueOff val="0"/>
                <a:satOff val="0"/>
                <a:lumOff val="0"/>
                <a:alphaOff val="0"/>
                <a:lumMod val="100000"/>
                <a:shade val="100000"/>
              </a:schemeClr>
            </a:gs>
            <a:gs pos="100000">
              <a:schemeClr val="accent1">
                <a:hueOff val="0"/>
                <a:satOff val="0"/>
                <a:lumOff val="0"/>
                <a:alphaOff val="0"/>
                <a:lumMod val="99000"/>
                <a:shade val="78000"/>
              </a:schemeClr>
            </a:gs>
          </a:gsLst>
          <a:lin ang="5400000" scaled="0"/>
          <a:tileRect/>
        </a:gradFill>
        <a:ln w="6350" cap="flat" cmpd="sng" algn="ctr">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sp>
    <dsp:sp modelId="{EFBB4F44-452B-744E-8688-A5A644D558E5}">
      <dsp:nvSpPr>
        <dsp:cNvPr id="0" name=""/>
        <dsp:cNvSpPr/>
      </dsp:nvSpPr>
      <dsp:spPr>
        <a:xfrm>
          <a:off x="86823" y="738011"/>
          <a:ext cx="212177" cy="212177"/>
        </a:xfrm>
        <a:prstGeom prst="rect">
          <a:avLst/>
        </a:prstGeom>
        <a:solidFill>
          <a:schemeClr val="lt1">
            <a:alpha val="90000"/>
            <a:hueOff val="0"/>
            <a:satOff val="0"/>
            <a:lumOff val="0"/>
            <a:alphaOff val="0"/>
          </a:schemeClr>
        </a:solidFill>
        <a:ln w="6350" cap="flat" cmpd="sng" algn="ctr">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4FC99E78-1155-0845-8512-C9CBF1EAC6CC}">
      <dsp:nvSpPr>
        <dsp:cNvPr id="0" name=""/>
        <dsp:cNvSpPr/>
      </dsp:nvSpPr>
      <dsp:spPr>
        <a:xfrm>
          <a:off x="86823" y="0"/>
          <a:ext cx="2888192" cy="610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0485" tIns="46990" rIns="70485" bIns="46990" numCol="1" spcCol="1270" anchor="ctr" anchorCtr="0">
          <a:noAutofit/>
        </a:bodyPr>
        <a:lstStyle/>
        <a:p>
          <a:pPr marL="0" lvl="0" indent="0" algn="l" defTabSz="1644650">
            <a:lnSpc>
              <a:spcPct val="90000"/>
            </a:lnSpc>
            <a:spcBef>
              <a:spcPct val="0"/>
            </a:spcBef>
            <a:spcAft>
              <a:spcPct val="35000"/>
            </a:spcAft>
            <a:buNone/>
          </a:pPr>
          <a:r>
            <a:rPr lang="de-DE" sz="3700" kern="1200" dirty="0"/>
            <a:t>intermediate</a:t>
          </a:r>
        </a:p>
      </dsp:txBody>
      <dsp:txXfrm>
        <a:off x="86823" y="0"/>
        <a:ext cx="2888192" cy="610400"/>
      </dsp:txXfrm>
    </dsp:sp>
    <dsp:sp modelId="{F347F7C1-F496-F64F-9104-1061677E3A08}">
      <dsp:nvSpPr>
        <dsp:cNvPr id="0" name=""/>
        <dsp:cNvSpPr/>
      </dsp:nvSpPr>
      <dsp:spPr>
        <a:xfrm>
          <a:off x="86823" y="1232589"/>
          <a:ext cx="212171" cy="212171"/>
        </a:xfrm>
        <a:prstGeom prst="rect">
          <a:avLst/>
        </a:prstGeom>
        <a:solidFill>
          <a:schemeClr val="lt1">
            <a:hueOff val="0"/>
            <a:satOff val="0"/>
            <a:lumOff val="0"/>
            <a:alphaOff val="0"/>
          </a:schemeClr>
        </a:solidFill>
        <a:ln w="6350" cap="flat" cmpd="sng" algn="ctr">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C5C4DBBF-59F3-834F-A223-831DC26DDE50}">
      <dsp:nvSpPr>
        <dsp:cNvPr id="0" name=""/>
        <dsp:cNvSpPr/>
      </dsp:nvSpPr>
      <dsp:spPr>
        <a:xfrm>
          <a:off x="288996" y="1091388"/>
          <a:ext cx="2686018" cy="4945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0904" tIns="120904" rIns="120904" bIns="120904" numCol="1" spcCol="1270" anchor="ctr" anchorCtr="0">
          <a:noAutofit/>
        </a:bodyPr>
        <a:lstStyle/>
        <a:p>
          <a:pPr marL="0" lvl="0" indent="0" algn="l" defTabSz="755650">
            <a:lnSpc>
              <a:spcPct val="90000"/>
            </a:lnSpc>
            <a:spcBef>
              <a:spcPct val="0"/>
            </a:spcBef>
            <a:spcAft>
              <a:spcPct val="35000"/>
            </a:spcAft>
            <a:buNone/>
          </a:pPr>
          <a:r>
            <a:rPr lang="de-DE" sz="1700" kern="1200" dirty="0" err="1"/>
            <a:t>filter</a:t>
          </a:r>
          <a:endParaRPr lang="de-DE" sz="1700" kern="1200" dirty="0"/>
        </a:p>
      </dsp:txBody>
      <dsp:txXfrm>
        <a:off x="288996" y="1091388"/>
        <a:ext cx="2686018" cy="494572"/>
      </dsp:txXfrm>
    </dsp:sp>
    <dsp:sp modelId="{8D6D2AA9-EA8F-634D-B9BE-DAA48591AC4E}">
      <dsp:nvSpPr>
        <dsp:cNvPr id="0" name=""/>
        <dsp:cNvSpPr/>
      </dsp:nvSpPr>
      <dsp:spPr>
        <a:xfrm>
          <a:off x="86823" y="1727162"/>
          <a:ext cx="212171" cy="212171"/>
        </a:xfrm>
        <a:prstGeom prst="rect">
          <a:avLst/>
        </a:prstGeom>
        <a:solidFill>
          <a:schemeClr val="lt1">
            <a:hueOff val="0"/>
            <a:satOff val="0"/>
            <a:lumOff val="0"/>
            <a:alphaOff val="0"/>
          </a:schemeClr>
        </a:solidFill>
        <a:ln w="6350" cap="flat" cmpd="sng" algn="ctr">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0EA5CB1D-5FD4-DE49-BD8B-06A65406B791}">
      <dsp:nvSpPr>
        <dsp:cNvPr id="0" name=""/>
        <dsp:cNvSpPr/>
      </dsp:nvSpPr>
      <dsp:spPr>
        <a:xfrm>
          <a:off x="288996" y="1585961"/>
          <a:ext cx="2686018" cy="4945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0904" tIns="120904" rIns="120904" bIns="120904" numCol="1" spcCol="1270" anchor="ctr" anchorCtr="0">
          <a:noAutofit/>
        </a:bodyPr>
        <a:lstStyle/>
        <a:p>
          <a:pPr marL="0" lvl="0" indent="0" algn="l" defTabSz="755650">
            <a:lnSpc>
              <a:spcPct val="90000"/>
            </a:lnSpc>
            <a:spcBef>
              <a:spcPct val="0"/>
            </a:spcBef>
            <a:spcAft>
              <a:spcPct val="35000"/>
            </a:spcAft>
            <a:buNone/>
          </a:pPr>
          <a:r>
            <a:rPr lang="de-DE" sz="1700" kern="1200"/>
            <a:t>map</a:t>
          </a:r>
          <a:endParaRPr lang="de-DE" sz="1700" kern="1200" dirty="0"/>
        </a:p>
      </dsp:txBody>
      <dsp:txXfrm>
        <a:off x="288996" y="1585961"/>
        <a:ext cx="2686018" cy="494572"/>
      </dsp:txXfrm>
    </dsp:sp>
    <dsp:sp modelId="{8233E98F-D7DA-4345-A3B5-274A61A28C68}">
      <dsp:nvSpPr>
        <dsp:cNvPr id="0" name=""/>
        <dsp:cNvSpPr/>
      </dsp:nvSpPr>
      <dsp:spPr>
        <a:xfrm>
          <a:off x="86823" y="2221735"/>
          <a:ext cx="212171" cy="212171"/>
        </a:xfrm>
        <a:prstGeom prst="rect">
          <a:avLst/>
        </a:prstGeom>
        <a:solidFill>
          <a:schemeClr val="lt1">
            <a:hueOff val="0"/>
            <a:satOff val="0"/>
            <a:lumOff val="0"/>
            <a:alphaOff val="0"/>
          </a:schemeClr>
        </a:solidFill>
        <a:ln w="6350" cap="flat" cmpd="sng" algn="ctr">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DED6C75D-1E28-434D-853E-2D29D3E7710C}">
      <dsp:nvSpPr>
        <dsp:cNvPr id="0" name=""/>
        <dsp:cNvSpPr/>
      </dsp:nvSpPr>
      <dsp:spPr>
        <a:xfrm>
          <a:off x="288996" y="2080534"/>
          <a:ext cx="2686018" cy="4945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0904" tIns="120904" rIns="120904" bIns="120904" numCol="1" spcCol="1270" anchor="ctr" anchorCtr="0">
          <a:noAutofit/>
        </a:bodyPr>
        <a:lstStyle/>
        <a:p>
          <a:pPr marL="0" lvl="0" indent="0" algn="l" defTabSz="755650">
            <a:lnSpc>
              <a:spcPct val="90000"/>
            </a:lnSpc>
            <a:spcBef>
              <a:spcPct val="0"/>
            </a:spcBef>
            <a:spcAft>
              <a:spcPct val="35000"/>
            </a:spcAft>
            <a:buNone/>
          </a:pPr>
          <a:r>
            <a:rPr lang="de-DE" sz="1700" kern="1200" dirty="0" err="1"/>
            <a:t>sorted</a:t>
          </a:r>
          <a:endParaRPr lang="de-DE" sz="1700" kern="1200" dirty="0"/>
        </a:p>
      </dsp:txBody>
      <dsp:txXfrm>
        <a:off x="288996" y="2080534"/>
        <a:ext cx="2686018" cy="494572"/>
      </dsp:txXfrm>
    </dsp:sp>
    <dsp:sp modelId="{88E757B0-4E49-9A40-B9F2-A0850E6FE243}">
      <dsp:nvSpPr>
        <dsp:cNvPr id="0" name=""/>
        <dsp:cNvSpPr/>
      </dsp:nvSpPr>
      <dsp:spPr>
        <a:xfrm>
          <a:off x="86823" y="2716308"/>
          <a:ext cx="212171" cy="212171"/>
        </a:xfrm>
        <a:prstGeom prst="rect">
          <a:avLst/>
        </a:prstGeom>
        <a:solidFill>
          <a:schemeClr val="lt1">
            <a:hueOff val="0"/>
            <a:satOff val="0"/>
            <a:lumOff val="0"/>
            <a:alphaOff val="0"/>
          </a:schemeClr>
        </a:solidFill>
        <a:ln w="6350" cap="flat" cmpd="sng" algn="ctr">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041626F9-A23B-F246-8047-0BCF07C14460}">
      <dsp:nvSpPr>
        <dsp:cNvPr id="0" name=""/>
        <dsp:cNvSpPr/>
      </dsp:nvSpPr>
      <dsp:spPr>
        <a:xfrm>
          <a:off x="288996" y="2575107"/>
          <a:ext cx="2686018" cy="4945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0904" tIns="120904" rIns="120904" bIns="120904" numCol="1" spcCol="1270" anchor="ctr" anchorCtr="0">
          <a:noAutofit/>
        </a:bodyPr>
        <a:lstStyle/>
        <a:p>
          <a:pPr marL="0" lvl="0" indent="0" algn="l" defTabSz="755650">
            <a:lnSpc>
              <a:spcPct val="90000"/>
            </a:lnSpc>
            <a:spcBef>
              <a:spcPct val="0"/>
            </a:spcBef>
            <a:spcAft>
              <a:spcPct val="35000"/>
            </a:spcAft>
            <a:buNone/>
          </a:pPr>
          <a:r>
            <a:rPr lang="de-DE" sz="1700" kern="1200"/>
            <a:t>distinct</a:t>
          </a:r>
          <a:endParaRPr lang="de-DE" sz="1700" kern="1200" dirty="0"/>
        </a:p>
      </dsp:txBody>
      <dsp:txXfrm>
        <a:off x="288996" y="2575107"/>
        <a:ext cx="2686018" cy="494572"/>
      </dsp:txXfrm>
    </dsp:sp>
    <dsp:sp modelId="{F692CA78-A415-F641-9D76-A55F8BBAEDC7}">
      <dsp:nvSpPr>
        <dsp:cNvPr id="0" name=""/>
        <dsp:cNvSpPr/>
      </dsp:nvSpPr>
      <dsp:spPr>
        <a:xfrm>
          <a:off x="86823" y="3210881"/>
          <a:ext cx="212171" cy="212171"/>
        </a:xfrm>
        <a:prstGeom prst="rect">
          <a:avLst/>
        </a:prstGeom>
        <a:solidFill>
          <a:schemeClr val="lt1">
            <a:hueOff val="0"/>
            <a:satOff val="0"/>
            <a:lumOff val="0"/>
            <a:alphaOff val="0"/>
          </a:schemeClr>
        </a:solidFill>
        <a:ln w="6350" cap="flat" cmpd="sng" algn="ctr">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D849052E-1296-C04D-A318-77E326D99888}">
      <dsp:nvSpPr>
        <dsp:cNvPr id="0" name=""/>
        <dsp:cNvSpPr/>
      </dsp:nvSpPr>
      <dsp:spPr>
        <a:xfrm>
          <a:off x="288996" y="3069680"/>
          <a:ext cx="2686018" cy="4945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0904" tIns="120904" rIns="120904" bIns="120904" numCol="1" spcCol="1270" anchor="ctr" anchorCtr="0">
          <a:noAutofit/>
        </a:bodyPr>
        <a:lstStyle/>
        <a:p>
          <a:pPr marL="0" lvl="0" indent="0" algn="l" defTabSz="755650">
            <a:lnSpc>
              <a:spcPct val="90000"/>
            </a:lnSpc>
            <a:spcBef>
              <a:spcPct val="0"/>
            </a:spcBef>
            <a:spcAft>
              <a:spcPct val="35000"/>
            </a:spcAft>
            <a:buNone/>
          </a:pPr>
          <a:r>
            <a:rPr lang="de-DE" sz="1700" kern="1200" dirty="0" err="1"/>
            <a:t>limit</a:t>
          </a:r>
          <a:endParaRPr lang="de-DE" sz="1700" kern="1200" dirty="0"/>
        </a:p>
      </dsp:txBody>
      <dsp:txXfrm>
        <a:off x="288996" y="3069680"/>
        <a:ext cx="2686018" cy="494572"/>
      </dsp:txXfrm>
    </dsp:sp>
    <dsp:sp modelId="{9D1E9075-AD49-9D42-AB06-CF9F4E42983B}">
      <dsp:nvSpPr>
        <dsp:cNvPr id="0" name=""/>
        <dsp:cNvSpPr/>
      </dsp:nvSpPr>
      <dsp:spPr>
        <a:xfrm>
          <a:off x="86823" y="3705454"/>
          <a:ext cx="212171" cy="212171"/>
        </a:xfrm>
        <a:prstGeom prst="rect">
          <a:avLst/>
        </a:prstGeom>
        <a:solidFill>
          <a:schemeClr val="lt1">
            <a:hueOff val="0"/>
            <a:satOff val="0"/>
            <a:lumOff val="0"/>
            <a:alphaOff val="0"/>
          </a:schemeClr>
        </a:solidFill>
        <a:ln w="6350" cap="flat" cmpd="sng" algn="ctr">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A5FBD568-00F0-CA41-9442-45AA230B9268}">
      <dsp:nvSpPr>
        <dsp:cNvPr id="0" name=""/>
        <dsp:cNvSpPr/>
      </dsp:nvSpPr>
      <dsp:spPr>
        <a:xfrm>
          <a:off x="288996" y="3564253"/>
          <a:ext cx="2686018" cy="4945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0904" tIns="120904" rIns="120904" bIns="120904" numCol="1" spcCol="1270" anchor="ctr" anchorCtr="0">
          <a:noAutofit/>
        </a:bodyPr>
        <a:lstStyle/>
        <a:p>
          <a:pPr marL="0" lvl="0" indent="0" algn="l" defTabSz="755650">
            <a:lnSpc>
              <a:spcPct val="90000"/>
            </a:lnSpc>
            <a:spcBef>
              <a:spcPct val="0"/>
            </a:spcBef>
            <a:spcAft>
              <a:spcPct val="35000"/>
            </a:spcAft>
            <a:buNone/>
          </a:pPr>
          <a:r>
            <a:rPr lang="de-DE" sz="1700" kern="1200" dirty="0" err="1"/>
            <a:t>peek</a:t>
          </a:r>
          <a:endParaRPr lang="de-DE" sz="1700" kern="1200" dirty="0"/>
        </a:p>
      </dsp:txBody>
      <dsp:txXfrm>
        <a:off x="288996" y="3564253"/>
        <a:ext cx="2686018" cy="494572"/>
      </dsp:txXfrm>
    </dsp:sp>
    <dsp:sp modelId="{80F5CA70-F5A9-6D46-BBF0-B1BF51B96806}">
      <dsp:nvSpPr>
        <dsp:cNvPr id="0" name=""/>
        <dsp:cNvSpPr/>
      </dsp:nvSpPr>
      <dsp:spPr>
        <a:xfrm>
          <a:off x="3119424" y="610400"/>
          <a:ext cx="2888192" cy="339787"/>
        </a:xfrm>
        <a:prstGeom prst="rect">
          <a:avLst/>
        </a:prstGeom>
        <a:gradFill rotWithShape="0">
          <a:gsLst>
            <a:gs pos="0">
              <a:schemeClr val="accent1">
                <a:hueOff val="0"/>
                <a:satOff val="0"/>
                <a:lumOff val="0"/>
                <a:alphaOff val="0"/>
                <a:lumMod val="102000"/>
                <a:tint val="94000"/>
              </a:schemeClr>
            </a:gs>
            <a:gs pos="50000">
              <a:schemeClr val="accent1">
                <a:hueOff val="0"/>
                <a:satOff val="0"/>
                <a:lumOff val="0"/>
                <a:alphaOff val="0"/>
                <a:lumMod val="100000"/>
                <a:shade val="100000"/>
              </a:schemeClr>
            </a:gs>
            <a:gs pos="100000">
              <a:schemeClr val="accent1">
                <a:hueOff val="0"/>
                <a:satOff val="0"/>
                <a:lumOff val="0"/>
                <a:alphaOff val="0"/>
                <a:lumMod val="99000"/>
                <a:shade val="78000"/>
              </a:schemeClr>
            </a:gs>
          </a:gsLst>
          <a:lin ang="5400000" scaled="0"/>
          <a:tileRect/>
        </a:gradFill>
        <a:ln w="6350" cap="flat" cmpd="sng" algn="ctr">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sp>
    <dsp:sp modelId="{0F8A1F45-F0FE-174D-9804-9F3153FCE4CC}">
      <dsp:nvSpPr>
        <dsp:cNvPr id="0" name=""/>
        <dsp:cNvSpPr/>
      </dsp:nvSpPr>
      <dsp:spPr>
        <a:xfrm>
          <a:off x="3119424" y="738011"/>
          <a:ext cx="212177" cy="212177"/>
        </a:xfrm>
        <a:prstGeom prst="rect">
          <a:avLst/>
        </a:prstGeom>
        <a:solidFill>
          <a:schemeClr val="lt1">
            <a:alpha val="90000"/>
            <a:hueOff val="0"/>
            <a:satOff val="0"/>
            <a:lumOff val="0"/>
            <a:alphaOff val="0"/>
          </a:schemeClr>
        </a:solidFill>
        <a:ln w="6350" cap="flat" cmpd="sng" algn="ctr">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70D9E660-3672-EB4B-90E2-490E14AE574C}">
      <dsp:nvSpPr>
        <dsp:cNvPr id="0" name=""/>
        <dsp:cNvSpPr/>
      </dsp:nvSpPr>
      <dsp:spPr>
        <a:xfrm>
          <a:off x="3119424" y="0"/>
          <a:ext cx="2888192" cy="610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0485" tIns="46990" rIns="70485" bIns="46990" numCol="1" spcCol="1270" anchor="ctr" anchorCtr="0">
          <a:noAutofit/>
        </a:bodyPr>
        <a:lstStyle/>
        <a:p>
          <a:pPr marL="0" lvl="0" indent="0" algn="l" defTabSz="1644650">
            <a:lnSpc>
              <a:spcPct val="90000"/>
            </a:lnSpc>
            <a:spcBef>
              <a:spcPct val="0"/>
            </a:spcBef>
            <a:spcAft>
              <a:spcPct val="35000"/>
            </a:spcAft>
            <a:buNone/>
          </a:pPr>
          <a:r>
            <a:rPr lang="de-DE" sz="3700" kern="1200" dirty="0"/>
            <a:t>terminal</a:t>
          </a:r>
        </a:p>
      </dsp:txBody>
      <dsp:txXfrm>
        <a:off x="3119424" y="0"/>
        <a:ext cx="2888192" cy="610400"/>
      </dsp:txXfrm>
    </dsp:sp>
    <dsp:sp modelId="{558D38F1-94DA-6E4A-94E3-90E60D86BBEE}">
      <dsp:nvSpPr>
        <dsp:cNvPr id="0" name=""/>
        <dsp:cNvSpPr/>
      </dsp:nvSpPr>
      <dsp:spPr>
        <a:xfrm>
          <a:off x="3119424" y="1232589"/>
          <a:ext cx="212171" cy="212171"/>
        </a:xfrm>
        <a:prstGeom prst="rect">
          <a:avLst/>
        </a:prstGeom>
        <a:solidFill>
          <a:schemeClr val="lt1">
            <a:hueOff val="0"/>
            <a:satOff val="0"/>
            <a:lumOff val="0"/>
            <a:alphaOff val="0"/>
          </a:schemeClr>
        </a:solidFill>
        <a:ln w="6350" cap="flat" cmpd="sng" algn="ctr">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98267CF4-FDBE-EF4B-9516-67DE565AC5C2}">
      <dsp:nvSpPr>
        <dsp:cNvPr id="0" name=""/>
        <dsp:cNvSpPr/>
      </dsp:nvSpPr>
      <dsp:spPr>
        <a:xfrm>
          <a:off x="3321598" y="1091388"/>
          <a:ext cx="2686018" cy="4945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0904" tIns="120904" rIns="120904" bIns="120904" numCol="1" spcCol="1270" anchor="ctr" anchorCtr="0">
          <a:noAutofit/>
        </a:bodyPr>
        <a:lstStyle/>
        <a:p>
          <a:pPr marL="0" lvl="0" indent="0" algn="l" defTabSz="755650">
            <a:lnSpc>
              <a:spcPct val="90000"/>
            </a:lnSpc>
            <a:spcBef>
              <a:spcPct val="0"/>
            </a:spcBef>
            <a:spcAft>
              <a:spcPct val="35000"/>
            </a:spcAft>
            <a:buNone/>
          </a:pPr>
          <a:r>
            <a:rPr lang="de-DE" sz="1700" kern="1200" dirty="0" err="1"/>
            <a:t>count</a:t>
          </a:r>
          <a:endParaRPr lang="de-DE" sz="1700" kern="1200" dirty="0"/>
        </a:p>
      </dsp:txBody>
      <dsp:txXfrm>
        <a:off x="3321598" y="1091388"/>
        <a:ext cx="2686018" cy="494572"/>
      </dsp:txXfrm>
    </dsp:sp>
    <dsp:sp modelId="{5EB43296-6BB6-9D43-AD57-5910B07E227C}">
      <dsp:nvSpPr>
        <dsp:cNvPr id="0" name=""/>
        <dsp:cNvSpPr/>
      </dsp:nvSpPr>
      <dsp:spPr>
        <a:xfrm>
          <a:off x="3119424" y="1727162"/>
          <a:ext cx="212171" cy="212171"/>
        </a:xfrm>
        <a:prstGeom prst="rect">
          <a:avLst/>
        </a:prstGeom>
        <a:solidFill>
          <a:schemeClr val="lt1">
            <a:hueOff val="0"/>
            <a:satOff val="0"/>
            <a:lumOff val="0"/>
            <a:alphaOff val="0"/>
          </a:schemeClr>
        </a:solidFill>
        <a:ln w="6350" cap="flat" cmpd="sng" algn="ctr">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AEFE7DCB-6CA6-2447-9655-3627004F00CA}">
      <dsp:nvSpPr>
        <dsp:cNvPr id="0" name=""/>
        <dsp:cNvSpPr/>
      </dsp:nvSpPr>
      <dsp:spPr>
        <a:xfrm>
          <a:off x="3321598" y="1585961"/>
          <a:ext cx="2686018" cy="4945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0904" tIns="120904" rIns="120904" bIns="120904" numCol="1" spcCol="1270" anchor="ctr" anchorCtr="0">
          <a:noAutofit/>
        </a:bodyPr>
        <a:lstStyle/>
        <a:p>
          <a:pPr marL="0" lvl="0" indent="0" algn="l" defTabSz="755650">
            <a:lnSpc>
              <a:spcPct val="90000"/>
            </a:lnSpc>
            <a:spcBef>
              <a:spcPct val="0"/>
            </a:spcBef>
            <a:spcAft>
              <a:spcPct val="35000"/>
            </a:spcAft>
            <a:buNone/>
          </a:pPr>
          <a:r>
            <a:rPr lang="de-DE" sz="1700" kern="1200" dirty="0" err="1"/>
            <a:t>foreach</a:t>
          </a:r>
          <a:endParaRPr lang="de-DE" sz="1700" kern="1200" dirty="0"/>
        </a:p>
      </dsp:txBody>
      <dsp:txXfrm>
        <a:off x="3321598" y="1585961"/>
        <a:ext cx="2686018" cy="494572"/>
      </dsp:txXfrm>
    </dsp:sp>
    <dsp:sp modelId="{AECA63DD-0EB6-1F45-9144-7BC4B2B47254}">
      <dsp:nvSpPr>
        <dsp:cNvPr id="0" name=""/>
        <dsp:cNvSpPr/>
      </dsp:nvSpPr>
      <dsp:spPr>
        <a:xfrm>
          <a:off x="3119424" y="2221735"/>
          <a:ext cx="212171" cy="212171"/>
        </a:xfrm>
        <a:prstGeom prst="rect">
          <a:avLst/>
        </a:prstGeom>
        <a:solidFill>
          <a:schemeClr val="lt1">
            <a:hueOff val="0"/>
            <a:satOff val="0"/>
            <a:lumOff val="0"/>
            <a:alphaOff val="0"/>
          </a:schemeClr>
        </a:solidFill>
        <a:ln w="6350" cap="flat" cmpd="sng" algn="ctr">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944D9F32-E826-1141-828E-D2235C1AE056}">
      <dsp:nvSpPr>
        <dsp:cNvPr id="0" name=""/>
        <dsp:cNvSpPr/>
      </dsp:nvSpPr>
      <dsp:spPr>
        <a:xfrm>
          <a:off x="3321598" y="2080534"/>
          <a:ext cx="2686018" cy="4945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0904" tIns="120904" rIns="120904" bIns="120904" numCol="1" spcCol="1270" anchor="ctr" anchorCtr="0">
          <a:noAutofit/>
        </a:bodyPr>
        <a:lstStyle/>
        <a:p>
          <a:pPr marL="0" lvl="0" indent="0" algn="l" defTabSz="755650">
            <a:lnSpc>
              <a:spcPct val="90000"/>
            </a:lnSpc>
            <a:spcBef>
              <a:spcPct val="0"/>
            </a:spcBef>
            <a:spcAft>
              <a:spcPct val="35000"/>
            </a:spcAft>
            <a:buNone/>
          </a:pPr>
          <a:r>
            <a:rPr lang="de-DE" sz="1700" kern="1200" dirty="0" err="1"/>
            <a:t>sum</a:t>
          </a:r>
          <a:endParaRPr lang="de-DE" sz="1700" kern="1200" dirty="0"/>
        </a:p>
      </dsp:txBody>
      <dsp:txXfrm>
        <a:off x="3321598" y="2080534"/>
        <a:ext cx="2686018" cy="494572"/>
      </dsp:txXfrm>
    </dsp:sp>
    <dsp:sp modelId="{3F4D3C5B-4DA7-BD43-B520-4BA6790DF61E}">
      <dsp:nvSpPr>
        <dsp:cNvPr id="0" name=""/>
        <dsp:cNvSpPr/>
      </dsp:nvSpPr>
      <dsp:spPr>
        <a:xfrm>
          <a:off x="3119424" y="2716308"/>
          <a:ext cx="212171" cy="212171"/>
        </a:xfrm>
        <a:prstGeom prst="rect">
          <a:avLst/>
        </a:prstGeom>
        <a:solidFill>
          <a:schemeClr val="lt1">
            <a:hueOff val="0"/>
            <a:satOff val="0"/>
            <a:lumOff val="0"/>
            <a:alphaOff val="0"/>
          </a:schemeClr>
        </a:solidFill>
        <a:ln w="6350" cap="flat" cmpd="sng" algn="ctr">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F89EB8DD-EB8A-8C43-AF21-C13F69153078}">
      <dsp:nvSpPr>
        <dsp:cNvPr id="0" name=""/>
        <dsp:cNvSpPr/>
      </dsp:nvSpPr>
      <dsp:spPr>
        <a:xfrm>
          <a:off x="3321598" y="2575107"/>
          <a:ext cx="2686018" cy="4945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0904" tIns="120904" rIns="120904" bIns="120904" numCol="1" spcCol="1270" anchor="ctr" anchorCtr="0">
          <a:noAutofit/>
        </a:bodyPr>
        <a:lstStyle/>
        <a:p>
          <a:pPr marL="0" lvl="0" indent="0" algn="l" defTabSz="755650">
            <a:lnSpc>
              <a:spcPct val="90000"/>
            </a:lnSpc>
            <a:spcBef>
              <a:spcPct val="0"/>
            </a:spcBef>
            <a:spcAft>
              <a:spcPct val="35000"/>
            </a:spcAft>
            <a:buNone/>
          </a:pPr>
          <a:r>
            <a:rPr lang="de-DE" sz="1700" kern="1200" dirty="0"/>
            <a:t>min/</a:t>
          </a:r>
          <a:r>
            <a:rPr lang="de-DE" sz="1700" kern="1200" dirty="0" err="1"/>
            <a:t>max</a:t>
          </a:r>
          <a:endParaRPr lang="de-DE" sz="1700" kern="1200" dirty="0"/>
        </a:p>
      </dsp:txBody>
      <dsp:txXfrm>
        <a:off x="3321598" y="2575107"/>
        <a:ext cx="2686018" cy="494572"/>
      </dsp:txXfrm>
    </dsp:sp>
    <dsp:sp modelId="{9DEAEA6C-0A14-1A43-B7CF-2DB1F13CB753}">
      <dsp:nvSpPr>
        <dsp:cNvPr id="0" name=""/>
        <dsp:cNvSpPr/>
      </dsp:nvSpPr>
      <dsp:spPr>
        <a:xfrm>
          <a:off x="3119424" y="3210881"/>
          <a:ext cx="212171" cy="212171"/>
        </a:xfrm>
        <a:prstGeom prst="rect">
          <a:avLst/>
        </a:prstGeom>
        <a:solidFill>
          <a:schemeClr val="lt1">
            <a:hueOff val="0"/>
            <a:satOff val="0"/>
            <a:lumOff val="0"/>
            <a:alphaOff val="0"/>
          </a:schemeClr>
        </a:solidFill>
        <a:ln w="6350" cap="flat" cmpd="sng" algn="ctr">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532B82C2-F03A-054B-9C56-7E7ACF31BCDA}">
      <dsp:nvSpPr>
        <dsp:cNvPr id="0" name=""/>
        <dsp:cNvSpPr/>
      </dsp:nvSpPr>
      <dsp:spPr>
        <a:xfrm>
          <a:off x="3321598" y="3069680"/>
          <a:ext cx="2686018" cy="4945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0904" tIns="120904" rIns="120904" bIns="120904" numCol="1" spcCol="1270" anchor="ctr" anchorCtr="0">
          <a:noAutofit/>
        </a:bodyPr>
        <a:lstStyle/>
        <a:p>
          <a:pPr marL="0" lvl="0" indent="0" algn="l" defTabSz="755650">
            <a:lnSpc>
              <a:spcPct val="90000"/>
            </a:lnSpc>
            <a:spcBef>
              <a:spcPct val="0"/>
            </a:spcBef>
            <a:spcAft>
              <a:spcPct val="35000"/>
            </a:spcAft>
            <a:buNone/>
          </a:pPr>
          <a:r>
            <a:rPr lang="de-DE" sz="1700" kern="1200"/>
            <a:t>reduce</a:t>
          </a:r>
          <a:endParaRPr lang="de-DE" sz="1700" kern="1200" dirty="0"/>
        </a:p>
      </dsp:txBody>
      <dsp:txXfrm>
        <a:off x="3321598" y="3069680"/>
        <a:ext cx="2686018" cy="494572"/>
      </dsp:txXfrm>
    </dsp:sp>
    <dsp:sp modelId="{C77EDB56-4C60-3644-86FB-85B2551EC4FB}">
      <dsp:nvSpPr>
        <dsp:cNvPr id="0" name=""/>
        <dsp:cNvSpPr/>
      </dsp:nvSpPr>
      <dsp:spPr>
        <a:xfrm>
          <a:off x="3119424" y="3705454"/>
          <a:ext cx="212171" cy="212171"/>
        </a:xfrm>
        <a:prstGeom prst="rect">
          <a:avLst/>
        </a:prstGeom>
        <a:solidFill>
          <a:schemeClr val="lt1">
            <a:hueOff val="0"/>
            <a:satOff val="0"/>
            <a:lumOff val="0"/>
            <a:alphaOff val="0"/>
          </a:schemeClr>
        </a:solidFill>
        <a:ln w="6350" cap="flat" cmpd="sng" algn="ctr">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167598D0-4FB3-AC4C-B6D1-002B6F7BE244}">
      <dsp:nvSpPr>
        <dsp:cNvPr id="0" name=""/>
        <dsp:cNvSpPr/>
      </dsp:nvSpPr>
      <dsp:spPr>
        <a:xfrm>
          <a:off x="3321598" y="3564253"/>
          <a:ext cx="2686018" cy="4945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0904" tIns="120904" rIns="120904" bIns="120904" numCol="1" spcCol="1270" anchor="ctr" anchorCtr="0">
          <a:noAutofit/>
        </a:bodyPr>
        <a:lstStyle/>
        <a:p>
          <a:pPr marL="0" lvl="0" indent="0" algn="l" defTabSz="755650">
            <a:lnSpc>
              <a:spcPct val="90000"/>
            </a:lnSpc>
            <a:spcBef>
              <a:spcPct val="0"/>
            </a:spcBef>
            <a:spcAft>
              <a:spcPct val="35000"/>
            </a:spcAft>
            <a:buNone/>
          </a:pPr>
          <a:r>
            <a:rPr lang="de-DE" sz="1700" kern="1200" dirty="0" err="1"/>
            <a:t>findFirst</a:t>
          </a:r>
          <a:endParaRPr lang="de-DE" sz="1700" kern="1200" dirty="0"/>
        </a:p>
      </dsp:txBody>
      <dsp:txXfrm>
        <a:off x="3321598" y="3564253"/>
        <a:ext cx="2686018" cy="494572"/>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60026B-A515-D54B-98B9-73A8945EE08C}">
      <dsp:nvSpPr>
        <dsp:cNvPr id="0" name=""/>
        <dsp:cNvSpPr/>
      </dsp:nvSpPr>
      <dsp:spPr>
        <a:xfrm rot="5400000">
          <a:off x="-236795" y="238852"/>
          <a:ext cx="1578634" cy="1105044"/>
        </a:xfrm>
        <a:prstGeom prst="chevron">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de-DE" sz="1100" kern="1200"/>
            <a:t>Problem:</a:t>
          </a:r>
        </a:p>
      </dsp:txBody>
      <dsp:txXfrm rot="-5400000">
        <a:off x="0" y="554579"/>
        <a:ext cx="1105044" cy="473590"/>
      </dsp:txXfrm>
    </dsp:sp>
    <dsp:sp modelId="{28D90256-420F-594D-9B53-7D6CF3CEFD73}">
      <dsp:nvSpPr>
        <dsp:cNvPr id="0" name=""/>
        <dsp:cNvSpPr/>
      </dsp:nvSpPr>
      <dsp:spPr>
        <a:xfrm rot="5400000">
          <a:off x="5297265" y="-4190163"/>
          <a:ext cx="1026112" cy="9410555"/>
        </a:xfrm>
        <a:prstGeom prst="round2Same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206248" tIns="18415" rIns="18415" bIns="18415" numCol="1" spcCol="1270" anchor="ctr" anchorCtr="0">
          <a:noAutofit/>
        </a:bodyPr>
        <a:lstStyle/>
        <a:p>
          <a:pPr marL="285750" lvl="1" indent="-285750" algn="l" defTabSz="1289050">
            <a:lnSpc>
              <a:spcPct val="90000"/>
            </a:lnSpc>
            <a:spcBef>
              <a:spcPct val="0"/>
            </a:spcBef>
            <a:spcAft>
              <a:spcPct val="15000"/>
            </a:spcAft>
            <a:buChar char="•"/>
          </a:pPr>
          <a:r>
            <a:rPr lang="de-DE" sz="2900" kern="1200" dirty="0"/>
            <a:t>Routen Konfiguration zur Entwicklungszeit</a:t>
          </a:r>
        </a:p>
        <a:p>
          <a:pPr marL="285750" lvl="1" indent="-285750" algn="l" defTabSz="1289050">
            <a:lnSpc>
              <a:spcPct val="90000"/>
            </a:lnSpc>
            <a:spcBef>
              <a:spcPct val="0"/>
            </a:spcBef>
            <a:spcAft>
              <a:spcPct val="15000"/>
            </a:spcAft>
            <a:buChar char="•"/>
          </a:pPr>
          <a:r>
            <a:rPr lang="de-DE" sz="2900" kern="1200" dirty="0"/>
            <a:t>Somit: Keine statische Route pro Datensatz möglich</a:t>
          </a:r>
        </a:p>
      </dsp:txBody>
      <dsp:txXfrm rot="-5400000">
        <a:off x="1105044" y="52149"/>
        <a:ext cx="9360464" cy="925930"/>
      </dsp:txXfrm>
    </dsp:sp>
    <dsp:sp modelId="{E87F782A-15CE-A24D-9C75-E4576DBC761D}">
      <dsp:nvSpPr>
        <dsp:cNvPr id="0" name=""/>
        <dsp:cNvSpPr/>
      </dsp:nvSpPr>
      <dsp:spPr>
        <a:xfrm rot="5400000">
          <a:off x="-236795" y="1623146"/>
          <a:ext cx="1578634" cy="1105044"/>
        </a:xfrm>
        <a:prstGeom prst="chevron">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de-DE" sz="1100" kern="1200"/>
            <a:t>Lösung:</a:t>
          </a:r>
        </a:p>
      </dsp:txBody>
      <dsp:txXfrm rot="-5400000">
        <a:off x="0" y="1938873"/>
        <a:ext cx="1105044" cy="473590"/>
      </dsp:txXfrm>
    </dsp:sp>
    <dsp:sp modelId="{78366A0F-A76C-E744-8E61-1FCF31176EB3}">
      <dsp:nvSpPr>
        <dsp:cNvPr id="0" name=""/>
        <dsp:cNvSpPr/>
      </dsp:nvSpPr>
      <dsp:spPr>
        <a:xfrm rot="5400000">
          <a:off x="5297265" y="-2805869"/>
          <a:ext cx="1026112" cy="9410555"/>
        </a:xfrm>
        <a:prstGeom prst="round2Same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206248" tIns="18415" rIns="18415" bIns="18415" numCol="1" spcCol="1270" anchor="ctr" anchorCtr="0">
          <a:noAutofit/>
        </a:bodyPr>
        <a:lstStyle/>
        <a:p>
          <a:pPr marL="285750" lvl="1" indent="-285750" algn="l" defTabSz="1289050">
            <a:lnSpc>
              <a:spcPct val="90000"/>
            </a:lnSpc>
            <a:spcBef>
              <a:spcPct val="0"/>
            </a:spcBef>
            <a:spcAft>
              <a:spcPct val="15000"/>
            </a:spcAft>
            <a:buChar char="•"/>
          </a:pPr>
          <a:r>
            <a:rPr lang="de-DE" sz="2900" kern="1200" dirty="0"/>
            <a:t>Dynamische Routen mit Parametern</a:t>
          </a:r>
        </a:p>
        <a:p>
          <a:pPr marL="285750" lvl="1" indent="-285750" algn="l" defTabSz="1289050">
            <a:lnSpc>
              <a:spcPct val="90000"/>
            </a:lnSpc>
            <a:spcBef>
              <a:spcPct val="0"/>
            </a:spcBef>
            <a:spcAft>
              <a:spcPct val="15000"/>
            </a:spcAft>
            <a:buChar char="•"/>
          </a:pPr>
          <a:r>
            <a:rPr lang="de-DE" sz="2900" kern="1200" dirty="0"/>
            <a:t>Routen Konfiguration kann in Pfadvariablen enthalten</a:t>
          </a:r>
        </a:p>
      </dsp:txBody>
      <dsp:txXfrm rot="-5400000">
        <a:off x="1105044" y="1436443"/>
        <a:ext cx="9360464" cy="925930"/>
      </dsp:txXfrm>
    </dsp:sp>
    <dsp:sp modelId="{4F4E14E5-864A-7149-950C-0D8751F63536}">
      <dsp:nvSpPr>
        <dsp:cNvPr id="0" name=""/>
        <dsp:cNvSpPr/>
      </dsp:nvSpPr>
      <dsp:spPr>
        <a:xfrm rot="5400000">
          <a:off x="-236795" y="3007440"/>
          <a:ext cx="1578634" cy="1105044"/>
        </a:xfrm>
        <a:prstGeom prst="chevron">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de-DE" sz="1100" kern="1200" dirty="0"/>
            <a:t>Rest-Parameter </a:t>
          </a:r>
          <a:r>
            <a:rPr lang="de-DE" sz="1100" kern="1200" dirty="0" err="1"/>
            <a:t>vs</a:t>
          </a:r>
          <a:r>
            <a:rPr lang="de-DE" sz="1100" kern="1200" dirty="0"/>
            <a:t> URL-Parameter</a:t>
          </a:r>
        </a:p>
      </dsp:txBody>
      <dsp:txXfrm rot="-5400000">
        <a:off x="0" y="3323167"/>
        <a:ext cx="1105044" cy="473590"/>
      </dsp:txXfrm>
    </dsp:sp>
    <dsp:sp modelId="{83429FCB-206E-7D4D-8739-0160ADC3C48D}">
      <dsp:nvSpPr>
        <dsp:cNvPr id="0" name=""/>
        <dsp:cNvSpPr/>
      </dsp:nvSpPr>
      <dsp:spPr>
        <a:xfrm rot="5400000">
          <a:off x="5297265" y="-1421576"/>
          <a:ext cx="1026112" cy="9410555"/>
        </a:xfrm>
        <a:prstGeom prst="round2Same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206248" tIns="18415" rIns="18415" bIns="18415" numCol="1" spcCol="1270" anchor="ctr" anchorCtr="0">
          <a:noAutofit/>
        </a:bodyPr>
        <a:lstStyle/>
        <a:p>
          <a:pPr marL="285750" lvl="1" indent="-285750" algn="l" defTabSz="1289050">
            <a:lnSpc>
              <a:spcPct val="90000"/>
            </a:lnSpc>
            <a:spcBef>
              <a:spcPct val="0"/>
            </a:spcBef>
            <a:spcAft>
              <a:spcPct val="15000"/>
            </a:spcAft>
            <a:buChar char="•"/>
          </a:pPr>
          <a:r>
            <a:rPr lang="de-DE" sz="2900" kern="1200"/>
            <a:t>Parameter in Route für Pflichtparameter</a:t>
          </a:r>
        </a:p>
        <a:p>
          <a:pPr marL="285750" lvl="1" indent="-285750" algn="l" defTabSz="1289050">
            <a:lnSpc>
              <a:spcPct val="90000"/>
            </a:lnSpc>
            <a:spcBef>
              <a:spcPct val="0"/>
            </a:spcBef>
            <a:spcAft>
              <a:spcPct val="15000"/>
            </a:spcAft>
            <a:buChar char="•"/>
          </a:pPr>
          <a:r>
            <a:rPr lang="de-DE" sz="2900" kern="1200"/>
            <a:t>URL-Parameter für optionale Parameter</a:t>
          </a:r>
        </a:p>
      </dsp:txBody>
      <dsp:txXfrm rot="-5400000">
        <a:off x="1105044" y="2820736"/>
        <a:ext cx="9360464" cy="925930"/>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960F03-EDCA-8748-B41F-0C34EF6988CC}">
      <dsp:nvSpPr>
        <dsp:cNvPr id="0" name=""/>
        <dsp:cNvSpPr/>
      </dsp:nvSpPr>
      <dsp:spPr>
        <a:xfrm>
          <a:off x="0" y="43636"/>
          <a:ext cx="10515600" cy="887445"/>
        </a:xfrm>
        <a:prstGeom prst="roundRect">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de-DE" sz="3700" kern="1200" dirty="0"/>
            <a:t>Arten</a:t>
          </a:r>
        </a:p>
      </dsp:txBody>
      <dsp:txXfrm>
        <a:off x="43321" y="86957"/>
        <a:ext cx="10428958" cy="800803"/>
      </dsp:txXfrm>
    </dsp:sp>
    <dsp:sp modelId="{60669C71-50A6-5549-8D43-B4D92557166D}">
      <dsp:nvSpPr>
        <dsp:cNvPr id="0" name=""/>
        <dsp:cNvSpPr/>
      </dsp:nvSpPr>
      <dsp:spPr>
        <a:xfrm>
          <a:off x="0" y="931081"/>
          <a:ext cx="10515600" cy="9956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46990" rIns="263144" bIns="46990" numCol="1" spcCol="1270" anchor="t" anchorCtr="0">
          <a:noAutofit/>
        </a:bodyPr>
        <a:lstStyle/>
        <a:p>
          <a:pPr marL="285750" lvl="1" indent="-285750" algn="l" defTabSz="1289050">
            <a:lnSpc>
              <a:spcPct val="90000"/>
            </a:lnSpc>
            <a:spcBef>
              <a:spcPct val="0"/>
            </a:spcBef>
            <a:spcAft>
              <a:spcPct val="20000"/>
            </a:spcAft>
            <a:buChar char="•"/>
          </a:pPr>
          <a:r>
            <a:rPr lang="de-DE" sz="2900" kern="1200" dirty="0"/>
            <a:t>Template-</a:t>
          </a:r>
          <a:r>
            <a:rPr lang="de-DE" sz="2900" kern="1200" dirty="0" err="1"/>
            <a:t>Driven</a:t>
          </a:r>
          <a:endParaRPr lang="de-DE" sz="2900" kern="1200" dirty="0"/>
        </a:p>
        <a:p>
          <a:pPr marL="285750" lvl="1" indent="-285750" algn="l" defTabSz="1289050">
            <a:lnSpc>
              <a:spcPct val="90000"/>
            </a:lnSpc>
            <a:spcBef>
              <a:spcPct val="0"/>
            </a:spcBef>
            <a:spcAft>
              <a:spcPct val="20000"/>
            </a:spcAft>
            <a:buChar char="•"/>
          </a:pPr>
          <a:r>
            <a:rPr lang="de-DE" sz="2900" kern="1200" dirty="0"/>
            <a:t>Model-</a:t>
          </a:r>
          <a:r>
            <a:rPr lang="de-DE" sz="2900" kern="1200" dirty="0" err="1"/>
            <a:t>Driven</a:t>
          </a:r>
          <a:endParaRPr lang="de-DE" sz="2900" kern="1200" dirty="0"/>
        </a:p>
      </dsp:txBody>
      <dsp:txXfrm>
        <a:off x="0" y="931081"/>
        <a:ext cx="10515600" cy="995670"/>
      </dsp:txXfrm>
    </dsp:sp>
    <dsp:sp modelId="{EECA1152-9A59-5148-8C69-4A7DF7A45FB4}">
      <dsp:nvSpPr>
        <dsp:cNvPr id="0" name=""/>
        <dsp:cNvSpPr/>
      </dsp:nvSpPr>
      <dsp:spPr>
        <a:xfrm>
          <a:off x="0" y="1926751"/>
          <a:ext cx="10515600" cy="887445"/>
        </a:xfrm>
        <a:prstGeom prst="roundRect">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de-DE" sz="3700" kern="1200" dirty="0"/>
            <a:t>Interne Forms API</a:t>
          </a:r>
        </a:p>
      </dsp:txBody>
      <dsp:txXfrm>
        <a:off x="43321" y="1970072"/>
        <a:ext cx="10428958" cy="800803"/>
      </dsp:txXfrm>
    </dsp:sp>
    <dsp:sp modelId="{E40B39FC-EE0D-784C-A01A-5681D1E23909}">
      <dsp:nvSpPr>
        <dsp:cNvPr id="0" name=""/>
        <dsp:cNvSpPr/>
      </dsp:nvSpPr>
      <dsp:spPr>
        <a:xfrm>
          <a:off x="0" y="2814196"/>
          <a:ext cx="10515600" cy="14935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46990" rIns="263144" bIns="46990" numCol="1" spcCol="1270" anchor="t" anchorCtr="0">
          <a:noAutofit/>
        </a:bodyPr>
        <a:lstStyle/>
        <a:p>
          <a:pPr marL="285750" lvl="1" indent="-285750" algn="l" defTabSz="1289050">
            <a:lnSpc>
              <a:spcPct val="90000"/>
            </a:lnSpc>
            <a:spcBef>
              <a:spcPct val="0"/>
            </a:spcBef>
            <a:spcAft>
              <a:spcPct val="20000"/>
            </a:spcAft>
            <a:buChar char="•"/>
          </a:pPr>
          <a:r>
            <a:rPr lang="de-DE" sz="2900" kern="1200" dirty="0"/>
            <a:t>Binding (bzw. </a:t>
          </a:r>
          <a:r>
            <a:rPr lang="de-DE" sz="2900" kern="1200" dirty="0" err="1"/>
            <a:t>ChangeDetection</a:t>
          </a:r>
          <a:r>
            <a:rPr lang="de-DE" sz="2900" kern="1200" dirty="0"/>
            <a:t>)</a:t>
          </a:r>
        </a:p>
        <a:p>
          <a:pPr marL="285750" lvl="1" indent="-285750" algn="l" defTabSz="1289050">
            <a:lnSpc>
              <a:spcPct val="90000"/>
            </a:lnSpc>
            <a:spcBef>
              <a:spcPct val="0"/>
            </a:spcBef>
            <a:spcAft>
              <a:spcPct val="20000"/>
            </a:spcAft>
            <a:buChar char="•"/>
          </a:pPr>
          <a:r>
            <a:rPr lang="de-DE" sz="2900" kern="1200" dirty="0"/>
            <a:t>Validierung</a:t>
          </a:r>
        </a:p>
        <a:p>
          <a:pPr marL="285750" lvl="1" indent="-285750" algn="l" defTabSz="1289050">
            <a:lnSpc>
              <a:spcPct val="90000"/>
            </a:lnSpc>
            <a:spcBef>
              <a:spcPct val="0"/>
            </a:spcBef>
            <a:spcAft>
              <a:spcPct val="20000"/>
            </a:spcAft>
            <a:buChar char="•"/>
          </a:pPr>
          <a:r>
            <a:rPr lang="de-DE" sz="2900" kern="1200" dirty="0"/>
            <a:t>Aggregation</a:t>
          </a:r>
        </a:p>
      </dsp:txBody>
      <dsp:txXfrm>
        <a:off x="0" y="2814196"/>
        <a:ext cx="10515600" cy="1493505"/>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F004E1-655F-3647-9990-F6AAB2427B86}">
      <dsp:nvSpPr>
        <dsp:cNvPr id="0" name=""/>
        <dsp:cNvSpPr/>
      </dsp:nvSpPr>
      <dsp:spPr>
        <a:xfrm rot="5400000">
          <a:off x="4572817" y="-1705821"/>
          <a:ext cx="1137107" cy="4838937"/>
        </a:xfrm>
        <a:prstGeom prst="round2SameRect">
          <a:avLst/>
        </a:prstGeom>
        <a:solidFill>
          <a:schemeClr val="accent1">
            <a:alpha val="90000"/>
            <a:tint val="40000"/>
            <a:hueOff val="0"/>
            <a:satOff val="0"/>
            <a:lumOff val="0"/>
            <a:alphaOff val="0"/>
          </a:schemeClr>
        </a:solidFill>
        <a:ln w="6350" cap="flat" cmpd="sng" algn="ctr">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72390" tIns="36195" rIns="72390" bIns="36195" numCol="1" spcCol="1270" anchor="ctr" anchorCtr="0">
          <a:noAutofit/>
        </a:bodyPr>
        <a:lstStyle/>
        <a:p>
          <a:pPr marL="171450" lvl="1" indent="-171450" algn="l" defTabSz="844550">
            <a:lnSpc>
              <a:spcPct val="90000"/>
            </a:lnSpc>
            <a:spcBef>
              <a:spcPct val="0"/>
            </a:spcBef>
            <a:spcAft>
              <a:spcPct val="15000"/>
            </a:spcAft>
            <a:buChar char="•"/>
          </a:pPr>
          <a:r>
            <a:rPr lang="de-DE" sz="1900" kern="1200" dirty="0"/>
            <a:t>Liefert die Ressource</a:t>
          </a:r>
        </a:p>
      </dsp:txBody>
      <dsp:txXfrm rot="-5400000">
        <a:off x="2721903" y="200602"/>
        <a:ext cx="4783428" cy="1026089"/>
      </dsp:txXfrm>
    </dsp:sp>
    <dsp:sp modelId="{1F1D7829-A817-8440-A1B0-4B71A7BF8537}">
      <dsp:nvSpPr>
        <dsp:cNvPr id="0" name=""/>
        <dsp:cNvSpPr/>
      </dsp:nvSpPr>
      <dsp:spPr>
        <a:xfrm>
          <a:off x="0" y="2955"/>
          <a:ext cx="2721902" cy="1421384"/>
        </a:xfrm>
        <a:prstGeom prst="roundRect">
          <a:avLst/>
        </a:prstGeom>
        <a:gradFill rotWithShape="0">
          <a:gsLst>
            <a:gs pos="0">
              <a:schemeClr val="accent1">
                <a:hueOff val="0"/>
                <a:satOff val="0"/>
                <a:lumOff val="0"/>
                <a:alphaOff val="0"/>
                <a:lumMod val="102000"/>
                <a:tint val="94000"/>
              </a:schemeClr>
            </a:gs>
            <a:gs pos="50000">
              <a:schemeClr val="accent1">
                <a:hueOff val="0"/>
                <a:satOff val="0"/>
                <a:lumOff val="0"/>
                <a:alphaOff val="0"/>
                <a:lumMod val="100000"/>
                <a:shade val="100000"/>
              </a:schemeClr>
            </a:gs>
            <a:gs pos="100000">
              <a:schemeClr val="accent1">
                <a:hueOff val="0"/>
                <a:satOff val="0"/>
                <a:lumOff val="0"/>
                <a:alphaOff val="0"/>
                <a:lumMod val="99000"/>
                <a:shade val="78000"/>
              </a:schemeClr>
            </a:gs>
          </a:gsLst>
          <a:lin ang="5400000" scaled="0"/>
          <a:tileRect/>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01930" tIns="100965" rIns="201930" bIns="100965" numCol="1" spcCol="1270" anchor="ctr" anchorCtr="0">
          <a:noAutofit/>
        </a:bodyPr>
        <a:lstStyle/>
        <a:p>
          <a:pPr marL="0" lvl="0" indent="0" algn="ctr" defTabSz="2355850">
            <a:lnSpc>
              <a:spcPct val="90000"/>
            </a:lnSpc>
            <a:spcBef>
              <a:spcPct val="0"/>
            </a:spcBef>
            <a:spcAft>
              <a:spcPct val="35000"/>
            </a:spcAft>
            <a:buNone/>
          </a:pPr>
          <a:r>
            <a:rPr lang="de-DE" sz="5300" kern="1200" dirty="0"/>
            <a:t>GET</a:t>
          </a:r>
        </a:p>
      </dsp:txBody>
      <dsp:txXfrm>
        <a:off x="69386" y="72341"/>
        <a:ext cx="2583130" cy="1282612"/>
      </dsp:txXfrm>
    </dsp:sp>
    <dsp:sp modelId="{C2DD22C4-3AC9-074B-B695-349CAEF10B59}">
      <dsp:nvSpPr>
        <dsp:cNvPr id="0" name=""/>
        <dsp:cNvSpPr/>
      </dsp:nvSpPr>
      <dsp:spPr>
        <a:xfrm rot="5400000">
          <a:off x="4572817" y="-213367"/>
          <a:ext cx="1137107" cy="4838937"/>
        </a:xfrm>
        <a:prstGeom prst="round2SameRect">
          <a:avLst/>
        </a:prstGeom>
        <a:solidFill>
          <a:schemeClr val="accent1">
            <a:alpha val="90000"/>
            <a:tint val="40000"/>
            <a:hueOff val="0"/>
            <a:satOff val="0"/>
            <a:lumOff val="0"/>
            <a:alphaOff val="0"/>
          </a:schemeClr>
        </a:solidFill>
        <a:ln w="6350" cap="flat" cmpd="sng" algn="ctr">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72390" tIns="36195" rIns="72390" bIns="36195" numCol="1" spcCol="1270" anchor="ctr" anchorCtr="0">
          <a:noAutofit/>
        </a:bodyPr>
        <a:lstStyle/>
        <a:p>
          <a:pPr marL="171450" lvl="1" indent="-171450" algn="l" defTabSz="844550">
            <a:lnSpc>
              <a:spcPct val="90000"/>
            </a:lnSpc>
            <a:spcBef>
              <a:spcPct val="0"/>
            </a:spcBef>
            <a:spcAft>
              <a:spcPct val="15000"/>
            </a:spcAft>
            <a:buChar char="•"/>
          </a:pPr>
          <a:r>
            <a:rPr lang="de-DE" sz="1900" kern="1200" dirty="0"/>
            <a:t>Löscht die Ressource</a:t>
          </a:r>
        </a:p>
      </dsp:txBody>
      <dsp:txXfrm rot="-5400000">
        <a:off x="2721903" y="1693056"/>
        <a:ext cx="4783428" cy="1026089"/>
      </dsp:txXfrm>
    </dsp:sp>
    <dsp:sp modelId="{F14CD864-DFCF-D843-9825-D32FA4D9A07D}">
      <dsp:nvSpPr>
        <dsp:cNvPr id="0" name=""/>
        <dsp:cNvSpPr/>
      </dsp:nvSpPr>
      <dsp:spPr>
        <a:xfrm>
          <a:off x="0" y="1495408"/>
          <a:ext cx="2721902" cy="1421384"/>
        </a:xfrm>
        <a:prstGeom prst="roundRect">
          <a:avLst/>
        </a:prstGeom>
        <a:gradFill rotWithShape="0">
          <a:gsLst>
            <a:gs pos="0">
              <a:schemeClr val="accent1">
                <a:hueOff val="0"/>
                <a:satOff val="0"/>
                <a:lumOff val="0"/>
                <a:alphaOff val="0"/>
                <a:lumMod val="102000"/>
                <a:tint val="94000"/>
              </a:schemeClr>
            </a:gs>
            <a:gs pos="50000">
              <a:schemeClr val="accent1">
                <a:hueOff val="0"/>
                <a:satOff val="0"/>
                <a:lumOff val="0"/>
                <a:alphaOff val="0"/>
                <a:lumMod val="100000"/>
                <a:shade val="100000"/>
              </a:schemeClr>
            </a:gs>
            <a:gs pos="100000">
              <a:schemeClr val="accent1">
                <a:hueOff val="0"/>
                <a:satOff val="0"/>
                <a:lumOff val="0"/>
                <a:alphaOff val="0"/>
                <a:lumMod val="99000"/>
                <a:shade val="78000"/>
              </a:schemeClr>
            </a:gs>
          </a:gsLst>
          <a:lin ang="5400000" scaled="0"/>
          <a:tileRect/>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01930" tIns="100965" rIns="201930" bIns="100965" numCol="1" spcCol="1270" anchor="ctr" anchorCtr="0">
          <a:noAutofit/>
        </a:bodyPr>
        <a:lstStyle/>
        <a:p>
          <a:pPr marL="0" lvl="0" indent="0" algn="ctr" defTabSz="2355850">
            <a:lnSpc>
              <a:spcPct val="90000"/>
            </a:lnSpc>
            <a:spcBef>
              <a:spcPct val="0"/>
            </a:spcBef>
            <a:spcAft>
              <a:spcPct val="35000"/>
            </a:spcAft>
            <a:buNone/>
          </a:pPr>
          <a:r>
            <a:rPr lang="de-DE" sz="5300" kern="1200" dirty="0"/>
            <a:t>DELETE</a:t>
          </a:r>
        </a:p>
      </dsp:txBody>
      <dsp:txXfrm>
        <a:off x="69386" y="1564794"/>
        <a:ext cx="2583130" cy="1282612"/>
      </dsp:txXfrm>
    </dsp:sp>
    <dsp:sp modelId="{10C71567-6777-7946-8431-B7402FFE49C8}">
      <dsp:nvSpPr>
        <dsp:cNvPr id="0" name=""/>
        <dsp:cNvSpPr/>
      </dsp:nvSpPr>
      <dsp:spPr>
        <a:xfrm rot="5400000">
          <a:off x="4572817" y="1279086"/>
          <a:ext cx="1137107" cy="4838937"/>
        </a:xfrm>
        <a:prstGeom prst="round2SameRect">
          <a:avLst/>
        </a:prstGeom>
        <a:solidFill>
          <a:schemeClr val="accent1">
            <a:alpha val="90000"/>
            <a:tint val="40000"/>
            <a:hueOff val="0"/>
            <a:satOff val="0"/>
            <a:lumOff val="0"/>
            <a:alphaOff val="0"/>
          </a:schemeClr>
        </a:solidFill>
        <a:ln w="6350" cap="flat" cmpd="sng" algn="ctr">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72390" tIns="36195" rIns="72390" bIns="36195" numCol="1" spcCol="1270" anchor="ctr" anchorCtr="0">
          <a:noAutofit/>
        </a:bodyPr>
        <a:lstStyle/>
        <a:p>
          <a:pPr marL="171450" lvl="1" indent="-171450" algn="l" defTabSz="844550">
            <a:lnSpc>
              <a:spcPct val="90000"/>
            </a:lnSpc>
            <a:spcBef>
              <a:spcPct val="0"/>
            </a:spcBef>
            <a:spcAft>
              <a:spcPct val="15000"/>
            </a:spcAft>
            <a:buChar char="•"/>
          </a:pPr>
          <a:r>
            <a:rPr lang="de-DE" sz="1900" kern="1200" dirty="0"/>
            <a:t>Erzeugt aktualisiert die Ressource</a:t>
          </a:r>
        </a:p>
        <a:p>
          <a:pPr marL="171450" lvl="1" indent="-171450" algn="l" defTabSz="844550">
            <a:lnSpc>
              <a:spcPct val="90000"/>
            </a:lnSpc>
            <a:spcBef>
              <a:spcPct val="0"/>
            </a:spcBef>
            <a:spcAft>
              <a:spcPct val="15000"/>
            </a:spcAft>
            <a:buChar char="•"/>
          </a:pPr>
          <a:r>
            <a:rPr lang="de-DE" sz="1900" kern="1200" dirty="0"/>
            <a:t>Client spezifiziert </a:t>
          </a:r>
          <a:r>
            <a:rPr lang="de-DE" sz="1900" kern="1200" dirty="0" err="1"/>
            <a:t>resourceIdentifier</a:t>
          </a:r>
          <a:endParaRPr lang="de-DE" sz="1900" kern="1200" dirty="0"/>
        </a:p>
        <a:p>
          <a:pPr marL="171450" lvl="1" indent="-171450" algn="l" defTabSz="844550">
            <a:lnSpc>
              <a:spcPct val="90000"/>
            </a:lnSpc>
            <a:spcBef>
              <a:spcPct val="0"/>
            </a:spcBef>
            <a:spcAft>
              <a:spcPct val="15000"/>
            </a:spcAft>
            <a:buChar char="•"/>
          </a:pPr>
          <a:r>
            <a:rPr lang="de-DE" sz="1900" kern="1200" dirty="0"/>
            <a:t>PUT /</a:t>
          </a:r>
          <a:r>
            <a:rPr lang="de-DE" sz="1900" kern="1200" dirty="0" err="1"/>
            <a:t>resources</a:t>
          </a:r>
          <a:r>
            <a:rPr lang="de-DE" sz="1900" kern="1200" dirty="0"/>
            <a:t>/&lt;</a:t>
          </a:r>
          <a:r>
            <a:rPr lang="de-DE" sz="1900" kern="1200" dirty="0" err="1"/>
            <a:t>newResourceId</a:t>
          </a:r>
          <a:r>
            <a:rPr lang="de-DE" sz="1900" kern="1200" dirty="0"/>
            <a:t>&gt; HTTP/1.1 </a:t>
          </a:r>
        </a:p>
      </dsp:txBody>
      <dsp:txXfrm rot="-5400000">
        <a:off x="2721903" y="3185510"/>
        <a:ext cx="4783428" cy="1026089"/>
      </dsp:txXfrm>
    </dsp:sp>
    <dsp:sp modelId="{8921904E-BD22-9940-BE0F-A550A8A2EB25}">
      <dsp:nvSpPr>
        <dsp:cNvPr id="0" name=""/>
        <dsp:cNvSpPr/>
      </dsp:nvSpPr>
      <dsp:spPr>
        <a:xfrm>
          <a:off x="0" y="2987862"/>
          <a:ext cx="2721902" cy="1421384"/>
        </a:xfrm>
        <a:prstGeom prst="roundRect">
          <a:avLst/>
        </a:prstGeom>
        <a:gradFill rotWithShape="0">
          <a:gsLst>
            <a:gs pos="0">
              <a:schemeClr val="accent1">
                <a:hueOff val="0"/>
                <a:satOff val="0"/>
                <a:lumOff val="0"/>
                <a:alphaOff val="0"/>
                <a:lumMod val="102000"/>
                <a:tint val="94000"/>
              </a:schemeClr>
            </a:gs>
            <a:gs pos="50000">
              <a:schemeClr val="accent1">
                <a:hueOff val="0"/>
                <a:satOff val="0"/>
                <a:lumOff val="0"/>
                <a:alphaOff val="0"/>
                <a:lumMod val="100000"/>
                <a:shade val="100000"/>
              </a:schemeClr>
            </a:gs>
            <a:gs pos="100000">
              <a:schemeClr val="accent1">
                <a:hueOff val="0"/>
                <a:satOff val="0"/>
                <a:lumOff val="0"/>
                <a:alphaOff val="0"/>
                <a:lumMod val="99000"/>
                <a:shade val="78000"/>
              </a:schemeClr>
            </a:gs>
          </a:gsLst>
          <a:lin ang="5400000" scaled="0"/>
          <a:tileRect/>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01930" tIns="100965" rIns="201930" bIns="100965" numCol="1" spcCol="1270" anchor="ctr" anchorCtr="0">
          <a:noAutofit/>
        </a:bodyPr>
        <a:lstStyle/>
        <a:p>
          <a:pPr marL="0" lvl="0" indent="0" algn="ctr" defTabSz="2355850">
            <a:lnSpc>
              <a:spcPct val="90000"/>
            </a:lnSpc>
            <a:spcBef>
              <a:spcPct val="0"/>
            </a:spcBef>
            <a:spcAft>
              <a:spcPct val="35000"/>
            </a:spcAft>
            <a:buNone/>
          </a:pPr>
          <a:r>
            <a:rPr lang="de-DE" sz="5300" kern="1200" dirty="0"/>
            <a:t>PUT</a:t>
          </a:r>
        </a:p>
      </dsp:txBody>
      <dsp:txXfrm>
        <a:off x="69386" y="3057248"/>
        <a:ext cx="2583130" cy="1282612"/>
      </dsp:txXfrm>
    </dsp:sp>
    <dsp:sp modelId="{ADB2FBED-06C8-0B47-813E-35C13DF85EC7}">
      <dsp:nvSpPr>
        <dsp:cNvPr id="0" name=""/>
        <dsp:cNvSpPr/>
      </dsp:nvSpPr>
      <dsp:spPr>
        <a:xfrm rot="5400000">
          <a:off x="4572817" y="2771539"/>
          <a:ext cx="1137107" cy="4838937"/>
        </a:xfrm>
        <a:prstGeom prst="round2SameRect">
          <a:avLst/>
        </a:prstGeom>
        <a:solidFill>
          <a:schemeClr val="accent1">
            <a:alpha val="90000"/>
            <a:tint val="40000"/>
            <a:hueOff val="0"/>
            <a:satOff val="0"/>
            <a:lumOff val="0"/>
            <a:alphaOff val="0"/>
          </a:schemeClr>
        </a:solidFill>
        <a:ln w="6350" cap="flat" cmpd="sng" algn="ctr">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72390" tIns="36195" rIns="72390" bIns="36195" numCol="1" spcCol="1270" anchor="ctr" anchorCtr="0">
          <a:noAutofit/>
        </a:bodyPr>
        <a:lstStyle/>
        <a:p>
          <a:pPr marL="171450" lvl="1" indent="-171450" algn="l" defTabSz="844550">
            <a:lnSpc>
              <a:spcPct val="90000"/>
            </a:lnSpc>
            <a:spcBef>
              <a:spcPct val="0"/>
            </a:spcBef>
            <a:spcAft>
              <a:spcPct val="15000"/>
            </a:spcAft>
            <a:buChar char="•"/>
          </a:pPr>
          <a:r>
            <a:rPr lang="de-DE" sz="1900" kern="1200" dirty="0"/>
            <a:t>Erzeugt ein neues Objekt unterhalb (</a:t>
          </a:r>
          <a:r>
            <a:rPr lang="de-DE" sz="1900" kern="1200" dirty="0" err="1"/>
            <a:t>Collection</a:t>
          </a:r>
          <a:r>
            <a:rPr lang="de-DE" sz="1900" kern="1200" dirty="0"/>
            <a:t>) der spezifizierten Ressource</a:t>
          </a:r>
        </a:p>
        <a:p>
          <a:pPr marL="171450" lvl="1" indent="-171450" algn="l" defTabSz="844550">
            <a:lnSpc>
              <a:spcPct val="90000"/>
            </a:lnSpc>
            <a:spcBef>
              <a:spcPct val="0"/>
            </a:spcBef>
            <a:spcAft>
              <a:spcPct val="15000"/>
            </a:spcAft>
            <a:buChar char="•"/>
          </a:pPr>
          <a:r>
            <a:rPr lang="de-DE" sz="1900" kern="1200" dirty="0"/>
            <a:t>POST /</a:t>
          </a:r>
          <a:r>
            <a:rPr lang="de-DE" sz="1900" kern="1200" dirty="0" err="1"/>
            <a:t>resources</a:t>
          </a:r>
          <a:r>
            <a:rPr lang="de-DE" sz="1900" kern="1200" dirty="0"/>
            <a:t> HTTP/1.1</a:t>
          </a:r>
        </a:p>
      </dsp:txBody>
      <dsp:txXfrm rot="-5400000">
        <a:off x="2721903" y="4677963"/>
        <a:ext cx="4783428" cy="1026089"/>
      </dsp:txXfrm>
    </dsp:sp>
    <dsp:sp modelId="{0BEFE39D-035F-6F43-B431-E59A9CFBC005}">
      <dsp:nvSpPr>
        <dsp:cNvPr id="0" name=""/>
        <dsp:cNvSpPr/>
      </dsp:nvSpPr>
      <dsp:spPr>
        <a:xfrm>
          <a:off x="0" y="4480316"/>
          <a:ext cx="2721902" cy="1421384"/>
        </a:xfrm>
        <a:prstGeom prst="roundRect">
          <a:avLst/>
        </a:prstGeom>
        <a:gradFill rotWithShape="0">
          <a:gsLst>
            <a:gs pos="0">
              <a:schemeClr val="accent1">
                <a:hueOff val="0"/>
                <a:satOff val="0"/>
                <a:lumOff val="0"/>
                <a:alphaOff val="0"/>
                <a:lumMod val="102000"/>
                <a:tint val="94000"/>
              </a:schemeClr>
            </a:gs>
            <a:gs pos="50000">
              <a:schemeClr val="accent1">
                <a:hueOff val="0"/>
                <a:satOff val="0"/>
                <a:lumOff val="0"/>
                <a:alphaOff val="0"/>
                <a:lumMod val="100000"/>
                <a:shade val="100000"/>
              </a:schemeClr>
            </a:gs>
            <a:gs pos="100000">
              <a:schemeClr val="accent1">
                <a:hueOff val="0"/>
                <a:satOff val="0"/>
                <a:lumOff val="0"/>
                <a:alphaOff val="0"/>
                <a:lumMod val="99000"/>
                <a:shade val="78000"/>
              </a:schemeClr>
            </a:gs>
          </a:gsLst>
          <a:lin ang="5400000" scaled="0"/>
          <a:tileRect/>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01930" tIns="100965" rIns="201930" bIns="100965" numCol="1" spcCol="1270" anchor="ctr" anchorCtr="0">
          <a:noAutofit/>
        </a:bodyPr>
        <a:lstStyle/>
        <a:p>
          <a:pPr marL="0" lvl="0" indent="0" algn="ctr" defTabSz="2355850">
            <a:lnSpc>
              <a:spcPct val="90000"/>
            </a:lnSpc>
            <a:spcBef>
              <a:spcPct val="0"/>
            </a:spcBef>
            <a:spcAft>
              <a:spcPct val="35000"/>
            </a:spcAft>
            <a:buNone/>
          </a:pPr>
          <a:r>
            <a:rPr lang="de-DE" sz="5300" kern="1200" dirty="0"/>
            <a:t>POST</a:t>
          </a:r>
        </a:p>
      </dsp:txBody>
      <dsp:txXfrm>
        <a:off x="69386" y="4549702"/>
        <a:ext cx="2583130" cy="1282612"/>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12C6BB-B581-A24C-A598-548E22C4160C}">
      <dsp:nvSpPr>
        <dsp:cNvPr id="0" name=""/>
        <dsp:cNvSpPr/>
      </dsp:nvSpPr>
      <dsp:spPr>
        <a:xfrm>
          <a:off x="0" y="392355"/>
          <a:ext cx="6262199" cy="1105650"/>
        </a:xfrm>
        <a:prstGeom prst="rect">
          <a:avLst/>
        </a:prstGeom>
        <a:solidFill>
          <a:schemeClr val="lt1">
            <a:alpha val="90000"/>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86016" tIns="541528" rIns="486016" bIns="184912" numCol="1" spcCol="1270" anchor="t" anchorCtr="0">
          <a:noAutofit/>
        </a:bodyPr>
        <a:lstStyle/>
        <a:p>
          <a:pPr marL="228600" lvl="1" indent="-228600" algn="l" defTabSz="1155700">
            <a:lnSpc>
              <a:spcPct val="90000"/>
            </a:lnSpc>
            <a:spcBef>
              <a:spcPct val="0"/>
            </a:spcBef>
            <a:spcAft>
              <a:spcPct val="15000"/>
            </a:spcAft>
            <a:buChar char="•"/>
          </a:pPr>
          <a:r>
            <a:rPr lang="de-DE" sz="2600" kern="1200"/>
            <a:t>Ausgabe der Versionsnummer</a:t>
          </a:r>
          <a:endParaRPr lang="en-US" sz="2600" kern="1200"/>
        </a:p>
      </dsp:txBody>
      <dsp:txXfrm>
        <a:off x="0" y="392355"/>
        <a:ext cx="6262199" cy="1105650"/>
      </dsp:txXfrm>
    </dsp:sp>
    <dsp:sp modelId="{1A7A9926-1BFE-DE44-B993-0CF46A5CEDEE}">
      <dsp:nvSpPr>
        <dsp:cNvPr id="0" name=""/>
        <dsp:cNvSpPr/>
      </dsp:nvSpPr>
      <dsp:spPr>
        <a:xfrm>
          <a:off x="313110" y="8595"/>
          <a:ext cx="4383539" cy="767520"/>
        </a:xfrm>
        <a:prstGeom prst="roundRect">
          <a:avLst/>
        </a:prstGeom>
        <a:solidFill>
          <a:schemeClr val="accent5">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687" tIns="0" rIns="165687" bIns="0" numCol="1" spcCol="1270" anchor="ctr" anchorCtr="0">
          <a:noAutofit/>
        </a:bodyPr>
        <a:lstStyle/>
        <a:p>
          <a:pPr marL="0" lvl="0" indent="0" algn="l" defTabSz="1155700">
            <a:lnSpc>
              <a:spcPct val="90000"/>
            </a:lnSpc>
            <a:spcBef>
              <a:spcPct val="0"/>
            </a:spcBef>
            <a:spcAft>
              <a:spcPct val="35000"/>
            </a:spcAft>
            <a:buNone/>
          </a:pPr>
          <a:r>
            <a:rPr lang="de-DE" sz="2600" kern="1200"/>
            <a:t>node –v</a:t>
          </a:r>
          <a:endParaRPr lang="en-US" sz="2600" kern="1200"/>
        </a:p>
      </dsp:txBody>
      <dsp:txXfrm>
        <a:off x="350577" y="46062"/>
        <a:ext cx="4308605" cy="692586"/>
      </dsp:txXfrm>
    </dsp:sp>
    <dsp:sp modelId="{4D6DC218-DFF5-2347-9AFF-E34732CA7773}">
      <dsp:nvSpPr>
        <dsp:cNvPr id="0" name=""/>
        <dsp:cNvSpPr/>
      </dsp:nvSpPr>
      <dsp:spPr>
        <a:xfrm>
          <a:off x="0" y="2022165"/>
          <a:ext cx="6262199" cy="1474199"/>
        </a:xfrm>
        <a:prstGeom prst="rect">
          <a:avLst/>
        </a:prstGeom>
        <a:solidFill>
          <a:schemeClr val="lt1">
            <a:alpha val="90000"/>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86016" tIns="541528" rIns="486016" bIns="184912" numCol="1" spcCol="1270" anchor="t" anchorCtr="0">
          <a:noAutofit/>
        </a:bodyPr>
        <a:lstStyle/>
        <a:p>
          <a:pPr marL="228600" lvl="1" indent="-228600" algn="l" defTabSz="1155700">
            <a:lnSpc>
              <a:spcPct val="90000"/>
            </a:lnSpc>
            <a:spcBef>
              <a:spcPct val="0"/>
            </a:spcBef>
            <a:spcAft>
              <a:spcPct val="15000"/>
            </a:spcAft>
            <a:buChar char="•"/>
          </a:pPr>
          <a:r>
            <a:rPr lang="de-DE" sz="2600" kern="1200"/>
            <a:t>Starten der REPL zur Eingabe von JavaScript-Befehlen</a:t>
          </a:r>
          <a:endParaRPr lang="en-US" sz="2600" kern="1200"/>
        </a:p>
      </dsp:txBody>
      <dsp:txXfrm>
        <a:off x="0" y="2022165"/>
        <a:ext cx="6262199" cy="1474199"/>
      </dsp:txXfrm>
    </dsp:sp>
    <dsp:sp modelId="{80B8595D-D10C-0244-912B-73BABA28A137}">
      <dsp:nvSpPr>
        <dsp:cNvPr id="0" name=""/>
        <dsp:cNvSpPr/>
      </dsp:nvSpPr>
      <dsp:spPr>
        <a:xfrm>
          <a:off x="313110" y="1638405"/>
          <a:ext cx="4383539" cy="767520"/>
        </a:xfrm>
        <a:prstGeom prst="roundRect">
          <a:avLst/>
        </a:prstGeom>
        <a:solidFill>
          <a:schemeClr val="accent5">
            <a:hueOff val="553124"/>
            <a:satOff val="6280"/>
            <a:lumOff val="5686"/>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687" tIns="0" rIns="165687" bIns="0" numCol="1" spcCol="1270" anchor="ctr" anchorCtr="0">
          <a:noAutofit/>
        </a:bodyPr>
        <a:lstStyle/>
        <a:p>
          <a:pPr marL="0" lvl="0" indent="0" algn="l" defTabSz="1155700">
            <a:lnSpc>
              <a:spcPct val="90000"/>
            </a:lnSpc>
            <a:spcBef>
              <a:spcPct val="0"/>
            </a:spcBef>
            <a:spcAft>
              <a:spcPct val="35000"/>
            </a:spcAft>
            <a:buNone/>
          </a:pPr>
          <a:r>
            <a:rPr lang="de-DE" sz="2600" kern="1200"/>
            <a:t>node</a:t>
          </a:r>
          <a:endParaRPr lang="en-US" sz="2600" kern="1200"/>
        </a:p>
      </dsp:txBody>
      <dsp:txXfrm>
        <a:off x="350577" y="1675872"/>
        <a:ext cx="4308605" cy="692586"/>
      </dsp:txXfrm>
    </dsp:sp>
    <dsp:sp modelId="{70AC1BE9-E752-CB45-9BE9-DF2E0B230545}">
      <dsp:nvSpPr>
        <dsp:cNvPr id="0" name=""/>
        <dsp:cNvSpPr/>
      </dsp:nvSpPr>
      <dsp:spPr>
        <a:xfrm>
          <a:off x="0" y="4020525"/>
          <a:ext cx="6262199" cy="1474199"/>
        </a:xfrm>
        <a:prstGeom prst="rect">
          <a:avLst/>
        </a:prstGeom>
        <a:solidFill>
          <a:schemeClr val="lt1">
            <a:alpha val="90000"/>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86016" tIns="541528" rIns="486016" bIns="184912" numCol="1" spcCol="1270" anchor="t" anchorCtr="0">
          <a:noAutofit/>
        </a:bodyPr>
        <a:lstStyle/>
        <a:p>
          <a:pPr marL="228600" lvl="1" indent="-228600" algn="l" defTabSz="1155700">
            <a:lnSpc>
              <a:spcPct val="90000"/>
            </a:lnSpc>
            <a:spcBef>
              <a:spcPct val="0"/>
            </a:spcBef>
            <a:spcAft>
              <a:spcPct val="15000"/>
            </a:spcAft>
            <a:buChar char="•"/>
          </a:pPr>
          <a:r>
            <a:rPr lang="de-DE" sz="2600" kern="1200"/>
            <a:t>Ausführen  der Skript-Datei </a:t>
          </a:r>
          <a:r>
            <a:rPr lang="de-DE" sz="2600" i="1" kern="1200"/>
            <a:t>programm.js </a:t>
          </a:r>
          <a:r>
            <a:rPr lang="de-DE" sz="2600" kern="1200"/>
            <a:t> </a:t>
          </a:r>
          <a:endParaRPr lang="en-US" sz="2600" kern="1200"/>
        </a:p>
      </dsp:txBody>
      <dsp:txXfrm>
        <a:off x="0" y="4020525"/>
        <a:ext cx="6262199" cy="1474199"/>
      </dsp:txXfrm>
    </dsp:sp>
    <dsp:sp modelId="{33EBE219-4BA6-DB46-B160-EEB4B61E8CB5}">
      <dsp:nvSpPr>
        <dsp:cNvPr id="0" name=""/>
        <dsp:cNvSpPr/>
      </dsp:nvSpPr>
      <dsp:spPr>
        <a:xfrm>
          <a:off x="313110" y="3636765"/>
          <a:ext cx="4383539" cy="767520"/>
        </a:xfrm>
        <a:prstGeom prst="roundRect">
          <a:avLst/>
        </a:prstGeom>
        <a:solidFill>
          <a:schemeClr val="accent5">
            <a:hueOff val="1106248"/>
            <a:satOff val="12561"/>
            <a:lumOff val="11372"/>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687" tIns="0" rIns="165687" bIns="0" numCol="1" spcCol="1270" anchor="ctr" anchorCtr="0">
          <a:noAutofit/>
        </a:bodyPr>
        <a:lstStyle/>
        <a:p>
          <a:pPr marL="0" lvl="0" indent="0" algn="l" defTabSz="1155700">
            <a:lnSpc>
              <a:spcPct val="90000"/>
            </a:lnSpc>
            <a:spcBef>
              <a:spcPct val="0"/>
            </a:spcBef>
            <a:spcAft>
              <a:spcPct val="35000"/>
            </a:spcAft>
            <a:buNone/>
          </a:pPr>
          <a:r>
            <a:rPr lang="de-DE" sz="2600" kern="1200"/>
            <a:t>node programm.js</a:t>
          </a:r>
          <a:endParaRPr lang="en-US" sz="2600" kern="1200"/>
        </a:p>
      </dsp:txBody>
      <dsp:txXfrm>
        <a:off x="350577" y="3674232"/>
        <a:ext cx="4308605" cy="692586"/>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07D71C-8DC4-4BB6-8305-5D6236EF6AF4}">
      <dsp:nvSpPr>
        <dsp:cNvPr id="0" name=""/>
        <dsp:cNvSpPr/>
      </dsp:nvSpPr>
      <dsp:spPr>
        <a:xfrm>
          <a:off x="432042" y="1839"/>
          <a:ext cx="3276375" cy="1105874"/>
        </a:xfrm>
        <a:prstGeom prst="roundRect">
          <a:avLst>
            <a:gd name="adj" fmla="val 10000"/>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40640" rIns="60960" bIns="40640" numCol="1" spcCol="1270" anchor="ctr" anchorCtr="0">
          <a:noAutofit/>
        </a:bodyPr>
        <a:lstStyle/>
        <a:p>
          <a:pPr marL="0" lvl="0" indent="0" algn="ctr" defTabSz="1422400">
            <a:lnSpc>
              <a:spcPct val="90000"/>
            </a:lnSpc>
            <a:spcBef>
              <a:spcPct val="0"/>
            </a:spcBef>
            <a:spcAft>
              <a:spcPct val="35000"/>
            </a:spcAft>
            <a:buNone/>
          </a:pPr>
          <a:r>
            <a:rPr lang="de-DE" sz="3200" kern="1200" dirty="0" err="1">
              <a:solidFill>
                <a:schemeClr val="tx1"/>
              </a:solidFill>
            </a:rPr>
            <a:t>project-root</a:t>
          </a:r>
          <a:endParaRPr lang="de-DE" sz="3200" kern="1200" dirty="0">
            <a:solidFill>
              <a:schemeClr val="tx1"/>
            </a:solidFill>
          </a:endParaRPr>
        </a:p>
      </dsp:txBody>
      <dsp:txXfrm>
        <a:off x="464432" y="34229"/>
        <a:ext cx="3211595" cy="1041094"/>
      </dsp:txXfrm>
    </dsp:sp>
    <dsp:sp modelId="{FE972E17-81E7-4DC9-8BB9-241D4556144A}">
      <dsp:nvSpPr>
        <dsp:cNvPr id="0" name=""/>
        <dsp:cNvSpPr/>
      </dsp:nvSpPr>
      <dsp:spPr>
        <a:xfrm>
          <a:off x="759679" y="1107714"/>
          <a:ext cx="327637" cy="829406"/>
        </a:xfrm>
        <a:custGeom>
          <a:avLst/>
          <a:gdLst/>
          <a:ahLst/>
          <a:cxnLst/>
          <a:rect l="0" t="0" r="0" b="0"/>
          <a:pathLst>
            <a:path>
              <a:moveTo>
                <a:pt x="0" y="0"/>
              </a:moveTo>
              <a:lnTo>
                <a:pt x="0" y="829406"/>
              </a:lnTo>
              <a:lnTo>
                <a:pt x="327637" y="829406"/>
              </a:lnTo>
            </a:path>
          </a:pathLst>
        </a:custGeom>
        <a:noFill/>
        <a:ln w="12700" cap="flat" cmpd="sng" algn="ctr">
          <a:prstDash val="solid"/>
          <a:miter lim="800000"/>
        </a:ln>
        <a:effectLst/>
      </dsp:spPr>
      <dsp:style>
        <a:lnRef idx="2">
          <a:scrgbClr r="0" g="0" b="0"/>
        </a:lnRef>
        <a:fillRef idx="0">
          <a:scrgbClr r="0" g="0" b="0"/>
        </a:fillRef>
        <a:effectRef idx="0">
          <a:scrgbClr r="0" g="0" b="0"/>
        </a:effectRef>
        <a:fontRef idx="minor"/>
      </dsp:style>
    </dsp:sp>
    <dsp:sp modelId="{C03CB49A-CA21-4561-9CA0-7967197F9B89}">
      <dsp:nvSpPr>
        <dsp:cNvPr id="0" name=""/>
        <dsp:cNvSpPr/>
      </dsp:nvSpPr>
      <dsp:spPr>
        <a:xfrm>
          <a:off x="1087317" y="1384182"/>
          <a:ext cx="1769399" cy="1105874"/>
        </a:xfrm>
        <a:prstGeom prst="roundRect">
          <a:avLst>
            <a:gd name="adj" fmla="val 10000"/>
          </a:avLst>
        </a:prstGeom>
        <a:solidFill>
          <a:schemeClr val="lt1">
            <a:alpha val="90000"/>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de-DE" sz="1700" kern="1200" dirty="0" err="1"/>
            <a:t>package.json</a:t>
          </a:r>
          <a:endParaRPr lang="de-DE" sz="1700" kern="1200" dirty="0"/>
        </a:p>
      </dsp:txBody>
      <dsp:txXfrm>
        <a:off x="1119707" y="1416572"/>
        <a:ext cx="1704619" cy="1041094"/>
      </dsp:txXfrm>
    </dsp:sp>
    <dsp:sp modelId="{EC0960B8-D78E-4984-805C-5C0B1C40DBDE}">
      <dsp:nvSpPr>
        <dsp:cNvPr id="0" name=""/>
        <dsp:cNvSpPr/>
      </dsp:nvSpPr>
      <dsp:spPr>
        <a:xfrm>
          <a:off x="759679" y="1107714"/>
          <a:ext cx="327637" cy="2211749"/>
        </a:xfrm>
        <a:custGeom>
          <a:avLst/>
          <a:gdLst/>
          <a:ahLst/>
          <a:cxnLst/>
          <a:rect l="0" t="0" r="0" b="0"/>
          <a:pathLst>
            <a:path>
              <a:moveTo>
                <a:pt x="0" y="0"/>
              </a:moveTo>
              <a:lnTo>
                <a:pt x="0" y="2211749"/>
              </a:lnTo>
              <a:lnTo>
                <a:pt x="327637" y="2211749"/>
              </a:lnTo>
            </a:path>
          </a:pathLst>
        </a:custGeom>
        <a:noFill/>
        <a:ln w="12700" cap="flat" cmpd="sng" algn="ctr">
          <a:prstDash val="solid"/>
          <a:miter lim="800000"/>
        </a:ln>
        <a:effectLst/>
      </dsp:spPr>
      <dsp:style>
        <a:lnRef idx="2">
          <a:scrgbClr r="0" g="0" b="0"/>
        </a:lnRef>
        <a:fillRef idx="0">
          <a:scrgbClr r="0" g="0" b="0"/>
        </a:fillRef>
        <a:effectRef idx="0">
          <a:scrgbClr r="0" g="0" b="0"/>
        </a:effectRef>
        <a:fontRef idx="minor"/>
      </dsp:style>
    </dsp:sp>
    <dsp:sp modelId="{8CE943E3-F1AB-4E0A-BBA8-1A2B8AFF0336}">
      <dsp:nvSpPr>
        <dsp:cNvPr id="0" name=""/>
        <dsp:cNvSpPr/>
      </dsp:nvSpPr>
      <dsp:spPr>
        <a:xfrm>
          <a:off x="1087317" y="2766526"/>
          <a:ext cx="1769399" cy="1105874"/>
        </a:xfrm>
        <a:prstGeom prst="roundRect">
          <a:avLst>
            <a:gd name="adj" fmla="val 10000"/>
          </a:avLst>
        </a:prstGeom>
        <a:solidFill>
          <a:schemeClr val="lt1">
            <a:alpha val="90000"/>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2385" tIns="21590" rIns="32385" bIns="21590" numCol="1" spcCol="1270" anchor="t" anchorCtr="0">
          <a:noAutofit/>
        </a:bodyPr>
        <a:lstStyle/>
        <a:p>
          <a:pPr marL="0" lvl="0" indent="0" algn="l" defTabSz="755650">
            <a:lnSpc>
              <a:spcPct val="90000"/>
            </a:lnSpc>
            <a:spcBef>
              <a:spcPct val="0"/>
            </a:spcBef>
            <a:spcAft>
              <a:spcPct val="35000"/>
            </a:spcAft>
            <a:buNone/>
          </a:pPr>
          <a:r>
            <a:rPr lang="de-DE" sz="1700" kern="1200" dirty="0" err="1"/>
            <a:t>src</a:t>
          </a:r>
          <a:endParaRPr lang="de-DE" sz="1700" kern="1200" dirty="0"/>
        </a:p>
        <a:p>
          <a:pPr marL="114300" lvl="1" indent="-114300" algn="l" defTabSz="577850">
            <a:lnSpc>
              <a:spcPct val="90000"/>
            </a:lnSpc>
            <a:spcBef>
              <a:spcPct val="0"/>
            </a:spcBef>
            <a:spcAft>
              <a:spcPct val="15000"/>
            </a:spcAft>
            <a:buChar char="•"/>
          </a:pPr>
          <a:r>
            <a:rPr lang="de-DE" sz="1300" kern="1200" dirty="0"/>
            <a:t>script1</a:t>
          </a:r>
        </a:p>
        <a:p>
          <a:pPr marL="114300" lvl="1" indent="-114300" algn="l" defTabSz="577850">
            <a:lnSpc>
              <a:spcPct val="90000"/>
            </a:lnSpc>
            <a:spcBef>
              <a:spcPct val="0"/>
            </a:spcBef>
            <a:spcAft>
              <a:spcPct val="15000"/>
            </a:spcAft>
            <a:buChar char="•"/>
          </a:pPr>
          <a:r>
            <a:rPr lang="de-DE" sz="1300" kern="1200" dirty="0"/>
            <a:t>script2</a:t>
          </a:r>
        </a:p>
        <a:p>
          <a:pPr marL="114300" lvl="1" indent="-114300" algn="l" defTabSz="577850">
            <a:lnSpc>
              <a:spcPct val="90000"/>
            </a:lnSpc>
            <a:spcBef>
              <a:spcPct val="0"/>
            </a:spcBef>
            <a:spcAft>
              <a:spcPct val="15000"/>
            </a:spcAft>
            <a:buChar char="•"/>
          </a:pPr>
          <a:r>
            <a:rPr lang="de-DE" sz="1300" kern="1200" dirty="0"/>
            <a:t>…</a:t>
          </a:r>
        </a:p>
      </dsp:txBody>
      <dsp:txXfrm>
        <a:off x="1119707" y="2798916"/>
        <a:ext cx="1704619" cy="1041094"/>
      </dsp:txXfrm>
    </dsp:sp>
    <dsp:sp modelId="{5A45C53C-7725-48D9-A02E-81B437FBB969}">
      <dsp:nvSpPr>
        <dsp:cNvPr id="0" name=""/>
        <dsp:cNvSpPr/>
      </dsp:nvSpPr>
      <dsp:spPr>
        <a:xfrm>
          <a:off x="759679" y="1107714"/>
          <a:ext cx="327637" cy="3594093"/>
        </a:xfrm>
        <a:custGeom>
          <a:avLst/>
          <a:gdLst/>
          <a:ahLst/>
          <a:cxnLst/>
          <a:rect l="0" t="0" r="0" b="0"/>
          <a:pathLst>
            <a:path>
              <a:moveTo>
                <a:pt x="0" y="0"/>
              </a:moveTo>
              <a:lnTo>
                <a:pt x="0" y="3594093"/>
              </a:lnTo>
              <a:lnTo>
                <a:pt x="327637" y="3594093"/>
              </a:lnTo>
            </a:path>
          </a:pathLst>
        </a:custGeom>
        <a:noFill/>
        <a:ln w="12700" cap="flat" cmpd="sng" algn="ctr">
          <a:prstDash val="solid"/>
          <a:miter lim="800000"/>
        </a:ln>
        <a:effectLst/>
      </dsp:spPr>
      <dsp:style>
        <a:lnRef idx="2">
          <a:scrgbClr r="0" g="0" b="0"/>
        </a:lnRef>
        <a:fillRef idx="0">
          <a:scrgbClr r="0" g="0" b="0"/>
        </a:fillRef>
        <a:effectRef idx="0">
          <a:scrgbClr r="0" g="0" b="0"/>
        </a:effectRef>
        <a:fontRef idx="minor"/>
      </dsp:style>
    </dsp:sp>
    <dsp:sp modelId="{F47786B8-D1FB-42D9-A2B7-99A3BE6B2E5F}">
      <dsp:nvSpPr>
        <dsp:cNvPr id="0" name=""/>
        <dsp:cNvSpPr/>
      </dsp:nvSpPr>
      <dsp:spPr>
        <a:xfrm>
          <a:off x="1087317" y="4148869"/>
          <a:ext cx="1769399" cy="1105874"/>
        </a:xfrm>
        <a:prstGeom prst="roundRect">
          <a:avLst>
            <a:gd name="adj" fmla="val 10000"/>
          </a:avLst>
        </a:prstGeom>
        <a:solidFill>
          <a:schemeClr val="lt1">
            <a:alpha val="90000"/>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2385" tIns="21590" rIns="32385" bIns="21590" numCol="1" spcCol="1270" anchor="t" anchorCtr="0">
          <a:noAutofit/>
        </a:bodyPr>
        <a:lstStyle/>
        <a:p>
          <a:pPr marL="0" lvl="0" indent="0" algn="l" defTabSz="755650">
            <a:lnSpc>
              <a:spcPct val="90000"/>
            </a:lnSpc>
            <a:spcBef>
              <a:spcPct val="0"/>
            </a:spcBef>
            <a:spcAft>
              <a:spcPct val="35000"/>
            </a:spcAft>
            <a:buNone/>
          </a:pPr>
          <a:r>
            <a:rPr lang="de-DE" sz="1700" kern="1200" dirty="0" err="1"/>
            <a:t>node</a:t>
          </a:r>
          <a:r>
            <a:rPr lang="de-DE" sz="1700" kern="1200" dirty="0"/>
            <a:t>-modules</a:t>
          </a:r>
        </a:p>
        <a:p>
          <a:pPr marL="114300" lvl="1" indent="-114300" algn="l" defTabSz="577850">
            <a:lnSpc>
              <a:spcPct val="90000"/>
            </a:lnSpc>
            <a:spcBef>
              <a:spcPct val="0"/>
            </a:spcBef>
            <a:spcAft>
              <a:spcPct val="15000"/>
            </a:spcAft>
            <a:buChar char="•"/>
          </a:pPr>
          <a:r>
            <a:rPr lang="de-DE" sz="1300" kern="1200" dirty="0"/>
            <a:t>module1</a:t>
          </a:r>
        </a:p>
        <a:p>
          <a:pPr marL="114300" lvl="1" indent="-114300" algn="l" defTabSz="577850">
            <a:lnSpc>
              <a:spcPct val="90000"/>
            </a:lnSpc>
            <a:spcBef>
              <a:spcPct val="0"/>
            </a:spcBef>
            <a:spcAft>
              <a:spcPct val="15000"/>
            </a:spcAft>
            <a:buChar char="•"/>
          </a:pPr>
          <a:r>
            <a:rPr lang="de-DE" sz="1300" kern="1200" dirty="0"/>
            <a:t>module2</a:t>
          </a:r>
        </a:p>
        <a:p>
          <a:pPr marL="114300" lvl="1" indent="-114300" algn="l" defTabSz="577850">
            <a:lnSpc>
              <a:spcPct val="90000"/>
            </a:lnSpc>
            <a:spcBef>
              <a:spcPct val="0"/>
            </a:spcBef>
            <a:spcAft>
              <a:spcPct val="15000"/>
            </a:spcAft>
            <a:buChar char="•"/>
          </a:pPr>
          <a:r>
            <a:rPr lang="de-DE" sz="1300" kern="1200" dirty="0"/>
            <a:t>…</a:t>
          </a:r>
        </a:p>
      </dsp:txBody>
      <dsp:txXfrm>
        <a:off x="1119707" y="4181259"/>
        <a:ext cx="1704619" cy="1041094"/>
      </dsp:txXfrm>
    </dsp:sp>
  </dsp:spTree>
</dsp:drawing>
</file>

<file path=ppt/diagrams/layout1.xml><?xml version="1.0" encoding="utf-8"?>
<dgm:layoutDef xmlns:dgm="http://schemas.openxmlformats.org/drawingml/2006/diagram" xmlns:a="http://schemas.openxmlformats.org/drawingml/2006/main" uniqueId="urn:microsoft.com/office/officeart/2005/8/layout/equation1">
  <dgm:title val=""/>
  <dgm:desc val=""/>
  <dgm:catLst>
    <dgm:cat type="relationship" pri="17000"/>
    <dgm:cat type="process"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choose name="Name0">
      <dgm:if name="Name1" func="var" arg="dir" op="equ" val="norm">
        <dgm:alg type="lin">
          <dgm:param type="fallback" val="2D"/>
        </dgm:alg>
      </dgm:if>
      <dgm:else name="Name2">
        <dgm:alg type="lin">
          <dgm:param type="linDir" val="fromR"/>
          <dgm:param type="fallback" val="2D"/>
        </dgm:alg>
      </dgm:else>
    </dgm:choose>
    <dgm:shape xmlns:r="http://schemas.openxmlformats.org/officeDocument/2006/relationships" r:blip="">
      <dgm:adjLst/>
    </dgm:shape>
    <dgm:presOf/>
    <dgm:constrLst>
      <dgm:constr type="w" for="ch" ptType="node" refType="w"/>
      <dgm:constr type="w" for="ch" ptType="sibTrans" refType="w" refFor="ch" refPtType="node" fact="0.58"/>
      <dgm:constr type="primFontSz" for="ch" ptType="node" op="equ" val="65"/>
      <dgm:constr type="primFontSz" for="ch" ptType="sibTrans" op="equ" val="55"/>
      <dgm:constr type="primFontSz" for="ch" ptType="sibTrans" refType="primFontSz" refFor="ch" refPtType="node" op="lte" fact="0.8"/>
      <dgm:constr type="w" for="ch" forName="spacerL" refType="w" refFor="ch" refPtType="sibTrans" fact="0.14"/>
      <dgm:constr type="w" for="ch" forName="spacerR" refType="w" refFor="ch" refPtType="sibTrans" fact="0.14"/>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sibTransForEach" axis="followSib" ptType="sibTrans" cnt="1">
        <dgm:layoutNode name="spacerL">
          <dgm:alg type="sp"/>
          <dgm:shape xmlns:r="http://schemas.openxmlformats.org/officeDocument/2006/relationships" r:blip="">
            <dgm:adjLst/>
          </dgm:shape>
          <dgm:presOf/>
          <dgm:constrLst/>
          <dgm:ruleLst/>
        </dgm:layoutNode>
        <dgm:layoutNode name="sibTrans">
          <dgm:alg type="tx"/>
          <dgm:choose name="Name3">
            <dgm:if name="Name4" axis="followSib" ptType="sibTrans" func="cnt" op="equ" val="0">
              <dgm:shape xmlns:r="http://schemas.openxmlformats.org/officeDocument/2006/relationships" type="mathEqual" r:blip="">
                <dgm:adjLst/>
              </dgm:shape>
            </dgm:if>
            <dgm:else name="Name5">
              <dgm:shape xmlns:r="http://schemas.openxmlformats.org/officeDocument/2006/relationships" type="mathPlus" r:blip="">
                <dgm:adjLst/>
              </dgm:shape>
            </dgm:else>
          </dgm:choose>
          <dgm:presOf axis="self"/>
          <dgm:constrLst>
            <dgm:constr type="h" refType="w"/>
            <dgm:constr type="lMarg"/>
            <dgm:constr type="rMarg"/>
            <dgm:constr type="tMarg"/>
            <dgm:constr type="bMarg"/>
          </dgm:constrLst>
          <dgm:ruleLst>
            <dgm:rule type="primFontSz" val="5" fact="NaN" max="NaN"/>
          </dgm:ruleLst>
        </dgm:layoutNode>
        <dgm:layoutNode name="spacerR">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8/layout/HalfCircleOrganizationChart">
  <dgm:title val=""/>
  <dgm:desc val=""/>
  <dgm:catLst>
    <dgm:cat type="hierarchy" pri="1500"/>
  </dgm:catLst>
  <dgm:sampData>
    <dgm:dataModel>
      <dgm:ptLst>
        <dgm:pt modelId="0" type="doc"/>
        <dgm:pt modelId="1">
          <dgm:prSet phldr="1"/>
        </dgm:pt>
        <dgm:pt modelId="11" type="asst">
          <dgm:prSet phldr="1"/>
        </dgm:pt>
        <dgm:pt modelId="12">
          <dgm:prSet phldr="1"/>
        </dgm:pt>
        <dgm:pt modelId="13">
          <dgm:prSet phldr="1"/>
        </dgm:pt>
        <dgm:pt modelId="14">
          <dgm:prSet phldr="1"/>
        </dgm:pt>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type="asst">
          <dgm:prSet phldr="1"/>
        </dgm:pt>
        <dgm:pt modelId="12">
          <dgm:prSet phldr="1"/>
        </dgm:pt>
        <dgm:pt modelId="13">
          <dgm:prSet phldr="1"/>
        </dgm:pt>
        <dgm:pt modelId="14">
          <dgm:prSet phldr="1"/>
        </dgm:pt>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Name0">
    <dgm:varLst>
      <dgm:orgChart val="1"/>
      <dgm:chPref val="1"/>
      <dgm:dir/>
      <dgm:animOne val="branch"/>
      <dgm:animLvl val="lvl"/>
      <dgm:resizeHandles/>
    </dgm:varLst>
    <dgm:choose name="Name1">
      <dgm:if name="Name2" func="var" arg="dir" op="equ" val="norm">
        <dgm:alg type="hierChild">
          <dgm:param type="linDir" val="fromL"/>
        </dgm:alg>
      </dgm:if>
      <dgm:else name="Name3">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2" refType="w" fact="10"/>
      <dgm:constr type="h" for="des" forName="rootComposite2"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forEach name="Name4" axis="ch">
      <dgm:forEach name="Name5" axis="self" ptType="node">
        <dgm:layoutNode name="hierRoot1">
          <dgm:varLst>
            <dgm:hierBranch val="init"/>
          </dgm:varLst>
          <dgm:choose name="Name6">
            <dgm:if name="Name7" func="var" arg="hierBranch" op="equ" val="l">
              <dgm:alg type="hierRoot">
                <dgm:param type="hierAlign" val="tR"/>
              </dgm:alg>
              <dgm:constrLst>
                <dgm:constr type="alignOff" val="0.65"/>
              </dgm:constrLst>
            </dgm:if>
            <dgm:if name="Name8" func="var" arg="hierBranch" op="equ" val="r">
              <dgm:alg type="hierRoot">
                <dgm:param type="hierAlign" val="tL"/>
              </dgm:alg>
              <dgm:constrLst>
                <dgm:constr type="alignOff" val="0.65"/>
              </dgm:constrLst>
            </dgm:if>
            <dgm:if name="Name9" func="var" arg="hierBranch" op="equ" val="hang">
              <dgm:alg type="hierRoot"/>
              <dgm:constrLst>
                <dgm:constr type="alignOff" val="0.65"/>
              </dgm:constrLst>
            </dgm:if>
            <dgm:else name="Name10">
              <dgm:alg type="hierRoot"/>
              <dgm:constrLst>
                <dgm:constr type="alignOff"/>
                <dgm:constr type="bendDist" for="des" ptType="parTrans" refType="sp" fact="0.5"/>
              </dgm:constrLst>
            </dgm:else>
          </dgm:choose>
          <dgm:shape xmlns:r="http://schemas.openxmlformats.org/officeDocument/2006/relationships" r:blip="">
            <dgm:adjLst/>
          </dgm:shape>
          <dgm:presOf/>
          <dgm:layoutNode name="rootComposite1">
            <dgm:alg type="composite"/>
            <dgm:shape xmlns:r="http://schemas.openxmlformats.org/officeDocument/2006/relationships" r:blip="">
              <dgm:adjLst/>
            </dgm:shape>
            <dgm:presOf axis="self" ptType="node" cnt="1"/>
            <dgm:choose name="Name11">
              <dgm:if name="Name12" func="var" arg="hierBranch" op="equ" val="init">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if>
              <dgm:if name="Name13" func="var" arg="hierBranch" op="equ" val="l">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if>
              <dgm:if name="Name14" func="var" arg="hierBranch" op="equ" val="r">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if>
              <dgm:else name="Name15">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else>
            </dgm:choose>
            <dgm:layoutNode name="rootText1" styleLbl="alignAcc1">
              <dgm:varLst>
                <dgm:chPref val="3"/>
              </dgm:varLst>
              <dgm:alg type="tx"/>
              <dgm:shape xmlns:r="http://schemas.openxmlformats.org/officeDocument/2006/relationships" type="rect" r:blip="" hideGeom="1">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topArc1" styleLbl="parChTrans1D1" moveWith="rootText1">
              <dgm:alg type="sp"/>
              <dgm:shape xmlns:r="http://schemas.openxmlformats.org/officeDocument/2006/relationships" type="arc" r:blip="" zOrderOff="-2">
                <dgm:adjLst>
                  <dgm:adj idx="1" val="-140"/>
                  <dgm:adj idx="2" val="-40"/>
                </dgm:adjLst>
              </dgm:shape>
              <dgm:presOf/>
            </dgm:layoutNode>
            <dgm:layoutNode name="bottomArc1" styleLbl="parChTrans1D1" moveWith="rootText1">
              <dgm:alg type="sp"/>
              <dgm:shape xmlns:r="http://schemas.openxmlformats.org/officeDocument/2006/relationships" type="arc" r:blip="" zOrderOff="-2">
                <dgm:adjLst>
                  <dgm:adj idx="1" val="40"/>
                  <dgm:adj idx="2" val="140"/>
                </dgm:adjLst>
              </dgm:shape>
              <dgm:presOf/>
            </dgm:layoutNode>
            <dgm:layoutNode name="topConnNode1" moveWith="rootText1">
              <dgm:alg type="sp"/>
              <dgm:shape xmlns:r="http://schemas.openxmlformats.org/officeDocument/2006/relationships" type="rect" r:blip="" hideGeom="1">
                <dgm:adjLst/>
              </dgm:shape>
              <dgm:presOf axis="self" ptType="node" cnt="1"/>
            </dgm:layoutNode>
          </dgm:layoutNode>
          <dgm:layoutNode name="hierChild2">
            <dgm:choose name="Name16">
              <dgm:if name="Name17" func="var" arg="hierBranch" op="equ" val="l">
                <dgm:alg type="hierChild">
                  <dgm:param type="chAlign" val="r"/>
                  <dgm:param type="linDir" val="fromT"/>
                </dgm:alg>
              </dgm:if>
              <dgm:if name="Name18" func="var" arg="hierBranch" op="equ" val="r">
                <dgm:alg type="hierChild">
                  <dgm:param type="chAlign" val="l"/>
                  <dgm:param type="linDir" val="fromT"/>
                </dgm:alg>
              </dgm:if>
              <dgm:if name="Name19" func="var" arg="hierBranch" op="equ" val="hang">
                <dgm:choose name="Name20">
                  <dgm:if name="Name21" func="var" arg="dir" op="equ" val="norm">
                    <dgm:alg type="hierChild">
                      <dgm:param type="chAlign" val="l"/>
                      <dgm:param type="linDir" val="fromL"/>
                      <dgm:param type="secChAlign" val="t"/>
                      <dgm:param type="secLinDir" val="fromT"/>
                    </dgm:alg>
                  </dgm:if>
                  <dgm:else name="Name22">
                    <dgm:alg type="hierChild">
                      <dgm:param type="chAlign" val="l"/>
                      <dgm:param type="linDir" val="fromR"/>
                      <dgm:param type="secChAlign" val="t"/>
                      <dgm:param type="secLinDir" val="fromT"/>
                    </dgm:alg>
                  </dgm:else>
                </dgm:choose>
              </dgm:if>
              <dgm:else name="Name23">
                <dgm:choose name="Name24">
                  <dgm:if name="Name25" func="var" arg="dir" op="equ" val="norm">
                    <dgm:alg type="hierChild"/>
                  </dgm:if>
                  <dgm:else name="Name26">
                    <dgm:alg type="hierChild">
                      <dgm:param type="linDir" val="fromR"/>
                    </dgm:alg>
                  </dgm:else>
                </dgm:choose>
              </dgm:else>
            </dgm:choose>
            <dgm:shape xmlns:r="http://schemas.openxmlformats.org/officeDocument/2006/relationships" r:blip="">
              <dgm:adjLst/>
            </dgm:shape>
            <dgm:presOf/>
            <dgm:forEach name="rep2a" axis="ch" ptType="nonAsst">
              <dgm:forEach name="Name27" axis="precedSib" ptType="parTrans" st="-1" cnt="1">
                <dgm:layoutNode name="Name28">
                  <dgm:choose name="Name29">
                    <dgm:if name="Name30" func="var" arg="hierBranch" op="equ" val="std">
                      <dgm:choose name="Name31">
                        <dgm:if name="Name32" axis="self" func="depth" op="lte" val="2">
                          <dgm:alg type="conn">
                            <dgm:param type="connRout" val="bend"/>
                            <dgm:param type="dim" val="1D"/>
                            <dgm:param type="endSty" val="noArr"/>
                            <dgm:param type="begPts" val="bCtr"/>
                            <dgm:param type="endPts" val="tCtr"/>
                            <dgm:param type="bendPt" val="end"/>
                            <dgm:param type="srcNode" val="bottomArc1"/>
                            <dgm:param type="dstNode" val="topArc2"/>
                          </dgm:alg>
                        </dgm:if>
                        <dgm:if name="Name33" axis="par" ptType="asst" func="cnt" op="equ" val="1">
                          <dgm:alg type="conn">
                            <dgm:param type="connRout" val="bend"/>
                            <dgm:param type="dim" val="1D"/>
                            <dgm:param type="endSty" val="noArr"/>
                            <dgm:param type="begPts" val="bCtr"/>
                            <dgm:param type="endPts" val="tCtr"/>
                            <dgm:param type="bendPt" val="end"/>
                            <dgm:param type="srcNode" val="bottomArc3"/>
                            <dgm:param type="dstNode" val="topArc2"/>
                          </dgm:alg>
                        </dgm:if>
                        <dgm:else name="Name34">
                          <dgm:alg type="conn">
                            <dgm:param type="connRout" val="bend"/>
                            <dgm:param type="dim" val="1D"/>
                            <dgm:param type="endSty" val="noArr"/>
                            <dgm:param type="begPts" val="bCtr"/>
                            <dgm:param type="endPts" val="tCtr"/>
                            <dgm:param type="bendPt" val="end"/>
                            <dgm:param type="srcNode" val="bottomArc2"/>
                            <dgm:param type="dstNode" val="topArc2"/>
                          </dgm:alg>
                        </dgm:else>
                      </dgm:choose>
                    </dgm:if>
                    <dgm:if name="Name35" func="var" arg="hierBranch" op="equ" val="init">
                      <dgm:choose name="Name36">
                        <dgm:if name="Name37" axis="self" func="depth" op="lte" val="2">
                          <dgm:choose name="Name38">
                            <dgm:if name="Name39" axis="self" func="depth" op="lte" val="2">
                              <dgm:alg type="conn">
                                <dgm:param type="connRout" val="bend"/>
                                <dgm:param type="dim" val="1D"/>
                                <dgm:param type="endSty" val="noArr"/>
                                <dgm:param type="begPts" val="bCtr"/>
                                <dgm:param type="endPts" val="tCtr"/>
                                <dgm:param type="bendPt" val="end"/>
                                <dgm:param type="srcNode" val="bottomArc1"/>
                                <dgm:param type="dstNode" val="topArc2"/>
                              </dgm:alg>
                            </dgm:if>
                            <dgm:if name="Name40" axis="par" ptType="asst" func="cnt" op="equ" val="1">
                              <dgm:alg type="conn">
                                <dgm:param type="connRout" val="bend"/>
                                <dgm:param type="dim" val="1D"/>
                                <dgm:param type="endSty" val="noArr"/>
                                <dgm:param type="begPts" val="bCtr"/>
                                <dgm:param type="endPts" val="tCtr"/>
                                <dgm:param type="bendPt" val="end"/>
                                <dgm:param type="srcNode" val="bottomArc3"/>
                                <dgm:param type="dstNode" val="topArc2"/>
                              </dgm:alg>
                            </dgm:if>
                            <dgm:else name="Name41">
                              <dgm:alg type="conn">
                                <dgm:param type="connRout" val="bend"/>
                                <dgm:param type="dim" val="1D"/>
                                <dgm:param type="endSty" val="noArr"/>
                                <dgm:param type="begPts" val="bCtr"/>
                                <dgm:param type="endPts" val="tCtr"/>
                                <dgm:param type="bendPt" val="end"/>
                                <dgm:param type="srcNode" val="bottomArc2"/>
                                <dgm:param type="dstNode" val="topArc2"/>
                              </dgm:alg>
                            </dgm:else>
                          </dgm:choose>
                        </dgm:if>
                        <dgm:else name="Name42">
                          <dgm:choose name="Name43">
                            <dgm:if name="Name44" axis="par des" func="maxDepth" op="lte" val="1">
                              <dgm:choose name="Name45">
                                <dgm:if name="Name46" axis="self" func="depth" op="lte" val="2">
                                  <dgm:alg type="conn">
                                    <dgm:param type="connRout" val="bend"/>
                                    <dgm:param type="dim" val="1D"/>
                                    <dgm:param type="endSty" val="noArr"/>
                                    <dgm:param type="begPts" val="bCtr"/>
                                    <dgm:param type="endPts" val="bL bR"/>
                                    <dgm:param type="srcNode" val="bottomArc1"/>
                                    <dgm:param type="dstNode" val="topConnNode2"/>
                                  </dgm:alg>
                                </dgm:if>
                                <dgm:if name="Name47" axis="par" ptType="asst" func="cnt" op="equ" val="1">
                                  <dgm:alg type="conn">
                                    <dgm:param type="connRout" val="bend"/>
                                    <dgm:param type="dim" val="1D"/>
                                    <dgm:param type="endSty" val="noArr"/>
                                    <dgm:param type="begPts" val="bCtr"/>
                                    <dgm:param type="endPts" val="bL bR"/>
                                    <dgm:param type="srcNode" val="bottomArc3"/>
                                    <dgm:param type="dstNode" val="topConnNode2"/>
                                  </dgm:alg>
                                </dgm:if>
                                <dgm:else name="Name48">
                                  <dgm:alg type="conn">
                                    <dgm:param type="connRout" val="bend"/>
                                    <dgm:param type="dim" val="1D"/>
                                    <dgm:param type="endSty" val="noArr"/>
                                    <dgm:param type="begPts" val="bCtr"/>
                                    <dgm:param type="endPts" val="bL bR"/>
                                    <dgm:param type="srcNode" val="bottomArc2"/>
                                    <dgm:param type="dstNode" val="topConnNode2"/>
                                  </dgm:alg>
                                </dgm:else>
                              </dgm:choose>
                            </dgm:if>
                            <dgm:else name="Name49">
                              <dgm:choose name="Name50">
                                <dgm:if name="Name51" axis="self" func="depth" op="lte" val="2">
                                  <dgm:alg type="conn">
                                    <dgm:param type="connRout" val="bend"/>
                                    <dgm:param type="dim" val="1D"/>
                                    <dgm:param type="endSty" val="noArr"/>
                                    <dgm:param type="begPts" val="bCtr"/>
                                    <dgm:param type="endPts" val="tCtr"/>
                                    <dgm:param type="bendPt" val="end"/>
                                    <dgm:param type="srcNode" val="bottomArc1"/>
                                    <dgm:param type="dstNode" val="topArc2"/>
                                  </dgm:alg>
                                </dgm:if>
                                <dgm:if name="Name52" axis="par" ptType="asst" func="cnt" op="equ" val="1">
                                  <dgm:alg type="conn">
                                    <dgm:param type="connRout" val="bend"/>
                                    <dgm:param type="dim" val="1D"/>
                                    <dgm:param type="endSty" val="noArr"/>
                                    <dgm:param type="begPts" val="bCtr"/>
                                    <dgm:param type="endPts" val="tCtr"/>
                                    <dgm:param type="bendPt" val="end"/>
                                    <dgm:param type="srcNode" val="bottomArc3"/>
                                    <dgm:param type="dstNode" val="topArc2"/>
                                  </dgm:alg>
                                </dgm:if>
                                <dgm:else name="Name53">
                                  <dgm:alg type="conn">
                                    <dgm:param type="connRout" val="bend"/>
                                    <dgm:param type="dim" val="1D"/>
                                    <dgm:param type="endSty" val="noArr"/>
                                    <dgm:param type="begPts" val="bCtr"/>
                                    <dgm:param type="endPts" val="tCtr"/>
                                    <dgm:param type="bendPt" val="end"/>
                                    <dgm:param type="srcNode" val="bottomArc2"/>
                                    <dgm:param type="dstNode" val="topArc2"/>
                                  </dgm:alg>
                                </dgm:else>
                              </dgm:choose>
                            </dgm:else>
                          </dgm:choose>
                        </dgm:else>
                      </dgm:choose>
                    </dgm:if>
                    <dgm:else name="Name54">
                      <dgm:choose name="Name55">
                        <dgm:if name="Name56" axis="self" func="depth" op="lte" val="2">
                          <dgm:alg type="conn">
                            <dgm:param type="connRout" val="bend"/>
                            <dgm:param type="dim" val="1D"/>
                            <dgm:param type="endSty" val="noArr"/>
                            <dgm:param type="begPts" val="bCtr"/>
                            <dgm:param type="endPts" val="bL bR"/>
                            <dgm:param type="srcNode" val="bottomArc1"/>
                            <dgm:param type="dstNode" val="topConnNode2"/>
                          </dgm:alg>
                        </dgm:if>
                        <dgm:if name="Name57" axis="par" ptType="asst" func="cnt" op="equ" val="1">
                          <dgm:alg type="conn">
                            <dgm:param type="connRout" val="bend"/>
                            <dgm:param type="dim" val="1D"/>
                            <dgm:param type="endSty" val="noArr"/>
                            <dgm:param type="begPts" val="bCtr"/>
                            <dgm:param type="endPts" val="bL bR"/>
                            <dgm:param type="srcNode" val="bottomArc3"/>
                            <dgm:param type="dstNode" val="topConnNode2"/>
                          </dgm:alg>
                        </dgm:if>
                        <dgm:else name="Name58">
                          <dgm:alg type="conn">
                            <dgm:param type="connRout" val="bend"/>
                            <dgm:param type="dim" val="1D"/>
                            <dgm:param type="endSty" val="noArr"/>
                            <dgm:param type="begPts" val="bCtr"/>
                            <dgm:param type="endPts" val="bL bR"/>
                            <dgm:param type="srcNode" val="bottomArc2"/>
                            <dgm:param type="dstNode" val="topConnNode2"/>
                          </dgm:alg>
                        </dgm:else>
                      </dgm:choose>
                    </dgm:else>
                  </dgm:choose>
                  <dgm:shape xmlns:r="http://schemas.openxmlformats.org/officeDocument/2006/relationships" type="conn" r:blip="" zOrderOff="-99999">
                    <dgm:adjLst/>
                  </dgm:shape>
                  <dgm:presOf axis="self"/>
                  <dgm:constrLst>
                    <dgm:constr type="begPad"/>
                    <dgm:constr type="endPad"/>
                  </dgm:constrLst>
                </dgm:layoutNode>
              </dgm:forEach>
              <dgm:layoutNode name="hierRoot2">
                <dgm:varLst>
                  <dgm:hierBranch val="init"/>
                </dgm:varLst>
                <dgm:choose name="Name59">
                  <dgm:if name="Name60" func="var" arg="hierBranch" op="equ" val="l">
                    <dgm:alg type="hierRoot">
                      <dgm:param type="hierAlign" val="tR"/>
                    </dgm:alg>
                    <dgm:shape xmlns:r="http://schemas.openxmlformats.org/officeDocument/2006/relationships" r:blip="">
                      <dgm:adjLst/>
                    </dgm:shape>
                    <dgm:presOf/>
                    <dgm:constrLst>
                      <dgm:constr type="alignOff" val="0.65"/>
                    </dgm:constrLst>
                  </dgm:if>
                  <dgm:if name="Name61" func="var" arg="hierBranch" op="equ" val="r">
                    <dgm:alg type="hierRoot">
                      <dgm:param type="hierAlign" val="tL"/>
                    </dgm:alg>
                    <dgm:shape xmlns:r="http://schemas.openxmlformats.org/officeDocument/2006/relationships" r:blip="">
                      <dgm:adjLst/>
                    </dgm:shape>
                    <dgm:presOf/>
                    <dgm:constrLst>
                      <dgm:constr type="alignOff" val="0.65"/>
                    </dgm:constrLst>
                  </dgm:if>
                  <dgm:if name="Name62"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63" func="var" arg="hierBranch" op="equ" val="init">
                    <dgm:choose name="Name64">
                      <dgm:if name="Name65" axis="des" func="maxDepth" op="lte" val="1">
                        <dgm:alg type="hierRoot">
                          <dgm:param type="hierAlign" val="tL"/>
                        </dgm:alg>
                        <dgm:shape xmlns:r="http://schemas.openxmlformats.org/officeDocument/2006/relationships" r:blip="">
                          <dgm:adjLst/>
                        </dgm:shape>
                        <dgm:presOf/>
                        <dgm:constrLst>
                          <dgm:constr type="alignOff" val="0.65"/>
                        </dgm:constrLst>
                      </dgm:if>
                      <dgm:else name="Name6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67">
                    <dgm:alg type="hierRoot"/>
                    <dgm:shape xmlns:r="http://schemas.openxmlformats.org/officeDocument/2006/relationships" r:blip="">
                      <dgm:adjLst/>
                    </dgm:shape>
                    <dgm:presOf/>
                    <dgm:constrLst>
                      <dgm:constr type="alignOff" val="0.65"/>
                    </dgm:constrLst>
                  </dgm:else>
                </dgm:choose>
                <dgm:layoutNode name="rootComposite2">
                  <dgm:alg type="composite"/>
                  <dgm:shape xmlns:r="http://schemas.openxmlformats.org/officeDocument/2006/relationships" r:blip="">
                    <dgm:adjLst/>
                  </dgm:shape>
                  <dgm:presOf axis="self" ptType="node" cnt="1"/>
                  <dgm:choose name="Name68">
                    <dgm:if name="Name69" func="var" arg="hierBranch" op="equ" val="init">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if>
                    <dgm:if name="Name70" func="var" arg="hierBranch" op="equ" val="l">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if>
                    <dgm:if name="Name71" func="var" arg="hierBranch" op="equ" val="r">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if>
                    <dgm:else name="Name72">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else>
                  </dgm:choose>
                  <dgm:layoutNode name="rootText2" styleLbl="alignAcc1">
                    <dgm:varLst>
                      <dgm:chPref val="3"/>
                    </dgm:varLst>
                    <dgm:alg type="tx"/>
                    <dgm:shape xmlns:r="http://schemas.openxmlformats.org/officeDocument/2006/relationships" type="rect" r:blip="" hideGeom="1">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topArc2" styleLbl="parChTrans1D1" moveWith="rootText2">
                    <dgm:alg type="sp"/>
                    <dgm:shape xmlns:r="http://schemas.openxmlformats.org/officeDocument/2006/relationships" type="arc" r:blip="" zOrderOff="-2">
                      <dgm:adjLst>
                        <dgm:adj idx="1" val="-140"/>
                        <dgm:adj idx="2" val="-40"/>
                      </dgm:adjLst>
                    </dgm:shape>
                    <dgm:presOf/>
                  </dgm:layoutNode>
                  <dgm:layoutNode name="bottomArc2" styleLbl="parChTrans1D1" moveWith="rootText2">
                    <dgm:alg type="sp"/>
                    <dgm:shape xmlns:r="http://schemas.openxmlformats.org/officeDocument/2006/relationships" type="arc" r:blip="" zOrderOff="-2">
                      <dgm:adjLst>
                        <dgm:adj idx="1" val="40"/>
                        <dgm:adj idx="2" val="140"/>
                      </dgm:adjLst>
                    </dgm:shape>
                    <dgm:presOf/>
                  </dgm:layoutNode>
                  <dgm:layoutNode name="topConnNode2" moveWith="rootText2">
                    <dgm:alg type="sp"/>
                    <dgm:shape xmlns:r="http://schemas.openxmlformats.org/officeDocument/2006/relationships" type="rect" r:blip="" hideGeom="1">
                      <dgm:adjLst/>
                    </dgm:shape>
                    <dgm:presOf axis="self" ptType="node" cnt="1"/>
                  </dgm:layoutNode>
                </dgm:layoutNode>
                <dgm:layoutNode name="hierChild4">
                  <dgm:choose name="Name73">
                    <dgm:if name="Name74" func="var" arg="hierBranch" op="equ" val="l">
                      <dgm:alg type="hierChild">
                        <dgm:param type="chAlign" val="r"/>
                        <dgm:param type="linDir" val="fromT"/>
                      </dgm:alg>
                    </dgm:if>
                    <dgm:if name="Name75" func="var" arg="hierBranch" op="equ" val="r">
                      <dgm:alg type="hierChild">
                        <dgm:param type="chAlign" val="l"/>
                        <dgm:param type="linDir" val="fromT"/>
                      </dgm:alg>
                    </dgm:if>
                    <dgm:if name="Name76" func="var" arg="hierBranch" op="equ" val="hang">
                      <dgm:choose name="Name77">
                        <dgm:if name="Name78" func="var" arg="dir" op="equ" val="norm">
                          <dgm:alg type="hierChild">
                            <dgm:param type="chAlign" val="l"/>
                            <dgm:param type="linDir" val="fromL"/>
                            <dgm:param type="secChAlign" val="t"/>
                            <dgm:param type="secLinDir" val="fromT"/>
                          </dgm:alg>
                        </dgm:if>
                        <dgm:else name="Name79">
                          <dgm:alg type="hierChild">
                            <dgm:param type="chAlign" val="l"/>
                            <dgm:param type="linDir" val="fromR"/>
                            <dgm:param type="secChAlign" val="t"/>
                            <dgm:param type="secLinDir" val="fromT"/>
                          </dgm:alg>
                        </dgm:else>
                      </dgm:choose>
                    </dgm:if>
                    <dgm:if name="Name80" func="var" arg="hierBranch" op="equ" val="std">
                      <dgm:choose name="Name81">
                        <dgm:if name="Name82" func="var" arg="dir" op="equ" val="norm">
                          <dgm:alg type="hierChild"/>
                        </dgm:if>
                        <dgm:else name="Name83">
                          <dgm:alg type="hierChild">
                            <dgm:param type="linDir" val="fromR"/>
                          </dgm:alg>
                        </dgm:else>
                      </dgm:choose>
                    </dgm:if>
                    <dgm:if name="Name84" func="var" arg="hierBranch" op="equ" val="init">
                      <dgm:choose name="Name85">
                        <dgm:if name="Name86" axis="des" func="maxDepth" op="lte" val="1">
                          <dgm:alg type="hierChild">
                            <dgm:param type="chAlign" val="l"/>
                            <dgm:param type="linDir" val="fromT"/>
                          </dgm:alg>
                        </dgm:if>
                        <dgm:else name="Name87">
                          <dgm:choose name="Name88">
                            <dgm:if name="Name89" func="var" arg="dir" op="equ" val="norm">
                              <dgm:alg type="hierChild"/>
                            </dgm:if>
                            <dgm:else name="Name90">
                              <dgm:alg type="hierChild">
                                <dgm:param type="linDir" val="fromR"/>
                              </dgm:alg>
                            </dgm:else>
                          </dgm:choose>
                        </dgm:else>
                      </dgm:choose>
                    </dgm:if>
                    <dgm:else name="Name91"/>
                  </dgm:choose>
                  <dgm:shape xmlns:r="http://schemas.openxmlformats.org/officeDocument/2006/relationships" r:blip="">
                    <dgm:adjLst/>
                  </dgm:shape>
                  <dgm:presOf/>
                  <dgm:forEach name="Name92" ref="rep2a"/>
                </dgm:layoutNode>
                <dgm:layoutNode name="hierChild5">
                  <dgm:choose name="Name93">
                    <dgm:if name="Name94" func="var" arg="dir" op="equ" val="norm">
                      <dgm:alg type="hierChild">
                        <dgm:param type="chAlign" val="l"/>
                        <dgm:param type="linDir" val="fromL"/>
                        <dgm:param type="secChAlign" val="t"/>
                        <dgm:param type="secLinDir" val="fromT"/>
                      </dgm:alg>
                    </dgm:if>
                    <dgm:else name="Name95">
                      <dgm:alg type="hierChild">
                        <dgm:param type="chAlign" val="l"/>
                        <dgm:param type="linDir" val="fromR"/>
                        <dgm:param type="secChAlign" val="t"/>
                        <dgm:param type="secLinDir" val="fromT"/>
                      </dgm:alg>
                    </dgm:else>
                  </dgm:choose>
                  <dgm:shape xmlns:r="http://schemas.openxmlformats.org/officeDocument/2006/relationships" r:blip="">
                    <dgm:adjLst/>
                  </dgm:shape>
                  <dgm:presOf/>
                  <dgm:forEach name="Name96" ref="rep2b"/>
                </dgm:layoutNode>
              </dgm:layoutNode>
            </dgm:forEach>
          </dgm:layoutNode>
          <dgm:layoutNode name="hierChild3">
            <dgm:choose name="Name97">
              <dgm:if name="Name98" func="var" arg="dir" op="equ" val="norm">
                <dgm:alg type="hierChild">
                  <dgm:param type="chAlign" val="l"/>
                  <dgm:param type="linDir" val="fromL"/>
                  <dgm:param type="secChAlign" val="t"/>
                  <dgm:param type="secLinDir" val="fromT"/>
                </dgm:alg>
              </dgm:if>
              <dgm:else name="Name99">
                <dgm:alg type="hierChild">
                  <dgm:param type="chAlign" val="l"/>
                  <dgm:param type="linDir" val="fromR"/>
                  <dgm:param type="secChAlign" val="t"/>
                  <dgm:param type="secLinDir" val="fromT"/>
                </dgm:alg>
              </dgm:else>
            </dgm:choose>
            <dgm:shape xmlns:r="http://schemas.openxmlformats.org/officeDocument/2006/relationships" r:blip="">
              <dgm:adjLst/>
            </dgm:shape>
            <dgm:presOf/>
            <dgm:forEach name="rep2b" axis="ch" ptType="asst">
              <dgm:forEach name="Name100" axis="precedSib" ptType="parTrans" st="-1" cnt="1">
                <dgm:layoutNode name="Name101">
                  <dgm:choose name="Name102">
                    <dgm:if name="Name103" axis="self" func="depth" op="lte" val="2">
                      <dgm:alg type="conn">
                        <dgm:param type="connRout" val="bend"/>
                        <dgm:param type="dim" val="1D"/>
                        <dgm:param type="endSty" val="noArr"/>
                        <dgm:param type="begPts" val="bCtr"/>
                        <dgm:param type="endPts" val="bL bR"/>
                        <dgm:param type="srcNode" val="bottomArc1"/>
                        <dgm:param type="dstNode" val="topConnNode3"/>
                      </dgm:alg>
                    </dgm:if>
                    <dgm:if name="Name104" axis="par" ptType="asst" func="cnt" op="equ" val="1">
                      <dgm:alg type="conn">
                        <dgm:param type="connRout" val="bend"/>
                        <dgm:param type="dim" val="1D"/>
                        <dgm:param type="endSty" val="noArr"/>
                        <dgm:param type="begPts" val="bCtr"/>
                        <dgm:param type="endPts" val="bL bR"/>
                        <dgm:param type="srcNode" val="bottomArc3"/>
                        <dgm:param type="dstNode" val="topConnNode3"/>
                      </dgm:alg>
                    </dgm:if>
                    <dgm:else name="Name105">
                      <dgm:alg type="conn">
                        <dgm:param type="connRout" val="bend"/>
                        <dgm:param type="dim" val="1D"/>
                        <dgm:param type="endSty" val="noArr"/>
                        <dgm:param type="begPts" val="bCtr"/>
                        <dgm:param type="endPts" val="bL bR"/>
                        <dgm:param type="srcNode" val="bottomArc2"/>
                        <dgm:param type="dstNode" val="topConnNode3"/>
                      </dgm:alg>
                    </dgm:else>
                  </dgm:choose>
                  <dgm:shape xmlns:r="http://schemas.openxmlformats.org/officeDocument/2006/relationships" type="conn" r:blip="" zOrderOff="-99999">
                    <dgm:adjLst/>
                  </dgm:shape>
                  <dgm:presOf axis="self"/>
                  <dgm:constrLst>
                    <dgm:constr type="begPad"/>
                    <dgm:constr type="endPad"/>
                  </dgm:constrLst>
                </dgm:layoutNode>
              </dgm:forEach>
              <dgm:layoutNode name="hierRoot3">
                <dgm:varLst>
                  <dgm:hierBranch val="init"/>
                </dgm:varLst>
                <dgm:choose name="Name106">
                  <dgm:if name="Name107" func="var" arg="hierBranch" op="equ" val="l">
                    <dgm:alg type="hierRoot">
                      <dgm:param type="hierAlign" val="tR"/>
                    </dgm:alg>
                    <dgm:shape xmlns:r="http://schemas.openxmlformats.org/officeDocument/2006/relationships" r:blip="">
                      <dgm:adjLst/>
                    </dgm:shape>
                    <dgm:presOf/>
                    <dgm:constrLst>
                      <dgm:constr type="alignOff" val="0.65"/>
                    </dgm:constrLst>
                  </dgm:if>
                  <dgm:if name="Name108" func="var" arg="hierBranch" op="equ" val="r">
                    <dgm:alg type="hierRoot">
                      <dgm:param type="hierAlign" val="tL"/>
                    </dgm:alg>
                    <dgm:shape xmlns:r="http://schemas.openxmlformats.org/officeDocument/2006/relationships" r:blip="">
                      <dgm:adjLst/>
                    </dgm:shape>
                    <dgm:presOf/>
                    <dgm:constrLst>
                      <dgm:constr type="alignOff" val="0.65"/>
                    </dgm:constrLst>
                  </dgm:if>
                  <dgm:if name="Name109" func="var" arg="hierBranch" op="equ" val="hang">
                    <dgm:alg type="hierRoot"/>
                    <dgm:shape xmlns:r="http://schemas.openxmlformats.org/officeDocument/2006/relationships" r:blip="">
                      <dgm:adjLst/>
                    </dgm:shape>
                    <dgm:presOf/>
                    <dgm:constrLst>
                      <dgm:constr type="alignOff" val="0.65"/>
                    </dgm:constrLst>
                  </dgm:if>
                  <dgm:if name="Name110"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1" func="var" arg="hierBranch" op="equ" val="init">
                    <dgm:choose name="Name112">
                      <dgm:if name="Name113" axis="des" func="maxDepth" op="lte" val="1">
                        <dgm:alg type="hierRoot">
                          <dgm:param type="hierAlign" val="tL"/>
                        </dgm:alg>
                        <dgm:shape xmlns:r="http://schemas.openxmlformats.org/officeDocument/2006/relationships" r:blip="">
                          <dgm:adjLst/>
                        </dgm:shape>
                        <dgm:presOf/>
                        <dgm:constrLst>
                          <dgm:constr type="alignOff" val="0.65"/>
                        </dgm:constrLst>
                      </dgm:if>
                      <dgm:else name="Name114">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15"/>
                </dgm:choose>
                <dgm:layoutNode name="rootComposite3">
                  <dgm:alg type="composite"/>
                  <dgm:shape xmlns:r="http://schemas.openxmlformats.org/officeDocument/2006/relationships" r:blip="">
                    <dgm:adjLst/>
                  </dgm:shape>
                  <dgm:presOf axis="self" ptType="node" cnt="1"/>
                  <dgm:choose name="Name116">
                    <dgm:if name="Name117" func="var" arg="hierBranch" op="equ" val="init">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if>
                    <dgm:if name="Name118" func="var" arg="hierBranch" op="equ" val="l">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if>
                    <dgm:if name="Name119" func="var" arg="hierBranch" op="equ" val="r">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if>
                    <dgm:else name="Name120">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else>
                  </dgm:choose>
                  <dgm:layoutNode name="rootText3" styleLbl="alignAcc1">
                    <dgm:varLst>
                      <dgm:chPref val="3"/>
                    </dgm:varLst>
                    <dgm:alg type="tx"/>
                    <dgm:shape xmlns:r="http://schemas.openxmlformats.org/officeDocument/2006/relationships" type="rect" r:blip="" hideGeom="1">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topArc3" styleLbl="parChTrans1D1" moveWith="rootText3">
                    <dgm:alg type="sp"/>
                    <dgm:shape xmlns:r="http://schemas.openxmlformats.org/officeDocument/2006/relationships" type="arc" r:blip="" zOrderOff="-2">
                      <dgm:adjLst>
                        <dgm:adj idx="1" val="-140"/>
                        <dgm:adj idx="2" val="-40"/>
                      </dgm:adjLst>
                    </dgm:shape>
                    <dgm:presOf/>
                  </dgm:layoutNode>
                  <dgm:layoutNode name="bottomArc3" styleLbl="parChTrans1D1" moveWith="rootText3">
                    <dgm:alg type="sp"/>
                    <dgm:shape xmlns:r="http://schemas.openxmlformats.org/officeDocument/2006/relationships" type="arc" r:blip="" zOrderOff="-2">
                      <dgm:adjLst>
                        <dgm:adj idx="1" val="40"/>
                        <dgm:adj idx="2" val="140"/>
                      </dgm:adjLst>
                    </dgm:shape>
                    <dgm:presOf/>
                  </dgm:layoutNode>
                  <dgm:layoutNode name="topConnNode3" moveWith="rootText3">
                    <dgm:alg type="sp"/>
                    <dgm:shape xmlns:r="http://schemas.openxmlformats.org/officeDocument/2006/relationships" type="rect" r:blip="" hideGeom="1">
                      <dgm:adjLst/>
                    </dgm:shape>
                    <dgm:presOf axis="self" ptType="node" cnt="1"/>
                  </dgm:layoutNode>
                </dgm:layoutNode>
                <dgm:layoutNode name="hierChild6">
                  <dgm:choose name="Name121">
                    <dgm:if name="Name122" func="var" arg="hierBranch" op="equ" val="l">
                      <dgm:alg type="hierChild">
                        <dgm:param type="chAlign" val="r"/>
                        <dgm:param type="linDir" val="fromT"/>
                      </dgm:alg>
                    </dgm:if>
                    <dgm:if name="Name123" func="var" arg="hierBranch" op="equ" val="r">
                      <dgm:alg type="hierChild">
                        <dgm:param type="chAlign" val="l"/>
                        <dgm:param type="linDir" val="fromT"/>
                      </dgm:alg>
                    </dgm:if>
                    <dgm:if name="Name124" func="var" arg="hierBranch" op="equ" val="hang">
                      <dgm:choose name="Name125">
                        <dgm:if name="Name126" func="var" arg="dir" op="equ" val="norm">
                          <dgm:alg type="hierChild">
                            <dgm:param type="chAlign" val="l"/>
                            <dgm:param type="linDir" val="fromL"/>
                            <dgm:param type="secChAlign" val="t"/>
                            <dgm:param type="secLinDir" val="fromT"/>
                          </dgm:alg>
                        </dgm:if>
                        <dgm:else name="Name127">
                          <dgm:alg type="hierChild">
                            <dgm:param type="chAlign" val="l"/>
                            <dgm:param type="linDir" val="fromR"/>
                            <dgm:param type="secChAlign" val="t"/>
                            <dgm:param type="secLinDir" val="fromT"/>
                          </dgm:alg>
                        </dgm:else>
                      </dgm:choose>
                    </dgm:if>
                    <dgm:if name="Name128" func="var" arg="hierBranch" op="equ" val="std">
                      <dgm:choose name="Name129">
                        <dgm:if name="Name130" func="var" arg="dir" op="equ" val="norm">
                          <dgm:alg type="hierChild"/>
                        </dgm:if>
                        <dgm:else name="Name131">
                          <dgm:alg type="hierChild">
                            <dgm:param type="linDir" val="fromR"/>
                          </dgm:alg>
                        </dgm:else>
                      </dgm:choose>
                    </dgm:if>
                    <dgm:if name="Name132" func="var" arg="hierBranch" op="equ" val="init">
                      <dgm:choose name="Name133">
                        <dgm:if name="Name134" axis="des" func="maxDepth" op="lte" val="1">
                          <dgm:alg type="hierChild">
                            <dgm:param type="chAlign" val="l"/>
                            <dgm:param type="linDir" val="fromT"/>
                          </dgm:alg>
                        </dgm:if>
                        <dgm:else name="Name135">
                          <dgm:alg type="hierChild"/>
                        </dgm:else>
                      </dgm:choose>
                    </dgm:if>
                    <dgm:else name="Name136"/>
                  </dgm:choose>
                  <dgm:shape xmlns:r="http://schemas.openxmlformats.org/officeDocument/2006/relationships" r:blip="">
                    <dgm:adjLst/>
                  </dgm:shape>
                  <dgm:presOf/>
                  <dgm:forEach name="Name137" ref="rep2a"/>
                </dgm:layoutNode>
                <dgm:layoutNode name="hierChild7">
                  <dgm:choose name="Name138">
                    <dgm:if name="Name139" func="var" arg="dir" op="equ" val="norm">
                      <dgm:alg type="hierChild">
                        <dgm:param type="chAlign" val="l"/>
                        <dgm:param type="linDir" val="fromL"/>
                        <dgm:param type="secChAlign" val="t"/>
                        <dgm:param type="secLinDir" val="fromT"/>
                      </dgm:alg>
                    </dgm:if>
                    <dgm:else name="Name140">
                      <dgm:alg type="hierChild">
                        <dgm:param type="chAlign" val="l"/>
                        <dgm:param type="linDir" val="fromR"/>
                        <dgm:param type="secChAlign" val="t"/>
                        <dgm:param type="secLinDir" val="fromT"/>
                      </dgm:alg>
                    </dgm:else>
                  </dgm:choose>
                  <dgm:shape xmlns:r="http://schemas.openxmlformats.org/officeDocument/2006/relationships" r:blip="">
                    <dgm:adjLst/>
                  </dgm:shape>
                  <dgm:presOf/>
                  <dgm:forEach name="Name141" ref="rep2b"/>
                </dgm:layoutNode>
              </dgm:layoutNode>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8/layout/SquareAccentList">
  <dgm:title val=""/>
  <dgm:desc val=""/>
  <dgm:catLst>
    <dgm:cat type="list" pri="5500"/>
  </dgm:catLst>
  <dgm:sampData>
    <dgm:dataModel>
      <dgm:ptLst>
        <dgm:pt modelId="0" type="doc"/>
        <dgm:pt modelId="10">
          <dgm:prSet phldr="1"/>
        </dgm:pt>
        <dgm:pt modelId="11">
          <dgm:prSet phldr="1"/>
        </dgm:pt>
        <dgm:pt modelId="12">
          <dgm:prSet phldr="1"/>
        </dgm:pt>
        <dgm:pt modelId="13">
          <dgm:prSet phldr="1"/>
        </dgm:pt>
        <dgm:pt modelId="20">
          <dgm:prSet phldr="1"/>
        </dgm:pt>
        <dgm:pt modelId="21">
          <dgm:prSet phldr="1"/>
        </dgm:pt>
        <dgm:pt modelId="22">
          <dgm:prSet phldr="1"/>
        </dgm:pt>
        <dgm:pt modelId="23">
          <dgm:prSet phldr="1"/>
        </dgm:pt>
      </dgm:ptLst>
      <dgm:cxnLst>
        <dgm:cxn modelId="1" srcId="0" destId="10" srcOrd="0" destOrd="0"/>
        <dgm:cxn modelId="2" srcId="10" destId="11" srcOrd="0" destOrd="0"/>
        <dgm:cxn modelId="3" srcId="10" destId="12" srcOrd="1" destOrd="0"/>
        <dgm:cxn modelId="4" srcId="10" destId="13" srcOrd="2" destOrd="0"/>
        <dgm:cxn modelId="5" srcId="0" destId="20" srcOrd="0" destOrd="0"/>
        <dgm:cxn modelId="6" srcId="20" destId="21" srcOrd="0" destOrd="0"/>
        <dgm:cxn modelId="7" srcId="20" destId="22" srcOrd="1" destOrd="0"/>
        <dgm:cxn modelId="8" srcId="20" destId="23" srcOrd="2" destOrd="0"/>
      </dgm:cxnLst>
      <dgm:bg/>
      <dgm:whole/>
    </dgm:dataModel>
  </dgm:sampData>
  <dgm:styleData>
    <dgm:dataModel>
      <dgm:ptLst>
        <dgm:pt modelId="0" type="doc"/>
        <dgm:pt modelId="10">
          <dgm:prSet phldr="1"/>
        </dgm:pt>
        <dgm:pt modelId="11">
          <dgm:prSet phldr="1"/>
        </dgm:pt>
        <dgm:pt modelId="12">
          <dgm:prSet phldr="1"/>
        </dgm:pt>
        <dgm:pt modelId="13">
          <dgm:prSet phldr="1"/>
        </dgm:pt>
        <dgm:pt modelId="20">
          <dgm:prSet phldr="1"/>
        </dgm:pt>
        <dgm:pt modelId="21">
          <dgm:prSet phldr="1"/>
        </dgm:pt>
        <dgm:pt modelId="22">
          <dgm:prSet phldr="1"/>
        </dgm:pt>
        <dgm:pt modelId="23">
          <dgm:prSet phldr="1"/>
        </dgm:pt>
      </dgm:ptLst>
      <dgm:cxnLst>
        <dgm:cxn modelId="1" srcId="0" destId="10" srcOrd="0" destOrd="0"/>
        <dgm:cxn modelId="2" srcId="10" destId="11" srcOrd="0" destOrd="0"/>
        <dgm:cxn modelId="3" srcId="10" destId="12" srcOrd="1" destOrd="0"/>
        <dgm:cxn modelId="4" srcId="10" destId="13" srcOrd="2" destOrd="0"/>
        <dgm:cxn modelId="5" srcId="0" destId="20" srcOrd="0" destOrd="0"/>
        <dgm:cxn modelId="6" srcId="20" destId="21" srcOrd="0" destOrd="0"/>
        <dgm:cxn modelId="7" srcId="20" destId="22" srcOrd="1" destOrd="0"/>
        <dgm:cxn modelId="8" srcId="20" destId="23" srcOrd="2"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20">
          <dgm:prSet phldr="1"/>
        </dgm:pt>
        <dgm:pt modelId="21">
          <dgm:prSet phldr="1"/>
        </dgm:pt>
        <dgm:pt modelId="22">
          <dgm:prSet phldr="1"/>
        </dgm:pt>
        <dgm:pt modelId="23">
          <dgm:prSet phldr="1"/>
        </dgm:pt>
      </dgm:ptLst>
      <dgm:cxnLst>
        <dgm:cxn modelId="1" srcId="0" destId="10" srcOrd="0" destOrd="0"/>
        <dgm:cxn modelId="2" srcId="10" destId="11" srcOrd="0" destOrd="0"/>
        <dgm:cxn modelId="3" srcId="10" destId="12" srcOrd="1" destOrd="0"/>
        <dgm:cxn modelId="4" srcId="10" destId="13" srcOrd="2" destOrd="0"/>
        <dgm:cxn modelId="5" srcId="0" destId="20" srcOrd="0" destOrd="0"/>
        <dgm:cxn modelId="6" srcId="20" destId="21" srcOrd="0" destOrd="0"/>
        <dgm:cxn modelId="7" srcId="20" destId="22" srcOrd="1" destOrd="0"/>
        <dgm:cxn modelId="8" srcId="20" destId="23" srcOrd="2" destOrd="0"/>
      </dgm:cxnLst>
      <dgm:bg/>
      <dgm:whole/>
    </dgm:dataModel>
  </dgm:clrData>
  <dgm:layoutNode name="layout">
    <dgm:varLst>
      <dgm:chMax/>
      <dgm:chPref/>
      <dgm:dir/>
      <dgm:resizeHandles/>
    </dgm:varLst>
    <dgm:choose name="Name0">
      <dgm:if name="Name1" func="var" arg="dir" op="equ" val="norm">
        <dgm:alg type="hierChild">
          <dgm:param type="linDir" val="fromL"/>
          <dgm:param type="vertAlign" val="t"/>
          <dgm:param type="nodeVertAlign" val="t"/>
          <dgm:param type="horzAlign" val="ctr"/>
          <dgm:param type="fallback" val="1D"/>
        </dgm:alg>
      </dgm:if>
      <dgm:else name="Name2">
        <dgm:alg type="hierChild">
          <dgm:param type="linDir" val="fromR"/>
          <dgm:param type="vertAlign" val="t"/>
          <dgm:param type="nodeVertAlign" val="t"/>
          <dgm:param type="horzAlign" val="ctr"/>
          <dgm:param type="fallback" val="1D"/>
        </dgm:alg>
      </dgm:else>
    </dgm:choose>
    <dgm:shape xmlns:r="http://schemas.openxmlformats.org/officeDocument/2006/relationships" r:blip="">
      <dgm:adjLst/>
    </dgm:shape>
    <dgm:presOf/>
    <dgm:constrLst>
      <dgm:constr type="primFontSz" for="des" forName="Parent" op="equ" val="65"/>
      <dgm:constr type="primFontSz" for="des" forName="Child" op="equ" val="65"/>
      <dgm:constr type="primFontSz" for="des" forName="Child" refType="primFontSz" refFor="des" refForName="Parent" op="lte"/>
      <dgm:constr type="w" for="des" forName="rootComposite" refType="h" refFor="des" refForName="rootComposite" fact="3.0396"/>
      <dgm:constr type="h" for="des" forName="rootComposite" refType="h"/>
      <dgm:constr type="w" for="des" forName="childComposite" refType="w" refFor="des" refForName="rootComposite"/>
      <dgm:constr type="h" for="des" forName="childComposite" refType="h" refFor="des" refForName="rootComposite" fact="0.5205"/>
      <dgm:constr type="sibSp" refType="w" refFor="des" refForName="rootComposite" fact="0.05"/>
      <dgm:constr type="sp" for="des" forName="root" refType="h" refFor="des" refForName="childComposite" fact="0.2855"/>
    </dgm:constrLst>
    <dgm:ruleLst/>
    <dgm:forEach name="Name3" axis="ch">
      <dgm:forEach name="Name4" axis="self" ptType="node" cnt="1">
        <dgm:layoutNode name="root">
          <dgm:varLst>
            <dgm:chMax/>
            <dgm:chPref/>
          </dgm:varLst>
          <dgm:alg type="hierRoot">
            <dgm:param type="hierAlign" val="tL"/>
          </dgm:alg>
          <dgm:shape xmlns:r="http://schemas.openxmlformats.org/officeDocument/2006/relationships" r:blip="">
            <dgm:adjLst/>
          </dgm:shape>
          <dgm:presOf/>
          <dgm:constrLst/>
          <dgm:ruleLst/>
          <dgm:layoutNode name="rootComposite">
            <dgm:varLst/>
            <dgm:alg type="composite"/>
            <dgm:shape xmlns:r="http://schemas.openxmlformats.org/officeDocument/2006/relationships" r:blip="">
              <dgm:adjLst/>
            </dgm:shape>
            <dgm:presOf axis="self" ptType="node" cnt="1"/>
            <dgm:choose name="Name5">
              <dgm:if name="Name6" func="var" arg="dir" op="equ" val="norm">
                <dgm:constrLst>
                  <dgm:constr type="l" for="ch" forName="Parent" refType="w" fact="0"/>
                  <dgm:constr type="t" for="ch" forName="Parent" refType="h" fact="0"/>
                  <dgm:constr type="w" for="ch" forName="Parent" refType="w"/>
                  <dgm:constr type="h" for="ch" forName="Parent" refType="h" fact="0.6424"/>
                  <dgm:constr type="l" for="ch" forName="ParentAccent" refType="w" fact="0"/>
                  <dgm:constr type="b" for="ch" forName="ParentAccent" refType="h"/>
                  <dgm:constr type="w" for="ch" forName="ParentAccent" refType="w"/>
                  <dgm:constr type="h" for="ch" forName="ParentAccent" refType="h" fact="0.3576"/>
                  <dgm:constr type="l" for="ch" forName="ParentSmallAccent" refType="w" fact="0"/>
                  <dgm:constr type="b" for="ch" forName="ParentSmallAccent" refType="h"/>
                  <dgm:constr type="w" for="ch" forName="ParentSmallAccent" refType="h" fact="0.2233"/>
                  <dgm:constr type="h" for="ch" forName="ParentSmallAccent" refType="h" fact="0.2233"/>
                </dgm:constrLst>
              </dgm:if>
              <dgm:else name="Name7">
                <dgm:constrLst>
                  <dgm:constr type="l" for="ch" forName="Parent" refType="w" fact="0"/>
                  <dgm:constr type="t" for="ch" forName="Parent" refType="h" fact="0"/>
                  <dgm:constr type="w" for="ch" forName="Parent" refType="w"/>
                  <dgm:constr type="h" for="ch" forName="Parent" refType="h" fact="0.6424"/>
                  <dgm:constr type="l" for="ch" forName="ParentAccent" refType="w" fact="0"/>
                  <dgm:constr type="b" for="ch" forName="ParentAccent" refType="h"/>
                  <dgm:constr type="w" for="ch" forName="ParentAccent" refType="w"/>
                  <dgm:constr type="h" for="ch" forName="ParentAccent" refType="h" fact="0.3576"/>
                  <dgm:constr type="r" for="ch" forName="ParentSmallAccent" refType="w"/>
                  <dgm:constr type="b" for="ch" forName="ParentSmallAccent" refType="h"/>
                  <dgm:constr type="w" for="ch" forName="ParentSmallAccent" refType="h" fact="0.2233"/>
                  <dgm:constr type="h" for="ch" forName="ParentSmallAccent" refType="h" fact="0.2233"/>
                </dgm:constrLst>
              </dgm:else>
            </dgm:choose>
            <dgm:ruleLst/>
            <dgm:layoutNode name="ParentAccent" styleLbl="alignNode1">
              <dgm:alg type="sp"/>
              <dgm:shape xmlns:r="http://schemas.openxmlformats.org/officeDocument/2006/relationships" type="rect" r:blip="">
                <dgm:adjLst/>
              </dgm:shape>
              <dgm:presOf/>
            </dgm:layoutNode>
            <dgm:layoutNode name="ParentSmallAccent" styleLbl="fgAcc1">
              <dgm:alg type="sp"/>
              <dgm:shape xmlns:r="http://schemas.openxmlformats.org/officeDocument/2006/relationships" type="rect" r:blip="">
                <dgm:adjLst/>
              </dgm:shape>
              <dgm:presOf/>
            </dgm:layoutNode>
            <dgm:layoutNode name="Parent" styleLbl="revTx">
              <dgm:varLst>
                <dgm:chMax/>
                <dgm:chPref val="4"/>
                <dgm:bulletEnabled val="1"/>
              </dgm:varLst>
              <dgm:choose name="Name8">
                <dgm:if name="Name9" func="var" arg="dir" op="equ" val="norm">
                  <dgm:alg type="tx">
                    <dgm:param type="txAnchorVertCh" val="mid"/>
                    <dgm:param type="parTxLTRAlign" val="l"/>
                  </dgm:alg>
                </dgm:if>
                <dgm:else name="Name10">
                  <dgm:alg type="tx">
                    <dgm:param type="txAnchorVertCh" val="mid"/>
                    <dgm:param type="parTxLTRAlign" val="r"/>
                  </dgm:alg>
                </dgm:else>
              </dgm:choose>
              <dgm:shape xmlns:r="http://schemas.openxmlformats.org/officeDocument/2006/relationships" type="rect" r:blip="">
                <dgm:adjLst/>
              </dgm:shape>
              <dgm:presOf axis="self" ptType="node"/>
              <dgm:constrLst>
                <dgm:constr type="tMarg" refType="primFontSz" fact="0.1"/>
                <dgm:constr type="bMarg" refType="primFontSz" fact="0.1"/>
                <dgm:constr type="lMarg" refType="primFontSz" fact="0.15"/>
                <dgm:constr type="rMarg" refType="primFontSz" fact="0.15"/>
              </dgm:constrLst>
              <dgm:ruleLst>
                <dgm:rule type="primFontSz" val="5" fact="NaN" max="NaN"/>
                <dgm:rule type="primFontSz" val="65" fact="NaN" max="NaN"/>
              </dgm:ruleLst>
            </dgm:layoutNode>
          </dgm:layoutNode>
          <dgm:layoutNode name="childShape">
            <dgm:varLst>
              <dgm:chMax val="0"/>
              <dgm:chPref val="0"/>
            </dgm:varLst>
            <dgm:alg type="hierChild">
              <dgm:param type="chAlign" val="r"/>
              <dgm:param type="linDir" val="fromT"/>
              <dgm:param type="fallback" val="2D"/>
            </dgm:alg>
            <dgm:shape xmlns:r="http://schemas.openxmlformats.org/officeDocument/2006/relationships" r:blip="">
              <dgm:adjLst/>
            </dgm:shape>
            <dgm:presOf/>
            <dgm:constrLst/>
            <dgm:ruleLst/>
            <dgm:forEach name="Name11" axis="ch">
              <dgm:forEach name="Name12" axis="self" ptType="node">
                <dgm:layoutNode name="childComposite">
                  <dgm:varLst>
                    <dgm:chMax val="0"/>
                    <dgm:chPref val="0"/>
                  </dgm:varLst>
                  <dgm:alg type="composite"/>
                  <dgm:shape xmlns:r="http://schemas.openxmlformats.org/officeDocument/2006/relationships" r:blip="">
                    <dgm:adjLst/>
                  </dgm:shape>
                  <dgm:presOf/>
                  <dgm:choose name="Name13">
                    <dgm:if name="Name14" func="var" arg="dir" op="equ" val="norm">
                      <dgm:constrLst>
                        <dgm:constr type="w" for="ch" forName="ChildAccent" refType="h" fact="0.429"/>
                        <dgm:constr type="h" for="ch" forName="ChildAccent" refType="h" fact="0.429"/>
                        <dgm:constr type="l" for="ch" forName="ChildAccent" refType="w" fact="0"/>
                        <dgm:constr type="t" for="ch" forName="ChildAccent" refType="h" fact="0.2855"/>
                        <dgm:constr type="w" for="ch" forName="Child" refType="w" fact="0.93"/>
                        <dgm:constr type="h" for="ch" forName="Child" refType="h"/>
                        <dgm:constr type="l" for="ch" forName="Child" refType="w" fact="0.07"/>
                        <dgm:constr type="t" for="ch" forName="Child" refType="h" fact="0"/>
                      </dgm:constrLst>
                    </dgm:if>
                    <dgm:else name="Name15">
                      <dgm:constrLst>
                        <dgm:constr type="w" for="ch" forName="ChildAccent" refType="h" fact="0.429"/>
                        <dgm:constr type="h" for="ch" forName="ChildAccent" refType="h" fact="0.429"/>
                        <dgm:constr type="r" for="ch" forName="ChildAccent" refType="w"/>
                        <dgm:constr type="t" for="ch" forName="ChildAccent" refType="h" fact="0.2855"/>
                        <dgm:constr type="w" for="ch" forName="Child" refType="w" fact="0.93"/>
                        <dgm:constr type="h" for="ch" forName="Child" refType="h"/>
                        <dgm:constr type="r" for="ch" forName="Child" refType="w" fact="0.93"/>
                        <dgm:constr type="t" for="ch" forName="Child" refType="h" fact="0"/>
                      </dgm:constrLst>
                    </dgm:else>
                  </dgm:choose>
                  <dgm:ruleLst/>
                  <dgm:layoutNode name="ChildAccent" styleLbl="solidFgAcc1">
                    <dgm:alg type="sp"/>
                    <dgm:shape xmlns:r="http://schemas.openxmlformats.org/officeDocument/2006/relationships" type="rect" r:blip="">
                      <dgm:adjLst/>
                    </dgm:shape>
                    <dgm:presOf/>
                  </dgm:layoutNode>
                  <dgm:layoutNode name="Child" styleLbl="revTx">
                    <dgm:varLst>
                      <dgm:chMax val="0"/>
                      <dgm:chPref val="0"/>
                      <dgm:bulletEnabled val="1"/>
                    </dgm:varLst>
                    <dgm:choose name="Name16">
                      <dgm:if name="Name17" func="var" arg="dir" op="equ" val="norm">
                        <dgm:alg type="tx">
                          <dgm:param type="txAnchorVertCh" val="mid"/>
                          <dgm:param type="parTxLTRAlign" val="l"/>
                        </dgm:alg>
                      </dgm:if>
                      <dgm:else name="Name18">
                        <dgm:alg type="tx">
                          <dgm:param type="txAnchorVertCh" val="mid"/>
                          <dgm:param type="parTxLTRAlign" val="r"/>
                        </dgm:alg>
                      </dgm:else>
                    </dgm:choose>
                    <dgm:shape xmlns:r="http://schemas.openxmlformats.org/officeDocument/2006/relationships" type="rect" r:blip="">
                      <dgm:adjLst/>
                    </dgm:shape>
                    <dgm:presOf axis="desOrSelf" ptType="node node"/>
                    <dgm:ruleLst>
                      <dgm:rule type="primFontSz" val="5" fact="NaN" max="NaN"/>
                    </dgm:ruleLst>
                  </dgm:layoutNode>
                </dgm:layoutNode>
              </dgm:forEach>
            </dgm:forEach>
          </dgm:layoutNode>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7">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6">
  <dgm:title val=""/>
  <dgm:desc val=""/>
  <dgm:catLst>
    <dgm:cat type="3D" pri="11600"/>
  </dgm:catLst>
  <dgm:scene3d>
    <a:camera prst="perspectiveRelaxedModerately" zoom="92000"/>
    <a:lightRig rig="balanced" dir="t">
      <a:rot lat="0" lon="0" rev="12700000"/>
    </a:lightRig>
  </dgm:scene3d>
  <dgm:styleLbl name="node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z="-54000" prstMaterial="plastic">
      <a:bevelT w="50800" h="50800"/>
      <a:bevelB w="50800" h="50800"/>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z="-2540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fgSibTrans2D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54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sibTrans1D1">
    <dgm:scene3d>
      <a:camera prst="orthographicFront"/>
      <a:lightRig rig="threePt" dir="t"/>
    </dgm:scene3d>
    <dgm:sp3d z="-25400" prstMaterial="plastic"/>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75000" prstMaterial="plastic"/>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3">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4">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1D1">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2">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3">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4">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fgAcc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sp3d z="50080" prstMaterial="plastic">
      <a:bevelT w="25400" h="25400"/>
      <a:bevelB w="25400" h="25400"/>
    </dgm:sp3d>
    <dgm:txPr/>
    <dgm:style>
      <a:lnRef idx="0">
        <a:scrgbClr r="0" g="0" b="0"/>
      </a:lnRef>
      <a:fillRef idx="1">
        <a:scrgbClr r="0" g="0" b="0"/>
      </a:fillRef>
      <a:effectRef idx="2">
        <a:scrgbClr r="0" g="0" b="0"/>
      </a:effectRef>
      <a:fontRef idx="minor"/>
    </dgm:style>
  </dgm:styleLbl>
  <dgm:styleLbl name="alignAccFollowNode1">
    <dgm:scene3d>
      <a:camera prst="orthographicFront"/>
      <a:lightRig rig="threePt" dir="t"/>
    </dgm:scene3d>
    <dgm:sp3d prstMaterial="plastic">
      <a:bevelT w="25400" h="25400"/>
      <a:bevelB w="25400" h="25400"/>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152400" prstMaterial="plastic">
      <a:bevelT w="25400" h="25400"/>
      <a:bevelB w="25400" h="25400"/>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52400" prstMaterial="plastic">
      <a:bevelT w="25400" h="25400"/>
      <a:bevelB w="25400" h="25400"/>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z="-10400" extrusionH="12700" prstMaterial="plastic"/>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1">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57"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pPr algn="ctr"/>
            <a:r>
              <a:rPr lang="de-DE" sz="4400" b="0" u="none" strike="noStrike">
                <a:solidFill>
                  <a:srgbClr val="000000"/>
                </a:solidFill>
                <a:uFillTx/>
                <a:latin typeface="Arial"/>
              </a:rPr>
              <a:t>Folie mittels Klicken verschieben</a:t>
            </a:r>
          </a:p>
        </p:txBody>
      </p:sp>
      <p:sp>
        <p:nvSpPr>
          <p:cNvPr id="158"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216000">
              <a:buNone/>
            </a:pPr>
            <a:r>
              <a:rPr lang="de-DE" sz="2000" b="0" u="none" strike="noStrike">
                <a:solidFill>
                  <a:srgbClr val="000000"/>
                </a:solidFill>
                <a:uFillTx/>
                <a:latin typeface="Arial"/>
              </a:rPr>
              <a:t>Format der Notizen mittels Klicken bearbeiten</a:t>
            </a:r>
          </a:p>
        </p:txBody>
      </p:sp>
      <p:sp>
        <p:nvSpPr>
          <p:cNvPr id="159"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de-DE" sz="1400" b="0" u="none" strike="noStrike">
                <a:solidFill>
                  <a:srgbClr val="000000"/>
                </a:solidFill>
                <a:uFillTx/>
                <a:latin typeface="Times New Roman"/>
              </a:rPr>
              <a:t> </a:t>
            </a:r>
          </a:p>
        </p:txBody>
      </p:sp>
      <p:sp>
        <p:nvSpPr>
          <p:cNvPr id="160" name="PlaceHolder 4"/>
          <p:cNvSpPr>
            <a:spLocks noGrp="1"/>
          </p:cNvSpPr>
          <p:nvPr>
            <p:ph type="dt" idx="64"/>
          </p:nvPr>
        </p:nvSpPr>
        <p:spPr>
          <a:xfrm>
            <a:off x="4278960" y="0"/>
            <a:ext cx="3280680" cy="534240"/>
          </a:xfrm>
          <a:prstGeom prst="rect">
            <a:avLst/>
          </a:prstGeom>
          <a:noFill/>
          <a:ln w="0">
            <a:noFill/>
          </a:ln>
        </p:spPr>
        <p:txBody>
          <a:bodyPr lIns="0" tIns="0" rIns="0" bIns="0" anchor="t">
            <a:noAutofit/>
          </a:bodyPr>
          <a:lstStyle>
            <a:lvl1pPr indent="0" algn="r">
              <a:buNone/>
              <a:defRPr lang="de-DE" sz="1400" b="0" u="none" strike="noStrike">
                <a:solidFill>
                  <a:srgbClr val="000000"/>
                </a:solidFill>
                <a:uFillTx/>
                <a:latin typeface="Times New Roman"/>
              </a:defRPr>
            </a:lvl1pPr>
          </a:lstStyle>
          <a:p>
            <a:pPr indent="0" algn="r">
              <a:buNone/>
            </a:pPr>
            <a:r>
              <a:rPr lang="de-DE" sz="1400" b="0" u="none" strike="noStrike">
                <a:solidFill>
                  <a:srgbClr val="000000"/>
                </a:solidFill>
                <a:uFillTx/>
                <a:latin typeface="Times New Roman"/>
              </a:rPr>
              <a:t> </a:t>
            </a:r>
          </a:p>
        </p:txBody>
      </p:sp>
      <p:sp>
        <p:nvSpPr>
          <p:cNvPr id="161" name="PlaceHolder 5"/>
          <p:cNvSpPr>
            <a:spLocks noGrp="1"/>
          </p:cNvSpPr>
          <p:nvPr>
            <p:ph type="ftr" idx="65"/>
          </p:nvPr>
        </p:nvSpPr>
        <p:spPr>
          <a:xfrm>
            <a:off x="0" y="10157400"/>
            <a:ext cx="3280680" cy="534240"/>
          </a:xfrm>
          <a:prstGeom prst="rect">
            <a:avLst/>
          </a:prstGeom>
          <a:noFill/>
          <a:ln w="0">
            <a:noFill/>
          </a:ln>
        </p:spPr>
        <p:txBody>
          <a:bodyPr lIns="0" tIns="0" rIns="0" bIns="0" anchor="b">
            <a:noAutofit/>
          </a:bodyPr>
          <a:lstStyle>
            <a:lvl1pPr indent="0">
              <a:buNone/>
              <a:defRPr lang="de-DE" sz="1400" b="0" u="none" strike="noStrike">
                <a:solidFill>
                  <a:srgbClr val="000000"/>
                </a:solidFill>
                <a:uFillTx/>
                <a:latin typeface="Times New Roman"/>
              </a:defRPr>
            </a:lvl1pPr>
          </a:lstStyle>
          <a:p>
            <a:pPr indent="0">
              <a:buNone/>
            </a:pPr>
            <a:r>
              <a:rPr lang="de-DE" sz="1400" b="0" u="none" strike="noStrike">
                <a:solidFill>
                  <a:srgbClr val="000000"/>
                </a:solidFill>
                <a:uFillTx/>
                <a:latin typeface="Times New Roman"/>
              </a:rPr>
              <a:t> </a:t>
            </a:r>
          </a:p>
        </p:txBody>
      </p:sp>
      <p:sp>
        <p:nvSpPr>
          <p:cNvPr id="162" name="PlaceHolder 6"/>
          <p:cNvSpPr>
            <a:spLocks noGrp="1"/>
          </p:cNvSpPr>
          <p:nvPr>
            <p:ph type="sldNum" idx="66"/>
          </p:nvPr>
        </p:nvSpPr>
        <p:spPr>
          <a:xfrm>
            <a:off x="4278960" y="10157400"/>
            <a:ext cx="3280680" cy="534240"/>
          </a:xfrm>
          <a:prstGeom prst="rect">
            <a:avLst/>
          </a:prstGeom>
          <a:noFill/>
          <a:ln w="0">
            <a:noFill/>
          </a:ln>
        </p:spPr>
        <p:txBody>
          <a:bodyPr lIns="0" tIns="0" rIns="0" bIns="0" anchor="b">
            <a:noAutofit/>
          </a:bodyPr>
          <a:lstStyle>
            <a:lvl1pPr indent="0" algn="r">
              <a:buNone/>
              <a:defRPr lang="de-DE" sz="1400" b="0" u="none" strike="noStrike">
                <a:solidFill>
                  <a:srgbClr val="000000"/>
                </a:solidFill>
                <a:uFillTx/>
                <a:latin typeface="Times New Roman"/>
              </a:defRPr>
            </a:lvl1pPr>
          </a:lstStyle>
          <a:p>
            <a:pPr indent="0" algn="r">
              <a:buNone/>
            </a:pPr>
            <a:fld id="{E03A42B5-A651-4DFC-840B-32E00FB75273}" type="slidenum">
              <a:rPr lang="de-DE" sz="1400" b="0" u="none" strike="noStrike">
                <a:solidFill>
                  <a:srgbClr val="000000"/>
                </a:solidFill>
                <a:uFillTx/>
                <a:latin typeface="Times New Roman"/>
              </a:rPr>
              <a:t>‹Nr.›</a:t>
            </a:fld>
            <a:endParaRPr lang="de-DE" sz="1400" b="0" u="none" strike="noStrike">
              <a:solidFill>
                <a:srgbClr val="000000"/>
              </a:solidFill>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2.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9.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0.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0.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4.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5.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6.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7.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8.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9.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0.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1.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2.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3.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4.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5.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6.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7.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8.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9.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0.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1.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2.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3.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4.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5.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1.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2.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3.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4.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5.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6.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7.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8.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9.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0.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1.xml"/></Relationships>
</file>

<file path=ppt/notesSlides/_rels/notesSlide2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2.xml"/></Relationships>
</file>

<file path=ppt/notesSlides/_rels/notesSlide2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9.xml"/></Relationships>
</file>

<file path=ppt/notesSlides/_rels/notesSlide2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0.xml"/></Relationships>
</file>

<file path=ppt/notesSlides/_rels/notesSlide2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1.xml"/></Relationships>
</file>

<file path=ppt/notesSlides/_rels/notesSlide2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2.xml"/></Relationships>
</file>

<file path=ppt/notesSlides/_rels/notesSlide2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3.xml"/></Relationships>
</file>

<file path=ppt/notesSlides/_rels/notesSlide2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4.xml"/></Relationships>
</file>

<file path=ppt/notesSlides/_rels/notesSlide2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5.xml"/></Relationships>
</file>

<file path=ppt/notesSlides/_rels/notesSlide2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6.xml"/></Relationships>
</file>

<file path=ppt/notesSlides/_rels/notesSlide2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7.xml"/></Relationships>
</file>

<file path=ppt/notesSlides/_rels/notesSlide2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8.xml"/></Relationships>
</file>

<file path=ppt/notesSlides/_rels/notesSlide2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9.xml"/></Relationships>
</file>

<file path=ppt/notesSlides/_rels/notesSlide2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0.xml"/></Relationships>
</file>

<file path=ppt/notesSlides/_rels/notesSlide2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1.xml"/></Relationships>
</file>

<file path=ppt/notesSlides/_rels/notesSlide2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2.xml"/></Relationships>
</file>

<file path=ppt/notesSlides/_rels/notesSlide2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3.xml"/></Relationships>
</file>

<file path=ppt/notesSlides/_rels/notesSlide2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4.xml"/></Relationships>
</file>

<file path=ppt/notesSlides/_rels/notesSlide2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5.xml"/></Relationships>
</file>

<file path=ppt/notesSlides/_rels/notesSlide2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6.xml"/></Relationships>
</file>

<file path=ppt/notesSlides/_rels/notesSlide2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7.xml"/></Relationships>
</file>

<file path=ppt/notesSlides/_rels/notesSlide2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8.xml"/></Relationships>
</file>

<file path=ppt/notesSlides/_rels/notesSlide2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9.xml"/></Relationships>
</file>

<file path=ppt/notesSlides/_rels/notesSlide2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0.xml"/></Relationships>
</file>

<file path=ppt/notesSlides/_rels/notesSlide2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1.xml"/></Relationships>
</file>

<file path=ppt/notesSlides/_rels/notesSlide2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2.xml"/></Relationships>
</file>

<file path=ppt/notesSlides/_rels/notesSlide2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3.xml"/></Relationships>
</file>

<file path=ppt/notesSlides/_rels/notesSlide2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4.xml"/></Relationships>
</file>

<file path=ppt/notesSlides/_rels/notesSlide2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5.xml"/></Relationships>
</file>

<file path=ppt/notesSlides/_rels/notesSlide2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6.xml"/></Relationships>
</file>

<file path=ppt/notesSlides/_rels/notesSlide2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7.xml"/></Relationships>
</file>

<file path=ppt/notesSlides/_rels/notesSlide2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8.xml"/></Relationships>
</file>

<file path=ppt/notesSlides/_rels/notesSlide2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9.xml"/></Relationships>
</file>

<file path=ppt/notesSlides/_rels/notesSlide2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0.xml"/></Relationships>
</file>

<file path=ppt/notesSlides/_rels/notesSlide2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1.xml"/></Relationships>
</file>

<file path=ppt/notesSlides/_rels/notesSlide2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2.xml"/></Relationships>
</file>

<file path=ppt/notesSlides/_rels/notesSlide2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3.xml"/></Relationships>
</file>

<file path=ppt/notesSlides/_rels/notesSlide2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4.xml"/></Relationships>
</file>

<file path=ppt/notesSlides/_rels/notesSlide2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5.xml"/></Relationships>
</file>

<file path=ppt/notesSlides/_rels/notesSlide2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6.xml"/></Relationships>
</file>

<file path=ppt/notesSlides/_rels/notesSlide2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7.xml"/></Relationships>
</file>

<file path=ppt/notesSlides/_rels/notesSlide2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8.xml"/></Relationships>
</file>

<file path=ppt/notesSlides/_rels/notesSlide2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9.xml"/></Relationships>
</file>

<file path=ppt/notesSlides/_rels/notesSlide2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6.xml"/></Relationships>
</file>

<file path=ppt/notesSlides/_rels/notesSlide2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7.xml"/></Relationships>
</file>

<file path=ppt/notesSlides/_rels/notesSlide2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8.xml"/></Relationships>
</file>

<file path=ppt/notesSlides/_rels/notesSlide2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9.xml"/></Relationships>
</file>

<file path=ppt/notesSlides/_rels/notesSlide2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0.xml"/></Relationships>
</file>

<file path=ppt/notesSlides/_rels/notesSlide2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1.xml"/></Relationships>
</file>

<file path=ppt/notesSlides/_rels/notesSlide3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2.xml"/></Relationships>
</file>

<file path=ppt/notesSlides/_rels/notesSlide3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3.xml"/></Relationships>
</file>

<file path=ppt/notesSlides/_rels/notesSlide3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4.xml"/></Relationships>
</file>

<file path=ppt/notesSlides/_rels/notesSlide3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5.xml"/></Relationships>
</file>

<file path=ppt/notesSlides/_rels/notesSlide3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6.xml"/></Relationships>
</file>

<file path=ppt/notesSlides/_rels/notesSlide3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7.xml"/></Relationships>
</file>

<file path=ppt/notesSlides/_rels/notesSlide3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8.xml"/></Relationships>
</file>

<file path=ppt/notesSlides/_rels/notesSlide3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3.xml"/></Relationships>
</file>

<file path=ppt/notesSlides/_rels/notesSlide3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4.xml"/></Relationships>
</file>

<file path=ppt/notesSlides/_rels/notesSlide3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5.xml"/></Relationships>
</file>

<file path=ppt/notesSlides/_rels/notesSlide3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0.xml"/></Relationships>
</file>

<file path=ppt/notesSlides/_rels/notesSlide3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1.xml"/></Relationships>
</file>

<file path=ppt/notesSlides/_rels/notesSlide3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2.xml"/></Relationships>
</file>

<file path=ppt/notesSlides/_rels/notesSlide3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3.xml"/></Relationships>
</file>

<file path=ppt/notesSlides/_rels/notesSlide3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4.xml"/></Relationships>
</file>

<file path=ppt/notesSlides/_rels/notesSlide3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5.xml"/></Relationships>
</file>

<file path=ppt/notesSlides/_rels/notesSlide3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6.xml"/></Relationships>
</file>

<file path=ppt/notesSlides/_rels/notesSlide3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7.xml"/></Relationships>
</file>

<file path=ppt/notesSlides/_rels/notesSlide3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8.xml"/></Relationships>
</file>

<file path=ppt/notesSlides/_rels/notesSlide3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9.xml"/></Relationships>
</file>

<file path=ppt/notesSlides/_rels/notesSlide3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0.xml"/></Relationships>
</file>

<file path=ppt/notesSlides/_rels/notesSlide3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1.xml"/></Relationships>
</file>

<file path=ppt/notesSlides/_rels/notesSlide3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2.xml"/></Relationships>
</file>

<file path=ppt/notesSlides/_rels/notesSlide3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3.xml"/></Relationships>
</file>

<file path=ppt/notesSlides/_rels/notesSlide3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4.xml"/></Relationships>
</file>

<file path=ppt/notesSlides/_rels/notesSlide3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5.xml"/></Relationships>
</file>

<file path=ppt/notesSlides/_rels/notesSlide3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6.xml"/></Relationships>
</file>

<file path=ppt/notesSlides/_rels/notesSlide3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7.xml"/></Relationships>
</file>

<file path=ppt/notesSlides/_rels/notesSlide3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8.xml"/></Relationships>
</file>

<file path=ppt/notesSlides/_rels/notesSlide3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9.xml"/></Relationships>
</file>

<file path=ppt/notesSlides/_rels/notesSlide3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0.xml"/></Relationships>
</file>

<file path=ppt/notesSlides/_rels/notesSlide3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1.xml"/></Relationships>
</file>

<file path=ppt/notesSlides/_rels/notesSlide3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2.xml"/></Relationships>
</file>

<file path=ppt/notesSlides/_rels/notesSlide3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3.xml"/></Relationships>
</file>

<file path=ppt/notesSlides/_rels/notesSlide3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4.xml"/></Relationships>
</file>

<file path=ppt/notesSlides/_rels/notesSlide3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5.xml"/></Relationships>
</file>

<file path=ppt/notesSlides/_rels/notesSlide3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6.xml"/></Relationships>
</file>

<file path=ppt/notesSlides/_rels/notesSlide3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7.xml"/></Relationships>
</file>

<file path=ppt/notesSlides/_rels/notesSlide3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8.xml"/></Relationships>
</file>

<file path=ppt/notesSlides/_rels/notesSlide3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9.xml"/></Relationships>
</file>

<file path=ppt/notesSlides/_rels/notesSlide3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0.xml"/></Relationships>
</file>

<file path=ppt/notesSlides/_rels/notesSlide3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1.xml"/></Relationships>
</file>

<file path=ppt/notesSlides/_rels/notesSlide3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2.xml"/></Relationships>
</file>

<file path=ppt/notesSlides/_rels/notesSlide3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3.xml"/></Relationships>
</file>

<file path=ppt/notesSlides/_rels/notesSlide3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4.xml"/></Relationships>
</file>

<file path=ppt/notesSlides/_rels/notesSlide3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5.xml"/></Relationships>
</file>

<file path=ppt/notesSlides/_rels/notesSlide3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6.xml"/></Relationships>
</file>

<file path=ppt/notesSlides/_rels/notesSlide3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7.xml"/></Relationships>
</file>

<file path=ppt/notesSlides/_rels/notesSlide3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8.xml"/></Relationships>
</file>

<file path=ppt/notesSlides/_rels/notesSlide3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9.xml"/></Relationships>
</file>

<file path=ppt/notesSlides/_rels/notesSlide3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0.xml"/></Relationships>
</file>

<file path=ppt/notesSlides/_rels/notesSlide3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1.xml"/></Relationships>
</file>

<file path=ppt/notesSlides/_rels/notesSlide3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2.xml"/></Relationships>
</file>

<file path=ppt/notesSlides/_rels/notesSlide3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3.xml"/></Relationships>
</file>

<file path=ppt/notesSlides/_rels/notesSlide3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4.xml"/></Relationships>
</file>

<file path=ppt/notesSlides/_rels/notesSlide3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5.xml"/></Relationships>
</file>

<file path=ppt/notesSlides/_rels/notesSlide3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6.xml"/></Relationships>
</file>

<file path=ppt/notesSlides/_rels/notesSlide3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7.xml"/></Relationships>
</file>

<file path=ppt/notesSlides/_rels/notesSlide3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8.xml"/></Relationships>
</file>

<file path=ppt/notesSlides/_rels/notesSlide3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9.xml"/></Relationships>
</file>

<file path=ppt/notesSlides/_rels/notesSlide3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0.xml"/></Relationships>
</file>

<file path=ppt/notesSlides/_rels/notesSlide3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1.xml"/></Relationships>
</file>

<file path=ppt/notesSlides/_rels/notesSlide3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2.xml"/></Relationships>
</file>

<file path=ppt/notesSlides/_rels/notesSlide3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3.xml"/></Relationships>
</file>

<file path=ppt/notesSlides/_rels/notesSlide3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4.xml"/></Relationships>
</file>

<file path=ppt/notesSlides/_rels/notesSlide3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5.xml"/></Relationships>
</file>

<file path=ppt/notesSlides/_rels/notesSlide3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6.xml"/></Relationships>
</file>

<file path=ppt/notesSlides/_rels/notesSlide3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7.xml"/></Relationships>
</file>

<file path=ppt/notesSlides/_rels/notesSlide3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8.xml"/></Relationships>
</file>

<file path=ppt/notesSlides/_rels/notesSlide3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9.xml"/></Relationships>
</file>

<file path=ppt/notesSlides/_rels/notesSlide3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0.xml"/></Relationships>
</file>

<file path=ppt/notesSlides/_rels/notesSlide3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1.xml"/></Relationships>
</file>

<file path=ppt/notesSlides/_rels/notesSlide3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2.xml"/></Relationships>
</file>

<file path=ppt/notesSlides/_rels/notesSlide3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3.xml"/></Relationships>
</file>

<file path=ppt/notesSlides/_rels/notesSlide3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4.xml"/></Relationships>
</file>

<file path=ppt/notesSlides/_rels/notesSlide3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5.xml"/></Relationships>
</file>

<file path=ppt/notesSlides/_rels/notesSlide3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6.xml"/></Relationships>
</file>

<file path=ppt/notesSlides/_rels/notesSlide3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7.xml"/></Relationships>
</file>

<file path=ppt/notesSlides/_rels/notesSlide3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8.xml"/></Relationships>
</file>

<file path=ppt/notesSlides/_rels/notesSlide3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9.xml"/></Relationships>
</file>

<file path=ppt/notesSlides/_rels/notesSlide3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0.xml"/></Relationships>
</file>

<file path=ppt/notesSlides/_rels/notesSlide3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1.xml"/></Relationships>
</file>

<file path=ppt/notesSlides/_rels/notesSlide3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2.xml"/></Relationships>
</file>

<file path=ppt/notesSlides/_rels/notesSlide3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3.xml"/></Relationships>
</file>

<file path=ppt/notesSlides/_rels/notesSlide3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4.xml"/></Relationships>
</file>

<file path=ppt/notesSlides/_rels/notesSlide3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5.xml"/></Relationships>
</file>

<file path=ppt/notesSlides/_rels/notesSlide3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6.xml"/></Relationships>
</file>

<file path=ppt/notesSlides/_rels/notesSlide3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7.xml"/></Relationships>
</file>

<file path=ppt/notesSlides/_rels/notesSlide3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8.xml"/></Relationships>
</file>

<file path=ppt/notesSlides/_rels/notesSlide3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9.xml"/></Relationships>
</file>

<file path=ppt/notesSlides/_rels/notesSlide3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0.xml"/></Relationships>
</file>

<file path=ppt/notesSlides/_rels/notesSlide3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1.xml"/></Relationships>
</file>

<file path=ppt/notesSlides/_rels/notesSlide3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2.xml"/></Relationships>
</file>

<file path=ppt/notesSlides/_rels/notesSlide3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3.xml"/></Relationships>
</file>

<file path=ppt/notesSlides/_rels/notesSlide3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4.xml"/></Relationships>
</file>

<file path=ppt/notesSlides/_rels/notesSlide3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5.xml"/></Relationships>
</file>

<file path=ppt/notesSlides/_rels/notesSlide3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6.xml"/></Relationships>
</file>

<file path=ppt/notesSlides/_rels/notesSlide3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7.xml"/></Relationships>
</file>

<file path=ppt/notesSlides/_rels/notesSlide3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8.xml"/></Relationships>
</file>

<file path=ppt/notesSlides/_rels/notesSlide3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9.xml"/></Relationships>
</file>

<file path=ppt/notesSlides/_rels/notesSlide4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0.xml"/></Relationships>
</file>

<file path=ppt/notesSlides/_rels/notesSlide4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1.xml"/></Relationships>
</file>

<file path=ppt/notesSlides/_rels/notesSlide4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2.xml"/></Relationships>
</file>

<file path=ppt/notesSlides/_rels/notesSlide4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3.xml"/></Relationships>
</file>

<file path=ppt/notesSlides/_rels/notesSlide4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4.xml"/></Relationships>
</file>

<file path=ppt/notesSlides/_rels/notesSlide4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5.xml"/></Relationships>
</file>

<file path=ppt/notesSlides/_rels/notesSlide4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6.xml"/></Relationships>
</file>

<file path=ppt/notesSlides/_rels/notesSlide4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7.xml"/></Relationships>
</file>

<file path=ppt/notesSlides/_rels/notesSlide4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8.xml"/></Relationships>
</file>

<file path=ppt/notesSlides/_rels/notesSlide4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9.xml"/></Relationships>
</file>

<file path=ppt/notesSlides/_rels/notesSlide4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0.xml"/></Relationships>
</file>

<file path=ppt/notesSlides/_rels/notesSlide4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1.xml"/></Relationships>
</file>

<file path=ppt/notesSlides/_rels/notesSlide4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2.xml"/></Relationships>
</file>

<file path=ppt/notesSlides/_rels/notesSlide4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3.xml"/></Relationships>
</file>

<file path=ppt/notesSlides/_rels/notesSlide4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4.xml"/></Relationships>
</file>

<file path=ppt/notesSlides/_rels/notesSlide4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5.xml"/></Relationships>
</file>

<file path=ppt/notesSlides/_rels/notesSlide4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6.xml"/></Relationships>
</file>

<file path=ppt/notesSlides/_rels/notesSlide4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7.xml"/></Relationships>
</file>

<file path=ppt/notesSlides/_rels/notesSlide4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8.xml"/></Relationships>
</file>

<file path=ppt/notesSlides/_rels/notesSlide4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9.xml"/></Relationships>
</file>

<file path=ppt/notesSlides/_rels/notesSlide4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0.xml"/></Relationships>
</file>

<file path=ppt/notesSlides/_rels/notesSlide4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1.xml"/></Relationships>
</file>

<file path=ppt/notesSlides/_rels/notesSlide4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2.xml"/></Relationships>
</file>

<file path=ppt/notesSlides/_rels/notesSlide4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3.xml"/></Relationships>
</file>

<file path=ppt/notesSlides/_rels/notesSlide4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4.xml"/></Relationships>
</file>

<file path=ppt/notesSlides/_rels/notesSlide4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5.xml"/></Relationships>
</file>

<file path=ppt/notesSlides/_rels/notesSlide4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6.xml"/></Relationships>
</file>

<file path=ppt/notesSlides/_rels/notesSlide4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7.xml"/></Relationships>
</file>

<file path=ppt/notesSlides/_rels/notesSlide4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8.xml"/></Relationships>
</file>

<file path=ppt/notesSlides/_rels/notesSlide4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9.xml"/></Relationships>
</file>

<file path=ppt/notesSlides/_rels/notesSlide4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0.xml"/></Relationships>
</file>

<file path=ppt/notesSlides/_rels/notesSlide4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1.xml"/></Relationships>
</file>

<file path=ppt/notesSlides/_rels/notesSlide4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2.xml"/></Relationships>
</file>

<file path=ppt/notesSlides/_rels/notesSlide4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3.xml"/></Relationships>
</file>

<file path=ppt/notesSlides/_rels/notesSlide4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4.xml"/></Relationships>
</file>

<file path=ppt/notesSlides/_rels/notesSlide4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5.xml"/></Relationships>
</file>

<file path=ppt/notesSlides/_rels/notesSlide4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6.xml"/></Relationships>
</file>

<file path=ppt/notesSlides/_rels/notesSlide4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7.xml"/></Relationships>
</file>

<file path=ppt/notesSlides/_rels/notesSlide4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8.xml"/></Relationships>
</file>

<file path=ppt/notesSlides/_rels/notesSlide4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9.xml"/></Relationships>
</file>

<file path=ppt/notesSlides/_rels/notesSlide4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0.xml"/></Relationships>
</file>

<file path=ppt/notesSlides/_rels/notesSlide4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1.xml"/></Relationships>
</file>

<file path=ppt/notesSlides/_rels/notesSlide4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2.xml"/></Relationships>
</file>

<file path=ppt/notesSlides/_rels/notesSlide4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3.xml"/></Relationships>
</file>

<file path=ppt/notesSlides/_rels/notesSlide4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4" name="PlaceHolder 1"/>
          <p:cNvSpPr>
            <a:spLocks noGrp="1" noRot="1" noChangeAspect="1"/>
          </p:cNvSpPr>
          <p:nvPr>
            <p:ph type="sldImg"/>
          </p:nvPr>
        </p:nvSpPr>
        <p:spPr>
          <a:xfrm>
            <a:off x="685800" y="1143000"/>
            <a:ext cx="5484960" cy="3084840"/>
          </a:xfrm>
          <a:prstGeom prst="rect">
            <a:avLst/>
          </a:prstGeom>
          <a:ln w="0">
            <a:noFill/>
          </a:ln>
        </p:spPr>
      </p:sp>
      <p:sp>
        <p:nvSpPr>
          <p:cNvPr id="1265"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lstStyle/>
          <a:p>
            <a:r>
              <a:t>Titelfolie: „TypeScript Primer – Einführung in TypeScript“.</a:t>
            </a:r>
          </a:p>
          <a:p/>
          <a:p>
            <a:r>
              <a:t>Hier beginnt das Kapitel zu TypeScript, der Programmiersprache, mit der wir im gesamten Kurs arbeiten, weil Angular selbst in TypeScript geschrieben ist und alle Angular-Projekte TypeScript statt reinem JavaScript verwenden. TypeScript ist eine Erweiterung von JavaScript um ein optionales Typsystem: Man kann Variablen, Funktionsparametern und Rückgabewerten einen festen Typ zuweisen (z. B. „diese Variable ist immer eine Zahl“), wodurch viele Fehler schon während des Schreibens erkannt werden und nicht erst beim Ausführen im Browser. Begriff für die Dolmetscherin: „TypeScript“ ist ein Eigenname (Produktname), wird nicht übersetzt, ggf. als Fingeralphabet oder feste Gebärde einführen.</a:t>
            </a:r>
          </a:p>
        </p:txBody>
      </p:sp>
      <p:sp>
        <p:nvSpPr>
          <p:cNvPr id="1266" name="PlaceHolder 3"/>
          <p:cNvSpPr>
            <a:spLocks noGrp="1"/>
          </p:cNvSpPr>
          <p:nvPr>
            <p:ph type="sldNum" idx="67"/>
          </p:nvPr>
        </p:nvSpPr>
        <p:spPr>
          <a:xfrm>
            <a:off x="3884760" y="8685360"/>
            <a:ext cx="2970360" cy="457200"/>
          </a:xfrm>
          <a:prstGeom prst="rect">
            <a:avLst/>
          </a:prstGeom>
          <a:noFill/>
          <a:ln w="0">
            <a:noFill/>
          </a:ln>
        </p:spPr>
        <p:txBody>
          <a:bodyPr lIns="91440" tIns="45720" rIns="91440" bIns="45720" anchor="b">
            <a:noAutofit/>
          </a:bodyPr>
          <a:lstStyle>
            <a:lvl1pPr indent="0" algn="r">
              <a:lnSpc>
                <a:spcPct val="100000"/>
              </a:lnSpc>
              <a:buNone/>
              <a:tabLst>
                <a:tab pos="0" algn="l"/>
              </a:tabLst>
              <a:defRPr lang="de-DE" sz="1200" b="0" u="none" strike="noStrike">
                <a:solidFill>
                  <a:srgbClr val="000000"/>
                </a:solidFill>
                <a:uFillTx/>
                <a:latin typeface="Times New Roman"/>
              </a:defRPr>
            </a:lvl1pPr>
          </a:lstStyle>
          <a:p>
            <a:pPr indent="0" algn="r">
              <a:lnSpc>
                <a:spcPct val="100000"/>
              </a:lnSpc>
              <a:buNone/>
              <a:tabLst>
                <a:tab pos="0" algn="l"/>
              </a:tabLst>
            </a:pPr>
            <a:fld id="{902F1A6B-D142-4EA5-A108-9EF038E29D90}" type="slidenum">
              <a:rPr lang="de-DE" sz="1200" b="0" u="none" strike="noStrike">
                <a:solidFill>
                  <a:srgbClr val="000000"/>
                </a:solidFill>
                <a:uFillTx/>
                <a:latin typeface="Times New Roman"/>
              </a:rPr>
              <a:t>1</a:t>
            </a:fld>
            <a:endParaRPr lang="de-DE" sz="1200" b="0" u="none" strike="noStrike">
              <a:solidFill>
                <a:srgbClr val="000000"/>
              </a:solidFill>
              <a:uFillTx/>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7" name="PlaceHolder 1"/>
          <p:cNvSpPr>
            <a:spLocks noGrp="1" noRot="1" noChangeAspect="1"/>
          </p:cNvSpPr>
          <p:nvPr>
            <p:ph type="sldImg"/>
          </p:nvPr>
        </p:nvSpPr>
        <p:spPr>
          <a:xfrm>
            <a:off x="685800" y="1143000"/>
            <a:ext cx="5484960" cy="3084840"/>
          </a:xfrm>
          <a:prstGeom prst="rect">
            <a:avLst/>
          </a:prstGeom>
          <a:ln w="0">
            <a:noFill/>
          </a:ln>
        </p:spPr>
      </p:sp>
      <p:sp>
        <p:nvSpPr>
          <p:cNvPr id="1268"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lstStyle/>
          <a:p>
            <a:r>
              <a:t>Folie „TypeScript is just JavaScript“ (vier zentrale Kernaussagen zu TypeScript, in Englisch, da es feste Aussagen aus der offiziellen TypeScript-Dokumentation sind).</a:t>
            </a:r>
          </a:p>
          <a:p/>
          <a:p>
            <a:r>
              <a:t>1. „TypeScript is just JavaScript“: Jeder gültige JavaScript-Code ist automatisch auch gültiger TypeScript-Code – man muss nicht alles neu lernen, TypeScript baut direkt auf JavaScript auf. 2. „TypeScript supports other JS libraries“: Bestehende JavaScript-Bibliotheken lassen sich weiterhin benutzen, TypeScript ist damit kompatibel. 3. „JavaScript is TypeScript“ (umgekehrte Betonung derselben Idee wie Punkt 1). 4. „TypeScript is portable“: Der am Ende erzeugte JavaScript-Code läuft überall dort, wo auch normales JavaScript läuft (Browser, Server mit Node.js usw.), TypeScript ist also kein eigenes, isoliertes Ökosystem.</a:t>
            </a:r>
          </a:p>
        </p:txBody>
      </p:sp>
      <p:sp>
        <p:nvSpPr>
          <p:cNvPr id="1269" name="PlaceHolder 3"/>
          <p:cNvSpPr>
            <a:spLocks noGrp="1"/>
          </p:cNvSpPr>
          <p:nvPr>
            <p:ph type="sldNum" idx="68"/>
          </p:nvPr>
        </p:nvSpPr>
        <p:spPr>
          <a:xfrm>
            <a:off x="3884760" y="8685360"/>
            <a:ext cx="2970360" cy="457200"/>
          </a:xfrm>
          <a:prstGeom prst="rect">
            <a:avLst/>
          </a:prstGeom>
          <a:noFill/>
          <a:ln w="0">
            <a:noFill/>
          </a:ln>
        </p:spPr>
        <p:txBody>
          <a:bodyPr lIns="91440" tIns="45720" rIns="91440" bIns="45720" anchor="b">
            <a:noAutofit/>
          </a:bodyPr>
          <a:lstStyle>
            <a:lvl1pPr indent="0" algn="r">
              <a:lnSpc>
                <a:spcPct val="100000"/>
              </a:lnSpc>
              <a:buNone/>
              <a:tabLst>
                <a:tab pos="0" algn="l"/>
              </a:tabLst>
              <a:defRPr lang="de-DE" sz="1200" b="0" u="none" strike="noStrike">
                <a:solidFill>
                  <a:srgbClr val="000000"/>
                </a:solidFill>
                <a:uFillTx/>
                <a:latin typeface="Times New Roman"/>
              </a:defRPr>
            </a:lvl1pPr>
          </a:lstStyle>
          <a:p>
            <a:pPr indent="0" algn="r">
              <a:lnSpc>
                <a:spcPct val="100000"/>
              </a:lnSpc>
              <a:buNone/>
              <a:tabLst>
                <a:tab pos="0" algn="l"/>
              </a:tabLst>
            </a:pPr>
            <a:fld id="{73E3C36D-5466-4241-982E-2E9E6A5250A8}" type="slidenum">
              <a:rPr lang="de-DE" sz="1200" b="0" u="none" strike="noStrike">
                <a:solidFill>
                  <a:srgbClr val="000000"/>
                </a:solidFill>
                <a:uFillTx/>
                <a:latin typeface="Times New Roman"/>
              </a:rPr>
              <a:t>7</a:t>
            </a:fld>
            <a:endParaRPr lang="de-DE" sz="1200" b="0" u="none" strike="noStrike">
              <a:solidFill>
                <a:srgbClr val="000000"/>
              </a:solidFill>
              <a:uFillTx/>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0" name="PlaceHolder 1"/>
          <p:cNvSpPr>
            <a:spLocks noGrp="1" noRot="1" noChangeAspect="1"/>
          </p:cNvSpPr>
          <p:nvPr>
            <p:ph type="sldImg"/>
          </p:nvPr>
        </p:nvSpPr>
        <p:spPr>
          <a:xfrm>
            <a:off x="685800" y="1143000"/>
            <a:ext cx="5484960" cy="3084840"/>
          </a:xfrm>
          <a:prstGeom prst="rect">
            <a:avLst/>
          </a:prstGeom>
          <a:ln w="0">
            <a:noFill/>
          </a:ln>
        </p:spPr>
      </p:sp>
      <p:sp>
        <p:nvSpPr>
          <p:cNvPr id="1271"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lstStyle/>
          <a:p>
            <a:r>
              <a:t>Folie: „Type Hierarchy“.</a:t>
            </a:r>
          </a:p>
          <a:p/>
          <a:p>
            <a:r>
              <a:t>Die Folie zeigt drei Ebenen untereinander. Ganz oben steht „any“. Das ist ein Typ, der jeden Wert erlaubt. Darunter stehen die eingebauten Typen, englisch „build-in“, zum Beispiel Zahl, Text und Wahrheitswert. Ganz unten stehen die selbst definierten Typen, englisch „user-defined“, zum Beispiel eigene Klassen und Schnittstellen.</a:t>
            </a:r>
          </a:p>
          <a:p/>
          <a:p>
            <a:r>
              <a:t>Das Bild ist stark vereinfacht. Wichtig ist die Idee: Jeder konkrete Typ ist ein Sonderfall von „any“. Deshalb darf man jeden Wert einer „any“-Variable zuweisen. Genau das ist aber gefährlich, denn dann prüft der Compiler nichts mehr. In eigenem Code sollte man „any“ deshalb möglichst vermeiden.</a:t>
            </a:r>
          </a:p>
        </p:txBody>
      </p:sp>
      <p:sp>
        <p:nvSpPr>
          <p:cNvPr id="1272" name="PlaceHolder 3"/>
          <p:cNvSpPr>
            <a:spLocks noGrp="1"/>
          </p:cNvSpPr>
          <p:nvPr>
            <p:ph type="sldNum" idx="69"/>
          </p:nvPr>
        </p:nvSpPr>
        <p:spPr>
          <a:xfrm>
            <a:off x="3884760" y="8685360"/>
            <a:ext cx="2970360" cy="457200"/>
          </a:xfrm>
          <a:prstGeom prst="rect">
            <a:avLst/>
          </a:prstGeom>
          <a:noFill/>
          <a:ln w="0">
            <a:noFill/>
          </a:ln>
        </p:spPr>
        <p:txBody>
          <a:bodyPr lIns="91440" tIns="45720" rIns="91440" bIns="45720" anchor="b">
            <a:noAutofit/>
          </a:bodyPr>
          <a:lstStyle>
            <a:lvl1pPr indent="0" algn="r">
              <a:lnSpc>
                <a:spcPct val="100000"/>
              </a:lnSpc>
              <a:buNone/>
              <a:tabLst>
                <a:tab pos="0" algn="l"/>
              </a:tabLst>
              <a:defRPr lang="de-DE" sz="1200" b="0" u="none" strike="noStrike">
                <a:solidFill>
                  <a:srgbClr val="000000"/>
                </a:solidFill>
                <a:uFillTx/>
                <a:latin typeface="Times New Roman"/>
              </a:defRPr>
            </a:lvl1pPr>
          </a:lstStyle>
          <a:p>
            <a:pPr indent="0" algn="r">
              <a:lnSpc>
                <a:spcPct val="100000"/>
              </a:lnSpc>
              <a:buNone/>
              <a:tabLst>
                <a:tab pos="0" algn="l"/>
              </a:tabLst>
            </a:pPr>
            <a:fld id="{DC6DE11F-4E5D-4CC3-BD3B-3978DE8BC536}" type="slidenum">
              <a:rPr lang="de-DE" sz="1200" b="0" u="none" strike="noStrike">
                <a:solidFill>
                  <a:srgbClr val="000000"/>
                </a:solidFill>
                <a:uFillTx/>
                <a:latin typeface="Times New Roman"/>
              </a:rPr>
              <a:t>10</a:t>
            </a:fld>
            <a:endParaRPr lang="de-DE" sz="1200" b="0" u="none" strike="noStrike">
              <a:solidFill>
                <a:srgbClr val="000000"/>
              </a:solidFill>
              <a:uFillTx/>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3" name="PlaceHolder 1"/>
          <p:cNvSpPr>
            <a:spLocks noGrp="1" noRot="1" noChangeAspect="1"/>
          </p:cNvSpPr>
          <p:nvPr>
            <p:ph type="sldImg"/>
          </p:nvPr>
        </p:nvSpPr>
        <p:spPr>
          <a:xfrm>
            <a:off x="685800" y="1143000"/>
            <a:ext cx="5484960" cy="3084840"/>
          </a:xfrm>
          <a:prstGeom prst="rect">
            <a:avLst/>
          </a:prstGeom>
          <a:ln w="0">
            <a:noFill/>
          </a:ln>
        </p:spPr>
      </p:sp>
      <p:sp>
        <p:nvSpPr>
          <p:cNvPr id="1274"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lstStyle/>
          <a:p>
            <a:r>
              <a:t>Folie „Schnittstellen – Interfaces“.</a:t>
            </a:r>
          </a:p>
          <a:p/>
          <a:p>
            <a:r>
              <a:t>Ein Interface beschreibt nur, welche Eigenschaften und Methoden-Signaturen etwas haben muss (die „externe Sicht“), aber nicht, wie diese intern umgesetzt sind. Es legt also einen Vertrag fest, den eine Klasse einhalten muss, ohne selbst Programmlogik zu enthalten.</a:t>
            </a:r>
          </a:p>
        </p:txBody>
      </p:sp>
      <p:sp>
        <p:nvSpPr>
          <p:cNvPr id="1275" name="PlaceHolder 3"/>
          <p:cNvSpPr>
            <a:spLocks noGrp="1"/>
          </p:cNvSpPr>
          <p:nvPr>
            <p:ph type="sldNum" idx="70"/>
          </p:nvPr>
        </p:nvSpPr>
        <p:spPr>
          <a:xfrm>
            <a:off x="3884760" y="8685360"/>
            <a:ext cx="2970360" cy="457200"/>
          </a:xfrm>
          <a:prstGeom prst="rect">
            <a:avLst/>
          </a:prstGeom>
          <a:noFill/>
          <a:ln w="0">
            <a:noFill/>
          </a:ln>
        </p:spPr>
        <p:txBody>
          <a:bodyPr lIns="91440" tIns="45720" rIns="91440" bIns="45720" anchor="b">
            <a:noAutofit/>
          </a:bodyPr>
          <a:lstStyle>
            <a:lvl1pPr indent="0" algn="r">
              <a:lnSpc>
                <a:spcPct val="100000"/>
              </a:lnSpc>
              <a:buNone/>
              <a:tabLst>
                <a:tab pos="0" algn="l"/>
              </a:tabLst>
              <a:defRPr lang="de-DE" sz="1200" b="0" u="none" strike="noStrike">
                <a:solidFill>
                  <a:schemeClr val="dk1"/>
                </a:solidFill>
                <a:uFillTx/>
                <a:latin typeface="Arial"/>
              </a:defRPr>
            </a:lvl1pPr>
          </a:lstStyle>
          <a:p>
            <a:pPr indent="0" algn="r">
              <a:lnSpc>
                <a:spcPct val="100000"/>
              </a:lnSpc>
              <a:buNone/>
              <a:tabLst>
                <a:tab pos="0" algn="l"/>
              </a:tabLst>
            </a:pPr>
            <a:fld id="{DF9B3933-6D97-4A47-B86C-0466C1C1768E}" type="slidenum">
              <a:rPr lang="de-DE" sz="1200" b="0" u="none" strike="noStrike">
                <a:solidFill>
                  <a:schemeClr val="dk1"/>
                </a:solidFill>
                <a:uFillTx/>
                <a:latin typeface="Arial"/>
              </a:rPr>
              <a:t>40</a:t>
            </a:fld>
            <a:endParaRPr lang="de-DE" sz="1200" b="0" u="none" strike="noStrike">
              <a:solidFill>
                <a:srgbClr val="000000"/>
              </a:solidFill>
              <a:uFillTx/>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6" name="PlaceHolder 1"/>
          <p:cNvSpPr>
            <a:spLocks noGrp="1" noRot="1" noChangeAspect="1"/>
          </p:cNvSpPr>
          <p:nvPr>
            <p:ph type="sldImg"/>
          </p:nvPr>
        </p:nvSpPr>
        <p:spPr>
          <a:xfrm>
            <a:off x="685800" y="1143000"/>
            <a:ext cx="5484960" cy="3084840"/>
          </a:xfrm>
          <a:prstGeom prst="rect">
            <a:avLst/>
          </a:prstGeom>
          <a:ln w="0">
            <a:noFill/>
          </a:ln>
        </p:spPr>
      </p:sp>
      <p:sp>
        <p:nvSpPr>
          <p:cNvPr id="1277"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lstStyle/>
          <a:p>
            <a:r>
              <a:t>Überleitungsfolie „Beispiel Interface“ – kündigt die folgenden zwei Codebeispiele zu Interfaces an.</a:t>
            </a:r>
          </a:p>
        </p:txBody>
      </p:sp>
      <p:sp>
        <p:nvSpPr>
          <p:cNvPr id="1278" name="PlaceHolder 3"/>
          <p:cNvSpPr>
            <a:spLocks noGrp="1"/>
          </p:cNvSpPr>
          <p:nvPr>
            <p:ph type="sldNum" idx="71"/>
          </p:nvPr>
        </p:nvSpPr>
        <p:spPr>
          <a:xfrm>
            <a:off x="3884760" y="8685360"/>
            <a:ext cx="2970360" cy="457200"/>
          </a:xfrm>
          <a:prstGeom prst="rect">
            <a:avLst/>
          </a:prstGeom>
          <a:noFill/>
          <a:ln w="0">
            <a:noFill/>
          </a:ln>
        </p:spPr>
        <p:txBody>
          <a:bodyPr lIns="91440" tIns="45720" rIns="91440" bIns="45720" anchor="b">
            <a:noAutofit/>
          </a:bodyPr>
          <a:lstStyle>
            <a:lvl1pPr indent="0" algn="r">
              <a:lnSpc>
                <a:spcPct val="100000"/>
              </a:lnSpc>
              <a:buNone/>
              <a:tabLst>
                <a:tab pos="0" algn="l"/>
              </a:tabLst>
              <a:defRPr lang="de-DE" sz="1200" b="0" u="none" strike="noStrike">
                <a:solidFill>
                  <a:schemeClr val="dk1"/>
                </a:solidFill>
                <a:uFillTx/>
                <a:latin typeface="Arial"/>
              </a:defRPr>
            </a:lvl1pPr>
          </a:lstStyle>
          <a:p>
            <a:pPr indent="0" algn="r">
              <a:lnSpc>
                <a:spcPct val="100000"/>
              </a:lnSpc>
              <a:buNone/>
              <a:tabLst>
                <a:tab pos="0" algn="l"/>
              </a:tabLst>
            </a:pPr>
            <a:fld id="{AE17C355-1F96-4E6E-8215-2CB69B9D0FF1}" type="slidenum">
              <a:rPr lang="de-DE" sz="1200" b="0" u="none" strike="noStrike">
                <a:solidFill>
                  <a:schemeClr val="dk1"/>
                </a:solidFill>
                <a:uFillTx/>
                <a:latin typeface="Arial"/>
              </a:rPr>
              <a:t>43</a:t>
            </a:fld>
            <a:endParaRPr lang="de-DE" sz="1200" b="0" u="none" strike="noStrike">
              <a:solidFill>
                <a:srgbClr val="000000"/>
              </a:solidFill>
              <a:uFillTx/>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9" name="PlaceHolder 1"/>
          <p:cNvSpPr>
            <a:spLocks noGrp="1" noRot="1" noChangeAspect="1"/>
          </p:cNvSpPr>
          <p:nvPr>
            <p:ph type="sldImg"/>
          </p:nvPr>
        </p:nvSpPr>
        <p:spPr>
          <a:xfrm>
            <a:off x="685800" y="1143000"/>
            <a:ext cx="5484960" cy="3084840"/>
          </a:xfrm>
          <a:prstGeom prst="rect">
            <a:avLst/>
          </a:prstGeom>
          <a:ln w="0">
            <a:noFill/>
          </a:ln>
        </p:spPr>
      </p:sp>
      <p:sp>
        <p:nvSpPr>
          <p:cNvPr id="1280"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lstStyle/>
          <a:p>
            <a:r>
              <a:t>Folie „Sichtbarkeit“ – die drei Zugriffsstufen für Eigenschaften/Methoden. „public“: von überall zugreifbar. „protected“: nur von der eigenen Klasse und ihren Unterklassen (Vererbung) zugreifbar. „private“: nur innerhalb der eigenen Klasse selbst zugreifbar, nicht einmal von Unterklassen.</a:t>
            </a:r>
          </a:p>
        </p:txBody>
      </p:sp>
      <p:sp>
        <p:nvSpPr>
          <p:cNvPr id="1281" name="PlaceHolder 3"/>
          <p:cNvSpPr>
            <a:spLocks noGrp="1"/>
          </p:cNvSpPr>
          <p:nvPr>
            <p:ph type="sldNum" idx="72"/>
          </p:nvPr>
        </p:nvSpPr>
        <p:spPr>
          <a:xfrm>
            <a:off x="3884760" y="8685360"/>
            <a:ext cx="2970360" cy="457200"/>
          </a:xfrm>
          <a:prstGeom prst="rect">
            <a:avLst/>
          </a:prstGeom>
          <a:noFill/>
          <a:ln w="0">
            <a:noFill/>
          </a:ln>
        </p:spPr>
        <p:txBody>
          <a:bodyPr lIns="91440" tIns="45720" rIns="91440" bIns="45720" anchor="b">
            <a:noAutofit/>
          </a:bodyPr>
          <a:lstStyle>
            <a:lvl1pPr indent="0" algn="r">
              <a:lnSpc>
                <a:spcPct val="100000"/>
              </a:lnSpc>
              <a:buNone/>
              <a:tabLst>
                <a:tab pos="0" algn="l"/>
              </a:tabLst>
              <a:defRPr lang="de-DE" sz="1200" b="0" u="none" strike="noStrike">
                <a:solidFill>
                  <a:schemeClr val="dk1"/>
                </a:solidFill>
                <a:uFillTx/>
                <a:latin typeface="Arial"/>
              </a:defRPr>
            </a:lvl1pPr>
          </a:lstStyle>
          <a:p>
            <a:pPr indent="0" algn="r">
              <a:lnSpc>
                <a:spcPct val="100000"/>
              </a:lnSpc>
              <a:buNone/>
              <a:tabLst>
                <a:tab pos="0" algn="l"/>
              </a:tabLst>
            </a:pPr>
            <a:fld id="{AB2AD8DC-9C85-4430-9816-F231AC4EBF42}" type="slidenum">
              <a:rPr lang="de-DE" sz="1200" b="0" u="none" strike="noStrike">
                <a:solidFill>
                  <a:schemeClr val="dk1"/>
                </a:solidFill>
                <a:uFillTx/>
                <a:latin typeface="Arial"/>
              </a:rPr>
              <a:t>52</a:t>
            </a:fld>
            <a:endParaRPr lang="de-DE" sz="1200" b="0" u="none" strike="noStrike">
              <a:solidFill>
                <a:srgbClr val="000000"/>
              </a:solidFill>
              <a:uFillTx/>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2" name="PlaceHolder 1"/>
          <p:cNvSpPr>
            <a:spLocks noGrp="1" noRot="1" noChangeAspect="1"/>
          </p:cNvSpPr>
          <p:nvPr>
            <p:ph type="sldImg"/>
          </p:nvPr>
        </p:nvSpPr>
        <p:spPr>
          <a:xfrm>
            <a:off x="685800" y="1143000"/>
            <a:ext cx="5484960" cy="3084840"/>
          </a:xfrm>
          <a:prstGeom prst="rect">
            <a:avLst/>
          </a:prstGeom>
          <a:ln w="0">
            <a:noFill/>
          </a:ln>
        </p:spPr>
      </p:sp>
      <p:sp>
        <p:nvSpPr>
          <p:cNvPr id="1283"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lstStyle/>
          <a:p>
            <a:r>
              <a:t>Folie: „Interfaces und Klassen im Diagramm“.</a:t>
            </a:r>
          </a:p>
          <a:p/>
          <a:p>
            <a:r>
              <a:t>Das Bild ist ein Klassendiagramm in der Schreibweise „UML“. Oben stehen zwei Schnittstellen mit den Namen „Flushable“ und „Writeable“. Darunter steht eine Klasse „Writer“. Die gestrichelten Pfeile von „Writer“ zu den beiden Schnittstellen bedeuten: „Writer“ setzt beide Schnittstellen um. Die Klasse muss deshalb alle dort verlangten Methoden anbieten, hier zum Beispiel „write“ und „flush“.</a:t>
            </a:r>
          </a:p>
          <a:p/>
          <a:p>
            <a:r>
              <a:t>Das Beispiel stammt ursprünglich aus der Java-Welt. Die Idee gilt aber genauso in TypeScript: Eine Klasse kann mehrere Schnittstellen gleichzeitig erfüllen. Auf der nächsten Folie sehen wir das als TypeScript-Code.</a:t>
            </a:r>
          </a:p>
        </p:txBody>
      </p:sp>
      <p:sp>
        <p:nvSpPr>
          <p:cNvPr id="1284" name="PlaceHolder 3"/>
          <p:cNvSpPr>
            <a:spLocks noGrp="1"/>
          </p:cNvSpPr>
          <p:nvPr>
            <p:ph type="sldNum" idx="73"/>
          </p:nvPr>
        </p:nvSpPr>
        <p:spPr>
          <a:xfrm>
            <a:off x="3884760" y="8685360"/>
            <a:ext cx="2970360" cy="457200"/>
          </a:xfrm>
          <a:prstGeom prst="rect">
            <a:avLst/>
          </a:prstGeom>
          <a:noFill/>
          <a:ln w="0">
            <a:noFill/>
          </a:ln>
        </p:spPr>
        <p:txBody>
          <a:bodyPr lIns="91440" tIns="45720" rIns="91440" bIns="45720" anchor="b">
            <a:noAutofit/>
          </a:bodyPr>
          <a:lstStyle>
            <a:lvl1pPr indent="0" algn="r">
              <a:lnSpc>
                <a:spcPct val="100000"/>
              </a:lnSpc>
              <a:buNone/>
              <a:tabLst>
                <a:tab pos="0" algn="l"/>
              </a:tabLst>
              <a:defRPr lang="de-DE" sz="1200" b="0" u="none" strike="noStrike">
                <a:solidFill>
                  <a:schemeClr val="dk1"/>
                </a:solidFill>
                <a:uFillTx/>
                <a:latin typeface="Arial"/>
              </a:defRPr>
            </a:lvl1pPr>
          </a:lstStyle>
          <a:p>
            <a:pPr indent="0" algn="r">
              <a:lnSpc>
                <a:spcPct val="100000"/>
              </a:lnSpc>
              <a:buNone/>
              <a:tabLst>
                <a:tab pos="0" algn="l"/>
              </a:tabLst>
            </a:pPr>
            <a:fld id="{DC4EE87C-AE95-45FF-94CA-FBAB221F952C}" type="slidenum">
              <a:rPr lang="de-DE" sz="1200" b="0" u="none" strike="noStrike">
                <a:solidFill>
                  <a:schemeClr val="dk1"/>
                </a:solidFill>
                <a:uFillTx/>
                <a:latin typeface="Arial"/>
              </a:rPr>
              <a:t>57</a:t>
            </a:fld>
            <a:endParaRPr lang="de-DE" sz="1200" b="0" u="none" strike="noStrike">
              <a:solidFill>
                <a:srgbClr val="000000"/>
              </a:solidFill>
              <a:uFillTx/>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5" name="PlaceHolder 1"/>
          <p:cNvSpPr>
            <a:spLocks noGrp="1" noRot="1" noChangeAspect="1"/>
          </p:cNvSpPr>
          <p:nvPr>
            <p:ph type="sldImg"/>
          </p:nvPr>
        </p:nvSpPr>
        <p:spPr>
          <a:xfrm>
            <a:off x="685800" y="1143000"/>
            <a:ext cx="5484960" cy="3084840"/>
          </a:xfrm>
          <a:prstGeom prst="rect">
            <a:avLst/>
          </a:prstGeom>
          <a:ln w="0">
            <a:noFill/>
          </a:ln>
        </p:spPr>
      </p:sp>
      <p:sp>
        <p:nvSpPr>
          <p:cNvPr id="1286"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lstStyle/>
          <a:p>
            <a:r>
              <a:t>Überleitungsfolie „Vererbung“ – leitet das Thema Klassenvererbung ein.</a:t>
            </a:r>
          </a:p>
        </p:txBody>
      </p:sp>
      <p:sp>
        <p:nvSpPr>
          <p:cNvPr id="1287" name="PlaceHolder 3"/>
          <p:cNvSpPr>
            <a:spLocks noGrp="1"/>
          </p:cNvSpPr>
          <p:nvPr>
            <p:ph type="sldNum" idx="74"/>
          </p:nvPr>
        </p:nvSpPr>
        <p:spPr>
          <a:xfrm>
            <a:off x="3884760" y="8685360"/>
            <a:ext cx="2970360" cy="457200"/>
          </a:xfrm>
          <a:prstGeom prst="rect">
            <a:avLst/>
          </a:prstGeom>
          <a:noFill/>
          <a:ln w="0">
            <a:noFill/>
          </a:ln>
        </p:spPr>
        <p:txBody>
          <a:bodyPr lIns="91440" tIns="45720" rIns="91440" bIns="45720" anchor="b">
            <a:noAutofit/>
          </a:bodyPr>
          <a:lstStyle>
            <a:lvl1pPr indent="0" algn="r">
              <a:lnSpc>
                <a:spcPct val="100000"/>
              </a:lnSpc>
              <a:buNone/>
              <a:tabLst>
                <a:tab pos="0" algn="l"/>
              </a:tabLst>
              <a:defRPr lang="de-DE" sz="1200" b="0" u="none" strike="noStrike">
                <a:solidFill>
                  <a:schemeClr val="dk1"/>
                </a:solidFill>
                <a:uFillTx/>
                <a:latin typeface="Arial"/>
              </a:defRPr>
            </a:lvl1pPr>
          </a:lstStyle>
          <a:p>
            <a:pPr indent="0" algn="r">
              <a:lnSpc>
                <a:spcPct val="100000"/>
              </a:lnSpc>
              <a:buNone/>
              <a:tabLst>
                <a:tab pos="0" algn="l"/>
              </a:tabLst>
            </a:pPr>
            <a:fld id="{F9ED2B1D-6EB8-40F5-9588-8B45348A3605}" type="slidenum">
              <a:rPr lang="de-DE" sz="1200" b="0" u="none" strike="noStrike">
                <a:solidFill>
                  <a:schemeClr val="dk1"/>
                </a:solidFill>
                <a:uFillTx/>
                <a:latin typeface="Arial"/>
              </a:rPr>
              <a:t>59</a:t>
            </a:fld>
            <a:endParaRPr lang="de-DE" sz="1200" b="0" u="none" strike="noStrike">
              <a:solidFill>
                <a:srgbClr val="000000"/>
              </a:solidFill>
              <a:uFillTx/>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8" name="PlaceHolder 1"/>
          <p:cNvSpPr>
            <a:spLocks noGrp="1" noRot="1" noChangeAspect="1"/>
          </p:cNvSpPr>
          <p:nvPr>
            <p:ph type="sldImg"/>
          </p:nvPr>
        </p:nvSpPr>
        <p:spPr>
          <a:xfrm>
            <a:off x="685800" y="1143000"/>
            <a:ext cx="5484960" cy="3084840"/>
          </a:xfrm>
          <a:prstGeom prst="rect">
            <a:avLst/>
          </a:prstGeom>
          <a:ln w="0">
            <a:noFill/>
          </a:ln>
        </p:spPr>
      </p:sp>
      <p:sp>
        <p:nvSpPr>
          <p:cNvPr id="1289"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lstStyle/>
          <a:p>
            <a:r>
              <a:t>Übung 4 (Erstelle Initiales Projekt): Terminal öffnen, falls nötig das Angular CLI global installieren, in einen passenden Ordner navigieren und dort ein neues Angular-Projekt per „ng new“ anlegen – der erste eigene, praktische Schritt im Kurs mit einem lauffähigen Projekt.</a:t>
            </a:r>
          </a:p>
        </p:txBody>
      </p:sp>
      <p:sp>
        <p:nvSpPr>
          <p:cNvPr id="1290" name="PlaceHolder 3"/>
          <p:cNvSpPr>
            <a:spLocks noGrp="1"/>
          </p:cNvSpPr>
          <p:nvPr>
            <p:ph type="sldNum" idx="75"/>
          </p:nvPr>
        </p:nvSpPr>
        <p:spPr>
          <a:xfrm>
            <a:off x="3884760" y="8685360"/>
            <a:ext cx="2970360" cy="457200"/>
          </a:xfrm>
          <a:prstGeom prst="rect">
            <a:avLst/>
          </a:prstGeom>
          <a:noFill/>
          <a:ln w="0">
            <a:noFill/>
          </a:ln>
        </p:spPr>
        <p:txBody>
          <a:bodyPr lIns="91440" tIns="45720" rIns="91440" bIns="45720" anchor="b">
            <a:noAutofit/>
          </a:bodyPr>
          <a:lstStyle>
            <a:lvl1pPr indent="0" algn="r">
              <a:lnSpc>
                <a:spcPct val="100000"/>
              </a:lnSpc>
              <a:buNone/>
              <a:tabLst>
                <a:tab pos="0" algn="l"/>
              </a:tabLst>
              <a:defRPr lang="de-DE" sz="1200" b="0" u="none" strike="noStrike">
                <a:solidFill>
                  <a:srgbClr val="000000"/>
                </a:solidFill>
                <a:uFillTx/>
                <a:latin typeface="Times New Roman"/>
              </a:defRPr>
            </a:lvl1pPr>
          </a:lstStyle>
          <a:p>
            <a:pPr indent="0" algn="r">
              <a:lnSpc>
                <a:spcPct val="100000"/>
              </a:lnSpc>
              <a:buNone/>
              <a:tabLst>
                <a:tab pos="0" algn="l"/>
              </a:tabLst>
            </a:pPr>
            <a:fld id="{E2C8369E-A6DA-428B-9DE1-8EA362EBA4E5}" type="slidenum">
              <a:rPr lang="de-DE" sz="1200" b="0" u="none" strike="noStrike">
                <a:solidFill>
                  <a:srgbClr val="000000"/>
                </a:solidFill>
                <a:uFillTx/>
                <a:latin typeface="Times New Roman"/>
              </a:rPr>
              <a:t>81</a:t>
            </a:fld>
            <a:endParaRPr lang="de-DE" sz="1200" b="0" u="none" strike="noStrike">
              <a:solidFill>
                <a:srgbClr val="000000"/>
              </a:solidFill>
              <a:uFillTx/>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1" name="PlaceHolder 1"/>
          <p:cNvSpPr>
            <a:spLocks noGrp="1" noRot="1" noChangeAspect="1"/>
          </p:cNvSpPr>
          <p:nvPr>
            <p:ph type="sldImg"/>
          </p:nvPr>
        </p:nvSpPr>
        <p:spPr>
          <a:xfrm>
            <a:off x="685800" y="1143000"/>
            <a:ext cx="5484960" cy="3084840"/>
          </a:xfrm>
          <a:prstGeom prst="rect">
            <a:avLst/>
          </a:prstGeom>
          <a:ln w="0">
            <a:noFill/>
          </a:ln>
        </p:spPr>
      </p:sp>
      <p:sp>
        <p:nvSpPr>
          <p:cNvPr id="1292"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lstStyle/>
          <a:p>
            <a:r>
              <a:t>Bildfolie „Die aktualisierte Seite“ – zeigt vermutlich einen Screenshot des Browsers nach den zuvor beschriebenen Änderungen, zur Bestätigung, dass alles funktioniert hat.</a:t>
            </a:r>
          </a:p>
        </p:txBody>
      </p:sp>
      <p:sp>
        <p:nvSpPr>
          <p:cNvPr id="1293" name="PlaceHolder 3"/>
          <p:cNvSpPr>
            <a:spLocks noGrp="1"/>
          </p:cNvSpPr>
          <p:nvPr>
            <p:ph type="sldNum" idx="76"/>
          </p:nvPr>
        </p:nvSpPr>
        <p:spPr>
          <a:xfrm>
            <a:off x="3884760" y="8685360"/>
            <a:ext cx="2970360" cy="457200"/>
          </a:xfrm>
          <a:prstGeom prst="rect">
            <a:avLst/>
          </a:prstGeom>
          <a:noFill/>
          <a:ln w="0">
            <a:noFill/>
          </a:ln>
        </p:spPr>
        <p:txBody>
          <a:bodyPr lIns="91440" tIns="45720" rIns="91440" bIns="45720" anchor="b">
            <a:noAutofit/>
          </a:bodyPr>
          <a:lstStyle>
            <a:lvl1pPr indent="0" algn="r">
              <a:lnSpc>
                <a:spcPct val="100000"/>
              </a:lnSpc>
              <a:buNone/>
              <a:tabLst>
                <a:tab pos="0" algn="l"/>
              </a:tabLst>
              <a:defRPr lang="de-DE" sz="1200" b="0" u="none" strike="noStrike">
                <a:solidFill>
                  <a:srgbClr val="000000"/>
                </a:solidFill>
                <a:uFillTx/>
                <a:latin typeface="Times New Roman"/>
              </a:defRPr>
            </a:lvl1pPr>
          </a:lstStyle>
          <a:p>
            <a:pPr indent="0" algn="r">
              <a:lnSpc>
                <a:spcPct val="100000"/>
              </a:lnSpc>
              <a:buNone/>
              <a:tabLst>
                <a:tab pos="0" algn="l"/>
              </a:tabLst>
            </a:pPr>
            <a:fld id="{366E1368-8591-4C64-873B-004456A25F77}" type="slidenum">
              <a:rPr lang="de-DE" sz="1200" b="0" u="none" strike="noStrike">
                <a:solidFill>
                  <a:srgbClr val="000000"/>
                </a:solidFill>
                <a:uFillTx/>
                <a:latin typeface="Times New Roman"/>
              </a:rPr>
              <a:t>83</a:t>
            </a:fld>
            <a:endParaRPr lang="de-DE" sz="1200" b="0" u="none" strike="noStrike">
              <a:solidFill>
                <a:srgbClr val="000000"/>
              </a:solidFill>
              <a:uFillTx/>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4" name="PlaceHolder 1"/>
          <p:cNvSpPr>
            <a:spLocks noGrp="1" noRot="1" noChangeAspect="1"/>
          </p:cNvSpPr>
          <p:nvPr>
            <p:ph type="sldImg"/>
          </p:nvPr>
        </p:nvSpPr>
        <p:spPr>
          <a:xfrm>
            <a:off x="685800" y="1143000"/>
            <a:ext cx="5484960" cy="3084840"/>
          </a:xfrm>
          <a:prstGeom prst="rect">
            <a:avLst/>
          </a:prstGeom>
          <a:ln w="0">
            <a:noFill/>
          </a:ln>
        </p:spPr>
      </p:sp>
      <p:sp>
        <p:nvSpPr>
          <p:cNvPr id="1295"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lstStyle/>
          <a:p>
            <a:r>
              <a:t>Überleitungsfolie „Einfache Erweiterungen“ – leitet weitere, kleinere Beispiele/Übungen zum bisher gezeigten Komponenten-Grundgerüst ein.</a:t>
            </a:r>
          </a:p>
        </p:txBody>
      </p:sp>
      <p:sp>
        <p:nvSpPr>
          <p:cNvPr id="1296" name="PlaceHolder 3"/>
          <p:cNvSpPr>
            <a:spLocks noGrp="1"/>
          </p:cNvSpPr>
          <p:nvPr>
            <p:ph type="sldNum" idx="77"/>
          </p:nvPr>
        </p:nvSpPr>
        <p:spPr>
          <a:xfrm>
            <a:off x="3884760" y="8685360"/>
            <a:ext cx="2970360" cy="457200"/>
          </a:xfrm>
          <a:prstGeom prst="rect">
            <a:avLst/>
          </a:prstGeom>
          <a:noFill/>
          <a:ln w="0">
            <a:noFill/>
          </a:ln>
        </p:spPr>
        <p:txBody>
          <a:bodyPr lIns="91440" tIns="45720" rIns="91440" bIns="45720" anchor="b">
            <a:noAutofit/>
          </a:bodyPr>
          <a:lstStyle>
            <a:lvl1pPr indent="0" algn="r">
              <a:lnSpc>
                <a:spcPct val="100000"/>
              </a:lnSpc>
              <a:buNone/>
              <a:tabLst>
                <a:tab pos="0" algn="l"/>
              </a:tabLst>
              <a:defRPr lang="de-DE" sz="1200" b="0" u="none" strike="noStrike">
                <a:solidFill>
                  <a:srgbClr val="000000"/>
                </a:solidFill>
                <a:uFillTx/>
                <a:latin typeface="Times New Roman"/>
              </a:defRPr>
            </a:lvl1pPr>
          </a:lstStyle>
          <a:p>
            <a:pPr indent="0" algn="r">
              <a:lnSpc>
                <a:spcPct val="100000"/>
              </a:lnSpc>
              <a:buNone/>
              <a:tabLst>
                <a:tab pos="0" algn="l"/>
              </a:tabLst>
            </a:pPr>
            <a:fld id="{EBFFE163-5129-4352-820B-6A8DC9ACC0EE}" type="slidenum">
              <a:rPr lang="de-DE" sz="1200" b="0" u="none" strike="noStrike">
                <a:solidFill>
                  <a:srgbClr val="000000"/>
                </a:solidFill>
                <a:uFillTx/>
                <a:latin typeface="Times New Roman"/>
              </a:rPr>
              <a:t>93</a:t>
            </a:fld>
            <a:endParaRPr lang="de-DE" sz="1200" b="0" u="none" strike="noStrike">
              <a:solidFill>
                <a:srgbClr val="000000"/>
              </a:solidFill>
              <a:uFillTx/>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7" name="PlaceHolder 1"/>
          <p:cNvSpPr>
            <a:spLocks noGrp="1" noRot="1" noChangeAspect="1"/>
          </p:cNvSpPr>
          <p:nvPr>
            <p:ph type="sldImg"/>
          </p:nvPr>
        </p:nvSpPr>
        <p:spPr>
          <a:xfrm>
            <a:off x="685800" y="1143000"/>
            <a:ext cx="5484813" cy="3084513"/>
          </a:xfrm>
          <a:prstGeom prst="rect">
            <a:avLst/>
          </a:prstGeom>
          <a:ln w="0">
            <a:noFill/>
          </a:ln>
        </p:spPr>
      </p:sp>
      <p:sp>
        <p:nvSpPr>
          <p:cNvPr id="1298"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lstStyle/>
          <a:p>
            <a:r>
              <a:t>Folie „Export von benutzerdefinierten Typen“.</a:t>
            </a:r>
          </a:p>
          <a:p/>
          <a:p>
            <a:r>
              <a:t>Eine Komponente kann eigene Hilfstypen (z. B. Interfaces) definieren. Ein „export“ ist dabei nur notwendig, wenn dieser Typ auch von anderen Komponenten oder Dateien verwendet werden soll – bleibt er ausschließlich innerhalb der eigenen Datei relevant, braucht es keinen Export.</a:t>
            </a:r>
          </a:p>
        </p:txBody>
      </p:sp>
      <p:sp>
        <p:nvSpPr>
          <p:cNvPr id="1299" name="PlaceHolder 3"/>
          <p:cNvSpPr>
            <a:spLocks noGrp="1"/>
          </p:cNvSpPr>
          <p:nvPr>
            <p:ph type="sldNum" idx="78"/>
          </p:nvPr>
        </p:nvSpPr>
        <p:spPr>
          <a:xfrm>
            <a:off x="3884760" y="8685360"/>
            <a:ext cx="2970360" cy="457200"/>
          </a:xfrm>
          <a:prstGeom prst="rect">
            <a:avLst/>
          </a:prstGeom>
          <a:noFill/>
          <a:ln w="0">
            <a:noFill/>
          </a:ln>
        </p:spPr>
        <p:txBody>
          <a:bodyPr lIns="91440" tIns="45720" rIns="91440" bIns="45720" anchor="b">
            <a:noAutofit/>
          </a:bodyPr>
          <a:lstStyle>
            <a:lvl1pPr indent="0" algn="r">
              <a:lnSpc>
                <a:spcPct val="100000"/>
              </a:lnSpc>
              <a:buNone/>
              <a:tabLst>
                <a:tab pos="0" algn="l"/>
              </a:tabLst>
              <a:defRPr lang="de-DE" sz="1200" b="0" u="none" strike="noStrike">
                <a:solidFill>
                  <a:srgbClr val="000000"/>
                </a:solidFill>
                <a:uFillTx/>
                <a:latin typeface="Times New Roman"/>
              </a:defRPr>
            </a:lvl1pPr>
          </a:lstStyle>
          <a:p>
            <a:pPr indent="0" algn="r">
              <a:lnSpc>
                <a:spcPct val="100000"/>
              </a:lnSpc>
              <a:buNone/>
              <a:tabLst>
                <a:tab pos="0" algn="l"/>
              </a:tabLst>
            </a:pPr>
            <a:fld id="{13ACCC8B-EA29-4C90-AA8A-36E61D9FE428}" type="slidenum">
              <a:rPr lang="de-DE" sz="1200" b="0" u="none" strike="noStrike">
                <a:solidFill>
                  <a:srgbClr val="000000"/>
                </a:solidFill>
                <a:uFillTx/>
                <a:latin typeface="Times New Roman"/>
              </a:rPr>
              <a:t>95</a:t>
            </a:fld>
            <a:endParaRPr lang="de-DE" sz="1200" b="0" u="none" strike="noStrike">
              <a:solidFill>
                <a:srgbClr val="000000"/>
              </a:solidFill>
              <a:uFillTx/>
              <a:latin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 name="PlaceHolder 1"/>
          <p:cNvSpPr>
            <a:spLocks noGrp="1" noRot="1" noChangeAspect="1"/>
          </p:cNvSpPr>
          <p:nvPr>
            <p:ph type="sldImg"/>
          </p:nvPr>
        </p:nvSpPr>
        <p:spPr>
          <a:xfrm>
            <a:off x="685800" y="1143000"/>
            <a:ext cx="5484813" cy="3084513"/>
          </a:xfrm>
          <a:prstGeom prst="rect">
            <a:avLst/>
          </a:prstGeom>
          <a:ln w="0">
            <a:noFill/>
          </a:ln>
        </p:spPr>
      </p:sp>
      <p:sp>
        <p:nvSpPr>
          <p:cNvPr id="1301"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lstStyle/>
          <a:p>
            <a:r>
              <a:t>Codebeispiel „Output“.</a:t>
            </a:r>
          </a:p>
          <a:p/>
          <a:p>
            <a:r>
              <a:t>Die Komponente „release-card“ hat einen Pflicht-Input „release = input.required&lt;Release&gt;()“ und einen Output „releaseLiked = output&lt;Release&gt;()“. Eine Methode „likeRelease()“ löst dieses Event per „emit(this.release())“ aus, wenn z. B. ein Like-Button geklickt wird.</a:t>
            </a:r>
          </a:p>
        </p:txBody>
      </p:sp>
      <p:sp>
        <p:nvSpPr>
          <p:cNvPr id="1302" name="PlaceHolder 3"/>
          <p:cNvSpPr>
            <a:spLocks noGrp="1"/>
          </p:cNvSpPr>
          <p:nvPr>
            <p:ph type="sldNum" idx="79"/>
          </p:nvPr>
        </p:nvSpPr>
        <p:spPr>
          <a:xfrm>
            <a:off x="3884760" y="8685360"/>
            <a:ext cx="2970360" cy="457200"/>
          </a:xfrm>
          <a:prstGeom prst="rect">
            <a:avLst/>
          </a:prstGeom>
          <a:noFill/>
          <a:ln w="0">
            <a:noFill/>
          </a:ln>
        </p:spPr>
        <p:txBody>
          <a:bodyPr lIns="91440" tIns="45720" rIns="91440" bIns="45720" anchor="b">
            <a:noAutofit/>
          </a:bodyPr>
          <a:lstStyle>
            <a:lvl1pPr indent="0" algn="r">
              <a:lnSpc>
                <a:spcPct val="100000"/>
              </a:lnSpc>
              <a:buNone/>
              <a:tabLst>
                <a:tab pos="0" algn="l"/>
              </a:tabLst>
              <a:defRPr lang="de-DE" sz="1200" b="0" u="none" strike="noStrike">
                <a:solidFill>
                  <a:srgbClr val="000000"/>
                </a:solidFill>
                <a:uFillTx/>
                <a:latin typeface="Times New Roman"/>
              </a:defRPr>
            </a:lvl1pPr>
          </a:lstStyle>
          <a:p>
            <a:pPr indent="0" algn="r">
              <a:lnSpc>
                <a:spcPct val="100000"/>
              </a:lnSpc>
              <a:buNone/>
              <a:tabLst>
                <a:tab pos="0" algn="l"/>
              </a:tabLst>
            </a:pPr>
            <a:fld id="{FB9BA525-306A-4B68-BE46-0D42FD7B966A}" type="slidenum">
              <a:rPr lang="de-DE" sz="1200" b="0" u="none" strike="noStrike">
                <a:solidFill>
                  <a:srgbClr val="000000"/>
                </a:solidFill>
                <a:uFillTx/>
                <a:latin typeface="Times New Roman"/>
              </a:rPr>
              <a:t>125</a:t>
            </a:fld>
            <a:endParaRPr lang="de-DE" sz="1200" b="0" u="none" strike="noStrike">
              <a:solidFill>
                <a:srgbClr val="000000"/>
              </a:solidFill>
              <a:uFillTx/>
              <a:latin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3" name="PlaceHolder 1"/>
          <p:cNvSpPr>
            <a:spLocks noGrp="1" noRot="1" noChangeAspect="1"/>
          </p:cNvSpPr>
          <p:nvPr>
            <p:ph type="sldImg"/>
          </p:nvPr>
        </p:nvSpPr>
        <p:spPr>
          <a:xfrm>
            <a:off x="685800" y="1143000"/>
            <a:ext cx="5484813" cy="3084513"/>
          </a:xfrm>
          <a:prstGeom prst="rect">
            <a:avLst/>
          </a:prstGeom>
          <a:ln w="0">
            <a:noFill/>
          </a:ln>
        </p:spPr>
      </p:sp>
      <p:sp>
        <p:nvSpPr>
          <p:cNvPr id="1304"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lstStyle/>
          <a:p>
            <a:r>
              <a:t>Überleitungsfolie „Expression“ – kündigt konkrete Besonderheiten der Template-Ausdruckssprache an, z. B. den Safe-Navigation-Operator auf der nächsten Folie.</a:t>
            </a:r>
          </a:p>
        </p:txBody>
      </p:sp>
      <p:sp>
        <p:nvSpPr>
          <p:cNvPr id="1305" name="PlaceHolder 3"/>
          <p:cNvSpPr>
            <a:spLocks noGrp="1"/>
          </p:cNvSpPr>
          <p:nvPr>
            <p:ph type="sldNum" idx="80"/>
          </p:nvPr>
        </p:nvSpPr>
        <p:spPr>
          <a:xfrm>
            <a:off x="3884760" y="8685360"/>
            <a:ext cx="2970360" cy="457200"/>
          </a:xfrm>
          <a:prstGeom prst="rect">
            <a:avLst/>
          </a:prstGeom>
          <a:noFill/>
          <a:ln w="0">
            <a:noFill/>
          </a:ln>
        </p:spPr>
        <p:txBody>
          <a:bodyPr lIns="91440" tIns="45720" rIns="91440" bIns="45720" anchor="b">
            <a:noAutofit/>
          </a:bodyPr>
          <a:lstStyle>
            <a:lvl1pPr indent="0" algn="r">
              <a:lnSpc>
                <a:spcPct val="100000"/>
              </a:lnSpc>
              <a:buNone/>
              <a:tabLst>
                <a:tab pos="0" algn="l"/>
              </a:tabLst>
              <a:defRPr lang="de-DE" sz="1200" b="0" u="none" strike="noStrike">
                <a:solidFill>
                  <a:srgbClr val="000000"/>
                </a:solidFill>
                <a:uFillTx/>
                <a:latin typeface="Times New Roman"/>
              </a:defRPr>
            </a:lvl1pPr>
          </a:lstStyle>
          <a:p>
            <a:pPr indent="0" algn="r">
              <a:lnSpc>
                <a:spcPct val="100000"/>
              </a:lnSpc>
              <a:buNone/>
              <a:tabLst>
                <a:tab pos="0" algn="l"/>
              </a:tabLst>
            </a:pPr>
            <a:fld id="{106025AC-F27B-464C-8A88-67A1F7FBFB24}" type="slidenum">
              <a:rPr lang="de-DE" sz="1200" b="0" u="none" strike="noStrike">
                <a:solidFill>
                  <a:srgbClr val="000000"/>
                </a:solidFill>
                <a:uFillTx/>
                <a:latin typeface="Times New Roman"/>
              </a:rPr>
              <a:t>131</a:t>
            </a:fld>
            <a:endParaRPr lang="de-DE" sz="1200" b="0" u="none" strike="noStrike">
              <a:solidFill>
                <a:srgbClr val="000000"/>
              </a:solidFill>
              <a:uFillTx/>
              <a:latin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6" name="PlaceHolder 1"/>
          <p:cNvSpPr>
            <a:spLocks noGrp="1" noRot="1" noChangeAspect="1"/>
          </p:cNvSpPr>
          <p:nvPr>
            <p:ph type="sldImg"/>
          </p:nvPr>
        </p:nvSpPr>
        <p:spPr>
          <a:xfrm>
            <a:off x="685800" y="1143000"/>
            <a:ext cx="5484960" cy="3084840"/>
          </a:xfrm>
          <a:prstGeom prst="rect">
            <a:avLst/>
          </a:prstGeom>
          <a:ln w="0">
            <a:noFill/>
          </a:ln>
        </p:spPr>
      </p:sp>
      <p:sp>
        <p:nvSpPr>
          <p:cNvPr id="1307"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lstStyle/>
          <a:p>
            <a:r>
              <a:t>Codebeispiel „Factory-Pattern“ (Legacy-Kopie).</a:t>
            </a:r>
          </a:p>
          <a:p/>
          <a:p>
            <a:r>
              <a:t>Zwischenlösung: Statt die Abhängigkeit direkt selbst zu erzeugen, holt sich „MyService“ sie über eine zentrale „Factory.getMyDao()“. Das entkoppelt die Erzeugung etwas, ist aber immer noch eine aktive Beschaffung durch das Objekt selbst, verglichen mit echter, passiver Dependency Injection.</a:t>
            </a:r>
          </a:p>
        </p:txBody>
      </p:sp>
      <p:sp>
        <p:nvSpPr>
          <p:cNvPr id="1308" name="PlaceHolder 3"/>
          <p:cNvSpPr>
            <a:spLocks noGrp="1"/>
          </p:cNvSpPr>
          <p:nvPr>
            <p:ph type="sldNum" idx="81"/>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de-DE" sz="1200" b="0" u="none" strike="noStrike">
                <a:solidFill>
                  <a:schemeClr val="dk1"/>
                </a:solidFill>
                <a:uFillTx/>
                <a:latin typeface="+mn-lt"/>
                <a:ea typeface="+mn-ea"/>
              </a:defRPr>
            </a:lvl1pPr>
          </a:lstStyle>
          <a:p>
            <a:pPr indent="0" algn="r" defTabSz="914400">
              <a:lnSpc>
                <a:spcPct val="100000"/>
              </a:lnSpc>
              <a:buNone/>
              <a:tabLst>
                <a:tab pos="0" algn="l"/>
              </a:tabLst>
            </a:pPr>
            <a:fld id="{62D7D82D-31E1-416A-B7B0-96AEDF910FCE}" type="slidenum">
              <a:rPr lang="de-DE" sz="1200" b="0" u="none" strike="noStrike">
                <a:solidFill>
                  <a:schemeClr val="dk1"/>
                </a:solidFill>
                <a:uFillTx/>
                <a:latin typeface="+mn-lt"/>
                <a:ea typeface="+mn-ea"/>
              </a:rPr>
              <a:t>151</a:t>
            </a:fld>
            <a:endParaRPr lang="de-DE" sz="1200" b="0" u="none" strike="noStrike">
              <a:solidFill>
                <a:srgbClr val="000000"/>
              </a:solidFill>
              <a:uFillTx/>
              <a:latin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9" name="PlaceHolder 1"/>
          <p:cNvSpPr>
            <a:spLocks noGrp="1" noRot="1" noChangeAspect="1"/>
          </p:cNvSpPr>
          <p:nvPr>
            <p:ph type="sldImg"/>
          </p:nvPr>
        </p:nvSpPr>
        <p:spPr>
          <a:xfrm>
            <a:off x="685800" y="1143000"/>
            <a:ext cx="5484960" cy="3084840"/>
          </a:xfrm>
          <a:prstGeom prst="rect">
            <a:avLst/>
          </a:prstGeom>
          <a:ln w="0">
            <a:noFill/>
          </a:ln>
        </p:spPr>
      </p:sp>
      <p:sp>
        <p:nvSpPr>
          <p:cNvPr id="1310"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lstStyle/>
          <a:p>
            <a:r>
              <a:t>Folie „Dependency Injection“ – zusammenfassendes Prinzip.</a:t>
            </a:r>
          </a:p>
          <a:p/>
          <a:p>
            <a:r>
              <a:t>Beim DI-Muster werden benötigte Objekte zur Laufzeit von außen „injiziert“ (hineingegeben), statt dass ein Objekt sie selbst aktiv erzeugt (wie bei der Factory-Variante). Objekte werden dadurch passiv; ihre Abhängigkeiten sind explizit über die Schnittstelle (z. B. Konstruktor-Parameter) erkennbar, und man kann beliebige andere, passende Objekte einsetzen – z. B. Mocks für Tests.</a:t>
            </a:r>
          </a:p>
        </p:txBody>
      </p:sp>
      <p:sp>
        <p:nvSpPr>
          <p:cNvPr id="1311" name="PlaceHolder 3"/>
          <p:cNvSpPr>
            <a:spLocks noGrp="1"/>
          </p:cNvSpPr>
          <p:nvPr>
            <p:ph type="sldNum" idx="82"/>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de-DE" sz="1200" b="0" u="none" strike="noStrike">
                <a:solidFill>
                  <a:schemeClr val="dk1"/>
                </a:solidFill>
                <a:uFillTx/>
                <a:latin typeface="+mn-lt"/>
                <a:ea typeface="+mn-ea"/>
              </a:defRPr>
            </a:lvl1pPr>
          </a:lstStyle>
          <a:p>
            <a:pPr indent="0" algn="r" defTabSz="914400">
              <a:lnSpc>
                <a:spcPct val="100000"/>
              </a:lnSpc>
              <a:buNone/>
              <a:tabLst>
                <a:tab pos="0" algn="l"/>
              </a:tabLst>
            </a:pPr>
            <a:fld id="{260027F7-3A31-435C-9F26-911B2B18A527}" type="slidenum">
              <a:rPr lang="de-DE" sz="1200" b="0" u="none" strike="noStrike">
                <a:solidFill>
                  <a:schemeClr val="dk1"/>
                </a:solidFill>
                <a:uFillTx/>
                <a:latin typeface="+mn-lt"/>
                <a:ea typeface="+mn-ea"/>
              </a:rPr>
              <a:t>152</a:t>
            </a:fld>
            <a:endParaRPr lang="de-DE" sz="1200" b="0" u="none" strike="noStrike">
              <a:solidFill>
                <a:srgbClr val="000000"/>
              </a:solidFill>
              <a:uFillTx/>
              <a:latin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2" name="PlaceHolder 1"/>
          <p:cNvSpPr>
            <a:spLocks noGrp="1" noRot="1" noChangeAspect="1"/>
          </p:cNvSpPr>
          <p:nvPr>
            <p:ph type="sldImg"/>
          </p:nvPr>
        </p:nvSpPr>
        <p:spPr>
          <a:xfrm>
            <a:off x="685800" y="1143000"/>
            <a:ext cx="5484960" cy="3084840"/>
          </a:xfrm>
          <a:prstGeom prst="rect">
            <a:avLst/>
          </a:prstGeom>
          <a:ln w="0">
            <a:noFill/>
          </a:ln>
        </p:spPr>
      </p:sp>
      <p:sp>
        <p:nvSpPr>
          <p:cNvPr id="1313"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lstStyle/>
          <a:p>
            <a:r>
              <a:t>Kapitelübergangsfolie „Pipes – Daten für UI aufbereiten“ – leitet das Thema Pipes ein: kleine, wiederverwendbare Transformations-Bausteine für die Anzeige von Daten im Template.</a:t>
            </a:r>
          </a:p>
        </p:txBody>
      </p:sp>
      <p:sp>
        <p:nvSpPr>
          <p:cNvPr id="1314" name="PlaceHolder 3"/>
          <p:cNvSpPr>
            <a:spLocks noGrp="1"/>
          </p:cNvSpPr>
          <p:nvPr>
            <p:ph type="sldNum" idx="83"/>
          </p:nvPr>
        </p:nvSpPr>
        <p:spPr>
          <a:xfrm>
            <a:off x="3884760" y="8685360"/>
            <a:ext cx="2970360" cy="457200"/>
          </a:xfrm>
          <a:prstGeom prst="rect">
            <a:avLst/>
          </a:prstGeom>
          <a:noFill/>
          <a:ln w="0">
            <a:noFill/>
          </a:ln>
        </p:spPr>
        <p:txBody>
          <a:bodyPr lIns="91440" tIns="45720" rIns="91440" bIns="45720" anchor="b">
            <a:noAutofit/>
          </a:bodyPr>
          <a:lstStyle>
            <a:lvl1pPr indent="0" algn="r">
              <a:lnSpc>
                <a:spcPct val="100000"/>
              </a:lnSpc>
              <a:buNone/>
              <a:tabLst>
                <a:tab pos="0" algn="l"/>
              </a:tabLst>
              <a:defRPr lang="de-DE" sz="1200" b="0" u="none" strike="noStrike">
                <a:solidFill>
                  <a:srgbClr val="000000"/>
                </a:solidFill>
                <a:uFillTx/>
                <a:latin typeface="Times New Roman"/>
              </a:defRPr>
            </a:lvl1pPr>
          </a:lstStyle>
          <a:p>
            <a:pPr indent="0" algn="r">
              <a:lnSpc>
                <a:spcPct val="100000"/>
              </a:lnSpc>
              <a:buNone/>
              <a:tabLst>
                <a:tab pos="0" algn="l"/>
              </a:tabLst>
            </a:pPr>
            <a:fld id="{093D0FC8-0CDE-4394-AB4E-8C1ABCF25E8D}" type="slidenum">
              <a:rPr lang="de-DE" sz="1200" b="0" u="none" strike="noStrike">
                <a:solidFill>
                  <a:srgbClr val="000000"/>
                </a:solidFill>
                <a:uFillTx/>
                <a:latin typeface="Times New Roman"/>
              </a:rPr>
              <a:t>163</a:t>
            </a:fld>
            <a:endParaRPr lang="de-DE" sz="1200" b="0" u="none" strike="noStrike">
              <a:solidFill>
                <a:srgbClr val="000000"/>
              </a:solidFill>
              <a:uFillTx/>
              <a:latin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5" name="PlaceHolder 1"/>
          <p:cNvSpPr>
            <a:spLocks noGrp="1" noRot="1" noChangeAspect="1"/>
          </p:cNvSpPr>
          <p:nvPr>
            <p:ph type="sldImg"/>
          </p:nvPr>
        </p:nvSpPr>
        <p:spPr>
          <a:xfrm>
            <a:off x="685800" y="1143000"/>
            <a:ext cx="5484960" cy="3084840"/>
          </a:xfrm>
          <a:prstGeom prst="rect">
            <a:avLst/>
          </a:prstGeom>
          <a:ln w="0">
            <a:noFill/>
          </a:ln>
        </p:spPr>
      </p:sp>
      <p:sp>
        <p:nvSpPr>
          <p:cNvPr id="1316"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lstStyle/>
          <a:p>
            <a:r>
              <a:t>Kapitelübergangsfolie „Asynchrone &amp; Reaktive Programmierung“ – leitet ein neues, größeres Kapitel ein: Wie geht man in JavaScript/TypeScript mit Operationen um, deren Ergebnis nicht sofort, sondern erst später vorliegt (z. B. Server-Antworten)?</a:t>
            </a:r>
          </a:p>
        </p:txBody>
      </p:sp>
      <p:sp>
        <p:nvSpPr>
          <p:cNvPr id="1317" name="PlaceHolder 3"/>
          <p:cNvSpPr>
            <a:spLocks noGrp="1"/>
          </p:cNvSpPr>
          <p:nvPr>
            <p:ph type="sldNum" idx="84"/>
          </p:nvPr>
        </p:nvSpPr>
        <p:spPr>
          <a:xfrm>
            <a:off x="3884760" y="8685360"/>
            <a:ext cx="2970360" cy="457200"/>
          </a:xfrm>
          <a:prstGeom prst="rect">
            <a:avLst/>
          </a:prstGeom>
          <a:noFill/>
          <a:ln w="0">
            <a:noFill/>
          </a:ln>
        </p:spPr>
        <p:txBody>
          <a:bodyPr lIns="91440" tIns="45720" rIns="91440" bIns="45720" anchor="b">
            <a:noAutofit/>
          </a:bodyPr>
          <a:lstStyle>
            <a:lvl1pPr indent="0" algn="r">
              <a:lnSpc>
                <a:spcPct val="100000"/>
              </a:lnSpc>
              <a:buNone/>
              <a:tabLst>
                <a:tab pos="0" algn="l"/>
              </a:tabLst>
              <a:defRPr lang="de-DE" sz="1200" b="0" u="none" strike="noStrike">
                <a:solidFill>
                  <a:srgbClr val="000000"/>
                </a:solidFill>
                <a:uFillTx/>
                <a:latin typeface="Times New Roman"/>
              </a:defRPr>
            </a:lvl1pPr>
          </a:lstStyle>
          <a:p>
            <a:pPr indent="0" algn="r">
              <a:lnSpc>
                <a:spcPct val="100000"/>
              </a:lnSpc>
              <a:buNone/>
              <a:tabLst>
                <a:tab pos="0" algn="l"/>
              </a:tabLst>
            </a:pPr>
            <a:fld id="{4F08CFCD-CA8A-4460-8CB5-14AF7168E188}" type="slidenum">
              <a:rPr lang="de-DE" sz="1200" b="0" u="none" strike="noStrike">
                <a:solidFill>
                  <a:srgbClr val="000000"/>
                </a:solidFill>
                <a:uFillTx/>
                <a:latin typeface="Times New Roman"/>
              </a:rPr>
              <a:t>173</a:t>
            </a:fld>
            <a:endParaRPr lang="de-DE" sz="1200" b="0" u="none" strike="noStrike">
              <a:solidFill>
                <a:srgbClr val="000000"/>
              </a:solidFill>
              <a:uFillTx/>
              <a:latin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8" name="PlaceHolder 1"/>
          <p:cNvSpPr>
            <a:spLocks noGrp="1" noRot="1" noChangeAspect="1"/>
          </p:cNvSpPr>
          <p:nvPr>
            <p:ph type="sldImg"/>
          </p:nvPr>
        </p:nvSpPr>
        <p:spPr>
          <a:xfrm>
            <a:off x="685800" y="1143000"/>
            <a:ext cx="5484960" cy="3084840"/>
          </a:xfrm>
          <a:prstGeom prst="rect">
            <a:avLst/>
          </a:prstGeom>
          <a:ln w="0">
            <a:noFill/>
          </a:ln>
        </p:spPr>
      </p:sp>
      <p:sp>
        <p:nvSpPr>
          <p:cNvPr id="1319"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lstStyle/>
          <a:p>
            <a:r>
              <a:t>Folie „Lösung sind Promises“.</a:t>
            </a:r>
          </a:p>
          <a:p/>
          <a:p>
            <a:r>
              <a:t>Ein „Promise“ ist ein Stellvertreter-Objekt für ein Ergebnis, das aktuell noch unbekannt ist (z. B. bei einem HTTP-Aufruf). Statt einen Callback als Parameter zu übergeben, gibt die asynchrone Funktion direkt ein Promise zurück, an das man Weiterverarbeitung anhängen kann – das macht verschachtelten, asynchronen Code deutlich besser lesbar.</a:t>
            </a:r>
          </a:p>
        </p:txBody>
      </p:sp>
      <p:sp>
        <p:nvSpPr>
          <p:cNvPr id="1320" name="PlaceHolder 3"/>
          <p:cNvSpPr>
            <a:spLocks noGrp="1"/>
          </p:cNvSpPr>
          <p:nvPr>
            <p:ph type="sldNum" idx="85"/>
          </p:nvPr>
        </p:nvSpPr>
        <p:spPr>
          <a:xfrm>
            <a:off x="3884760" y="8685360"/>
            <a:ext cx="2970360" cy="457200"/>
          </a:xfrm>
          <a:prstGeom prst="rect">
            <a:avLst/>
          </a:prstGeom>
          <a:noFill/>
          <a:ln w="0">
            <a:noFill/>
          </a:ln>
        </p:spPr>
        <p:txBody>
          <a:bodyPr lIns="91440" tIns="45720" rIns="91440" bIns="45720" anchor="b">
            <a:noAutofit/>
          </a:bodyPr>
          <a:lstStyle>
            <a:lvl1pPr indent="0" algn="r">
              <a:lnSpc>
                <a:spcPct val="100000"/>
              </a:lnSpc>
              <a:buNone/>
              <a:tabLst>
                <a:tab pos="0" algn="l"/>
              </a:tabLst>
              <a:defRPr lang="de-DE" sz="1200" b="0" u="none" strike="noStrike">
                <a:solidFill>
                  <a:srgbClr val="000000"/>
                </a:solidFill>
                <a:uFillTx/>
                <a:latin typeface="Times New Roman"/>
              </a:defRPr>
            </a:lvl1pPr>
          </a:lstStyle>
          <a:p>
            <a:pPr indent="0" algn="r">
              <a:lnSpc>
                <a:spcPct val="100000"/>
              </a:lnSpc>
              <a:buNone/>
              <a:tabLst>
                <a:tab pos="0" algn="l"/>
              </a:tabLst>
            </a:pPr>
            <a:fld id="{86935B25-39FE-4671-B772-2F99FFAC88EF}" type="slidenum">
              <a:rPr lang="de-DE" sz="1200" b="0" u="none" strike="noStrike">
                <a:solidFill>
                  <a:srgbClr val="000000"/>
                </a:solidFill>
                <a:uFillTx/>
                <a:latin typeface="Times New Roman"/>
              </a:rPr>
              <a:t>178</a:t>
            </a:fld>
            <a:endParaRPr lang="de-DE" sz="1200" b="0" u="none" strike="noStrike">
              <a:solidFill>
                <a:srgbClr val="000000"/>
              </a:solidFill>
              <a:uFillTx/>
              <a:latin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1" name="PlaceHolder 1"/>
          <p:cNvSpPr>
            <a:spLocks noGrp="1" noRot="1" noChangeAspect="1"/>
          </p:cNvSpPr>
          <p:nvPr>
            <p:ph type="sldImg"/>
          </p:nvPr>
        </p:nvSpPr>
        <p:spPr>
          <a:xfrm>
            <a:off x="685800" y="1143000"/>
            <a:ext cx="5484960" cy="3084840"/>
          </a:xfrm>
          <a:prstGeom prst="rect">
            <a:avLst/>
          </a:prstGeom>
          <a:ln w="0">
            <a:noFill/>
          </a:ln>
        </p:spPr>
      </p:sp>
      <p:sp>
        <p:nvSpPr>
          <p:cNvPr id="1322"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lstStyle/>
          <a:p>
            <a:r>
              <a:t>Folie „Observable als Promise++“.</a:t>
            </a:r>
          </a:p>
          <a:p/>
          <a:p>
            <a:r>
              <a:t>Ein Observable ist wie ein Promise, kann aber statt genau einem einzelnen Ergebnis einen ganzen Strom (Stream) von mehreren Werten über die Zeit liefern, inklusive möglicher Fehler und eines Endsignals. Die Zeitlinien-Grafik zeigt genau das: mehrere Ereignisse a, b, c, d nacheinander, bis ein Endsignal „X“ den Stream abschließt. Rechts wird zusätzlich das klassische „Observer“-Entwurfsmuster dargestellt, auf dem Observables letztlich aufbauen (Listener werden bei Änderungen benachrichtigt).</a:t>
            </a:r>
          </a:p>
        </p:txBody>
      </p:sp>
      <p:sp>
        <p:nvSpPr>
          <p:cNvPr id="1323" name="PlaceHolder 3"/>
          <p:cNvSpPr>
            <a:spLocks noGrp="1"/>
          </p:cNvSpPr>
          <p:nvPr>
            <p:ph type="sldNum" idx="86"/>
          </p:nvPr>
        </p:nvSpPr>
        <p:spPr>
          <a:xfrm>
            <a:off x="3884760" y="8685360"/>
            <a:ext cx="2970360" cy="457200"/>
          </a:xfrm>
          <a:prstGeom prst="rect">
            <a:avLst/>
          </a:prstGeom>
          <a:noFill/>
          <a:ln w="0">
            <a:noFill/>
          </a:ln>
        </p:spPr>
        <p:txBody>
          <a:bodyPr lIns="91440" tIns="45720" rIns="91440" bIns="45720" anchor="b">
            <a:noAutofit/>
          </a:bodyPr>
          <a:lstStyle>
            <a:lvl1pPr indent="0" algn="r">
              <a:lnSpc>
                <a:spcPct val="100000"/>
              </a:lnSpc>
              <a:buNone/>
              <a:tabLst>
                <a:tab pos="0" algn="l"/>
              </a:tabLst>
              <a:defRPr lang="de-DE" sz="1200" b="0" u="none" strike="noStrike">
                <a:solidFill>
                  <a:srgbClr val="000000"/>
                </a:solidFill>
                <a:uFillTx/>
                <a:latin typeface="Times New Roman"/>
              </a:defRPr>
            </a:lvl1pPr>
          </a:lstStyle>
          <a:p>
            <a:pPr indent="0" algn="r">
              <a:lnSpc>
                <a:spcPct val="100000"/>
              </a:lnSpc>
              <a:buNone/>
              <a:tabLst>
                <a:tab pos="0" algn="l"/>
              </a:tabLst>
            </a:pPr>
            <a:fld id="{C95C9872-ADA6-4BA6-B660-5D2F4A268EFD}" type="slidenum">
              <a:rPr lang="de-DE" sz="1200" b="0" u="none" strike="noStrike">
                <a:solidFill>
                  <a:srgbClr val="000000"/>
                </a:solidFill>
                <a:uFillTx/>
                <a:latin typeface="Times New Roman"/>
              </a:rPr>
              <a:t>180</a:t>
            </a:fld>
            <a:endParaRPr lang="de-DE" sz="1200" b="0" u="none" strike="noStrike">
              <a:solidFill>
                <a:srgbClr val="000000"/>
              </a:solidFill>
              <a:uFillTx/>
              <a:latin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4" name="PlaceHolder 1"/>
          <p:cNvSpPr>
            <a:spLocks noGrp="1" noRot="1" noChangeAspect="1"/>
          </p:cNvSpPr>
          <p:nvPr>
            <p:ph type="sldImg"/>
          </p:nvPr>
        </p:nvSpPr>
        <p:spPr>
          <a:xfrm>
            <a:off x="685800" y="1143000"/>
            <a:ext cx="5484960" cy="3084840"/>
          </a:xfrm>
          <a:prstGeom prst="rect">
            <a:avLst/>
          </a:prstGeom>
          <a:ln w="0">
            <a:noFill/>
          </a:ln>
        </p:spPr>
      </p:sp>
      <p:sp>
        <p:nvSpPr>
          <p:cNvPr id="1325"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lstStyle/>
          <a:p>
            <a:r>
              <a:t>Folie „Automatisches Unsubscribe“.</a:t>
            </a:r>
          </a:p>
          <a:p/>
          <a:p>
            <a:r>
              <a:t>Die „async“-Pipe im Template (z. B. „{{ anObservable | async }}“ oder als Input „[trainings]="releaseObservable$ | async"“) übernimmt das Abmelden (Unsubscribe) automatisch, wenn die Komponente zerstört wird – man muss sich in diesem Fall nicht mehr selbst darum kümmern. Alternativ, wie später gezeigt, übernimmt das auch „toSignal()“.</a:t>
            </a:r>
          </a:p>
        </p:txBody>
      </p:sp>
      <p:sp>
        <p:nvSpPr>
          <p:cNvPr id="1326" name="PlaceHolder 3"/>
          <p:cNvSpPr>
            <a:spLocks noGrp="1"/>
          </p:cNvSpPr>
          <p:nvPr>
            <p:ph type="sldNum" idx="87"/>
          </p:nvPr>
        </p:nvSpPr>
        <p:spPr>
          <a:xfrm>
            <a:off x="3884760" y="8685360"/>
            <a:ext cx="2970360" cy="457200"/>
          </a:xfrm>
          <a:prstGeom prst="rect">
            <a:avLst/>
          </a:prstGeom>
          <a:noFill/>
          <a:ln w="0">
            <a:noFill/>
          </a:ln>
        </p:spPr>
        <p:txBody>
          <a:bodyPr lIns="91440" tIns="45720" rIns="91440" bIns="45720" anchor="b">
            <a:noAutofit/>
          </a:bodyPr>
          <a:lstStyle>
            <a:lvl1pPr indent="0" algn="r">
              <a:lnSpc>
                <a:spcPct val="100000"/>
              </a:lnSpc>
              <a:buNone/>
              <a:tabLst>
                <a:tab pos="0" algn="l"/>
              </a:tabLst>
              <a:defRPr lang="de-DE" sz="1200" b="0" u="none" strike="noStrike">
                <a:solidFill>
                  <a:srgbClr val="000000"/>
                </a:solidFill>
                <a:uFillTx/>
                <a:latin typeface="Times New Roman"/>
              </a:defRPr>
            </a:lvl1pPr>
          </a:lstStyle>
          <a:p>
            <a:pPr indent="0" algn="r">
              <a:lnSpc>
                <a:spcPct val="100000"/>
              </a:lnSpc>
              <a:buNone/>
              <a:tabLst>
                <a:tab pos="0" algn="l"/>
              </a:tabLst>
            </a:pPr>
            <a:fld id="{AB42394A-A242-4514-A1E4-60D49E33317C}" type="slidenum">
              <a:rPr lang="de-DE" sz="1200" b="0" u="none" strike="noStrike">
                <a:solidFill>
                  <a:srgbClr val="000000"/>
                </a:solidFill>
                <a:uFillTx/>
                <a:latin typeface="Times New Roman"/>
              </a:rPr>
              <a:t>185</a:t>
            </a:fld>
            <a:endParaRPr lang="de-DE" sz="1200" b="0" u="none" strike="noStrike">
              <a:solidFill>
                <a:srgbClr val="000000"/>
              </a:solidFill>
              <a:uFillTx/>
              <a:latin typeface="Times New Roman"/>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7" name="PlaceHolder 1"/>
          <p:cNvSpPr>
            <a:spLocks noGrp="1" noRot="1" noChangeAspect="1"/>
          </p:cNvSpPr>
          <p:nvPr>
            <p:ph type="sldImg"/>
          </p:nvPr>
        </p:nvSpPr>
        <p:spPr>
          <a:xfrm>
            <a:off x="685800" y="1143000"/>
            <a:ext cx="5484813" cy="3084513"/>
          </a:xfrm>
          <a:prstGeom prst="rect">
            <a:avLst/>
          </a:prstGeom>
          <a:ln w="0">
            <a:noFill/>
          </a:ln>
        </p:spPr>
      </p:sp>
      <p:sp>
        <p:nvSpPr>
          <p:cNvPr id="1328"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lstStyle/>
          <a:p>
            <a:r>
              <a:t>Folie „Location-Strategy“.</a:t>
            </a:r>
          </a:p>
          <a:p/>
          <a:p>
            <a:r>
              <a:t>Die „LocationStrategy“ bestimmt, wie die Route technisch in der Browser-URL abgebildet wird: „PathLocationStrategy“ (heutiger Standard) nutzt normale, saubere Pfade und ist besser für die SEO-Indizierung durch Suchmaschinen geeignet. „HashLocationStrategy“ (mit „#“ in der URL) war früher, z. B. bei AngularJS 1, Standard und ist technisch einfacher, aber weniger suchmaschinenfreundlich.</a:t>
            </a:r>
          </a:p>
        </p:txBody>
      </p:sp>
      <p:sp>
        <p:nvSpPr>
          <p:cNvPr id="1329" name="PlaceHolder 3"/>
          <p:cNvSpPr>
            <a:spLocks noGrp="1"/>
          </p:cNvSpPr>
          <p:nvPr>
            <p:ph type="sldNum" idx="88"/>
          </p:nvPr>
        </p:nvSpPr>
        <p:spPr>
          <a:xfrm>
            <a:off x="3884760" y="8685360"/>
            <a:ext cx="2970360" cy="457200"/>
          </a:xfrm>
          <a:prstGeom prst="rect">
            <a:avLst/>
          </a:prstGeom>
          <a:noFill/>
          <a:ln w="0">
            <a:noFill/>
          </a:ln>
        </p:spPr>
        <p:txBody>
          <a:bodyPr lIns="91440" tIns="45720" rIns="91440" bIns="45720" anchor="b">
            <a:noAutofit/>
          </a:bodyPr>
          <a:lstStyle>
            <a:lvl1pPr indent="0" algn="r">
              <a:lnSpc>
                <a:spcPct val="100000"/>
              </a:lnSpc>
              <a:buNone/>
              <a:tabLst>
                <a:tab pos="0" algn="l"/>
              </a:tabLst>
              <a:defRPr lang="de-DE" sz="1200" b="0" u="none" strike="noStrike">
                <a:solidFill>
                  <a:srgbClr val="000000"/>
                </a:solidFill>
                <a:uFillTx/>
                <a:latin typeface="Times New Roman"/>
              </a:defRPr>
            </a:lvl1pPr>
          </a:lstStyle>
          <a:p>
            <a:pPr indent="0" algn="r">
              <a:lnSpc>
                <a:spcPct val="100000"/>
              </a:lnSpc>
              <a:buNone/>
              <a:tabLst>
                <a:tab pos="0" algn="l"/>
              </a:tabLst>
            </a:pPr>
            <a:fld id="{A961A550-A992-4133-82BB-B9FC97A3FB3F}" type="slidenum">
              <a:rPr lang="de-DE" sz="1200" b="0" u="none" strike="noStrike">
                <a:solidFill>
                  <a:srgbClr val="000000"/>
                </a:solidFill>
                <a:uFillTx/>
                <a:latin typeface="Times New Roman"/>
              </a:rPr>
              <a:t>197</a:t>
            </a:fld>
            <a:endParaRPr lang="de-DE" sz="1200" b="0" u="none" strike="noStrike">
              <a:solidFill>
                <a:srgbClr val="000000"/>
              </a:solidFill>
              <a:uFillTx/>
              <a:latin typeface="Times New Roman"/>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0" name="PlaceHolder 1"/>
          <p:cNvSpPr>
            <a:spLocks noGrp="1" noRot="1" noChangeAspect="1"/>
          </p:cNvSpPr>
          <p:nvPr>
            <p:ph type="sldImg"/>
          </p:nvPr>
        </p:nvSpPr>
        <p:spPr>
          <a:xfrm>
            <a:off x="685800" y="1143000"/>
            <a:ext cx="5484960" cy="3084840"/>
          </a:xfrm>
          <a:prstGeom prst="rect">
            <a:avLst/>
          </a:prstGeom>
          <a:ln w="0">
            <a:noFill/>
          </a:ln>
        </p:spPr>
      </p:sp>
      <p:sp>
        <p:nvSpPr>
          <p:cNvPr id="1331"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lstStyle/>
          <a:p>
            <a:r>
              <a:t>Übung 20 (Routen für Listenansicht): Die Anwendung wird auf Routing vorbereitet, indem eine Datei „src/app/app.routes.ts“ angelegt wird, in der eine exportierte Konstante vom Typ „Routes“ definiert wird – Grundlage für die folgenden Routing-Übungen mit der Kundenliste.</a:t>
            </a:r>
          </a:p>
        </p:txBody>
      </p:sp>
      <p:sp>
        <p:nvSpPr>
          <p:cNvPr id="1332" name="PlaceHolder 3"/>
          <p:cNvSpPr>
            <a:spLocks noGrp="1"/>
          </p:cNvSpPr>
          <p:nvPr>
            <p:ph type="sldNum" idx="89"/>
          </p:nvPr>
        </p:nvSpPr>
        <p:spPr>
          <a:xfrm>
            <a:off x="3884760" y="8685360"/>
            <a:ext cx="2970360" cy="457200"/>
          </a:xfrm>
          <a:prstGeom prst="rect">
            <a:avLst/>
          </a:prstGeom>
          <a:noFill/>
          <a:ln w="0">
            <a:noFill/>
          </a:ln>
        </p:spPr>
        <p:txBody>
          <a:bodyPr lIns="91440" tIns="45720" rIns="91440" bIns="45720" anchor="b">
            <a:noAutofit/>
          </a:bodyPr>
          <a:lstStyle>
            <a:lvl1pPr indent="0" algn="r">
              <a:lnSpc>
                <a:spcPct val="100000"/>
              </a:lnSpc>
              <a:buNone/>
              <a:tabLst>
                <a:tab pos="0" algn="l"/>
              </a:tabLst>
              <a:defRPr lang="de-DE" sz="1200" b="0" u="none" strike="noStrike">
                <a:solidFill>
                  <a:srgbClr val="000000"/>
                </a:solidFill>
                <a:uFillTx/>
                <a:latin typeface="Times New Roman"/>
              </a:defRPr>
            </a:lvl1pPr>
          </a:lstStyle>
          <a:p>
            <a:pPr indent="0" algn="r">
              <a:lnSpc>
                <a:spcPct val="100000"/>
              </a:lnSpc>
              <a:buNone/>
              <a:tabLst>
                <a:tab pos="0" algn="l"/>
              </a:tabLst>
            </a:pPr>
            <a:fld id="{71F6CFBE-D8F2-4321-80DA-539BAEA5936F}" type="slidenum">
              <a:rPr lang="de-DE" sz="1200" b="0" u="none" strike="noStrike">
                <a:solidFill>
                  <a:srgbClr val="000000"/>
                </a:solidFill>
                <a:uFillTx/>
                <a:latin typeface="Times New Roman"/>
              </a:rPr>
              <a:t>198</a:t>
            </a:fld>
            <a:endParaRPr lang="de-DE" sz="1200" b="0" u="none" strike="noStrike">
              <a:solidFill>
                <a:srgbClr val="000000"/>
              </a:solidFill>
              <a:uFillTx/>
              <a:latin typeface="Times New Roman"/>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3" name="PlaceHolder 1"/>
          <p:cNvSpPr>
            <a:spLocks noGrp="1" noRot="1" noChangeAspect="1"/>
          </p:cNvSpPr>
          <p:nvPr>
            <p:ph type="sldImg"/>
          </p:nvPr>
        </p:nvSpPr>
        <p:spPr>
          <a:xfrm>
            <a:off x="685800" y="1143000"/>
            <a:ext cx="5484960" cy="3084840"/>
          </a:xfrm>
          <a:prstGeom prst="rect">
            <a:avLst/>
          </a:prstGeom>
          <a:ln w="0">
            <a:noFill/>
          </a:ln>
        </p:spPr>
      </p:sp>
      <p:sp>
        <p:nvSpPr>
          <p:cNvPr id="1334"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lstStyle/>
          <a:p>
            <a:r>
              <a:t>Codefolie „Weiterverarbeitung von Routenparametern“.</a:t>
            </a:r>
          </a:p>
          <a:p/>
          <a:p>
            <a:r>
              <a:t>Die Komponente „ArtistDetailsComponent“ empfängt die ID direkt als Signal-Input „id = input.required&lt;string&gt;();“. Darauf aufbauend wird z. B. per „toSignal(toObservable(this.id).pipe(...))“ automatisch neu nachgeladen, sobald sich die ID (also die Route) ändert – ganz ohne manuelles Abonnieren von Router-Events.</a:t>
            </a:r>
          </a:p>
        </p:txBody>
      </p:sp>
      <p:sp>
        <p:nvSpPr>
          <p:cNvPr id="1335" name="PlaceHolder 3"/>
          <p:cNvSpPr>
            <a:spLocks noGrp="1"/>
          </p:cNvSpPr>
          <p:nvPr>
            <p:ph type="sldNum" idx="90"/>
          </p:nvPr>
        </p:nvSpPr>
        <p:spPr>
          <a:xfrm>
            <a:off x="3884760" y="8685360"/>
            <a:ext cx="2970360" cy="457200"/>
          </a:xfrm>
          <a:prstGeom prst="rect">
            <a:avLst/>
          </a:prstGeom>
          <a:noFill/>
          <a:ln w="0">
            <a:noFill/>
          </a:ln>
        </p:spPr>
        <p:txBody>
          <a:bodyPr lIns="91440" tIns="45720" rIns="91440" bIns="45720" anchor="b">
            <a:noAutofit/>
          </a:bodyPr>
          <a:lstStyle>
            <a:lvl1pPr indent="0" algn="r">
              <a:lnSpc>
                <a:spcPct val="100000"/>
              </a:lnSpc>
              <a:buNone/>
              <a:tabLst>
                <a:tab pos="0" algn="l"/>
              </a:tabLst>
              <a:defRPr lang="de-DE" sz="1200" b="0" u="none" strike="noStrike">
                <a:solidFill>
                  <a:srgbClr val="000000"/>
                </a:solidFill>
                <a:uFillTx/>
                <a:latin typeface="Times New Roman"/>
              </a:defRPr>
            </a:lvl1pPr>
          </a:lstStyle>
          <a:p>
            <a:pPr indent="0" algn="r">
              <a:lnSpc>
                <a:spcPct val="100000"/>
              </a:lnSpc>
              <a:buNone/>
              <a:tabLst>
                <a:tab pos="0" algn="l"/>
              </a:tabLst>
            </a:pPr>
            <a:fld id="{F2849473-C1ED-4B95-950E-BD390A4C0E24}" type="slidenum">
              <a:rPr lang="de-DE" sz="1200" b="0" u="none" strike="noStrike">
                <a:solidFill>
                  <a:srgbClr val="000000"/>
                </a:solidFill>
                <a:uFillTx/>
                <a:latin typeface="Times New Roman"/>
              </a:rPr>
              <a:t>203</a:t>
            </a:fld>
            <a:endParaRPr lang="de-DE" sz="1200" b="0" u="none" strike="noStrike">
              <a:solidFill>
                <a:srgbClr val="000000"/>
              </a:solidFill>
              <a:uFillTx/>
              <a:latin typeface="Times New Roman"/>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6" name="PlaceHolder 1"/>
          <p:cNvSpPr>
            <a:spLocks noGrp="1" noRot="1" noChangeAspect="1"/>
          </p:cNvSpPr>
          <p:nvPr>
            <p:ph type="sldImg"/>
          </p:nvPr>
        </p:nvSpPr>
        <p:spPr>
          <a:xfrm>
            <a:off x="685800" y="1143000"/>
            <a:ext cx="5484960" cy="3084840"/>
          </a:xfrm>
          <a:prstGeom prst="rect">
            <a:avLst/>
          </a:prstGeom>
          <a:ln w="0">
            <a:noFill/>
          </a:ln>
        </p:spPr>
      </p:sp>
      <p:sp>
        <p:nvSpPr>
          <p:cNvPr id="1337"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lstStyle/>
          <a:p>
            <a:r>
              <a:t>Übung 21 (Routing mit Parametern): Eine Route für die Detailansicht wird konfiguriert, „/customer/:id“, die auf „CustomerDetailComponent“ verweist. Zusätzlich wird „CustomerService“ um eine Methode „getById(...): Observable&lt;Customer&gt;“ erweitert, damit die Detailkomponente gezielt nur einen Kunden anhand seiner ID nachladen kann.</a:t>
            </a:r>
          </a:p>
        </p:txBody>
      </p:sp>
      <p:sp>
        <p:nvSpPr>
          <p:cNvPr id="1338" name="PlaceHolder 3"/>
          <p:cNvSpPr>
            <a:spLocks noGrp="1"/>
          </p:cNvSpPr>
          <p:nvPr>
            <p:ph type="sldNum" idx="91"/>
          </p:nvPr>
        </p:nvSpPr>
        <p:spPr>
          <a:xfrm>
            <a:off x="3884760" y="8685360"/>
            <a:ext cx="2970360" cy="457200"/>
          </a:xfrm>
          <a:prstGeom prst="rect">
            <a:avLst/>
          </a:prstGeom>
          <a:noFill/>
          <a:ln w="0">
            <a:noFill/>
          </a:ln>
        </p:spPr>
        <p:txBody>
          <a:bodyPr lIns="91440" tIns="45720" rIns="91440" bIns="45720" anchor="b">
            <a:noAutofit/>
          </a:bodyPr>
          <a:lstStyle>
            <a:lvl1pPr indent="0" algn="r">
              <a:lnSpc>
                <a:spcPct val="100000"/>
              </a:lnSpc>
              <a:buNone/>
              <a:tabLst>
                <a:tab pos="0" algn="l"/>
              </a:tabLst>
              <a:defRPr lang="de-DE" sz="1200" b="0" u="none" strike="noStrike">
                <a:solidFill>
                  <a:srgbClr val="000000"/>
                </a:solidFill>
                <a:uFillTx/>
                <a:latin typeface="Times New Roman"/>
              </a:defRPr>
            </a:lvl1pPr>
          </a:lstStyle>
          <a:p>
            <a:pPr indent="0" algn="r">
              <a:lnSpc>
                <a:spcPct val="100000"/>
              </a:lnSpc>
              <a:buNone/>
              <a:tabLst>
                <a:tab pos="0" algn="l"/>
              </a:tabLst>
            </a:pPr>
            <a:fld id="{B8EE83A3-155B-4977-82A2-70FF65A42A87}" type="slidenum">
              <a:rPr lang="de-DE" sz="1200" b="0" u="none" strike="noStrike">
                <a:solidFill>
                  <a:srgbClr val="000000"/>
                </a:solidFill>
                <a:uFillTx/>
                <a:latin typeface="Times New Roman"/>
              </a:rPr>
              <a:t>206</a:t>
            </a:fld>
            <a:endParaRPr lang="de-DE" sz="1200" b="0" u="none" strike="noStrike">
              <a:solidFill>
                <a:srgbClr val="000000"/>
              </a:solidFill>
              <a:uFillTx/>
              <a:latin typeface="Times New Roman"/>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9" name="PlaceHolder 1"/>
          <p:cNvSpPr>
            <a:spLocks noGrp="1" noRot="1" noChangeAspect="1"/>
          </p:cNvSpPr>
          <p:nvPr>
            <p:ph type="sldImg"/>
          </p:nvPr>
        </p:nvSpPr>
        <p:spPr>
          <a:xfrm>
            <a:off x="685800" y="1143000"/>
            <a:ext cx="5484813" cy="3084513"/>
          </a:xfrm>
          <a:prstGeom prst="rect">
            <a:avLst/>
          </a:prstGeom>
          <a:ln w="0">
            <a:noFill/>
          </a:ln>
        </p:spPr>
      </p:sp>
      <p:sp>
        <p:nvSpPr>
          <p:cNvPr id="1340"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lstStyle/>
          <a:p>
            <a:r>
              <a:t>Kapitelübergangsfolie „Formulare und Eingabefelder – Bearbeiten von Daten“ – leitet das Kapitel zu Formularen ein, nachdem bisher hauptsächlich Daten angezeigt wurden.</a:t>
            </a:r>
          </a:p>
        </p:txBody>
      </p:sp>
      <p:sp>
        <p:nvSpPr>
          <p:cNvPr id="1341" name="PlaceHolder 3"/>
          <p:cNvSpPr>
            <a:spLocks noGrp="1"/>
          </p:cNvSpPr>
          <p:nvPr>
            <p:ph type="sldNum" idx="92"/>
          </p:nvPr>
        </p:nvSpPr>
        <p:spPr>
          <a:xfrm>
            <a:off x="3884760" y="8685360"/>
            <a:ext cx="2970360" cy="457200"/>
          </a:xfrm>
          <a:prstGeom prst="rect">
            <a:avLst/>
          </a:prstGeom>
          <a:noFill/>
          <a:ln w="0">
            <a:noFill/>
          </a:ln>
        </p:spPr>
        <p:txBody>
          <a:bodyPr lIns="91440" tIns="45720" rIns="91440" bIns="45720" anchor="b">
            <a:noAutofit/>
          </a:bodyPr>
          <a:lstStyle>
            <a:lvl1pPr indent="0" algn="r">
              <a:lnSpc>
                <a:spcPct val="100000"/>
              </a:lnSpc>
              <a:buNone/>
              <a:tabLst>
                <a:tab pos="0" algn="l"/>
              </a:tabLst>
              <a:defRPr lang="de-DE" sz="1200" b="0" u="none" strike="noStrike">
                <a:solidFill>
                  <a:srgbClr val="000000"/>
                </a:solidFill>
                <a:uFillTx/>
                <a:latin typeface="Times New Roman"/>
              </a:defRPr>
            </a:lvl1pPr>
          </a:lstStyle>
          <a:p>
            <a:pPr indent="0" algn="r">
              <a:lnSpc>
                <a:spcPct val="100000"/>
              </a:lnSpc>
              <a:buNone/>
              <a:tabLst>
                <a:tab pos="0" algn="l"/>
              </a:tabLst>
            </a:pPr>
            <a:fld id="{3E966093-29F4-4A03-9CD1-3C2BAC67A9CB}" type="slidenum">
              <a:rPr lang="de-DE" sz="1200" b="0" u="none" strike="noStrike">
                <a:solidFill>
                  <a:srgbClr val="000000"/>
                </a:solidFill>
                <a:uFillTx/>
                <a:latin typeface="Times New Roman"/>
              </a:rPr>
              <a:t>207</a:t>
            </a:fld>
            <a:endParaRPr lang="de-DE" sz="1200" b="0" u="none" strike="noStrike">
              <a:solidFill>
                <a:srgbClr val="000000"/>
              </a:solidFill>
              <a:uFillTx/>
              <a:latin typeface="Times New Roman"/>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2" name="PlaceHolder 1"/>
          <p:cNvSpPr>
            <a:spLocks noGrp="1"/>
          </p:cNvSpPr>
          <p:nvPr>
            <p:ph type="sldNum" idx="93"/>
          </p:nvPr>
        </p:nvSpPr>
        <p:spPr>
          <a:xfrm>
            <a:off x="4021200" y="9721800"/>
            <a:ext cx="3075120" cy="5097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de-DE" sz="1200" b="0" u="none" strike="noStrike">
                <a:solidFill>
                  <a:schemeClr val="dk1"/>
                </a:solidFill>
                <a:uFillTx/>
                <a:latin typeface="+mn-lt"/>
                <a:ea typeface="+mn-ea"/>
              </a:defRPr>
            </a:lvl1pPr>
          </a:lstStyle>
          <a:p>
            <a:pPr indent="0" algn="r" defTabSz="914400">
              <a:lnSpc>
                <a:spcPct val="100000"/>
              </a:lnSpc>
              <a:buNone/>
              <a:tabLst>
                <a:tab pos="0" algn="l"/>
              </a:tabLst>
            </a:pPr>
            <a:r>
              <a:rPr lang="de-DE" sz="1200" b="0" u="none" strike="noStrike">
                <a:solidFill>
                  <a:schemeClr val="dk1"/>
                </a:solidFill>
                <a:uFillTx/>
                <a:latin typeface="+mn-lt"/>
                <a:ea typeface="+mn-ea"/>
              </a:rPr>
              <a:t>Kapitel 1, </a:t>
            </a:r>
            <a:fld id="{C193C9AB-263E-4D8E-B51F-CD7B715A87EB}" type="slidenum">
              <a:rPr lang="de-DE" sz="1200" b="0" u="none" strike="noStrike">
                <a:solidFill>
                  <a:schemeClr val="dk1"/>
                </a:solidFill>
                <a:uFillTx/>
                <a:latin typeface="+mn-lt"/>
                <a:ea typeface="+mn-ea"/>
              </a:rPr>
              <a:t>230</a:t>
            </a:fld>
            <a:endParaRPr lang="de-DE" sz="1200" b="0" u="none" strike="noStrike">
              <a:solidFill>
                <a:srgbClr val="000000"/>
              </a:solidFill>
              <a:uFillTx/>
              <a:latin typeface="Times New Roman"/>
            </a:endParaRPr>
          </a:p>
        </p:txBody>
      </p:sp>
      <p:sp>
        <p:nvSpPr>
          <p:cNvPr id="1343" name="PlaceHolder 2"/>
          <p:cNvSpPr>
            <a:spLocks noGrp="1" noRot="1" noChangeAspect="1"/>
          </p:cNvSpPr>
          <p:nvPr>
            <p:ph type="sldImg"/>
          </p:nvPr>
        </p:nvSpPr>
        <p:spPr>
          <a:xfrm>
            <a:off x="-263520" y="617400"/>
            <a:ext cx="7610760" cy="4281480"/>
          </a:xfrm>
          <a:prstGeom prst="rect">
            <a:avLst/>
          </a:prstGeom>
          <a:ln w="0">
            <a:noFill/>
          </a:ln>
        </p:spPr>
      </p:sp>
      <p:sp>
        <p:nvSpPr>
          <p:cNvPr id="1344" name="PlaceHolder 3"/>
          <p:cNvSpPr>
            <a:spLocks noGrp="1"/>
          </p:cNvSpPr>
          <p:nvPr>
            <p:ph type="body"/>
          </p:nvPr>
        </p:nvSpPr>
        <p:spPr>
          <a:xfrm>
            <a:off x="709560" y="4861080"/>
            <a:ext cx="5678640" cy="4604040"/>
          </a:xfrm>
          <a:prstGeom prst="rect">
            <a:avLst/>
          </a:prstGeom>
          <a:noFill/>
          <a:ln w="0">
            <a:noFill/>
          </a:ln>
        </p:spPr>
        <p:txBody>
          <a:bodyPr lIns="91440" tIns="45720" rIns="91440" bIns="45720" anchor="t">
            <a:noAutofit/>
          </a:bodyPr>
          <a:lstStyle/>
          <a:p>
            <a:r>
              <a:t>Folie „Das HTTP-Protokoll“.</a:t>
            </a:r>
          </a:p>
          <a:p/>
          <a:p>
            <a:r>
              <a:t>HTTP ist eine umfassende, offizielle Spezifikation des W3C-Konsortiums (World Wide Web Consortium), auf der praktisch die gesamte Kommunikation im Web basiert.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5" name="PlaceHolder 1"/>
          <p:cNvSpPr>
            <a:spLocks noGrp="1"/>
          </p:cNvSpPr>
          <p:nvPr>
            <p:ph type="sldNum" idx="94"/>
          </p:nvPr>
        </p:nvSpPr>
        <p:spPr>
          <a:xfrm>
            <a:off x="4021200" y="9721800"/>
            <a:ext cx="3075120" cy="5097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de-DE" sz="1200" b="0" u="none" strike="noStrike">
                <a:solidFill>
                  <a:schemeClr val="dk1"/>
                </a:solidFill>
                <a:uFillTx/>
                <a:latin typeface="+mn-lt"/>
                <a:ea typeface="+mn-ea"/>
              </a:defRPr>
            </a:lvl1pPr>
          </a:lstStyle>
          <a:p>
            <a:pPr indent="0" algn="r" defTabSz="914400">
              <a:lnSpc>
                <a:spcPct val="100000"/>
              </a:lnSpc>
              <a:buNone/>
              <a:tabLst>
                <a:tab pos="0" algn="l"/>
              </a:tabLst>
            </a:pPr>
            <a:r>
              <a:rPr lang="de-DE" sz="1200" b="0" u="none" strike="noStrike">
                <a:solidFill>
                  <a:schemeClr val="dk1"/>
                </a:solidFill>
                <a:uFillTx/>
                <a:latin typeface="+mn-lt"/>
                <a:ea typeface="+mn-ea"/>
              </a:rPr>
              <a:t>Kapitel 1, </a:t>
            </a:r>
            <a:fld id="{12E5EAE8-0FF0-4146-AF4C-742E660B32FF}" type="slidenum">
              <a:rPr lang="de-DE" sz="1200" b="0" u="none" strike="noStrike">
                <a:solidFill>
                  <a:schemeClr val="dk1"/>
                </a:solidFill>
                <a:uFillTx/>
                <a:latin typeface="+mn-lt"/>
                <a:ea typeface="+mn-ea"/>
              </a:rPr>
              <a:t>231</a:t>
            </a:fld>
            <a:endParaRPr lang="de-DE" sz="1200" b="0" u="none" strike="noStrike">
              <a:solidFill>
                <a:srgbClr val="000000"/>
              </a:solidFill>
              <a:uFillTx/>
              <a:latin typeface="Times New Roman"/>
            </a:endParaRPr>
          </a:p>
        </p:txBody>
      </p:sp>
      <p:sp>
        <p:nvSpPr>
          <p:cNvPr id="1346" name="PlaceHolder 2"/>
          <p:cNvSpPr>
            <a:spLocks noGrp="1" noRot="1" noChangeAspect="1"/>
          </p:cNvSpPr>
          <p:nvPr>
            <p:ph type="sldImg"/>
          </p:nvPr>
        </p:nvSpPr>
        <p:spPr>
          <a:xfrm>
            <a:off x="-263520" y="617400"/>
            <a:ext cx="7610760" cy="4281480"/>
          </a:xfrm>
          <a:prstGeom prst="rect">
            <a:avLst/>
          </a:prstGeom>
          <a:ln w="0">
            <a:noFill/>
          </a:ln>
        </p:spPr>
      </p:sp>
      <p:sp>
        <p:nvSpPr>
          <p:cNvPr id="1347" name="PlaceHolder 3"/>
          <p:cNvSpPr>
            <a:spLocks noGrp="1"/>
          </p:cNvSpPr>
          <p:nvPr>
            <p:ph type="body"/>
          </p:nvPr>
        </p:nvSpPr>
        <p:spPr>
          <a:xfrm>
            <a:off x="709560" y="4861080"/>
            <a:ext cx="5678640" cy="4604040"/>
          </a:xfrm>
          <a:prstGeom prst="rect">
            <a:avLst/>
          </a:prstGeom>
          <a:noFill/>
          <a:ln w="0">
            <a:noFill/>
          </a:ln>
        </p:spPr>
        <p:txBody>
          <a:bodyPr lIns="91440" tIns="45720" rIns="91440" bIns="45720" anchor="t">
            <a:noAutofit/>
          </a:bodyPr>
          <a:lstStyle/>
          <a:p>
            <a:r>
              <a:t>Folie „Elemente der HTTP-Spezifikation“.</a:t>
            </a:r>
          </a:p>
          <a:p/>
          <a:p>
            <a:r>
              <a:t>Wichtige Grundbausteine: URIs (bestehend aus Pfad und Parametern) identifizieren Ressourcen, HTTP-Request und HTTP-Response sind jeweils Daten-Container mit Header und Body, dazu kommen Encodierung und ein umfassender Satz standardisierter Header-Eigenschaften wie „Content-Length“ oder „Accepts“.</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8" name="PlaceHolder 1"/>
          <p:cNvSpPr>
            <a:spLocks noGrp="1"/>
          </p:cNvSpPr>
          <p:nvPr>
            <p:ph type="sldNum" idx="95"/>
          </p:nvPr>
        </p:nvSpPr>
        <p:spPr>
          <a:xfrm>
            <a:off x="4021200" y="9721800"/>
            <a:ext cx="3075120" cy="5097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de-DE" sz="1200" b="0" u="none" strike="noStrike">
                <a:solidFill>
                  <a:schemeClr val="dk1"/>
                </a:solidFill>
                <a:uFillTx/>
                <a:latin typeface="+mn-lt"/>
                <a:ea typeface="+mn-ea"/>
              </a:defRPr>
            </a:lvl1pPr>
          </a:lstStyle>
          <a:p>
            <a:pPr indent="0" algn="r" defTabSz="914400">
              <a:lnSpc>
                <a:spcPct val="100000"/>
              </a:lnSpc>
              <a:buNone/>
              <a:tabLst>
                <a:tab pos="0" algn="l"/>
              </a:tabLst>
            </a:pPr>
            <a:r>
              <a:rPr lang="de-DE" sz="1200" b="0" u="none" strike="noStrike">
                <a:solidFill>
                  <a:schemeClr val="dk1"/>
                </a:solidFill>
                <a:uFillTx/>
                <a:latin typeface="+mn-lt"/>
                <a:ea typeface="+mn-ea"/>
              </a:rPr>
              <a:t>Kapitel 1, </a:t>
            </a:r>
            <a:fld id="{5EF2D36B-00F2-496B-90E2-925A89319A50}" type="slidenum">
              <a:rPr lang="de-DE" sz="1200" b="0" u="none" strike="noStrike">
                <a:solidFill>
                  <a:schemeClr val="dk1"/>
                </a:solidFill>
                <a:uFillTx/>
                <a:latin typeface="+mn-lt"/>
                <a:ea typeface="+mn-ea"/>
              </a:rPr>
              <a:t>232</a:t>
            </a:fld>
            <a:endParaRPr lang="de-DE" sz="1200" b="0" u="none" strike="noStrike">
              <a:solidFill>
                <a:srgbClr val="000000"/>
              </a:solidFill>
              <a:uFillTx/>
              <a:latin typeface="Times New Roman"/>
            </a:endParaRPr>
          </a:p>
        </p:txBody>
      </p:sp>
      <p:sp>
        <p:nvSpPr>
          <p:cNvPr id="1349" name="PlaceHolder 2"/>
          <p:cNvSpPr>
            <a:spLocks noGrp="1" noRot="1" noChangeAspect="1"/>
          </p:cNvSpPr>
          <p:nvPr>
            <p:ph type="sldImg"/>
          </p:nvPr>
        </p:nvSpPr>
        <p:spPr>
          <a:xfrm>
            <a:off x="-263520" y="617400"/>
            <a:ext cx="7610760" cy="4281480"/>
          </a:xfrm>
          <a:prstGeom prst="rect">
            <a:avLst/>
          </a:prstGeom>
          <a:ln w="0">
            <a:noFill/>
          </a:ln>
        </p:spPr>
      </p:sp>
      <p:sp>
        <p:nvSpPr>
          <p:cNvPr id="1350" name="PlaceHolder 3"/>
          <p:cNvSpPr>
            <a:spLocks noGrp="1"/>
          </p:cNvSpPr>
          <p:nvPr>
            <p:ph type="body"/>
          </p:nvPr>
        </p:nvSpPr>
        <p:spPr>
          <a:xfrm>
            <a:off x="709560" y="4861080"/>
            <a:ext cx="5678640" cy="4604040"/>
          </a:xfrm>
          <a:prstGeom prst="rect">
            <a:avLst/>
          </a:prstGeom>
          <a:noFill/>
          <a:ln w="0">
            <a:noFill/>
          </a:ln>
        </p:spPr>
        <p:txBody>
          <a:bodyPr lIns="91440" tIns="45720" rIns="91440" bIns="45720" anchor="t">
            <a:noAutofit/>
          </a:bodyPr>
          <a:lstStyle/>
          <a:p>
            <a:r>
              <a:t>Folie „Elemente der HTTP-Spezifikation II“.</a:t>
            </a:r>
          </a:p>
          <a:p/>
          <a:p>
            <a:r>
              <a:t>Die wichtigsten HTTP-Methoden: PUT, GET, POST, DELETE, OPTIONS, HEAD – jede mit einer eigenen, klaren Bedeutung (z. B. GET zum Lesen, POST zum Anlegen). Dazu gehören Statuscodes, die den Erfolg oder Fehler eines Aufrufs kennzeichnen, z. B. „404 Not Found“ oder „204 Created“ (Anmerkung: 201 ist eigentlich „Created“, 204 ist „No Content“ – ggf. während des Vortrags korrigieren).</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 name="PlaceHolder 1"/>
          <p:cNvSpPr>
            <a:spLocks noGrp="1"/>
          </p:cNvSpPr>
          <p:nvPr>
            <p:ph type="sldNum" idx="96"/>
          </p:nvPr>
        </p:nvSpPr>
        <p:spPr>
          <a:xfrm>
            <a:off x="4021200" y="9721800"/>
            <a:ext cx="3075120" cy="5097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de-DE" sz="1200" b="0" u="none" strike="noStrike">
                <a:solidFill>
                  <a:schemeClr val="dk1"/>
                </a:solidFill>
                <a:uFillTx/>
                <a:latin typeface="+mn-lt"/>
                <a:ea typeface="+mn-ea"/>
              </a:defRPr>
            </a:lvl1pPr>
          </a:lstStyle>
          <a:p>
            <a:pPr indent="0" algn="r" defTabSz="914400">
              <a:lnSpc>
                <a:spcPct val="100000"/>
              </a:lnSpc>
              <a:buNone/>
              <a:tabLst>
                <a:tab pos="0" algn="l"/>
              </a:tabLst>
            </a:pPr>
            <a:r>
              <a:rPr lang="de-DE" sz="1200" b="0" u="none" strike="noStrike">
                <a:solidFill>
                  <a:schemeClr val="dk1"/>
                </a:solidFill>
                <a:uFillTx/>
                <a:latin typeface="+mn-lt"/>
                <a:ea typeface="+mn-ea"/>
              </a:rPr>
              <a:t>Kapitel 1, </a:t>
            </a:r>
            <a:fld id="{FB31001D-8DC8-45DC-8D2D-2BE5A86B4C77}" type="slidenum">
              <a:rPr lang="de-DE" sz="1200" b="0" u="none" strike="noStrike">
                <a:solidFill>
                  <a:schemeClr val="dk1"/>
                </a:solidFill>
                <a:uFillTx/>
                <a:latin typeface="+mn-lt"/>
                <a:ea typeface="+mn-ea"/>
              </a:rPr>
              <a:t>233</a:t>
            </a:fld>
            <a:endParaRPr lang="de-DE" sz="1200" b="0" u="none" strike="noStrike">
              <a:solidFill>
                <a:srgbClr val="000000"/>
              </a:solidFill>
              <a:uFillTx/>
              <a:latin typeface="Times New Roman"/>
            </a:endParaRPr>
          </a:p>
        </p:txBody>
      </p:sp>
      <p:sp>
        <p:nvSpPr>
          <p:cNvPr id="1352" name="PlaceHolder 2"/>
          <p:cNvSpPr>
            <a:spLocks noGrp="1" noRot="1" noChangeAspect="1"/>
          </p:cNvSpPr>
          <p:nvPr>
            <p:ph type="sldImg"/>
          </p:nvPr>
        </p:nvSpPr>
        <p:spPr>
          <a:xfrm>
            <a:off x="-263520" y="617400"/>
            <a:ext cx="7610760" cy="4281480"/>
          </a:xfrm>
          <a:prstGeom prst="rect">
            <a:avLst/>
          </a:prstGeom>
          <a:ln w="0">
            <a:noFill/>
          </a:ln>
        </p:spPr>
      </p:sp>
      <p:sp>
        <p:nvSpPr>
          <p:cNvPr id="1353" name="PlaceHolder 3"/>
          <p:cNvSpPr>
            <a:spLocks noGrp="1"/>
          </p:cNvSpPr>
          <p:nvPr>
            <p:ph type="body"/>
          </p:nvPr>
        </p:nvSpPr>
        <p:spPr>
          <a:xfrm>
            <a:off x="709560" y="4861080"/>
            <a:ext cx="5678640" cy="4604040"/>
          </a:xfrm>
          <a:prstGeom prst="rect">
            <a:avLst/>
          </a:prstGeom>
          <a:noFill/>
          <a:ln w="0">
            <a:noFill/>
          </a:ln>
        </p:spPr>
        <p:txBody>
          <a:bodyPr lIns="91440" tIns="45720" rIns="91440" bIns="45720" anchor="t">
            <a:noAutofit/>
          </a:bodyPr>
          <a:lstStyle/>
          <a:p>
            <a:r>
              <a:t>Folie „MimeTypes“.</a:t>
            </a:r>
          </a:p>
          <a:p/>
          <a:p>
            <a:r>
              <a:t>Ein MimeType beschreibt den Datentyp eines übertragenen Inhalts im Internet als strukturierte Zeichenkette (z. B. „application/json“) – zu unterscheiden von einem XML-Schema, das die Struktur der Daten selbst beschreibt. Es sind auch eigene, projektspezifische MimeType-Erweiterungen möglich.</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4" name="PlaceHolder 1"/>
          <p:cNvSpPr>
            <a:spLocks noGrp="1"/>
          </p:cNvSpPr>
          <p:nvPr>
            <p:ph type="sldNum" idx="97"/>
          </p:nvPr>
        </p:nvSpPr>
        <p:spPr>
          <a:xfrm>
            <a:off x="4021200" y="9721800"/>
            <a:ext cx="3075120" cy="5097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de-DE" sz="1200" b="0" u="none" strike="noStrike">
                <a:solidFill>
                  <a:schemeClr val="dk1"/>
                </a:solidFill>
                <a:uFillTx/>
                <a:latin typeface="+mn-lt"/>
                <a:ea typeface="+mn-ea"/>
              </a:defRPr>
            </a:lvl1pPr>
          </a:lstStyle>
          <a:p>
            <a:pPr indent="0" algn="r" defTabSz="914400">
              <a:lnSpc>
                <a:spcPct val="100000"/>
              </a:lnSpc>
              <a:buNone/>
              <a:tabLst>
                <a:tab pos="0" algn="l"/>
              </a:tabLst>
            </a:pPr>
            <a:r>
              <a:rPr lang="de-DE" sz="1200" b="0" u="none" strike="noStrike">
                <a:solidFill>
                  <a:schemeClr val="dk1"/>
                </a:solidFill>
                <a:uFillTx/>
                <a:latin typeface="+mn-lt"/>
                <a:ea typeface="+mn-ea"/>
              </a:rPr>
              <a:t>Kapitel 1, </a:t>
            </a:r>
            <a:fld id="{E65059C6-CAEF-4C4A-9238-5A91B7A7FB68}" type="slidenum">
              <a:rPr lang="de-DE" sz="1200" b="0" u="none" strike="noStrike">
                <a:solidFill>
                  <a:schemeClr val="dk1"/>
                </a:solidFill>
                <a:uFillTx/>
                <a:latin typeface="+mn-lt"/>
                <a:ea typeface="+mn-ea"/>
              </a:rPr>
              <a:t>234</a:t>
            </a:fld>
            <a:endParaRPr lang="de-DE" sz="1200" b="0" u="none" strike="noStrike">
              <a:solidFill>
                <a:srgbClr val="000000"/>
              </a:solidFill>
              <a:uFillTx/>
              <a:latin typeface="Times New Roman"/>
            </a:endParaRPr>
          </a:p>
        </p:txBody>
      </p:sp>
      <p:sp>
        <p:nvSpPr>
          <p:cNvPr id="1355" name="PlaceHolder 2"/>
          <p:cNvSpPr>
            <a:spLocks noGrp="1" noRot="1" noChangeAspect="1"/>
          </p:cNvSpPr>
          <p:nvPr>
            <p:ph type="sldImg"/>
          </p:nvPr>
        </p:nvSpPr>
        <p:spPr>
          <a:xfrm>
            <a:off x="-263520" y="617400"/>
            <a:ext cx="7610760" cy="4281480"/>
          </a:xfrm>
          <a:prstGeom prst="rect">
            <a:avLst/>
          </a:prstGeom>
          <a:ln w="0">
            <a:noFill/>
          </a:ln>
        </p:spPr>
      </p:sp>
      <p:sp>
        <p:nvSpPr>
          <p:cNvPr id="1356" name="PlaceHolder 3"/>
          <p:cNvSpPr>
            <a:spLocks noGrp="1"/>
          </p:cNvSpPr>
          <p:nvPr>
            <p:ph type="body"/>
          </p:nvPr>
        </p:nvSpPr>
        <p:spPr>
          <a:xfrm>
            <a:off x="709560" y="4861080"/>
            <a:ext cx="5678640" cy="4604040"/>
          </a:xfrm>
          <a:prstGeom prst="rect">
            <a:avLst/>
          </a:prstGeom>
          <a:noFill/>
          <a:ln w="0">
            <a:noFill/>
          </a:ln>
        </p:spPr>
        <p:txBody>
          <a:bodyPr lIns="91440" tIns="45720" rIns="91440" bIns="45720" anchor="t">
            <a:noAutofit/>
          </a:bodyPr>
          <a:lstStyle/>
          <a:p>
            <a:r>
              <a:t>Folie „REST und HTTP“.</a:t>
            </a:r>
          </a:p>
          <a:p/>
          <a:p>
            <a:r>
              <a:t>Wichtige begriffliche Klarstellung: REST hat streng genommen nichts direkt mit HTTP zu tun – REST ist eine abstrakte Architektur (ein Satz von Prinzipien), HTTP ist ein konkretes Kommunikationsprotokoll. In der Praxis passt HTTP aber besonders gut als „Referenz-Implementierung“ für REST-Prinzipien, weshalb beide Begriffe im Alltag oft zusammen verwendet werden.</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„Einrichten von TypeScript – Installation“.</a:t>
            </a:r>
          </a:p>
          <a:p/>
          <a:p>
            <a:r>
              <a:t>Bevor man TypeScript nutzen kann, muss es als Werkzeug auf dem Rechner installiert werden. Diese Folie leitet den praktischen Teil ein: Wie bekomme ich TypeScript und die Hilfswerkzeuge auf meinen Computer, damit ich Übungen im Kurs überhaupt ausführen kann.</a:t>
            </a:r>
          </a:p>
        </p:txBody>
      </p:sp>
      <p:sp>
        <p:nvSpPr>
          <p:cNvPr id="4" name="Slide Number Placeholder 3"/>
          <p:cNvSpPr>
            <a:spLocks noGrp="1"/>
          </p:cNvSpPr>
          <p:nvPr>
            <p:ph type="sldNum" idx="66"/>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„Benötigte Komponenten“.</a:t>
            </a:r>
          </a:p>
          <a:p/>
          <a:p>
            <a:r>
              <a:t>Es werden zwei Werkzeuge installiert: 1) das Paket „typescript“ selbst, über den Befehl „npm install typescript --save-dev“. „npm“ (Node Package Manager) ist das Standard-Werkzeug, mit dem man JavaScript- und TypeScript-Bibliotheken herunterlädt; „--save-dev“ bedeutet, das Paket wird nur für die Entwicklung gebraucht, nicht für die spätere fertige Anwendung. Alternativ kann man TypeScript auch global auf dem Rechner installieren mit „npm install -g typescript“ (dann steht der Befehl „tsc“ überall zur Verfügung, nicht nur in einem Projekt). 2) Der „Lite-Server“: ein sehr einfacher lokaler Webserver, der die HTML-Datei im Browser anzeigt und automatisch neu lädt, wenn sich Dateien ändern. Fachbegriff: „npm“ als Eigenname buchstabieren oder feste Kursgebärde nutzen; „package“ = Paket/Softwarepaket.</a:t>
            </a:r>
          </a:p>
        </p:txBody>
      </p:sp>
      <p:sp>
        <p:nvSpPr>
          <p:cNvPr id="4" name="Slide Number Placeholder 3"/>
          <p:cNvSpPr>
            <a:spLocks noGrp="1"/>
          </p:cNvSpPr>
          <p:nvPr>
            <p:ph type="sldNum" idx="66"/>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„Konfiguration des TypeScript-Compilers“.</a:t>
            </a:r>
          </a:p>
          <a:p/>
          <a:p>
            <a:r>
              <a:t>Ein „Compiler“ übersetzt hier den TypeScript-Code in normales JavaScript, das der Browser tatsächlich ausführen kann (Browser verstehen kein TypeScript direkt). Mit dem Befehl „tsc --init“ wird eine Konfigurationsdatei namens „tsconfig.json“ erzeugt. In dieser Datei stehen alle Einstellungen für den Compiler, zum Beispiel: in welche JavaScript-Version übersetzt werden soll, wie streng die Typprüfung ist, welcher Ordner die Ausgabe bekommt usw. Man muss diese Datei nicht von Hand schreiben, sie wird generiert und dann angepasst.</a:t>
            </a:r>
          </a:p>
        </p:txBody>
      </p:sp>
      <p:sp>
        <p:nvSpPr>
          <p:cNvPr id="4" name="Slide Number Placeholder 3"/>
          <p:cNvSpPr>
            <a:spLocks noGrp="1"/>
          </p:cNvSpPr>
          <p:nvPr>
            <p:ph type="sldNum" idx="66"/>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„Scripts der package.json“.</a:t>
            </a:r>
          </a:p>
          <a:p/>
          <a:p>
            <a:r>
              <a:t>Die Datei „package.json“ beschreibt ein Node-/npm-Projekt: welche Pakete gebraucht werden und welche Kurzbefehle (Scripts) es gibt. Hier sind drei Scripts zu sehen: „serve“ startet den Lite-Server, „compile“ übersetzt den TypeScript-Code einmalig in JavaScript in den Ordner „dist“, und „compile-watch“ macht das Gleiche, bleibt aber aktiv und übersetzt automatisch neu, sobald eine Datei gespeichert wird (das „-w“ steht für „watch“, also „beobachten“). Diese Scripts ruft man später mit „npm run &lt;name&gt;“ auf, z. B. „npm run compile-watch“.</a:t>
            </a:r>
          </a:p>
        </p:txBody>
      </p:sp>
      <p:sp>
        <p:nvSpPr>
          <p:cNvPr id="4" name="Slide Number Placeholder 3"/>
          <p:cNvSpPr>
            <a:spLocks noGrp="1"/>
          </p:cNvSpPr>
          <p:nvPr>
            <p:ph type="sldNum" idx="66"/>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„Benutzung“.</a:t>
            </a:r>
          </a:p>
          <a:p/>
          <a:p>
            <a:r>
              <a:t>Mit dem Befehl „npm start“ werden mehrere Dinge gleichzeitig angestoßen: der TypeScript-Compiler im Watch-Modus (übersetzt bei jeder Änderung automatisch neu) sowie der Lite-Server mit „Browser-Sync“. „Browser-Sync“ bedeutet, dass der Browser automatisch die Seite neu lädt, sobald sich der übersetzte JavaScript-Code geändert hat – man muss also nicht mehr selbst im Browser aktualisieren. Zusätzlich öffnet der Befehl automatisch den Standard-Browser mit der Beispielseite.</a:t>
            </a:r>
          </a:p>
        </p:txBody>
      </p:sp>
      <p:sp>
        <p:nvSpPr>
          <p:cNvPr id="4" name="Slide Number Placeholder 3"/>
          <p:cNvSpPr>
            <a:spLocks noGrp="1"/>
          </p:cNvSpPr>
          <p:nvPr>
            <p:ph type="sldNum" idx="66"/>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„TypeScript – Einordnung“.</a:t>
            </a:r>
          </a:p>
          <a:p/>
          <a:p>
            <a:r>
              <a:t>Das Bild zeigt eine Rechnung aus Kreisen. Der erste Kreis steht für „ECMAScript 5“, eine ältere Version von JavaScript. Der zweite Kreis steht für „ECMAScript 6“, die neuere Version mit zusätzlichen Möglichkeiten wie Klassen und „let“. Der dritte Kreis heißt „Additional Features“, auf Deutsch zusätzliche Eigenschaften. Das Ergebnis der Rechnung ist TypeScript.</a:t>
            </a:r>
          </a:p>
          <a:p/>
          <a:p>
            <a:r>
              <a:t>„ECMAScript“ ist der offizielle Name des Standards, nach dem JavaScript funktioniert. Die Aussage der Folie: TypeScript enthält alles von JavaScript und fügt vor allem Typen hinzu. Der Browser versteht TypeScript nicht direkt. Deshalb wird der Code vorher in normales JavaScript übersetzt.</a:t>
            </a:r>
          </a:p>
        </p:txBody>
      </p:sp>
      <p:sp>
        <p:nvSpPr>
          <p:cNvPr id="4" name="Slide Number Placeholder 3"/>
          <p:cNvSpPr>
            <a:spLocks noGrp="1"/>
          </p:cNvSpPr>
          <p:nvPr>
            <p:ph type="sldNum" idx="66"/>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„Warum TypeScript“.</a:t>
            </a:r>
          </a:p>
          <a:p/>
          <a:p>
            <a:r>
              <a:t>Die Folie nennt vier Gründe in vier Feldern. Erstens „OO Concepts“: TypeScript unterstützt die Ideen der objektorientierten Programmierung, also Klassen, Vererbung und Schnittstellen. Zweitens „Supports Type Definitions“: Man kann für Variablen, Funktionen und Objekte festlegen, welche Art von Werten erlaubt ist. Drittens „Strong static Type“: Die Typen werden streng geprüft, und zwar schon beim Schreiben und Übersetzen des Codes, nicht erst, wenn das Programm läuft. Viertens „Compilation“: Der Code wird vor der Ausführung vom Compiler geprüft und in JavaScript übersetzt.</a:t>
            </a:r>
          </a:p>
          <a:p/>
          <a:p>
            <a:r>
              <a:t>Im Alltag bedeutet das: Der Editor findet Fehler früh und macht Vorschläge beim Schreiben, und größere Projekte bleiben besser wartbar. Das hilft bei der Kunden-App im Kurs, denn auch Angular selbst ist in TypeScript geschrieben.</a:t>
            </a:r>
          </a:p>
        </p:txBody>
      </p:sp>
      <p:sp>
        <p:nvSpPr>
          <p:cNvPr id="4" name="Slide Number Placeholder 3"/>
          <p:cNvSpPr>
            <a:spLocks noGrp="1"/>
          </p:cNvSpPr>
          <p:nvPr>
            <p:ph type="sldNum" idx="66"/>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„Spezielle Typen“: null und undefined.</a:t>
            </a:r>
          </a:p>
          <a:p/>
          <a:p>
            <a:r>
              <a:t>„null“ bedeutet: Eine Eigenschaft ist bewusst gesetzt worden, aber auf „kein Wert“ (man hat also aktiv entschieden: hier ist nichts). „undefined“ bedeutet: Eine Eigenschaft oder Funktion wurde gar nicht erst vergeben/definiert – der Wert wurde also nie gesetzt. Das ist ein feiner, aber wichtiger Unterschied: „null“ = absichtlich leer, „undefined“ = noch nie befüllt. Beide Konzepte tauchen im Kurs später wieder auf, z. B. wenn eine Kundenauswahl noch nicht getroffen wurde (undefined) oder explizit zurückgesetzt wird (null).</a:t>
            </a:r>
          </a:p>
        </p:txBody>
      </p:sp>
      <p:sp>
        <p:nvSpPr>
          <p:cNvPr id="4" name="Slide Number Placeholder 3"/>
          <p:cNvSpPr>
            <a:spLocks noGrp="1"/>
          </p:cNvSpPr>
          <p:nvPr>
            <p:ph type="sldNum" idx="66"/>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„Variablen Deklaration“ – die grundsätzliche Syntax, wie man in TypeScript eine Variable anlegt.</a:t>
            </a:r>
          </a:p>
          <a:p/>
          <a:p>
            <a:r>
              <a:t>Gezeigt werden vier Schreibweisen mit dem Schlüsselwort „var“ (der älteste, heute nicht mehr empfohlene Weg, siehe spätere Folien zu Scoping-Problemen): mit Namen und Typ und Wert, nur Name und Typ (ohne Startwert), nur Name und Wert (Typ wird automatisch erkannt), oder nur der Name allein. Die eckigen Klammern in der Syntax-Notation bedeuten „optional“, sie sind nicht Teil des echten Codes.</a:t>
            </a:r>
          </a:p>
        </p:txBody>
      </p:sp>
      <p:sp>
        <p:nvSpPr>
          <p:cNvPr id="4" name="Slide Number Placeholder 3"/>
          <p:cNvSpPr>
            <a:spLocks noGrp="1"/>
          </p:cNvSpPr>
          <p:nvPr>
            <p:ph type="sldNum" idx="66"/>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„Typisierte Deklaration von Variablen“.</a:t>
            </a:r>
          </a:p>
          <a:p/>
          <a:p>
            <a:r>
              <a:t>Zwei Möglichkeiten, einer Variable einen Typ zu geben: Explizite Typisierung, z. B. „let name: string“ – hier wird der Typ direkt hingeschrieben. Oder „Type Inference“ (Typ-Ableitung): Man schreibt gar keinen Typ hin, sondern TypeScript erkennt den Typ automatisch anhand des zugewiesenen Wertes, z. B. wenn man „let state = true“ schreibt, weiß TypeScript automatisch: das ist ein „boolean“ (Wahrheitswert).</a:t>
            </a:r>
          </a:p>
        </p:txBody>
      </p:sp>
      <p:sp>
        <p:nvSpPr>
          <p:cNvPr id="4" name="Slide Number Placeholder 3"/>
          <p:cNvSpPr>
            <a:spLocks noGrp="1"/>
          </p:cNvSpPr>
          <p:nvPr>
            <p:ph type="sldNum" idx="66"/>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„Deklaration von Variablen mit const und let“.</a:t>
            </a:r>
          </a:p>
          <a:p/>
          <a:p>
            <a:r>
              <a:t>Das sind die beiden modernen Schlüsselwörter, die „var“ ersetzt haben. „let“ deklariert eine Variable, deren Wert später noch verändert werden darf. „const“ deklariert eine Konstante, deren Wert nach der ersten Zuweisung nicht mehr geändert werden kann – ein erneuter Zuweisungsversuch führt zu einem Fehler. Als Faustregel im Kurs: „const“ ist der Standard-Fall, „let“ nutzt man nur, wenn sich der Wert wirklich ändern muss.</a:t>
            </a:r>
          </a:p>
        </p:txBody>
      </p:sp>
      <p:sp>
        <p:nvSpPr>
          <p:cNvPr id="4" name="Slide Number Placeholder 3"/>
          <p:cNvSpPr>
            <a:spLocks noGrp="1"/>
          </p:cNvSpPr>
          <p:nvPr>
            <p:ph type="sldNum" idx="66"/>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„Variable Samples“ – konkretes Codebeispiel.</a:t>
            </a:r>
          </a:p>
          <a:p/>
          <a:p>
            <a:r>
              <a:t>Zeile für Zeile: „var message: string = "Hello Typescript";“ legt eine Variable „message“ vom Typ Text an und gibt ihr direkt einen Startwert. „console.log(message);“ gibt den Inhalt der Variable in der Entwicklerkonsole des Browsers aus (das gängige Werkzeug zum Debuggen/Ausprobieren). Darunter eine Funktion „f()“, die eine eigene, zweite Variable ebenfalls „message“ nennt – das zeigt, dass Variablen innerhalb einer Funktion einen eigenen, abgeschotteten Gültigkeitsbereich haben können (Vorbereitung auf die nächsten Folien zum Thema Scoping).</a:t>
            </a:r>
          </a:p>
        </p:txBody>
      </p:sp>
      <p:sp>
        <p:nvSpPr>
          <p:cNvPr id="4" name="Slide Number Placeholder 3"/>
          <p:cNvSpPr>
            <a:spLocks noGrp="1"/>
          </p:cNvSpPr>
          <p:nvPr>
            <p:ph type="sldNum" idx="66"/>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„Var-Scoping Macken“ (erste von drei Folien zu Problemen mit dem alten „var“-Schlüsselwort).</a:t>
            </a:r>
          </a:p>
          <a:p/>
          <a:p>
            <a:r>
              <a:t>„Scoping“ bedeutet „Gültigkeitsbereich“ – also die Frage, in welchem Bereich des Codes eine Variable überhaupt sichtbar/nutzbar ist. Das Beispiel zeigt eine Funktion, in der eine Variable „x“ nur innerhalb eines „if“-Blocks mit „var“ angelegt wird, aber danach außerhalb dieses Blocks trotzdem noch gelesen werden kann und zurückgegeben wird. Das ist unerwartet, wenn man von anderen Programmiersprachen kommt, und eine typische Fehlerquelle: „var“ ignoriert Block-Grenzen (geschweifte Klammern) und ist nur auf die gesamte Funktion beschränkt, nicht auf den einzelnen „if“-Block.</a:t>
            </a:r>
          </a:p>
        </p:txBody>
      </p:sp>
      <p:sp>
        <p:nvSpPr>
          <p:cNvPr id="4" name="Slide Number Placeholder 3"/>
          <p:cNvSpPr>
            <a:spLocks noGrp="1"/>
          </p:cNvSpPr>
          <p:nvPr>
            <p:ph type="sldNum" idx="66"/>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„Var-Scoping Macken 2“.</a:t>
            </a:r>
          </a:p>
          <a:p/>
          <a:p>
            <a:r>
              <a:t>Ähnliches Beispiel mit einer verschachtelten Schleife über eine Matrix (zweidimensionales Zahlenfeld): Die Schleifenvariablen „i“ und „row“ werden mit „var“ in der Schleife deklariert, bleiben aber auch nach der Schleife im gesamten Funktionskörper sichtbar. Das kann zu versehentlichem Überschreiben von Werten führen, wenn man nicht aufpasst, weil man eigentlich erwarten würde, dass diese Variable nur innerhalb der Schleife existiert.</a:t>
            </a:r>
          </a:p>
        </p:txBody>
      </p:sp>
      <p:sp>
        <p:nvSpPr>
          <p:cNvPr id="4" name="Slide Number Placeholder 3"/>
          <p:cNvSpPr>
            <a:spLocks noGrp="1"/>
          </p:cNvSpPr>
          <p:nvPr>
            <p:ph type="sldNum" idx="66"/>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„Var-Scoping Macken 3“ – das klassischste Beispiel für dieses Problem.</a:t>
            </a:r>
          </a:p>
          <a:p/>
          <a:p>
            <a:r>
              <a:t>Eine Schleife mit „var i“ ruft zehnmal „setTimeout“ auf, was jeweils nach einer kurzen Verzögerung „console.log(i)“ ausführen soll. Man würde erwarten, dass die Zahlen 0 bis 9 ausgegeben werden. Tatsächlich gibt der Code aber zehnmal die Zahl „10“ aus, weil alle zehn Funktionen sich dieselbe, einzige „i“-Variable teilen (var kennt keinen Block-Scope), und wenn die Zeitverzögerung abläuft, ist die Schleife schon fertig durchlaufen und „i“ steht bei 10. Diese drei Folien begründen, warum man „var“ heute nicht mehr benutzt und stattdessen „let“/„const“ verwendet – das wird auf den nächsten Folien gezeigt.</a:t>
            </a:r>
          </a:p>
        </p:txBody>
      </p:sp>
      <p:sp>
        <p:nvSpPr>
          <p:cNvPr id="4" name="Slide Number Placeholder 3"/>
          <p:cNvSpPr>
            <a:spLocks noGrp="1"/>
          </p:cNvSpPr>
          <p:nvPr>
            <p:ph type="sldNum" idx="66"/>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„Block Scoping“ – jetzt mit dem modernen Schlüsselwort „let“.</a:t>
            </a:r>
          </a:p>
          <a:p/>
          <a:p>
            <a:r>
              <a:t>Anders als „var“ ist eine mit „let“ deklarierte Variable wirklich nur innerhalb des Blocks (der geschweiften Klammern, z. B. eines „if“) sichtbar, in dem sie angelegt wurde. Im Beispiel wird außerhalb des „if“-Blocks versucht, auf eine dort mit „let b“ deklarierte Variable zuzugreifen – das führt zu einem Compile-Fehler, weil „b“ außerhalb ihres Blocks gar nicht existiert. Das ist genau das erwartbare, „sichere“ Verhalten, das bei „var“ auf den vorherigen Folien gefehlt hat.</a:t>
            </a:r>
          </a:p>
        </p:txBody>
      </p:sp>
      <p:sp>
        <p:nvSpPr>
          <p:cNvPr id="4" name="Slide Number Placeholder 3"/>
          <p:cNvSpPr>
            <a:spLocks noGrp="1"/>
          </p:cNvSpPr>
          <p:nvPr>
            <p:ph type="sldNum" idx="66"/>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„Block Scoping 2“.</a:t>
            </a:r>
          </a:p>
          <a:p/>
          <a:p>
            <a:r>
              <a:t>Zeigt eine Besonderheit: Wenn eine Variable mit „let“ zwar später im Code deklariert wird, aber schon vorher in einer Funktion referenziert wird, bekommt man (anders als bei „var“, wo es „undefined“ wäre) grundsätzlich einen Fehler, wenn man wirklich vor der Deklaration zugreift. Kurz erläutern anhand des Beispiels, was tatsächlich ausgegeben wird, und den Unterschied zum „var“-Verhalten von vorher betonen.</a:t>
            </a:r>
          </a:p>
        </p:txBody>
      </p:sp>
      <p:sp>
        <p:nvSpPr>
          <p:cNvPr id="4" name="Slide Number Placeholder 3"/>
          <p:cNvSpPr>
            <a:spLocks noGrp="1"/>
          </p:cNvSpPr>
          <p:nvPr>
            <p:ph type="sldNum" idx="66"/>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„Block Scoping 3“ – die Lösung des Problems von „Var-Scoping Macken 2“ (verschachtelte Schleifen) mit „let“ statt „var“.</a:t>
            </a:r>
          </a:p>
          <a:p/>
          <a:p>
            <a:r>
              <a:t>Bei „Var-Scoping Macken 2“ benutzten beide Schleifen mit „var“ dieselbe Variable „i“. Die innere Schleife hat dadurch den Zähler der äußeren Schleife überschrieben. Mit „let“ hat jede Schleife ihre eigene Variable „i“, die nur innerhalb dieser Schleife gilt. Die Summe wird deshalb richtig berechnet.</a:t>
            </a:r>
          </a:p>
          <a:p/>
          <a:p>
            <a:r>
              <a:t>Auch das „setTimeout“-Beispiel von der Folie davor wäre mit „let“ richtig: Jeder Durchlauf bekommt seine eigene Kopie von „i“, und es erscheinen die Zahlen 0 bis 9. Das ist einer der Hauptgründe, warum „let“ heute Standard ist.</a:t>
            </a:r>
          </a:p>
        </p:txBody>
      </p:sp>
      <p:sp>
        <p:nvSpPr>
          <p:cNvPr id="4" name="Slide Number Placeholder 3"/>
          <p:cNvSpPr>
            <a:spLocks noGrp="1"/>
          </p:cNvSpPr>
          <p:nvPr>
            <p:ph type="sldNum" idx="66"/>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„const“.</a:t>
            </a:r>
          </a:p>
          <a:p/>
          <a:p>
            <a:r>
              <a:t>Vertiefung zum Schlüsselwort „const“: Eine Variable, die mit „const“ deklariert wurde, kann nach der ersten Zuweisung nicht mehr neu zugewiesen werden. Wichtig zu erklären: Bei Objekten und Arrays bedeutet das nicht, dass der Inhalt unveränderlich ist – man darf weiterhin Eigenschaften eines Objekts ändern oder Elemente in ein Array einfügen, nur die Variable selbst darf nicht auf ein komplett anderes Objekt umgebogen werden.</a:t>
            </a:r>
          </a:p>
        </p:txBody>
      </p:sp>
      <p:sp>
        <p:nvSpPr>
          <p:cNvPr id="4" name="Slide Number Placeholder 3"/>
          <p:cNvSpPr>
            <a:spLocks noGrp="1"/>
          </p:cNvSpPr>
          <p:nvPr>
            <p:ph type="sldNum" idx="66"/>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„Kontrollstrukturen“ (Teil 1): if / else if / else.</a:t>
            </a:r>
          </a:p>
          <a:p/>
          <a:p>
            <a:r>
              <a:t>Die klassische Verzweigung: Wenn eine Bedingung wahr ist, wird der erste Block ausgeführt; ist sie falsch, wird die nächste Bedingung („else if“) geprüft; trifft keine der Bedingungen zu, greift der „else“-Block als Auffangfall. Das ist die Grundlage jeder Entscheidungslogik im Code, z. B. später bei der Frage „ist ein Kunde ausgewählt oder nicht“.</a:t>
            </a:r>
          </a:p>
        </p:txBody>
      </p:sp>
      <p:sp>
        <p:nvSpPr>
          <p:cNvPr id="4" name="Slide Number Placeholder 3"/>
          <p:cNvSpPr>
            <a:spLocks noGrp="1"/>
          </p:cNvSpPr>
          <p:nvPr>
            <p:ph type="sldNum" idx="66"/>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„Kontrollstrukturen“ (Teil 2): while und do-while Schleifen.</a:t>
            </a:r>
          </a:p>
          <a:p/>
          <a:p>
            <a:r>
              <a:t>Bei „while“ wird die Bedingung vor jedem Durchlauf geprüft – ist sie von Anfang an falsch, läuft die Schleife kein einziges Mal. Bei „do-while“ wird der Schleifenkörper zuerst mindestens einmal ausgeführt und die Bedingung erst danach geprüft. Kurzer Hinweis: Diese Schleifenarten werden in den späteren, Angular-spezifischen Kapiteln kaum noch direkt gebraucht, weil dort meist über Listen mit „@for“ iteriert wird (siehe späteres Kapitel zum Control Flow).</a:t>
            </a:r>
          </a:p>
        </p:txBody>
      </p:sp>
      <p:sp>
        <p:nvSpPr>
          <p:cNvPr id="4" name="Slide Number Placeholder 3"/>
          <p:cNvSpPr>
            <a:spLocks noGrp="1"/>
          </p:cNvSpPr>
          <p:nvPr>
            <p:ph type="sldNum" idx="66"/>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„Number Datentyp“.</a:t>
            </a:r>
          </a:p>
          <a:p/>
          <a:p>
            <a:r>
              <a:t>Einführung in den Zahlentyp von TypeScript/JavaScript. Wichtig zu erwähnen: Anders als in manchen anderen Sprachen gibt es nicht getrennt „Ganzzahl“ und „Kommazahl“, sondern nur einen einzigen Typ „number“ für alle Zahlen.</a:t>
            </a:r>
          </a:p>
        </p:txBody>
      </p:sp>
      <p:sp>
        <p:nvSpPr>
          <p:cNvPr id="4" name="Slide Number Placeholder 3"/>
          <p:cNvSpPr>
            <a:spLocks noGrp="1"/>
          </p:cNvSpPr>
          <p:nvPr>
            <p:ph type="sldNum" idx="66"/>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„Number Funktionen“.</a:t>
            </a:r>
          </a:p>
          <a:p/>
          <a:p>
            <a:r>
              <a:t>Zeigt Hilfsmethoden auf Zahlen, hier „toFixed()“: Diese Methode rundet eine Zahl auf eine feste Anzahl Nachkommastellen und gibt das Ergebnis als Text zurück (nützlich z. B. für Geldbeträge in der Rechnungs-App des Kurses, damit immer genau zwei Nachkommastellen angezeigt werden).</a:t>
            </a:r>
          </a:p>
        </p:txBody>
      </p:sp>
      <p:sp>
        <p:nvSpPr>
          <p:cNvPr id="4" name="Slide Number Placeholder 3"/>
          <p:cNvSpPr>
            <a:spLocks noGrp="1"/>
          </p:cNvSpPr>
          <p:nvPr>
            <p:ph type="sldNum" idx="66"/>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„String Funktionen“.</a:t>
            </a:r>
          </a:p>
          <a:p/>
          <a:p>
            <a:r>
              <a:t>Zeigt Hilfsmethoden auf Texten (Strings), hier „indexOf()“: Diese Methode sucht eine Zeichenfolge innerhalb eines Textes und gibt die Position (den Index) zurück, an der sie zuerst gefunden wurde, oder „-1“, wenn nichts gefunden wurde.</a:t>
            </a:r>
          </a:p>
        </p:txBody>
      </p:sp>
      <p:sp>
        <p:nvSpPr>
          <p:cNvPr id="4" name="Slide Number Placeholder 3"/>
          <p:cNvSpPr>
            <a:spLocks noGrp="1"/>
          </p:cNvSpPr>
          <p:nvPr>
            <p:ph type="sldNum" idx="66"/>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„Funktionen deklarieren“ – allgemeine Syntax einer Funktion mit optional typisierten Parametern.</a:t>
            </a:r>
          </a:p>
          <a:p/>
          <a:p>
            <a:r>
              <a:t>Die eckigen Klammern zeigen wieder optionale Bestandteile: ein Parameter kann einen Typ bekommen („:type“), muss es aber nicht. Das Fragezeichen bei einem Parameter (siehe „param2?“) bedeutet, dieser Parameter ist optional, also beim Aufruf der Funktion nicht zwingend erforderlich.</a:t>
            </a:r>
          </a:p>
        </p:txBody>
      </p:sp>
      <p:sp>
        <p:nvSpPr>
          <p:cNvPr id="4" name="Slide Number Placeholder 3"/>
          <p:cNvSpPr>
            <a:spLocks noGrp="1"/>
          </p:cNvSpPr>
          <p:nvPr>
            <p:ph type="sldNum" idx="66"/>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„Varargs AKA Rest Parameters“.</a:t>
            </a:r>
          </a:p>
          <a:p/>
          <a:p>
            <a:r>
              <a:t>„Rest Parameters“ (mit drei Punkten vor dem Namen, „...nums“) erlauben es, einer Funktion eine beliebige Anzahl von Werten desselben Typs zu übergeben, die dann intern als Array (Liste) zusammengefasst werden. Im Beispiel „sumUp“ können also beliebig viele Zahlen übergeben werden, und die Funktion addiert sie alle in einer Schleife zusammen.</a:t>
            </a:r>
          </a:p>
        </p:txBody>
      </p:sp>
      <p:sp>
        <p:nvSpPr>
          <p:cNvPr id="4" name="Slide Number Placeholder 3"/>
          <p:cNvSpPr>
            <a:spLocks noGrp="1"/>
          </p:cNvSpPr>
          <p:nvPr>
            <p:ph type="sldNum" idx="66"/>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„Default Parameter“.</a:t>
            </a:r>
          </a:p>
          <a:p/>
          <a:p>
            <a:r>
              <a:t>Ein Funktionsparameter kann einen Standardwert bekommen, der automatisch verwendet wird, wenn beim Aufruf kein eigener Wert für diesen Parameter übergeben wird. Das erspart in vielen Fällen zusätzliche Prüfungen im Funktionskörper, ob ein Parameter überhaupt gesetzt wurde.</a:t>
            </a:r>
          </a:p>
        </p:txBody>
      </p:sp>
      <p:sp>
        <p:nvSpPr>
          <p:cNvPr id="4" name="Slide Number Placeholder 3"/>
          <p:cNvSpPr>
            <a:spLocks noGrp="1"/>
          </p:cNvSpPr>
          <p:nvPr>
            <p:ph type="sldNum" idx="66"/>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„Anonyme Funktionen“.</a:t>
            </a:r>
          </a:p>
          <a:p/>
          <a:p>
            <a:r>
              <a:t>Eine Funktion kann ohne eigenen Namen als Wert einer Variable zugewiesen werden (klassische Schreibweise „function(...) {...}“). Darunter die moderne „Arrow Function“-Syntax „(param1, param2) =&gt; statement“ – ein Pfeil ersetzt das Schlüsselwort „function“ und ist kürzer. Arrow Functions werden im weiteren Kurs sehr häufig verwendet, z. B. bei Callback-Funktionen und später bei Angular-Signalen.</a:t>
            </a:r>
          </a:p>
        </p:txBody>
      </p:sp>
      <p:sp>
        <p:nvSpPr>
          <p:cNvPr id="4" name="Slide Number Placeholder 3"/>
          <p:cNvSpPr>
            <a:spLocks noGrp="1"/>
          </p:cNvSpPr>
          <p:nvPr>
            <p:ph type="sldNum" idx="66"/>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„Funktionen überladen“.</a:t>
            </a:r>
          </a:p>
          <a:p/>
          <a:p>
            <a:r>
              <a:t>TypeScript erlaubt „Overloading“: Man kann für dieselbe Funktion mehrere Signaturen (Kombinationen von Parametertypen) deklarieren, z. B. einmal mit einer Zahl, einmal mit einem Text als Parameter. Wichtig: Es gibt nur einen echten Funktionskörper („1 Body for all“), der intern selbst unterscheiden muss, welcher Typ tatsächlich übergeben wurde.</a:t>
            </a:r>
          </a:p>
        </p:txBody>
      </p:sp>
      <p:sp>
        <p:nvSpPr>
          <p:cNvPr id="4" name="Slide Number Placeholder 3"/>
          <p:cNvSpPr>
            <a:spLocks noGrp="1"/>
          </p:cNvSpPr>
          <p:nvPr>
            <p:ph type="sldNum" idx="66"/>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„Container“ – Übersicht der drei Sammlungstypen. „array“: eine Liste von Werten desselben Typs. „tuple“: eine feste, geordnete Menge unterschiedlicher Basistypen (z. B. genau ein Text und eine Zahl zusammen). „enum“: eine feste, benannte Menge erlaubter Werte (Aufzählungstyp).</a:t>
            </a:r>
          </a:p>
        </p:txBody>
      </p:sp>
      <p:sp>
        <p:nvSpPr>
          <p:cNvPr id="4" name="Slide Number Placeholder 3"/>
          <p:cNvSpPr>
            <a:spLocks noGrp="1"/>
          </p:cNvSpPr>
          <p:nvPr>
            <p:ph type="sldNum" idx="66"/>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zu Arrays: Deklaration und Zugriff über den Index.</a:t>
            </a:r>
          </a:p>
          <a:p/>
          <a:p>
            <a:r>
              <a:t>Ein Array wird mit „number[]“ typisiert. Über eckige Klammern mit einer Zahl (dem Index, beginnend bei 0) greift man auf ein einzelnes Element zu, z. B. „nummern[1]“ liefert das zweite Element (Index 1 = zweite Position). Die Zahlenreihe oben in der Folie zeigt genau diese Index-Zählung von 0 bis 6.</a:t>
            </a:r>
          </a:p>
        </p:txBody>
      </p:sp>
      <p:sp>
        <p:nvSpPr>
          <p:cNvPr id="4" name="Slide Number Placeholder 3"/>
          <p:cNvSpPr>
            <a:spLocks noGrp="1"/>
          </p:cNvSpPr>
          <p:nvPr>
            <p:ph type="sldNum" idx="66"/>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Codebeispiel: Ein leeres Array fester Größe wird mit „new Array(4)“ angelegt, danach befüllt eine Schleife jedes Element mit dem Zehnfachen seines Index (0, 10, 20, 30) und gibt es aus. Zeigt den typischen Aufbau: Array anlegen, per Schleife befüllen, ausgeben.</a:t>
            </a:r>
          </a:p>
        </p:txBody>
      </p:sp>
      <p:sp>
        <p:nvSpPr>
          <p:cNvPr id="4" name="Slide Number Placeholder 3"/>
          <p:cNvSpPr>
            <a:spLocks noGrp="1"/>
          </p:cNvSpPr>
          <p:nvPr>
            <p:ph type="sldNum" idx="66"/>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„Array Schnittstellen Auszug“ – Übersicht wichtiger, eingebauter Array-Methoden: „concat“ (zwei Arrays zusammenfügen), „indexOf“/„lastIndexOf“ (Position eines Wertes suchen), „push“/„unshift“ (Element hinten/vorne einfügen) usw. Der Link unten verweist auf eine externe Referenzseite mit der vollständigen Liste.</a:t>
            </a:r>
          </a:p>
        </p:txBody>
      </p:sp>
      <p:sp>
        <p:nvSpPr>
          <p:cNvPr id="4" name="Slide Number Placeholder 3"/>
          <p:cNvSpPr>
            <a:spLocks noGrp="1"/>
          </p:cNvSpPr>
          <p:nvPr>
            <p:ph type="sldNum" idx="66"/>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Konkretes Beispiel zu „concat()“: Zwei bestehende Arrays (Buchstaben und Zahlen) werden zu einem neuen, gemeinsamen Array zusammengefügt. Wichtig: „concat“ verändert die Original-Arrays nicht, sondern erzeugt ein drittes, neues Array.</a:t>
            </a:r>
          </a:p>
        </p:txBody>
      </p:sp>
      <p:sp>
        <p:nvSpPr>
          <p:cNvPr id="4" name="Slide Number Placeholder 3"/>
          <p:cNvSpPr>
            <a:spLocks noGrp="1"/>
          </p:cNvSpPr>
          <p:nvPr>
            <p:ph type="sldNum" idx="66"/>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„Pop und push“ mit einer visuellen Fahrzeugliste. „push“ fügt ein neues Element hinten an und gibt die neue Länge des Arrays zurück. „pop“ entfernt das letzte Element und gibt genau dieses entfernte Element zurück. Die Bild-Abfolge zeigt, wie sich die Liste („VW Golf, BMW 323i, Mercedes CLK, Opel Vectra“) durch push (Tesla Cybertruck kommt hinzu) und anschließendes pop wieder verändert.</a:t>
            </a:r>
          </a:p>
          <a:p/>
          <a:p>
            <a:r>
              <a:t>Im strikten Modus gibt „pop“ den Typ „Fahrzeug oder undefined“ zurück, weil die Liste leer sein könnte. Das zeigt der Kommentar im Code. Man müsste das Ergebnis also vor der Benutzung auf „undefined“ prüfen.</a:t>
            </a:r>
          </a:p>
        </p:txBody>
      </p:sp>
      <p:sp>
        <p:nvSpPr>
          <p:cNvPr id="4" name="Slide Number Placeholder 3"/>
          <p:cNvSpPr>
            <a:spLocks noGrp="1"/>
          </p:cNvSpPr>
          <p:nvPr>
            <p:ph type="sldNum" idx="66"/>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„Union Types“.</a:t>
            </a:r>
          </a:p>
          <a:p/>
          <a:p>
            <a:r>
              <a:t>Eine Variable kann mit einem „|“ (Oder) mehrere mögliche Typen bekommen, z. B. „string|number“ bedeutet: entweder Text oder Zahl. Im Beispiel wird derselben Variable erst eine Zahl, dann ein Text zugewiesen – beides ist erlaubt, weil beide Typen im Union Type enthalten sind.</a:t>
            </a:r>
          </a:p>
        </p:txBody>
      </p:sp>
      <p:sp>
        <p:nvSpPr>
          <p:cNvPr id="4" name="Slide Number Placeholder 3"/>
          <p:cNvSpPr>
            <a:spLocks noGrp="1"/>
          </p:cNvSpPr>
          <p:nvPr>
            <p:ph type="sldNum" idx="66"/>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„Enum“.</a:t>
            </a:r>
          </a:p>
          <a:p/>
          <a:p>
            <a:r>
              <a:t>Ein Enum definiert eine feste Menge benannter Werte, hier „Up, Down, Left, Right“ für eine Richtung. Da „Up = 1“ gesetzt ist, zählen die folgenden Werte automatisch weiter (Down=2, Left=3, Right=4). Eine Variable vom Typ „Direction“ kann dann nur einen dieser vier Werte annehmen.</a:t>
            </a:r>
          </a:p>
        </p:txBody>
      </p:sp>
      <p:sp>
        <p:nvSpPr>
          <p:cNvPr id="4" name="Slide Number Placeholder 3"/>
          <p:cNvSpPr>
            <a:spLocks noGrp="1"/>
          </p:cNvSpPr>
          <p:nvPr>
            <p:ph type="sldNum" idx="66"/>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„Nonsens Code“ – bewusstes Negativbeispiel.</a:t>
            </a:r>
          </a:p>
          <a:p/>
          <a:p>
            <a:r>
              <a:t>Die Bedingung „x !== Direction.Up || x !== Direction.Down“ ist logisch immer wahr (ein Wert kann nicht gleichzeitig beide sein, also ist immer mindestens eine Seite der Oder-Bedingung erfüllt) – TypeScript erkennt das sogar automatisch als Compile-Fehler/Warnung. Zeigt, wie hilfreich die Typprüfung beim Aufdecken von Logikfehlern ist.</a:t>
            </a:r>
          </a:p>
        </p:txBody>
      </p:sp>
      <p:sp>
        <p:nvSpPr>
          <p:cNvPr id="4" name="Slide Number Placeholder 3"/>
          <p:cNvSpPr>
            <a:spLocks noGrp="1"/>
          </p:cNvSpPr>
          <p:nvPr>
            <p:ph type="sldNum" idx="66"/>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Codebeispiel: Ein Interface „Schmutzfink“ verlangt eine Eigenschaft „name“ (Text) und eine Methode „suhlen“, die einen Text zurückgibt. Direkt danach wird ein passendes Objekt als einfaches „Literal“ (geschweifte Klammern mit Werten) erzeugt und ausgegeben, ohne dafür extra eine Klasse zu schreiben.</a:t>
            </a:r>
          </a:p>
        </p:txBody>
      </p:sp>
      <p:sp>
        <p:nvSpPr>
          <p:cNvPr id="4" name="Slide Number Placeholder 3"/>
          <p:cNvSpPr>
            <a:spLocks noGrp="1"/>
          </p:cNvSpPr>
          <p:nvPr>
            <p:ph type="sldNum" idx="66"/>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Gleiches Beispiel, aber die Objekt-Erstellung wird zuerst in eine Variable „schweinchenDick“ vom Typ „Schmutzfink“ gespeichert und danach ausgegeben. Zeigt: Ein Interface kann als Typ für eine Variable verwendet werden, unabhängig davon, ob das Objekt aus einer Klasse oder direkt als Literal stammt.</a:t>
            </a:r>
          </a:p>
          <a:p/>
          <a:p>
            <a:r>
              <a:t>Die Methode „suhlen“ greift mit „this.name“ auf die Eigenschaft „name“ desselben Objekts zu. Das Wort „this“ bedeutet: dieses Objekt.</a:t>
            </a:r>
          </a:p>
        </p:txBody>
      </p:sp>
      <p:sp>
        <p:nvSpPr>
          <p:cNvPr id="4" name="Slide Number Placeholder 3"/>
          <p:cNvSpPr>
            <a:spLocks noGrp="1"/>
          </p:cNvSpPr>
          <p:nvPr>
            <p:ph type="sldNum" idx="66"/>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„Inline Interface Def“.</a:t>
            </a:r>
          </a:p>
          <a:p/>
          <a:p>
            <a:r>
              <a:t>Man kann einen Interface-artigen Typ auch direkt „inline“ als Parameter-Typ einer Funktion definieren, ohne vorher ein eigenes, benanntes Interface anzulegen – hier verlangt „printName“ nur, dass das übergebene Objekt eine Eigenschaft „name“ hat.</a:t>
            </a:r>
          </a:p>
        </p:txBody>
      </p:sp>
      <p:sp>
        <p:nvSpPr>
          <p:cNvPr id="4" name="Slide Number Placeholder 3"/>
          <p:cNvSpPr>
            <a:spLocks noGrp="1"/>
          </p:cNvSpPr>
          <p:nvPr>
            <p:ph type="sldNum" idx="66"/>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„Optional und Readonly“.</a:t>
            </a:r>
          </a:p>
          <a:p/>
          <a:p>
            <a:r>
              <a:t>„readonly“ bei einer Eigenschaft bedeutet, sie darf nach der Objekterstellung nicht mehr verändert werden. Das Fragezeichen bei „weight?“ macht die Eigenschaft optional – ein Objekt vom Typ „Animal“ muss also einen Namen haben, ein Gewicht ist aber nicht zwingend erforderlich.</a:t>
            </a:r>
          </a:p>
        </p:txBody>
      </p:sp>
      <p:sp>
        <p:nvSpPr>
          <p:cNvPr id="4" name="Slide Number Placeholder 3"/>
          <p:cNvSpPr>
            <a:spLocks noGrp="1"/>
          </p:cNvSpPr>
          <p:nvPr>
            <p:ph type="sldNum" idx="66"/>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„Klassen deklarieren“ – die Grundsyntax einer Klasse: Schlüsselwort „class“, ein Name, und der Klassenkörper in geschweiften Klammern, in dem Eigenschaften und Methoden stehen.</a:t>
            </a:r>
          </a:p>
        </p:txBody>
      </p:sp>
      <p:sp>
        <p:nvSpPr>
          <p:cNvPr id="4" name="Slide Number Placeholder 3"/>
          <p:cNvSpPr>
            <a:spLocks noGrp="1"/>
          </p:cNvSpPr>
          <p:nvPr>
            <p:ph type="sldNum" idx="66"/>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Überleitungsfolie „Member von Klassen“ – kündigt die Themen Eigenschaften, Konstruktor und Methoden einer Klasse an.</a:t>
            </a:r>
          </a:p>
        </p:txBody>
      </p:sp>
      <p:sp>
        <p:nvSpPr>
          <p:cNvPr id="4" name="Slide Number Placeholder 3"/>
          <p:cNvSpPr>
            <a:spLocks noGrp="1"/>
          </p:cNvSpPr>
          <p:nvPr>
            <p:ph type="sldNum" idx="66"/>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Codebeispiel Klasse „Schwein“: Eine Eigenschaft „name“, ein „constructor“ (wird automatisch beim Erzeugen mit „new“ aufgerufen und setzt hier den Namen), und eine Methode „gibLaut()“, die einen Text mit dem Namen zurückgibt. Zeigt den kompletten, typischen Aufbau einer einfachen Klasse.</a:t>
            </a:r>
          </a:p>
        </p:txBody>
      </p:sp>
      <p:sp>
        <p:nvSpPr>
          <p:cNvPr id="4" name="Slide Number Placeholder 3"/>
          <p:cNvSpPr>
            <a:spLocks noGrp="1"/>
          </p:cNvSpPr>
          <p:nvPr>
            <p:ph type="sldNum" idx="66"/>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„Klassen: readonly“.</a:t>
            </a:r>
          </a:p>
          <a:p/>
          <a:p>
            <a:r>
              <a:t>Auch bei Klassen-Eigenschaften ist „readonly“ möglich. Zusätzlich zeigt die Folie eine Abkürzung („Parameter properties“): Schreibt man z. B. „constructor(readonly attr: type)“ direkt im Konstruktor-Kopf, wird daraus automatisch eine Klassen-Eigenschaft erzeugt und gesetzt – ohne dass man sie separat deklarieren und im Konstruktor zuweisen muss.</a:t>
            </a:r>
          </a:p>
        </p:txBody>
      </p:sp>
      <p:sp>
        <p:nvSpPr>
          <p:cNvPr id="4" name="Slide Number Placeholder 3"/>
          <p:cNvSpPr>
            <a:spLocks noGrp="1"/>
          </p:cNvSpPr>
          <p:nvPr>
            <p:ph type="sldNum" idx="66"/>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Codebeispiel zu Sichtbarkeit: Die Eigenschaft „name“ der Klasse „Schwein“ wird als „private“ deklariert – ein Zugriff von außerhalb der Klasse würde also einen Compile-Fehler erzeugen.</a:t>
            </a:r>
          </a:p>
        </p:txBody>
      </p:sp>
      <p:sp>
        <p:nvSpPr>
          <p:cNvPr id="4" name="Slide Number Placeholder 3"/>
          <p:cNvSpPr>
            <a:spLocks noGrp="1"/>
          </p:cNvSpPr>
          <p:nvPr>
            <p:ph type="sldNum" idx="66"/>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Übung 1 (praktischer Teil, kein Angular-Projekt, reine TypeScript-Übung): Es soll eine Klasse „Student“ so gebaut werden, dass der gezeigte Beispielcode funktioniert – ein Objekt wird ohne Parameter erzeugt, und eine Methode „getLabel(matrikelnummer)“ liefert einen zusammengesetzten Text zurück. Ziel: den bisherigen Stoff zu Klassen und Methoden selbst anwenden.</a:t>
            </a:r>
          </a:p>
        </p:txBody>
      </p:sp>
      <p:sp>
        <p:nvSpPr>
          <p:cNvPr id="4" name="Slide Number Placeholder 3"/>
          <p:cNvSpPr>
            <a:spLocks noGrp="1"/>
          </p:cNvSpPr>
          <p:nvPr>
            <p:ph type="sldNum" idx="66"/>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Übung 2, Fortsetzung von Übung 1: Jetzt soll die Klasse „Student“ einen Konstruktor mit Name und Matrikelnummer bekommen, sodass beide Werte direkt beim Erzeugen des Objekts übergeben werden und „getLabel()“ ohne weitere Parameter beide Werte im Text zusammensetzt.</a:t>
            </a:r>
          </a:p>
        </p:txBody>
      </p:sp>
      <p:sp>
        <p:nvSpPr>
          <p:cNvPr id="4" name="Slide Number Placeholder 3"/>
          <p:cNvSpPr>
            <a:spLocks noGrp="1"/>
          </p:cNvSpPr>
          <p:nvPr>
            <p:ph type="sldNum" idx="66"/>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„Getter Setter“.</a:t>
            </a:r>
          </a:p>
          <a:p/>
          <a:p>
            <a:r>
              <a:t>Eine private Eigenschaft „_name“ (der Unterstrich ist reine Namenskonvention, kein Sprachfeature) wird über eine „get name()“-Methode von außen lesbar gemacht, ohne dass man Klammern beim Aufruf schreiben muss (man schreibt „objekt.name“, nicht „objekt.name()“). Passend dazu kann es eine „set name(wert)“-Methode geben, die eine kontrollierte Zuweisung erlaubt, z. B. mit zusätzlicher Prüfung des neuen Wertes.</a:t>
            </a:r>
          </a:p>
        </p:txBody>
      </p:sp>
      <p:sp>
        <p:nvSpPr>
          <p:cNvPr id="4" name="Slide Number Placeholder 3"/>
          <p:cNvSpPr>
            <a:spLocks noGrp="1"/>
          </p:cNvSpPr>
          <p:nvPr>
            <p:ph type="sldNum" idx="66"/>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Codebeispiel: Die Klasse „Schwein“ „implements“ jetzt das Interface „Schmutzfink“ von vorher – das bedeutet, sie verpflichtet sich, die dort geforderte Methode „suhlen()“ tatsächlich zu besitzen. Der Compiler prüft das automatisch und meldet einen Fehler, falls eine geforderte Methode fehlt.</a:t>
            </a:r>
          </a:p>
        </p:txBody>
      </p:sp>
      <p:sp>
        <p:nvSpPr>
          <p:cNvPr id="4" name="Slide Number Placeholder 3"/>
          <p:cNvSpPr>
            <a:spLocks noGrp="1"/>
          </p:cNvSpPr>
          <p:nvPr>
            <p:ph type="sldNum" idx="66"/>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„Klassen: Vererbung“.</a:t>
            </a:r>
          </a:p>
          <a:p/>
          <a:p>
            <a:r>
              <a:t>Eine Klasse kann von einer anderen Klasse erben. Dafür gibt es das Wort „extends“. Anders als bei „implements“ bekommt die Klasse dabei die echte Umsetzung der Oberklasse und muss nicht alles selbst schreiben. Methoden können „abstract“ sein: Die Basisklasse gibt nur die Signatur vor, jede konkrete Unterklasse muss die Methode selbst umsetzen. Eine Klasse mit abstrakten Methoden kann man nicht mit „new“ erzeugen.</a:t>
            </a:r>
          </a:p>
          <a:p/>
          <a:p>
            <a:r>
              <a:t>Eine Klasse kann außerdem eine oder mehrere Schnittstellen mit „implements“ umsetzen. Ein Interface kann sogar eine Klasse erweitern. Es übernimmt dann deren Mitglieder, aber nicht deren Umsetzung. Das kommt selten vor.</a:t>
            </a:r>
          </a:p>
        </p:txBody>
      </p:sp>
      <p:sp>
        <p:nvSpPr>
          <p:cNvPr id="4" name="Slide Number Placeholder 3"/>
          <p:cNvSpPr>
            <a:spLocks noGrp="1"/>
          </p:cNvSpPr>
          <p:nvPr>
            <p:ph type="sldNum" idx="66"/>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Codefolie: „Vererbung im Beispiel“.</a:t>
            </a:r>
          </a:p>
          <a:p/>
          <a:p>
            <a:r>
              <a:t>Die Klasse „Schwein“ setzt das Interface „Schmutzfink“ um und hat die Methode „suhlen“. Die Klasse „Mastschwein“ erbt mit „extends“ von „Schwein“. Sie bekommt dadurch die Methode „suhlen“ automatisch und hat zusätzlich ein eigenes Attribut „genmodifikation“.</a:t>
            </a:r>
          </a:p>
          <a:p/>
          <a:p>
            <a:r>
              <a:t>Im Konstruktor von „Mastschwein“ ruft „super(name)“ den Konstruktor der Oberklasse auf, damit der Name gesetzt wird. „super“ muss im Konstruktor einer Unterklasse zuerst aufgerufen werden, bevor man „this“ benutzt.</a:t>
            </a:r>
          </a:p>
        </p:txBody>
      </p:sp>
      <p:sp>
        <p:nvSpPr>
          <p:cNvPr id="4" name="Slide Number Placeholder 3"/>
          <p:cNvSpPr>
            <a:spLocks noGrp="1"/>
          </p:cNvSpPr>
          <p:nvPr>
            <p:ph type="sldNum" idx="66"/>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„Klassen im Detail: Attribute und Methoden“.</a:t>
            </a:r>
          </a:p>
          <a:p/>
          <a:p>
            <a:r>
              <a:t>Erklärt „Overriding“: Eine Unterklasse kann eine Methode der Oberklasse mit derselben Signatur neu implementieren (überschreiben). Wird die Methode dann auf einem Objekt der Unterklasse aufgerufen, wird automatisch die überschriebene Version ausgeführt, nicht die der Oberklasse.</a:t>
            </a:r>
          </a:p>
        </p:txBody>
      </p:sp>
      <p:sp>
        <p:nvSpPr>
          <p:cNvPr id="4" name="Slide Number Placeholder 3"/>
          <p:cNvSpPr>
            <a:spLocks noGrp="1"/>
          </p:cNvSpPr>
          <p:nvPr>
            <p:ph type="sldNum" idx="66"/>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Überleitungsfolie „Namespaces – Code Gruppen“ – kündigt das Thema Namensräume an.</a:t>
            </a:r>
          </a:p>
        </p:txBody>
      </p:sp>
      <p:sp>
        <p:nvSpPr>
          <p:cNvPr id="4" name="Slide Number Placeholder 3"/>
          <p:cNvSpPr>
            <a:spLocks noGrp="1"/>
          </p:cNvSpPr>
          <p:nvPr>
            <p:ph type="sldNum" idx="66"/>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„Namespaces“.</a:t>
            </a:r>
          </a:p>
          <a:p/>
          <a:p>
            <a:r>
              <a:t>Namespaces gruppieren zusammengehörige Deklarationen (Klassen, Interfaces etc.) unter einem gemeinsamen Namen, damit man sie außerhalb nur über diesen Namen ansprechen kann. Das verringert das Risiko von Namenskonflikten, wenn z. B. zwei Bibliotheken zufällig eine Klasse mit demselben Namen definieren. Hinweis: In modernen Angular-Projekten werden heute praktisch nur noch ES-Module (import/export, siehe nächste Folien) verwendet, Namespaces sind eher ein Randthema/Legacy-Konzept.</a:t>
            </a:r>
          </a:p>
        </p:txBody>
      </p:sp>
      <p:sp>
        <p:nvSpPr>
          <p:cNvPr id="4" name="Slide Number Placeholder 3"/>
          <p:cNvSpPr>
            <a:spLocks noGrp="1"/>
          </p:cNvSpPr>
          <p:nvPr>
            <p:ph type="sldNum" idx="66"/>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Codebeispiel über drei Dateien: „Animal.ts“ definiert im Namespace „Animals“ ein Interface „Animal“. „Pig.ts“ referenziert diese Datei per Kommentar-Syntax „/// &lt;reference path=... /&gt;“ und implementiert im selben Namespace eine Klasse „Pig“. „Main.ts“ referenziert beide Dateien und kann dann über „Animals.Pig“ auf die Klasse zugreifen.</a:t>
            </a:r>
          </a:p>
        </p:txBody>
      </p:sp>
      <p:sp>
        <p:nvSpPr>
          <p:cNvPr id="4" name="Slide Number Placeholder 3"/>
          <p:cNvSpPr>
            <a:spLocks noGrp="1"/>
          </p:cNvSpPr>
          <p:nvPr>
            <p:ph type="sldNum" idx="66"/>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„Weitere Exporte“.</a:t>
            </a:r>
          </a:p>
          <a:p/>
          <a:p>
            <a:r>
              <a:t>Zeigt die Unterschiede zwischen normalen (nicht exportierten, nur innerhalb der Datei sichtbaren) und mit „export“ versehenen Deklarationen: Variablen, Funktionen und Klassen können jeweils exportiert werden, um sie in anderen Dateien nutzbar zu machen.</a:t>
            </a:r>
          </a:p>
        </p:txBody>
      </p:sp>
      <p:sp>
        <p:nvSpPr>
          <p:cNvPr id="4" name="Slide Number Placeholder 3"/>
          <p:cNvSpPr>
            <a:spLocks noGrp="1"/>
          </p:cNvSpPr>
          <p:nvPr>
            <p:ph type="sldNum" idx="66"/>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„Named importieren“.</a:t>
            </a:r>
          </a:p>
          <a:p/>
          <a:p>
            <a:r>
              <a:t>Mit „import {publicA, publicB} from "./lib";“ werden gezielt einzelne, namentlich benannte Exporte aus einer anderen Datei geholt. Das ist die heute übliche Art, wie auch in Angular-Projekten Klassen, Funktionen oder Komponenten aus anderen Dateien importiert werden.</a:t>
            </a:r>
          </a:p>
        </p:txBody>
      </p:sp>
      <p:sp>
        <p:nvSpPr>
          <p:cNvPr id="4" name="Slide Number Placeholder 3"/>
          <p:cNvSpPr>
            <a:spLocks noGrp="1"/>
          </p:cNvSpPr>
          <p:nvPr>
            <p:ph type="sldNum" idx="66"/>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„Imports“ – wichtige Regeln. Import/Export-Anweisungen werden vom System „gehoisted“ (nach oben gezogen), das heißt die Reihenfolge im Quelltext spielt für die Verfügbarkeit keine Rolle. Sie dürfen aber nicht variabel oder bedingt (z. B. innerhalb eines „if“) sein – Module werden bereits beim Laden fest aufgelöst, nicht erst zur Laufzeit abhängig von Bedingungen.</a:t>
            </a:r>
          </a:p>
        </p:txBody>
      </p:sp>
      <p:sp>
        <p:nvSpPr>
          <p:cNvPr id="4" name="Slide Number Placeholder 3"/>
          <p:cNvSpPr>
            <a:spLocks noGrp="1"/>
          </p:cNvSpPr>
          <p:nvPr>
            <p:ph type="sldNum" idx="66"/>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Übung 3 (Module): Die zuvor erstellte Klasse „Student“ soll in eine eigene Datei „student.ts“ ausgelagert und von dort per „export“ exportiert werden. In einer anderen Datei wird sie dann per „import“ wieder eingebunden und genutzt – eine erste praktische Anwendung des Modul-Konzepts, das später bei jeder Angular-Komponente wieder auftaucht.</a:t>
            </a:r>
          </a:p>
        </p:txBody>
      </p:sp>
      <p:sp>
        <p:nvSpPr>
          <p:cNvPr id="4" name="Slide Number Placeholder 3"/>
          <p:cNvSpPr>
            <a:spLocks noGrp="1"/>
          </p:cNvSpPr>
          <p:nvPr>
            <p:ph type="sldNum" idx="66"/>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Kapitelübergangsfolie „Angular“ – hier endet das reine TypeScript-Kapitel und der Angular-Teil des Kurses beginnt.</a:t>
            </a:r>
          </a:p>
        </p:txBody>
      </p:sp>
      <p:sp>
        <p:nvSpPr>
          <p:cNvPr id="4" name="Slide Number Placeholder 3"/>
          <p:cNvSpPr>
            <a:spLocks noGrp="1"/>
          </p:cNvSpPr>
          <p:nvPr>
            <p:ph type="sldNum" idx="66"/>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Überleitungsfolie „Architektur Überblick“ – kündigt eine grafische Übersicht der Angular-Architektur an (vermutlich Komponenten, Services, Module/Standalone-Struktur als Bild).</a:t>
            </a:r>
          </a:p>
        </p:txBody>
      </p:sp>
      <p:sp>
        <p:nvSpPr>
          <p:cNvPr id="4" name="Slide Number Placeholder 3"/>
          <p:cNvSpPr>
            <a:spLocks noGrp="1"/>
          </p:cNvSpPr>
          <p:nvPr>
            <p:ph type="sldNum" idx="66"/>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„Literatur und Quellen“ – Verweis auf weiterführende Dokumentation und Bücher zu Angular, insbesondere die offizielle Dokumentation unter angular.dev.</a:t>
            </a:r>
          </a:p>
        </p:txBody>
      </p:sp>
      <p:sp>
        <p:nvSpPr>
          <p:cNvPr id="4" name="Slide Number Placeholder 3"/>
          <p:cNvSpPr>
            <a:spLocks noGrp="1"/>
          </p:cNvSpPr>
          <p:nvPr>
            <p:ph type="sldNum" idx="66"/>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Kapitelübergangsfolie „Installation und Setup“ – leitet den praktischen Einstieg in Angular-Projekte ein.</a:t>
            </a:r>
          </a:p>
        </p:txBody>
      </p:sp>
      <p:sp>
        <p:nvSpPr>
          <p:cNvPr id="4" name="Slide Number Placeholder 3"/>
          <p:cNvSpPr>
            <a:spLocks noGrp="1"/>
          </p:cNvSpPr>
          <p:nvPr>
            <p:ph type="sldNum" idx="66"/>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Überleitungsfolie „JavaScript-Grundinstallation“ – vermutlich Hinweis auf benötigte Basis-Software wie Node.js, bevor Angular installiert werden kann.</a:t>
            </a:r>
          </a:p>
        </p:txBody>
      </p:sp>
      <p:sp>
        <p:nvSpPr>
          <p:cNvPr id="4" name="Slide Number Placeholder 3"/>
          <p:cNvSpPr>
            <a:spLocks noGrp="1"/>
          </p:cNvSpPr>
          <p:nvPr>
            <p:ph type="sldNum" idx="66"/>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„Installation des Angular Command Line Interfaces“.</a:t>
            </a:r>
          </a:p>
          <a:p/>
          <a:p>
            <a:r>
              <a:t>Mit „npm install -g @angular/cli“ wird das Angular-Kommandozeilenwerkzeug „ng“ global auf dem Rechner installiert (in jedem Ordner nutzbar). Danach kann mit „ng new &lt;projektname&gt;“ ein komplett neues Angular-Projekt inklusive aller nötigen Grundeinstellungen automatisch erzeugt werden.</a:t>
            </a:r>
          </a:p>
        </p:txBody>
      </p:sp>
      <p:sp>
        <p:nvSpPr>
          <p:cNvPr id="4" name="Slide Number Placeholder 3"/>
          <p:cNvSpPr>
            <a:spLocks noGrp="1"/>
          </p:cNvSpPr>
          <p:nvPr>
            <p:ph type="sldNum" idx="66"/>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„Überblick über ng command line“ – Zusammenfassung der wichtigsten CLI-Befehle: „ng serve“ (Entwicklungsserver auf Basis von Vite/esbuild), „ng generate“ (Code-Gerüste wie Komponenten erzeugen, standardmäßig standalone), „ng build“ (Produktions-Build mit dem modernen Application Builder), „ng test“ (Unit-Tests, neue Projekte nutzen Vitest, Bestandsprojekte oft noch Karma/Jasmine), „ng e2e“ (End-to-End-Tests, Runner wie Cypress/Playwright müssen per „ng add“ ergänzt werden), und „ng update“ (automatisierte Versions-Updates inklusive Code-Migrationen).</a:t>
            </a:r>
          </a:p>
        </p:txBody>
      </p:sp>
      <p:sp>
        <p:nvSpPr>
          <p:cNvPr id="4" name="Slide Number Placeholder 3"/>
          <p:cNvSpPr>
            <a:spLocks noGrp="1"/>
          </p:cNvSpPr>
          <p:nvPr>
            <p:ph type="sldNum" idx="66"/>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Kapitelübergangsfolie „Ein erstes Projekt“ – leitet den praktischen Teil ein, in dem gemeinsam ein erstes Angular-Projekt angelegt wird.</a:t>
            </a:r>
          </a:p>
        </p:txBody>
      </p:sp>
      <p:sp>
        <p:nvSpPr>
          <p:cNvPr id="4" name="Slide Number Placeholder 3"/>
          <p:cNvSpPr>
            <a:spLocks noGrp="1"/>
          </p:cNvSpPr>
          <p:nvPr>
            <p:ph type="sldNum" idx="66"/>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„Anlegen des Projekts“.</a:t>
            </a:r>
          </a:p>
          <a:p/>
          <a:p>
            <a:r>
              <a:t>„ng new org.somepackage.angular“ erzeugt ein vollständiges Node-Projekt mit Ordnerstruktur, installiert automatisch alle benötigten Abhängigkeiten (u. a. Angular selbst) und richtet direkt ein lauffähiges Startprojekt ein.</a:t>
            </a:r>
          </a:p>
        </p:txBody>
      </p:sp>
      <p:sp>
        <p:nvSpPr>
          <p:cNvPr id="4" name="Slide Number Placeholder 3"/>
          <p:cNvSpPr>
            <a:spLocks noGrp="1"/>
          </p:cNvSpPr>
          <p:nvPr>
            <p:ph type="sldNum" idx="66"/>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Überleitungsfolie „Projektstruktur“ – kündigt einen Überblick über die durch „ng new“ erzeugten Ordner und Dateien an.</a:t>
            </a:r>
          </a:p>
        </p:txBody>
      </p:sp>
      <p:sp>
        <p:nvSpPr>
          <p:cNvPr id="4" name="Slide Number Placeholder 3"/>
          <p:cNvSpPr>
            <a:spLocks noGrp="1"/>
          </p:cNvSpPr>
          <p:nvPr>
            <p:ph type="sldNum" idx="66"/>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Bildfolie „Die Anwendung unter localhost:4200“ – zeigt vermutlich einen Screenshot der Standard-Startseite eines frisch erzeugten Angular-Projekts im Browser.</a:t>
            </a:r>
          </a:p>
        </p:txBody>
      </p:sp>
      <p:sp>
        <p:nvSpPr>
          <p:cNvPr id="4" name="Slide Number Placeholder 3"/>
          <p:cNvSpPr>
            <a:spLocks noGrp="1"/>
          </p:cNvSpPr>
          <p:nvPr>
            <p:ph type="sldNum" idx="66"/>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zum automatischen Neuladen bei Änderungen.</a:t>
            </a:r>
          </a:p>
          <a:p/>
          <a:p>
            <a:r>
              <a:t>Mit der Option „ng serve -o“ (open) öffnet sich der Browser automatisch. Das Beispiel zeigt, wie eine Änderung des Seitentitels in „src/index.html“ und der Willkommens-Nachricht in „src/app/app.component.html“ sofort im Browser sichtbar wird, ohne manuelles Neuladen – der Dev-Server erkennt Dateiänderungen automatisch.</a:t>
            </a:r>
          </a:p>
        </p:txBody>
      </p:sp>
      <p:sp>
        <p:nvSpPr>
          <p:cNvPr id="4" name="Slide Number Placeholder 3"/>
          <p:cNvSpPr>
            <a:spLocks noGrp="1"/>
          </p:cNvSpPr>
          <p:nvPr>
            <p:ph type="sldNum" idx="66"/>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Überleitungsfolie „Projektüberblick“ – kündigt eine detailliertere Betrachtung der wichtigsten Projektdateien an, beginnend mit der nächsten Folie zu Standalone Components.</a:t>
            </a:r>
          </a:p>
        </p:txBody>
      </p:sp>
      <p:sp>
        <p:nvSpPr>
          <p:cNvPr id="4" name="Slide Number Placeholder 3"/>
          <p:cNvSpPr>
            <a:spLocks noGrp="1"/>
          </p:cNvSpPr>
          <p:nvPr>
            <p:ph type="sldNum" idx="66"/>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„Standalone Components“.</a:t>
            </a:r>
          </a:p>
          <a:p/>
          <a:p>
            <a:r>
              <a:t>Seit Angular 19 müssen Komponenten, Direktiven und Pipes nicht mehr explizit mit „standalone: true“ gekennzeichnet werden – das ist heute der automatische Standardfall. Es wird also kein NgModule mehr benötigt, um eine Komponente „bekannt zu machen“; jede Komponente listet ihre eigenen Abhängigkeiten (andere Komponenten, Direktiven, Pipes wie z. B. RouterLink oder FormsModule) direkt im „imports: []“-Array der @Component-Annotation auf. Für den neuen Control Flow (@if/@for, folgt später) ist dabei gar kein CommonModule-Import mehr nötig. Vorteile: weniger Boilerplate-Code, besseres Tree-Shaking (nur wirklich benötigter Code landet im fertigen Bundle) und einfacheres Lazy Loading. Das klassische NgModule-Konzept wird im Kurs erst ganz am Ende als Legacy-Kapitel (Übung 30) noch einmal gezeigt, für alle, die in Bestandsprojekten damit arbeiten müssen.</a:t>
            </a:r>
          </a:p>
        </p:txBody>
      </p:sp>
      <p:sp>
        <p:nvSpPr>
          <p:cNvPr id="4" name="Slide Number Placeholder 3"/>
          <p:cNvSpPr>
            <a:spLocks noGrp="1"/>
          </p:cNvSpPr>
          <p:nvPr>
            <p:ph type="sldNum" idx="66"/>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„Übersicht der Dateien eines Projekts“.</a:t>
            </a:r>
          </a:p>
          <a:p/>
          <a:p>
            <a:r>
              <a:t>Geht Datei für Datei durch die wichtigsten generierten Dateien: „src/index.html“ ist die eine, echte HTML-Seite der Anwendung. „src/main.ts“ startet die Anwendung über „bootstrapApplication“ (ersetzt die frühere „app.module.ts“, die Modul-Variante ist als Legacy-Referenz im Projekt 25 erhalten). Weitere Zeilen erklären u. a. die Datei für Unit-Tests, die je nach Projekt entweder mit Vitest oder mit Jasmine/Karma geschrieben werden.</a:t>
            </a:r>
          </a:p>
        </p:txBody>
      </p:sp>
      <p:sp>
        <p:nvSpPr>
          <p:cNvPr id="4" name="Slide Number Placeholder 3"/>
          <p:cNvSpPr>
            <a:spLocks noGrp="1"/>
          </p:cNvSpPr>
          <p:nvPr>
            <p:ph type="sldNum" idx="66"/>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Bildfolie zur Referenz auf die Bootstrap-Komponente in der Index-Seite – zeigt vermutlich, wie in „index.html“ der custom-HTML-Tag der Wurzelkomponente (z. B. „&lt;app-root&gt;“) eingebunden ist, in den Angular später den gerenderten Inhalt einsetzt.</a:t>
            </a:r>
          </a:p>
        </p:txBody>
      </p:sp>
      <p:sp>
        <p:nvSpPr>
          <p:cNvPr id="4" name="Slide Number Placeholder 3"/>
          <p:cNvSpPr>
            <a:spLocks noGrp="1"/>
          </p:cNvSpPr>
          <p:nvPr>
            <p:ph type="sldNum" idx="66"/>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„Component-Annotation“.</a:t>
            </a:r>
          </a:p>
          <a:p/>
          <a:p>
            <a:r>
              <a:t>Eine Angular-Komponente ist im Kern eine ganz normale TypeScript-Klasse, die zusätzlich mit der „@Component“-Annotation (auch „Decorator“ genannt) versehen wird. Eine Annotation ist eine Art Zusatzinformation, die Angular an die Klasse „anheftet“ und die z. B. beschreibt, welches HTML-Template und welcher CSS-Selektor zu dieser Komponente gehören.</a:t>
            </a:r>
          </a:p>
        </p:txBody>
      </p:sp>
      <p:sp>
        <p:nvSpPr>
          <p:cNvPr id="4" name="Slide Number Placeholder 3"/>
          <p:cNvSpPr>
            <a:spLocks noGrp="1"/>
          </p:cNvSpPr>
          <p:nvPr>
            <p:ph type="sldNum" idx="66"/>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„Aufgabe der Component“.</a:t>
            </a:r>
          </a:p>
          <a:p/>
          <a:p>
            <a:r>
              <a:t>Die Eigenschaften der Komponenten-Klasse (also die Variablen, die man in TypeScript definiert) bilden die Schnittstelle zum zugehörigen HTML-Template. Werte werden entweder über „Interpolation“ (geschweifte doppelte Klammern „{{ }}“ im HTML) oder über spezielle Direktiven/Bindings im Template mit dem Code verbunden.</a:t>
            </a:r>
          </a:p>
        </p:txBody>
      </p:sp>
      <p:sp>
        <p:nvSpPr>
          <p:cNvPr id="4" name="Slide Number Placeholder 3"/>
          <p:cNvSpPr>
            <a:spLocks noGrp="1"/>
          </p:cNvSpPr>
          <p:nvPr>
            <p:ph type="sldNum" idx="66"/>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Codebeispiel einer vollständigen Component-Klasse.</a:t>
            </a:r>
          </a:p>
          <a:p/>
          <a:p>
            <a:r>
              <a:t>Zeile für Zeile: Der Import holt die benötigten Bausteine „ApplicationRef, Component, OnDestroy, OnInit“ aus der Angular-Core-Bibliothek. Die „@Component“-Annotation legt den HTML-Selektor „app-root“ (den Tag-Namen, unter dem die Komponente später verwendet wird), sowie Referenzen auf die zugehörige Template- und CSS-Datei fest. Darunter folgt die eigentliche Klasse mit einer Beispielvariable und deren Wertzuweisung, wie die Anmerkungen auf der Folie zeigen.</a:t>
            </a:r>
          </a:p>
        </p:txBody>
      </p:sp>
      <p:sp>
        <p:nvSpPr>
          <p:cNvPr id="4" name="Slide Number Placeholder 3"/>
          <p:cNvSpPr>
            <a:spLocks noGrp="1"/>
          </p:cNvSpPr>
          <p:nvPr>
            <p:ph type="sldNum" idx="66"/>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Überleitungsfolie „Das HTML-Template einer Component“ – kündigt an, dass jetzt die zweite Hälfte einer Komponente betrachtet wird: nicht mehr die TypeScript-Klasse, sondern das zugehörige HTML-Template.</a:t>
            </a:r>
          </a:p>
        </p:txBody>
      </p:sp>
      <p:sp>
        <p:nvSpPr>
          <p:cNvPr id="4" name="Slide Number Placeholder 3"/>
          <p:cNvSpPr>
            <a:spLocks noGrp="1"/>
          </p:cNvSpPr>
          <p:nvPr>
            <p:ph type="sldNum" idx="66"/>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„Kompletter Ablauf“ – fasst den gesamten Startvorgang einer Angular-Anwendung zusammen: Zuerst ruft „main.ts“ „bootstrapApplication“ mit der Wurzelkomponente (AppComponent) auf. Diese Komponenten-Klasse trägt den @Component-Decorator, der wiederum auf die zugehörige Template-Datei verweist. Erst durch dieses Zusammenspiel weiß Angular, welches HTML zu welcher Klasse gehört und wo die Anwendung im DOM eingehängt wird.</a:t>
            </a:r>
          </a:p>
        </p:txBody>
      </p:sp>
      <p:sp>
        <p:nvSpPr>
          <p:cNvPr id="4" name="Slide Number Placeholder 3"/>
          <p:cNvSpPr>
            <a:spLocks noGrp="1"/>
          </p:cNvSpPr>
          <p:nvPr>
            <p:ph type="sldNum" idx="66"/>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Codefolie „Bootstrapping einer Standalone-App“ (main.ts).</a:t>
            </a:r>
          </a:p>
          <a:p/>
          <a:p>
            <a:r>
              <a:t>Zeile für Zeile: „bootstrapApplication“ wird aus „@angular/platform-browser“ importiert und startet die Anwendung mit der AppComponent als Wurzel. Im „providers“-Array werden globale Dienste bereitgestellt: „provideZonelessChangeDetection()“ aktiviert die moderne, Zone.js-freie Change-Detection (Angular erkennt Änderungen direkt über Signals statt über automatische Zonen-Überwachung), „provideRouter(routes)“ registriert das Routing, „provideHttpClient()“ stellt den HTTP-Client bereit. Wichtig zu betonen: Es gibt keine „app.module.ts“ mehr – das klassische NgModule-Bootstrapping wird nur noch im Legacy-Kapitel (Übung 30) gezeigt.</a:t>
            </a:r>
          </a:p>
        </p:txBody>
      </p:sp>
      <p:sp>
        <p:nvSpPr>
          <p:cNvPr id="4" name="Slide Number Placeholder 3"/>
          <p:cNvSpPr>
            <a:spLocks noGrp="1"/>
          </p:cNvSpPr>
          <p:nvPr>
            <p:ph type="sldNum" idx="66"/>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„Mehrere Komponenten“.</a:t>
            </a:r>
          </a:p>
          <a:p/>
          <a:p>
            <a:r>
              <a:t>Auf einer einzigen HTML-Seite können auch mehrere, komplett voneinander unabhängige Angular-„Anwendungen“ (Wurzelkomponenten) gleichzeitig existieren. Diese sind vollständig voneinander isoliert; ein direkter Datenaustausch zwischen ihnen ist nicht automatisch vorgesehen, sondern müsste über zusätzliche Mechanismen (z. B. globale Services oder Browser-APIs) erfolgen.</a:t>
            </a:r>
          </a:p>
        </p:txBody>
      </p:sp>
      <p:sp>
        <p:nvSpPr>
          <p:cNvPr id="4" name="Slide Number Placeholder 3"/>
          <p:cNvSpPr>
            <a:spLocks noGrp="1"/>
          </p:cNvSpPr>
          <p:nvPr>
            <p:ph type="sldNum" idx="66"/>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„Auflistungen“.</a:t>
            </a:r>
          </a:p>
          <a:p/>
          <a:p>
            <a:r>
              <a:t>Wichtiger Hinweis: Innerhalb der einfachen „{{ }}“-Interpolation kann man keine Schleife (kein „for“) schreiben, das ist reine Ausdruckssprache. Für das Anzeigen von Listen brauchte man früher spezielle Konstrukte wie „*ngFor“ – heute übernimmt das der neue, eingebaute „@for“-Block direkt im Template (siehe spätere Folien zum Control Flow).</a:t>
            </a:r>
          </a:p>
        </p:txBody>
      </p:sp>
      <p:sp>
        <p:nvSpPr>
          <p:cNvPr id="4" name="Slide Number Placeholder 3"/>
          <p:cNvSpPr>
            <a:spLocks noGrp="1"/>
          </p:cNvSpPr>
          <p:nvPr>
            <p:ph type="sldNum" idx="66"/>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Kapitelübergangsfolie „UI-Programmierung“ – leitet den Abschnitt zum dynamischen Verbinden von Komponenten-Daten mit dem Template ein (Data Binding).</a:t>
            </a:r>
          </a:p>
        </p:txBody>
      </p:sp>
      <p:sp>
        <p:nvSpPr>
          <p:cNvPr id="4" name="Slide Number Placeholder 3"/>
          <p:cNvSpPr>
            <a:spLocks noGrp="1"/>
          </p:cNvSpPr>
          <p:nvPr>
            <p:ph type="sldNum" idx="66"/>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„Data Binding“.</a:t>
            </a:r>
          </a:p>
          <a:p/>
          <a:p>
            <a:r>
              <a:t>Ein Angular-Template ist nicht statisch, sondern dynamisch: Die Komponenten-Klasse stellt über ihre Felder (Instanzvariablen) Daten bereit, und das Template zeigt diese Daten an. Ändert sich der Wert in der Klasse, aktualisiert sich automatisch auch die Anzeige im Template – das ist der Kern des „Data Binding“-Konzepts.</a:t>
            </a:r>
          </a:p>
        </p:txBody>
      </p:sp>
      <p:sp>
        <p:nvSpPr>
          <p:cNvPr id="4" name="Slide Number Placeholder 3"/>
          <p:cNvSpPr>
            <a:spLocks noGrp="1"/>
          </p:cNvSpPr>
          <p:nvPr>
            <p:ph type="sldNum" idx="66"/>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„Die ngModel-Direktive“.</a:t>
            </a:r>
          </a:p>
          <a:p/>
          <a:p>
            <a:r>
              <a:t>Bisher wurden Werte nur einseitig mit „{{ }}“ von der Klasse ins Template angezeigt. „ngModel“ (aus dem FormsModule) ermöglicht dagegen zweiseitiges Binding: Ändert der Nutzer den Wert in einem Formularfeld, wird automatisch auch die Variable in der Komponenten-Klasse aktualisiert – und umgekehrt.</a:t>
            </a:r>
          </a:p>
        </p:txBody>
      </p:sp>
      <p:sp>
        <p:nvSpPr>
          <p:cNvPr id="4" name="Slide Number Placeholder 3"/>
          <p:cNvSpPr>
            <a:spLocks noGrp="1"/>
          </p:cNvSpPr>
          <p:nvPr>
            <p:ph type="sldNum" idx="66"/>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Codebeispiel „Data Binding“.</a:t>
            </a:r>
          </a:p>
          <a:p/>
          <a:p>
            <a:r>
              <a:t>Zeigt eine Komponente „music-app“ mit einem inline definierten Template (per Template-String statt separater HTML-Datei), das den Import eines eigenen Typs „Track“ nutzt. Zeile für Zeile durchgehen, wie die Überschrift und weitere Elemente per Interpolation die Klassendaten anzeigen.</a:t>
            </a:r>
          </a:p>
        </p:txBody>
      </p:sp>
      <p:sp>
        <p:nvSpPr>
          <p:cNvPr id="4" name="Slide Number Placeholder 3"/>
          <p:cNvSpPr>
            <a:spLocks noGrp="1"/>
          </p:cNvSpPr>
          <p:nvPr>
            <p:ph type="sldNum" idx="66"/>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Übung 5 (Databinding): Ein eigenes Datenmodell soll angelegt werden – eine neue Datei „customer.model.ts“ im Ordner „src/app/customer“ (im Kursprojekt „customer“ statt des alten „trainings“-Ordners) mit einer exportierten Klasse „Customer“ und passenden Eigenschaften. Ziel: erstmals eigene Fachdaten modellieren, die später in der Komponente angezeigt werden.</a:t>
            </a:r>
          </a:p>
        </p:txBody>
      </p:sp>
      <p:sp>
        <p:nvSpPr>
          <p:cNvPr id="4" name="Slide Number Placeholder 3"/>
          <p:cNvSpPr>
            <a:spLocks noGrp="1"/>
          </p:cNvSpPr>
          <p:nvPr>
            <p:ph type="sldNum" idx="66"/>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„Direktiven“ – Überblicksfolie. Direktiven sind das allgemeine Konzept, zu dem auch Komponenten selbst gehören; man unterscheidet zusätzlich strukturelle Direktiven (verändern die Struktur des DOM, z. B. Elemente hinzufügen/entfernen) und Attribut-Direktiven (verändern nur das Erscheinungsbild/Verhalten eines bestehenden Elements). Meist ist mit „Direktiven“ im engeren Sinn die zweite und dritte Kategorie gemeint.</a:t>
            </a:r>
          </a:p>
        </p:txBody>
      </p:sp>
      <p:sp>
        <p:nvSpPr>
          <p:cNvPr id="4" name="Slide Number Placeholder 3"/>
          <p:cNvSpPr>
            <a:spLocks noGrp="1"/>
          </p:cNvSpPr>
          <p:nvPr>
            <p:ph type="sldNum" idx="66"/>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„Direktiven“ (Fortsetzung).</a:t>
            </a:r>
          </a:p>
          <a:p/>
          <a:p>
            <a:r>
              <a:t>Direktiven sind Erweiterungen von normalem HTML, die Angular während des Bootstrap-Vorgangs im Template erkennt und entsprechend interpretiert bzw. ausführt – Angular „durchsucht“ das Template gezielt nach diesen speziellen Markierungen.</a:t>
            </a:r>
          </a:p>
        </p:txBody>
      </p:sp>
      <p:sp>
        <p:nvSpPr>
          <p:cNvPr id="4" name="Slide Number Placeholder 3"/>
          <p:cNvSpPr>
            <a:spLocks noGrp="1"/>
          </p:cNvSpPr>
          <p:nvPr>
            <p:ph type="sldNum" idx="66"/>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Codebeispiel „@for“.</a:t>
            </a:r>
          </a:p>
          <a:p/>
          <a:p>
            <a:r>
              <a:t>„@for (track of tracks; track track.id) { ... }“ iteriert über eine Liste „tracks“ und zeigt für jeden Eintrag ein „&lt;li&gt;“-Element mit dem Namen an. Der Ausdruck „track track.id“ ist der Pflicht-„track“-Ausdruck (eindeutiger Bezeichner pro Element), der Angular hilft, bei Listenänderungen effizient nur die wirklich geänderten Einträge im DOM zu aktualisieren. Der optionale „@empty“-Block wird angezeigt, wenn die Liste leer ist.</a:t>
            </a:r>
          </a:p>
        </p:txBody>
      </p:sp>
      <p:sp>
        <p:nvSpPr>
          <p:cNvPr id="4" name="Slide Number Placeholder 3"/>
          <p:cNvSpPr>
            <a:spLocks noGrp="1"/>
          </p:cNvSpPr>
          <p:nvPr>
            <p:ph type="sldNum" idx="66"/>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„Direktiven des Angular-Frameworks“ – Kategorisierung: Components sind selbst eine Art Direktive (an ein HTML-Element gebunden, mit eigenem Template). Structural Directives verändern die DOM-Struktur (früher z. B. „*ngIf“/„*ngFor“, heute der eingebaute Control Flow).</a:t>
            </a:r>
          </a:p>
        </p:txBody>
      </p:sp>
      <p:sp>
        <p:nvSpPr>
          <p:cNvPr id="4" name="Slide Number Placeholder 3"/>
          <p:cNvSpPr>
            <a:spLocks noGrp="1"/>
          </p:cNvSpPr>
          <p:nvPr>
            <p:ph type="sldNum" idx="66"/>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Codefolie „Built-in Control Flow: @if, @for, @switch“.</a:t>
            </a:r>
          </a:p>
          <a:p/>
          <a:p>
            <a:r>
              <a:t>Drei Kernkonstrukte: „@if/@else“ zeigt Inhalte abhängig von einer Bedingung, „@for“ iteriert über eine Liste (mit Pflicht-„track“-Ausdruck) und hat einen optionalen „@empty“-Fall für leere Listen, „@switch/@case/@default“ wählt abhängig von einem Wert zwischen mehreren Varianten. Wichtig: Für all das ist kein Import von CommonModule mehr nötig, anders als bei den alten „*ngIf“/„*ngFor“-Direktiven.</a:t>
            </a:r>
          </a:p>
        </p:txBody>
      </p:sp>
      <p:sp>
        <p:nvSpPr>
          <p:cNvPr id="4" name="Slide Number Placeholder 3"/>
          <p:cNvSpPr>
            <a:spLocks noGrp="1"/>
          </p:cNvSpPr>
          <p:nvPr>
            <p:ph type="sldNum" idx="66"/>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„Noch ein paar Beispiele“ zum Control Flow.</a:t>
            </a:r>
          </a:p>
          <a:p/>
          <a:p>
            <a:r>
              <a:t>Zeigt „@if/@else“ am Beispiel eines Abspiel-Buttons und stellt daneben die „Legacy“-Variante mit dem alten „*ngIf“ (das noch CommonModule benötigte) zum direkten Vergleich.</a:t>
            </a:r>
          </a:p>
        </p:txBody>
      </p:sp>
      <p:sp>
        <p:nvSpPr>
          <p:cNvPr id="4" name="Slide Number Placeholder 3"/>
          <p:cNvSpPr>
            <a:spLocks noGrp="1"/>
          </p:cNvSpPr>
          <p:nvPr>
            <p:ph type="sldNum" idx="66"/>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„Attribut Direktiven“.</a:t>
            </a:r>
          </a:p>
          <a:p/>
          <a:p>
            <a:r>
              <a:t>Im Gegensatz zu strukturellen Direktiven verändern Attribut-Direktiven nicht die DOM-Struktur. Es werden also keine Elemente hinzugefügt oder entfernt. Sie ändern nur Eigenschaften oder das Verhalten eines bestehenden Elements. Im Beispiel verwandeln „ngForm“ am Formular und „ngModel“ am Eingabefeld ein normales HTML-Formular in ein Angular-Formular, ohne dessen Struktur zu ändern.</a:t>
            </a:r>
          </a:p>
        </p:txBody>
      </p:sp>
      <p:sp>
        <p:nvSpPr>
          <p:cNvPr id="4" name="Slide Number Placeholder 3"/>
          <p:cNvSpPr>
            <a:spLocks noGrp="1"/>
          </p:cNvSpPr>
          <p:nvPr>
            <p:ph type="sldNum" idx="66"/>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Übung 6: Das Template von AppComponent soll erweitert werden, um eine Liste aller Customer-Objekte anzuzeigen – die erste praktische Anwendung von „@for“ auf die zuvor selbst angelegten Kundendaten.</a:t>
            </a:r>
          </a:p>
        </p:txBody>
      </p:sp>
      <p:sp>
        <p:nvSpPr>
          <p:cNvPr id="4" name="Slide Number Placeholder 3"/>
          <p:cNvSpPr>
            <a:spLocks noGrp="1"/>
          </p:cNvSpPr>
          <p:nvPr>
            <p:ph type="sldNum" idx="66"/>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Kapitelübergangsfolie „Child Components – Divide and conquer“ – leitet das Thema „Aufteilen der Anwendung in mehrere, kleinere Komponenten“ ein.</a:t>
            </a:r>
          </a:p>
        </p:txBody>
      </p:sp>
      <p:sp>
        <p:nvSpPr>
          <p:cNvPr id="4" name="Slide Number Placeholder 3"/>
          <p:cNvSpPr>
            <a:spLocks noGrp="1"/>
          </p:cNvSpPr>
          <p:nvPr>
            <p:ph type="sldNum" idx="66"/>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„Goals“ (Ziele von Child Components).</a:t>
            </a:r>
          </a:p>
          <a:p/>
          <a:p>
            <a:r>
              <a:t>Die Darstellung einer Liste soll in eine eigene, spezialisierte Komponente ausgelagert werden, um komplexere Darstellungen zu ermöglichen, ein wachsendes User Interface sauber aufzuteilen und Wiederverwendbarkeit von Komponenten zu erreichen.</a:t>
            </a:r>
          </a:p>
        </p:txBody>
      </p:sp>
      <p:sp>
        <p:nvSpPr>
          <p:cNvPr id="4" name="Slide Number Placeholder 3"/>
          <p:cNvSpPr>
            <a:spLocks noGrp="1"/>
          </p:cNvSpPr>
          <p:nvPr>
            <p:ph type="sldNum" idx="66"/>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„Verschachtelung“.</a:t>
            </a:r>
          </a:p>
          <a:p/>
          <a:p>
            <a:r>
              <a:t>Das gesamte User Interface einer Angular-Anwendung ist letztlich ein Baum aus Komponenten: Die „Anwendung“ selbst ist nur die Top-Level-Komponente, unter der beliebig viele weitere Komponenten geschachtelt (Vater-Kind-Beziehung) eingebunden werden können.</a:t>
            </a:r>
          </a:p>
        </p:txBody>
      </p:sp>
      <p:sp>
        <p:nvSpPr>
          <p:cNvPr id="4" name="Slide Number Placeholder 3"/>
          <p:cNvSpPr>
            <a:spLocks noGrp="1"/>
          </p:cNvSpPr>
          <p:nvPr>
            <p:ph type="sldNum" idx="66"/>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„Komponente als Direktive einbinden“.</a:t>
            </a:r>
          </a:p>
          <a:p/>
          <a:p>
            <a:r>
              <a:t>Auch Komponenten sind letztlich eine Art Direktive und müssen daher, wie alle Direktiven, in der verwendenden Komponente bekannt gemacht werden – heute passiert das per „imports: []“ direkt in der @Component-Annotation der Komponente, die die Kind-Komponente nutzen möchte.</a:t>
            </a:r>
          </a:p>
        </p:txBody>
      </p:sp>
      <p:sp>
        <p:nvSpPr>
          <p:cNvPr id="4" name="Slide Number Placeholder 3"/>
          <p:cNvSpPr>
            <a:spLocks noGrp="1"/>
          </p:cNvSpPr>
          <p:nvPr>
            <p:ph type="sldNum" idx="66"/>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„Mittels ng generate“.</a:t>
            </a:r>
          </a:p>
          <a:p/>
          <a:p>
            <a:r>
              <a:t>Das Angular CLI kann für eine neue Komponente automatisch alle nötigen Dateien anlegen: die Klasse mit passender Annotation, ein HTML-Template, eine (leere) Styling-Datei und eine Testdatei. Der Befehl dafür lautet „ng generate component pfad/name“ (oft abgekürzt als „ng g c“).</a:t>
            </a:r>
          </a:p>
        </p:txBody>
      </p:sp>
      <p:sp>
        <p:nvSpPr>
          <p:cNvPr id="4" name="Slide Number Placeholder 3"/>
          <p:cNvSpPr>
            <a:spLocks noGrp="1"/>
          </p:cNvSpPr>
          <p:nvPr>
            <p:ph type="sldNum" idx="66"/>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Übung 7 (Komponenten schachteln): Eine „CustomerListComponent“ soll per „ng generate component customer/customer-list“ erzeugt und anschließend in die bestehende AppComponent eingebunden werden – der erste Schritt, die Kundenliste als eigene, wiederverwendbare Komponente auszulagern.</a:t>
            </a:r>
          </a:p>
        </p:txBody>
      </p:sp>
      <p:sp>
        <p:nvSpPr>
          <p:cNvPr id="4" name="Slide Number Placeholder 3"/>
          <p:cNvSpPr>
            <a:spLocks noGrp="1"/>
          </p:cNvSpPr>
          <p:nvPr>
            <p:ph type="sldNum" idx="66"/>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„Input einer Component“.</a:t>
            </a:r>
          </a:p>
          <a:p/>
          <a:p>
            <a:r>
              <a:t>Wenn Komponenten im Template verschachtelt werden, deklariert man dabei im HTML das Root-Element einer weiteren Komponente. Damit diese Kind-Komponente aber überhaupt Daten von außen bekommt, braucht sie einen „Input“ – das wird auf den nächsten Folien vertieft.</a:t>
            </a:r>
          </a:p>
        </p:txBody>
      </p:sp>
      <p:sp>
        <p:nvSpPr>
          <p:cNvPr id="4" name="Slide Number Placeholder 3"/>
          <p:cNvSpPr>
            <a:spLocks noGrp="1"/>
          </p:cNvSpPr>
          <p:nvPr>
            <p:ph type="sldNum" idx="66"/>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Codebeispiel Input.</a:t>
            </a:r>
          </a:p>
          <a:p/>
          <a:p>
            <a:r>
              <a:t>In der äußeren Liste wird für jede Person per „@for“ eine „people-detail“-Kindkomponente erzeugt und ihr über „[person]="person"“ das aktuelle Listenelement als Eingabewert übergeben (Property Binding). In der Kindkomponente wird dieser Wert über „person = input&lt;Person&gt;()“ (Signal Input) entgegengenommen; im Template liest man ihn wie eine Funktion: „person().firstname“.</a:t>
            </a:r>
          </a:p>
        </p:txBody>
      </p:sp>
      <p:sp>
        <p:nvSpPr>
          <p:cNvPr id="4" name="Slide Number Placeholder 3"/>
          <p:cNvSpPr>
            <a:spLocks noGrp="1"/>
          </p:cNvSpPr>
          <p:nvPr>
            <p:ph type="sldNum" idx="66"/>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„Inputs“.</a:t>
            </a:r>
          </a:p>
          <a:p/>
          <a:p>
            <a:r>
              <a:t>Daten lassen sich über „Property Binding“ (eckige Klammern, „[propertyName]="expression"“) an eine Komponente übergeben. Die innere (Kind-)Komponente muss dafür eine passende Input-Eigenschaft mit demselben Namen deklarieren, in die der übergebene Wert automatisch hineinfließt.</a:t>
            </a:r>
          </a:p>
        </p:txBody>
      </p:sp>
      <p:sp>
        <p:nvSpPr>
          <p:cNvPr id="4" name="Slide Number Placeholder 3"/>
          <p:cNvSpPr>
            <a:spLocks noGrp="1"/>
          </p:cNvSpPr>
          <p:nvPr>
            <p:ph type="sldNum" idx="66"/>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Übung 8 (Inputs): Die „CustomerListComponent“ soll erweitert werden, damit sie ein Array von Customer-Objekten als Input entgegennimmt. Die bisherige Listendarstellung, die vorher direkt in AppComponent stand, wird in diese Kindkomponente verschoben und arbeitet jetzt mit dem übergebenen Input statt mit eigenen, fest hinterlegten Daten.</a:t>
            </a:r>
          </a:p>
        </p:txBody>
      </p:sp>
      <p:sp>
        <p:nvSpPr>
          <p:cNvPr id="4" name="Slide Number Placeholder 3"/>
          <p:cNvSpPr>
            <a:spLocks noGrp="1"/>
          </p:cNvSpPr>
          <p:nvPr>
            <p:ph type="sldNum" idx="66"/>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Kapitelübergangsfolie „Events – Output aus Components“ – leitet die Gegenrichtung zu Inputs ein: Wie kommunizieren Kind-Komponenten zurück zur Eltern-Komponente?</a:t>
            </a:r>
          </a:p>
        </p:txBody>
      </p:sp>
      <p:sp>
        <p:nvSpPr>
          <p:cNvPr id="4" name="Slide Number Placeholder 3"/>
          <p:cNvSpPr>
            <a:spLocks noGrp="1"/>
          </p:cNvSpPr>
          <p:nvPr>
            <p:ph type="sldNum" idx="66"/>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„Event Binding“.</a:t>
            </a:r>
          </a:p>
          <a:p/>
          <a:p>
            <a:r>
              <a:t>Data-Binding über Inputs ist unidirektional: Daten fließen nur von außen (Eltern-Komponente) nach innen (Kind-Komponente). Damit auch Informationen den umgekehrten Weg, von innen nach außen, gehen können, müssen Komponenten aktiv Events nach außen werfen können.</a:t>
            </a:r>
          </a:p>
        </p:txBody>
      </p:sp>
      <p:sp>
        <p:nvSpPr>
          <p:cNvPr id="4" name="Slide Number Placeholder 3"/>
          <p:cNvSpPr>
            <a:spLocks noGrp="1"/>
          </p:cNvSpPr>
          <p:nvPr>
            <p:ph type="sldNum" idx="66"/>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„Event Handler“.</a:t>
            </a:r>
          </a:p>
          <a:p/>
          <a:p>
            <a:r>
              <a:t>Anders als beim klassischen Browser-Eventmodell (das meist nur ein festes Event-Objekt an feste Handler übergibt) können in Angular-Templates beliebige Methoden mit selbst gewählten Parametern als Event-Handler aufgerufen werden – man schreibt direkt Angular-Ausdrücke in die runden Klammern des Event-Bindings.</a:t>
            </a:r>
          </a:p>
        </p:txBody>
      </p:sp>
      <p:sp>
        <p:nvSpPr>
          <p:cNvPr id="4" name="Slide Number Placeholder 3"/>
          <p:cNvSpPr>
            <a:spLocks noGrp="1"/>
          </p:cNvSpPr>
          <p:nvPr>
            <p:ph type="sldNum" idx="66"/>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Codebeispiel Event Handler.</a:t>
            </a:r>
          </a:p>
          <a:p/>
          <a:p>
            <a:r>
              <a:t>Eine Klasse „UiAppComponent“ hat eine Liste von Auswahl-Elementen und eine Methode „setItem(item)“, die beim Klick auf ein Listenelement aufgerufen wird (Event Binding im Template, „(click)="setItem(item)"“) und den geklickten Wert weiterverarbeitet.</a:t>
            </a:r>
          </a:p>
        </p:txBody>
      </p:sp>
      <p:sp>
        <p:nvSpPr>
          <p:cNvPr id="4" name="Slide Number Placeholder 3"/>
          <p:cNvSpPr>
            <a:spLocks noGrp="1"/>
          </p:cNvSpPr>
          <p:nvPr>
            <p:ph type="sldNum" idx="66"/>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Übung 9 (Events): In „CustomerListComponent“ soll auf Klicks auf die einzelnen Listen-Elemente reagiert werden, indem eine Methode „listItemClicked“ in der Komponenten-Klasse per Event Binding aufgerufen wird.</a:t>
            </a:r>
          </a:p>
        </p:txBody>
      </p:sp>
      <p:sp>
        <p:nvSpPr>
          <p:cNvPr id="4" name="Slide Number Placeholder 3"/>
          <p:cNvSpPr>
            <a:spLocks noGrp="1"/>
          </p:cNvSpPr>
          <p:nvPr>
            <p:ph type="sldNum" idx="66"/>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„Output – Events aus Komponenten“.</a:t>
            </a:r>
          </a:p>
          <a:p/>
          <a:p>
            <a:r>
              <a:t>Eine Komponente kann Events nach außen werfen: Die entsprechende Eigenschaft wird mit der Funktion „output&lt;T&gt;()“ angelegt, wobei der Typ-Parameter „T“ den Typ des Events festlegt. Events werden dann über „emit(wert)“ ausgelöst. Hinweis für erfahrene Teilnehmer: Das ist der moderne, schlanke Ersatz für das ältere „@Output()“ zusammen mit „new EventEmitter&lt;T&gt;()“.</a:t>
            </a:r>
          </a:p>
        </p:txBody>
      </p:sp>
      <p:sp>
        <p:nvSpPr>
          <p:cNvPr id="4" name="Slide Number Placeholder 3"/>
          <p:cNvSpPr>
            <a:spLocks noGrp="1"/>
          </p:cNvSpPr>
          <p:nvPr>
            <p:ph type="sldNum" idx="66"/>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„Nutzende Komponente“.</a:t>
            </a:r>
          </a:p>
          <a:p/>
          <a:p>
            <a:r>
              <a:t>Zeigt, wie die äußere Komponente die „release-card“ einbindet und deren Output per runder Klammer abfängt: „(releaseLiked)="..."“. Wichtig zu betonen: Die dabei aufgerufene Methode gehört zur äußeren, aufrufenden Komponente, nicht zur „release-card“ selbst – die Kindkomponente „weiß“ nichts davon, was die Eltern-Komponente mit dem Event macht.</a:t>
            </a:r>
          </a:p>
        </p:txBody>
      </p:sp>
      <p:sp>
        <p:nvSpPr>
          <p:cNvPr id="4" name="Slide Number Placeholder 3"/>
          <p:cNvSpPr>
            <a:spLocks noGrp="1"/>
          </p:cNvSpPr>
          <p:nvPr>
            <p:ph type="sldNum" idx="66"/>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Codefolie „Lokaler State mit Signals“.</a:t>
            </a:r>
          </a:p>
          <a:p/>
          <a:p>
            <a:r>
              <a:t>„signal&lt;Customer | undefined&gt;(undefined)“ legt einen reaktiven, lokalen Zustand in der Komponente an. Über „.set(customer)“ (oder „.update(...)“) wird der Wert geändert, und jede Stelle im Template, die dieses Signal per Aufruf „selectedCustomer()“ liest, aktualisiert sich automatisch bei einer Änderung. Das ist die moderne Alternative zu einer einfachen Klassenvariable.</a:t>
            </a:r>
          </a:p>
        </p:txBody>
      </p:sp>
      <p:sp>
        <p:nvSpPr>
          <p:cNvPr id="4" name="Slide Number Placeholder 3"/>
          <p:cNvSpPr>
            <a:spLocks noGrp="1"/>
          </p:cNvSpPr>
          <p:nvPr>
            <p:ph type="sldNum" idx="66"/>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Übung 10 (Output): In „CustomerListComponent“ soll ein Output „customerSelected = output&lt;Customer&gt;()“ erzeugt werden. Beim Klick auf einen Listeneintrag wird dieses Event mit dem angeklickten Customer ausgelöst (emittiert), damit die Eltern-Komponente erfährt, welcher Kunde gerade ausgewählt wurde.</a:t>
            </a:r>
          </a:p>
        </p:txBody>
      </p:sp>
      <p:sp>
        <p:nvSpPr>
          <p:cNvPr id="4" name="Slide Number Placeholder 3"/>
          <p:cNvSpPr>
            <a:spLocks noGrp="1"/>
          </p:cNvSpPr>
          <p:nvPr>
            <p:ph type="sldNum" idx="66"/>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Übersichtsfolie zum Zusammenspiel aller bisherigen Konzepte: „AppComponent“ hält den Zustand „selectedCustomer = signal&lt;Customer | undefined&gt;()“, reagiert per „(customerSelected)="newCustomerSelected($event)"“ auf das Output-Event der Liste, und reicht den ausgewählten Kunden über „[customer2Show]="selectedCustomer()"“ an eine „DetailComponent“ weiter, die ihn über einen Input „customer2Show = input&lt;Customer&gt;()“ entgegennimmt und im Template mit „{{customer2Show()?.name}}“ anzeigt (inklusive Safe-Navigation-Operator, siehe spätere Folie).</a:t>
            </a:r>
          </a:p>
        </p:txBody>
      </p:sp>
      <p:sp>
        <p:nvSpPr>
          <p:cNvPr id="4" name="Slide Number Placeholder 3"/>
          <p:cNvSpPr>
            <a:spLocks noGrp="1"/>
          </p:cNvSpPr>
          <p:nvPr>
            <p:ph type="sldNum" idx="66"/>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Kapitelübergangsfolie „Expression Language“ – leitet den Abschnitt zur Ausdruckssprache innerhalb von Angular-Templates ein (also alles, was in „{{ }}“ oder eckigen/runden Klammern stehen darf).</a:t>
            </a:r>
          </a:p>
        </p:txBody>
      </p:sp>
      <p:sp>
        <p:nvSpPr>
          <p:cNvPr id="4" name="Slide Number Placeholder 3"/>
          <p:cNvSpPr>
            <a:spLocks noGrp="1"/>
          </p:cNvSpPr>
          <p:nvPr>
            <p:ph type="sldNum" idx="66"/>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„Was wir fast alles schon kennen“ – macht deutlich, dass die Angular-Template-Ausdruckssprache größtenteils normalem, bereits bekanntem TypeScript/JavaScript entspricht, mit einigen speziellen Ergänzungen (die auf den folgenden Folien gezeigt werden).</a:t>
            </a:r>
          </a:p>
        </p:txBody>
      </p:sp>
      <p:sp>
        <p:nvSpPr>
          <p:cNvPr id="4" name="Slide Number Placeholder 3"/>
          <p:cNvSpPr>
            <a:spLocks noGrp="1"/>
          </p:cNvSpPr>
          <p:nvPr>
            <p:ph type="sldNum" idx="66"/>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„Safe Navigator“.</a:t>
            </a:r>
          </a:p>
          <a:p/>
          <a:p>
            <a:r>
              <a:t>Der Operator „?.“ (Fragezeichen-Punkt) erlaubt einen sicheren Zugriff auf eine Eigenschaft, auch wenn das Objekt davor „null“ oder „undefined“ sein könnte: Statt einer Exception wird dann einfach ein Leerstring angezeigt. Das funktioniert auch verkettet, z. B. „bean?.complexProperty?.name“, wenn mehrere Ebenen unsicher sein könnten.</a:t>
            </a:r>
          </a:p>
        </p:txBody>
      </p:sp>
      <p:sp>
        <p:nvSpPr>
          <p:cNvPr id="4" name="Slide Number Placeholder 3"/>
          <p:cNvSpPr>
            <a:spLocks noGrp="1"/>
          </p:cNvSpPr>
          <p:nvPr>
            <p:ph type="sldNum" idx="66"/>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„Performance Impact“.</a:t>
            </a:r>
          </a:p>
          <a:p/>
          <a:p>
            <a:r>
              <a:t>Ein Funktionsaufruf direkt im Template, z. B. „@if (isUserActive(user)) { ... }“, wird bei jeder Change-Detection-Runde erneut ausgeführt – das kann bei komplexer Logik zum Performance-Problem werden. Besser: Die Berechnung in ein „computed(...)“-Signal in der Komponente auslagern, das sich nur dann neu berechnet, wenn sich seine tatsächlichen Abhängigkeiten ändern, und im Template nur das fertige, bereits berechnete Signal auslesen.</a:t>
            </a:r>
          </a:p>
        </p:txBody>
      </p:sp>
      <p:sp>
        <p:nvSpPr>
          <p:cNvPr id="4" name="Slide Number Placeholder 3"/>
          <p:cNvSpPr>
            <a:spLocks noGrp="1"/>
          </p:cNvSpPr>
          <p:nvPr>
            <p:ph type="sldNum" idx="66"/>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„One Way Property Bindings bei Images“.</a:t>
            </a:r>
          </a:p>
          <a:p/>
          <a:p>
            <a:r>
              <a:t>Eigenschaften von HTML-Elementen, die keine eigenen Angular-Attribute sind (z. B. „src“ eines Bildes oder „disabled“ eines Buttons), können ebenfalls per eckigen Klammern „[...]“ dynamisch an einen Ausdruck der Komponente gebunden werden, z. B. „[src]="release.cover"“.</a:t>
            </a:r>
          </a:p>
        </p:txBody>
      </p:sp>
      <p:sp>
        <p:nvSpPr>
          <p:cNvPr id="4" name="Slide Number Placeholder 3"/>
          <p:cNvSpPr>
            <a:spLocks noGrp="1"/>
          </p:cNvSpPr>
          <p:nvPr>
            <p:ph type="sldNum" idx="66"/>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„Event Binding“ (Vertiefung).</a:t>
            </a:r>
          </a:p>
          <a:p/>
          <a:p>
            <a:r>
              <a:t>Event Binding ist ebenfalls unidirektional, aber in die andere Richtung: von innen (dem HTML-Element bzw. der Kind-Komponente) nach oben im Komponenten-Baum. „$event“ ist dabei das Handle auf das eigentliche Event-Objekt (z. B. die Tastatureingabe bei „(keyup)"“), über das man z. B. den eingegebenen Wert auslesen kann.</a:t>
            </a:r>
          </a:p>
        </p:txBody>
      </p:sp>
      <p:sp>
        <p:nvSpPr>
          <p:cNvPr id="4" name="Slide Number Placeholder 3"/>
          <p:cNvSpPr>
            <a:spLocks noGrp="1"/>
          </p:cNvSpPr>
          <p:nvPr>
            <p:ph type="sldNum" idx="66"/>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„Style Bindings“.</a:t>
            </a:r>
          </a:p>
          <a:p/>
          <a:p>
            <a:r>
              <a:t>Class-Bindings erlauben es, eine CSS-Klasse dynamisch abhängig von einem Ausdruck zu setzen: „[class.selected]="isSelected(track)"“ setzt die Klasse „selected“ nur, wenn der Ausdruck wahr ist. Analog gibt es Style-Bindings wie „[style.visibility]="..."“, um einzelne CSS-Eigenschaften direkt zu steuern.</a:t>
            </a:r>
          </a:p>
        </p:txBody>
      </p:sp>
      <p:sp>
        <p:nvSpPr>
          <p:cNvPr id="4" name="Slide Number Placeholder 3"/>
          <p:cNvSpPr>
            <a:spLocks noGrp="1"/>
          </p:cNvSpPr>
          <p:nvPr>
            <p:ph type="sldNum" idx="66"/>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„Data Binding in Formularen“.</a:t>
            </a:r>
          </a:p>
          <a:p/>
          <a:p>
            <a:r>
              <a:t>Ziel ist es, Formularfelder direkt an Eigenschaften der Komponente zu binden. Manuell müsste man dafür Property Binding (Anzeige des Wertes) und Event Binding (Reaktion auf Eingaben, um die Eigenschaft wieder zu aktualisieren) getrennt kombinieren, wie das Beispiel mit „[value]“ und „(input)“ zeigt – das führt zur nächsten Folie mit einer bequemeren, kombinierten Schreibweise.</a:t>
            </a:r>
          </a:p>
        </p:txBody>
      </p:sp>
      <p:sp>
        <p:nvSpPr>
          <p:cNvPr id="4" name="Slide Number Placeholder 3"/>
          <p:cNvSpPr>
            <a:spLocks noGrp="1"/>
          </p:cNvSpPr>
          <p:nvPr>
            <p:ph type="sldNum" idx="66"/>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Codefolie „Deferrable Views: @defer“.</a:t>
            </a:r>
          </a:p>
          <a:p/>
          <a:p>
            <a:r>
              <a:t>„@defer (on idle) { ... }“ lädt den Inhalt (hier eine „customer-details“-Komponente) erst dann, wenn der Browser gerade nichts Wichtigeres zu tun hat. Solange noch nicht geladen wurde, zeigt „@placeholder“ einen Platzhaltertext, „@loading“ (mit Mindestanzeigedauer) einen Ladehinweis während des tatsächlichen Ladevorgangs, und „@error“ greift, falls das Laden fehlschlägt. Vorteil: Die referenzierte Komponente landet in einem eigenen, separat nachladbaren Bundle und muss nicht sofort beim ersten Seitenaufruf mitgeladen werden.</a:t>
            </a:r>
          </a:p>
        </p:txBody>
      </p:sp>
      <p:sp>
        <p:nvSpPr>
          <p:cNvPr id="4" name="Slide Number Placeholder 3"/>
          <p:cNvSpPr>
            <a:spLocks noGrp="1"/>
          </p:cNvSpPr>
          <p:nvPr>
            <p:ph type="sldNum" idx="66"/>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Übung 11 (Bindings auf Images und mehr): Das Datenmodell „Customer“ bekommt eine optionale Eigenschaft „imageUrl: string“, die auch im Konstruktor als Parameter aufgenommen wird – Vorbereitung, um später ein Kundenbild per Property Binding anzuzeigen.</a:t>
            </a:r>
          </a:p>
        </p:txBody>
      </p:sp>
      <p:sp>
        <p:nvSpPr>
          <p:cNvPr id="4" name="Slide Number Placeholder 3"/>
          <p:cNvSpPr>
            <a:spLocks noGrp="1"/>
          </p:cNvSpPr>
          <p:nvPr>
            <p:ph type="sldNum" idx="66"/>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Übung 12 (Class Binding): In „Customer“ wird ein Feld „discontinued: boolean“ ergänzt (ebenfalls über den Konstruktor gesetzt). In AppComponent bzw. der Listendarstellung soll dieses Feld genutzt werden, um z. B. per Class Binding einen speziellen visuellen Stil für nicht mehr aktive Kunden anzuzeigen.</a:t>
            </a:r>
          </a:p>
        </p:txBody>
      </p:sp>
      <p:sp>
        <p:nvSpPr>
          <p:cNvPr id="4" name="Slide Number Placeholder 3"/>
          <p:cNvSpPr>
            <a:spLocks noGrp="1"/>
          </p:cNvSpPr>
          <p:nvPr>
            <p:ph type="sldNum" idx="66"/>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Übung 13 (Formulare): In der Detail-Ansicht soll es möglich werden, den Namen eines Customers direkt zu bearbeiten. Dafür wird „FormsModule“ aus „@angular/forms“ im „imports“-Array der zuständigen Standalone-Komponente eingebunden (nicht mehr in einem NgModule wie früher), damit z. B. „ngModel“ genutzt werden kann.</a:t>
            </a:r>
          </a:p>
        </p:txBody>
      </p:sp>
      <p:sp>
        <p:nvSpPr>
          <p:cNvPr id="4" name="Slide Number Placeholder 3"/>
          <p:cNvSpPr>
            <a:spLocks noGrp="1"/>
          </p:cNvSpPr>
          <p:nvPr>
            <p:ph type="sldNum" idx="66"/>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Kapitelübergangsfolie „Services“ – leitet das Thema Services ein: Wiederverwendbare, von der Anzeige getrennte Logik-Bausteine.</a:t>
            </a:r>
          </a:p>
        </p:txBody>
      </p:sp>
      <p:sp>
        <p:nvSpPr>
          <p:cNvPr id="4" name="Slide Number Placeholder 3"/>
          <p:cNvSpPr>
            <a:spLocks noGrp="1"/>
          </p:cNvSpPr>
          <p:nvPr>
            <p:ph type="sldNum" idx="66"/>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Überleitungsfolie „Eigenschaften eines Services“ – kündigt eine genauere Betrachtung an, was einen Service als Konzept ausmacht (kein reines UI, sondern Logik/Datenzugriff).</a:t>
            </a:r>
          </a:p>
        </p:txBody>
      </p:sp>
      <p:sp>
        <p:nvSpPr>
          <p:cNvPr id="4" name="Slide Number Placeholder 3"/>
          <p:cNvSpPr>
            <a:spLocks noGrp="1"/>
          </p:cNvSpPr>
          <p:nvPr>
            <p:ph type="sldNum" idx="66"/>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Überleitungsfolie „Services? Was“ – vermutlich eine einleitende, motivierende Fragestellung, warum man Logik überhaupt aus Komponenten in separate Services auslagert.</a:t>
            </a:r>
          </a:p>
        </p:txBody>
      </p:sp>
      <p:sp>
        <p:nvSpPr>
          <p:cNvPr id="4" name="Slide Number Placeholder 3"/>
          <p:cNvSpPr>
            <a:spLocks noGrp="1"/>
          </p:cNvSpPr>
          <p:nvPr>
            <p:ph type="sldNum" idx="66"/>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„Aufgaben eines Services“.</a:t>
            </a:r>
          </a:p>
          <a:p/>
          <a:p>
            <a:r>
              <a:t>Die Standard-Services des Angular-Frameworks stellen nützliche, wiederverwendbare Routinen bereit – ein zentrales Beispiel ist die Kommunikation mit einem Server/Backend, die typischerweise nicht direkt in einer Komponente, sondern in einem eigenen Service gekapselt wird.</a:t>
            </a:r>
          </a:p>
        </p:txBody>
      </p:sp>
      <p:sp>
        <p:nvSpPr>
          <p:cNvPr id="4" name="Slide Number Placeholder 3"/>
          <p:cNvSpPr>
            <a:spLocks noGrp="1"/>
          </p:cNvSpPr>
          <p:nvPr>
            <p:ph type="sldNum" idx="66"/>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„Ein simpler Service“.</a:t>
            </a:r>
          </a:p>
          <a:p/>
          <a:p>
            <a:r>
              <a:t>Das Angular CLI kann per „ng generate service &lt;ServiceName&gt;“ automatisch einen neuen Service anlegen. Ein Service selbst ist im Kern eine ganz normale Klasse, die mit der „@Injectable“-Annotation versehen wird, damit sie über Dependency Injection (folgt später) in anderen Klassen genutzt werden kann.</a:t>
            </a:r>
          </a:p>
        </p:txBody>
      </p:sp>
      <p:sp>
        <p:nvSpPr>
          <p:cNvPr id="4" name="Slide Number Placeholder 3"/>
          <p:cNvSpPr>
            <a:spLocks noGrp="1"/>
          </p:cNvSpPr>
          <p:nvPr>
            <p:ph type="sldNum" idx="66"/>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Codebeispiel „Methode in Services“.</a:t>
            </a:r>
          </a:p>
          <a:p/>
          <a:p>
            <a:r>
              <a:t>Die Klasse „ArtistService“ importiert den Typ „Artist“ und stellt eine Methode „getAllArtists()“ bereit, die (in diesem einfachen Anfangsbeispiel) noch ein leeres Array zurückgibt – als Ausgangspunkt, der später mit echten Daten befüllt wird.</a:t>
            </a:r>
          </a:p>
        </p:txBody>
      </p:sp>
      <p:sp>
        <p:nvSpPr>
          <p:cNvPr id="4" name="Slide Number Placeholder 3"/>
          <p:cNvSpPr>
            <a:spLocks noGrp="1"/>
          </p:cNvSpPr>
          <p:nvPr>
            <p:ph type="sldNum" idx="66"/>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„API Stabilität“.</a:t>
            </a:r>
          </a:p>
          <a:p/>
          <a:p>
            <a:r>
              <a:t>Ein Service versteckt die Details der eigentlichen Datenhaltung vor den Komponenten – die Komponente kennt nur die Methoden des Services, nicht ob die Daten aus einem Mock-Array, einer Datenbank oder einem HTTP-Aufruf stammen. So bleibt die API stabil, auch wenn sich die tatsächliche Datenquelle später ändert. Best Practice: Mock-Daten in eine eigene Datei auslagern, parallel zum Service.</a:t>
            </a:r>
          </a:p>
        </p:txBody>
      </p:sp>
      <p:sp>
        <p:nvSpPr>
          <p:cNvPr id="4" name="Slide Number Placeholder 3"/>
          <p:cNvSpPr>
            <a:spLocks noGrp="1"/>
          </p:cNvSpPr>
          <p:nvPr>
            <p:ph type="sldNum" idx="66"/>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Kapitelübergangsfolie „Objektnetze in OO-Systemen“ – leitet die Frage ein, wie Objekte in einem objektorientierten System überhaupt an ihre benötigten Abhängigkeiten (z. B. ein DAO/Service) kommen. Die folgenden drei Folien zeigen dazu drei klassische Ansätze aus der objektorientierten Programmierung (in Java-Syntax als Beispiel).</a:t>
            </a:r>
          </a:p>
        </p:txBody>
      </p:sp>
      <p:sp>
        <p:nvSpPr>
          <p:cNvPr id="4" name="Slide Number Placeholder 3"/>
          <p:cNvSpPr>
            <a:spLocks noGrp="1"/>
          </p:cNvSpPr>
          <p:nvPr>
            <p:ph type="sldNum" idx="66"/>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Codebeispiel „Assignment by Third Party“.</a:t>
            </a:r>
          </a:p>
          <a:p/>
          <a:p>
            <a:r>
              <a:t>Ein Objekt „MyService“ wird von außen erzeugt, und seine Abhängigkeit (das DAO) wird ihm anschließend von einer dritten Partei (hier der main-Methode) über eine Setter-Methode „setDAO(...)“ zugewiesen. Das Objekt selbst erzeugt seine Abhängigkeit also nicht, sie wird ihm gegeben – die Grundidee hinter Dependency Injection, hier aber noch manuell.</a:t>
            </a:r>
          </a:p>
        </p:txBody>
      </p:sp>
      <p:sp>
        <p:nvSpPr>
          <p:cNvPr id="4" name="Slide Number Placeholder 3"/>
          <p:cNvSpPr>
            <a:spLocks noGrp="1"/>
          </p:cNvSpPr>
          <p:nvPr>
            <p:ph type="sldNum" idx="66"/>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Codebeispiel „Creating itself – DIRECT“ (Legacy-Kopie eines früheren DI-Konfigurations-Beispiels).</a:t>
            </a:r>
          </a:p>
          <a:p/>
          <a:p>
            <a:r>
              <a:t>Das Gegenmodell zur vorherigen Folie: „MyService“ erzeugt sein DAO direkt selbst im Konstruktor mit „new MyDao()“. Nachteil: Die Abhängigkeit ist fest verdrahtet und kann später nicht mehr ausgetauscht werden (z. B. nicht durch einen Mock für Tests).</a:t>
            </a:r>
          </a:p>
        </p:txBody>
      </p:sp>
      <p:sp>
        <p:nvSpPr>
          <p:cNvPr id="4" name="Slide Number Placeholder 3"/>
          <p:cNvSpPr>
            <a:spLocks noGrp="1"/>
          </p:cNvSpPr>
          <p:nvPr>
            <p:ph type="sldNum" idx="66"/>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Überleitungsfolie „Beispiel: Service“ – kündigt an, dass jetzt konkret gezeigt wird, wie Dependency Injection tatsächlich innerhalb von Angular funktioniert.</a:t>
            </a:r>
          </a:p>
        </p:txBody>
      </p:sp>
      <p:sp>
        <p:nvSpPr>
          <p:cNvPr id="4" name="Slide Number Placeholder 3"/>
          <p:cNvSpPr>
            <a:spLocks noGrp="1"/>
          </p:cNvSpPr>
          <p:nvPr>
            <p:ph type="sldNum" idx="66"/>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„DI Konfig“.</a:t>
            </a:r>
          </a:p>
          <a:p/>
          <a:p>
            <a:r>
              <a:t>Angular muss wissen, welches konkrete Objekt für welche Abhängigkeit eingesetzt werden soll – das wird über sogenannte „Providers“ konfiguriert. Die Kette lautet: Injector fragt einen Provider, der wiederum die tatsächliche Instanz liefert. Die Konfiguration kann direkt am Service selbst erfolgen (z. B. „@Injectable({ providedIn: 'root' })“) oder global in „main.ts“.</a:t>
            </a:r>
          </a:p>
        </p:txBody>
      </p:sp>
      <p:sp>
        <p:nvSpPr>
          <p:cNvPr id="4" name="Slide Number Placeholder 3"/>
          <p:cNvSpPr>
            <a:spLocks noGrp="1"/>
          </p:cNvSpPr>
          <p:nvPr>
            <p:ph type="sldNum" idx="66"/>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„Wie geht DI in Angular“.</a:t>
            </a:r>
          </a:p>
          <a:p/>
          <a:p>
            <a:r>
              <a:t>Die einfachste Form ist die direkte Angabe der Klasse selbst im providers-Array (Kurzform für „{ provide: Klasse, useClass: Klasse }“). Allgemeiner ist das vollständige Provider-Objekt: „provide“ legt fest, unter welchem Namen (Klasse oder InjectionToken) etwas zur Verfügung steht, und ein „Rezept“ (useClass, useValue, useFactory oder useExisting) legt fest, wie die tatsächliche Instanz erzeugt wird.</a:t>
            </a:r>
          </a:p>
        </p:txBody>
      </p:sp>
      <p:sp>
        <p:nvSpPr>
          <p:cNvPr id="4" name="Slide Number Placeholder 3"/>
          <p:cNvSpPr>
            <a:spLocks noGrp="1"/>
          </p:cNvSpPr>
          <p:nvPr>
            <p:ph type="sldNum" idx="66"/>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Codefolie „Moderne Dependency Injection mit inject()“.</a:t>
            </a:r>
          </a:p>
          <a:p/>
          <a:p>
            <a:r>
              <a:t>Statt eine Abhängigkeit über den Konstruktor entgegenzunehmen (die frühere Standard-Schreibweise, siehe Kommentar auf der Folie), wird sie hier direkt als Klassenfeld mit der Funktion „inject(CustomerService)“ angefordert: „private readonly customerService = inject(CustomerService);“. Vorteile: weniger Boilerplate, einfachere Vererbung, und „inject()“ funktioniert auch außerhalb von Klassen in Funktionen wie funktionalen Guards oder Interceptors, wo ein Konstruktor gar nicht zur Verfügung steht.</a:t>
            </a:r>
          </a:p>
        </p:txBody>
      </p:sp>
      <p:sp>
        <p:nvSpPr>
          <p:cNvPr id="4" name="Slide Number Placeholder 3"/>
          <p:cNvSpPr>
            <a:spLocks noGrp="1"/>
          </p:cNvSpPr>
          <p:nvPr>
            <p:ph type="sldNum" idx="66"/>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„Kontextbasierte Injektion“.</a:t>
            </a:r>
          </a:p>
          <a:p/>
          <a:p>
            <a:r>
              <a:t>Injektoren bilden einen Baum: Jede Komponente bekommt einen eigenen Child-Injector, der vom Injector der Eltern-Komponente abstammt. Innerhalb eines Injectors ist eine Instanz jeweils ein Singleton (nur einmal vorhanden). Ein Child-Injector kann dabei eigene Provider definieren, die die des Elternteils überschreiben oder ergänzen – nützlich, um z. B. in einem Unterbaum der Anwendung eine andere Implementierung eines Services einzusetzen.</a:t>
            </a:r>
          </a:p>
        </p:txBody>
      </p:sp>
      <p:sp>
        <p:nvSpPr>
          <p:cNvPr id="4" name="Slide Number Placeholder 3"/>
          <p:cNvSpPr>
            <a:spLocks noGrp="1"/>
          </p:cNvSpPr>
          <p:nvPr>
            <p:ph type="sldNum" idx="66"/>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Übung 14: Ein Service „CustomerService“ soll per „ng generate service customer/customer“ erzeugt werden. Zusätzlich werden Mock-Daten in einer eigenen Datei angelegt, die der Service zurückgibt – analog zum vorher gezeigten Best-Practice-Muster (Mock-Daten getrennt vom Service).</a:t>
            </a:r>
          </a:p>
        </p:txBody>
      </p:sp>
      <p:sp>
        <p:nvSpPr>
          <p:cNvPr id="4" name="Slide Number Placeholder 3"/>
          <p:cNvSpPr>
            <a:spLocks noGrp="1"/>
          </p:cNvSpPr>
          <p:nvPr>
            <p:ph type="sldNum" idx="66"/>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Übung 15: Der zuvor erzeugte „CustomerService“ soll in „AppComponent“ injiziert werden. Der Service selbst wird über „@Injectable({ providedIn: 'root' })“ zur Verfügung gestellt (das ist bereits der Standard, den „ng generate service“ automatisch einstellt) – Ziel: erstmals einen selbst erstellten Service tatsächlich per Dependency Injection nutzen.</a:t>
            </a:r>
          </a:p>
        </p:txBody>
      </p:sp>
      <p:sp>
        <p:nvSpPr>
          <p:cNvPr id="4" name="Slide Number Placeholder 3"/>
          <p:cNvSpPr>
            <a:spLocks noGrp="1"/>
          </p:cNvSpPr>
          <p:nvPr>
            <p:ph type="sldNum" idx="66"/>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„Komponenten Lebenszyklus“.</a:t>
            </a:r>
          </a:p>
          <a:p/>
          <a:p>
            <a:r>
              <a:t>Jede Komponente durchläuft während ihrer Existenz mehrere feste Phasen (Lifecycle Hooks): zuerst der Konstruktor-Aufruf, danach u. a. „ngOnChanges“, „ngOnInit“, „ngDoCheck“, „ngAfterContentInit“, „ngAfterContentChecked“ und weitere. Diese Hooks kann man implementieren, um zu bestimmten Zeitpunkten eigenen Code auszuführen.</a:t>
            </a:r>
          </a:p>
        </p:txBody>
      </p:sp>
      <p:sp>
        <p:nvSpPr>
          <p:cNvPr id="4" name="Slide Number Placeholder 3"/>
          <p:cNvSpPr>
            <a:spLocks noGrp="1"/>
          </p:cNvSpPr>
          <p:nvPr>
            <p:ph type="sldNum" idx="66"/>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„Was soll das?“ – Begründung für Lifecycle Hooks.</a:t>
            </a:r>
          </a:p>
          <a:p/>
          <a:p>
            <a:r>
              <a:t>Bestimmte Informationen stehen beim Erzeugen einer Komponente im Konstruktor noch gar nicht zur Verfügung, z. B. eine ID aus dem Routing, oder Kind-Komponenten, die erst nach der eigenen Instanziierung vollständig initialisiert werden. Für solche Fälle gibt es passende, spätere Lifecycle-Zeitpunkte wie „ngOnInit“.</a:t>
            </a:r>
          </a:p>
        </p:txBody>
      </p:sp>
      <p:sp>
        <p:nvSpPr>
          <p:cNvPr id="4" name="Slide Number Placeholder 3"/>
          <p:cNvSpPr>
            <a:spLocks noGrp="1"/>
          </p:cNvSpPr>
          <p:nvPr>
            <p:ph type="sldNum" idx="66"/>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Codefolie „Best Practices: OnInit“.</a:t>
            </a:r>
          </a:p>
          <a:p/>
          <a:p>
            <a:r>
              <a:t>Statt Initialisierungslogik in den Konstruktor zu packen, wird sie in die Methode „ngOnInit()“ verschoben (dafür muss die Klasse das Interface „OnInit“ aus „@angular/core“ implementieren). So ist sicher, dass z. B. Inputs bereits gesetzt sind, wenn die Initialisierung tatsächlich läuft.</a:t>
            </a:r>
          </a:p>
        </p:txBody>
      </p:sp>
      <p:sp>
        <p:nvSpPr>
          <p:cNvPr id="4" name="Slide Number Placeholder 3"/>
          <p:cNvSpPr>
            <a:spLocks noGrp="1"/>
          </p:cNvSpPr>
          <p:nvPr>
            <p:ph type="sldNum" idx="66"/>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Übung 16 (OnInit): Die Dateninitialisierung in „AppComponent“ soll vom Konstruktor in den „ngOnInit“-Hook verschoben werden, inklusive Implementierung des Interfaces „OnInit“ aus „@angular/core“.</a:t>
            </a:r>
          </a:p>
        </p:txBody>
      </p:sp>
      <p:sp>
        <p:nvSpPr>
          <p:cNvPr id="4" name="Slide Number Placeholder 3"/>
          <p:cNvSpPr>
            <a:spLocks noGrp="1"/>
          </p:cNvSpPr>
          <p:nvPr>
            <p:ph type="sldNum" idx="66"/>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„Allgemein“ zu Pipes.</a:t>
            </a:r>
          </a:p>
          <a:p/>
          <a:p>
            <a:r>
              <a:t>Pipes dienen der Daten-Transformation speziell für die Anzeige im UI: kleine, wiederverwendbare Operationen, angelehnt an das Konzept der funktionalen Programmierung (eine Eingabe wird zu einer Ausgabe transformiert, ohne Nebeneffekte). Daten und deren Darstellung/Formatierung werden so klar getrennt.</a:t>
            </a:r>
          </a:p>
        </p:txBody>
      </p:sp>
      <p:sp>
        <p:nvSpPr>
          <p:cNvPr id="4" name="Slide Number Placeholder 3"/>
          <p:cNvSpPr>
            <a:spLocks noGrp="1"/>
          </p:cNvSpPr>
          <p:nvPr>
            <p:ph type="sldNum" idx="66"/>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„Was sind Pipes?“.</a:t>
            </a:r>
          </a:p>
          <a:p/>
          <a:p>
            <a:r>
              <a:t>Pipes formatieren das Ergebnis eines Ausdrucks, z. B. einer Interpolation: „{{dateOfBirth | date}}“ formatiert ein Geburtsdatum lesbar als Datum. Der senkrechte Strich „|“ im Template ist die Pipe-Syntax, nicht mit Union Types aus TypeScript zu verwechseln (auch wenn dasselbe Symbol verwendet wird).</a:t>
            </a:r>
          </a:p>
        </p:txBody>
      </p:sp>
      <p:sp>
        <p:nvSpPr>
          <p:cNvPr id="4" name="Slide Number Placeholder 3"/>
          <p:cNvSpPr>
            <a:spLocks noGrp="1"/>
          </p:cNvSpPr>
          <p:nvPr>
            <p:ph type="sldNum" idx="66"/>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„Decimal Pipe“.</a:t>
            </a:r>
          </a:p>
          <a:p/>
          <a:p>
            <a:r>
              <a:t>Die eingebaute „decimal“-Pipe formatiert Zahlenwerte, z. B. mit einem Parameter für die gewünschte Anzahl Nachkommastellen: „{{ track.size | decimal:2 }}“ zeigt den Wert mit genau zwei Nachkommastellen.</a:t>
            </a:r>
          </a:p>
        </p:txBody>
      </p:sp>
      <p:sp>
        <p:nvSpPr>
          <p:cNvPr id="4" name="Slide Number Placeholder 3"/>
          <p:cNvSpPr>
            <a:spLocks noGrp="1"/>
          </p:cNvSpPr>
          <p:nvPr>
            <p:ph type="sldNum" idx="66"/>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„Date Pipe“.</a:t>
            </a:r>
          </a:p>
          <a:p/>
          <a:p>
            <a:r>
              <a:t>Die eingebaute „date“-Pipe funktioniert für Datum-Strings, Date-Objekte und Zeitstempel (Zahlen) gleichermaßen und nimmt als Parameter entweder eine Kurzform (z. B. „short“) oder ein eigenes Format-Muster entgegen, um das Datum passend darzustellen.</a:t>
            </a:r>
          </a:p>
        </p:txBody>
      </p:sp>
      <p:sp>
        <p:nvSpPr>
          <p:cNvPr id="4" name="Slide Number Placeholder 3"/>
          <p:cNvSpPr>
            <a:spLocks noGrp="1"/>
          </p:cNvSpPr>
          <p:nvPr>
            <p:ph type="sldNum" idx="66"/>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Übung 17 (Pipe): Das Datenmodell „Customer“ bekommt ein neues Feld „lastOrderDate“ vom Typ „Date“ (auch im Konstruktor). Die Mock-Daten werden entsprechend angepasst und das neue Datum im Template z. B. mit der „date“-Pipe formatiert dargestellt.</a:t>
            </a:r>
          </a:p>
        </p:txBody>
      </p:sp>
      <p:sp>
        <p:nvSpPr>
          <p:cNvPr id="4" name="Slide Number Placeholder 3"/>
          <p:cNvSpPr>
            <a:spLocks noGrp="1"/>
          </p:cNvSpPr>
          <p:nvPr>
            <p:ph type="sldNum" idx="66"/>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„Pipes sind Klassen“.</a:t>
            </a:r>
          </a:p>
          <a:p/>
          <a:p>
            <a:r>
              <a:t>Auch eine Pipe ist im Kern eine normale TypeScript-Klasse: Sie implementiert das Interface „PipeTransform“ aus „@angular/core“ (mit einer „transform“-Methode) und wird zusätzlich mit dem „@Pipe“-Decorator markiert, der u. a. den Namen festlegt, unter dem die Pipe im Template verwendet werden kann.</a:t>
            </a:r>
          </a:p>
        </p:txBody>
      </p:sp>
      <p:sp>
        <p:nvSpPr>
          <p:cNvPr id="4" name="Slide Number Placeholder 3"/>
          <p:cNvSpPr>
            <a:spLocks noGrp="1"/>
          </p:cNvSpPr>
          <p:nvPr>
            <p:ph type="sldNum" idx="66"/>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Codefolie „Verwendung von Pipes in Komponenten“.</a:t>
            </a:r>
          </a:p>
          <a:p/>
          <a:p>
            <a:r>
              <a:t>Zeigt, wie sowohl eine eingebaute Pipe (importierte „DatePipe“ aus „@angular/common“) als auch eine selbst geschriebene, eigene Pipe („HasLikesPipe“) gemeinsam im „imports“-Array der Standalone-Komponente „release-card“ eingebunden werden – ohne dass dafür ein NgModule nötig ist.</a:t>
            </a:r>
          </a:p>
        </p:txBody>
      </p:sp>
      <p:sp>
        <p:nvSpPr>
          <p:cNvPr id="4" name="Slide Number Placeholder 3"/>
          <p:cNvSpPr>
            <a:spLocks noGrp="1"/>
          </p:cNvSpPr>
          <p:nvPr>
            <p:ph type="sldNum" idx="66"/>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Übung 18 (Eigene Pipe): Eine eigene Pipe „currentActiveCustomers“ soll geschrieben werden, generiert per ng generate pipe customer/current-active-customers-pipe, die z. B. aus der Kundenliste nur die noch aktiven Kunden herausfiltert (Implementierung der „transform“-Methode).</a:t>
            </a:r>
          </a:p>
        </p:txBody>
      </p:sp>
      <p:sp>
        <p:nvSpPr>
          <p:cNvPr id="4" name="Slide Number Placeholder 3"/>
          <p:cNvSpPr>
            <a:spLocks noGrp="1"/>
          </p:cNvSpPr>
          <p:nvPr>
            <p:ph type="sldNum" idx="66"/>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Diagrammfolie zum Zusammenspiel von Datenformaten und Pipe.</a:t>
            </a:r>
          </a:p>
          <a:p/>
          <a:p>
            <a:r>
              <a:t>Zeigt anhand des Feldes „nextRun“, wie ein Datum als reiner Text/JSON-Wert (z. B. „2023-12-23“ aus einer „training.json“) über eine Pipe „takePlaceSoonPipe“ mit einer „transform(value: Date)“-Methode in eine für Menschen passend aufbereitete Darstellung überführt wird.</a:t>
            </a:r>
          </a:p>
        </p:txBody>
      </p:sp>
      <p:sp>
        <p:nvSpPr>
          <p:cNvPr id="4" name="Slide Number Placeholder 3"/>
          <p:cNvSpPr>
            <a:spLocks noGrp="1"/>
          </p:cNvSpPr>
          <p:nvPr>
            <p:ph type="sldNum" idx="66"/>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„Welche Eigenschaft hat die Variable X“ – Einstiegsbeispiel zu synchronem Code: Eine einfache Zuweisung und Ausgabe sowie eine Iteration über ein Array mit „forEach“ laufen beide vollständig synchron, Zeile für Zeile, ohne Wartezeit – als Kontrast zum nächsten, asynchronen Beispiel.</a:t>
            </a:r>
          </a:p>
        </p:txBody>
      </p:sp>
      <p:sp>
        <p:nvSpPr>
          <p:cNvPr id="4" name="Slide Number Placeholder 3"/>
          <p:cNvSpPr>
            <a:spLocks noGrp="1"/>
          </p:cNvSpPr>
          <p:nvPr>
            <p:ph type="sldNum" idx="66"/>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„Und hier?“ – Gegenbeispiel mit asynchronem Code.</a:t>
            </a:r>
          </a:p>
          <a:p/>
          <a:p>
            <a:r>
              <a:t>Eine „asyncFunction“ bekommt einen Callback übergeben, der erst aufgerufen wird, wenn ein Ergebnis vorliegt. Die begleitende Zeit-/Thread-Grafik verdeutlicht: Der Callback läuft zeitlich später und möglicherweise nach anderem Code, nicht direkt im normalen, linearen Programmablauf.</a:t>
            </a:r>
          </a:p>
        </p:txBody>
      </p:sp>
      <p:sp>
        <p:nvSpPr>
          <p:cNvPr id="4" name="Slide Number Placeholder 3"/>
          <p:cNvSpPr>
            <a:spLocks noGrp="1"/>
          </p:cNvSpPr>
          <p:nvPr>
            <p:ph type="sldNum" idx="66"/>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„Threading im Browser“.</a:t>
            </a:r>
          </a:p>
          <a:p/>
          <a:p>
            <a:r>
              <a:t>JavaScript ist per Definition Single-Threaded: Es gibt einen zentralen „Event-Loop“-Thread mit einer Warteschlange (Queue) von Aufgaben, die der Interpreter der Reihe nach abarbeitet. Ein Beispiel dafür ist ein Ajax-Aufruf (HTTP-Anfrage): JavaScript wartet nicht blockierend auf die Antwort, sondern macht mit anderem Code weiter und die Antwort landet später als neue Aufgabe in der Queue.</a:t>
            </a:r>
          </a:p>
        </p:txBody>
      </p:sp>
      <p:sp>
        <p:nvSpPr>
          <p:cNvPr id="4" name="Slide Number Placeholder 3"/>
          <p:cNvSpPr>
            <a:spLocks noGrp="1"/>
          </p:cNvSpPr>
          <p:nvPr>
            <p:ph type="sldNum" idx="66"/>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„Callback API“.</a:t>
            </a:r>
          </a:p>
          <a:p/>
          <a:p>
            <a:r>
              <a:t>Eine asynchrone Funktion bekommt zusätzlich zu ihren normalen Parametern noch einen Callback (eine Funktion) übergeben, die aufgerufen wird, sobald das Ergebnis feststeht. Nachteil, den die Folie andeutet: Bei mehreren, verschachtelten asynchronen Schritten führt das zu tief verschachteltem, schwer lesbarem Code (bekannt als „Callback Hell“).</a:t>
            </a:r>
          </a:p>
        </p:txBody>
      </p:sp>
      <p:sp>
        <p:nvSpPr>
          <p:cNvPr id="4" name="Slide Number Placeholder 3"/>
          <p:cNvSpPr>
            <a:spLocks noGrp="1"/>
          </p:cNvSpPr>
          <p:nvPr>
            <p:ph type="sldNum" idx="66"/>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Codefolie „Promise Beispiel“.</a:t>
            </a:r>
          </a:p>
          <a:p/>
          <a:p>
            <a:r>
              <a:t>„doSomethingAsynchronous()“ liefert ein Promise zurück. Über „.then((result) =&gt; { ... })“ wird eine Funktion registriert, die erst ausgeführt wird, wenn das Ergebnis tatsächlich vorliegt – hier wird das Ergebnis dann zusätzlich noch gefiltert.</a:t>
            </a:r>
          </a:p>
        </p:txBody>
      </p:sp>
      <p:sp>
        <p:nvSpPr>
          <p:cNvPr id="4" name="Slide Number Placeholder 3"/>
          <p:cNvSpPr>
            <a:spLocks noGrp="1"/>
          </p:cNvSpPr>
          <p:nvPr>
            <p:ph type="sldNum" idx="66"/>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„Methoden für Zwischenverarbeitung“.</a:t>
            </a:r>
          </a:p>
          <a:p/>
          <a:p>
            <a:r>
              <a:t>Auf einem Observable-Stream lassen sich, ähnlich wie bei Array-Methoden, Operatoren anwenden: „map“ transformiert jeden Wert, „debounce“ verzögert/verringert die Häufigkeit von Ereignissen, „filter“ sortiert unerwünschte Werte aus. Wichtig: Jede solche Operation gibt wieder ein neues Observable zurück, sodass sich mehrere Operatoren aneinanderreihen (verketten) lassen.</a:t>
            </a:r>
          </a:p>
        </p:txBody>
      </p:sp>
      <p:sp>
        <p:nvSpPr>
          <p:cNvPr id="4" name="Slide Number Placeholder 3"/>
          <p:cNvSpPr>
            <a:spLocks noGrp="1"/>
          </p:cNvSpPr>
          <p:nvPr>
            <p:ph type="sldNum" idx="66"/>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„Observables sind lazy“.</a:t>
            </a:r>
          </a:p>
          <a:p/>
          <a:p>
            <a:r>
              <a:t>Ein Observable passiert von sich aus gar nichts, solange sich niemand dafür interessiert – es braucht einen „Abnehmer“. Das geschieht typischerweise über „subscribe(dataHandler, errorHandler?)“, was ein „Subscription“-Objekt zurückgibt, über das man den Strom später wieder beenden kann.</a:t>
            </a:r>
          </a:p>
        </p:txBody>
      </p:sp>
      <p:sp>
        <p:nvSpPr>
          <p:cNvPr id="4" name="Slide Number Placeholder 3"/>
          <p:cNvSpPr>
            <a:spLocks noGrp="1"/>
          </p:cNvSpPr>
          <p:nvPr>
            <p:ph type="sldNum" idx="66"/>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Kapitelübergangsfolie „Intermediate vs Terminal“ – kündigt die Unterscheidung zwischen Zwischen-Operatoren (die wieder ein Observable liefern, z. B. „map“, „filter“) und abschließenden Operationen (die den Stream tatsächlich „konsumieren“, z. B. „subscribe“) an.</a:t>
            </a:r>
          </a:p>
        </p:txBody>
      </p:sp>
      <p:sp>
        <p:nvSpPr>
          <p:cNvPr id="4" name="Slide Number Placeholder 3"/>
          <p:cNvSpPr>
            <a:spLocks noGrp="1"/>
          </p:cNvSpPr>
          <p:nvPr>
            <p:ph type="sldNum" idx="66"/>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„Unsubscribe nicht vergessen“.</a:t>
            </a:r>
          </a:p>
          <a:p/>
          <a:p>
            <a:r>
              <a:t>„subscribe()“ liefert eine „Subscription“ zurück, die eine „unsubscribe()“-Methode besitzt. Wird der Stream vollständig abgeschlossen („completed“), werden interne Handler automatisch aufgeräumt – ansonsten muss man selbst aktiv „unsubscribe()“ aufrufen, um Speicherlecks (z. B. wenn eine Komponente zerstört wird, der Stream aber weiterläuft) zu vermeiden.</a:t>
            </a:r>
          </a:p>
        </p:txBody>
      </p:sp>
      <p:sp>
        <p:nvSpPr>
          <p:cNvPr id="4" name="Slide Number Placeholder 3"/>
          <p:cNvSpPr>
            <a:spLocks noGrp="1"/>
          </p:cNvSpPr>
          <p:nvPr>
            <p:ph type="sldNum" idx="66"/>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„Reactive Extensions – RxJS“.</a:t>
            </a:r>
          </a:p>
          <a:p/>
          <a:p>
            <a:r>
              <a:t>RxJS ist die konkrete Implementierung des Observable-Konzepts, die Angular intern verwendet. Ursprünglich von Microsoft entwickelt, mittlerweile für viele Programmiersprachen verfügbar (siehe reactivex.io als sprachübergreifendes Konzept).</a:t>
            </a:r>
          </a:p>
        </p:txBody>
      </p:sp>
      <p:sp>
        <p:nvSpPr>
          <p:cNvPr id="4" name="Slide Number Placeholder 3"/>
          <p:cNvSpPr>
            <a:spLocks noGrp="1"/>
          </p:cNvSpPr>
          <p:nvPr>
            <p:ph type="sldNum" idx="66"/>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Codefolie „RxJS Interop: toSignal()“.</a:t>
            </a:r>
          </a:p>
          <a:p/>
          <a:p>
            <a:r>
              <a:t>„toSignal(this.customerService.getAll(), { initialValue: [] })“ wandelt ein bestehendes Observable direkt in ein Signal um; die Subscription wird dabei automatisch beendet, sobald die Komponente zerstört wird. Im Template braucht man dann keine „async“-Pipe mehr, sondern liest das Ergebnis wie ein normales Signal per Funktionsaufruf – die Brücke zwischen der klassischen RxJS-Welt und dem neuen Signal-basierten Ansatz.</a:t>
            </a:r>
          </a:p>
        </p:txBody>
      </p:sp>
      <p:sp>
        <p:nvSpPr>
          <p:cNvPr id="4" name="Slide Number Placeholder 3"/>
          <p:cNvSpPr>
            <a:spLocks noGrp="1"/>
          </p:cNvSpPr>
          <p:nvPr>
            <p:ph type="sldNum" idx="66"/>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Übung 19 (Async CustomerService): Der „CustomerService“ soll eine Observable-basierte API bekommen. Dafür wird intern ein „ReplaySubject“ als Feld angelegt, im Konstruktor wird per „next(...)“ einmalig der Datenbestand hineingegeben, und nach außen wird nur das Observable dieses Subjects zurückgegeben – ein klassisches Muster, um synchron vorliegende Mock-Daten wie eine asynchrone Quelle zu behandeln.</a:t>
            </a:r>
          </a:p>
        </p:txBody>
      </p:sp>
      <p:sp>
        <p:nvSpPr>
          <p:cNvPr id="4" name="Slide Number Placeholder 3"/>
          <p:cNvSpPr>
            <a:spLocks noGrp="1"/>
          </p:cNvSpPr>
          <p:nvPr>
            <p:ph type="sldNum" idx="66"/>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Kapitelübergangsfolie „Routing und Navigation“ – leitet das Thema ein, wie eine Angular-Anwendung mehrere „Seiten“ (Ansichten) über URLs anbieten kann, ohne dass der Browser dabei tatsächlich neu lädt.</a:t>
            </a:r>
          </a:p>
        </p:txBody>
      </p:sp>
      <p:sp>
        <p:nvSpPr>
          <p:cNvPr id="4" name="Slide Number Placeholder 3"/>
          <p:cNvSpPr>
            <a:spLocks noGrp="1"/>
          </p:cNvSpPr>
          <p:nvPr>
            <p:ph type="sldNum" idx="66"/>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„Arbeitsweise“ des Routers.</a:t>
            </a:r>
          </a:p>
          <a:p/>
          <a:p>
            <a:r>
              <a:t>Routen definieren die möglichen Pfade der Anwendung; jede Route verbindet einen Pfad mit einer Komponente, die dann angezeigt wird. Es können auch Weiterleitungen (Redirects) definiert werden, z. B. von der Startseite auf eine Standardansicht.</a:t>
            </a:r>
          </a:p>
        </p:txBody>
      </p:sp>
      <p:sp>
        <p:nvSpPr>
          <p:cNvPr id="4" name="Slide Number Placeholder 3"/>
          <p:cNvSpPr>
            <a:spLocks noGrp="1"/>
          </p:cNvSpPr>
          <p:nvPr>
            <p:ph type="sldNum" idx="66"/>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„Features von Routen“.</a:t>
            </a:r>
          </a:p>
          <a:p/>
          <a:p>
            <a:r>
              <a:t>Routing ermöglicht „Deep Linking“ (jede Ansicht hat eine eigene, direkt aufrufbare URL), nutzt die normale Browser-Historie (Vor-/Zurück-Buttons funktionieren), und Links werden über symbolische Namen/Pfade angesprochen statt über hart codierte, vollständige URLs. Es gibt außerdem verschiedene Navigationsstrategien (Pfad- oder Hash-basiert, siehe spätere Folie zur Location-Strategy).</a:t>
            </a:r>
          </a:p>
        </p:txBody>
      </p:sp>
      <p:sp>
        <p:nvSpPr>
          <p:cNvPr id="4" name="Slide Number Placeholder 3"/>
          <p:cNvSpPr>
            <a:spLocks noGrp="1"/>
          </p:cNvSpPr>
          <p:nvPr>
            <p:ph type="sldNum" idx="66"/>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Codefolie „Routendefinition“.</a:t>
            </a:r>
          </a:p>
          <a:p/>
          <a:p>
            <a:r>
              <a:t>Eine Route besteht mindestens aus einem relativen Pfad (ohne führenden Schrägstrich) und der Komponente, die für diesen Pfad angezeigt werden soll. Der Typ „Routes“ wird aus „@angular/router“ importiert und als exportierte Konstante (typischerweise in „app.routes.ts“) definiert.</a:t>
            </a:r>
          </a:p>
        </p:txBody>
      </p:sp>
      <p:sp>
        <p:nvSpPr>
          <p:cNvPr id="4" name="Slide Number Placeholder 3"/>
          <p:cNvSpPr>
            <a:spLocks noGrp="1"/>
          </p:cNvSpPr>
          <p:nvPr>
            <p:ph type="sldNum" idx="66"/>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„Ablauf“ beim Routing.</a:t>
            </a:r>
          </a:p>
          <a:p/>
          <a:p>
            <a:r>
              <a:t>Der Router überwacht die URL des Browsers auf Änderungen, sucht bei jeder Änderung die passende, konfigurierte Route heraus und zeigt dann die zugehörige Komponente an – vollständig ohne echten Seiten-Neuladevorgang.</a:t>
            </a:r>
          </a:p>
        </p:txBody>
      </p:sp>
      <p:sp>
        <p:nvSpPr>
          <p:cNvPr id="4" name="Slide Number Placeholder 3"/>
          <p:cNvSpPr>
            <a:spLocks noGrp="1"/>
          </p:cNvSpPr>
          <p:nvPr>
            <p:ph type="sldNum" idx="66"/>
          </p:nvPr>
        </p:nvSpPr>
        <p:spPr/>
      </p:sp>
    </p:spTree>
  </p:cSld>
  <p:clrMapOvr>
    <a:masterClrMapping/>
  </p:clrMapOvr>
</p:notes>
</file>

<file path=ppt/notesSlides/notesSlide2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Codefolie „Verlinken von Routen“.</a:t>
            </a:r>
          </a:p>
          <a:p/>
          <a:p>
            <a:r>
              <a:t>Die Direktive „routerLink“ erzeugt einen Link, der bei Klick zur angegebenen Route navigiert, ohne die Seite neu zu laden. Die eigentliche Zielkomponente wird dabei in ein spezielles „&lt;router-outlet&gt;“-Element gerendert, das als Platzhalter für die jeweils aktive Route dient.</a:t>
            </a:r>
          </a:p>
        </p:txBody>
      </p:sp>
      <p:sp>
        <p:nvSpPr>
          <p:cNvPr id="4" name="Slide Number Placeholder 3"/>
          <p:cNvSpPr>
            <a:spLocks noGrp="1"/>
          </p:cNvSpPr>
          <p:nvPr>
            <p:ph type="sldNum" idx="66"/>
          </p:nvPr>
        </p:nvSpPr>
        <p:spPr/>
      </p:sp>
    </p:spTree>
  </p:cSld>
  <p:clrMapOvr>
    <a:masterClrMapping/>
  </p:clrMapOvr>
</p:notes>
</file>

<file path=ppt/notesSlides/notesSlide2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„Default / Fallback Route“.</a:t>
            </a:r>
          </a:p>
          <a:p/>
          <a:p>
            <a:r>
              <a:t>Wird keine passende, konfigurierte Route für die aktuelle URL gefunden (z. B. Einstieg über eine ungültige URL), kann eine Fallback-Route konfiguriert werden: Ein Pfad mit „**“ fängt alle nicht anderweitig behandelten URLs ab, häufig kombiniert mit „redirectTo“, um z. B. auf die Startseite umzuleiten.</a:t>
            </a:r>
          </a:p>
        </p:txBody>
      </p:sp>
      <p:sp>
        <p:nvSpPr>
          <p:cNvPr id="4" name="Slide Number Placeholder 3"/>
          <p:cNvSpPr>
            <a:spLocks noGrp="1"/>
          </p:cNvSpPr>
          <p:nvPr>
            <p:ph type="sldNum" idx="66"/>
          </p:nvPr>
        </p:nvSpPr>
        <p:spPr/>
      </p:sp>
    </p:spTree>
  </p:cSld>
  <p:clrMapOvr>
    <a:masterClrMapping/>
  </p:clrMapOvr>
</p:notes>
</file>

<file path=ppt/notesSlides/notesSlide2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„Routenkonfiguration“.</a:t>
            </a:r>
          </a:p>
          <a:p/>
          <a:p>
            <a:r>
              <a:t>„provideRouter(routes, ...features)“ erzeugt die notwendigen Provider für den Router-Service und wird einmalig beim Start der Anwendung in „bootstrapApplication“ (main.ts) aufgerufen. Zusätzliche „features“ (z. B. „withComponentInputBinding()“, siehe spätere Folie) erweitern das Standardverhalten des Routers.</a:t>
            </a:r>
          </a:p>
        </p:txBody>
      </p:sp>
      <p:sp>
        <p:nvSpPr>
          <p:cNvPr id="4" name="Slide Number Placeholder 3"/>
          <p:cNvSpPr>
            <a:spLocks noGrp="1"/>
          </p:cNvSpPr>
          <p:nvPr>
            <p:ph type="sldNum" idx="66"/>
          </p:nvPr>
        </p:nvSpPr>
        <p:spPr/>
      </p:sp>
    </p:spTree>
  </p:cSld>
  <p:clrMapOvr>
    <a:masterClrMapping/>
  </p:clrMapOvr>
</p:notes>
</file>

<file path=ppt/notesSlides/notesSlide2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Codefolie „Beispiel: Routen-Definition“ (app.routes.ts).</a:t>
            </a:r>
          </a:p>
          <a:p/>
          <a:p>
            <a:r>
              <a:t>Die exportierte Konstante „routes“ vom Typ „Routes“ enthält u. a. eine einfache Route mit fest zugewiesener Komponente und eine „lazy“-Route, die ihre Komponente erst bei Bedarf per „loadComponent: () =&gt; import(...)“ dynamisch nachlädt – ein wichtiger Mechanismus, um die initiale Ladezeit der Anwendung klein zu halten.</a:t>
            </a:r>
          </a:p>
        </p:txBody>
      </p:sp>
      <p:sp>
        <p:nvSpPr>
          <p:cNvPr id="4" name="Slide Number Placeholder 3"/>
          <p:cNvSpPr>
            <a:spLocks noGrp="1"/>
          </p:cNvSpPr>
          <p:nvPr>
            <p:ph type="sldNum" idx="66"/>
          </p:nvPr>
        </p:nvSpPr>
        <p:spPr/>
      </p:sp>
    </p:spTree>
  </p:cSld>
  <p:clrMapOvr>
    <a:masterClrMapping/>
  </p:clrMapOvr>
</p:notes>
</file>

<file path=ppt/notesSlides/notesSlide2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Kapitelübergangsfolie „Pfadparameter für dynamische Information“ – leitet ein, wie man in einer Route nicht nur feste, sondern auch variable Bestandteile (z. B. eine ID) im Pfad abbilden kann.</a:t>
            </a:r>
          </a:p>
        </p:txBody>
      </p:sp>
      <p:sp>
        <p:nvSpPr>
          <p:cNvPr id="4" name="Slide Number Placeholder 3"/>
          <p:cNvSpPr>
            <a:spLocks noGrp="1"/>
          </p:cNvSpPr>
          <p:nvPr>
            <p:ph type="sldNum" idx="66"/>
          </p:nvPr>
        </p:nvSpPr>
        <p:spPr/>
      </p:sp>
    </p:spTree>
  </p:cSld>
  <p:clrMapOvr>
    <a:masterClrMapping/>
  </p:clrMapOvr>
</p:notes>
</file>

<file path=ppt/notesSlides/notesSlide2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Codefolie „Beispiel Pfadparameter“.</a:t>
            </a:r>
          </a:p>
          <a:p/>
          <a:p>
            <a:r>
              <a:t>Die Route „artist/:id“ enthält einen Doppelpunkt-Parameter „:id“ – dieser Teil der URL ist variabel und wird beim tatsächlichen Aufruf (z. B. „artist/42“) durch einen konkreten Wert ersetzt, der dann in der zugehörigen Komponente ausgelesen werden kann.</a:t>
            </a:r>
          </a:p>
        </p:txBody>
      </p:sp>
      <p:sp>
        <p:nvSpPr>
          <p:cNvPr id="4" name="Slide Number Placeholder 3"/>
          <p:cNvSpPr>
            <a:spLocks noGrp="1"/>
          </p:cNvSpPr>
          <p:nvPr>
            <p:ph type="sldNum" idx="66"/>
          </p:nvPr>
        </p:nvSpPr>
        <p:spPr/>
      </p:sp>
    </p:spTree>
  </p:cSld>
  <p:clrMapOvr>
    <a:masterClrMapping/>
  </p:clrMapOvr>
</p:notes>
</file>

<file path=ppt/notesSlides/notesSlide2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„Details zu den Routen“.</a:t>
            </a:r>
          </a:p>
          <a:p/>
          <a:p>
            <a:r>
              <a:t>Modern werden Routen-Parameter, Query-Parameter und statische Route-Daten nicht mehr manuell über den „ActivatedRoute“-Service ausgelesen, sondern direkt als Input der Zielkomponente bereitgestellt – aktiviert über die Router-Feature-Option „withComponentInputBinding()“.</a:t>
            </a:r>
          </a:p>
        </p:txBody>
      </p:sp>
      <p:sp>
        <p:nvSpPr>
          <p:cNvPr id="4" name="Slide Number Placeholder 3"/>
          <p:cNvSpPr>
            <a:spLocks noGrp="1"/>
          </p:cNvSpPr>
          <p:nvPr>
            <p:ph type="sldNum" idx="66"/>
          </p:nvPr>
        </p:nvSpPr>
        <p:spPr/>
      </p:sp>
    </p:spTree>
  </p:cSld>
  <p:clrMapOvr>
    <a:masterClrMapping/>
  </p:clrMapOvr>
</p:notes>
</file>

<file path=ppt/notesSlides/notesSlide2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Codefolie „Beispiel: Component Input Binding“.</a:t>
            </a:r>
          </a:p>
          <a:p/>
          <a:p>
            <a:r>
              <a:t>„provideRouter(routes, withComponentInputBinding())“ wird in „main.ts“ aktiviert. Damit reicht in der Route „{ path: 'artist/:id', component: ArtistDetailsComponent }“ der Parameter „:id“ automatisch als Input an die Komponente weiter, ohne zusätzlichen Code in der Route-Definition.</a:t>
            </a:r>
          </a:p>
        </p:txBody>
      </p:sp>
      <p:sp>
        <p:nvSpPr>
          <p:cNvPr id="4" name="Slide Number Placeholder 3"/>
          <p:cNvSpPr>
            <a:spLocks noGrp="1"/>
          </p:cNvSpPr>
          <p:nvPr>
            <p:ph type="sldNum" idx="66"/>
          </p:nvPr>
        </p:nvSpPr>
        <p:spPr/>
      </p:sp>
    </p:spTree>
  </p:cSld>
  <p:clrMapOvr>
    <a:masterClrMapping/>
  </p:clrMapOvr>
</p:notes>
</file>

<file path=ppt/notesSlides/notesSlide2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Codefolie „Navigation im HTML“.</a:t>
            </a:r>
          </a:p>
          <a:p/>
          <a:p>
            <a:r>
              <a:t>Zeigt verschiedene Schreibweisen der „routerLink“-Direktive: ein einfacher, absoluter Pfad „['/artist']“, ein zusammengesetzter Pfad mit dynamischem Parameter „['/artist', artist.id]“, und ein relativer Pfad „[artist.id]“ (bezogen auf die aktuelle Route) – je nach gewünschtem Navigationsziel.</a:t>
            </a:r>
          </a:p>
        </p:txBody>
      </p:sp>
      <p:sp>
        <p:nvSpPr>
          <p:cNvPr id="4" name="Slide Number Placeholder 3"/>
          <p:cNvSpPr>
            <a:spLocks noGrp="1"/>
          </p:cNvSpPr>
          <p:nvPr>
            <p:ph type="sldNum" idx="66"/>
          </p:nvPr>
        </p:nvSpPr>
        <p:spPr/>
      </p:sp>
    </p:spTree>
  </p:cSld>
  <p:clrMapOvr>
    <a:masterClrMapping/>
  </p:clrMapOvr>
</p:notes>
</file>

<file path=ppt/notesSlides/notesSlide2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Codefolie „Navigation im Code – Component Klasse“.</a:t>
            </a:r>
          </a:p>
          <a:p/>
          <a:p>
            <a:r>
              <a:t>Statt eines Links im Template kann eine Navigation auch direkt aus TypeScript-Code ausgelöst werden: Der „Router“ wird per „inject(Router)“ geholt, und eine Methode wie „save()“ ruft nach dem Speichern „this.router.navigate(['artist'])“ auf, um programmatisch zur Listenansicht zurückzuspringen.</a:t>
            </a:r>
          </a:p>
        </p:txBody>
      </p:sp>
      <p:sp>
        <p:nvSpPr>
          <p:cNvPr id="4" name="Slide Number Placeholder 3"/>
          <p:cNvSpPr>
            <a:spLocks noGrp="1"/>
          </p:cNvSpPr>
          <p:nvPr>
            <p:ph type="sldNum" idx="66"/>
          </p:nvPr>
        </p:nvSpPr>
        <p:spPr/>
      </p:sp>
    </p:spTree>
  </p:cSld>
  <p:clrMapOvr>
    <a:masterClrMapping/>
  </p:clrMapOvr>
</p:notes>
</file>

<file path=ppt/notesSlides/notesSlide2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„Rückblick auf Standard-HTML“.</a:t>
            </a:r>
          </a:p>
          <a:p/>
          <a:p>
            <a:r>
              <a:t>Erinnerung an reines HTML-Formularverhalten: ein „&lt;form&gt;“ mit Feldern wie „input“ oder „select“, „fieldset“ zur visuellen Gruppierung, eine gewisse Basis-Validierung direkt über HTML5-Attribute, und das klassische Absenden der Daten entweder per vollständigem Seiten-Reload oder per AJAX. Dient als Kontrast zu den erweiterten Möglichkeiten von Angular-Formularen.</a:t>
            </a:r>
          </a:p>
        </p:txBody>
      </p:sp>
      <p:sp>
        <p:nvSpPr>
          <p:cNvPr id="4" name="Slide Number Placeholder 3"/>
          <p:cNvSpPr>
            <a:spLocks noGrp="1"/>
          </p:cNvSpPr>
          <p:nvPr>
            <p:ph type="sldNum" idx="66"/>
          </p:nvPr>
        </p:nvSpPr>
        <p:spPr/>
      </p:sp>
    </p:spTree>
  </p:cSld>
  <p:clrMapOvr>
    <a:masterClrMapping/>
  </p:clrMapOvr>
</p:notes>
</file>

<file path=ppt/notesSlides/notesSlide2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Kapitelübergangsfolie „Formulare in Angular“ – leitet über zum eigentlichen, Angular-spezifischen Formular-Konzept. Im Hauptpfad des Kurses behandeln wir „Template-Driven Forms“, bei denen das Formular im Template beschrieben wird. Die zweite Art, „Reactive Forms“, folgt als Wahlthema am Ende des Kurses.</a:t>
            </a:r>
          </a:p>
        </p:txBody>
      </p:sp>
      <p:sp>
        <p:nvSpPr>
          <p:cNvPr id="4" name="Slide Number Placeholder 3"/>
          <p:cNvSpPr>
            <a:spLocks noGrp="1"/>
          </p:cNvSpPr>
          <p:nvPr>
            <p:ph type="sldNum" idx="66"/>
          </p:nvPr>
        </p:nvSpPr>
        <p:spPr/>
      </p:sp>
    </p:spTree>
  </p:cSld>
  <p:clrMapOvr>
    <a:masterClrMapping/>
  </p:clrMapOvr>
</p:notes>
</file>

<file path=ppt/notesSlides/notesSlide2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„Formulare, Gruppen, Felder“.</a:t>
            </a:r>
          </a:p>
          <a:p/>
          <a:p>
            <a:r>
              <a:t>Ein Formular besteht aus einer Gruppe von Feldern plus einer Aktion zum Absenden. Der Zustand der Gruppe hängt vom Zustand der enthaltenen Felder ab. Zum Beispiel ist die gesamte Gruppe „invalid“, also ungültig, sobald mindestens ein enthaltenes Feld ungültig ist. Ein einzelnes Feld besteht im Kern aus einem Wert plus weiterem Zustand, zum Beispiel „dirty“ für verändert, „touched“ für schon angeklickt und „valid“ für gültig.</a:t>
            </a:r>
          </a:p>
          <a:p/>
          <a:p>
            <a:r>
              <a:t>In Angular gibt es zwei Arten, ein Formular zu beschreiben: „Template-Driven Forms“ und „Reactive Forms“. Im Hauptpfad des Kurses verwenden wir die einfachere Variante, bei der das Formular im Template steht. Die Reactive Forms folgen als Wahlthema.</a:t>
            </a:r>
          </a:p>
        </p:txBody>
      </p:sp>
      <p:sp>
        <p:nvSpPr>
          <p:cNvPr id="4" name="Slide Number Placeholder 3"/>
          <p:cNvSpPr>
            <a:spLocks noGrp="1"/>
          </p:cNvSpPr>
          <p:nvPr>
            <p:ph type="sldNum" idx="66"/>
          </p:nvPr>
        </p:nvSpPr>
        <p:spPr/>
      </p:sp>
    </p:spTree>
  </p:cSld>
  <p:clrMapOvr>
    <a:masterClrMapping/>
  </p:clrMapOvr>
</p:notes>
</file>

<file path=ppt/notesSlides/notesSlide2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„Formulare Bauen mit ReactiveFormsModule“.</a:t>
            </a:r>
          </a:p>
          <a:p/>
          <a:p>
            <a:r>
              <a:t>Zur Beschreibung eines Formulars nutzt man eigene Model-Klassen: „FormGroup“ und „FormControl“. Gruppen bilden dabei einen Baum, in dem einzelne „FormControl“-Felder die Blätter sind; das gesamte Formular selbst ist letztlich wieder nur eine „FormGroup“. Wichtig: Seit Angular 14 ist dieser Formular-Baum streng typisiert, sodass TypeScript den genauen Aufbau (welche Felder, welche Typen) bereits beim Schreiben des Codes prüfen kann.</a:t>
            </a:r>
          </a:p>
        </p:txBody>
      </p:sp>
      <p:sp>
        <p:nvSpPr>
          <p:cNvPr id="4" name="Slide Number Placeholder 3"/>
          <p:cNvSpPr>
            <a:spLocks noGrp="1"/>
          </p:cNvSpPr>
          <p:nvPr>
            <p:ph type="sldNum" idx="66"/>
          </p:nvPr>
        </p:nvSpPr>
        <p:spPr/>
      </p:sp>
    </p:spTree>
  </p:cSld>
  <p:clrMapOvr>
    <a:masterClrMapping/>
  </p:clrMapOvr>
</p:notes>
</file>

<file path=ppt/notesSlides/notesSlide2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Codefolie „HowTo“ (Reactive Forms).</a:t>
            </a:r>
          </a:p>
          <a:p/>
          <a:p>
            <a:r>
              <a:t>Zeigt den vollständigen Ablauf: Import von „FormGroup“, „FormControl“ und „ReactiveFormsModule“ aus „@angular/forms“, Einbindung von „ReactiveFormsModule“ im „imports“-Array der Standalone-Komponente, und im Template die Verbindung über „[formGroup]="form"“ am „&lt;form&gt;“-Tag sowie „[formControl]“ bzw. „formControlName“ an den einzelnen Eingabefeldern. Das „(ngSubmit)“-Event fängt das Absenden des Formulars ab.</a:t>
            </a:r>
          </a:p>
        </p:txBody>
      </p:sp>
      <p:sp>
        <p:nvSpPr>
          <p:cNvPr id="4" name="Slide Number Placeholder 3"/>
          <p:cNvSpPr>
            <a:spLocks noGrp="1"/>
          </p:cNvSpPr>
          <p:nvPr>
            <p:ph type="sldNum" idx="66"/>
          </p:nvPr>
        </p:nvSpPr>
        <p:spPr/>
      </p:sp>
    </p:spTree>
  </p:cSld>
  <p:clrMapOvr>
    <a:masterClrMapping/>
  </p:clrMapOvr>
</p:notes>
</file>

<file path=ppt/notesSlides/notesSlide2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„Wahlübung Z1: Reactive Form mit FormBuilder“.</a:t>
            </a:r>
          </a:p>
          <a:p/>
          <a:p>
            <a:r>
              <a:t>Erklärung für die Dolmetscherin:</a:t>
            </a:r>
          </a:p>
          <a:p>
            <a:r>
              <a:t>Dies ist die Aufgabenstellung für die Wahlübung Z1 im Ordner Z1_reactive_forms. Sie gehört zum Wahlthema „Reactive Forms“ und nicht zum Hauptpfad. Im Hauptpfad bearbeiten die Teilnehmer den Kunden in Übung 22 mit einem Template-Driven Form.</a:t>
            </a:r>
          </a:p>
          <a:p/>
          <a:p>
            <a:r>
              <a:t>In dieser Wahlübung wird die Anwendung für die Forms-Schnittstelle vorbereitet, indem „ReactiveFormsModule“ im „imports“-Array von „CustomerDetailsComponent“ eingebunden wird. Danach wird dort ein Formular mit „FormGroup“ und „FormControl“ oder mit dem „FormBuilder“ aufgebaut, mit dem die Kundendaten bearbeitet und gespeichert werden können.</a:t>
            </a:r>
          </a:p>
        </p:txBody>
      </p:sp>
      <p:sp>
        <p:nvSpPr>
          <p:cNvPr id="4" name="Slide Number Placeholder 3"/>
          <p:cNvSpPr>
            <a:spLocks noGrp="1"/>
          </p:cNvSpPr>
          <p:nvPr>
            <p:ph type="sldNum" idx="66"/>
          </p:nvPr>
        </p:nvSpPr>
        <p:spPr/>
      </p:sp>
    </p:spTree>
  </p:cSld>
  <p:clrMapOvr>
    <a:masterClrMapping/>
  </p:clrMapOvr>
</p:notes>
</file>

<file path=ppt/notesSlides/notesSlide2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Kapitelübergangsfolie „Validierung – Prüfen der Formulareingaben“ – leitet den Unterabschnitt zur Formularvalidierung ein.</a:t>
            </a:r>
          </a:p>
        </p:txBody>
      </p:sp>
      <p:sp>
        <p:nvSpPr>
          <p:cNvPr id="4" name="Slide Number Placeholder 3"/>
          <p:cNvSpPr>
            <a:spLocks noGrp="1"/>
          </p:cNvSpPr>
          <p:nvPr>
            <p:ph type="sldNum" idx="66"/>
          </p:nvPr>
        </p:nvSpPr>
        <p:spPr/>
      </p:sp>
    </p:spTree>
  </p:cSld>
  <p:clrMapOvr>
    <a:masterClrMapping/>
  </p:clrMapOvr>
</p:notes>
</file>

<file path=ppt/notesSlides/notesSlide2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„2-fache Validierung ist nicht redundant“.</a:t>
            </a:r>
          </a:p>
          <a:p/>
          <a:p>
            <a:r>
              <a:t>Eine zweifache Validierung, im Client und im Server, ist nicht überflüssig, sondern hat unterschiedliche Zwecke. Die Prüfung im Client verbessert die Bedienung, weil der Benutzer sofort eine Rückmeldung bekommt. Die Prüfung im Server ist aus Sicherheitsgründen zwingend nötig, denn dem Client kann man nie vollständig vertrauen.</a:t>
            </a:r>
          </a:p>
          <a:p/>
          <a:p>
            <a:r>
              <a:t>Bei den Prüfregeln, den „Validatoren“, unterscheidet man eingebaute und selbst geschriebene. Im Hauptpfad des Kurses verwenden wir HTML-Attribute am Eingabefeld. Bei den Reactive Forms im Wahlthema legt man die Prüfregeln dagegen in der Klasse an.</a:t>
            </a:r>
          </a:p>
        </p:txBody>
      </p:sp>
      <p:sp>
        <p:nvSpPr>
          <p:cNvPr id="4" name="Slide Number Placeholder 3"/>
          <p:cNvSpPr>
            <a:spLocks noGrp="1"/>
          </p:cNvSpPr>
          <p:nvPr>
            <p:ph type="sldNum" idx="66"/>
          </p:nvPr>
        </p:nvSpPr>
        <p:spPr/>
      </p:sp>
    </p:spTree>
  </p:cSld>
  <p:clrMapOvr>
    <a:masterClrMapping/>
  </p:clrMapOvr>
</p:notes>
</file>

<file path=ppt/notesSlides/notesSlide2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Codefolie „Verwendung“ von Validatoren.</a:t>
            </a:r>
          </a:p>
          <a:p/>
          <a:p>
            <a:r>
              <a:t>Beim Anlegen einer „FormGroup“ werden den einzelnen „FormControl“-Feldern direkt Validatoren mitgegeben, z. B. „Validators.required“ (Pflichtfeld), „Validators.maxLength(10)“ (maximale Zeichenlänge) oder „Validators.pattern('[0-9]{5}')“ (reguläre Ausdrücke, hier für eine fünfstellige Postleitzahl).</a:t>
            </a:r>
          </a:p>
        </p:txBody>
      </p:sp>
      <p:sp>
        <p:nvSpPr>
          <p:cNvPr id="4" name="Slide Number Placeholder 3"/>
          <p:cNvSpPr>
            <a:spLocks noGrp="1"/>
          </p:cNvSpPr>
          <p:nvPr>
            <p:ph type="sldNum" idx="66"/>
          </p:nvPr>
        </p:nvSpPr>
        <p:spPr/>
      </p:sp>
    </p:spTree>
  </p:cSld>
  <p:clrMapOvr>
    <a:masterClrMapping/>
  </p:clrMapOvr>
</p:notes>
</file>

<file path=ppt/notesSlides/notesSlide2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„Validierungsfehler“ – Zustandsmodell eines Feldes.</a:t>
            </a:r>
          </a:p>
          <a:p/>
          <a:p>
            <a:r>
              <a:t>Jedes Feld (und auch jede Gruppe/das ganze Formular) hat mehrere unabhängige Zustände: „untouched“/„touched“ (wurde das Feld schon einmal fokussiert), „pristine“/„dirty“ (wurde der Wert schon verändert), „valid“/„errors“ (ist der aktuelle Wert gültig) sowie natürlich der „value“ selbst. Angular setzt passend dazu automatisch CSS-Klassen wie „ng-valid“/„ng-invalid“ an den Elementen, worüber man visuelles Feedback stylen kann.</a:t>
            </a:r>
          </a:p>
        </p:txBody>
      </p:sp>
      <p:sp>
        <p:nvSpPr>
          <p:cNvPr id="4" name="Slide Number Placeholder 3"/>
          <p:cNvSpPr>
            <a:spLocks noGrp="1"/>
          </p:cNvSpPr>
          <p:nvPr>
            <p:ph type="sldNum" idx="66"/>
          </p:nvPr>
        </p:nvSpPr>
        <p:spPr/>
      </p:sp>
    </p:spTree>
  </p:cSld>
  <p:clrMapOvr>
    <a:masterClrMapping/>
  </p:clrMapOvr>
</p:notes>
</file>

<file path=ppt/notesSlides/notesSlide2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Codefolie „Zugriff auf Fehlerzustand“.</a:t>
            </a:r>
          </a:p>
          <a:p/>
          <a:p>
            <a:r>
              <a:t>Zeigt, wie man anhand der Feldzustände dynamisch CSS-Klassen setzt, z. B. „[class.has-error]="form.controls.email.dirty &amp;&amp; !form.controls.email.valid"“ – ein Fehler-Stil wird also nur angezeigt, wenn der Nutzer das Feld bereits verändert hat UND es aktuell ungültig ist (nicht sofort beim ersten Anzeigen des leeren Formulars).</a:t>
            </a:r>
          </a:p>
        </p:txBody>
      </p:sp>
      <p:sp>
        <p:nvSpPr>
          <p:cNvPr id="4" name="Slide Number Placeholder 3"/>
          <p:cNvSpPr>
            <a:spLocks noGrp="1"/>
          </p:cNvSpPr>
          <p:nvPr>
            <p:ph type="sldNum" idx="66"/>
          </p:nvPr>
        </p:nvSpPr>
        <p:spPr/>
      </p:sp>
    </p:spTree>
  </p:cSld>
  <p:clrMapOvr>
    <a:masterClrMapping/>
  </p:clrMapOvr>
</p:notes>
</file>

<file path=ppt/notesSlides/notesSlide2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Codefolie „ErrorsMap“.</a:t>
            </a:r>
          </a:p>
          <a:p/>
          <a:p>
            <a:r>
              <a:t>Über das „errors“-Objekt eines Feldes lässt sich gezielt prüfen, welcher konkrete Validierungsfehler vorliegt, z. B. „form.controls.password.errors?.required“ für eine fehlende Pflichteingabe. So können pro Feld mehrere, unterschiedliche Fehlermeldungen abhängig vom genauen Fehlertyp angezeigt werden.</a:t>
            </a:r>
          </a:p>
        </p:txBody>
      </p:sp>
      <p:sp>
        <p:nvSpPr>
          <p:cNvPr id="4" name="Slide Number Placeholder 3"/>
          <p:cNvSpPr>
            <a:spLocks noGrp="1"/>
          </p:cNvSpPr>
          <p:nvPr>
            <p:ph type="sldNum" idx="66"/>
          </p:nvPr>
        </p:nvSpPr>
        <p:spPr/>
      </p:sp>
    </p:spTree>
  </p:cSld>
  <p:clrMapOvr>
    <a:masterClrMapping/>
  </p:clrMapOvr>
</p:notes>
</file>

<file path=ppt/notesSlides/notesSlide2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„Wahlübung Z1: Validierung (Reactive Forms)“.</a:t>
            </a:r>
          </a:p>
          <a:p/>
          <a:p>
            <a:r>
              <a:t>Erklärung für die Dolmetscherin:</a:t>
            </a:r>
          </a:p>
          <a:p>
            <a:r>
              <a:t>Dies ist die Fortsetzung der Wahlübung Z1 im Ordner Z1_reactive_forms. In „CustomerDetailsComponent“ werden Vorname und Nachname als Pflichtfelder geprüft. Die Postleitzahl ist ein Text, der nur Ziffern enthalten darf. Für jedes ungültige Feld erscheint eine Fehlermeldung, und das Absenden eines ungültigen Formulars wird verhindert. Das geschieht hier mit den Prüfregeln der Forms-Schnittstelle in der Klasse.</a:t>
            </a:r>
          </a:p>
        </p:txBody>
      </p:sp>
      <p:sp>
        <p:nvSpPr>
          <p:cNvPr id="4" name="Slide Number Placeholder 3"/>
          <p:cNvSpPr>
            <a:spLocks noGrp="1"/>
          </p:cNvSpPr>
          <p:nvPr>
            <p:ph type="sldNum" idx="66"/>
          </p:nvPr>
        </p:nvSpPr>
        <p:spPr/>
      </p:sp>
    </p:spTree>
  </p:cSld>
  <p:clrMapOvr>
    <a:masterClrMapping/>
  </p:clrMapOvr>
</p:notes>
</file>

<file path=ppt/notesSlides/notesSlide2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Kapitelübergangsfolie „Kind Komponenten – Modulare, wiederverwendbare Komponenten“ – vertieft nach den Formularen erneut das Thema Komponenten-Architektur und -Kommunikation.</a:t>
            </a:r>
          </a:p>
        </p:txBody>
      </p:sp>
      <p:sp>
        <p:nvSpPr>
          <p:cNvPr id="4" name="Slide Number Placeholder 3"/>
          <p:cNvSpPr>
            <a:spLocks noGrp="1"/>
          </p:cNvSpPr>
          <p:nvPr>
            <p:ph type="sldNum" idx="66"/>
          </p:nvPr>
        </p:nvSpPr>
        <p:spPr/>
      </p:sp>
    </p:spTree>
  </p:cSld>
  <p:clrMapOvr>
    <a:masterClrMapping/>
  </p:clrMapOvr>
</p:notes>
</file>

<file path=ppt/notesSlides/notesSlide2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„Best Practice“ – Unterscheidung „Smart“ vs. „Dumb“ Components.</a:t>
            </a:r>
          </a:p>
          <a:p/>
          <a:p>
            <a:r>
              <a:t>„Smarte“ Komponenten wissen etwas über ihre Umgebung, z. B. haben sie Abhängigkeiten zu Services (Dependency Injection). „Dumme“ Komponenten haben dagegen ausschließlich Inputs und Outputs, ohne eigene Service-Abhängigkeiten – sie sind dadurch besonders leicht wiederverwendbar und testbar, da sie nichts über ihre Umgebung „wissen müssen“.</a:t>
            </a:r>
          </a:p>
        </p:txBody>
      </p:sp>
      <p:sp>
        <p:nvSpPr>
          <p:cNvPr id="4" name="Slide Number Placeholder 3"/>
          <p:cNvSpPr>
            <a:spLocks noGrp="1"/>
          </p:cNvSpPr>
          <p:nvPr>
            <p:ph type="sldNum" idx="66"/>
          </p:nvPr>
        </p:nvSpPr>
        <p:spPr/>
      </p:sp>
    </p:spTree>
  </p:cSld>
  <p:clrMapOvr>
    <a:masterClrMapping/>
  </p:clrMapOvr>
</p:notes>
</file>

<file path=ppt/notesSlides/notesSlide2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„Rückblick: Input Output“ – Zusammenfassung.</a:t>
            </a:r>
          </a:p>
          <a:p/>
          <a:p>
            <a:r>
              <a:t>Vom Vater zum Kind fließen Daten über Property Binding (Signal-Input „input()“), Reaktionen auf Änderungen erfolgen heute idiomatisch über „computed()“ oder „effect()“ statt über den älteren Lifecycle-Hook „ngOnChanges“. Vom Kind zum Vater fließen Informationen umgekehrt über Event Binding mit „output()“.</a:t>
            </a:r>
          </a:p>
        </p:txBody>
      </p:sp>
      <p:sp>
        <p:nvSpPr>
          <p:cNvPr id="4" name="Slide Number Placeholder 3"/>
          <p:cNvSpPr>
            <a:spLocks noGrp="1"/>
          </p:cNvSpPr>
          <p:nvPr>
            <p:ph type="sldNum" idx="66"/>
          </p:nvPr>
        </p:nvSpPr>
        <p:spPr/>
      </p:sp>
    </p:spTree>
  </p:cSld>
  <p:clrMapOvr>
    <a:masterClrMapping/>
  </p:clrMapOvr>
</p:notes>
</file>

<file path=ppt/notesSlides/notesSlide2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Codefolie „viewChild() – Signal Query“.</a:t>
            </a:r>
          </a:p>
          <a:p/>
          <a:p>
            <a:r>
              <a:t>Eine Eltern-Komponente kann sich direkt eine Referenz auf eine bestimmte Kind-Komponente holen: „listComponent = viewChild(ListComponent);“ liefert ein Signal vom Typ „Signal&lt;ListComponent | undefined&gt;“. Über dieses Signal kann die Eltern-Komponente z. B. direkt eine Methode der Kind-Komponente aufrufen (hier „refresh()“), was eine einfachere, direkte Interaktion ermöglicht als reines Input/Output.</a:t>
            </a:r>
          </a:p>
        </p:txBody>
      </p:sp>
      <p:sp>
        <p:nvSpPr>
          <p:cNvPr id="4" name="Slide Number Placeholder 3"/>
          <p:cNvSpPr>
            <a:spLocks noGrp="1"/>
          </p:cNvSpPr>
          <p:nvPr>
            <p:ph type="sldNum" idx="66"/>
          </p:nvPr>
        </p:nvSpPr>
        <p:spPr/>
      </p:sp>
    </p:spTree>
  </p:cSld>
  <p:clrMapOvr>
    <a:masterClrMapping/>
  </p:clrMapOvr>
</p:notes>
</file>

<file path=ppt/notesSlides/notesSlide2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„Kommunikation über ThirdParty“.</a:t>
            </a:r>
          </a:p>
          <a:p/>
          <a:p>
            <a:r>
              <a:t>Alternativ zu direkter Eltern-Kind-Kommunikation kann ein gemeinsamer Service als Kommunikationskanal dienen, der Observables bereitstellt – das erlaubt auch komplexere Kommunikationsstrukturen (z. B. 1:n zwischen mehreren Komponenten). Wird der Service dabei über die Eltern-Komponente als Provider bereitgestellt (statt global), spricht man von „Scoped Service“-Instanziierung: Jede Instanz der Eltern-Komponente bekommt ihre eigene Service-Instanz.</a:t>
            </a:r>
          </a:p>
        </p:txBody>
      </p:sp>
      <p:sp>
        <p:nvSpPr>
          <p:cNvPr id="4" name="Slide Number Placeholder 3"/>
          <p:cNvSpPr>
            <a:spLocks noGrp="1"/>
          </p:cNvSpPr>
          <p:nvPr>
            <p:ph type="sldNum" idx="66"/>
          </p:nvPr>
        </p:nvSpPr>
        <p:spPr/>
      </p:sp>
    </p:spTree>
  </p:cSld>
  <p:clrMapOvr>
    <a:masterClrMapping/>
  </p:clrMapOvr>
</p:notes>
</file>

<file path=ppt/notesSlides/notesSlide2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Codebeispiel „Kommunikations-Service“.</a:t>
            </a:r>
          </a:p>
          <a:p/>
          <a:p>
            <a:r>
              <a:t>Ein „@Injectable()“-Service „Communication“ enthält zwei „Subject“-Instanzen als Kommunikationskanäle in beide Richtungen (listToDetail, detailToList). Eine Komponente „ListComponent“ injiziert diesen Service und abonniert per „.pipe(takeUntilDestroyed()).subscribe(...)“ den passenden Kanal – „takeUntilDestroyed()“ meldet die Subscription automatisch ab, sobald die Komponente zerstört wird, ohne dass man das manuell verwalten muss.</a:t>
            </a:r>
          </a:p>
        </p:txBody>
      </p:sp>
      <p:sp>
        <p:nvSpPr>
          <p:cNvPr id="4" name="Slide Number Placeholder 3"/>
          <p:cNvSpPr>
            <a:spLocks noGrp="1"/>
          </p:cNvSpPr>
          <p:nvPr>
            <p:ph type="sldNum" idx="66"/>
          </p:nvPr>
        </p:nvSpPr>
        <p:spPr/>
      </p:sp>
    </p:spTree>
  </p:cSld>
  <p:clrMapOvr>
    <a:masterClrMapping/>
  </p:clrMapOvr>
</p:notes>
</file>

<file path=ppt/notesSlides/notesSlide2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Übung 23: „CustomerService“ bekommt eine Methode „update“. Beim Speichern des Formulars in „CustomerDetailsComponent“ wird diese Methode aufgerufen, um das ursprüngliche Customer-Objekt in der Datenliste durch die bearbeitete Version zu ersetzen.</a:t>
            </a:r>
          </a:p>
        </p:txBody>
      </p:sp>
      <p:sp>
        <p:nvSpPr>
          <p:cNvPr id="4" name="Slide Number Placeholder 3"/>
          <p:cNvSpPr>
            <a:spLocks noGrp="1"/>
          </p:cNvSpPr>
          <p:nvPr>
            <p:ph type="sldNum" idx="66"/>
          </p:nvPr>
        </p:nvSpPr>
        <p:spPr/>
      </p:sp>
    </p:spTree>
  </p:cSld>
  <p:clrMapOvr>
    <a:masterClrMapping/>
  </p:clrMapOvr>
</p:notes>
</file>

<file path=ppt/notesSlides/notesSlide2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Kapitelübergangsfolie „Remote-Kommunikation“ – leitet ein neues großes Kapitel zur Kommunikation mit einem entfernten Server (Backend) ein.</a:t>
            </a:r>
          </a:p>
        </p:txBody>
      </p:sp>
      <p:sp>
        <p:nvSpPr>
          <p:cNvPr id="4" name="Slide Number Placeholder 3"/>
          <p:cNvSpPr>
            <a:spLocks noGrp="1"/>
          </p:cNvSpPr>
          <p:nvPr>
            <p:ph type="sldNum" idx="66"/>
          </p:nvPr>
        </p:nvSpPr>
        <p:spPr/>
      </p:sp>
    </p:spTree>
  </p:cSld>
  <p:clrMapOvr>
    <a:masterClrMapping/>
  </p:clrMapOvr>
</p:notes>
</file>

<file path=ppt/notesSlides/notesSlide2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Kapitelübergangsfolie „Exkurs REST“ – kündigt eine kurze theoretische Einordnung von REST als Architekturstil an, bevor die konkrete technische Umsetzung mit HttpClient folgt.</a:t>
            </a:r>
          </a:p>
        </p:txBody>
      </p:sp>
      <p:sp>
        <p:nvSpPr>
          <p:cNvPr id="4" name="Slide Number Placeholder 3"/>
          <p:cNvSpPr>
            <a:spLocks noGrp="1"/>
          </p:cNvSpPr>
          <p:nvPr>
            <p:ph type="sldNum" idx="66"/>
          </p:nvPr>
        </p:nvSpPr>
        <p:spPr/>
      </p:sp>
    </p:spTree>
  </p:cSld>
  <p:clrMapOvr>
    <a:masterClrMapping/>
  </p:clrMapOvr>
</p:notes>
</file>

<file path=ppt/notesSlides/notesSlide2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Zwischenfolie ohne eigenen Text – vermutlich eine ergänzende Grafik zum REST/HTTP-Zusammenhang der vorherigen Folie.</a:t>
            </a:r>
          </a:p>
        </p:txBody>
      </p:sp>
      <p:sp>
        <p:nvSpPr>
          <p:cNvPr id="4" name="Slide Number Placeholder 3"/>
          <p:cNvSpPr>
            <a:spLocks noGrp="1"/>
          </p:cNvSpPr>
          <p:nvPr>
            <p:ph type="sldNum" idx="66"/>
          </p:nvPr>
        </p:nvSpPr>
        <p:spPr/>
      </p:sp>
    </p:spTree>
  </p:cSld>
  <p:clrMapOvr>
    <a:masterClrMapping/>
  </p:clrMapOvr>
</p:notes>
</file>

<file path=ppt/notesSlides/notesSlide2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Kapitelübergangsfolie „Der HTTP Client“ – leitet über zur konkreten technischen Umsetzung in Angular mit dem „HttpClient“-Service.</a:t>
            </a:r>
          </a:p>
        </p:txBody>
      </p:sp>
      <p:sp>
        <p:nvSpPr>
          <p:cNvPr id="4" name="Slide Number Placeholder 3"/>
          <p:cNvSpPr>
            <a:spLocks noGrp="1"/>
          </p:cNvSpPr>
          <p:nvPr>
            <p:ph type="sldNum" idx="66"/>
          </p:nvPr>
        </p:nvSpPr>
        <p:spPr/>
      </p:sp>
    </p:spTree>
  </p:cSld>
  <p:clrMapOvr>
    <a:masterClrMapping/>
  </p:clrMapOvr>
</p:notes>
</file>

<file path=ppt/notesSlides/notesSlide2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„Der Service HttpClient“.</a:t>
            </a:r>
          </a:p>
          <a:p/>
          <a:p>
            <a:r>
              <a:t>„HttpClient“ ist selbst ein ganz normaler Angular-Service und steht daher über Dependency Injection zur Verfügung, z. B. per „inject(HttpClient)“. Damit er überhaupt genutzt werden kann, muss „provideHttpClient()“ einmalig in „main.ts“ registriert werden, optional erweiterbar um Features wie „withFetch()“ (nutzt die native Fetch-API statt XHR) oder „withInterceptors([...])“ für funktionale HTTP-Interceptors.</a:t>
            </a:r>
          </a:p>
        </p:txBody>
      </p:sp>
      <p:sp>
        <p:nvSpPr>
          <p:cNvPr id="4" name="Slide Number Placeholder 3"/>
          <p:cNvSpPr>
            <a:spLocks noGrp="1"/>
          </p:cNvSpPr>
          <p:nvPr>
            <p:ph type="sldNum" idx="66"/>
          </p:nvPr>
        </p:nvSpPr>
        <p:spPr/>
      </p:sp>
    </p:spTree>
  </p:cSld>
  <p:clrMapOvr>
    <a:masterClrMapping/>
  </p:clrMapOvr>
</p:notes>
</file>

<file path=ppt/notesSlides/notesSlide2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Codefolie „JSON Daten extrahieren“.</a:t>
            </a:r>
          </a:p>
          <a:p/>
          <a:p>
            <a:r>
              <a:t>„this.http.get&lt;{ data: Release[] }&gt;('api/release')“ ruft einen Endpunkt auf und erwartet eine bestimmte JSON-Struktur zurück. Über „.pipe(map(response =&gt; response.data), catchError(...))“ wird zunächst nur das eigentliche Datenfeld herausgezogen und Fehler werden gesondert behandelt. Der Rückgabewert der Methode ist ein „Observable&lt;Release[]&gt;“, das die Komponente dann abonnieren (oder per „toSignal“ in ein Signal umwandeln) kann.</a:t>
            </a:r>
          </a:p>
        </p:txBody>
      </p:sp>
      <p:sp>
        <p:nvSpPr>
          <p:cNvPr id="4" name="Slide Number Placeholder 3"/>
          <p:cNvSpPr>
            <a:spLocks noGrp="1"/>
          </p:cNvSpPr>
          <p:nvPr>
            <p:ph type="sldNum" idx="66"/>
          </p:nvPr>
        </p:nvSpPr>
        <p:spPr/>
      </p:sp>
    </p:spTree>
  </p:cSld>
  <p:clrMapOvr>
    <a:masterClrMapping/>
  </p:clrMapOvr>
</p:notes>
</file>

<file path=ppt/notesSlides/notesSlide2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Codefolie „Exception Handler“.</a:t>
            </a:r>
          </a:p>
          <a:p/>
          <a:p>
            <a:r>
              <a:t>Eine zentrale Methode „handleError(error: HttpErrorResponse)“ erzeugt aus dem HTTP-Fehlerobjekt eine sprechende Fehlermeldung: Ist eine „message“ vorhanden, wird diese genutzt, andernfalls wird aus Statuscode und Statustext (z. B. „404 - Not Found“) eine eigene Meldung zusammengesetzt. Eine solche zentrale Fehlerbehandlung wird typischerweise in mehreren HTTP-Aufrufen per „catchError“ wiederverwendet.</a:t>
            </a:r>
          </a:p>
        </p:txBody>
      </p:sp>
      <p:sp>
        <p:nvSpPr>
          <p:cNvPr id="4" name="Slide Number Placeholder 3"/>
          <p:cNvSpPr>
            <a:spLocks noGrp="1"/>
          </p:cNvSpPr>
          <p:nvPr>
            <p:ph type="sldNum" idx="66"/>
          </p:nvPr>
        </p:nvSpPr>
        <p:spPr/>
      </p:sp>
    </p:spTree>
  </p:cSld>
  <p:clrMapOvr>
    <a:masterClrMapping/>
  </p:clrMapOvr>
</p:notes>
</file>

<file path=ppt/notesSlides/notesSlide2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Codefolie „Header“.</a:t>
            </a:r>
          </a:p>
          <a:p/>
          <a:p>
            <a:r>
              <a:t>Eigene HTTP-Header lassen sich über „new HttpHeaders({...})“ erzeugen und beim Aufruf mitgeben, z. B. um explizit „Content-Type: application/json“ zu setzen. Im Beispiel wird ein „post“-Aufruf mit diesen Headern abgeschickt und die Antwort wieder per „map“/„catchError“ weiterverarbeitet.</a:t>
            </a:r>
          </a:p>
        </p:txBody>
      </p:sp>
      <p:sp>
        <p:nvSpPr>
          <p:cNvPr id="4" name="Slide Number Placeholder 3"/>
          <p:cNvSpPr>
            <a:spLocks noGrp="1"/>
          </p:cNvSpPr>
          <p:nvPr>
            <p:ph type="sldNum" idx="66"/>
          </p:nvPr>
        </p:nvSpPr>
        <p:spPr/>
      </p:sp>
    </p:spTree>
  </p:cSld>
  <p:clrMapOvr>
    <a:masterClrMapping/>
  </p:clrMapOvr>
</p:notes>
</file>

<file path=ppt/notesSlides/notesSlide2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Übung 24, Teil 1 (Starten des Servers): Eine mitgelieferte „server-js.zip“ wird entpackt, im Server-Verzeichnis wird per „npm install“ installiert und der Server per „node server.js“ gestartet. Das Backend läuft danach lokal unter „localhost:3000“; eine „dev.proxy.json“-Datei sorgt dafür, dass der Angular-Dev-Server Anfragen passend an dieses Backend weiterleitet, ohne CORS-Probleme.</a:t>
            </a:r>
          </a:p>
        </p:txBody>
      </p:sp>
      <p:sp>
        <p:nvSpPr>
          <p:cNvPr id="4" name="Slide Number Placeholder 3"/>
          <p:cNvSpPr>
            <a:spLocks noGrp="1"/>
          </p:cNvSpPr>
          <p:nvPr>
            <p:ph type="sldNum" idx="66"/>
          </p:nvPr>
        </p:nvSpPr>
        <p:spPr/>
      </p:sp>
    </p:spTree>
  </p:cSld>
  <p:clrMapOvr>
    <a:masterClrMapping/>
  </p:clrMapOvr>
</p:notes>
</file>

<file path=ppt/notesSlides/notesSlide2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Übung 24, Teil 2 (Endpunkte): Übersicht der verfügbaren REST-Endpunkte des Beispiel-Backends: „GET api/customer“ (alle Kunden), „GET api/customer/:id“ (ein Kunde), „POST api/customer“ (neuen Kunden anlegen), sowie „PUT/PATCH/DELETE api/customer/:id“ für vollständiges Update, Teil-Update bzw. Löschen.</a:t>
            </a:r>
          </a:p>
        </p:txBody>
      </p:sp>
      <p:sp>
        <p:nvSpPr>
          <p:cNvPr id="4" name="Slide Number Placeholder 3"/>
          <p:cNvSpPr>
            <a:spLocks noGrp="1"/>
          </p:cNvSpPr>
          <p:nvPr>
            <p:ph type="sldNum" idx="66"/>
          </p:nvPr>
        </p:nvSpPr>
        <p:spPr/>
      </p:sp>
    </p:spTree>
  </p:cSld>
  <p:clrMapOvr>
    <a:masterClrMapping/>
  </p:clrMapOvr>
</p:notes>
</file>

<file path=ppt/notesSlides/notesSlide2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Übung 24, Teil 3 (http): „CustomerService“ soll jetzt tatsächlich „inject(HttpClient)“ verwenden und die bisherigen Mock-Daten durch echte Backend-Aufrufe ersetzen. Dafür wird „provideHttpClient()“ in „main.ts“ registriert und der Dev-Server mit dem Proxy gestartet, damit die Liste initial wirklich vom Backend geladen wird.</a:t>
            </a:r>
          </a:p>
        </p:txBody>
      </p:sp>
      <p:sp>
        <p:nvSpPr>
          <p:cNvPr id="4" name="Slide Number Placeholder 3"/>
          <p:cNvSpPr>
            <a:spLocks noGrp="1"/>
          </p:cNvSpPr>
          <p:nvPr>
            <p:ph type="sldNum" idx="66"/>
          </p:nvPr>
        </p:nvSpPr>
        <p:spPr/>
      </p:sp>
    </p:spTree>
  </p:cSld>
  <p:clrMapOvr>
    <a:masterClrMapping/>
  </p:clrMapOvr>
</p:notes>
</file>

<file path=ppt/notesSlides/notesSlide2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Codefolie „Ausblick: Resource API“.</a:t>
            </a:r>
          </a:p>
          <a:p/>
          <a:p>
            <a:r>
              <a:t>Zeigt eine mögliche Zukunftsrichtung: „CustomerDetailsComponent“ erhält die ID als Signal-Input und lädt darauf basierend automatisch neu, sobald sich die ID ändert – ganz ohne manuelles Abonnieren, über eine sogenannte Resource (z. B. „httpResource“/„rxResource“, teilweise noch experimentell in aktuellen Angular-Versionen).</a:t>
            </a:r>
          </a:p>
        </p:txBody>
      </p:sp>
      <p:sp>
        <p:nvSpPr>
          <p:cNvPr id="4" name="Slide Number Placeholder 3"/>
          <p:cNvSpPr>
            <a:spLocks noGrp="1"/>
          </p:cNvSpPr>
          <p:nvPr>
            <p:ph type="sldNum" idx="66"/>
          </p:nvPr>
        </p:nvSpPr>
        <p:spPr/>
      </p:sp>
    </p:spTree>
  </p:cSld>
  <p:clrMapOvr>
    <a:masterClrMapping/>
  </p:clrMapOvr>
</p:notes>
</file>

<file path=ppt/notesSlides/notesSlide2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„Eigene Direktiven“.</a:t>
            </a:r>
          </a:p>
          <a:p/>
          <a:p>
            <a:r>
              <a:t>Eigene Direktiven lassen sich einfach per „ng generate directive &lt;directive-name&gt;“ erzeugen. Eine Direktive ist ebenfalls eine annotierte TypeScript-Klasse; der „selector“ definiert dabei aber kein neues HTML-Element wie bei Komponenten, sondern ein neues HTML-Attribut, das man auf bestehende Elemente setzen kann, um deren DOM-Verhalten oder -Erscheinung zu verändern.</a:t>
            </a:r>
          </a:p>
        </p:txBody>
      </p:sp>
      <p:sp>
        <p:nvSpPr>
          <p:cNvPr id="4" name="Slide Number Placeholder 3"/>
          <p:cNvSpPr>
            <a:spLocks noGrp="1"/>
          </p:cNvSpPr>
          <p:nvPr>
            <p:ph type="sldNum" idx="66"/>
          </p:nvPr>
        </p:nvSpPr>
        <p:spPr/>
      </p:sp>
    </p:spTree>
  </p:cSld>
  <p:clrMapOvr>
    <a:masterClrMapping/>
  </p:clrMapOvr>
</p:notes>
</file>

<file path=ppt/notesSlides/notesSlide2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Codefolie „Eigene Directive: Beispiel“.</a:t>
            </a:r>
          </a:p>
          <a:p/>
          <a:p>
            <a:r>
              <a:t>Zeigt eine einfache Attribut-Direktive „[appHighlight]“, die per „ElementRef“ und „inject()“ Zugriff auf das zugehörige DOM-Element bekommt (z. B. um dessen Hintergrundfarbe zu ändern) – ein vollständiges Beispiel dazu findet sich in der offiziellen Angular-Dokumentation unter angular.dev/guide/directives/attribute-directives.</a:t>
            </a:r>
          </a:p>
        </p:txBody>
      </p:sp>
      <p:sp>
        <p:nvSpPr>
          <p:cNvPr id="4" name="Slide Number Placeholder 3"/>
          <p:cNvSpPr>
            <a:spLocks noGrp="1"/>
          </p:cNvSpPr>
          <p:nvPr>
            <p:ph type="sldNum" idx="66"/>
          </p:nvPr>
        </p:nvSpPr>
        <p:spPr/>
      </p:sp>
    </p:spTree>
  </p:cSld>
  <p:clrMapOvr>
    <a:masterClrMapping/>
  </p:clrMapOvr>
</p:notes>
</file>

<file path=ppt/notesSlides/notesSlide2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Kapitelübergangsfolie „Legacy: Angular Module (NgModule)“ – markiert deutlich den Beginn des Legacy-Kapitels. Wichtiger Hinweis an die Gruppe: Alles Folgende ist NICHT mehr der heutige Standard, sondern zeigt, wie Angular-Projekte vor der Standalone-Umstellung (bis Angular 14) organisiert waren. Relevant vor allem für alle, die in bestehenden, älteren Projekten arbeiten müssen (siehe auch Projektordner 30_modules_legacy).</a:t>
            </a:r>
          </a:p>
        </p:txBody>
      </p:sp>
      <p:sp>
        <p:nvSpPr>
          <p:cNvPr id="4" name="Slide Number Placeholder 3"/>
          <p:cNvSpPr>
            <a:spLocks noGrp="1"/>
          </p:cNvSpPr>
          <p:nvPr>
            <p:ph type="sldNum" idx="66"/>
          </p:nvPr>
        </p:nvSpPr>
        <p:spPr/>
      </p:sp>
    </p:spTree>
  </p:cSld>
  <p:clrMapOvr>
    <a:masterClrMapping/>
  </p:clrMapOvr>
</p:notes>
</file>

<file path=ppt/notesSlides/notesSlide2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„Was ist ein Modul“.</a:t>
            </a:r>
          </a:p>
          <a:p/>
          <a:p>
            <a:r>
              <a:t>Das klassische NgModule-Konzept: Angular-spezifischer Code musste in Modulen organisiert werden, nach ähnlichen Grundgedanken wie normale ES6-Module (Kapselung, Wiederverwendbarkeit). Module ermöglichten das gezielte Einbinden externer Bibliotheken und eine genaue Steuerung, was innerhalb der Anwendung überall sichtbar bzw. verwendbar war.</a:t>
            </a:r>
          </a:p>
        </p:txBody>
      </p:sp>
      <p:sp>
        <p:nvSpPr>
          <p:cNvPr id="4" name="Slide Number Placeholder 3"/>
          <p:cNvSpPr>
            <a:spLocks noGrp="1"/>
          </p:cNvSpPr>
          <p:nvPr>
            <p:ph type="sldNum" idx="66"/>
          </p:nvPr>
        </p:nvSpPr>
        <p:spPr/>
      </p:sp>
    </p:spTree>
  </p:cSld>
  <p:clrMapOvr>
    <a:masterClrMapping/>
  </p:clrMapOvr>
</p:notes>
</file>

<file path=ppt/notesSlides/notesSlide2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„Übersicht der Dateien eines Moduls“.</a:t>
            </a:r>
          </a:p>
          <a:p/>
          <a:p>
            <a:r>
              <a:t>Im Gegensatz zur heutigen Standalone-Struktur gab es zusätzlich eine Datei „src/app/app.module.ts“, die das Hauptmodul der Anwendung definierte. Komponenten selbst (TypeScript-Klasse und Template) blieben strukturell ähnlich wie heute, mussten aber zusätzlich in genau einem Modul deklariert werden.</a:t>
            </a:r>
          </a:p>
        </p:txBody>
      </p:sp>
      <p:sp>
        <p:nvSpPr>
          <p:cNvPr id="4" name="Slide Number Placeholder 3"/>
          <p:cNvSpPr>
            <a:spLocks noGrp="1"/>
          </p:cNvSpPr>
          <p:nvPr>
            <p:ph type="sldNum" idx="66"/>
          </p:nvPr>
        </p:nvSpPr>
        <p:spPr/>
      </p:sp>
    </p:spTree>
  </p:cSld>
  <p:clrMapOvr>
    <a:masterClrMapping/>
  </p:clrMapOvr>
</p:notes>
</file>

<file path=ppt/notesSlides/notesSlide2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Bildfolie „Referenz auf Module in Index-Seite“ – zeigt vermutlich, dass sich an der eigentlichen „index.html“ kaum etwas ändert; der Unterschied liegt im Start-/Bootstrapping-Mechanismus, der über das Modul läuft statt direkt über „bootstrapApplication“.</a:t>
            </a:r>
          </a:p>
        </p:txBody>
      </p:sp>
      <p:sp>
        <p:nvSpPr>
          <p:cNvPr id="4" name="Slide Number Placeholder 3"/>
          <p:cNvSpPr>
            <a:spLocks noGrp="1"/>
          </p:cNvSpPr>
          <p:nvPr>
            <p:ph type="sldNum" idx="66"/>
          </p:nvPr>
        </p:nvSpPr>
        <p:spPr/>
      </p:sp>
    </p:spTree>
  </p:cSld>
  <p:clrMapOvr>
    <a:masterClrMapping/>
  </p:clrMapOvr>
</p:notes>
</file>

<file path=ppt/notesSlides/notesSlide2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„Component-Annotation“ (Legacy-Wiederholung, identisch zum modernen Standalone-Kapitel).</a:t>
            </a:r>
          </a:p>
          <a:p/>
          <a:p>
            <a:r>
              <a:t>Auch im Modul-basierten Ansatz ist eine Komponente eine TypeScript-Klasse mit @Component-Annotation – dieser Grundbaustein hat sich durch die Standalone-Migration nicht verändert, nur die Art, wie die Komponente „bekannt gemacht“ wird (Modul-Deklaration statt „imports: []“).</a:t>
            </a:r>
          </a:p>
        </p:txBody>
      </p:sp>
      <p:sp>
        <p:nvSpPr>
          <p:cNvPr id="4" name="Slide Number Placeholder 3"/>
          <p:cNvSpPr>
            <a:spLocks noGrp="1"/>
          </p:cNvSpPr>
          <p:nvPr>
            <p:ph type="sldNum" idx="66"/>
          </p:nvPr>
        </p:nvSpPr>
        <p:spPr/>
      </p:sp>
    </p:spTree>
  </p:cSld>
  <p:clrMapOvr>
    <a:masterClrMapping/>
  </p:clrMapOvr>
</p:notes>
</file>

<file path=ppt/notesSlides/notesSlide2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„Aufgabe der Component“ (Legacy-Wiederholung) – wiederholt die grundlegende Rolle einer Komponente: Ihre Eigenschaften sind die Schnittstelle zum Template, Funktionen dienen als Event-Handler. Auch das bleibt zwischen Modul- und Standalone-Ansatz identisch.</a:t>
            </a:r>
          </a:p>
        </p:txBody>
      </p:sp>
      <p:sp>
        <p:nvSpPr>
          <p:cNvPr id="4" name="Slide Number Placeholder 3"/>
          <p:cNvSpPr>
            <a:spLocks noGrp="1"/>
          </p:cNvSpPr>
          <p:nvPr>
            <p:ph type="sldNum" idx="66"/>
          </p:nvPr>
        </p:nvSpPr>
        <p:spPr/>
      </p:sp>
    </p:spTree>
  </p:cSld>
  <p:clrMapOvr>
    <a:masterClrMapping/>
  </p:clrMapOvr>
</p:notes>
</file>

<file path=ppt/notesSlides/notesSlide2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Codefolie „Angular-Module: Die Component“ (Legacy).</a:t>
            </a:r>
          </a:p>
          <a:p/>
          <a:p>
            <a:r>
              <a:t>Zeigt dieselbe Beispiel-Komponente wie im modernen Kapitel, aber im Kontext, dass diese Klasse zusätzlich noch irgendwo in einem NgModule deklariert werden muss (siehe folgende Folien), statt eigenständig per „imports: []“ zu funktionieren.</a:t>
            </a:r>
          </a:p>
        </p:txBody>
      </p:sp>
      <p:sp>
        <p:nvSpPr>
          <p:cNvPr id="4" name="Slide Number Placeholder 3"/>
          <p:cNvSpPr>
            <a:spLocks noGrp="1"/>
          </p:cNvSpPr>
          <p:nvPr>
            <p:ph type="sldNum" idx="66"/>
          </p:nvPr>
        </p:nvSpPr>
        <p:spPr/>
      </p:sp>
    </p:spTree>
  </p:cSld>
  <p:clrMapOvr>
    <a:masterClrMapping/>
  </p:clrMapOvr>
</p:notes>
</file>

<file path=ppt/notesSlides/notesSlide2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Bildfolie „Angular-Module: Das HTML-Template“ – zeigt vermutlich, dass das Template selbst technisch unverändert bleibt; der Unterschied zum Standalone-Ansatz betrifft nur, welche Direktiven/Komponenten im Template ohne zusätzliche Deklaration im Modul überhaupt genutzt werden können.</a:t>
            </a:r>
          </a:p>
        </p:txBody>
      </p:sp>
      <p:sp>
        <p:nvSpPr>
          <p:cNvPr id="4" name="Slide Number Placeholder 3"/>
          <p:cNvSpPr>
            <a:spLocks noGrp="1"/>
          </p:cNvSpPr>
          <p:nvPr>
            <p:ph type="sldNum" idx="66"/>
          </p:nvPr>
        </p:nvSpPr>
        <p:spPr/>
      </p:sp>
    </p:spTree>
  </p:cSld>
  <p:clrMapOvr>
    <a:masterClrMapping/>
  </p:clrMapOvr>
</p:notes>
</file>

<file path=ppt/notesSlides/notesSlide2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Bildfolie „Angular-Module: Module-Deklaration“ – leitet die konkrete Struktur einer „@NgModule“-Annotation ein (declarations, imports, providers, bootstrap), die auf der übernächsten Folie im Detail gezeigt wird.</a:t>
            </a:r>
          </a:p>
        </p:txBody>
      </p:sp>
      <p:sp>
        <p:nvSpPr>
          <p:cNvPr id="4" name="Slide Number Placeholder 3"/>
          <p:cNvSpPr>
            <a:spLocks noGrp="1"/>
          </p:cNvSpPr>
          <p:nvPr>
            <p:ph type="sldNum" idx="66"/>
          </p:nvPr>
        </p:nvSpPr>
        <p:spPr/>
      </p:sp>
    </p:spTree>
  </p:cSld>
  <p:clrMapOvr>
    <a:masterClrMapping/>
  </p:clrMapOvr>
</p:notes>
</file>

<file path=ppt/notesSlides/notesSlide2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„Ablauf bis hier her“ (Legacy).</a:t>
            </a:r>
          </a:p>
          <a:p/>
          <a:p>
            <a:r>
              <a:t>Fasst den Modul-basierten Startvorgang zusammen: „bootstrapModule“ wird mit einem Modul (AppModule) aufgerufen, das Modul ist eine Referenz auf eine Klasse mit einem Decorator, und dieser Modul-Decorator listet die zur Anwendung gehörenden Komponenten auf – Angular erfährt so, welche Komponenten überhaupt zur Anwendung gehören.</a:t>
            </a:r>
          </a:p>
        </p:txBody>
      </p:sp>
      <p:sp>
        <p:nvSpPr>
          <p:cNvPr id="4" name="Slide Number Placeholder 3"/>
          <p:cNvSpPr>
            <a:spLocks noGrp="1"/>
          </p:cNvSpPr>
          <p:nvPr>
            <p:ph type="sldNum" idx="66"/>
          </p:nvPr>
        </p:nvSpPr>
        <p:spPr/>
      </p:sp>
    </p:spTree>
  </p:cSld>
  <p:clrMapOvr>
    <a:masterClrMapping/>
  </p:clrMapOvr>
</p:notes>
</file>

<file path=ppt/notesSlides/notesSlide2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Bildfolie „Angular-Module: Module-Deklaration“ (zweiter Teil) – zeigt vermutlich die vollständige, visuelle Struktur einer typischen „AppModule“-Klasse mit allen Decorator-Feldern im Detail.</a:t>
            </a:r>
          </a:p>
        </p:txBody>
      </p:sp>
      <p:sp>
        <p:nvSpPr>
          <p:cNvPr id="4" name="Slide Number Placeholder 3"/>
          <p:cNvSpPr>
            <a:spLocks noGrp="1"/>
          </p:cNvSpPr>
          <p:nvPr>
            <p:ph type="sldNum" idx="66"/>
          </p:nvPr>
        </p:nvSpPr>
        <p:spPr/>
      </p:sp>
    </p:spTree>
  </p:cSld>
  <p:clrMapOvr>
    <a:masterClrMapping/>
  </p:clrMapOvr>
</p:notes>
</file>

<file path=ppt/notesSlides/notesSlide2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„Kompletter Ablauf“ (Legacy, Gegenstück zur modernen Bootstrapping-Folie).</a:t>
            </a:r>
          </a:p>
          <a:p/>
          <a:p>
            <a:r>
              <a:t>„bootstrapModule“ wird mit dem AppModule aufgerufen; das Modul hat einen Decorator mit einem Feld „bootstrap“, das die Referenz auf die eigentliche Wurzelkomponente (z. B. AppComponent) enthält – erst darüber weiß Angular, welche Komponente tatsächlich im DOM gerendert werden soll.</a:t>
            </a:r>
          </a:p>
        </p:txBody>
      </p:sp>
      <p:sp>
        <p:nvSpPr>
          <p:cNvPr id="4" name="Slide Number Placeholder 3"/>
          <p:cNvSpPr>
            <a:spLocks noGrp="1"/>
          </p:cNvSpPr>
          <p:nvPr>
            <p:ph type="sldNum" idx="66"/>
          </p:nvPr>
        </p:nvSpPr>
        <p:spPr/>
      </p:sp>
    </p:spTree>
  </p:cSld>
  <p:clrMapOvr>
    <a:masterClrMapping/>
  </p:clrMapOvr>
</p:notes>
</file>

<file path=ppt/notesSlides/notesSlide2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Codefolie „Deklaration, Imports und Exports“ (Legacy).</a:t>
            </a:r>
          </a:p>
          <a:p/>
          <a:p>
            <a:r>
              <a:t>Ein „@NgModule({...})“-Beispiel: „declarations“ listet die zum Modul gehörenden Komponenten auf (hier ReleaseListComponent, ReleaseCardComponent), „imports“ bindet andere Module ein (z. B. BrowserModule), „exports“ macht ausgewählte, eigene Komponenten auch für andere, dieses Modul importierende Module nutzbar.</a:t>
            </a:r>
          </a:p>
        </p:txBody>
      </p:sp>
      <p:sp>
        <p:nvSpPr>
          <p:cNvPr id="4" name="Slide Number Placeholder 3"/>
          <p:cNvSpPr>
            <a:spLocks noGrp="1"/>
          </p:cNvSpPr>
          <p:nvPr>
            <p:ph type="sldNum" idx="66"/>
          </p:nvPr>
        </p:nvSpPr>
        <p:spPr/>
      </p:sp>
    </p:spTree>
  </p:cSld>
  <p:clrMapOvr>
    <a:masterClrMapping/>
  </p:clrMapOvr>
</p:notes>
</file>

<file path=ppt/notesSlides/notesSlide2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„Module generieren“ (Legacy).</a:t>
            </a:r>
          </a:p>
          <a:p/>
          <a:p>
            <a:r>
              <a:t>Das Angular CLI konnte auch komplette Module automatisch anlegen: „ng generate module name“ erzeugt eine Modul-Klasse mit Annotation. Wichtiger Stolperstein, der explizit erwähnt wird: Ein neues Modul wird NICHT automatisch im nächsthöher gelegenen Modul registriert – das musste man händisch ergänzen.</a:t>
            </a:r>
          </a:p>
        </p:txBody>
      </p:sp>
      <p:sp>
        <p:nvSpPr>
          <p:cNvPr id="4" name="Slide Number Placeholder 3"/>
          <p:cNvSpPr>
            <a:spLocks noGrp="1"/>
          </p:cNvSpPr>
          <p:nvPr>
            <p:ph type="sldNum" idx="66"/>
          </p:nvPr>
        </p:nvSpPr>
        <p:spPr/>
      </p:sp>
    </p:spTree>
  </p:cSld>
  <p:clrMapOvr>
    <a:masterClrMapping/>
  </p:clrMapOvr>
</p:notes>
</file>

<file path=ppt/notesSlides/notesSlide2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„Legacy: DI Konfig“.</a:t>
            </a:r>
          </a:p>
          <a:p/>
          <a:p>
            <a:r>
              <a:t>Gleiches Grundprinzip wie im modernen Kapitel (Injector → Provider → Instance), aber die Konfiguration erfolgte hier zusätzlich zur Möglichkeit direkt am Service auch klassisch am Modul selbst, über das „providers“-Array in der „@NgModule“-Annotation.</a:t>
            </a:r>
          </a:p>
        </p:txBody>
      </p:sp>
      <p:sp>
        <p:nvSpPr>
          <p:cNvPr id="4" name="Slide Number Placeholder 3"/>
          <p:cNvSpPr>
            <a:spLocks noGrp="1"/>
          </p:cNvSpPr>
          <p:nvPr>
            <p:ph type="sldNum" idx="66"/>
          </p:nvPr>
        </p:nvSpPr>
        <p:spPr/>
      </p:sp>
    </p:spTree>
  </p:cSld>
  <p:clrMapOvr>
    <a:masterClrMapping/>
  </p:clrMapOvr>
</p:notes>
</file>

<file path=ppt/notesSlides/notesSlide2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„Legacy: Wie geht DI in Angular“ – inhaltlich identisch zur modernen DI-Folie (direkte Klassenangabe als Kurzform, vollständiges Provider-Objekt mit „provide“ und Erzeugungsrezept), nur im Kontext der Modul-Konfiguration statt der heutigen, meist service- oder komponentenbasierten Konfiguration.</a:t>
            </a:r>
          </a:p>
        </p:txBody>
      </p:sp>
      <p:sp>
        <p:nvSpPr>
          <p:cNvPr id="4" name="Slide Number Placeholder 3"/>
          <p:cNvSpPr>
            <a:spLocks noGrp="1"/>
          </p:cNvSpPr>
          <p:nvPr>
            <p:ph type="sldNum" idx="66"/>
          </p:nvPr>
        </p:nvSpPr>
        <p:spPr/>
      </p:sp>
    </p:spTree>
  </p:cSld>
  <p:clrMapOvr>
    <a:masterClrMapping/>
  </p:clrMapOvr>
</p:notes>
</file>

<file path=ppt/notesSlides/notesSlide2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Codefolie „Legacy: Deklaration an Modulen“.</a:t>
            </a:r>
          </a:p>
          <a:p/>
          <a:p>
            <a:r>
              <a:t>Auch Pipes mussten früher in einem Modul deklariert (und bei Bedarf exportiert) werden, wie hier am Beispiel „HasLikesPipe“ innerhalb eines „AppModule“ gezeigt – im Gegensatz zum heutigen, direkten Import in der jeweiligen Standalone-Komponente.</a:t>
            </a:r>
          </a:p>
        </p:txBody>
      </p:sp>
      <p:sp>
        <p:nvSpPr>
          <p:cNvPr id="4" name="Slide Number Placeholder 3"/>
          <p:cNvSpPr>
            <a:spLocks noGrp="1"/>
          </p:cNvSpPr>
          <p:nvPr>
            <p:ph type="sldNum" idx="66"/>
          </p:nvPr>
        </p:nvSpPr>
        <p:spPr/>
      </p:sp>
    </p:spTree>
  </p:cSld>
  <p:clrMapOvr>
    <a:masterClrMapping/>
  </p:clrMapOvr>
</p:notes>
</file>

<file path=ppt/notesSlides/notesSlide2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„Legacy: Routenkonfiguration“.</a:t>
            </a:r>
          </a:p>
          <a:p/>
          <a:p>
            <a:r>
              <a:t>Das „RouterModule“ musste explizit in „AppModule“ importiert werden, um die Provider für den Router-Service bereitzustellen; der zugehörige Aufruf „RouterModule.forRoot(...)“ durfte dabei nur genau einmal im gesamten AppModule verwendet werden – ein häufiger Fehlerquellenhinweis in Legacy-Projekten.</a:t>
            </a:r>
          </a:p>
        </p:txBody>
      </p:sp>
      <p:sp>
        <p:nvSpPr>
          <p:cNvPr id="4" name="Slide Number Placeholder 3"/>
          <p:cNvSpPr>
            <a:spLocks noGrp="1"/>
          </p:cNvSpPr>
          <p:nvPr>
            <p:ph type="sldNum" idx="66"/>
          </p:nvPr>
        </p:nvSpPr>
        <p:spPr/>
      </p:sp>
    </p:spTree>
  </p:cSld>
  <p:clrMapOvr>
    <a:masterClrMapping/>
  </p:clrMapOvr>
</p:notes>
</file>

<file path=ppt/notesSlides/notesSlide2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Codefolie „Legacy: Beispiel: Routen-Definition“.</a:t>
            </a:r>
          </a:p>
          <a:p/>
          <a:p>
            <a:r>
              <a:t>Zeigt dieselbe Grundidee wie die moderne „app.routes.ts“, aber eingebettet in „RouterModule.forRoot(appRoutes)“ innerhalb der „@NgModule“-Annotation, inklusive Redirect-Route und Fallback-Route mit „**“ auf eine „PageNotFoundComponent“.</a:t>
            </a:r>
          </a:p>
        </p:txBody>
      </p:sp>
      <p:sp>
        <p:nvSpPr>
          <p:cNvPr id="4" name="Slide Number Placeholder 3"/>
          <p:cNvSpPr>
            <a:spLocks noGrp="1"/>
          </p:cNvSpPr>
          <p:nvPr>
            <p:ph type="sldNum" idx="66"/>
          </p:nvPr>
        </p:nvSpPr>
        <p:spPr/>
      </p:sp>
    </p:spTree>
  </p:cSld>
  <p:clrMapOvr>
    <a:masterClrMapping/>
  </p:clrMapOvr>
</p:notes>
</file>

<file path=ppt/notesSlides/notesSlide2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„Legacy: Location-Strategy“ – inhaltlich identisch zur modernen Folie zu PathLocationStrategy/HashLocationStrategy; im NgModule-Kontext musste dafür zusätzlich ein „&lt;base href="."&gt;“-Tag in der „index.html“ korrekt gesetzt sein.</a:t>
            </a:r>
          </a:p>
        </p:txBody>
      </p:sp>
      <p:sp>
        <p:nvSpPr>
          <p:cNvPr id="4" name="Slide Number Placeholder 3"/>
          <p:cNvSpPr>
            <a:spLocks noGrp="1"/>
          </p:cNvSpPr>
          <p:nvPr>
            <p:ph type="sldNum" idx="66"/>
          </p:nvPr>
        </p:nvSpPr>
        <p:spPr/>
      </p:sp>
    </p:spTree>
  </p:cSld>
  <p:clrMapOvr>
    <a:masterClrMapping/>
  </p:clrMapOvr>
</p:notes>
</file>

<file path=ppt/notesSlides/notesSlide2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Codefolie „Legacy: ActivatedRoute und params.subscribe“.</a:t>
            </a:r>
          </a:p>
          <a:p/>
          <a:p>
            <a:r>
              <a:t>Der klassische Weg, um an Routenparameter zu kommen: „ActivatedRoute“ wird per Konstruktor injiziert, und man abonniert manuell „route.params“ per „.subscribe(...)“, um bei jeder Änderung der Route den neuen Parameterwert zu erhalten. Wichtig: Diese Subscription musste in „ngOnDestroy“ selbst wieder abgemeldet werden (daher „implements OnInit, OnDestroy“) – im Gegensatz zum modernen, automatischen Component Input Binding.</a:t>
            </a:r>
          </a:p>
        </p:txBody>
      </p:sp>
      <p:sp>
        <p:nvSpPr>
          <p:cNvPr id="4" name="Slide Number Placeholder 3"/>
          <p:cNvSpPr>
            <a:spLocks noGrp="1"/>
          </p:cNvSpPr>
          <p:nvPr>
            <p:ph type="sldNum" idx="66"/>
          </p:nvPr>
        </p:nvSpPr>
        <p:spPr/>
      </p:sp>
    </p:spTree>
  </p:cSld>
  <p:clrMapOvr>
    <a:masterClrMapping/>
  </p:clrMapOvr>
</p:notes>
</file>

<file path=ppt/notesSlides/notesSlide2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„Legacy: Der Service HttpClient“.</a:t>
            </a:r>
          </a:p>
          <a:p/>
          <a:p>
            <a:r>
              <a:t>Auch früher war „HttpClient“ ein normaler, injizierbarer Service, allerdings musste dafür zusätzlich das „HttpModule“ (bzw. später „HttpClientModule“) explizit in „AppModule“ importiert werden – ein zusätzlicher Schritt, der beim modernen „provideHttpClient()“ in „main.ts“ entfällt.</a:t>
            </a:r>
          </a:p>
        </p:txBody>
      </p:sp>
      <p:sp>
        <p:nvSpPr>
          <p:cNvPr id="4" name="Slide Number Placeholder 3"/>
          <p:cNvSpPr>
            <a:spLocks noGrp="1"/>
          </p:cNvSpPr>
          <p:nvPr>
            <p:ph type="sldNum" idx="66"/>
          </p:nvPr>
        </p:nvSpPr>
        <p:spPr/>
      </p:sp>
    </p:spTree>
  </p:cSld>
  <p:clrMapOvr>
    <a:masterClrMapping/>
  </p:clrMapOvr>
</p:notes>
</file>

<file path=ppt/notesSlides/notesSlide2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Übung 30 (Legacy – Angular Module): Das mitgelieferte, NgModule-basierte Beispielprojekt „30_modules_legacy“ wird geöffnet, Backend und App gestartet und der Aufbau analysiert (main.ts mit „bootstrapModule“, AppModule mit declarations/imports/providers/bootstrap). Zusätzlich soll eine eigene, klassisch deklarierte Komponente im Modul erstellt werden, eine Standalone-Komponente per „imports: []“ in ein NgModule eingebunden werden (Mischbetrieb beider Ansätze), und optional kann das Projekt per „ng generate @angular/core:standalone“ automatisiert migriert werden.</a:t>
            </a:r>
          </a:p>
        </p:txBody>
      </p:sp>
      <p:sp>
        <p:nvSpPr>
          <p:cNvPr id="4" name="Slide Number Placeholder 3"/>
          <p:cNvSpPr>
            <a:spLocks noGrp="1"/>
          </p:cNvSpPr>
          <p:nvPr>
            <p:ph type="sldNum" idx="66"/>
          </p:nvPr>
        </p:nvSpPr>
        <p:spPr/>
      </p:sp>
    </p:spTree>
  </p:cSld>
  <p:clrMapOvr>
    <a:masterClrMapping/>
  </p:clrMapOvr>
</p:notes>
</file>

<file path=ppt/notesSlides/notesSlide2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Kapitelübergangsfolie „Anhang“ – markiert das Ende des eigentlichen Angular-Teils; es folgt ergänzendes Hintergrundwissen zu node.js und npm, das für das Verständnis der Werkzeugkette hilfreich, aber kein Angular-spezifisches Thema mehr ist.</a:t>
            </a:r>
          </a:p>
        </p:txBody>
      </p:sp>
      <p:sp>
        <p:nvSpPr>
          <p:cNvPr id="4" name="Slide Number Placeholder 3"/>
          <p:cNvSpPr>
            <a:spLocks noGrp="1"/>
          </p:cNvSpPr>
          <p:nvPr>
            <p:ph type="sldNum" idx="66"/>
          </p:nvPr>
        </p:nvSpPr>
        <p:spPr/>
      </p:sp>
    </p:spTree>
  </p:cSld>
  <p:clrMapOvr>
    <a:masterClrMapping/>
  </p:clrMapOvr>
</p:notes>
</file>

<file path=ppt/notesSlides/notesSlide2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Kapitelübergangsfolie „node.js“ – leitet den Anhang zu node.js ein, der Laufzeitumgebung, auf der das gesamte Angular-Tooling (CLI, npm) letztlich basiert.</a:t>
            </a:r>
          </a:p>
        </p:txBody>
      </p:sp>
      <p:sp>
        <p:nvSpPr>
          <p:cNvPr id="4" name="Slide Number Placeholder 3"/>
          <p:cNvSpPr>
            <a:spLocks noGrp="1"/>
          </p:cNvSpPr>
          <p:nvPr>
            <p:ph type="sldNum" idx="66"/>
          </p:nvPr>
        </p:nvSpPr>
        <p:spPr/>
      </p:sp>
    </p:spTree>
  </p:cSld>
  <p:clrMapOvr>
    <a:masterClrMapping/>
  </p:clrMapOvr>
</p:notes>
</file>

<file path=ppt/notesSlides/notesSlide2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„Was ist node.js?“.</a:t>
            </a:r>
          </a:p>
          <a:p/>
          <a:p>
            <a:r>
              <a:t>node.js ist ein Interpreter für server-seitiges JavaScript, basierend auf Googles V8-Engine (derselben Engine, die auch im Chrome-Browser JavaScript ausführt). Wichtig: Mit node.js selbst lassen sich keine Browser-Anwendungen mit UI betreiben – es gibt dort keine Benutzeroberfläche und keine User-Events, node.js läuft rein serverseitig bzw. als Kommandozeilenwerkzeug.</a:t>
            </a:r>
          </a:p>
        </p:txBody>
      </p:sp>
      <p:sp>
        <p:nvSpPr>
          <p:cNvPr id="4" name="Slide Number Placeholder 3"/>
          <p:cNvSpPr>
            <a:spLocks noGrp="1"/>
          </p:cNvSpPr>
          <p:nvPr>
            <p:ph type="sldNum" idx="66"/>
          </p:nvPr>
        </p:nvSpPr>
        <p:spPr/>
      </p:sp>
    </p:spTree>
  </p:cSld>
  <p:clrMapOvr>
    <a:masterClrMapping/>
  </p:clrMapOvr>
</p:notes>
</file>

<file path=ppt/notesSlides/notesSlide2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Codebeispiel „Ein kompletter http-Server“.</a:t>
            </a:r>
          </a:p>
          <a:p/>
          <a:p>
            <a:r>
              <a:t>Zeigt, wie man mit node.js, ganz ohne zusätzliche Frameworks, allein mit den Modulen „http“ und „fs“ (Dateisystem) einen minimalen eigenen Webserver schreiben kann, der eingehende Anfragen selbst behandelt und z. B. abhängig von der angeforderten URL unterschiedliche Antworten liefert.</a:t>
            </a:r>
          </a:p>
        </p:txBody>
      </p:sp>
      <p:sp>
        <p:nvSpPr>
          <p:cNvPr id="4" name="Slide Number Placeholder 3"/>
          <p:cNvSpPr>
            <a:spLocks noGrp="1"/>
          </p:cNvSpPr>
          <p:nvPr>
            <p:ph type="sldNum" idx="66"/>
          </p:nvPr>
        </p:nvSpPr>
        <p:spPr/>
      </p:sp>
    </p:spTree>
  </p:cSld>
  <p:clrMapOvr>
    <a:masterClrMapping/>
  </p:clrMapOvr>
</p:notes>
</file>

<file path=ppt/notesSlides/notesSlide2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Bildfolie „Installation: node.js“ – zeigt vermutlich Screenshots des Installationsvorgangs von node.js auf dem jeweiligen Betriebssystem.</a:t>
            </a:r>
          </a:p>
        </p:txBody>
      </p:sp>
      <p:sp>
        <p:nvSpPr>
          <p:cNvPr id="4" name="Slide Number Placeholder 3"/>
          <p:cNvSpPr>
            <a:spLocks noGrp="1"/>
          </p:cNvSpPr>
          <p:nvPr>
            <p:ph type="sldNum" idx="66"/>
          </p:nvPr>
        </p:nvSpPr>
        <p:spPr/>
      </p:sp>
    </p:spTree>
  </p:cSld>
  <p:clrMapOvr>
    <a:masterClrMapping/>
  </p:clrMapOvr>
</p:notes>
</file>

<file path=ppt/notesSlides/notesSlide2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Bildfolie „Testen der Installation“ – zeigt vermutlich, wie man per Kommandozeile (z. B. „node -v“) prüft, ob node.js korrekt installiert wurde.</a:t>
            </a:r>
          </a:p>
        </p:txBody>
      </p:sp>
      <p:sp>
        <p:nvSpPr>
          <p:cNvPr id="4" name="Slide Number Placeholder 3"/>
          <p:cNvSpPr>
            <a:spLocks noGrp="1"/>
          </p:cNvSpPr>
          <p:nvPr>
            <p:ph type="sldNum" idx="66"/>
          </p:nvPr>
        </p:nvSpPr>
        <p:spPr/>
      </p:sp>
    </p:spTree>
  </p:cSld>
  <p:clrMapOvr>
    <a:masterClrMapping/>
  </p:clrMapOvr>
</p:notes>
</file>

<file path=ppt/notesSlides/notesSlide2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„Node und Browser-basierte Anwendungen“.</a:t>
            </a:r>
          </a:p>
          <a:p/>
          <a:p>
            <a:r>
              <a:t>Auch wenn node.js selbst nicht im Browser läuft, wird es in der Webentwicklung dennoch häufig genutzt: als lokaler Web-Server, der JavaScript-Dateien und andere statische Ressourcen an den Browser ausliefert – genau das, was z. B. der „ng serve“-Entwicklungsserver im Hintergrund letztlich auch tut.</a:t>
            </a:r>
          </a:p>
        </p:txBody>
      </p:sp>
      <p:sp>
        <p:nvSpPr>
          <p:cNvPr id="4" name="Slide Number Placeholder 3"/>
          <p:cNvSpPr>
            <a:spLocks noGrp="1"/>
          </p:cNvSpPr>
          <p:nvPr>
            <p:ph type="sldNum" idx="66"/>
          </p:nvPr>
        </p:nvSpPr>
        <p:spPr/>
      </p:sp>
    </p:spTree>
  </p:cSld>
  <p:clrMapOvr>
    <a:masterClrMapping/>
  </p:clrMapOvr>
</p:notes>
</file>

<file path=ppt/notesSlides/notesSlide2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Kapitelübergangsfolie „npm – Der Node Package Manager“ – leitet den letzten Anhangs-Abschnitt zum Paketmanager npm ein, der im Kurs von Anfang an ständig genutzt wurde (z. B. für „npm install“).</a:t>
            </a:r>
          </a:p>
        </p:txBody>
      </p:sp>
      <p:sp>
        <p:nvSpPr>
          <p:cNvPr id="4" name="Slide Number Placeholder 3"/>
          <p:cNvSpPr>
            <a:spLocks noGrp="1"/>
          </p:cNvSpPr>
          <p:nvPr>
            <p:ph type="sldNum" idx="66"/>
          </p:nvPr>
        </p:nvSpPr>
        <p:spPr/>
      </p:sp>
    </p:spTree>
  </p:cSld>
  <p:clrMapOvr>
    <a:masterClrMapping/>
  </p:clrMapOvr>
</p:notes>
</file>

<file path=ppt/notesSlides/notesSlide2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„Was ist npm?“.</a:t>
            </a:r>
          </a:p>
          <a:p/>
          <a:p>
            <a:r>
              <a:t>npm ist primär ein Paketmanager (zum Verwalten und Installieren von Bibliotheken/Abhängigkeiten) und wird automatisch mit jeder node.js-Installation mitgeliefert, prüfbar per „npm -v“. Die zentrale, öffentliche npm-Registry im Internet enthält alle veröffentlichten Pakete und basiert intern auf einer CouchDB-Datenbank.</a:t>
            </a:r>
          </a:p>
        </p:txBody>
      </p:sp>
      <p:sp>
        <p:nvSpPr>
          <p:cNvPr id="4" name="Slide Number Placeholder 3"/>
          <p:cNvSpPr>
            <a:spLocks noGrp="1"/>
          </p:cNvSpPr>
          <p:nvPr>
            <p:ph type="sldNum" idx="66"/>
          </p:nvPr>
        </p:nvSpPr>
        <p:spPr/>
      </p:sp>
    </p:spTree>
  </p:cSld>
  <p:clrMapOvr>
    <a:masterClrMapping/>
  </p:clrMapOvr>
</p:notes>
</file>

<file path=ppt/notesSlides/notesSlide2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„npm Kommandos“.</a:t>
            </a:r>
          </a:p>
          <a:p/>
          <a:p>
            <a:r>
              <a:t>npm wird primär über die Kommandozeile bedient (eine grafische Oberfläche existiert nur als separates, zusätzliches Werkzeug). Ein integriertes Hilfesystem ist über „npm -h“ bzw. „npm &lt;command&gt; -h“ erreichbar, ergänzt durch die ausführliche Online-Dokumentation.</a:t>
            </a:r>
          </a:p>
        </p:txBody>
      </p:sp>
      <p:sp>
        <p:nvSpPr>
          <p:cNvPr id="4" name="Slide Number Placeholder 3"/>
          <p:cNvSpPr>
            <a:spLocks noGrp="1"/>
          </p:cNvSpPr>
          <p:nvPr>
            <p:ph type="sldNum" idx="66"/>
          </p:nvPr>
        </p:nvSpPr>
        <p:spPr/>
      </p:sp>
    </p:spTree>
  </p:cSld>
  <p:clrMapOvr>
    <a:masterClrMapping/>
  </p:clrMapOvr>
</p:notes>
</file>

<file path=ppt/notesSlides/notesSlide2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Kapitelübergangsfolie „Node-Modules“ – leitet ein, wie eine über npm installierte Bibliothek intern aufgebaut ist.</a:t>
            </a:r>
          </a:p>
        </p:txBody>
      </p:sp>
      <p:sp>
        <p:nvSpPr>
          <p:cNvPr id="4" name="Slide Number Placeholder 3"/>
          <p:cNvSpPr>
            <a:spLocks noGrp="1"/>
          </p:cNvSpPr>
          <p:nvPr>
            <p:ph type="sldNum" idx="66"/>
          </p:nvPr>
        </p:nvSpPr>
        <p:spPr/>
      </p:sp>
    </p:spTree>
  </p:cSld>
  <p:clrMapOvr>
    <a:masterClrMapping/>
  </p:clrMapOvr>
</p:notes>
</file>

<file path=ppt/notesSlides/notesSlide2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„Node Modules“.</a:t>
            </a:r>
          </a:p>
          <a:p/>
          <a:p>
            <a:r>
              <a:t>Jede über npm geladene Bibliothek ist selbst als eigenständiges Node-Module aufgebaut: Sie besitzt eine eigene „package.json“ (beschreibt das Projekt/Modul) sowie ihre eigenen, abhängigen Bibliotheken in einem Unterordner – Node-Module können also selbst wieder von weiteren Node-Modulen abhängen.</a:t>
            </a:r>
          </a:p>
        </p:txBody>
      </p:sp>
      <p:sp>
        <p:nvSpPr>
          <p:cNvPr id="4" name="Slide Number Placeholder 3"/>
          <p:cNvSpPr>
            <a:spLocks noGrp="1"/>
          </p:cNvSpPr>
          <p:nvPr>
            <p:ph type="sldNum" idx="66"/>
          </p:nvPr>
        </p:nvSpPr>
        <p:spPr/>
      </p:sp>
    </p:spTree>
  </p:cSld>
  <p:clrMapOvr>
    <a:masterClrMapping/>
  </p:clrMapOvr>
</p:notes>
</file>

<file path=ppt/notesSlides/notesSlide2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„Die package.json“.</a:t>
            </a:r>
          </a:p>
          <a:p/>
          <a:p>
            <a:r>
              <a:t>Diese zentrale Projektdatei im JSON-Format enthält u. a. den Projektnamen, die aktuelle Versionsnummer, Meta-Informationen wie Autor, Schlüsselwörter und Lizenz, die Liste der Abhängigkeiten (Dependencies) sowie den bereits bekannten „scripts“-Block mit den Kurzbefehlen des Projekts.</a:t>
            </a:r>
          </a:p>
        </p:txBody>
      </p:sp>
      <p:sp>
        <p:nvSpPr>
          <p:cNvPr id="4" name="Slide Number Placeholder 3"/>
          <p:cNvSpPr>
            <a:spLocks noGrp="1"/>
          </p:cNvSpPr>
          <p:nvPr>
            <p:ph type="sldNum" idx="66"/>
          </p:nvPr>
        </p:nvSpPr>
        <p:spPr/>
      </p:sp>
    </p:spTree>
  </p:cSld>
  <p:clrMapOvr>
    <a:masterClrMapping/>
  </p:clrMapOvr>
</p:notes>
</file>

<file path=ppt/notesSlides/notesSlide2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„Initialisierung eines Projekts“.</a:t>
            </a:r>
          </a:p>
          <a:p/>
          <a:p>
            <a:r>
              <a:t>Jedes eigene npm-Projekt ist letztlich selbst wieder ein Node-Module. Mit „npm init“ wird interaktiv abgefragt, welche Informationen (Name, Version, Beschreibung usw.) in die neu zu erstellende „package.json“ eingetragen werden sollen.</a:t>
            </a:r>
          </a:p>
        </p:txBody>
      </p:sp>
      <p:sp>
        <p:nvSpPr>
          <p:cNvPr id="4" name="Slide Number Placeholder 3"/>
          <p:cNvSpPr>
            <a:spLocks noGrp="1"/>
          </p:cNvSpPr>
          <p:nvPr>
            <p:ph type="sldNum" idx="66"/>
          </p:nvPr>
        </p:nvSpPr>
        <p:spPr/>
      </p:sp>
    </p:spTree>
  </p:cSld>
  <p:clrMapOvr>
    <a:masterClrMapping/>
  </p:clrMapOvr>
</p:notes>
</file>

<file path=ppt/notesSlides/notesSlide2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Bildfolie „Projektstruktur“ – zeigt vermutlich den typischen Ordneraufbau eines einfachen, node-basierten Projekts (z. B. „node_modules“, „package.json“, eigene Quellcode-Dateien) als Referenz für den Anhang.</a:t>
            </a:r>
          </a:p>
        </p:txBody>
      </p:sp>
      <p:sp>
        <p:nvSpPr>
          <p:cNvPr id="4" name="Slide Number Placeholder 3"/>
          <p:cNvSpPr>
            <a:spLocks noGrp="1"/>
          </p:cNvSpPr>
          <p:nvPr>
            <p:ph type="sldNum" idx="66"/>
          </p:nvPr>
        </p:nvSpPr>
        <p:spPr/>
      </p:sp>
    </p:spTree>
  </p:cSld>
  <p:clrMapOvr>
    <a:masterClrMapping/>
  </p:clrMapOvr>
</p:notes>
</file>

<file path=ppt/notesSlides/notesSlide2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Codefolie „Beispiel: Ein einfaches Projekt“.</a:t>
            </a:r>
          </a:p>
          <a:p/>
          <a:p>
            <a:r>
              <a:t>Zeigt eine minimale, vollständige „package.json“ mit Name, Version, Beschreibung, dem Haupteinstiegspunkt „main: index.js“ und einem einfachen, noch nicht konfigurierten „test“-Script als Platzhalter.</a:t>
            </a:r>
          </a:p>
        </p:txBody>
      </p:sp>
      <p:sp>
        <p:nvSpPr>
          <p:cNvPr id="4" name="Slide Number Placeholder 3"/>
          <p:cNvSpPr>
            <a:spLocks noGrp="1"/>
          </p:cNvSpPr>
          <p:nvPr>
            <p:ph type="sldNum" idx="66"/>
          </p:nvPr>
        </p:nvSpPr>
        <p:spPr/>
      </p:sp>
    </p:spTree>
  </p:cSld>
  <p:clrMapOvr>
    <a:masterClrMapping/>
  </p:clrMapOvr>
</p:notes>
</file>

<file path=ppt/notesSlides/notesSlide2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Codefolie „Beispiel: Ein einfaches Node-Module“.</a:t>
            </a:r>
          </a:p>
          <a:p/>
          <a:p>
            <a:r>
              <a:t>Eine Datei „index.js“ exportiert über „module.exports = { ... }“ ein Objekt mit einer Funktion „log“. In der interaktiven node-Konsole (REPL) lässt sich dieses Modul per „require('./index.js')“ laden und die exportierte Funktion direkt aufrufen – das Grundprinzip von „require“/„module.exports“, dem klassischen node.js-Modulsystem (im Unterschied zu den ES-Modulen mit „import“/„export“, die im TypeScript-Kapitel gezeigt wurden).</a:t>
            </a:r>
          </a:p>
        </p:txBody>
      </p:sp>
      <p:sp>
        <p:nvSpPr>
          <p:cNvPr id="4" name="Slide Number Placeholder 3"/>
          <p:cNvSpPr>
            <a:spLocks noGrp="1"/>
          </p:cNvSpPr>
          <p:nvPr>
            <p:ph type="sldNum" idx="66"/>
          </p:nvPr>
        </p:nvSpPr>
        <p:spPr/>
      </p:sp>
    </p:spTree>
  </p:cSld>
  <p:clrMapOvr>
    <a:masterClrMapping/>
  </p:clrMapOvr>
</p:notes>
</file>

<file path=ppt/notesSlides/notesSlide2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„Installieren von Abhängigkeiten“ – Abschlussfolie des Anhangs.</a:t>
            </a:r>
          </a:p>
          <a:p/>
          <a:p>
            <a:r>
              <a:t>Abhängigkeiten werden per „npm install“ von einer npm-Registry geladen; ohne weitere Konfiguration ist das die offizielle Standard-Registry im Internet, wofür eine Internetverbindung notwendig ist. Es können aber auch alternative, z. B. firmeninterne Registries konfiguriert werden.</a:t>
            </a:r>
          </a:p>
        </p:txBody>
      </p:sp>
      <p:sp>
        <p:nvSpPr>
          <p:cNvPr id="4" name="Slide Number Placeholder 3"/>
          <p:cNvSpPr>
            <a:spLocks noGrp="1"/>
          </p:cNvSpPr>
          <p:nvPr>
            <p:ph type="sldNum" idx="66"/>
          </p:nvPr>
        </p:nvSpPr>
        <p:spPr/>
      </p:sp>
    </p:spTree>
  </p:cSld>
  <p:clrMapOvr>
    <a:masterClrMapping/>
  </p:clrMapOvr>
</p:notes>
</file>

<file path=ppt/notesSlides/notesSlide2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„Resource API (httpResource &amp; rxResource)“.</a:t>
            </a:r>
          </a:p>
          <a:p/>
          <a:p>
            <a:r>
              <a:t>Erklärung für die Dolmetscherin:</a:t>
            </a:r>
          </a:p>
          <a:p>
            <a:r>
              <a:t>Die Resource API ist eine der wichtigsten Neuerungen in Angular 19 und 21 für das Laden von Daten über das Netzwerk.</a:t>
            </a:r>
          </a:p>
          <a:p/>
          <a:p>
            <a:r>
              <a:t>Bisher musste man für HTTP-Abfragen immer RxJS-Observables abonnieren (per .subscribe() oder im Template mit der async-Pipe) und Ladezustände oder Fehlermeldungen manuell in separaten Variablen speichern. Die Resource API vereinfacht das drastisch:</a:t>
            </a:r>
          </a:p>
          <a:p>
            <a:r>
              <a:t>Mit Funktionen wie httpResource() oder rxResource() deklariert man eine Datenquelle. Angular kümmert sich vollautomatisch um das Absenden des Requests und stellt das Ergebnis direkt als Signals bereit: value() für die geladenen Daten, isLoading() als boolescher Ladeindikator und error() für eventuelle Netzwerkfehler.</a:t>
            </a:r>
          </a:p>
          <a:p>
            <a:r>
              <a:t>Ändert sich ein Parameter (zum Beispiel die ID des Kunden in der URL), bricht die Resource den alten Request automatisch ab und lädt die neuen Daten nach. Das spart viel fehleranfälligen Code.</a:t>
            </a:r>
          </a:p>
        </p:txBody>
      </p:sp>
      <p:sp>
        <p:nvSpPr>
          <p:cNvPr id="4" name="Slide Number Placeholder 3"/>
          <p:cNvSpPr>
            <a:spLocks noGrp="1"/>
          </p:cNvSpPr>
          <p:nvPr>
            <p:ph type="sldNum" idx="66"/>
          </p:nvPr>
        </p:nvSpPr>
        <p:spPr/>
      </p:sp>
    </p:spTree>
  </p:cSld>
  <p:clrMapOvr>
    <a:masterClrMapping/>
  </p:clrMapOvr>
</p:notes>
</file>

<file path=ppt/notesSlides/notesSlide2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„Beispiel: httpResource &amp; rxResource“.</a:t>
            </a:r>
          </a:p>
          <a:p/>
          <a:p>
            <a:r>
              <a:t>Erklärung für die Dolmetscherin:</a:t>
            </a:r>
          </a:p>
          <a:p>
            <a:r>
              <a:t>Diese Folie zeigt konkreten TypeScript-Code für den Einsatz der beiden Resource-Funktionen.</a:t>
            </a:r>
          </a:p>
          <a:p/>
          <a:p>
            <a:r>
              <a:t>Oberer Block: In der Kundenliste reicht ein Einzeiler mit httpResource('/api/customer'). Angular liefert die Daten als Signal customers und den Ladestatus als Signal isLoading.</a:t>
            </a:r>
          </a:p>
          <a:p/>
          <a:p>
            <a:r>
              <a:t>Unterer Block: In der Detail-Komponente wird rxResource verwendet. Über params: () =&gt; this.id() wird der Datenstrom an das Signal-Input der URL gebunden. Sobald der Anwender einen anderen Kunden anklickt, wird stream ausgeführt und der passende Kunde geladen. Im Template kann man direkt @if (isLoading()) und @if (customer()) verwenden.</a:t>
            </a:r>
          </a:p>
        </p:txBody>
      </p:sp>
      <p:sp>
        <p:nvSpPr>
          <p:cNvPr id="4" name="Slide Number Placeholder 3"/>
          <p:cNvSpPr>
            <a:spLocks noGrp="1"/>
          </p:cNvSpPr>
          <p:nvPr>
            <p:ph type="sldNum" idx="66"/>
          </p:nvPr>
        </p:nvSpPr>
        <p:spPr/>
      </p:sp>
    </p:spTree>
  </p:cSld>
  <p:clrMapOvr>
    <a:masterClrMapping/>
  </p:clrMapOvr>
</p:notes>
</file>

<file path=ppt/notesSlides/notesSlide2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„Übung 26: Resource API“.</a:t>
            </a:r>
          </a:p>
          <a:p/>
          <a:p>
            <a:r>
              <a:t>Erklärung für die Dolmetscherin:</a:t>
            </a:r>
          </a:p>
          <a:p>
            <a:r>
              <a:t>Dies ist die Aufgabenstellung für Übung 26 im Ordner 26_resourceApi.</a:t>
            </a:r>
          </a:p>
          <a:p/>
          <a:p>
            <a:r>
              <a:t>Die Teilnehmer modernisieren hier die Backend-Kommunikation der Schulungs-App:</a:t>
            </a:r>
          </a:p>
          <a:p>
            <a:r>
              <a:t>In der Kundenliste wird httpResource eingesetzt, um die Liste vom Server zu laden und Ladebalken anzuzeigen. In der Detailansicht wird rxResource eingesetzt, damit beim Klick auf einen Kunden die Details automatisch geladen werden, ohne dass man manuelle Subscriptions oder Lifecycle-Hooks verwalten muss.</a:t>
            </a:r>
          </a:p>
        </p:txBody>
      </p:sp>
      <p:sp>
        <p:nvSpPr>
          <p:cNvPr id="4" name="Slide Number Placeholder 3"/>
          <p:cNvSpPr>
            <a:spLocks noGrp="1"/>
          </p:cNvSpPr>
          <p:nvPr>
            <p:ph type="sldNum" idx="66"/>
          </p:nvPr>
        </p:nvSpPr>
        <p:spPr/>
      </p:sp>
    </p:spTree>
  </p:cSld>
  <p:clrMapOvr>
    <a:masterClrMapping/>
  </p:clrMapOvr>
</p:notes>
</file>

<file path=ppt/notesSlides/notesSlide2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„Bild-Optimierung mit NgOptimizedImage“.</a:t>
            </a:r>
          </a:p>
          <a:p/>
          <a:p>
            <a:r>
              <a:t>Erklärung für die Dolmetscherin:</a:t>
            </a:r>
          </a:p>
          <a:p>
            <a:r>
              <a:t>Diese Folie behandelt die eingebaute Angular-Direktive NgOptimizedImage zur Bildoptimierung.</a:t>
            </a:r>
          </a:p>
          <a:p/>
          <a:p>
            <a:r>
              <a:t>Bilder sind oft der größte Leistungsfresser im Web. Wenn ein normales &lt;img&gt;-Tag ohne Größenangaben geladen wird, springt das Layout beim Laden plötzlich hin und her – das nennt man Layout Shift und stört Nutzer sehr.</a:t>
            </a:r>
          </a:p>
          <a:p/>
          <a:p>
            <a:r>
              <a:t>NgOptimizedImage löst das: Man schreibt [ngSrc] statt [src]. Angular erzwingt feste Breiten- und Höhenangaben, lädt Bilder standardmäßig erst nach, wenn man zu ihnen scrollt (Lazy Loading), und lädt wichtige Bilder im sichtbaren Bereich mit höchster Priorität (priority-Attribut). Zudem warnt Angular in der Entwickler-Konsole, wenn Bilder falsch dimensioniert sind.</a:t>
            </a:r>
          </a:p>
        </p:txBody>
      </p:sp>
      <p:sp>
        <p:nvSpPr>
          <p:cNvPr id="4" name="Slide Number Placeholder 3"/>
          <p:cNvSpPr>
            <a:spLocks noGrp="1"/>
          </p:cNvSpPr>
          <p:nvPr>
            <p:ph type="sldNum" idx="66"/>
          </p:nvPr>
        </p:nvSpPr>
        <p:spPr/>
      </p:sp>
    </p:spTree>
  </p:cSld>
  <p:clrMapOvr>
    <a:masterClrMapping/>
  </p:clrMapOvr>
</p:notes>
</file>

<file path=ppt/notesSlides/notesSlide2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„Beispiel: NgOptimizedImage“.</a:t>
            </a:r>
          </a:p>
          <a:p/>
          <a:p>
            <a:r>
              <a:t>Erklärung für die Dolmetscherin:</a:t>
            </a:r>
          </a:p>
          <a:p>
            <a:r>
              <a:t>Diese Folie zeigt die praktische Anwendung im Code:</a:t>
            </a:r>
          </a:p>
          <a:p>
            <a:r>
              <a:t>1. NgOptimizedImage wird aus @angular/common importiert und in das imports-Array der Komponente eingetragen.</a:t>
            </a:r>
          </a:p>
          <a:p>
            <a:r>
              <a:t>2. Im HTML-Template wird das Attribut [ngSrc] mit der Bild-URL belegt.</a:t>
            </a:r>
          </a:p>
          <a:p>
            <a:r>
              <a:t>3. width="200" und height="200" teilen dem Browser die genaue Pixelgröße mit.</a:t>
            </a:r>
          </a:p>
          <a:p>
            <a:r>
              <a:t>4. Das Attribut priority kennzeichnet das Bild als wichtig, sodass der Browser es sofort ohne Verzögerung herunterlädt.</a:t>
            </a:r>
          </a:p>
        </p:txBody>
      </p:sp>
      <p:sp>
        <p:nvSpPr>
          <p:cNvPr id="4" name="Slide Number Placeholder 3"/>
          <p:cNvSpPr>
            <a:spLocks noGrp="1"/>
          </p:cNvSpPr>
          <p:nvPr>
            <p:ph type="sldNum" idx="66"/>
          </p:nvPr>
        </p:nvSpPr>
        <p:spPr/>
      </p:sp>
    </p:spTree>
  </p:cSld>
  <p:clrMapOvr>
    <a:masterClrMapping/>
  </p:clrMapOvr>
</p:notes>
</file>

<file path=ppt/notesSlides/notesSlide2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„Übung 27: NgOptimizedImage“.</a:t>
            </a:r>
          </a:p>
          <a:p/>
          <a:p>
            <a:r>
              <a:t>Erklärung für die Dolmetscherin:</a:t>
            </a:r>
          </a:p>
          <a:p>
            <a:r>
              <a:t>Dies ist die Aufgabenstellung für Übung 27 im Ordner 27_ngOptimizedImage.</a:t>
            </a:r>
          </a:p>
          <a:p/>
          <a:p>
            <a:r>
              <a:t>Die Teilnehmer rüsten die Bildausgabe in den Kundendetails auf die moderne Direktive um. Dabei lernen sie, wie [ngSrc], feste Breiten-/Höhenangaben und das priority-Attribut zusammenspielen.</a:t>
            </a:r>
          </a:p>
        </p:txBody>
      </p:sp>
      <p:sp>
        <p:nvSpPr>
          <p:cNvPr id="4" name="Slide Number Placeholder 3"/>
          <p:cNvSpPr>
            <a:spLocks noGrp="1"/>
          </p:cNvSpPr>
          <p:nvPr>
            <p:ph type="sldNum" idx="66"/>
          </p:nvPr>
        </p:nvSpPr>
        <p:spPr/>
      </p:sp>
    </p:spTree>
  </p:cSld>
  <p:clrMapOvr>
    <a:masterClrMapping/>
  </p:clrMapOvr>
</p:notes>
</file>

<file path=ppt/notesSlides/notesSlide3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„Signal Queries: viewChild &amp; contentChild“.</a:t>
            </a:r>
          </a:p>
          <a:p/>
          <a:p>
            <a:r>
              <a:t>Erklärung für die Dolmetscherin:</a:t>
            </a:r>
          </a:p>
          <a:p>
            <a:r>
              <a:t>Diese Folie stellt die neuen Signal Queries in Angular vor.</a:t>
            </a:r>
          </a:p>
          <a:p/>
          <a:p>
            <a:r>
              <a:t>Manchmal muss eine Komponente direkt auf ein HTML-Element in ihrem eigenen Template zugreifen – zum Beispiel um den Tastatur-Fokus auf ein Suchfeld zu setzen oder eine Animation zu starten. Früher brauchte man dafür den Dekorator @ViewChild und musste warten, bis der Lifecycle-Hook ngAfterViewInit aufgerufen wurde.</a:t>
            </a:r>
          </a:p>
          <a:p/>
          <a:p>
            <a:r>
              <a:t>Mit viewChild() deklariert man eine solche Abfrage einfach als Signal. Angular befüllt das Signal automatisch, sobald das Element gerendert ist. Das ist viel einfacher, typsicher und funktioniert nahtlos mit allen anderen Signal-Funktionen.</a:t>
            </a:r>
          </a:p>
        </p:txBody>
      </p:sp>
      <p:sp>
        <p:nvSpPr>
          <p:cNvPr id="4" name="Slide Number Placeholder 3"/>
          <p:cNvSpPr>
            <a:spLocks noGrp="1"/>
          </p:cNvSpPr>
          <p:nvPr>
            <p:ph type="sldNum" idx="66"/>
          </p:nvPr>
        </p:nvSpPr>
        <p:spPr/>
      </p:sp>
    </p:spTree>
  </p:cSld>
  <p:clrMapOvr>
    <a:masterClrMapping/>
  </p:clrMapOvr>
</p:notes>
</file>

<file path=ppt/notesSlides/notesSlide3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„Beispiel: DOM-Zugriff mit viewChild()“.</a:t>
            </a:r>
          </a:p>
          <a:p/>
          <a:p>
            <a:r>
              <a:t>Erklärung für die Dolmetscherin:</a:t>
            </a:r>
          </a:p>
          <a:p>
            <a:r>
              <a:t>Diese Folie zeigt ein konkretes Code-Beispiel für ein Suchfeld:</a:t>
            </a:r>
          </a:p>
          <a:p>
            <a:r>
              <a:t>Im Template erhält das &lt;input&gt;-Feld eine Markierung mit #searchInput. In der TypeScript-Klasse wird searchInput = viewChild('searchInput') deklariert. Klickt der Anwender auf Zurücksetzen, liest die Methode resetSearch das Signal mit this.searchInput() aus und setzt über .nativeElement.focus() den Eingabefokus direkt wieder in das Feld.</a:t>
            </a:r>
          </a:p>
        </p:txBody>
      </p:sp>
      <p:sp>
        <p:nvSpPr>
          <p:cNvPr id="4" name="Slide Number Placeholder 3"/>
          <p:cNvSpPr>
            <a:spLocks noGrp="1"/>
          </p:cNvSpPr>
          <p:nvPr>
            <p:ph type="sldNum" idx="66"/>
          </p:nvPr>
        </p:nvSpPr>
        <p:spPr/>
      </p:sp>
    </p:spTree>
  </p:cSld>
  <p:clrMapOvr>
    <a:masterClrMapping/>
  </p:clrMapOvr>
</p:notes>
</file>

<file path=ppt/notesSlides/notesSlide3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„Übung 28: viewChild()“.</a:t>
            </a:r>
          </a:p>
          <a:p/>
          <a:p>
            <a:r>
              <a:t>Erklärung für die Dolmetscherin:</a:t>
            </a:r>
          </a:p>
          <a:p>
            <a:r>
              <a:t>Dies ist die Aufgabenstellung für Übung 28 im Ordner 28_viewChild.</a:t>
            </a:r>
          </a:p>
          <a:p/>
          <a:p>
            <a:r>
              <a:t>Die Teilnehmer bauen eine Filterfunktion in die Kundenliste ein und nutzen viewChild(), um nach dem Löschen des Filters den Eingabefokus programmatisch wieder auf das Suchfeld zu setzen.</a:t>
            </a:r>
          </a:p>
        </p:txBody>
      </p:sp>
      <p:sp>
        <p:nvSpPr>
          <p:cNvPr id="4" name="Slide Number Placeholder 3"/>
          <p:cNvSpPr>
            <a:spLocks noGrp="1"/>
          </p:cNvSpPr>
          <p:nvPr>
            <p:ph type="sldNum" idx="66"/>
          </p:nvPr>
        </p:nvSpPr>
        <p:spPr/>
      </p:sp>
    </p:spTree>
  </p:cSld>
  <p:clrMapOvr>
    <a:masterClrMapping/>
  </p:clrMapOvr>
</p:notes>
</file>

<file path=ppt/notesSlides/notesSlide3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„Komponenten-Komposition mit &lt;ng-content&gt;“.</a:t>
            </a:r>
          </a:p>
          <a:p/>
          <a:p>
            <a:r>
              <a:t>Erklärung für die Dolmetscherin:</a:t>
            </a:r>
          </a:p>
          <a:p>
            <a:r>
              <a:t>Diese Folie erklärt das Konzept der Content Projection in Angular.</a:t>
            </a:r>
          </a:p>
          <a:p/>
          <a:p>
            <a:r>
              <a:t>Content Projection bedeutet, dass eine Elternkomponente beliebigen HTML-Inhalt in das Innere einer Kindkomponente hineinstecken kann – ähnlich wie ein Bilderrahmen, in den man verschiedene Bilder einsetzt. Die Kindkomponente definiert mit dem Tag &lt;ng-content&gt; die Stellen, an denen der hineingereichte Inhalt erscheinen soll.</a:t>
            </a:r>
          </a:p>
          <a:p/>
          <a:p>
            <a:r>
              <a:t>Über das select-Attribut kann man mehrere getrennte Fächer (Slots) anlegen: zum Beispiel einen Bereich für die Überschrift, einen Hauptbereich für den Inhalt und einen Fußbereich für Buttons. Das ermöglicht saubere, wiederverwendbare Design-Komponenten.</a:t>
            </a:r>
          </a:p>
        </p:txBody>
      </p:sp>
      <p:sp>
        <p:nvSpPr>
          <p:cNvPr id="4" name="Slide Number Placeholder 3"/>
          <p:cNvSpPr>
            <a:spLocks noGrp="1"/>
          </p:cNvSpPr>
          <p:nvPr>
            <p:ph type="sldNum" idx="66"/>
          </p:nvPr>
        </p:nvSpPr>
        <p:spPr/>
      </p:sp>
    </p:spTree>
  </p:cSld>
  <p:clrMapOvr>
    <a:masterClrMapping/>
  </p:clrMapOvr>
</p:notes>
</file>

<file path=ppt/notesSlides/notesSlide3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„Beispiel: Multi-Slot Content Projection“.</a:t>
            </a:r>
          </a:p>
          <a:p/>
          <a:p>
            <a:r>
              <a:t>Erklärung für die Dolmetscherin:</a:t>
            </a:r>
          </a:p>
          <a:p>
            <a:r>
              <a:t>Diese Folie zeigt das Zusammenspiel von CardComponent und Elterntemplate im Code:</a:t>
            </a:r>
          </a:p>
          <a:p>
            <a:r>
              <a:t>Oben: Die Card-Komponente stellt drei Slots bereit: [card-header], den Hauptslot ohne Einschränkung und [card-footer].</a:t>
            </a:r>
          </a:p>
          <a:p/>
          <a:p>
            <a:r>
              <a:t>Unten: Bei der Verwendung übergibt die Elternkomponente Elemente mit den passenden Attributen (card-header für die Überschrift, card-footer für den Speichern-Button) und packt das Formular einfach in den Hauptbereich. Angular ordnet jedes Element automatisch dem richtigen Slot zu.</a:t>
            </a:r>
          </a:p>
        </p:txBody>
      </p:sp>
      <p:sp>
        <p:nvSpPr>
          <p:cNvPr id="4" name="Slide Number Placeholder 3"/>
          <p:cNvSpPr>
            <a:spLocks noGrp="1"/>
          </p:cNvSpPr>
          <p:nvPr>
            <p:ph type="sldNum" idx="66"/>
          </p:nvPr>
        </p:nvSpPr>
        <p:spPr/>
      </p:sp>
    </p:spTree>
  </p:cSld>
  <p:clrMapOvr>
    <a:masterClrMapping/>
  </p:clrMapOvr>
</p:notes>
</file>

<file path=ppt/notesSlides/notesSlide3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„Übung 29: Content Projection“.</a:t>
            </a:r>
          </a:p>
          <a:p/>
          <a:p>
            <a:r>
              <a:t>Erklärung für die Dolmetscherin:</a:t>
            </a:r>
          </a:p>
          <a:p>
            <a:r>
              <a:t>Dies ist die Aufgabenstellung für Übung 29 im Ordner 29_contentProjection.</a:t>
            </a:r>
          </a:p>
          <a:p/>
          <a:p>
            <a:r>
              <a:t>Die Teilnehmer erstellen eine eigene wiederverwendbare Card-Komponente mit Multi-Slot Content Projection und betten die Kundendetails und Buttons strukturiert darin ein.</a:t>
            </a:r>
          </a:p>
        </p:txBody>
      </p:sp>
      <p:sp>
        <p:nvSpPr>
          <p:cNvPr id="4" name="Slide Number Placeholder 3"/>
          <p:cNvSpPr>
            <a:spLocks noGrp="1"/>
          </p:cNvSpPr>
          <p:nvPr>
            <p:ph type="sldNum" idx="66"/>
          </p:nvPr>
        </p:nvSpPr>
        <p:spPr/>
      </p:sp>
    </p:spTree>
  </p:cSld>
  <p:clrMapOvr>
    <a:masterClrMapping/>
  </p:clrMapOvr>
</p:notes>
</file>

<file path=ppt/notesSlides/notesSlide3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„Server-Side Rendering (SSR) &amp; Hydration“.</a:t>
            </a:r>
          </a:p>
          <a:p/>
          <a:p>
            <a:r>
              <a:t>Erklärung für die Dolmetscherin:</a:t>
            </a:r>
          </a:p>
          <a:p>
            <a:r>
              <a:t>Diese Folie gibt einen Überblick über Server-Side Rendering (SSR) und Hydration in modernen Angular-Versionen.</a:t>
            </a:r>
          </a:p>
          <a:p/>
          <a:p>
            <a:r>
              <a:t>Klassische Single-Page-Apps senden zunächst eine fast leere HTML-Seite an den Browser, und erst wenn das gesamte JavaScript geladen ist, wird die Seite sichtbar. Das ist schlecht für Suchmaschinen und langsame Mobilgeräte.</a:t>
            </a:r>
          </a:p>
          <a:p/>
          <a:p>
            <a:r>
              <a:t>Mit SSR rendert der Server die fertige HTML-Seite vorab. Der Nutzer sieht die Seite sofort (schneller First Contentful Paint). Im Hintergrund lädt Angular das JavaScript und verknüpft die interaktiven Funktionen mit dem bestehenden HTML – das nennt man Hydration (ohne Flackern). Mit Event Replay merkt sich Angular sogar Klicks, die der Anwender während des Ladens macht, und führt sie direkt nach der Hydration aus.</a:t>
            </a:r>
          </a:p>
        </p:txBody>
      </p:sp>
      <p:sp>
        <p:nvSpPr>
          <p:cNvPr id="4" name="Slide Number Placeholder 3"/>
          <p:cNvSpPr>
            <a:spLocks noGrp="1"/>
          </p:cNvSpPr>
          <p:nvPr>
            <p:ph type="sldNum" idx="66"/>
          </p:nvPr>
        </p:nvSpPr>
        <p:spPr/>
      </p:sp>
    </p:spTree>
  </p:cSld>
  <p:clrMapOvr>
    <a:masterClrMapping/>
  </p:clrMapOvr>
</p:notes>
</file>

<file path=ppt/notesSlides/notesSlide3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„Funktionale Route Guards“.</a:t>
            </a:r>
          </a:p>
          <a:p/>
          <a:p>
            <a:r>
              <a:t>Erklärung für die Dolmetscherin:</a:t>
            </a:r>
          </a:p>
          <a:p>
            <a:r>
              <a:t>Route Guards schützen bestimmte Seiten oder Routen vor unberechtigtem Zugriff – zum Beispiel darf ein Anwender die Kundendaten nur sehen, wenn er eingeloggt ist.</a:t>
            </a:r>
          </a:p>
          <a:p/>
          <a:p>
            <a:r>
              <a:t>In älteren Angular-Versionen musste man dafür eine ganze TypeScript-Klasse mit dem Interface CanActivate schreiben. In modernem Angular reicht eine einfache Funktion: export const authGuard: CanActivateFn = () =&gt; { ... }.</a:t>
            </a:r>
          </a:p>
          <a:p>
            <a:r>
              <a:t>Über inject() holt sich der Guard den AuthService und den Router. Ist der Nutzer eingeloggt, gibt er true zurück. Andernfalls leitet er per router.navigate(["/login"]) auf die Login-Seite um und gibt false zurück.</a:t>
            </a:r>
          </a:p>
          <a:p>
            <a:r>
              <a:t>In der Routen-Konfiguration wird der Guard einfach im canActivate-Array eingetragen: canActivate: [authGuard].</a:t>
            </a:r>
          </a:p>
        </p:txBody>
      </p:sp>
      <p:sp>
        <p:nvSpPr>
          <p:cNvPr id="4" name="Slide Number Placeholder 3"/>
          <p:cNvSpPr>
            <a:spLocks noGrp="1"/>
          </p:cNvSpPr>
          <p:nvPr>
            <p:ph type="sldNum" idx="66"/>
          </p:nvPr>
        </p:nvSpPr>
        <p:spPr/>
      </p:sp>
    </p:spTree>
  </p:cSld>
  <p:clrMapOvr>
    <a:masterClrMapping/>
  </p:clrMapOvr>
</p:notes>
</file>

<file path=ppt/notesSlides/notesSlide3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„Funktionale HTTP-Interceptors“.</a:t>
            </a:r>
          </a:p>
          <a:p/>
          <a:p>
            <a:r>
              <a:t>Erklärung für die Dolmetscherin:</a:t>
            </a:r>
          </a:p>
          <a:p>
            <a:r>
              <a:t>Ein HTTP-Interceptor fängt alle ausgehenden Netzwerkanfragen und eingehenden Antworten ab – ähnlich wie eine Zollkontrolle oder ein Postprüfer.</a:t>
            </a:r>
          </a:p>
          <a:p/>
          <a:p>
            <a:r>
              <a:t>Typische Aufgaben sind das Protokollieren von Anfragen (Logging), das automatische Hinzufügen von Sicherheits-Tokens (Auth-Header) oder die zentrale Behandlung von Serverfehlern.</a:t>
            </a:r>
          </a:p>
          <a:p/>
          <a:p>
            <a:r>
              <a:t>Auch hier nutzt modernes Angular eine einfache funktionale Schreibweise: export const loggingInterceptor: HttpInterceptorFn = (req, next) =&gt; { ... }.</a:t>
            </a:r>
          </a:p>
          <a:p>
            <a:r>
              <a:t>Mit next(req) wird die Anfrage weitergereicht. Über RxJS-Operatoren wie tap() kann die Dauer und das Ergebnis des Requests in der Konsole ausgegeben werden.</a:t>
            </a:r>
          </a:p>
          <a:p>
            <a:r>
              <a:t>Die Registrierung erfolgt in main.ts über provideHttpClient(withInterceptors([loggingInterceptor])).</a:t>
            </a:r>
          </a:p>
        </p:txBody>
      </p:sp>
      <p:sp>
        <p:nvSpPr>
          <p:cNvPr id="4" name="Slide Number Placeholder 3"/>
          <p:cNvSpPr>
            <a:spLocks noGrp="1"/>
          </p:cNvSpPr>
          <p:nvPr>
            <p:ph type="sldNum" idx="66"/>
          </p:nvPr>
        </p:nvSpPr>
        <p:spPr/>
      </p:sp>
    </p:spTree>
  </p:cSld>
  <p:clrMapOvr>
    <a:masterClrMapping/>
  </p:clrMapOvr>
</p:notes>
</file>

<file path=ppt/notesSlides/notesSlide3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„Übung 25: Funktionale Guards &amp; Interceptors“.</a:t>
            </a:r>
          </a:p>
          <a:p/>
          <a:p>
            <a:r>
              <a:t>Erklärung für die Dolmetscherin:</a:t>
            </a:r>
          </a:p>
          <a:p>
            <a:r>
              <a:t>Dies ist die Aufgabenstellung für Übung 25 im Ordner 25_httpInterceptorGuard.</a:t>
            </a:r>
          </a:p>
          <a:p/>
          <a:p>
            <a:r>
              <a:t>Die Teilnehmer schützen die Kundenrouten durch einen funktionalen Route Guard (authGuard) und erstellen eine Login-Komponente. Zudem implementieren sie einen funktionalen HTTP-Interceptor (loggingInterceptor), der alle HTTP-Aufrufe mit Zeitmessung in der Entwickler-Konsole protokolliert.</a:t>
            </a:r>
          </a:p>
        </p:txBody>
      </p:sp>
      <p:sp>
        <p:nvSpPr>
          <p:cNvPr id="4" name="Slide Number Placeholder 3"/>
          <p:cNvSpPr>
            <a:spLocks noGrp="1"/>
          </p:cNvSpPr>
          <p:nvPr>
            <p:ph type="sldNum" idx="66"/>
          </p:nvPr>
        </p:nvSpPr>
        <p:spPr/>
      </p:sp>
    </p:spTree>
  </p:cSld>
  <p:clrMapOvr>
    <a:masterClrMapping/>
  </p:clrMapOvr>
</p:notes>
</file>

<file path=ppt/notesSlides/notesSlide3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Kapitelübergangsfolie „Einordnung moderner Angular-Entwicklung“ – Dieses Kapitel ordnet Angular im heutigen Umfeld der Webentwicklung ein. Es zeigt, welche Grundideen Angular hat und wie sich die Denkweise in den letzten Jahren verändert hat. Danach beginnt die praktische Arbeit mit TypeScript.</a:t>
            </a:r>
          </a:p>
        </p:txBody>
      </p:sp>
      <p:sp>
        <p:nvSpPr>
          <p:cNvPr id="4" name="Slide Number Placeholder 3"/>
          <p:cNvSpPr>
            <a:spLocks noGrp="1"/>
          </p:cNvSpPr>
          <p:nvPr>
            <p:ph type="sldNum" idx="66"/>
          </p:nvPr>
        </p:nvSpPr>
        <p:spPr/>
      </p:sp>
    </p:spTree>
  </p:cSld>
  <p:clrMapOvr>
    <a:masterClrMapping/>
  </p:clrMapOvr>
</p:notes>
</file>

<file path=ppt/notesSlides/notesSlide3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„Wo steht Angular im Frontend-Umfeld?“.</a:t>
            </a:r>
          </a:p>
          <a:p/>
          <a:p>
            <a:r>
              <a:t>Werkzeuge für Weboberflächen lassen sich grob in drei Ebenen einteilen. „UI-Bibliotheken“, zum Beispiel „React“, kümmern sich nur um die Darstellung. Alles andere wählt das Team selbst aus. „Frameworks“, also Rahmenwerke, wie „Angular“ bringen viele weitere Bausteine mit. „Meta-Frameworks“ legen zusätzlich fest, wie Seiten auf dem Server erzeugt werden und wie das Projekt gebaut wird.</a:t>
            </a:r>
          </a:p>
          <a:p/>
          <a:p>
            <a:r>
              <a:t>Angular ist ein vollständiges Framework. Es enthält Navigation, Formulare, Netzwerkzugriffe, die Bereitstellung von Abhängigkeiten und ein Kommandozeilenwerkzeug. Ein Team muss dadurch weniger auswählen, bekommt aber mehr Regeln vorgegeben. Der Trainer fragt zu Beginn kurz nach der Vorerfahrung der Teilnehmer.</a:t>
            </a:r>
          </a:p>
        </p:txBody>
      </p:sp>
      <p:sp>
        <p:nvSpPr>
          <p:cNvPr id="4" name="Slide Number Placeholder 3"/>
          <p:cNvSpPr>
            <a:spLocks noGrp="1"/>
          </p:cNvSpPr>
          <p:nvPr>
            <p:ph type="sldNum" idx="66"/>
          </p:nvPr>
        </p:nvSpPr>
        <p:spPr/>
      </p:sp>
    </p:spTree>
  </p:cSld>
  <p:clrMapOvr>
    <a:masterClrMapping/>
  </p:clrMapOvr>
</p:notes>
</file>

<file path=ppt/notesSlides/notesSlide3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„Batteries included: Was Angular mitbringt“.</a:t>
            </a:r>
          </a:p>
          <a:p/>
          <a:p>
            <a:r>
              <a:t>„Batteries included“ ist ein englischer Ausdruck. Er bedeutet, dass die Batterien schon mitgeliefert werden. Für Angular heißt das: Die wichtigsten Bausteine sind bereits enthalten.</a:t>
            </a:r>
          </a:p>
          <a:p/>
          <a:p>
            <a:r>
              <a:t>Die Folie nennt sieben Bereiche. Angular hat einen eigenen Router für die Navigation und einen eigenen Client für Netzwerkzugriffe, den „HttpClient“. Dazu kommen Formulare, Zustandsverwaltung mit „Signals“, eine eingebaute Bereitstellung von Abhängigkeiten, ein Kommandozeilenwerkzeug und ein Test-Setup.</a:t>
            </a:r>
          </a:p>
          <a:p/>
          <a:p>
            <a:r>
              <a:t>In anderen Bibliotheken muss man diese Teile einzeln aussuchen. Die Folie nennt dafür jeweils bekannte Beispiele. Wichtig ist nur: Bei Angular kommt alles aus einer Hand.</a:t>
            </a:r>
          </a:p>
        </p:txBody>
      </p:sp>
      <p:sp>
        <p:nvSpPr>
          <p:cNvPr id="4" name="Slide Number Placeholder 3"/>
          <p:cNvSpPr>
            <a:spLocks noGrp="1"/>
          </p:cNvSpPr>
          <p:nvPr>
            <p:ph type="sldNum" idx="66"/>
          </p:nvPr>
        </p:nvSpPr>
        <p:spPr/>
      </p:sp>
    </p:spTree>
  </p:cSld>
  <p:clrMapOvr>
    <a:masterClrMapping/>
  </p:clrMapOvr>
</p:notes>
</file>

<file path=ppt/notesSlides/notesSlide3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„Einsatzgebiete: Wann passt Angular, wann nicht?“.</a:t>
            </a:r>
          </a:p>
          <a:p/>
          <a:p>
            <a:r>
              <a:t>Angular passt gut zu großen Anwendungen in Unternehmen, die viele Jahre gepflegt werden und an denen mehrere Teams arbeiten. Dazu gehören Dashboards und Fachanwendungen mit vielen Formularen. Weniger gut passt Angular für reine Inhaltsseiten wie Blogs und für sehr kleine Bausteine. Ein Team braucht außerdem Kenntnisse in „TypeScript“ und Zeit zum Einarbeiten.</a:t>
            </a:r>
          </a:p>
          <a:p/>
          <a:p>
            <a:r>
              <a:t>Für die Entscheidung helfen diese Fragen: Wie groß ist das Team? Wie lange soll die Anwendung leben? Welche Fähigkeiten sind vorhanden? Muss die Seite von Suchmaschinen gefunden werden? „SEO“ steht für Suchmaschinen-Optimierung.</a:t>
            </a:r>
          </a:p>
        </p:txBody>
      </p:sp>
      <p:sp>
        <p:nvSpPr>
          <p:cNvPr id="4" name="Slide Number Placeholder 3"/>
          <p:cNvSpPr>
            <a:spLocks noGrp="1"/>
          </p:cNvSpPr>
          <p:nvPr>
            <p:ph type="sldNum" idx="66"/>
          </p:nvPr>
        </p:nvSpPr>
        <p:spPr/>
      </p:sp>
    </p:spTree>
  </p:cSld>
  <p:clrMapOvr>
    <a:masterClrMapping/>
  </p:clrMapOvr>
</p:notes>
</file>

<file path=ppt/notesSlides/notesSlide3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„Architekturprinzipien von Angular“.</a:t>
            </a:r>
          </a:p>
          <a:p/>
          <a:p>
            <a:r>
              <a:t>Angular beruht auf fünf Grundideen. Erstens besteht die Oberfläche aus „Komponenten“. Eine Komponente hat eine Vorlage für das Aussehen, eine Klasse für die Logik und einen Stil. Zweitens bedeutet „Dependency Injection“, dass eine Komponente ihre Hilfsobjekte von Angular bekommt, statt sie selbst zu erzeugen. So lassen sie sich leicht austauschen, zum Beispiel in Tests.</a:t>
            </a:r>
          </a:p>
          <a:p/>
          <a:p>
            <a:r>
              <a:t>Drittens fließen Daten nur nach unten zu den Kind-Komponenten und Ereignisse nach oben. Viertens ist alles stark typisiert, der Compiler findet viele Fehler früh. Fünftens gibt Angular eine feste Struktur vor, deshalb finden sich neue Entwickler schnell zurecht.</a:t>
            </a:r>
          </a:p>
        </p:txBody>
      </p:sp>
      <p:sp>
        <p:nvSpPr>
          <p:cNvPr id="4" name="Slide Number Placeholder 3"/>
          <p:cNvSpPr>
            <a:spLocks noGrp="1"/>
          </p:cNvSpPr>
          <p:nvPr>
            <p:ph type="sldNum" idx="66"/>
          </p:nvPr>
        </p:nvSpPr>
        <p:spPr/>
      </p:sp>
    </p:spTree>
  </p:cSld>
  <p:clrMapOvr>
    <a:masterClrMapping/>
  </p:clrMapOvr>
</p:notes>
</file>

<file path=ppt/notesSlides/notesSlide3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„Die Angular-Denkweise heute“.</a:t>
            </a:r>
          </a:p>
          <a:p/>
          <a:p>
            <a:r>
              <a:t>Die Folie zeigt, wie sich die Arbeit mit Angular verändert hat. Der Leitgedanke ist: weniger „Boilerplate“, also weniger Code, der nur der Form dient, und mehr „Reaktivität“. Reaktiv bedeutet, dass die Oberfläche sich automatisch aktualisiert, wenn sich Daten ändern.</a:t>
            </a:r>
          </a:p>
          <a:p/>
          <a:p>
            <a:r>
              <a:t>Früher benutzte man „NgModule“, heute benutzt man „Standalone-Komponenten“, die ihre Abhängigkeiten selbst auflisten. Statt der alten Änderungserkennung mit „Zone.js“ verwendet man heute „Signals“, die genau melden, was sich geändert hat. Die Schreibweisen für Bedingungen und Schleifen im Template, für Eingaben und Ausgaben, für die Bereitstellung von Abhängigkeiten, für Guards und Interceptors sowie für Tests sind ebenfalls neu.</a:t>
            </a:r>
          </a:p>
          <a:p/>
          <a:p>
            <a:r>
              <a:t>Bestehende Projekte enthalten meistens noch die alte Schreibweise. Deshalb zeigt der Kurs am Ende in einem Legacy-Kapitel mit Übung 30 beide Welten.</a:t>
            </a:r>
          </a:p>
        </p:txBody>
      </p:sp>
      <p:sp>
        <p:nvSpPr>
          <p:cNvPr id="4" name="Slide Number Placeholder 3"/>
          <p:cNvSpPr>
            <a:spLocks noGrp="1"/>
          </p:cNvSpPr>
          <p:nvPr>
            <p:ph type="sldNum" idx="66"/>
          </p:nvPr>
        </p:nvSpPr>
        <p:spPr/>
      </p:sp>
    </p:spTree>
  </p:cSld>
  <p:clrMapOvr>
    <a:masterClrMapping/>
  </p:clrMapOvr>
</p:notes>
</file>

<file path=ppt/notesSlides/notesSlide3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„Entwicklung in Etappen“.</a:t>
            </a:r>
          </a:p>
          <a:p/>
          <a:p>
            <a:r>
              <a:t>Die Folie gibt einen groben Überblick über die Geschichte von Angular. Im Jahr 2016 erschien „Angular 2“ als vollständiger Neuentwurf gegenüber dem Vorgänger „AngularJS“. Danach kamen ein neuer Renderer namens „Ivy“, die „Standalone-Komponenten“, „Signals“ mit einer neuen Schreibweise für Bedingungen und Schleifen und schließlich der Betrieb ohne „Zone.js“, genannt „zoneless“. Seit Version 21 ist „Vitest“ der Standard für Tests.</a:t>
            </a:r>
          </a:p>
          <a:p/>
          <a:p>
            <a:r>
              <a:t>Angular veröffentlicht zwei neue Hauptversionen pro Jahr. Jede Version wird ungefähr 18 Monate unterstützt. Zum Aktualisieren gibt es den Befehl „ng update“, der den Code automatisch anpasst. Das vorhandene Wissen veraltet also nicht plötzlich, aber die empfohlenen Muster ändern sich. Deshalb lernt man im Kurs vor allem die Prinzipien.</a:t>
            </a:r>
          </a:p>
        </p:txBody>
      </p:sp>
      <p:sp>
        <p:nvSpPr>
          <p:cNvPr id="4" name="Slide Number Placeholder 3"/>
          <p:cNvSpPr>
            <a:spLocks noGrp="1"/>
          </p:cNvSpPr>
          <p:nvPr>
            <p:ph type="sldNum" idx="66"/>
          </p:nvPr>
        </p:nvSpPr>
        <p:spPr/>
      </p:sp>
    </p:spTree>
  </p:cSld>
  <p:clrMapOvr>
    <a:masterClrMapping/>
  </p:clrMapOvr>
</p:notes>
</file>

<file path=ppt/notesSlides/notesSlide3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„Toolchain im Überblick“.</a:t>
            </a:r>
          </a:p>
          <a:p/>
          <a:p>
            <a:r>
              <a:t>Die „Angular CLI“ ist das Kommandozeilenwerkzeug. Mit „ng new“ legt man ein Projekt an, mit „ng serve“ startet man die Anwendung lokal, mit „ng generate“ erzeugt man Code-Gerüste, mit „ng build“ baut man die fertige Anwendung, mit „ng test“ führt man Tests aus und mit „ng update“ aktualisiert man Angular.</a:t>
            </a:r>
          </a:p>
          <a:p/>
          <a:p>
            <a:r>
              <a:t>Zum Bauen verwendet Angular „esbuild“ und „Vite“. „HMR“ steht für „Hot Module Replacement“: Geänderter Code erscheint im Browser, ohne dass die ganze Seite neu geladen wird. „ESLint“ und „Prettier“ prüfen und formatieren den Code. Mit den „Angular DevTools“ kann man im Browser den Komponentenbaum ansehen.</a:t>
            </a:r>
          </a:p>
        </p:txBody>
      </p:sp>
      <p:sp>
        <p:nvSpPr>
          <p:cNvPr id="4" name="Slide Number Placeholder 3"/>
          <p:cNvSpPr>
            <a:spLocks noGrp="1"/>
          </p:cNvSpPr>
          <p:nvPr>
            <p:ph type="sldNum" idx="66"/>
          </p:nvPr>
        </p:nvSpPr>
        <p:spPr/>
      </p:sp>
    </p:spTree>
  </p:cSld>
  <p:clrMapOvr>
    <a:masterClrMapping/>
  </p:clrMapOvr>
</p:notes>
</file>

<file path=ppt/notesSlides/notesSlide3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„Der rote Faden: die Invoice-App“.</a:t>
            </a:r>
          </a:p>
          <a:p/>
          <a:p>
            <a:r>
              <a:t>In allen Übungen wird dieselbe Anwendung weiterentwickelt. Sie heißt „Invoice-App“ und ist eine Kundenverwaltung mit einer Liste, einer Detailansicht, einem Login und einer Anbindung an ein Backend.</a:t>
            </a:r>
          </a:p>
          <a:p/>
          <a:p>
            <a:r>
              <a:t>Jede Übung beginnt mit dem Ergebnis der vorherigen Übung. Die Ordner im Kursmaterial sind deshalb durchnummeriert und bauen aufeinander auf.</a:t>
            </a:r>
          </a:p>
          <a:p/>
          <a:p>
            <a:r>
              <a:t>Wer eine Übung nicht geschafft hat oder an einem Tag gefehlt hat, hat keinen Nachteil. Jeder Ordner enthält den fertigen Stand der Übung. Die nächste Übung kann deshalb immer im Ordner der vorigen Übung sauber beginnen. Jede Aufgabe nennt außerdem einen Zeitrichtwert, damit man die Zeit besser einteilen kann.</a:t>
            </a:r>
          </a:p>
          <a:p/>
          <a:p>
            <a:r>
              <a:t>Der Kurs hat fünf Teile: Zuerst die Grundlagen mit Komponenten, Templates, Services und Navigation. Dann Reaktivität und Datenfluss. Dann der Aufbau der Anwendung und die Verwaltung von Zustand. Danach Qualität, Tests und Wartbarkeit. Zum Schluss Performance, Sicherheit und die Arbeit mit künstlicher Intelligenz.</a:t>
            </a:r>
          </a:p>
        </p:txBody>
      </p:sp>
      <p:sp>
        <p:nvSpPr>
          <p:cNvPr id="4" name="Slide Number Placeholder 3"/>
          <p:cNvSpPr>
            <a:spLocks noGrp="1"/>
          </p:cNvSpPr>
          <p:nvPr>
            <p:ph type="sldNum" idx="66"/>
          </p:nvPr>
        </p:nvSpPr>
        <p:spPr/>
      </p:sp>
    </p:spTree>
  </p:cSld>
  <p:clrMapOvr>
    <a:masterClrMapping/>
  </p:clrMapOvr>
</p:notes>
</file>

<file path=ppt/notesSlides/notesSlide3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„Erwartungen und Vorerfahrung“.</a:t>
            </a:r>
          </a:p>
          <a:p/>
          <a:p>
            <a:r>
              <a:t>Diese Folie ist eine kurze Abfrage am ersten Tag und dauert fünf bis zehn Minuten. Der Trainer fragt jeden Teilnehmer: Wer hat schon Weboberflächen entwickelt und womit? Welche Anwendung soll nach dem Kurs mit Angular entstehen oder gepflegt werden? Welche zwei Themen sind besonders wichtig?</a:t>
            </a:r>
          </a:p>
          <a:p/>
          <a:p>
            <a:r>
              <a:t>Die Antworten schreibt der Trainer auf ein „Flipchart“. Das ist ein großes Blatt Papier auf einem Ständer. Am Ende des Kurses schaut die Gruppe noch einmal darauf und prüft, ob die Erwartungen erfüllt wurden.</a:t>
            </a:r>
          </a:p>
        </p:txBody>
      </p:sp>
      <p:sp>
        <p:nvSpPr>
          <p:cNvPr id="4" name="Slide Number Placeholder 3"/>
          <p:cNvSpPr>
            <a:spLocks noGrp="1"/>
          </p:cNvSpPr>
          <p:nvPr>
            <p:ph type="sldNum" idx="66"/>
          </p:nvPr>
        </p:nvSpPr>
        <p:spPr/>
      </p:sp>
    </p:spTree>
  </p:cSld>
  <p:clrMapOvr>
    <a:masterClrMapping/>
  </p:clrMapOvr>
</p:notes>
</file>

<file path=ppt/notesSlides/notesSlide3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„Theorie: Warum Komponenten aufteilen?“.</a:t>
            </a:r>
          </a:p>
          <a:p/>
          <a:p>
            <a:r>
              <a:t>Diese Folie beginnt einen kurzen Theorieteil. Er hat keine eigene Übung. Die Praxis dazu haben die Teilnehmer schon in den Übungen 7 bis 10 gemacht: Komponenten schachteln, Daten übergeben und Ereignisse zurückmelden.</a:t>
            </a:r>
          </a:p>
          <a:p/>
          <a:p>
            <a:r>
              <a:t>Die Grundregel lautet: Eine Komponente sollte nur einen Grund haben, sich zu ändern. Ist eine Komponente zu groß, ist sie schwer zu verstehen und schwer zu testen, und jede Änderung ist riskant. Ist sie zu klein, gibt es sehr viele Dateien, und man reicht ständig Daten weiter. Dann geht der Überblick verloren.</a:t>
            </a:r>
          </a:p>
          <a:p/>
          <a:p>
            <a:r>
              <a:t>Das Ziel ist, so zu teilen, dass eine Änderung möglichst nur an einer Stelle nötig ist.</a:t>
            </a:r>
          </a:p>
        </p:txBody>
      </p:sp>
      <p:sp>
        <p:nvSpPr>
          <p:cNvPr id="4" name="Slide Number Placeholder 3"/>
          <p:cNvSpPr>
            <a:spLocks noGrp="1"/>
          </p:cNvSpPr>
          <p:nvPr>
            <p:ph type="sldNum" idx="66"/>
          </p:nvPr>
        </p:nvSpPr>
        <p:spPr/>
      </p:sp>
    </p:spTree>
  </p:cSld>
  <p:clrMapOvr>
    <a:masterClrMapping/>
  </p:clrMapOvr>
</p:notes>
</file>

<file path=ppt/notesSlides/notesSlide3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„Theorie: Kriterien für die Aufteilung“.</a:t>
            </a:r>
          </a:p>
          <a:p/>
          <a:p>
            <a:r>
              <a:t>Die Folie nennt sechs Fragen, die bei der Entscheidung helfen, ob man eine Komponente aufteilen sollte. Zu jeder Frage gibt es ein Beispiel aus der Invoice-App.</a:t>
            </a:r>
          </a:p>
          <a:p/>
          <a:p>
            <a:r>
              <a:t>Die Fragen betreffen die Verantwortung, die Wiederverwendung und den Änderungsgrund. Die Kundenliste lädt zum Beispiel Daten, filtert sie und zeigt sie an. Das sind drei Aufgaben. Weitere Fragen betreffen die Lesbarkeit, die Testbarkeit und das Rendering. Ein Template über etwa 100 Zeilen passt nicht mehr auf einen Bildschirm. Braucht ein Test viel Vorbereitung, ist die Komponente wahrscheinlich zu groß.</a:t>
            </a:r>
          </a:p>
        </p:txBody>
      </p:sp>
      <p:sp>
        <p:nvSpPr>
          <p:cNvPr id="4" name="Slide Number Placeholder 3"/>
          <p:cNvSpPr>
            <a:spLocks noGrp="1"/>
          </p:cNvSpPr>
          <p:nvPr>
            <p:ph type="sldNum" idx="66"/>
          </p:nvPr>
        </p:nvSpPr>
        <p:spPr/>
      </p:sp>
    </p:spTree>
  </p:cSld>
  <p:clrMapOvr>
    <a:masterClrMapping/>
  </p:clrMapOvr>
</p:notes>
</file>

<file path=ppt/notesSlides/notesSlide3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„Theorie: Typische Fehlformen“.</a:t>
            </a:r>
          </a:p>
          <a:p/>
          <a:p>
            <a:r>
              <a:t>Die Folie zeigt vier typische Fehler. Eine „God Component“ ist eine Komponente, die alles selbst macht: Daten laden, Logik und Layout. „God“ ist das englische Wort für Gott und soll andeuten, dass die Komponente viel zu mächtig ist.</a:t>
            </a:r>
          </a:p>
          <a:p/>
          <a:p>
            <a:r>
              <a:t>„Prop Drilling“ bedeutet, dass Daten durch viele Ebenen von Komponenten durchgereicht werden, obwohl nur die letzte Ebene sie braucht. Besser ist ein gemeinsamer Service oder Content Projection, also das Einsetzen von Inhalt von außen.</a:t>
            </a:r>
          </a:p>
          <a:p/>
          <a:p>
            <a:r>
              <a:t>Das Gegenteil ist eine zu feine Teilung, bei der sogar ein einzelnes Textelement eine eigene Komponente bekommt. Der vierte Fehler ist die „verdeckte Kopplung“. Dabei greift eine Kind-Komponente heimlich auf die Eltern-Komponente zu, zum Beispiel mit „inject(ParentComponent)“ oder über das DOM. Dann hängen beide voneinander ab, ohne dass man es in der Schnittstelle sieht.</a:t>
            </a:r>
          </a:p>
        </p:txBody>
      </p:sp>
      <p:sp>
        <p:nvSpPr>
          <p:cNvPr id="4" name="Slide Number Placeholder 3"/>
          <p:cNvSpPr>
            <a:spLocks noGrp="1"/>
          </p:cNvSpPr>
          <p:nvPr>
            <p:ph type="sldNum" idx="66"/>
          </p:nvPr>
        </p:nvSpPr>
        <p:spPr/>
      </p:sp>
    </p:spTree>
  </p:cSld>
  <p:clrMapOvr>
    <a:masterClrMapping/>
  </p:clrMapOvr>
</p:notes>
</file>

<file path=ppt/notesSlides/notesSlide3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„Theorie: Container und Darstellungskomponenten“.</a:t>
            </a:r>
          </a:p>
          <a:p/>
          <a:p>
            <a:r>
              <a:t>Man unterscheidet zwei Arten von Komponenten. Ein „Container“, auf Englisch auch „smart“ genannt, kennt Services und lädt Daten. Er lässt sich selten an anderer Stelle wiederverwenden. Zum Testen ersetzt man die Services durch einfache Nachbauten, sogenannte „Mocks“.</a:t>
            </a:r>
          </a:p>
          <a:p/>
          <a:p>
            <a:r>
              <a:t>Eine „Darstellungskomponente“, auf Englisch „dumb“, kennt keine Services und keinen Router. Sie hat nur Eingaben mit „input()“ und Ausgaben mit „output()“. Deshalb ist sie oft wiederverwendbar und leicht zu testen. Das nächste Beispiel zeigt eine solche Komponente.</a:t>
            </a:r>
          </a:p>
        </p:txBody>
      </p:sp>
      <p:sp>
        <p:nvSpPr>
          <p:cNvPr id="4" name="Slide Number Placeholder 3"/>
          <p:cNvSpPr>
            <a:spLocks noGrp="1"/>
          </p:cNvSpPr>
          <p:nvPr>
            <p:ph type="sldNum" idx="66"/>
          </p:nvPr>
        </p:nvSpPr>
        <p:spPr/>
      </p:sp>
    </p:spTree>
  </p:cSld>
  <p:clrMapOvr>
    <a:masterClrMapping/>
  </p:clrMapOvr>
</p:notes>
</file>

<file path=ppt/notesSlides/notesSlide3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Codefolie „Theorie: Darstellungskomponente im Beispiel“.</a:t>
            </a:r>
          </a:p>
          <a:p/>
          <a:p>
            <a:r>
              <a:t>Das Beispiel zeigt eine Darstellungskomponente für einen Filter. Sie heißt „CustomerFilterComponent“ und besteht nur aus einem Eingabefeld.</a:t>
            </a:r>
          </a:p>
          <a:p/>
          <a:p>
            <a:r>
              <a:t>Der Eingang „value“ nimmt den aktuellen Filtertext von der Eltern-Komponente entgegen. Der Ausgang „changed“ meldet nach jeder Eingabe den neuen Text an die Eltern-Komponente zurück. Die Komponente speichert den Text nicht selbst. Sie kennt auch keinen Service und keinen Router.</a:t>
            </a:r>
          </a:p>
          <a:p/>
          <a:p>
            <a:r>
              <a:t>Dadurch kann man sie überall einsetzen, wo ein Filter gebraucht wird. Zum Testen reicht es, einen Wert zu setzen und zu prüfen, ob das Ereignis ausgelöst wird.</a:t>
            </a:r>
          </a:p>
        </p:txBody>
      </p:sp>
      <p:sp>
        <p:nvSpPr>
          <p:cNvPr id="4" name="Slide Number Placeholder 3"/>
          <p:cNvSpPr>
            <a:spLocks noGrp="1"/>
          </p:cNvSpPr>
          <p:nvPr>
            <p:ph type="sldNum" idx="66"/>
          </p:nvPr>
        </p:nvSpPr>
        <p:spPr/>
      </p:sp>
    </p:spTree>
  </p:cSld>
  <p:clrMapOvr>
    <a:masterClrMapping/>
  </p:clrMapOvr>
</p:notes>
</file>

<file path=ppt/notesSlides/notesSlide3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„Theorie: Schnittstellen sauber gestalten“.</a:t>
            </a:r>
          </a:p>
          <a:p/>
          <a:p>
            <a:r>
              <a:t>Die Schnittstelle einer Komponente besteht aus ihren Eingaben und Ausgaben. Sie soll klar und klein sein. „input.required“ markiert eine Eingabe als Pflicht, dann muss man im Template nicht prüfen, ob der Wert fehlt. Typen wie „Customer“ werden exportiert, und „any“, das jeden Typ erlaubt, wird vermieden. Ausgaben benennt man wie ein Ereignis, zum Beispiel „customerSelected“.</a:t>
            </a:r>
          </a:p>
          <a:p/>
          <a:p>
            <a:r>
              <a:t>Eingaben sind für das Kind nur lesbar. Will das Kind etwas ändern, meldet es das über eine Ausgabe. Das Modell „model()“ erlaubt beides und sollte bewusst eingesetzt werden. Lieber wenige klare Eingaben als ein riesiges Konfigurationsobjekt. Und die Eltern greifen nicht in das Innere des Kindes.</a:t>
            </a:r>
          </a:p>
        </p:txBody>
      </p:sp>
      <p:sp>
        <p:nvSpPr>
          <p:cNvPr id="4" name="Slide Number Placeholder 3"/>
          <p:cNvSpPr>
            <a:spLocks noGrp="1"/>
          </p:cNvSpPr>
          <p:nvPr>
            <p:ph type="sldNum" idx="66"/>
          </p:nvPr>
        </p:nvSpPr>
        <p:spPr/>
      </p:sp>
    </p:spTree>
  </p:cSld>
  <p:clrMapOvr>
    <a:masterClrMapping/>
  </p:clrMapOvr>
</p:notes>
</file>

<file path=ppt/notesSlides/notesSlide3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„Theorie: Checkliste „Soll ich aufteilen?““.</a:t>
            </a:r>
          </a:p>
          <a:p/>
          <a:p>
            <a:r>
              <a:t>Zum Abschluss des Theorieteils gibt es eine Checkliste mit fünf Fragen. Wenn man bei mehreren Fragen mit „Nein“ antwortet, lohnt sich eine Aufteilung.</a:t>
            </a:r>
          </a:p>
          <a:p/>
          <a:p>
            <a:r>
              <a:t>Erstens: Kann ich in einem Satz sagen, was die Komponente tut, ohne das Wort „und“ zu benutzen? Zweitens: Gibt es Teile, die ich an anderer Stelle wiederverwenden würde? Drittens: Ändern sich Teile aus unterschiedlichen Gründen? Viertens: Ist die Schnittstelle zur Eltern-Komponente klein und typisiert? Fünftens: Kann ich die Komponente für sich allein testen?</a:t>
            </a:r>
          </a:p>
          <a:p/>
          <a:p>
            <a:r>
              <a:t>Im Kompaktkurs wenden die Teilnehmer diese Fragen später in Übung 31 praktisch an.</a:t>
            </a:r>
          </a:p>
        </p:txBody>
      </p:sp>
      <p:sp>
        <p:nvSpPr>
          <p:cNvPr id="4" name="Slide Number Placeholder 3"/>
          <p:cNvSpPr>
            <a:spLocks noGrp="1"/>
          </p:cNvSpPr>
          <p:nvPr>
            <p:ph type="sldNum" idx="66"/>
          </p:nvPr>
        </p:nvSpPr>
        <p:spPr/>
      </p:sp>
    </p:spTree>
  </p:cSld>
  <p:clrMapOvr>
    <a:masterClrMapping/>
  </p:clrMapOvr>
</p:notes>
</file>

<file path=ppt/notesSlides/notesSlide3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„Template-Driven Forms: FormsModule und ngModel“.</a:t>
            </a:r>
          </a:p>
          <a:p/>
          <a:p>
            <a:r>
              <a:t>Es gibt in Angular zwei Arten von Formularen. Im Hauptpfad des Kurses benutzen wir die einfachere: „Template-Driven Forms“. Das Formular wird fast vollständig in der Vorlage, dem „Template“, beschrieben. Die Klasse bleibt schlank.</a:t>
            </a:r>
          </a:p>
          <a:p/>
          <a:p>
            <a:r>
              <a:t>Dazu importiert man das „FormsModule“ aus „@angular/forms“ im „imports“-Array der Komponente. Jedes Eingabefeld bekommt die Direktive „ngModel“ und ein „name“-Attribut. Ohne das „name“-Attribut meldet Angular einen Fehler.</a:t>
            </a:r>
          </a:p>
          <a:p/>
          <a:p>
            <a:r>
              <a:t>Mit einer Template-Referenz wie „#f="ngModel"“ greift man im Template auf den Zustand eines Feldes zu, zum Beispiel „invalid“ für ungültig, „dirty“ für verändert und „touched“ für schon angeklickt. Die zweite Art, „Reactive Forms“, folgt als Wahlthema am Ende des Kurses.</a:t>
            </a:r>
          </a:p>
        </p:txBody>
      </p:sp>
      <p:sp>
        <p:nvSpPr>
          <p:cNvPr id="4" name="Slide Number Placeholder 3"/>
          <p:cNvSpPr>
            <a:spLocks noGrp="1"/>
          </p:cNvSpPr>
          <p:nvPr>
            <p:ph type="sldNum" idx="66"/>
          </p:nvPr>
        </p:nvSpPr>
        <p:spPr/>
      </p:sp>
    </p:spTree>
  </p:cSld>
  <p:clrMapOvr>
    <a:masterClrMapping/>
  </p:clrMapOvr>
</p:notes>
</file>

<file path=ppt/notesSlides/notesSlide3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Codefolie „Template-Driven Form: Aufbau im Template“.</a:t>
            </a:r>
          </a:p>
          <a:p/>
          <a:p>
            <a:r>
              <a:t>Das Beispiel zeigt ein kleines Formular im Template. Zuerst prüft ein „@if“-Block, ob eine bearbeitbare Kopie des Kunden vorhanden ist, und gibt ihr den Namen „c“. Das „form“-Tag bekommt eine Template-Referenz „#customerForm="ngForm"“. Damit kann man auf den Zustand des ganzen Formulars zugreifen, zum Beispiel ob es gültig ist.</a:t>
            </a:r>
          </a:p>
          <a:p/>
          <a:p>
            <a:r>
              <a:t>Jedes Feld hat ein „name“-Attribut und eine zweiseitige Bindung mit „[(ngModel)]“. Zweiseitig heißt: Der Wert der Kopie erscheint im Feld, und was der Benutzer tippt, wird sofort in die Kopie geschrieben. Das Original des Kunden bleibt dabei unverändert. Wie die Kopie entsteht, erklärt die nächste Folie.</a:t>
            </a:r>
          </a:p>
        </p:txBody>
      </p:sp>
      <p:sp>
        <p:nvSpPr>
          <p:cNvPr id="4" name="Slide Number Placeholder 3"/>
          <p:cNvSpPr>
            <a:spLocks noGrp="1"/>
          </p:cNvSpPr>
          <p:nvPr>
            <p:ph type="sldNum" idx="66"/>
          </p:nvPr>
        </p:nvSpPr>
        <p:spPr/>
      </p:sp>
    </p:spTree>
  </p:cSld>
  <p:clrMapOvr>
    <a:masterClrMapping/>
  </p:clrMapOvr>
</p:notes>
</file>

<file path=ppt/notesSlides/notesSlide3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Codefolie „Bearbeitungskopie mit linkedSignal“.</a:t>
            </a:r>
          </a:p>
          <a:p/>
          <a:p>
            <a:r>
              <a:t>Beim Bearbeiten eines Kunden soll das geladene Original nicht verändert werden, während der Benutzer tippt. Deshalb arbeitet das Formular mit einer Kopie. Diese heißt hier „draft“, auf Deutsch Entwurf.</a:t>
            </a:r>
          </a:p>
          <a:p/>
          <a:p>
            <a:r>
              <a:t>„customer“ ist ein berechneter Wert. Er holt den Kunden zur aktuellen Kennung vom Service. „linkedSignal“ ist ein abgeleiteter Wert, der trotzdem beschrieben werden kann. Am Anfang und immer dann, wenn sich das Original „customer“ ändert, wird „draft“ neu als Kopie des Originals berechnet. Dabei steht „{ ...customer }“ für eine flache Kopie mit allen Feldern. Wechselt der Benutzer zu einem anderen Kunden, ist der Entwurf also automatisch wieder frisch.</a:t>
            </a:r>
          </a:p>
        </p:txBody>
      </p:sp>
      <p:sp>
        <p:nvSpPr>
          <p:cNvPr id="4" name="Slide Number Placeholder 3"/>
          <p:cNvSpPr>
            <a:spLocks noGrp="1"/>
          </p:cNvSpPr>
          <p:nvPr>
            <p:ph type="sldNum" idx="66"/>
          </p:nvPr>
        </p:nvSpPr>
        <p:spPr/>
      </p:sp>
    </p:spTree>
  </p:cSld>
  <p:clrMapOvr>
    <a:masterClrMapping/>
  </p:clrMapOvr>
</p:notes>
</file>

<file path=ppt/notesSlides/notesSlide3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„Template-Driven oder Reactive Forms?“.</a:t>
            </a:r>
          </a:p>
          <a:p/>
          <a:p>
            <a:r>
              <a:t>Beide Arten von Formularen lösen dieselbe Aufgabe, aber an unterschiedlichen Stellen. Bei „Template-Driven Forms“ steht die Beschreibung im Template. Das braucht wenig Code und ist für einfache Formulare gut geeignet.</a:t>
            </a:r>
          </a:p>
          <a:p/>
          <a:p>
            <a:r>
              <a:t>Bei „Reactive Forms“ baut man das Formular in der Klasse mit Objekten wie „FormGroup“ und „FormControl“ auf. Das gibt mehr Kontrolle. Es lohnt sich besonders, wenn Felder dynamisch hinzukommen, wenn viele Felder voneinander abhängen oder wenn die Regeln sehr komplex sind.</a:t>
            </a:r>
          </a:p>
          <a:p/>
          <a:p>
            <a:r>
              <a:t>Beide Varianten kennen dieselben Zustände und dieselben Validatoren. Im Hauptpfad des Kurses bauen wir in Übung 22 ein Template-Driven Form. Die Reactive Forms folgen als Wahlthema am Ende des Kurses mit der Wahlübung Z1.</a:t>
            </a:r>
          </a:p>
        </p:txBody>
      </p:sp>
      <p:sp>
        <p:nvSpPr>
          <p:cNvPr id="4" name="Slide Number Placeholder 3"/>
          <p:cNvSpPr>
            <a:spLocks noGrp="1"/>
          </p:cNvSpPr>
          <p:nvPr>
            <p:ph type="sldNum" idx="66"/>
          </p:nvPr>
        </p:nvSpPr>
        <p:spPr/>
      </p:sp>
    </p:spTree>
  </p:cSld>
  <p:clrMapOvr>
    <a:masterClrMapping/>
  </p:clrMapOvr>
</p:notes>
</file>

<file path=ppt/notesSlides/notesSlide3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„Validierung mit HTML-Attributen“.</a:t>
            </a:r>
          </a:p>
          <a:p/>
          <a:p>
            <a:r>
              <a:t>Bei „Template-Driven Forms“ legt man die Prüfregeln als normale HTML-Attribute an das Eingabefeld. „required“ macht ein Feld zum Pflichtfeld. „pattern“ verlangt, dass die Eingabe zu einem „regulären Ausdruck“ passt. Das ist ein Muster für erlaubte Zeichen. Zum Beispiel erlaubt „[0-9]*“ nur aus Ziffern, also eine deutsche Postleitzahl. „minlength“ und „maxlength“ legen die kleinste und die größte Länge fest, und „email“ prüft das Aussehen einer E-Mail-Adresse.</a:t>
            </a:r>
          </a:p>
          <a:p/>
          <a:p>
            <a:r>
              <a:t>Angular erkennt diese Attribute und prüft die Eingabe automatisch. Das Ergebnis steht im Zustand des Feldes.</a:t>
            </a:r>
          </a:p>
          <a:p/>
          <a:p>
            <a:r>
              <a:t>Wichtig bleibt, was wir vorher besprochen haben: Die Prüfung im Browser dient der Bedienung, die Prüfung im Server dient der Sicherheit. Beide sind nötig.</a:t>
            </a:r>
          </a:p>
        </p:txBody>
      </p:sp>
      <p:sp>
        <p:nvSpPr>
          <p:cNvPr id="4" name="Slide Number Placeholder 3"/>
          <p:cNvSpPr>
            <a:spLocks noGrp="1"/>
          </p:cNvSpPr>
          <p:nvPr>
            <p:ph type="sldNum" idx="66"/>
          </p:nvPr>
        </p:nvSpPr>
        <p:spPr/>
      </p:sp>
    </p:spTree>
  </p:cSld>
  <p:clrMapOvr>
    <a:masterClrMapping/>
  </p:clrMapOvr>
</p:notes>
</file>

<file path=ppt/notesSlides/notesSlide3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„Feldzustände: dirty, touched und invalid“.</a:t>
            </a:r>
          </a:p>
          <a:p/>
          <a:p>
            <a:r>
              <a:t>Jedes Feld hat mehrere Zustände, die unabhängig voneinander sind. „touched“ bedeutet, das Feld wurde schon einmal angeklickt und wieder verlassen. „dirty“ bedeutet, der Wert wurde verändert. „valid“ bedeutet gültig, „invalid“ ungültig. Die Gegenstücke heißen „untouched“ und „pristine“, also unberührt.</a:t>
            </a:r>
          </a:p>
          <a:p/>
          <a:p>
            <a:r>
              <a:t>Das Objekt „errors“ sagt genau, welche Regel verletzt wurde, zum Beispiel „required“ oder „pattern“. Angular setzt außerdem CSS-Klassen wie „ng-invalid“ und „ng-dirty“ an das Feld. Eine Fehlermeldung zeigt man erst, wenn der Benutzer das Feld verändert hat. Sonst sieht ein leeres Formular beim Öffnen voller Fehler aus.</a:t>
            </a:r>
          </a:p>
        </p:txBody>
      </p:sp>
      <p:sp>
        <p:nvSpPr>
          <p:cNvPr id="4" name="Slide Number Placeholder 3"/>
          <p:cNvSpPr>
            <a:spLocks noGrp="1"/>
          </p:cNvSpPr>
          <p:nvPr>
            <p:ph type="sldNum" idx="66"/>
          </p:nvPr>
        </p:nvSpPr>
        <p:spPr/>
      </p:sp>
    </p:spTree>
  </p:cSld>
  <p:clrMapOvr>
    <a:masterClrMapping/>
  </p:clrMapOvr>
</p:notes>
</file>

<file path=ppt/notesSlides/notesSlide3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Codefolie „Fehlermeldung und Formularzustand“.</a:t>
            </a:r>
          </a:p>
          <a:p/>
          <a:p>
            <a:r>
              <a:t>Das Beispiel erweitert das Formular um Prüfregeln. Das erste Feld hat das Attribut „required“, es ist also ein Pflichtfeld. Mit „#firstname="ngModel"“ bekommt das Template Zugriff auf den Zustand dieses Feldes. Darunter steht ein „@if“-Block. Er zeigt die Fehlermeldung nur, wenn das Feld ungültig ist und der Benutzer es bereits verändert hat.</a:t>
            </a:r>
          </a:p>
          <a:p/>
          <a:p>
            <a:r>
              <a:t>Das zweite Feld hat das Attribut „pattern“ mit dem Muster „[0-9]*“. Das bedeutet: Es sind nur Ziffern erlaubt. Auch hier gibt es eine Fehlermeldung unter denselben Bedingungen.</a:t>
            </a:r>
          </a:p>
          <a:p/>
          <a:p>
            <a:r>
              <a:t>Zum Schluss gibt eine Zeile den Zustand des ganzen Formulars aus, „gültig“ oder „ungültig“. In Übung 23 kommt der Speichern-Button dazu. Er wird mit „[disabled]="customerForm.invalid"“ deaktiviert, solange das Formular ungültig ist.</a:t>
            </a:r>
          </a:p>
        </p:txBody>
      </p:sp>
      <p:sp>
        <p:nvSpPr>
          <p:cNvPr id="4" name="Slide Number Placeholder 3"/>
          <p:cNvSpPr>
            <a:spLocks noGrp="1"/>
          </p:cNvSpPr>
          <p:nvPr>
            <p:ph type="sldNum" idx="66"/>
          </p:nvPr>
        </p:nvSpPr>
        <p:spPr/>
      </p:sp>
    </p:spTree>
  </p:cSld>
  <p:clrMapOvr>
    <a:masterClrMapping/>
  </p:clrMapOvr>
</p:notes>
</file>

<file path=ppt/notesSlides/notesSlide3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„Übung 22: Kunde bearbeiten (Template-Driven Form)“.</a:t>
            </a:r>
          </a:p>
          <a:p/>
          <a:p>
            <a:r>
              <a:t>Erklärung für die Dolmetscherin:</a:t>
            </a:r>
          </a:p>
          <a:p>
            <a:r>
              <a:t>Dies ist die Aufgabenstellung für Übung 22 im Ordner 22_forms. Die Teilnehmer bauen in der Detailansicht ein Formular, mit dem ein Kunde bearbeitet werden kann.</a:t>
            </a:r>
          </a:p>
          <a:p/>
          <a:p>
            <a:r>
              <a:t>Zuerst importieren sie das „FormsModule“. Dann legen sie mit „linkedSignal“ eine bearbeitbare Kopie des Kunden an. Anschließend binden sie die Felder Vorname, Nachname, Straße, Postleitzahl und Stadt mit „ngModel“ an diese Kopie. Jedes Feld braucht ein „name“-Attribut.</a:t>
            </a:r>
          </a:p>
          <a:p/>
          <a:p>
            <a:r>
              <a:t>Danach fügen sie Prüfregeln als HTML-Attribute hinzu: Vor- und Nachname sind Pflichtfelder, die Postleitzahl darf nur aus Ziffern bestehen. Für jedes ungültige Feld erscheint eine Fehlermeldung, aber erst, wenn der Benutzer das Feld verändert hat. Zum Schluss geben sie den Zustand des ganzen Formulars aus, gültig oder ungültig, und prüfen im Browser, dass er sich richtig ändert. Der Speichern-Button und das Speichern über den Service folgen in Übung 23.</a:t>
            </a:r>
          </a:p>
        </p:txBody>
      </p:sp>
      <p:sp>
        <p:nvSpPr>
          <p:cNvPr id="4" name="Slide Number Placeholder 3"/>
          <p:cNvSpPr>
            <a:spLocks noGrp="1"/>
          </p:cNvSpPr>
          <p:nvPr>
            <p:ph type="sldNum" idx="66"/>
          </p:nvPr>
        </p:nvSpPr>
        <p:spPr/>
      </p:sp>
    </p:spTree>
  </p:cSld>
  <p:clrMapOvr>
    <a:masterClrMapping/>
  </p:clrMapOvr>
</p:notes>
</file>

<file path=ppt/notesSlides/notesSlide3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Kapitelübergangsfolie „Wahlthema: Reactive Forms“ – Ab hier folgt ein optionaler Abschnitt über „Reactive Forms“. Dabei wird das Formular nicht im Template, sondern in der Klasse mit „FormGroup“, „FormControl“ und „FormBuilder“ aufgebaut. Der Abschnitt gehört nicht zum Hauptpfad, denn dort verwenden wir ein Template-Driven Form. Er ist für Teilnehmer gedacht, die in ihrem Projekt Reactive Forms einsetzen oder das Thema vertiefen wollen. Die Wahlübung heißt Z1 und liegt im Ordner Z1_reactive_forms.</a:t>
            </a:r>
          </a:p>
        </p:txBody>
      </p:sp>
      <p:sp>
        <p:nvSpPr>
          <p:cNvPr id="4" name="Slide Number Placeholder 3"/>
          <p:cNvSpPr>
            <a:spLocks noGrp="1"/>
          </p:cNvSpPr>
          <p:nvPr>
            <p:ph type="sldNum" idx="66"/>
          </p:nvPr>
        </p:nvSpPr>
        <p:spPr/>
      </p:sp>
    </p:spTree>
  </p:cSld>
  <p:clrMapOvr>
    <a:masterClrMapping/>
  </p:clrMapOvr>
</p:notes>
</file>

<file path=ppt/notesSlides/notesSlide3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Kapitelübergangsfolie „Komponenten sinnvoll aufteilen“ – Nach der Übung zu Content Projection beginnt ein Abschnitt darüber, wie man die Komponenten einer wachsenden Anwendung sinnvoll aufteilt und wie man den Code gut wartbar hält. Er baut auf den Grundlagen zu Komponenten, Eingaben und Ausgaben auf und endet mit Übung 31, in der die Kundenliste zerlegt wird.</a:t>
            </a:r>
          </a:p>
        </p:txBody>
      </p:sp>
      <p:sp>
        <p:nvSpPr>
          <p:cNvPr id="4" name="Slide Number Placeholder 3"/>
          <p:cNvSpPr>
            <a:spLocks noGrp="1"/>
          </p:cNvSpPr>
          <p:nvPr>
            <p:ph type="sldNum" idx="66"/>
          </p:nvPr>
        </p:nvSpPr>
        <p:spPr/>
      </p:sp>
    </p:spTree>
  </p:cSld>
  <p:clrMapOvr>
    <a:masterClrMapping/>
  </p:clrMapOvr>
</p:notes>
</file>

<file path=ppt/notesSlides/notesSlide3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„Komposition statt Vererbung“.</a:t>
            </a:r>
          </a:p>
          <a:p/>
          <a:p>
            <a:r>
              <a:t>„Komposition“ bedeutet, dass man größere Bausteine aus kleineren zusammensetzt. Das kennen die Teilnehmer schon aus Übung 29: Mit „ng-content“ setzt die Eltern-Komponente Inhalt in eine wiederverwendbare Komponente ein. Auch Direktiven und kleine Komponenten dienen dazu.</a:t>
            </a:r>
          </a:p>
          <a:p/>
          <a:p>
            <a:r>
              <a:t>Vererbung, bei der eine Komponente die Klasse einer anderen erweitert, sollte man bei Komponenten vermeiden. Sie erzeugt versteckte Abhängigkeiten, und die Dekoratoren verhalten sich dabei teilweise unerwartet.</a:t>
            </a:r>
          </a:p>
          <a:p/>
          <a:p>
            <a:r>
              <a:t>Gemeinsames Verhalten legt man besser in Services oder in sogenannte „Host-Direktiven“. Das sind Direktiven, die eine Komponente auf sich selbst anwendet.</a:t>
            </a:r>
          </a:p>
        </p:txBody>
      </p:sp>
      <p:sp>
        <p:nvSpPr>
          <p:cNvPr id="4" name="Slide Number Placeholder 3"/>
          <p:cNvSpPr>
            <a:spLocks noGrp="1"/>
          </p:cNvSpPr>
          <p:nvPr>
            <p:ph type="sldNum" idx="66"/>
          </p:nvPr>
        </p:nvSpPr>
        <p:spPr/>
      </p:sp>
    </p:spTree>
  </p:cSld>
  <p:clrMapOvr>
    <a:masterClrMapping/>
  </p:clrMapOvr>
</p:notes>
</file>

<file path=ppt/notesSlides/notesSlide3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„Trennung von Oberfläche und Fachlogik“.</a:t>
            </a:r>
          </a:p>
          <a:p/>
          <a:p>
            <a:r>
              <a:t>Eine Anwendung lässt sich in drei Ebenen gliedern. Oben steht die Komponente. Sie zeigt Daten an und nimmt Eingaben entgegen. In der Mitte steht ein Service oder Store mit Fachlogik und Zustand. Unten steht der API-Client, zum Beispiel der „HttpClient“, der mit dem Server spricht.</a:t>
            </a:r>
          </a:p>
          <a:p/>
          <a:p>
            <a:r>
              <a:t>Die Abhängigkeiten zeigen nur nach unten. Der Service weiß nichts von der Komponente. Reine Berechnungen schreibt man als „pure Funktion“ oder Pipe, dann lassen sie sich ohne Angular testen. Fachliche Regeln gehören nicht in komplizierte Bedingungen im Template, dafür nimmt man ein „computed“ oder eine Pipe.</a:t>
            </a:r>
          </a:p>
        </p:txBody>
      </p:sp>
      <p:sp>
        <p:nvSpPr>
          <p:cNvPr id="4" name="Slide Number Placeholder 3"/>
          <p:cNvSpPr>
            <a:spLocks noGrp="1"/>
          </p:cNvSpPr>
          <p:nvPr>
            <p:ph type="sldNum" idx="66"/>
          </p:nvPr>
        </p:nvSpPr>
        <p:spPr/>
      </p:sp>
    </p:spTree>
  </p:cSld>
  <p:clrMapOvr>
    <a:masterClrMapping/>
  </p:clrMapOvr>
</p:notes>
</file>

<file path=ppt/notesSlides/notesSlide3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„Wartbarkeit: Merkmale einer stabilen Codebasis“.</a:t>
            </a:r>
          </a:p>
          <a:p/>
          <a:p>
            <a:r>
              <a:t>Eine Codebasis ist gut wartbar, wenn man sie auch nach langer Zeit noch versteht und sicher ändern kann. Die Folie nennt sechs Merkmale.</a:t>
            </a:r>
          </a:p>
          <a:p/>
          <a:p>
            <a:r>
              <a:t>Namen sollen sagen, was etwas ist, zum Beispiel „CustomerListComponent“, und nicht, wie es funktioniert. Die Ordner sind nach Fachbereichen aufgebaut, etwa „customer“ und „auth“, und nicht nach der Art der Dateien. Man nutzt TypeScript im strengen Modus und vermeidet „any“. Funktionen und Komponenten sind klein und wenig verschachtelt.</a:t>
            </a:r>
          </a:p>
          <a:p/>
          <a:p>
            <a:r>
              <a:t>Werkzeuge wie „ESLint“ und „Prettier“ sowie automatische Tests laufen in der Pipeline, das ist die automatische Prüfstrecke bei jeder Änderung. Schließlich werden wichtige Entscheidungen kurz aufgeschrieben. Eine solche Notiz heißt „ADR“, das steht für „Architecture Decision Record“, also Protokoll einer Architekturentscheidung.</a:t>
            </a:r>
          </a:p>
        </p:txBody>
      </p:sp>
      <p:sp>
        <p:nvSpPr>
          <p:cNvPr id="4" name="Slide Number Placeholder 3"/>
          <p:cNvSpPr>
            <a:spLocks noGrp="1"/>
          </p:cNvSpPr>
          <p:nvPr>
            <p:ph type="sldNum" idx="66"/>
          </p:nvPr>
        </p:nvSpPr>
        <p:spPr/>
      </p:sp>
    </p:spTree>
  </p:cSld>
  <p:clrMapOvr>
    <a:masterClrMapping/>
  </p:clrMapOvr>
</p:notes>
</file>

<file path=ppt/notesSlides/notesSlide3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„Struktur und Testbarkeit hängen zusammen“.</a:t>
            </a:r>
          </a:p>
          <a:p/>
          <a:p>
            <a:r>
              <a:t>Gute Struktur und gute Testbarkeit gehören zusammen. Eine kleine Komponente mit klaren Eingaben und Ausgaben lässt sich mit wenigen Zeilen testen.</a:t>
            </a:r>
          </a:p>
          <a:p/>
          <a:p>
            <a:r>
              <a:t>Hat eine Komponente dagegen viele versteckte Abhängigkeiten, zum Beispiel weil überall „inject“ aufgerufen wird oder weil sie globale Zustände nutzt, dann muss der Test sehr viel nachbauen. Dieses Nachbauen nennt man „Mocking“.</a:t>
            </a:r>
          </a:p>
          <a:p/>
          <a:p>
            <a:r>
              <a:t>Daraus ergibt sich eine Faustregel: Wenn ein Test schwer zu schreiben ist, liegt das oft nicht am Test, sondern an der Struktur des Codes. Das Thema wird im Kapitel zur Testbarkeit vertieft.</a:t>
            </a:r>
          </a:p>
        </p:txBody>
      </p:sp>
      <p:sp>
        <p:nvSpPr>
          <p:cNvPr id="4" name="Slide Number Placeholder 3"/>
          <p:cNvSpPr>
            <a:spLocks noGrp="1"/>
          </p:cNvSpPr>
          <p:nvPr>
            <p:ph type="sldNum" idx="66"/>
          </p:nvPr>
        </p:nvSpPr>
        <p:spPr/>
      </p:sp>
    </p:spTree>
  </p:cSld>
  <p:clrMapOvr>
    <a:masterClrMapping/>
  </p:clrMapOvr>
</p:notes>
</file>

<file path=ppt/notesSlides/notesSlide3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„Übung 31: Kundenliste aufteilen“.</a:t>
            </a:r>
          </a:p>
          <a:p/>
          <a:p>
            <a:r>
              <a:t>Erklärung für die Dolmetscherin:</a:t>
            </a:r>
          </a:p>
          <a:p>
            <a:r>
              <a:t>Dies ist die Aufgabenstellung für Übung 31 im Ordner 31_komponenten_aufteilen. Sie baut auf dem Ergebnis von Übung 29 auf.</a:t>
            </a:r>
          </a:p>
          <a:p/>
          <a:p>
            <a:r>
              <a:t>Die Teilnehmer zerlegen die Kundenliste. Zuerst erstellen sie eine Filter-Komponente mit Eingabefeld und Löschen-Button, mit einem Eingang für den Text und zwei Ausgängen für geänderten Text und Löschen. Der Fokus-Mechanismus mit „viewChild“ zieht mit um. Dann erstellen sie eine Komponente für einen einzelnen Listeneintrag. Die Liste behält nur Laden, Filterzustand und Auswahlzustand. Das Verhalten der App darf sich nicht ändern. Der „track“-Ausdruck bleibt zunächst unverändert.</a:t>
            </a:r>
          </a:p>
        </p:txBody>
      </p:sp>
      <p:sp>
        <p:nvSpPr>
          <p:cNvPr id="4" name="Slide Number Placeholder 3"/>
          <p:cNvSpPr>
            <a:spLocks noGrp="1"/>
          </p:cNvSpPr>
          <p:nvPr>
            <p:ph type="sldNum" idx="66"/>
          </p:nvPr>
        </p:nvSpPr>
        <p:spPr/>
      </p:sp>
    </p:spTree>
  </p:cSld>
  <p:clrMapOvr>
    <a:masterClrMapping/>
  </p:clrMapOvr>
</p:notes>
</file>

<file path=ppt/notesSlides/notesSlide3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Kapitelübergangsfolie „Sicherheit im Frontend“ – hier beginnt das Kapitel über Sicherheit in der Oberfläche einer Anwendung. Es geht darum, welchen Daten man nicht vertrauen darf, wie Angular vor Schadcode schützt und wo dieser Schutz umgangen werden kann. Am Ende steht Übung 36.</a:t>
            </a:r>
          </a:p>
        </p:txBody>
      </p:sp>
      <p:sp>
        <p:nvSpPr>
          <p:cNvPr id="4" name="Slide Number Placeholder 3"/>
          <p:cNvSpPr>
            <a:spLocks noGrp="1"/>
          </p:cNvSpPr>
          <p:nvPr>
            <p:ph type="sldNum" idx="66"/>
          </p:nvPr>
        </p:nvSpPr>
        <p:spPr/>
      </p:sp>
    </p:spTree>
  </p:cSld>
  <p:clrMapOvr>
    <a:masterClrMapping/>
  </p:clrMapOvr>
</p:notes>
</file>

<file path=ppt/notesSlides/notesSlide3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„Grundsatz: Das Frontend ist nicht vertrauenswürdig“.</a:t>
            </a:r>
          </a:p>
          <a:p/>
          <a:p>
            <a:r>
              <a:t>Das „Frontend“ ist der Teil der Anwendung, der im Browser des Nutzers läuft. Der Nutzer hat darüber volle Kontrolle. Er kann den Code lesen, verändern und umgehen.</a:t>
            </a:r>
          </a:p>
          <a:p/>
          <a:p>
            <a:r>
              <a:t>Daraus folgen drei Regeln. Erstens: Geheimnisse wie Passwörter oder Schlüssel mit weitreichenden Rechten gehören nicht in den Browser-Code. Zweitens: Wer etwas sehen oder tun darf, muss der Server prüfen. Ein „Guard“ aus Übung 25 versteckt nur eine Seite und schützt keine Daten. Drittens: Die Prüfung von Eingaben im Browser dient der Bedienung. Die Prüfung im Server dient der Sicherheit.</a:t>
            </a:r>
          </a:p>
        </p:txBody>
      </p:sp>
      <p:sp>
        <p:nvSpPr>
          <p:cNvPr id="4" name="Slide Number Placeholder 3"/>
          <p:cNvSpPr>
            <a:spLocks noGrp="1"/>
          </p:cNvSpPr>
          <p:nvPr>
            <p:ph type="sldNum" idx="66"/>
          </p:nvPr>
        </p:nvSpPr>
        <p:spPr/>
      </p:sp>
    </p:spTree>
  </p:cSld>
  <p:clrMapOvr>
    <a:masterClrMapping/>
  </p:clrMapOvr>
</p:notes>
</file>

<file path=ppt/notesSlides/notesSlide3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„Vertrauensgrenzen“.</a:t>
            </a:r>
          </a:p>
          <a:p/>
          <a:p>
            <a:r>
              <a:t>Eine „Vertrauensgrenze“ trennt, was man selbst kontrolliert, von dem, was von außen kommt. Selbst geschriebener Code und feste Werte in der Anwendung sind vertrauenswürdig. Alles andere kommt von außen und ist eine Eingabe.</a:t>
            </a:r>
          </a:p>
          <a:p/>
          <a:p>
            <a:r>
              <a:t>Dazu gehören Formulareingaben, Teile der Internetadresse, Antworten von Schnittstellen, Browser-Speicher und Dateiuploads. Auch Daten aus dem eigenen Server zählen dazu, denn dort kann früher schon Schadcode gespeichert worden sein. „Escapen“ heißt, Sonderzeichen so umzuwandeln, dass sie als Text und nicht als Code gelten. Der Schutz muss zum Ort passen, an dem die Daten angezeigt werden.</a:t>
            </a:r>
          </a:p>
        </p:txBody>
      </p:sp>
      <p:sp>
        <p:nvSpPr>
          <p:cNvPr id="4" name="Slide Number Placeholder 3"/>
          <p:cNvSpPr>
            <a:spLocks noGrp="1"/>
          </p:cNvSpPr>
          <p:nvPr>
            <p:ph type="sldNum" idx="66"/>
          </p:nvPr>
        </p:nvSpPr>
        <p:spPr/>
      </p:sp>
    </p:spTree>
  </p:cSld>
  <p:clrMapOvr>
    <a:masterClrMapping/>
  </p:clrMapOvr>
</p:notes>
</file>

<file path=ppt/notesSlides/notesSlide3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„XSS: das Hauptrisiko“.</a:t>
            </a:r>
          </a:p>
          <a:p/>
          <a:p>
            <a:r>
              <a:t>„XSS“ steht für „Cross-Site Scripting“. Dabei wird fremder Programmcode in eine Seite eingeschleust. Dieser Code läuft im Browser des Opfers mit dessen Rechten. Er könnte zum Beispiel gespeicherte Anmeldedaten auslesen.</a:t>
            </a:r>
          </a:p>
          <a:p/>
          <a:p>
            <a:r>
              <a:t>Im Beispiel steht in der Notiz eines Kunden ein Bild-Element mit einer ungültigen Quelle. Weil das Bild nicht geladen werden kann, löst es ein Fehler-Ereignis aus, und dabei läuft der angegebene Code. In der Übung zeigt der Code nur ein harmloses Meldungsfenster mit dem Wort „XSS“. Das Beispiel dient allein dem Lernen, um die Schutzmaßnahmen zu verstehen.</a:t>
            </a:r>
          </a:p>
        </p:txBody>
      </p:sp>
      <p:sp>
        <p:nvSpPr>
          <p:cNvPr id="4" name="Slide Number Placeholder 3"/>
          <p:cNvSpPr>
            <a:spLocks noGrp="1"/>
          </p:cNvSpPr>
          <p:nvPr>
            <p:ph type="sldNum" idx="66"/>
          </p:nvPr>
        </p:nvSpPr>
        <p:spPr/>
      </p:sp>
    </p:spTree>
  </p:cSld>
  <p:clrMapOvr>
    <a:masterClrMapping/>
  </p:clrMapOvr>
</p:notes>
</file>

<file path=ppt/notesSlides/notesSlide3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„Was Angular standardmäßig tut“.</a:t>
            </a:r>
          </a:p>
          <a:p/>
          <a:p>
            <a:r>
              <a:t>Angular schützt standardmäßig vor XSS. Bei der Schreibweise mit doppelten geschweiften Klammern wird der Wert immer als reiner Text ausgegeben. Enthaltene Zeichen wie spitze Klammern werden nicht als Code behandelt.</a:t>
            </a:r>
          </a:p>
          <a:p/>
          <a:p>
            <a:r>
              <a:t>Bei „innerHTML“ erlaubt Angular HTML, aber es „bereinigt“ es. Das heißt, gefährliche Teile wie Script-Elemente und Event-Handler werden entfernt. Bei Links und Bildquellen werden gefährliche Adressen entschärft. Außerdem werden die Templates schon beim Build in Code umgewandelt, sodass Nutzereingaben nie als Template gelten.</a:t>
            </a:r>
          </a:p>
        </p:txBody>
      </p:sp>
      <p:sp>
        <p:nvSpPr>
          <p:cNvPr id="4" name="Slide Number Placeholder 3"/>
          <p:cNvSpPr>
            <a:spLocks noGrp="1"/>
          </p:cNvSpPr>
          <p:nvPr>
            <p:ph type="sldNum" idx="66"/>
          </p:nvPr>
        </p:nvSpPr>
        <p:spPr/>
      </p:sp>
    </p:spTree>
  </p:cSld>
  <p:clrMapOvr>
    <a:masterClrMapping/>
  </p:clrMapOvr>
</p:notes>
</file>

<file path=ppt/notesSlides/notesSlide3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Codefolie „Interpolation und innerHTML im Vergleich“.</a:t>
            </a:r>
          </a:p>
          <a:p/>
          <a:p>
            <a:r>
              <a:t>Das Beispiel zeigt zwei Wege, eine Notiz anzuzeigen. Im ersten Weg mit „{{ }}“ wird der Inhalt als Text gezeigt. Steht in der Notiz HTML, sieht der Nutzer die spitzen Klammern wörtlich, und es wird nichts ausgeführt.</a:t>
            </a:r>
          </a:p>
          <a:p/>
          <a:p>
            <a:r>
              <a:t>Im zweiten Weg mit „innerHTML“ wird das HTML dargestellt, zum Beispiel Fettdruck. Angular entfernt vorher gefährliche Teile wie den Event-Handler „onerror“. Das ist sicherer als ungeschütztes HTML, aber man sollte es nur nutzen, wenn Formatierung wirklich nötig ist.</a:t>
            </a:r>
          </a:p>
        </p:txBody>
      </p:sp>
      <p:sp>
        <p:nvSpPr>
          <p:cNvPr id="4" name="Slide Number Placeholder 3"/>
          <p:cNvSpPr>
            <a:spLocks noGrp="1"/>
          </p:cNvSpPr>
          <p:nvPr>
            <p:ph type="sldNum" idx="66"/>
          </p:nvPr>
        </p:nvSpPr>
        <p:spPr/>
      </p:sp>
    </p:spTree>
  </p:cSld>
  <p:clrMapOvr>
    <a:masterClrMapping/>
  </p:clrMapOvr>
</p:notes>
</file>

<file path=ppt/notesSlides/notesSlide3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„Wo Angulars Schutz ausgehebelt wird“.</a:t>
            </a:r>
          </a:p>
          <a:p/>
          <a:p>
            <a:r>
              <a:t>Der Schutz von Angular gilt nur, solange man ihn nicht umgeht. Der „DomSanitizer“ bietet Methoden, die mit „bypassSecurityTrust“ beginnen. „Bypass“ bedeutet umgehen. Damit sagt man Angular: Dieser Inhalt ist sicher, prüfe ihn nicht. Das darf man nur bei Inhalten tun, die man selbst vollständig kontrolliert.</a:t>
            </a:r>
          </a:p>
          <a:p/>
          <a:p>
            <a:r>
              <a:t>Auch wer direkt auf die Elemente der Seite zugreift, etwa mit „nativeElement.innerHTML“, „document.write“ oder „eval“, verlässt den Schutz. Das Gleiche gilt für Bibliotheken, die HTML erzeugen. Deshalb gilt im Team: Jede Verwendung von „bypassSecurityTrust“ ist ein Warnsignal im Review und braucht eine Begründung.</a:t>
            </a:r>
          </a:p>
        </p:txBody>
      </p:sp>
      <p:sp>
        <p:nvSpPr>
          <p:cNvPr id="4" name="Slide Number Placeholder 3"/>
          <p:cNvSpPr>
            <a:spLocks noGrp="1"/>
          </p:cNvSpPr>
          <p:nvPr>
            <p:ph type="sldNum" idx="66"/>
          </p:nvPr>
        </p:nvSpPr>
        <p:spPr/>
      </p:sp>
    </p:spTree>
  </p:cSld>
  <p:clrMapOvr>
    <a:masterClrMapping/>
  </p:clrMapOvr>
</p:notes>
</file>

<file path=ppt/notesSlides/notesSlide3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„Authentifizierung und Token“.</a:t>
            </a:r>
          </a:p>
          <a:p/>
          <a:p>
            <a:r>
              <a:t>Hier geht es darum, wo man Anmeldeinformationen speichert. Was im „localStorage“ liegt, kann jedes Script auf der Seite lesen. Bei einer XSS-Lücke wäre das Token also gestohlen. Ein Cookie mit der Eigenschaft „HttpOnly“ kann dagegen von Scripts nicht gelesen werden.</a:t>
            </a:r>
          </a:p>
          <a:p/>
          <a:p>
            <a:r>
              <a:t>„Secure“ bedeutet, dass das Cookie nur über verschlüsselte Verbindungen gesendet wird. „SameSite“ begrenzt, wann das Cookie bei Anfragen von fremden Seiten mitgeschickt wird. Empfohlen wird ein solches Cookie, das der Server setzt. Den Login baut man nicht selbst, sondern nutzt bewährte Lösungen. Der „AuthService“ aus Übung 25 war nur ein Lehrbeispiel.</a:t>
            </a:r>
          </a:p>
        </p:txBody>
      </p:sp>
      <p:sp>
        <p:nvSpPr>
          <p:cNvPr id="4" name="Slide Number Placeholder 3"/>
          <p:cNvSpPr>
            <a:spLocks noGrp="1"/>
          </p:cNvSpPr>
          <p:nvPr>
            <p:ph type="sldNum" idx="66"/>
          </p:nvPr>
        </p:nvSpPr>
        <p:spPr/>
      </p:sp>
    </p:spTree>
  </p:cSld>
  <p:clrMapOvr>
    <a:masterClrMapping/>
  </p:clrMapOvr>
</p:notes>
</file>

<file path=ppt/notesSlides/notesSlide3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„CSRF und HTTP (1/2)“.</a:t>
            </a:r>
          </a:p>
          <a:p/>
          <a:p>
            <a:r>
              <a:t>„CSRF“ steht für „Cross-Site Request Forgery“. Eine fremde Webseite bringt den Browser dazu, eine Anfrage an die eigene Anwendung zu senden. Weil der Browser die Cookies automatisch mitsendet, hält der Server die Anfrage für echt.</a:t>
            </a:r>
          </a:p>
          <a:p/>
          <a:p>
            <a:r>
              <a:t>Gegenmittel sind „SameSite“-Cookies und ein „CSRF-Token“. Das ist ein geheimer Wert, den eine fremde Seite nicht kennt. Angulars „HttpClient“ unterstützt das: Er liest das Cookie „XSRF-TOKEN“ und sendet den Wert im Header „X-XSRF-TOKEN“ mit. Das geschieht nur bei verändernden Anfragen an relative Adressen. Der Server muss das Cookie setzen und den Header prüfen.</a:t>
            </a:r>
          </a:p>
        </p:txBody>
      </p:sp>
      <p:sp>
        <p:nvSpPr>
          <p:cNvPr id="4" name="Slide Number Placeholder 3"/>
          <p:cNvSpPr>
            <a:spLocks noGrp="1"/>
          </p:cNvSpPr>
          <p:nvPr>
            <p:ph type="sldNum" idx="66"/>
          </p:nvPr>
        </p:nvSpPr>
        <p:spPr/>
      </p:sp>
    </p:spTree>
  </p:cSld>
  <p:clrMapOvr>
    <a:masterClrMapping/>
  </p:clrMapOvr>
</p:notes>
</file>

<file path=ppt/notesSlides/notesSlide3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Codefolie „XSRF-Namen anpassen“.</a:t>
            </a:r>
          </a:p>
          <a:p/>
          <a:p>
            <a:r>
              <a:t>Standardmäßig benutzt Angular die Namen „XSRF-TOKEN“ für das Cookie und „X-XSRF-TOKEN“ für den Header. Verwendet das Backend andere Namen, kann man sie anpassen. Das geschieht mit „withXsrfConfiguration“ als Angabe bei „provideHttpClient“.</a:t>
            </a:r>
          </a:p>
          <a:p/>
          <a:p>
            <a:r>
              <a:t>Im Beispiel sind die Namen frei gewählt. Wichtig ist nur, dass Cookie und Header zu dem passen, was der Server verwendet.</a:t>
            </a:r>
          </a:p>
        </p:txBody>
      </p:sp>
      <p:sp>
        <p:nvSpPr>
          <p:cNvPr id="4" name="Slide Number Placeholder 3"/>
          <p:cNvSpPr>
            <a:spLocks noGrp="1"/>
          </p:cNvSpPr>
          <p:nvPr>
            <p:ph type="sldNum" idx="66"/>
          </p:nvPr>
        </p:nvSpPr>
        <p:spPr/>
      </p:sp>
    </p:spTree>
  </p:cSld>
  <p:clrMapOvr>
    <a:masterClrMapping/>
  </p:clrMapOvr>
</p:notes>
</file>

<file path=ppt/notesSlides/notesSlide3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„CSRF und HTTP (2/2)“.</a:t>
            </a:r>
          </a:p>
          <a:p/>
          <a:p>
            <a:r>
              <a:t>„CORS“ steht für „Cross-Origin Resource Sharing“. Es legt fest, welche fremden Webseiten die Antworten eines Servers im Browser lesen dürfen. Es ist kein Schutz für den Server selbst, denn die Anfrage kann trotzdem ankommen. Man darf CORS deshalb nicht mit einer Absicherung verwechseln.</a:t>
            </a:r>
          </a:p>
          <a:p/>
          <a:p>
            <a:r>
              <a:t>Außerdem gilt: Immer verschlüsselte Verbindungen mit „HTTPS“ nutzen. Sensible Daten gehören nicht in die Internetadresse, weil Adressen in Protokollen und in Verweisen an andere Seiten auftauchen können.</a:t>
            </a:r>
          </a:p>
        </p:txBody>
      </p:sp>
      <p:sp>
        <p:nvSpPr>
          <p:cNvPr id="4" name="Slide Number Placeholder 3"/>
          <p:cNvSpPr>
            <a:spLocks noGrp="1"/>
          </p:cNvSpPr>
          <p:nvPr>
            <p:ph type="sldNum" idx="66"/>
          </p:nvPr>
        </p:nvSpPr>
        <p:spPr/>
      </p:sp>
    </p:spTree>
  </p:cSld>
  <p:clrMapOvr>
    <a:masterClrMapping/>
  </p:clrMapOvr>
</p:notes>
</file>

<file path=ppt/notesSlides/notesSlide3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„Weitere typische Risikoquellen (1/2)“.</a:t>
            </a:r>
          </a:p>
          <a:p/>
          <a:p>
            <a:r>
              <a:t>Bei einer „offenen Weiterleitung“ liest die Anwendung ein Ziel aus der Internetadresse und navigiert ohne Prüfung dorthin. Ein Angreifer kann so Nutzer auf eine fremde Seite lenken. Die Gegenmaßnahme ist eine „Allowlist“. Das ist eine Liste erlaubter Ziele, und alles andere wird abgelehnt.</a:t>
            </a:r>
          </a:p>
          <a:p/>
          <a:p>
            <a:r>
              <a:t>Unsichere Abhängigkeiten sind veraltete Pakete mit bekannten Lücken. Mit „npm audit“ lassen sie sich finden. Ein Schlüssel in der Datei „environment.ts“ landet im ausgelieferten Code und ist für jeden lesbar. Deshalb greift man über das Backend darauf zu.</a:t>
            </a:r>
          </a:p>
        </p:txBody>
      </p:sp>
      <p:sp>
        <p:nvSpPr>
          <p:cNvPr id="4" name="Slide Number Placeholder 3"/>
          <p:cNvSpPr>
            <a:spLocks noGrp="1"/>
          </p:cNvSpPr>
          <p:nvPr>
            <p:ph type="sldNum" idx="66"/>
          </p:nvPr>
        </p:nvSpPr>
        <p:spPr/>
      </p:sp>
    </p:spTree>
  </p:cSld>
  <p:clrMapOvr>
    <a:masterClrMapping/>
  </p:clrMapOvr>
</p:notes>
</file>

<file path=ppt/notesSlides/notesSlide3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„Weitere typische Risikoquellen (2/2)“.</a:t>
            </a:r>
          </a:p>
          <a:p/>
          <a:p>
            <a:r>
              <a:t>Werden zu viele Daten an den Browser geschickt und nur ausgeblendet, kann der Nutzer sie in den Entwicklerwerkzeugen trotzdem sehen. Das Backend sollte deshalb nur liefern, was der Nutzer sehen darf.</a:t>
            </a:r>
          </a:p>
          <a:p/>
          <a:p>
            <a:r>
              <a:t>Auch in Protokollen sollten keine sensiblen Daten stehen. Der Interceptor aus Übung 25 darf zum Beispiel keine Anmelde-Header ausgeben. „Clickjacking“ bedeutet, dass die Seite unsichtbar in einer fremden Seite eingebettet wird. Dagegen schützen Header des Servers. Fremde Skripte sollte man nur einbinden, wenn sie wirklich nötig sind.</a:t>
            </a:r>
          </a:p>
        </p:txBody>
      </p:sp>
      <p:sp>
        <p:nvSpPr>
          <p:cNvPr id="4" name="Slide Number Placeholder 3"/>
          <p:cNvSpPr>
            <a:spLocks noGrp="1"/>
          </p:cNvSpPr>
          <p:nvPr>
            <p:ph type="sldNum" idx="66"/>
          </p:nvPr>
        </p:nvSpPr>
        <p:spPr/>
      </p:sp>
    </p:spTree>
  </p:cSld>
  <p:clrMapOvr>
    <a:masterClrMapping/>
  </p:clrMapOvr>
</p:notes>
</file>

<file path=ppt/notesSlides/notesSlide3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„Content Security Policy und Trusted Types“.</a:t>
            </a:r>
          </a:p>
          <a:p/>
          <a:p>
            <a:r>
              <a:t>Eine „Content Security Policy“, kurz „CSP“, ist eine Regel des Servers an den Browser. Sie bestimmt, woher Skripte und Styles stammen dürfen. Wird trotzdem Schadcode eingeschleust, kann der Browser ihn dadurch oft blockieren.</a:t>
            </a:r>
          </a:p>
          <a:p/>
          <a:p>
            <a:r>
              <a:t>Angular kann mit strengen Regeln dieser Art arbeiten. Dafür gibt es zum Beispiel den Wert „CSP_NONCE“. Auch „Trusted Types“ werden unterstützt. Das ist ein weiterer Browser-Schutz gegen unsicher gesetztes HTML. Wichtig ist die Einordnung: Das ist eine zusätzliche Schicht. Sauberes Behandeln von Eingaben bleibt trotzdem nötig.</a:t>
            </a:r>
          </a:p>
        </p:txBody>
      </p:sp>
      <p:sp>
        <p:nvSpPr>
          <p:cNvPr id="4" name="Slide Number Placeholder 3"/>
          <p:cNvSpPr>
            <a:spLocks noGrp="1"/>
          </p:cNvSpPr>
          <p:nvPr>
            <p:ph type="sldNum" idx="66"/>
          </p:nvPr>
        </p:nvSpPr>
        <p:spPr/>
      </p:sp>
    </p:spTree>
  </p:cSld>
  <p:clrMapOvr>
    <a:masterClrMapping/>
  </p:clrMapOvr>
</p:notes>
</file>

<file path=ppt/notesSlides/notesSlide3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„Umgang mit Daten und Benutzerinteraktionen“.</a:t>
            </a:r>
          </a:p>
          <a:p/>
          <a:p>
            <a:r>
              <a:t>„Datensparsamkeit“ heißt, nur die Daten zu verarbeiten, die man wirklich braucht. Das ist auch ein Grundsatz der „DSGVO“, der Datenschutz-Grundverordnung der Europäischen Union.</a:t>
            </a:r>
          </a:p>
          <a:p/>
          <a:p>
            <a:r>
              <a:t>Eingaben behandelt man passend zum Ziel: Text als Text, HTML mit Bereinigung und Adressen nach einer Prüfung. Die Prüfung im Formular wird im Server wiederholt, wie es schon bei den Formularen erklärt wurde. Hochgeladene Dateien prüft man auf Art und Größe und führt sie nie aus. Fehlermeldungen für Nutzer enthalten keine technischen Details.</a:t>
            </a:r>
          </a:p>
        </p:txBody>
      </p:sp>
      <p:sp>
        <p:nvSpPr>
          <p:cNvPr id="4" name="Slide Number Placeholder 3"/>
          <p:cNvSpPr>
            <a:spLocks noGrp="1"/>
          </p:cNvSpPr>
          <p:nvPr>
            <p:ph type="sldNum" idx="66"/>
          </p:nvPr>
        </p:nvSpPr>
        <p:spPr/>
      </p:sp>
    </p:spTree>
  </p:cSld>
  <p:clrMapOvr>
    <a:masterClrMapping/>
  </p:clrMapOvr>
</p:notes>
</file>

<file path=ppt/notesSlides/notesSlide3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„Verantwortungsvoller Einsatz im Team“.</a:t>
            </a:r>
          </a:p>
          <a:p/>
          <a:p>
            <a:r>
              <a:t>Sicherheit ist keine Aufgabe einer einzelnen Person. Im Team hilft eine gemeinsame Checkliste für Reviews und eine automatische Prüfung in der Pipeline. Ein „Review“ ist die Durchsicht von Code durch eine andere Person.</a:t>
            </a:r>
          </a:p>
          <a:p/>
          <a:p>
            <a:r>
              <a:t>Mit „ng update“ hält man Angular aktuell. Sicherheitskorrekturen kommen oft schon in kleinen Versionsschritten. Wenn man „bypassSecurityTrust“ oder „innerHTML“ bewusst einsetzt, dokumentiert man den Grund. Und wenn doch etwas passiert, spricht man offen darüber, um daraus zu lernen.</a:t>
            </a:r>
          </a:p>
        </p:txBody>
      </p:sp>
      <p:sp>
        <p:nvSpPr>
          <p:cNvPr id="4" name="Slide Number Placeholder 3"/>
          <p:cNvSpPr>
            <a:spLocks noGrp="1"/>
          </p:cNvSpPr>
          <p:nvPr>
            <p:ph type="sldNum" idx="66"/>
          </p:nvPr>
        </p:nvSpPr>
        <p:spPr/>
      </p:sp>
    </p:spTree>
  </p:cSld>
  <p:clrMapOvr>
    <a:masterClrMapping/>
  </p:clrMapOvr>
</p:notes>
</file>

<file path=ppt/notesSlides/notesSlide3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„Review-Checkliste Frontend-Sicherheit“.</a:t>
            </a:r>
          </a:p>
          <a:p/>
          <a:p>
            <a:r>
              <a:t>Diese Checkliste fasst das Kapitel für Code-Reviews zusammen. Man geht die Fragen nacheinander durch. Gibt es Stellen, an denen Angulars Schutz umgangen wird? Werden Teile der Internetadresse ungeprüft benutzt? Werden Tokens gespeichert oder protokolliert, wo sie lesbar wären?</a:t>
            </a:r>
          </a:p>
          <a:p/>
          <a:p>
            <a:r>
              <a:t>Die letzten Fragen betreffen Geheimnisse im Code, Zugriffsschutz nur über einen Guard und neue Pakete. Die Checkliste wird auch in Übung 36 und im Abschlussprojekt benutzt.</a:t>
            </a:r>
          </a:p>
        </p:txBody>
      </p:sp>
      <p:sp>
        <p:nvSpPr>
          <p:cNvPr id="4" name="Slide Number Placeholder 3"/>
          <p:cNvSpPr>
            <a:spLocks noGrp="1"/>
          </p:cNvSpPr>
          <p:nvPr>
            <p:ph type="sldNum" idx="66"/>
          </p:nvPr>
        </p:nvSpPr>
        <p:spPr/>
      </p:sp>
    </p:spTree>
  </p:cSld>
  <p:clrMapOvr>
    <a:masterClrMapping/>
  </p:clrMapOvr>
</p:notes>
</file>

<file path=ppt/notesSlides/notesSlide3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„Übung 36: XSS erleben und beheben“.</a:t>
            </a:r>
          </a:p>
          <a:p/>
          <a:p>
            <a:r>
              <a:t>Erklärung für die Dolmetscherin:</a:t>
            </a:r>
          </a:p>
          <a:p>
            <a:r>
              <a:t>Dies ist die Aufgabenstellung für Übung 36 im Ordner 36_sicherheit.</a:t>
            </a:r>
          </a:p>
          <a:p/>
          <a:p>
            <a:r>
              <a:t>Die Teilnehmer erleben zuerst, wie eine eingeschleuste Notiz wirkt. Sie geben sie auf drei Arten aus: als Text, als bereinigtes HTML und mit dem Umgehen des Schutzes. Dabei sehen sie, dass Angular im ersten und zweiten Fall schützt und im dritten ein harmloses Meldungsfenster erscheint. Der Code dient nur zum Lernen.</a:t>
            </a:r>
          </a:p>
          <a:p/>
          <a:p>
            <a:r>
              <a:t>Danach sichern sie eine Weiterleitung nach dem Login ab, sodass nur interne Seiten erlaubt sind. Sie prüfen, dass der Interceptor keine Anmeldedaten protokolliert, und gehen die Review-Checkliste für die ganze Anwendung durch.</a:t>
            </a:r>
          </a:p>
        </p:txBody>
      </p:sp>
      <p:sp>
        <p:nvSpPr>
          <p:cNvPr id="4" name="Slide Number Placeholder 3"/>
          <p:cNvSpPr>
            <a:spLocks noGrp="1"/>
          </p:cNvSpPr>
          <p:nvPr>
            <p:ph type="sldNum" idx="66"/>
          </p:nvPr>
        </p:nvSpPr>
        <p:spPr/>
      </p:sp>
    </p:spTree>
  </p:cSld>
  <p:clrMapOvr>
    <a:masterClrMapping/>
  </p:clrMapOvr>
</p:notes>
</file>

<file path=ppt/notesSlides/notesSlide3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Kapitelübergangsfolie „Reaktivität und Datenfluss“ – Dieser Abschnitt zeigt, wie man Zustand in Angular mit Signals sauber organisiert. Es geht um die Frage, welcher Baustein für welche Aufgabe passt, wann ein „effect“ sinnvoll ist und welche typischen Fehler es gibt. Er endet mit Übung 32, in der die Teilnehmer solche Fehler selbst finden und beheben.</a:t>
            </a:r>
          </a:p>
        </p:txBody>
      </p:sp>
      <p:sp>
        <p:nvSpPr>
          <p:cNvPr id="4" name="Slide Number Placeholder 3"/>
          <p:cNvSpPr>
            <a:spLocks noGrp="1"/>
          </p:cNvSpPr>
          <p:nvPr>
            <p:ph type="sldNum" idx="66"/>
          </p:nvPr>
        </p:nvSpPr>
        <p:spPr/>
      </p:sp>
    </p:spTree>
  </p:cSld>
  <p:clrMapOvr>
    <a:masterClrMapping/>
  </p:clrMapOvr>
</p:notes>
</file>

<file path=ppt/notesSlides/notesSlide3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„Grundmodell: Quelle, Ableitung, Wirkung“.</a:t>
            </a:r>
          </a:p>
          <a:p/>
          <a:p>
            <a:r>
              <a:t>Das Grundmodell der Reaktivität hat drei Stufen. Die „Quelle“ ist ein „signal“, ein Wert, der Zustand speichert und gesetzt werden kann. Die „Ableitung“ ist ein „computed“, ein berechneter Wert, der aus anderen Werten entsteht. Die „Wirkung“ führt etwas aus, zum Beispiel das Anzeigen im Template oder das Speichern im Browser.</a:t>
            </a:r>
          </a:p>
          <a:p/>
          <a:p>
            <a:r>
              <a:t>Angular merkt sich automatisch, welcher Teil welches Signal liest. Diese Beziehungen heißen „Abhängigkeitsgraph“. Ändert sich eine Quelle, aktualisiert Angular genau die betroffenen Stellen. Man muss nichts von Hand abonnieren.</a:t>
            </a:r>
          </a:p>
        </p:txBody>
      </p:sp>
      <p:sp>
        <p:nvSpPr>
          <p:cNvPr id="4" name="Slide Number Placeholder 3"/>
          <p:cNvSpPr>
            <a:spLocks noGrp="1"/>
          </p:cNvSpPr>
          <p:nvPr>
            <p:ph type="sldNum" idx="66"/>
          </p:nvPr>
        </p:nvSpPr>
        <p:spPr/>
      </p:sp>
    </p:spTree>
  </p:cSld>
  <p:clrMapOvr>
    <a:masterClrMapping/>
  </p:clrMapOvr>
</p:notes>
</file>

<file path=ppt/notesSlides/notesSlide3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„Landkarte der Reaktivitäts-Bausteine“.</a:t>
            </a:r>
          </a:p>
          <a:p/>
          <a:p>
            <a:r>
              <a:t>Die Folie ordnet die wichtigsten Bausteine. Ein „signal“ hält Zustand und ist schreibbar, zum Beispiel für einen Filtertext oder eine Auswahl. Ein „computed“ leitet einen Wert ab und ist nur lesbar, zum Beispiel eine gefilterte Liste oder eine Summe.</a:t>
            </a:r>
          </a:p>
          <a:p/>
          <a:p>
            <a:r>
              <a:t>Ein „linkedSignal“ ist ebenfalls abgeleitet, kann aber überschrieben werden. Ein Beispiel ist eine Auswahl, die auf das erste Element zurückspringt, wenn sich die Liste ändert. Ein „effect“ führt eine Nebenwirkung aus, also etwas außerhalb der Signals, zum Beispiel Speichern im Browser oder Protokollieren.</a:t>
            </a:r>
          </a:p>
          <a:p/>
          <a:p>
            <a:r>
              <a:t>Eine „resource“ oder „httpResource“ lädt Daten asynchron, etwa vom Server. Mit „toSignal“ und „toObservable“ verbindet man Signals mit RxJS, der Bibliothek für Datenströme.</a:t>
            </a:r>
          </a:p>
        </p:txBody>
      </p:sp>
      <p:sp>
        <p:nvSpPr>
          <p:cNvPr id="4" name="Slide Number Placeholder 3"/>
          <p:cNvSpPr>
            <a:spLocks noGrp="1"/>
          </p:cNvSpPr>
          <p:nvPr>
            <p:ph type="sldNum" idx="66"/>
          </p:nvPr>
        </p:nvSpPr>
        <p:spPr/>
      </p:sp>
    </p:spTree>
  </p:cSld>
  <p:clrMapOvr>
    <a:masterClrMapping/>
  </p:clrMapOvr>
</p:notes>
</file>

<file path=ppt/notesSlides/notesSlide3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„Lokaler und abgeleiteter Zustand“.</a:t>
            </a:r>
          </a:p>
          <a:p/>
          <a:p>
            <a:r>
              <a:t>Man unterscheidet zwei Arten von Zustand. Lokaler Zustand ist eine Quelle, die der Benutzer oder ein Ereignis direkt ändern kann, zum Beispiel der Text im Filterfeld. Abgeleiteter Zustand folgt zwingend aus anderem Zustand, zum Beispiel die gefilterte Liste. Ihn speichert man nicht, sondern man berechnet ihn.</a:t>
            </a:r>
          </a:p>
          <a:p/>
          <a:p>
            <a:r>
              <a:t>Dahinter steht die Regel „Single Source of Truth“, also eine einzige Quelle der Wahrheit. Derselbe Fakt darf nur an einer Stelle gespeichert sein. Sonst können zwei Kopien verschiedene Werte haben. Das nächste Beispiel zeigt den Unterschied im Code.</a:t>
            </a:r>
          </a:p>
        </p:txBody>
      </p:sp>
      <p:sp>
        <p:nvSpPr>
          <p:cNvPr id="4" name="Slide Number Placeholder 3"/>
          <p:cNvSpPr>
            <a:spLocks noGrp="1"/>
          </p:cNvSpPr>
          <p:nvPr>
            <p:ph type="sldNum" idx="66"/>
          </p:nvPr>
        </p:nvSpPr>
        <p:spPr/>
      </p:sp>
    </p:spTree>
  </p:cSld>
  <p:clrMapOvr>
    <a:masterClrMapping/>
  </p:clrMapOvr>
</p:notes>
</file>

<file path=ppt/notesSlides/notesSlide3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Codefolie „Doppelter oder abgeleiteter Zustand“.</a:t>
            </a:r>
          </a:p>
          <a:p/>
          <a:p>
            <a:r>
              <a:t>Oben steht die falsche Lösung. Die Liste der Kunden und die gefilterte Liste sind zwei getrennte Signals. Jemand muss die gefilterte Liste bei jeder Änderung von Hand nachführen. Vergisst man das, zeigen beide Listen verschiedene Daten.</a:t>
            </a:r>
          </a:p>
          <a:p/>
          <a:p>
            <a:r>
              <a:t>Unten steht die richtige Lösung. Die gefilterte Liste ist ein „computed“. Es liest den Filtertext und die Kundenliste und berechnet daraus das Ergebnis. Ändert sich eine der beiden Quellen, rechnet Angular das Ergebnis automatisch neu. Die gefilterte Liste kann deshalb nie von den Quelldaten abweichen.</a:t>
            </a:r>
          </a:p>
        </p:txBody>
      </p:sp>
      <p:sp>
        <p:nvSpPr>
          <p:cNvPr id="4" name="Slide Number Placeholder 3"/>
          <p:cNvSpPr>
            <a:spLocks noGrp="1"/>
          </p:cNvSpPr>
          <p:nvPr>
            <p:ph type="sldNum" idx="66"/>
          </p:nvPr>
        </p:nvSpPr>
        <p:spPr/>
      </p:sp>
    </p:spTree>
  </p:cSld>
  <p:clrMapOvr>
    <a:masterClrMapping/>
  </p:clrMapOvr>
</p:notes>
</file>

<file path=ppt/notesSlides/notesSlide3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Codefolie „Befund im Startprojekt der Übung 31“.</a:t>
            </a:r>
          </a:p>
          <a:p/>
          <a:p>
            <a:r>
              <a:t>Diese Folie zeigt, was im Startprojekt aus Übung 31 verbessert werden kann. Die Methode „filteredCustomers“ ist eine normale Methode. Sie wird bei jeder Änderungsprüfung neu ausgeführt, auch wenn sich nichts geändert hat. „customers“ ist eine einfache Funktion und kein „computed“.</a:t>
            </a:r>
          </a:p>
          <a:p/>
          <a:p>
            <a:r>
              <a:t>Das funktioniert, hat aber Nachteile: Das Ergebnis wird nicht zwischengespeichert, der Code ist schwerer nachzuvollziehen, und man sieht nicht, wovon der Wert abhängt. Der Umbau zu „computed“ ist deshalb Teil von Übung 32.</a:t>
            </a:r>
          </a:p>
        </p:txBody>
      </p:sp>
      <p:sp>
        <p:nvSpPr>
          <p:cNvPr id="4" name="Slide Number Placeholder 3"/>
          <p:cNvSpPr>
            <a:spLocks noGrp="1"/>
          </p:cNvSpPr>
          <p:nvPr>
            <p:ph type="sldNum" idx="66"/>
          </p:nvPr>
        </p:nvSpPr>
        <p:spPr/>
      </p:sp>
    </p:spTree>
  </p:cSld>
  <p:clrMapOvr>
    <a:masterClrMapping/>
  </p:clrMapOvr>
</p:notes>
</file>

<file path=ppt/notesSlides/notesSlide3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„computed im Detail“.</a:t>
            </a:r>
          </a:p>
          <a:p/>
          <a:p>
            <a:r>
              <a:t>Ein „computed“ hat fünf wichtige Eigenschaften. Es ist „lazy“, das heißt faul: Es rechnet erst, wenn jemand den Wert zum ersten Mal liest. Es ist „memoized“, das heißt: Es merkt sich das Ergebnis und gibt es wieder zurück, solange sich die verwendeten Werte nicht geändert haben.</a:t>
            </a:r>
          </a:p>
          <a:p/>
          <a:p>
            <a:r>
              <a:t>Die Abhängigkeiten sind dynamisch. Es zählen nur die Signals, die beim letzten Durchlauf wirklich gelesen wurden. Außerdem ist ein „computed“ rein. Es darf nichts außerhalb verändern und keine Signals beschreiben. Tut es das doch, wirft Angular einen Fehler.</a:t>
            </a:r>
          </a:p>
          <a:p/>
          <a:p>
            <a:r>
              <a:t>Schließlich prüft Angular, ob sich das Ergebnis geändert hat. Bei Objekten und Listen gilt es nur dann als geändert, wenn es ein neues Objekt oder eine neue Liste ist.</a:t>
            </a:r>
          </a:p>
        </p:txBody>
      </p:sp>
      <p:sp>
        <p:nvSpPr>
          <p:cNvPr id="4" name="Slide Number Placeholder 3"/>
          <p:cNvSpPr>
            <a:spLocks noGrp="1"/>
          </p:cNvSpPr>
          <p:nvPr>
            <p:ph type="sldNum" idx="66"/>
          </p:nvPr>
        </p:nvSpPr>
        <p:spPr/>
      </p:sp>
    </p:spTree>
  </p:cSld>
  <p:clrMapOvr>
    <a:masterClrMapping/>
  </p:clrMapOvr>
</p:notes>
</file>

<file path=ppt/notesSlides/notesSlide3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Codefolie „linkedSignal: abgeleitet, aber änderbar“.</a:t>
            </a:r>
          </a:p>
          <a:p/>
          <a:p>
            <a:r>
              <a:t>„linkedSignal“ ist ein Wert, der aus anderen Werten abgeleitet wird, den man aber trotzdem selbst setzen kann. Im Beispiel kommt die Kundenliste als Eingang. Die Auswahl ist ein „linkedSignal“ und startet mit dem ersten Kunden der Liste. Wenn der Benutzer einen anderen Kunden anklickt, setzt die Methode „onPick“ die Auswahl mit „set“.</a:t>
            </a:r>
          </a:p>
          <a:p/>
          <a:p>
            <a:r>
              <a:t>Ändert sich später die Liste, berechnet das „linkedSignal“ die Auswahl neu und springt wieder auf das erste Element. Früher hat man dafür oft einen „effect“ geschrieben, der ein Signal zurücksetzt. Das ist mit „linkedSignal“ nicht mehr nötig und weniger fehleranfällig.</a:t>
            </a:r>
          </a:p>
        </p:txBody>
      </p:sp>
      <p:sp>
        <p:nvSpPr>
          <p:cNvPr id="4" name="Slide Number Placeholder 3"/>
          <p:cNvSpPr>
            <a:spLocks noGrp="1"/>
          </p:cNvSpPr>
          <p:nvPr>
            <p:ph type="sldNum" idx="66"/>
          </p:nvPr>
        </p:nvSpPr>
        <p:spPr/>
      </p:sp>
    </p:spTree>
  </p:cSld>
  <p:clrMapOvr>
    <a:masterClrMapping/>
  </p:clrMapOvr>
</p:notes>
</file>

<file path=ppt/notesSlides/notesSlide3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„Nebenwirkungen und effect()“.</a:t>
            </a:r>
          </a:p>
          <a:p/>
          <a:p>
            <a:r>
              <a:t>Eine „Nebenwirkung“ ist eine Handlung, die etwas außerhalb des Systems der Signals verändert. Ein „effect“ ist der Baustein dafür. Er läuft automatisch, wenn sich ein Signal ändert, das er liest.</a:t>
            </a:r>
          </a:p>
          <a:p/>
          <a:p>
            <a:r>
              <a:t>Es gibt vier gute Gründe für einen „effect“. Erstens das Sichern von Zustand im „localStorage“ oder „sessionStorage“ des Browsers. Das sind kleine Speicher im Browser. Zweitens Protokollierung und Auswertung der Nutzung. Drittens das Versorgen einer Fremdbibliothek, zum Beispiel für ein Diagramm oder eine Karte, mit Daten. Viertens ein direkter Zugriff auf das DOM, der mit einer Bindung nicht möglich ist.</a:t>
            </a:r>
          </a:p>
        </p:txBody>
      </p:sp>
      <p:sp>
        <p:nvSpPr>
          <p:cNvPr id="4" name="Slide Number Placeholder 3"/>
          <p:cNvSpPr>
            <a:spLocks noGrp="1"/>
          </p:cNvSpPr>
          <p:nvPr>
            <p:ph type="sldNum" idx="66"/>
          </p:nvPr>
        </p:nvSpPr>
        <p:spPr/>
      </p:sp>
    </p:spTree>
  </p:cSld>
  <p:clrMapOvr>
    <a:masterClrMapping/>
  </p:clrMapOvr>
</p:notes>
</file>

<file path=ppt/notesSlides/notesSlide3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Codefolie „effect: Beispiele“.</a:t>
            </a:r>
          </a:p>
          <a:p/>
          <a:p>
            <a:r>
              <a:t>Das erste Beispiel ist ein typischer Einsatz: Ein „effect“ speichert den Filtertext im „localStorage“. Jedes Mal, wenn sich der Filtertext ändert, wird der neue Wert gespeichert.</a:t>
            </a:r>
          </a:p>
          <a:p/>
          <a:p>
            <a:r>
              <a:t>Das zweite Beispiel zeigt das Aufräumen. Der „effect“ startet einen Zeitgeber, der regelmäßig „refresh“ aufruft. Mit „onCleanup“ gibt man eine Funktion an, die den alten Zeitgeber stoppt, bevor der „effect“ erneut läuft oder zerstört wird. Ohne dieses Aufräumen würden sich Zeitgeber ansammeln.</a:t>
            </a:r>
          </a:p>
          <a:p/>
          <a:p>
            <a:r>
              <a:t>Mit „untracked“ kann man ein Signal lesen, ohne dass der „effect“ davon abhängig wird. Ein „effect“ muss in einem sogenannten „Injection Context“ erzeugt werden, zum Beispiel im Konstruktor oder bei der Initialisierung eines Feldes.</a:t>
            </a:r>
          </a:p>
        </p:txBody>
      </p:sp>
      <p:sp>
        <p:nvSpPr>
          <p:cNvPr id="4" name="Slide Number Placeholder 3"/>
          <p:cNvSpPr>
            <a:spLocks noGrp="1"/>
          </p:cNvSpPr>
          <p:nvPr>
            <p:ph type="sldNum" idx="66"/>
          </p:nvPr>
        </p:nvSpPr>
        <p:spPr/>
      </p:sp>
    </p:spTree>
  </p:cSld>
  <p:clrMapOvr>
    <a:masterClrMapping/>
  </p:clrMapOvr>
</p:notes>
</file>

<file path=ppt/notesSlides/notesSlide3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„Wann kein effect?“.</a:t>
            </a:r>
          </a:p>
          <a:p/>
          <a:p>
            <a:r>
              <a:t>Ein „effect“ wird oft benutzt, obwohl es einen besseren Baustein gibt. Die Folie zeigt fünf Fälle. Soll ein Wert aus anderen Signals berechnet werden, nimmt man „computed“. Soll ein Signal zurückgesetzt werden, wenn sich eine Quelle ändert, nimmt man „linkedSignal“. Soll etwas auf einen Klick oder eine Eingabe passieren, nimmt man einen normalen Event-Handler. Sollen Daten geladen werden, wenn sich eine Kennung ändert, nimmt man „resource“ oder „rxResource“. Soll beim Start einmal etwas passieren, nimmt man den Konstruktor oder „afterNextRender“.</a:t>
            </a:r>
          </a:p>
          <a:p/>
          <a:p>
            <a:r>
              <a:t>Die Faustregel lautet: Wenn ein „effect“ ein Signal beschreibt, gibt es fast immer eine bessere Lösung. Seit Angular 19 ist das technisch erlaubt, aber es ist ein Warnsignal.</a:t>
            </a:r>
          </a:p>
        </p:txBody>
      </p:sp>
      <p:sp>
        <p:nvSpPr>
          <p:cNvPr id="4" name="Slide Number Placeholder 3"/>
          <p:cNvSpPr>
            <a:spLocks noGrp="1"/>
          </p:cNvSpPr>
          <p:nvPr>
            <p:ph type="sldNum" idx="66"/>
          </p:nvPr>
        </p:nvSpPr>
        <p:spPr/>
      </p:sp>
    </p:spTree>
  </p:cSld>
  <p:clrMapOvr>
    <a:masterClrMapping/>
  </p:clrMapOvr>
</p:notes>
</file>

<file path=ppt/notesSlides/notesSlide3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„Wie ein effect ausgeführt wird“.</a:t>
            </a:r>
          </a:p>
          <a:p/>
          <a:p>
            <a:r>
              <a:t>Ein „effect“ läuft mindestens einmal. Danach läuft er jedes Mal, wenn sich ein Signal ändert, das er gelesen hat. Er läuft nicht sofort nach einem „set“, sondern asynchron, denn Angular plant ihn bei der Änderungsprüfung ein. Ändert man mehrere Signals kurz nacheinander, läuft er nur einmal. Das nennt man „Batching“, also Bündeln.</a:t>
            </a:r>
          </a:p>
          <a:p/>
          <a:p>
            <a:r>
              <a:t>Zum Aufräumen verwendet man „onCleanup“. Ein „effect“ muss in einem „Injection Context“ erzeugt werden, zum Beispiel im Konstruktor einer Komponente. Alternativ übergibt man einen „injector“. Mit „untracked“ liest man einen Wert, ohne eine Abhängigkeit zu erzeugen.</a:t>
            </a:r>
          </a:p>
        </p:txBody>
      </p:sp>
      <p:sp>
        <p:nvSpPr>
          <p:cNvPr id="4" name="Slide Number Placeholder 3"/>
          <p:cNvSpPr>
            <a:spLocks noGrp="1"/>
          </p:cNvSpPr>
          <p:nvPr>
            <p:ph type="sldNum" idx="66"/>
          </p:nvPr>
        </p:nvSpPr>
        <p:spPr/>
      </p:sp>
    </p:spTree>
  </p:cSld>
  <p:clrMapOvr>
    <a:masterClrMapping/>
  </p:clrMapOvr>
</p:notes>
</file>

<file path=ppt/notesSlides/notesSlide3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Codefolie „Stolperfalle 1: Mutation statt neuer Referenz“.</a:t>
            </a:r>
          </a:p>
          <a:p/>
          <a:p>
            <a:r>
              <a:t>Die erste Stolperfalle ist die Veränderung eines Wertes an Ort und Stelle. Im Beispiel wird mit „push“ ein Kunde an die bestehende Liste angehängt. Das Signal merkt davon nichts, denn es ist immer noch dasselbe Array. Signals vergleichen mit dem Gleichheitszeichen „===“. Dasselbe Array bedeutet für sie: keine Änderung. Die Oberfläche wird also nicht aktualisiert.</a:t>
            </a:r>
          </a:p>
          <a:p/>
          <a:p>
            <a:r>
              <a:t>Richtig ist, mit „update“ eine neue Liste zu erzeugen, zum Beispiel mit dem Spread-Operator, den drei Punkten. Auch beim Ändern eines einzelnen Eintrags erzeugt man ein neues Objekt. Das gilt auch für Objekte in Signals und für Werte von „input()“.</a:t>
            </a:r>
          </a:p>
        </p:txBody>
      </p:sp>
      <p:sp>
        <p:nvSpPr>
          <p:cNvPr id="4" name="Slide Number Placeholder 3"/>
          <p:cNvSpPr>
            <a:spLocks noGrp="1"/>
          </p:cNvSpPr>
          <p:nvPr>
            <p:ph type="sldNum" idx="66"/>
          </p:nvPr>
        </p:nvSpPr>
        <p:spPr/>
      </p:sp>
    </p:spTree>
  </p:cSld>
  <p:clrMapOvr>
    <a:masterClrMapping/>
  </p:clrMapOvr>
</p:notes>
</file>

<file path=ppt/notesSlides/notesSlide3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Codefolie „Stolperfalle 2: Zyklen und Ketten“.</a:t>
            </a:r>
          </a:p>
          <a:p/>
          <a:p>
            <a:r>
              <a:t>Die zweite Stolperfalle sind Ketten und Zyklen. Im Beispiel schreibt der erste „effect“ in das Signal „b“. Der zweite „effect“ liest „b“ und schreibt wieder in „a“. So stoßen sich die beiden gegenseitig immer wieder an. Das ist eine Endlosschleife und sehr schwer zu untersuchen.</a:t>
            </a:r>
          </a:p>
          <a:p/>
          <a:p>
            <a:r>
              <a:t>Besser ist es, nur eine Quelle zu haben und alles andere mit „computed“ daraus abzuleiten. Im Beispiel ist „b“ dann einfach „a“ mal zwei. Außerdem ist das Schreiben auf Signals innerhalb eines „computed“ verboten. Angular meldet dann den Fehler mit dem Code „NG0600“.</a:t>
            </a:r>
          </a:p>
        </p:txBody>
      </p:sp>
      <p:sp>
        <p:nvSpPr>
          <p:cNvPr id="4" name="Slide Number Placeholder 3"/>
          <p:cNvSpPr>
            <a:spLocks noGrp="1"/>
          </p:cNvSpPr>
          <p:nvPr>
            <p:ph type="sldNum" idx="66"/>
          </p:nvPr>
        </p:nvSpPr>
        <p:spPr/>
      </p:sp>
    </p:spTree>
  </p:cSld>
  <p:clrMapOvr>
    <a:masterClrMapping/>
  </p:clrMapOvr>
</p:notes>
</file>

<file path=ppt/notesSlides/notesSlide3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Codefolie „Stolperfalle 3: Methoden im Template“.</a:t>
            </a:r>
          </a:p>
          <a:p/>
          <a:p>
            <a:r>
              <a:t>Die dritte Stolperfalle sind normale Methoden im Template. Eine Methode wie „expensiveSum“ wird bei jeder Änderungsprüfung neu aufgerufen, auch wenn sich nichts geändert hat. Wenn sie aufwendig rechnet, verschwendet das Zeit.</a:t>
            </a:r>
          </a:p>
          <a:p/>
          <a:p>
            <a:r>
              <a:t>Ein „computed“ wie „total“ ist dagegen zwischengespeichert. Es rechnet nur dann neu, wenn sich eine seiner Abhängigkeiten ändert. Reine und sehr billige Aufrufe sind eine Ausnahme. Im Zweifel nimmt man ein „computed“ oder eine reine Pipe.</a:t>
            </a:r>
          </a:p>
        </p:txBody>
      </p:sp>
      <p:sp>
        <p:nvSpPr>
          <p:cNvPr id="4" name="Slide Number Placeholder 3"/>
          <p:cNvSpPr>
            <a:spLocks noGrp="1"/>
          </p:cNvSpPr>
          <p:nvPr>
            <p:ph type="sldNum" idx="66"/>
          </p:nvPr>
        </p:nvSpPr>
        <p:spPr/>
      </p:sp>
    </p:spTree>
  </p:cSld>
  <p:clrMapOvr>
    <a:masterClrMapping/>
  </p:clrMapOvr>
</p:notes>
</file>

<file path=ppt/notesSlides/notesSlide3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„Stolperfalle 4: Brücke zu RxJS“.</a:t>
            </a:r>
          </a:p>
          <a:p/>
          <a:p>
            <a:r>
              <a:t>Die vierte Stolperfalle betrifft die Verbindung zu RxJS. Die Funktion „toSignal“ wandelt einen Datenstrom, ein „Observable“, in ein Signal um. Gibt man keinen Startwert „initialValue“ an, kann das Signal auch „undefined“ sein. Das muss man im Template berücksichtigen.</a:t>
            </a:r>
          </a:p>
          <a:p/>
          <a:p>
            <a:r>
              <a:t>„toSignal“ meldet sich selbst an und wieder ab. Dafür muss es in einem „Injection Context“ aufgerufen werden. Tritt im Datenstrom ein Fehler auf, wird dieser Fehler beim Lesen des Signals erneut ausgelöst. Deshalb fängt man ihn vorher mit „catchError“ ab.</a:t>
            </a:r>
          </a:p>
          <a:p/>
          <a:p>
            <a:r>
              <a:t>Für Zeit und Ereignisströme, zum Beispiel Verzögern, Abbrechen oder Wiederholen, bleibt RxJS die bessere Wahl. Für Zustand nimmt man Signals.</a:t>
            </a:r>
          </a:p>
        </p:txBody>
      </p:sp>
      <p:sp>
        <p:nvSpPr>
          <p:cNvPr id="4" name="Slide Number Placeholder 3"/>
          <p:cNvSpPr>
            <a:spLocks noGrp="1"/>
          </p:cNvSpPr>
          <p:nvPr>
            <p:ph type="sldNum" idx="66"/>
          </p:nvPr>
        </p:nvSpPr>
        <p:spPr/>
      </p:sp>
    </p:spTree>
  </p:cSld>
  <p:clrMapOvr>
    <a:masterClrMapping/>
  </p:clrMapOvr>
</p:notes>
</file>

<file path=ppt/notesSlides/notesSlide3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Codefolie „Brücke zu RxJS: Filter mit Verzögerung“.</a:t>
            </a:r>
          </a:p>
          <a:p/>
          <a:p>
            <a:r>
              <a:t>Das Beispiel zeigt, wie man Signals und RxJS zusammen einsetzt. Der Filtertext ist ein Signal. Mit „toObservable“ wird er in einen Datenstrom umgewandelt. „debounceTime“ mit 300 Millisekunden sorgt dafür, dass ein Wert erst weitergereicht wird, wenn 300 Millisekunden lang keine neue Eingabe kam. „distinctUntilChanged“ ignoriert gleiche Werte, die hintereinander kommen.</a:t>
            </a:r>
          </a:p>
          <a:p/>
          <a:p>
            <a:r>
              <a:t>Mit „toSignal“ wird der verzögerte Datenstrom wieder zu einem Signal. Der Startwert ist hier ein leerer Text. So nutzt man RxJS für die Zeit und Signals für den Zustand.</a:t>
            </a:r>
          </a:p>
        </p:txBody>
      </p:sp>
      <p:sp>
        <p:nvSpPr>
          <p:cNvPr id="4" name="Slide Number Placeholder 3"/>
          <p:cNvSpPr>
            <a:spLocks noGrp="1"/>
          </p:cNvSpPr>
          <p:nvPr>
            <p:ph type="sldNum" idx="66"/>
          </p:nvPr>
        </p:nvSpPr>
        <p:spPr/>
      </p:sp>
    </p:spTree>
  </p:cSld>
  <p:clrMapOvr>
    <a:masterClrMapping/>
  </p:clrMapOvr>
</p:notes>
</file>

<file path=ppt/notesSlides/notesSlide3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Codefolie „Stolperfalle 5: zu grobe Signals“.</a:t>
            </a:r>
          </a:p>
          <a:p/>
          <a:p>
            <a:r>
              <a:t>Die fünfte Stolperfalle ist ein zu grobes Signal. Im Beispiel liegt der gesamte Zustand in einem einzigen Signal, mit Kunden, Filter, Auswahl und Ladezustand. Ändert sich nur ein einziges Feld, gilt der ganze Wert als geändert. Dann müssen alle Stellen neu rechnen, die dieses Signal lesen, auch wenn sie sich nur für ein anderes Feld interessieren.</a:t>
            </a:r>
          </a:p>
          <a:p/>
          <a:p>
            <a:r>
              <a:t>Besser sind mehrere kleine Signals. Aus ihnen bildet man mit „computed“ die Ausschnitte, die eine Komponente braucht. Die Auswirkungen auf die Geschwindigkeit der Darstellung werden im Kapitel zur Performance behandelt.</a:t>
            </a:r>
          </a:p>
        </p:txBody>
      </p:sp>
      <p:sp>
        <p:nvSpPr>
          <p:cNvPr id="4" name="Slide Number Placeholder 3"/>
          <p:cNvSpPr>
            <a:spLocks noGrp="1"/>
          </p:cNvSpPr>
          <p:nvPr>
            <p:ph type="sldNum" idx="66"/>
          </p:nvPr>
        </p:nvSpPr>
        <p:spPr/>
      </p:sp>
    </p:spTree>
  </p:cSld>
  <p:clrMapOvr>
    <a:masterClrMapping/>
  </p:clrMapOvr>
</p:notes>
</file>

<file path=ppt/notesSlides/notesSlide3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„Nachvollziehbare Datenflüsse“.</a:t>
            </a:r>
          </a:p>
          <a:p/>
          <a:p>
            <a:r>
              <a:t>Ein Datenfluss ist gut nachvollziehbar, wenn er immer in eine feste Richtung läuft. Daten fließen von der Eltern-Komponente zur Kind-Komponente über „input()“. Ereignisse fließen von der Kind-Komponente zur Eltern-Komponente über „output()“. Gemeinsamer Zustand liegt in einem Service oder Store als Signal, und alle, die das Signal lesen, aktualisieren sich.</a:t>
            </a:r>
          </a:p>
          <a:p/>
          <a:p>
            <a:r>
              <a:t>Die Regeln sind: eine Richtung, ein Besitzer für jeden Zustand, und Änderungen nur über Methoden mit klaren Namen. Solche Methoden nennt man „Aktionen“. Zum Untersuchen helfen die „Angular DevTools“. Sie zeigen den Signal-Graph und die aktuellen Werte. Im Notfall kann man vorübergehend einen „effect“ mit einer Ausgabe in die Konsole einbauen.</a:t>
            </a:r>
          </a:p>
        </p:txBody>
      </p:sp>
      <p:sp>
        <p:nvSpPr>
          <p:cNvPr id="4" name="Slide Number Placeholder 3"/>
          <p:cNvSpPr>
            <a:spLocks noGrp="1"/>
          </p:cNvSpPr>
          <p:nvPr>
            <p:ph type="sldNum" idx="66"/>
          </p:nvPr>
        </p:nvSpPr>
        <p:spPr/>
      </p:sp>
    </p:spTree>
  </p:cSld>
  <p:clrMapOvr>
    <a:masterClrMapping/>
  </p:clrMapOvr>
</p:notes>
</file>

<file path=ppt/notesSlides/notesSlide3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„Entscheidungsbaum: Welcher Baustein?“.</a:t>
            </a:r>
          </a:p>
          <a:p/>
          <a:p>
            <a:r>
              <a:t>Zum Abschluss die Frage: Welchen Baustein nehme ich wann? Man geht fünf Fragen der Reihe nach durch. Kommt der Wert vom Benutzer oder von einem Ereignis? Dann ist es ein „signal“. Folgt er aus anderen Werten? Dann ist es ein „computed“, oder ein „linkedSignal“, wenn er überschreibbar sein soll.</a:t>
            </a:r>
          </a:p>
          <a:p/>
          <a:p>
            <a:r>
              <a:t>Kommt der Wert asynchron vom Server? Dann nimmt man „resource“ oder „httpResource“. Muss etwas außerhalb von Angular passieren? Nur dann nimmt man einen „effect“. Geht es um Zeit oder Ereignisströme, etwa Verzögern, Abbrechen oder Wiederholen? Dann nimmt man RxJS und wandelt das Ergebnis am Rand mit „toSignal“ in ein Signal.</a:t>
            </a:r>
          </a:p>
        </p:txBody>
      </p:sp>
      <p:sp>
        <p:nvSpPr>
          <p:cNvPr id="4" name="Slide Number Placeholder 3"/>
          <p:cNvSpPr>
            <a:spLocks noGrp="1"/>
          </p:cNvSpPr>
          <p:nvPr>
            <p:ph type="sldNum" idx="66"/>
          </p:nvPr>
        </p:nvSpPr>
        <p:spPr/>
      </p:sp>
    </p:spTree>
  </p:cSld>
  <p:clrMapOvr>
    <a:masterClrMapping/>
  </p:clrMapOvr>
</p:notes>
</file>

<file path=ppt/notesSlides/notesSlide3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„Übung 32: Reaktivitäts-Fallen finden“.</a:t>
            </a:r>
          </a:p>
          <a:p/>
          <a:p>
            <a:r>
              <a:t>Erklärung für die Dolmetscherin:</a:t>
            </a:r>
          </a:p>
          <a:p>
            <a:r>
              <a:t>Dies ist die Aufgabenstellung für Übung 32 im Ordner 32_reaktivitaet. Sie baut auf dem Ergebnis von Übung 31 auf.</a:t>
            </a:r>
          </a:p>
          <a:p/>
          <a:p>
            <a:r>
              <a:t>In Teil A bauen die Teilnehmer die Methode zum Filtern und die Funktion für die Kunden in „computed“ um. Eine Ausgabe in der Konsole zeigt, dass die Berechnung nur bei geänderten Abhängigkeiten läuft. In Teil B sichern sie den Filtertext mit einem „effect“ im „localStorage“ und stellen ihn beim Start wieder her. In Teil C fügen sie einen Patch mit drei absichtlichen Fehlern ein, der auf der nächsten Folie steht. Sie benennen den Fehler je Zeile, beheben ihn und überlegen, welche Fehler ein Test gefunden hätte.</a:t>
            </a:r>
          </a:p>
        </p:txBody>
      </p:sp>
      <p:sp>
        <p:nvSpPr>
          <p:cNvPr id="4" name="Slide Number Placeholder 3"/>
          <p:cNvSpPr>
            <a:spLocks noGrp="1"/>
          </p:cNvSpPr>
          <p:nvPr>
            <p:ph type="sldNum" idx="66"/>
          </p:nvPr>
        </p:nvSpPr>
        <p:spPr/>
      </p:sp>
    </p:spTree>
  </p:cSld>
  <p:clrMapOvr>
    <a:masterClrMapping/>
  </p:clrMapOvr>
</p:notes>
</file>

<file path=ppt/notesSlides/notesSlide3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Codefolie „Übung 32: Patch für Teil C“.</a:t>
            </a:r>
          </a:p>
          <a:p/>
          <a:p>
            <a:r>
              <a:t>Dieser Code ist der Patch für Teil C von Übung 32. Er enthält absichtlich drei Fehler. Im Abschnitt 1 schreibt ein „effect“ einen Wert, der sich einfach ableiten ließe. Das ist ein Fall für „computed“. Im Abschnitt 2 fügt die Methode mit „push“ einen Kunden direkt in die bestehende Liste ein. Das Signal bemerkt das nicht, es fehlt eine neue Referenz. Im Abschnitt 3 schreibt wieder ein „effect“ einen abgeleiteten Wert, auch hier ist „computed“ richtig.</a:t>
            </a:r>
          </a:p>
          <a:p/>
          <a:p>
            <a:r>
              <a:t>Abschnitt 2 lässt sich nicht einfach reparieren, weil die Kunden aus einer Resource kommen. Der Zustand müsste lokal gehalten werden, das folgt im nächsten Abschnitt. Hier genügt die Erklärung, warum „push“ nichts auslöst.</a:t>
            </a:r>
          </a:p>
        </p:txBody>
      </p:sp>
      <p:sp>
        <p:nvSpPr>
          <p:cNvPr id="4" name="Slide Number Placeholder 3"/>
          <p:cNvSpPr>
            <a:spLocks noGrp="1"/>
          </p:cNvSpPr>
          <p:nvPr>
            <p:ph type="sldNum" idx="66"/>
          </p:nvPr>
        </p:nvSpPr>
        <p:spPr/>
      </p:sp>
    </p:spTree>
  </p:cSld>
  <p:clrMapOvr>
    <a:masterClrMapping/>
  </p:clrMapOvr>
</p:notes>
</file>

<file path=ppt/notesSlides/notesSlide3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Kapitelübergangsfolie „KI-gestützte Entwicklung“ – hier beginnt das Kapitel über die Arbeit mit künstlicher Intelligenz beim Entwickeln. „KI“ steht für künstliche Intelligenz. Es geht um Arbeitsweisen und nicht um bestimmte Produkte, denn Werkzeuge ändern sich schnell. Am Ende stehen die Übung 37 und das Abschlussprojekt, Übung 38.</a:t>
            </a:r>
          </a:p>
        </p:txBody>
      </p:sp>
      <p:sp>
        <p:nvSpPr>
          <p:cNvPr id="4" name="Slide Number Placeholder 3"/>
          <p:cNvSpPr>
            <a:spLocks noGrp="1"/>
          </p:cNvSpPr>
          <p:nvPr>
            <p:ph type="sldNum" idx="66"/>
          </p:nvPr>
        </p:nvSpPr>
        <p:spPr/>
      </p:sp>
    </p:spTree>
  </p:cSld>
  <p:clrMapOvr>
    <a:masterClrMapping/>
  </p:clrMapOvr>
</p:notes>
</file>

<file path=ppt/notesSlides/notesSlide3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„Wofür KI in der Entwicklung?“.</a:t>
            </a:r>
          </a:p>
          <a:p/>
          <a:p>
            <a:r>
              <a:t>KI-Werkzeuge eignen sich unterschiedlich gut für verschiedene Aufgaben. Sehr gut klappt es bei Standardcode und Umbenennungen. Gut klappt es beim Erklären von fremdem Code. Tests und Umbauten kann die KI vorschlagen, aber ein Mensch muss sie prüfen.</a:t>
            </a:r>
          </a:p>
          <a:p/>
          <a:p>
            <a:r>
              <a:t>Bei Architektur, Fachlogik und Sicherheit sollte man sie nur als Gesprächspartner nutzen und nicht als Entscheider. Große Änderungen ungeprüft zu übernehmen, ist riskant. Die KI ist ein schneller Assistent, aber sie trägt keine Verantwortung. Die trägt immer der Entwickler.</a:t>
            </a:r>
          </a:p>
        </p:txBody>
      </p:sp>
      <p:sp>
        <p:nvSpPr>
          <p:cNvPr id="4" name="Slide Number Placeholder 3"/>
          <p:cNvSpPr>
            <a:spLocks noGrp="1"/>
          </p:cNvSpPr>
          <p:nvPr>
            <p:ph type="sldNum" idx="66"/>
          </p:nvPr>
        </p:nvSpPr>
        <p:spPr/>
      </p:sp>
    </p:spTree>
  </p:cSld>
  <p:clrMapOvr>
    <a:masterClrMapping/>
  </p:clrMapOvr>
</p:notes>
</file>

<file path=ppt/notesSlides/notesSlide3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„Formen der Unterstützung“.</a:t>
            </a:r>
          </a:p>
          <a:p/>
          <a:p>
            <a:r>
              <a:t>Es gibt drei Formen der Unterstützung. Im Chat stellt man Fragen und bekommt Antworten. In der Entwicklungsumgebung erscheinen Vorschläge, die einzelne Zeilen oder Blöcke ergänzen. „Agentische Werkzeuge“ arbeiten selbstständiger. Sie lesen das Projekt, ändern mehrere Dateien und führen Befehle oder Tests aus.</a:t>
            </a:r>
          </a:p>
          <a:p/>
          <a:p>
            <a:r>
              <a:t>Je mehr ein Werkzeug selbstständig tut, desto genauer muss man seine Ergebnisse prüfen. Auch der mögliche Schaden bei Fehlern wird größer.</a:t>
            </a:r>
          </a:p>
        </p:txBody>
      </p:sp>
      <p:sp>
        <p:nvSpPr>
          <p:cNvPr id="4" name="Slide Number Placeholder 3"/>
          <p:cNvSpPr>
            <a:spLocks noGrp="1"/>
          </p:cNvSpPr>
          <p:nvPr>
            <p:ph type="sldNum" idx="66"/>
          </p:nvPr>
        </p:nvSpPr>
        <p:spPr/>
      </p:sp>
    </p:spTree>
  </p:cSld>
  <p:clrMapOvr>
    <a:masterClrMapping/>
  </p:clrMapOvr>
</p:notes>
</file>

<file path=ppt/notesSlides/notesSlide3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„Zusammenarbeit: Kontext ist alles“.</a:t>
            </a:r>
          </a:p>
          <a:p/>
          <a:p>
            <a:r>
              <a:t>Gute Ergebnisse brauchen guten Kontext. Der Auftrag sollte klein und klar sein. „Erstelle eine Darstellungskomponente mit Eingang und Ausgang“ ist besser als „Baue die App um“.</a:t>
            </a:r>
          </a:p>
          <a:p/>
          <a:p>
            <a:r>
              <a:t>Zusätzlich kann man dem Werkzeug Projektregeln geben, in einer Datei im Repository. Das „Repository“ ist der Ordner mit dem Projekt und seiner Versionsverwaltung. Auch ein Verweis auf ein vorhandenes Beispiel im Projekt hilft. Außerdem sollte man die aktuellen Angular-Regeln nennen. Dazu bietet die Angular-Dokumentation auf angular.dev Hinweise, die man selbst nachlesen sollte.</a:t>
            </a:r>
          </a:p>
        </p:txBody>
      </p:sp>
      <p:sp>
        <p:nvSpPr>
          <p:cNvPr id="4" name="Slide Number Placeholder 3"/>
          <p:cNvSpPr>
            <a:spLocks noGrp="1"/>
          </p:cNvSpPr>
          <p:nvPr>
            <p:ph type="sldNum" idx="66"/>
          </p:nvPr>
        </p:nvSpPr>
        <p:spPr/>
      </p:sp>
    </p:spTree>
  </p:cSld>
  <p:clrMapOvr>
    <a:masterClrMapping/>
  </p:clrMapOvr>
</p:notes>
</file>

<file path=ppt/notesSlides/notesSlide3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Codefolie „Beispiel: Projektregeln für Angular“.</a:t>
            </a:r>
          </a:p>
          <a:p/>
          <a:p>
            <a:r>
              <a:t>Das ist ein Auszug aus einer Datei mit Projektregeln. Sie sagt dem KI-Werkzeug, in welchem Stil gearbeitet wird. Zum Beispiel: Nur eigenständige Komponenten ohne NgModule, keine alten Schreibweisen wie „*ngIf“, sondern den neuen Kontrollfluss mit „@if“.</a:t>
            </a:r>
          </a:p>
          <a:p/>
          <a:p>
            <a:r>
              <a:t>Außerdem stehen dort Verbote, zum Beispiel kein „any“ und kein „bypassSecurityTrust“ ohne Rückfrage. Neue Logik soll immer mit Tests entstehen. Solche Regeln muss die KI nicht erraten, und sie machen die Ergebnisse besser vorhersagbar.</a:t>
            </a:r>
          </a:p>
        </p:txBody>
      </p:sp>
      <p:sp>
        <p:nvSpPr>
          <p:cNvPr id="4" name="Slide Number Placeholder 3"/>
          <p:cNvSpPr>
            <a:spLocks noGrp="1"/>
          </p:cNvSpPr>
          <p:nvPr>
            <p:ph type="sldNum" idx="66"/>
          </p:nvPr>
        </p:nvSpPr>
        <p:spPr/>
      </p:sp>
    </p:spTree>
  </p:cSld>
  <p:clrMapOvr>
    <a:masterClrMapping/>
  </p:clrMapOvr>
</p:notes>
</file>

<file path=ppt/notesSlides/notesSlide3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„Vorschläge bewerten: Review-Checkliste“.</a:t>
            </a:r>
          </a:p>
          <a:p/>
          <a:p>
            <a:r>
              <a:t>Jeden Vorschlag der KI prüft man mit sieben Fragen. Erstens: Läuft er, also bauen und testen alle Prüfungen durch? Zweitens: Passt er zur Struktur des Projekts? Drittens: Ist er modern, oder nutzt er alte oder sogar erfundene Funktionen?</a:t>
            </a:r>
          </a:p>
          <a:p/>
          <a:p>
            <a:r>
              <a:t>Viertens: Ist er sicher, wie im Kapitel über Sicherheit erklärt? Fünftens: Ist er mit Signals richtig umgesetzt? Sechstens: Sind die Tests sinnvoll, wie im Kapitel über Tests erklärt? Die wichtigste Frage ist die letzte: Was man nicht erklären kann, übernimmt man nicht.</a:t>
            </a:r>
          </a:p>
        </p:txBody>
      </p:sp>
      <p:sp>
        <p:nvSpPr>
          <p:cNvPr id="4" name="Slide Number Placeholder 3"/>
          <p:cNvSpPr>
            <a:spLocks noGrp="1"/>
          </p:cNvSpPr>
          <p:nvPr>
            <p:ph type="sldNum" idx="66"/>
          </p:nvPr>
        </p:nvSpPr>
        <p:spPr/>
      </p:sp>
    </p:spTree>
  </p:cSld>
  <p:clrMapOvr>
    <a:masterClrMapping/>
  </p:clrMapOvr>
</p:notes>
</file>

<file path=ppt/notesSlides/notesSlide3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„Typische KI-Fehler bei Angular“.</a:t>
            </a:r>
          </a:p>
          <a:p/>
          <a:p>
            <a:r>
              <a:t>Diese Fehler treten bei KI-Vorschlägen für Angular häufig auf. Oft benutzt die KI veraltete Schreibweisen, weil sie davon viele Beispiele gesehen hat. Manchmal erfindet sie Funktionen, die es gar nicht gibt.</a:t>
            </a:r>
          </a:p>
          <a:p/>
          <a:p>
            <a:r>
              <a:t>Auch sollte man auf „effect“ achten. Er wird oft benutzt, wo ein „computed“ besser wäre. „any“ ist ein Typ, der keine Prüfung mehr erlaubt, und versteckt Fehler. Dazu kommen unnötig komplizierte Lösungen, Sicherheitslücken, wertlose Tests und ein Stil, der nicht zum Projekt passt.</a:t>
            </a:r>
          </a:p>
        </p:txBody>
      </p:sp>
      <p:sp>
        <p:nvSpPr>
          <p:cNvPr id="4" name="Slide Number Placeholder 3"/>
          <p:cNvSpPr>
            <a:spLocks noGrp="1"/>
          </p:cNvSpPr>
          <p:nvPr>
            <p:ph type="sldNum" idx="66"/>
          </p:nvPr>
        </p:nvSpPr>
        <p:spPr/>
      </p:sp>
    </p:spTree>
  </p:cSld>
  <p:clrMapOvr>
    <a:masterClrMapping/>
  </p:clrMapOvr>
</p:notes>
</file>

<file path=ppt/notesSlides/notesSlide3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„Mehrrunden-Zusammenarbeit“.</a:t>
            </a:r>
          </a:p>
          <a:p/>
          <a:p>
            <a:r>
              <a:t>Gute Zusammenarbeit mit der KI läuft in Runden. Zuerst nennt man Ziel und Kontext und lässt einen Plan erstellen. Diesen Plan prüft man, bevor Code entsteht. Dann setzt man einen kleinen Schritt um, prüft ihn mit Review und Tests, korrigiert und beginnt die nächste Runde.</a:t>
            </a:r>
          </a:p>
          <a:p/>
          <a:p>
            <a:r>
              <a:t>Jeder Schritt bekommt einen eigenen „Commit“. Das ist ein gespeicherter Stand in der Versionsverwaltung. Fehlermeldungen und Befunde gibt man der KI konkret zurück. Bei langen Sitzungen kann die KI frühere Vorgaben vernachlässigen. Dann wiederholt man die Regeln oder beginnt neu mit einer Zusammenfassung.</a:t>
            </a:r>
          </a:p>
        </p:txBody>
      </p:sp>
      <p:sp>
        <p:nvSpPr>
          <p:cNvPr id="4" name="Slide Number Placeholder 3"/>
          <p:cNvSpPr>
            <a:spLocks noGrp="1"/>
          </p:cNvSpPr>
          <p:nvPr>
            <p:ph type="sldNum" idx="66"/>
          </p:nvPr>
        </p:nvSpPr>
        <p:spPr/>
      </p:sp>
    </p:spTree>
  </p:cSld>
  <p:clrMapOvr>
    <a:masterClrMapping/>
  </p:clrMapOvr>
</p:notes>
</file>

<file path=ppt/notesSlides/notesSlide3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Codefolie „Gute Prompts: ein Muster“.</a:t>
            </a:r>
          </a:p>
          <a:p/>
          <a:p>
            <a:r>
              <a:t>Ein „Prompt“ ist die Anweisung, die man der KI gibt. Das Muster hat fünf Teile. Der Kontext nennt die Anwendung und die betroffene Datei. Die Aufgabe beschreibt genau eine Änderung. Die Vorgaben legen fest, wie sie umgesetzt werden soll. Die Abnahmekriterien sagen, woran man ein fertiges Ergebnis erkennt. Das Format bestimmt, wie das Ergebnis dargestellt wird, hier zuerst ein Plan und dann ein „Diff“. Ein Diff zeigt nur die Unterschiede zum alten Stand.</a:t>
            </a:r>
          </a:p>
          <a:p/>
          <a:p>
            <a:r>
              <a:t>Es ist ein Beispiel für eine Arbeitsweise, keine feste Vorschrift.</a:t>
            </a:r>
          </a:p>
        </p:txBody>
      </p:sp>
      <p:sp>
        <p:nvSpPr>
          <p:cNvPr id="4" name="Slide Number Placeholder 3"/>
          <p:cNvSpPr>
            <a:spLocks noGrp="1"/>
          </p:cNvSpPr>
          <p:nvPr>
            <p:ph type="sldNum" idx="66"/>
          </p:nvPr>
        </p:nvSpPr>
        <p:spPr/>
      </p:sp>
    </p:spTree>
  </p:cSld>
  <p:clrMapOvr>
    <a:masterClrMapping/>
  </p:clrMapOvr>
</p:notes>
</file>

<file path=ppt/notesSlides/notesSlide3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„Grenzen und Fehlannahmen (1/2)“.</a:t>
            </a:r>
          </a:p>
          <a:p/>
          <a:p>
            <a:r>
              <a:t>Hier stehen drei verbreitete Irrtümer. Die KI kennt das Projekt nicht, sondern nur das, was man ihr im Kontext zeigt.</a:t>
            </a:r>
          </a:p>
          <a:p/>
          <a:p>
            <a:r>
              <a:t>Sie formuliert immer überzeugend, auch wenn die Antwort falsch ist. Wenn eine KI Dinge erfindet, nennt man das „Halluzination“. Und dass Code ohne Fehlermeldung übersetzt wird, heißt nicht, dass er das Richtige tut. Er kann trotzdem falsch, unsicher oder langsam sein.</a:t>
            </a:r>
          </a:p>
        </p:txBody>
      </p:sp>
      <p:sp>
        <p:nvSpPr>
          <p:cNvPr id="4" name="Slide Number Placeholder 3"/>
          <p:cNvSpPr>
            <a:spLocks noGrp="1"/>
          </p:cNvSpPr>
          <p:nvPr>
            <p:ph type="sldNum" idx="66"/>
          </p:nvPr>
        </p:nvSpPr>
        <p:spPr/>
      </p:sp>
    </p:spTree>
  </p:cSld>
  <p:clrMapOvr>
    <a:masterClrMapping/>
  </p:clrMapOvr>
</p:notes>
</file>

<file path=ppt/notesSlides/notesSlide3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„Grenzen und Fehlannahmen (2/2)“.</a:t>
            </a:r>
          </a:p>
          <a:p/>
          <a:p>
            <a:r>
              <a:t>Auch diese drei Irrtümer kommen oft vor. Tests, die die KI schreibt, sind nur dann ein Nachweis, wenn sie das Verhalten wirklich prüfen. Das haben wir im Kapitel über Tests gesehen.</a:t>
            </a:r>
          </a:p>
          <a:p/>
          <a:p>
            <a:r>
              <a:t>Der Wissensstand der KI endet irgendwann. Neue Angular-Versionen kennt sie deshalb nicht immer, und man liest in der Dokumentation nach. Der letzte Punkt ist besonders wichtig: Wer selbst nichts weiß, kann die Vorschläge der KI nicht beurteilen.</a:t>
            </a:r>
          </a:p>
        </p:txBody>
      </p:sp>
      <p:sp>
        <p:nvSpPr>
          <p:cNvPr id="4" name="Slide Number Placeholder 3"/>
          <p:cNvSpPr>
            <a:spLocks noGrp="1"/>
          </p:cNvSpPr>
          <p:nvPr>
            <p:ph type="sldNum" idx="66"/>
          </p:nvPr>
        </p:nvSpPr>
        <p:spPr/>
      </p:sp>
    </p:spTree>
  </p:cSld>
  <p:clrMapOvr>
    <a:masterClrMapping/>
  </p:clrMapOvr>
</p:notes>
</file>

<file path=ppt/notesSlides/notesSlide3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„Datenschutz, Lizenzen, Verantwortung“.</a:t>
            </a:r>
          </a:p>
          <a:p/>
          <a:p>
            <a:r>
              <a:t>Beim Einsatz von KI sind einige Regeln wichtig. In Anweisungen und Kontextdateien stehen keine Zugangsdaten, Geheimnisse oder Kundendaten, denn diese Eingaben werden an ein fremdes System gesendet. Die Richtlinien der Firma sagen, welche Werkzeuge erlaubt sind.</a:t>
            </a:r>
          </a:p>
          <a:p/>
          <a:p>
            <a:r>
              <a:t>Bei Lizenzen kann unklar sein, woher ein erzeugter Code stammt. Bei längeren Übernahmen sollte man das prüfen. Verantwortlich bleibt die Person, die den Code in das Projekt übernimmt. Vorgeschlagene Pakete müssen existieren und gepflegt sein, weil Namen manchmal erfunden werden.</a:t>
            </a:r>
          </a:p>
        </p:txBody>
      </p:sp>
      <p:sp>
        <p:nvSpPr>
          <p:cNvPr id="4" name="Slide Number Placeholder 3"/>
          <p:cNvSpPr>
            <a:spLocks noGrp="1"/>
          </p:cNvSpPr>
          <p:nvPr>
            <p:ph type="sldNum" idx="66"/>
          </p:nvPr>
        </p:nvSpPr>
        <p:spPr/>
      </p:sp>
    </p:spTree>
  </p:cSld>
  <p:clrMapOvr>
    <a:masterClrMapping/>
  </p:clrMapOvr>
</p:notes>
</file>

<file path=ppt/notesSlides/notesSlide3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„Was bleibt Entwicklerkompetenz?“.</a:t>
            </a:r>
          </a:p>
          <a:p/>
          <a:p>
            <a:r>
              <a:t>Diese Folie fasst zusammen, was auch mit KI die Aufgabe der Entwickler bleibt. Sie müssen die Anforderungen verstehen und klar formulieren. Sie entscheiden über Architektur, also über den Aufbau der Anwendung.</a:t>
            </a:r>
          </a:p>
          <a:p/>
          <a:p>
            <a:r>
              <a:t>Sie müssen Code lesen und beurteilen können. Sie testen, messen und sichern die Anwendung ab, wie in den letzten Kapiteln gezeigt. Und sie tragen die Verantwortung im Team und gegenüber den Nutzern.</a:t>
            </a:r>
          </a:p>
        </p:txBody>
      </p:sp>
      <p:sp>
        <p:nvSpPr>
          <p:cNvPr id="4" name="Slide Number Placeholder 3"/>
          <p:cNvSpPr>
            <a:spLocks noGrp="1"/>
          </p:cNvSpPr>
          <p:nvPr>
            <p:ph type="sldNum" idx="66"/>
          </p:nvPr>
        </p:nvSpPr>
        <p:spPr/>
      </p:sp>
    </p:spTree>
  </p:cSld>
  <p:clrMapOvr>
    <a:masterClrMapping/>
  </p:clrMapOvr>
</p:notes>
</file>

<file path=ppt/notesSlides/notesSlide3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„Übung 37: KI-Ergebnis reviewen“.</a:t>
            </a:r>
          </a:p>
          <a:p/>
          <a:p>
            <a:r>
              <a:t>Erklärung für die Dolmetscherin:</a:t>
            </a:r>
          </a:p>
          <a:p>
            <a:r>
              <a:t>Dies ist die Aufgabenstellung für Übung 37 im Ordner 37_ki_review.</a:t>
            </a:r>
          </a:p>
          <a:p/>
          <a:p>
            <a:r>
              <a:t>Die Teilnehmer lassen entweder ein erlaubtes KI-Werkzeug eine Exportfunktion für Kunden schreiben, oder sie benutzen ein vorbereitetes Beispielergebnis. Das Beispiel enthält absichtlich Fehler, zum Beispiel veraltete Schreibweisen, einen unpassenden Einsatz von „effect“, unsicheres HTML und einen Test ohne echte Prüfung.</a:t>
            </a:r>
          </a:p>
          <a:p/>
          <a:p>
            <a:r>
              <a:t>Sie prüfen das Ergebnis mit der Checkliste und geben ihre Befunde in einer zweiten Runde an die KI zurück. Danach vergleichen alle, welche Fehler die KI selbst nicht erkannt hat.</a:t>
            </a:r>
          </a:p>
        </p:txBody>
      </p:sp>
      <p:sp>
        <p:nvSpPr>
          <p:cNvPr id="4" name="Slide Number Placeholder 3"/>
          <p:cNvSpPr>
            <a:spLocks noGrp="1"/>
          </p:cNvSpPr>
          <p:nvPr>
            <p:ph type="sldNum" idx="66"/>
          </p:nvPr>
        </p:nvSpPr>
        <p:spPr/>
      </p:sp>
    </p:spTree>
  </p:cSld>
  <p:clrMapOvr>
    <a:masterClrMapping/>
  </p:clrMapOvr>
</p:notes>
</file>

<file path=ppt/notesSlides/notesSlide3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„Übung 38: Abschlussprojekt Kunden-Dashboard“.</a:t>
            </a:r>
          </a:p>
          <a:p/>
          <a:p>
            <a:r>
              <a:t>Erklärung für die Dolmetscherin:</a:t>
            </a:r>
          </a:p>
          <a:p>
            <a:r>
              <a:t>Dies ist die Aufgabenstellung für Übung 38 im Ordner 38_abschluss. Das ist das Abschlussprojekt des Kurses.</a:t>
            </a:r>
          </a:p>
          <a:p/>
          <a:p>
            <a:r>
              <a:t>In Kleingruppen bauen die Teilnehmer eine neue Seite mit Kennzahlen zu den Kunden: die Anzahl aller Kunden, die aktiven Kunden der letzten sieben Tage und die Kunden pro Stadt. Sie schreiben zuerst einen Plan, setzen ihn in kleinen Schritten um und nutzen dabei, wenn sie möchten, KI-Unterstützung. Dabei wenden sie an, was im Kurs vorkam: berechnete Werte, den gemeinsamen Store, eine Lazy Route, Tests und sichere Muster.</a:t>
            </a:r>
          </a:p>
          <a:p/>
          <a:p>
            <a:r>
              <a:t>Am Ende prüfen sie ihre Arbeit selbst mit den Checklisten und stellen sie in fünf Minuten vor. Bewertet werden Aufbau, Reaktivität, Tests, Sicherheit und die Nachvollziehbarkeit des Vorgehens.</a:t>
            </a:r>
          </a:p>
        </p:txBody>
      </p:sp>
      <p:sp>
        <p:nvSpPr>
          <p:cNvPr id="4" name="Slide Number Placeholder 3"/>
          <p:cNvSpPr>
            <a:spLocks noGrp="1"/>
          </p:cNvSpPr>
          <p:nvPr>
            <p:ph type="sldNum" idx="66"/>
          </p:nvPr>
        </p:nvSpPr>
        <p:spPr/>
      </p:sp>
    </p:spTree>
  </p:cSld>
  <p:clrMapOvr>
    <a:masterClrMapping/>
  </p:clrMapOvr>
</p:notes>
</file>

<file path=ppt/notesSlides/notesSlide3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Kapitelübergangsfolie „Anwendungsstruktur und Zustandsverwaltung“ – In diesem Abschnitt geht es darum, wie man eine wachsende Anwendung in Ordner und Schichten gliedert und wie man den Zustand der Anwendung sauber verwaltet. Es werden einfache Services mit Signals, der „Signal Store“ von NgRx und die Kriterien für den Wechsel zwischen beiden gezeigt. Der Abschnitt endet mit Übung 33. Danach folgt eine Vertiefung zu NgRx im Deck „State Management“.</a:t>
            </a:r>
          </a:p>
        </p:txBody>
      </p:sp>
      <p:sp>
        <p:nvSpPr>
          <p:cNvPr id="4" name="Slide Number Placeholder 3"/>
          <p:cNvSpPr>
            <a:spLocks noGrp="1"/>
          </p:cNvSpPr>
          <p:nvPr>
            <p:ph type="sldNum" idx="66"/>
          </p:nvPr>
        </p:nvSpPr>
        <p:spPr/>
      </p:sp>
    </p:spTree>
  </p:cSld>
  <p:clrMapOvr>
    <a:masterClrMapping/>
  </p:clrMapOvr>
</p:notes>
</file>

<file path=ppt/notesSlides/notesSlide3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„Wie Zustand wächst“.</a:t>
            </a:r>
          </a:p>
          <a:p/>
          <a:p>
            <a:r>
              <a:t>Der Zustand einer Anwendung wächst meistens in vier Phasen. Phase 1: eine Komponente mit wenigen Feldern, dafür genügt ein „signal“. Phase 2: mehrere Komponenten teilen sich Daten, dann braucht man einen Service. Phase 3: Daten, Filter, Auswahl und Ladezustand hängen zusammen, dann lohnt sich ein „Store“. Ein Store ist ein Speicher, der Zustand und zugehörige Logik an einer Stelle bündelt.</a:t>
            </a:r>
          </a:p>
          <a:p/>
          <a:p>
            <a:r>
              <a:t>Phase 4: viele Teams arbeiten zusammen und jede Änderung muss nachvollziehbar sein. Dafür gibt es das „Redux-Muster“ mit der Bibliothek „NgRx“. Nicht jede Anwendung braucht Phase 4. Wer zu früh strukturiert, schreibt unnötig viel Code. Wer zu spät strukturiert, muss aufwendig umbauen.</a:t>
            </a:r>
          </a:p>
        </p:txBody>
      </p:sp>
      <p:sp>
        <p:nvSpPr>
          <p:cNvPr id="4" name="Slide Number Placeholder 3"/>
          <p:cNvSpPr>
            <a:spLocks noGrp="1"/>
          </p:cNvSpPr>
          <p:nvPr>
            <p:ph type="sldNum" idx="66"/>
          </p:nvPr>
        </p:nvSpPr>
        <p:spPr/>
      </p:sp>
    </p:spTree>
  </p:cSld>
  <p:clrMapOvr>
    <a:masterClrMapping/>
  </p:clrMapOvr>
</p:notes>
</file>

<file path=ppt/notesSlides/notesSlide3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Codefolie „Anwendung strukturieren: Ordner und Zuständigkeiten“.</a:t>
            </a:r>
          </a:p>
          <a:p/>
          <a:p>
            <a:r>
              <a:t>Die Folie zeigt eine mögliche Ordnerstruktur. Im Ordner „app“ liegt für jeden Fachbereich ein eigener Ordner, hier „customer“ und „auth“. Ein solcher Fachbereich heißt „Feature“.</a:t>
            </a:r>
          </a:p>
          <a:p/>
          <a:p>
            <a:r>
              <a:t>Im Feature „customer“ liegen die Container-Komponenten, zum Beispiel die Liste und die Details. Die Darstellungskomponenten liegen im Unterordner „ui“. Dazu kommen der Store mit Zustand und Fachlogik, der API-Zugriff und das Datenmodell. Der Ordner „shared“ enthält nur wirklich Allgemeines, zum Beispiel die Card-Komponente oder Pipes.</a:t>
            </a:r>
          </a:p>
          <a:p/>
          <a:p>
            <a:r>
              <a:t>Ein Feature soll andere Features nur über klare Schnittstellen kennen, also über einen Service oder eine Route. Die Abhängigkeit zeigt immer in eine Richtung: Features dürfen „shared“ nutzen, aber „shared“ kennt keine Features.</a:t>
            </a:r>
          </a:p>
        </p:txBody>
      </p:sp>
      <p:sp>
        <p:nvSpPr>
          <p:cNvPr id="4" name="Slide Number Placeholder 3"/>
          <p:cNvSpPr>
            <a:spLocks noGrp="1"/>
          </p:cNvSpPr>
          <p:nvPr>
            <p:ph type="sldNum" idx="66"/>
          </p:nvPr>
        </p:nvSpPr>
        <p:spPr/>
      </p:sp>
    </p:spTree>
  </p:cSld>
  <p:clrMapOvr>
    <a:masterClrMapping/>
  </p:clrMapOvr>
</p:notes>
</file>

<file path=ppt/notesSlides/notesSlide4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„Drei Schichten: Zustand, Logik, Darstellung“.</a:t>
            </a:r>
          </a:p>
          <a:p/>
          <a:p>
            <a:r>
              <a:t>Eine Anwendung hat drei Schichten. Die Schicht „Zustand“ hält die Daten und leitet daraus andere Werte ab. Sie besteht aus Signals im Store. Die Schicht „Logik“ enthält die Regeln, die Befehle und das Laden von Daten. Sie besteht aus Methoden im Store oder in einem Service. Die Schicht „Darstellung“ zeigt Daten an und gibt Eingaben weiter. Sie besteht aus Komponenten und Templates.</a:t>
            </a:r>
          </a:p>
          <a:p/>
          <a:p>
            <a:r>
              <a:t>Komponenten lesen die Signals und rufen Methoden auf. Sie entscheiden aber nicht selbst, wie der Zustand aufgebaut ist oder wie er sich ändert. Das übernimmt der Store.</a:t>
            </a:r>
          </a:p>
        </p:txBody>
      </p:sp>
      <p:sp>
        <p:nvSpPr>
          <p:cNvPr id="4" name="Slide Number Placeholder 3"/>
          <p:cNvSpPr>
            <a:spLocks noGrp="1"/>
          </p:cNvSpPr>
          <p:nvPr>
            <p:ph type="sldNum" idx="66"/>
          </p:nvPr>
        </p:nvSpPr>
        <p:spPr/>
      </p:sp>
    </p:spTree>
  </p:cSld>
  <p:clrMapOvr>
    <a:masterClrMapping/>
  </p:clrMapOvr>
</p:notes>
</file>

<file path=ppt/notesSlides/notesSlide4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Codefolie „Service mit Signals als einfacher Store“.</a:t>
            </a:r>
          </a:p>
          <a:p/>
          <a:p>
            <a:r>
              <a:t>Das Beispiel zeigt einen einfachen Store als Service mit Signals. Die Daten und der Filtertext liegen in privaten Signals mit einem Unterstrich im Namen. Nach außen gibt der Store nur lesbare Versionen heraus, die man mit „asReadonly“ erzeugt. Von außen kann man die Werte also nicht direkt ändern.</a:t>
            </a:r>
          </a:p>
          <a:p/>
          <a:p>
            <a:r>
              <a:t>Die gefilterte Liste ist ein „computed“. Sie rechnet sich automatisch neu, wenn sich die Kunden oder der Filter ändern. Geändert wird der Zustand nur über Methoden: „setFilter“ setzt den Filtertext, „load“ lädt die Kunden vom Server. Diese Methoden heißen auch „Aktionen“.</a:t>
            </a:r>
          </a:p>
          <a:p/>
          <a:p>
            <a:r>
              <a:t>Das ist übersichtlicher als eine Lösung mit RxJS-Subjects im Service. Der Zustand ist sofort lesbar, und es gibt keine Anmeldungen, die man verwalten muss.</a:t>
            </a:r>
          </a:p>
        </p:txBody>
      </p:sp>
      <p:sp>
        <p:nvSpPr>
          <p:cNvPr id="4" name="Slide Number Placeholder 3"/>
          <p:cNvSpPr>
            <a:spLocks noGrp="1"/>
          </p:cNvSpPr>
          <p:nvPr>
            <p:ph type="sldNum" idx="66"/>
          </p:nvPr>
        </p:nvSpPr>
        <p:spPr/>
      </p:sp>
    </p:spTree>
  </p:cSld>
  <p:clrMapOvr>
    <a:masterClrMapping/>
  </p:clrMapOvr>
</p:notes>
</file>

<file path=ppt/notesSlides/notesSlide4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Codefolie „Asynchronen Zustand modellieren“.</a:t>
            </a:r>
          </a:p>
          <a:p/>
          <a:p>
            <a:r>
              <a:t>Beim Laden von Daten gibt es mehrere mögliche Zustände. Der Typ „LoadState“ beschreibt genau vier: „idle“, also noch nichts passiert, „loading“, es wird geladen, „error“ mit einer Fehlermeldung und „loaded“ mit den geladenen Daten.</a:t>
            </a:r>
          </a:p>
          <a:p/>
          <a:p>
            <a:r>
              <a:t>Der Vorteil: Unmögliche Kombinationen, zum Beispiel „lädt“ und „Fehler“ gleichzeitig, kann man gar nicht ausdrücken. Alternativ liefert eine „resource“ aus Übung 26 die Werte „value“, „isLoading“ und „error“ bereits fertig.</a:t>
            </a:r>
          </a:p>
          <a:p/>
          <a:p>
            <a:r>
              <a:t>Eine weitere Regel: Daten vom Server und Zustand der Oberfläche, zum Beispiel ein geöffneter Dialog oder ein gewählter Reiter, werden getrennt behandelt. Sie haben unterschiedliche Eigenschaften.</a:t>
            </a:r>
          </a:p>
        </p:txBody>
      </p:sp>
      <p:sp>
        <p:nvSpPr>
          <p:cNvPr id="4" name="Slide Number Placeholder 3"/>
          <p:cNvSpPr>
            <a:spLocks noGrp="1"/>
          </p:cNvSpPr>
          <p:nvPr>
            <p:ph type="sldNum" idx="66"/>
          </p:nvPr>
        </p:nvSpPr>
        <p:spPr/>
      </p:sp>
    </p:spTree>
  </p:cSld>
  <p:clrMapOvr>
    <a:masterClrMapping/>
  </p:clrMapOvr>
</p:notes>
</file>

<file path=ppt/notesSlides/notesSlide4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„Wachsende Zustandskomplexität beherrschen“.</a:t>
            </a:r>
          </a:p>
          <a:p/>
          <a:p>
            <a:r>
              <a:t>Wenn der Zustand wächst, helfen fünf Regeln. Erstens: Normalisieren. Man speichert jede Sache, hier Kunden, nur einmal in einer Tabelle, in der man sie über die Kennung findet. Listen enthalten dann nur die Kennungen. Zweitens: Ableiten statt kopieren. Der ausgewählte Kunde ist ein „computed“, das aus der Kennung der Auswahl und der Kundenliste berechnet wird.</a:t>
            </a:r>
          </a:p>
          <a:p/>
          <a:p>
            <a:r>
              <a:t>Drittens: Änderungen sind Befehle mit klaren Namen, zum Beispiel „addCustomer“ oder „renameCustomer“, und nicht ein „set“ an vielen Stellen. Viertens: Zustand wird unveränderlich aktualisiert, es entstehen also neue Objekte. Fünftens: Man hält den Zustand klein und speichert nur, was man nicht berechnen kann.</a:t>
            </a:r>
          </a:p>
        </p:txBody>
      </p:sp>
      <p:sp>
        <p:nvSpPr>
          <p:cNvPr id="4" name="Slide Number Placeholder 3"/>
          <p:cNvSpPr>
            <a:spLocks noGrp="1"/>
          </p:cNvSpPr>
          <p:nvPr>
            <p:ph type="sldNum" idx="66"/>
          </p:nvPr>
        </p:nvSpPr>
        <p:spPr/>
      </p:sp>
    </p:spTree>
  </p:cSld>
  <p:clrMapOvr>
    <a:masterClrMapping/>
  </p:clrMapOvr>
</p:notes>
</file>

<file path=ppt/notesSlides/notesSlide4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„Wann strukturierten Zustand einführen? (1/2)“.</a:t>
            </a:r>
          </a:p>
          <a:p/>
          <a:p>
            <a:r>
              <a:t>Die Folie vergleicht, wann ein einfacher Service mit Signals genügt und wann sich ein strukturierter Store lohnt. Es gibt sieben Kriterien, die auf zwei Folien verteilt sind.</a:t>
            </a:r>
          </a:p>
          <a:p/>
          <a:p>
            <a:r>
              <a:t>Erstens die Zahl der Konsumenten: Wenn eine bis drei Komponenten den Zustand nutzen, genügt ein Service. Nutzen viele Komponenten in mehreren Features den Zustand, lohnt sich ein Store. Zweitens die Zustandsarten: Bei ein bis zwei Arten reicht ein Service. Gibt es mehrere zusammenhängende, etwa Daten, Filter und Status, ist ein Store besser. Drittens die Seiteneffekte: Bei wenigen reicht ein Service, bei vielen voneinander abhängigen ein Store. Viertens die Nachvollziehbarkeit: Wenn sie egal ist, genügt ein Service. Müssen Änderungen protokolliert oder untersucht werden, ist ein Store besser.</a:t>
            </a:r>
          </a:p>
        </p:txBody>
      </p:sp>
      <p:sp>
        <p:nvSpPr>
          <p:cNvPr id="4" name="Slide Number Placeholder 3"/>
          <p:cNvSpPr>
            <a:spLocks noGrp="1"/>
          </p:cNvSpPr>
          <p:nvPr>
            <p:ph type="sldNum" idx="66"/>
          </p:nvPr>
        </p:nvSpPr>
        <p:spPr/>
      </p:sp>
    </p:spTree>
  </p:cSld>
  <p:clrMapOvr>
    <a:masterClrMapping/>
  </p:clrMapOvr>
</p:notes>
</file>

<file path=ppt/notesSlides/notesSlide4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„Wann strukturierten Zustand einführen? (2/2)“.</a:t>
            </a:r>
          </a:p>
          <a:p/>
          <a:p>
            <a:r>
              <a:t>Dies ist der zweite Teil der Kriterien. Fünftens die Teamgröße: Bei ein bis drei Personen genügt ein Service. Arbeiten mehrere Teams zusammen und brauchen sie einheitliche Muster, lohnt sich ein Store. Sechstens die Wiederverwendung: Im Einzelfall reicht ein Service. Wiederholen sich gleiche Muster in vielen Features, ist ein Store besser. Siebtens der Testaufwand: Ist er gering, genügt ein Service. Sollen gezielt die Regeln des Zustands getestet werden, hilft ein Store.</a:t>
            </a:r>
          </a:p>
          <a:p/>
          <a:p>
            <a:r>
              <a:t>Das Ergebnis für den Kurs lautet: Starte einfach mit einem Service und Signals. Wechsle zu einem strukturierten Store erst, wenn eines der Kriterien zum Problem wird.</a:t>
            </a:r>
          </a:p>
        </p:txBody>
      </p:sp>
      <p:sp>
        <p:nvSpPr>
          <p:cNvPr id="4" name="Slide Number Placeholder 3"/>
          <p:cNvSpPr>
            <a:spLocks noGrp="1"/>
          </p:cNvSpPr>
          <p:nvPr>
            <p:ph type="sldNum" idx="66"/>
          </p:nvPr>
        </p:nvSpPr>
        <p:spPr/>
      </p:sp>
    </p:spTree>
  </p:cSld>
  <p:clrMapOvr>
    <a:masterClrMapping/>
  </p:clrMapOvr>
</p:notes>
</file>

<file path=ppt/notesSlides/notesSlide4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Codefolie „NgRx Signal Store: Muster als Bibliothek“.</a:t>
            </a:r>
          </a:p>
          <a:p/>
          <a:p>
            <a:r>
              <a:t>Der „Signal Store“ aus dem Paket „@ngrx/signals“ bietet dasselbe Muster wie der selbst geschriebene Store, aber als fertige, standardisierte Bibliothek. Der Aufbau ist fast gleich wie auf der Folie zuvor.</a:t>
            </a:r>
          </a:p>
          <a:p/>
          <a:p>
            <a:r>
              <a:t>„withState“ legt den Zustand fest, hier Kunden und Filter. „withComputed“ definiert abgeleitete Werte, hier die gefilterte Liste. „withMethods“ definiert die Aktionen. „patchState“ ändert den Zustand, indem es einzelne Teile ersetzt.</a:t>
            </a:r>
          </a:p>
          <a:p/>
          <a:p>
            <a:r>
              <a:t>Der Vorteil ist, dass alle Stores gleich aufgebaut sind und man sie mit weiteren Bausteinen erweitern kann, zum Beispiel für Listen von Entitäten oder für RxJS. Die Komponente holt sich den Store mit „inject“ und liest Werte wie „store.filtered()“. Sie ruft Methoden wie „store.setFilter“ auf.</a:t>
            </a:r>
          </a:p>
        </p:txBody>
      </p:sp>
      <p:sp>
        <p:nvSpPr>
          <p:cNvPr id="4" name="Slide Number Placeholder 3"/>
          <p:cNvSpPr>
            <a:spLocks noGrp="1"/>
          </p:cNvSpPr>
          <p:nvPr>
            <p:ph type="sldNum" idx="66"/>
          </p:nvPr>
        </p:nvSpPr>
        <p:spPr/>
      </p:sp>
    </p:spTree>
  </p:cSld>
  <p:clrMapOvr>
    <a:masterClrMapping/>
  </p:clrMapOvr>
</p:notes>
</file>

<file path=ppt/notesSlides/notesSlide4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„Klassisches NgRx im Vergleich“.</a:t>
            </a:r>
          </a:p>
          <a:p/>
          <a:p>
            <a:r>
              <a:t>Neben dem „Signal Store“ gibt es das klassische „NgRx“ mit mehr Bausteinen. Die Folie ordnet jeden Baustein dem Gegenstück im Signal Store zu. Der „State“ ist der Zustand und entspricht „withState“. Ein „Selector“ leitet Werte ab, das entspricht „withComputed“. Eine „Action“ beschreibt eine Absicht, im Signal Store ist das eine Methode.</a:t>
            </a:r>
          </a:p>
          <a:p/>
          <a:p>
            <a:r>
              <a:t>Ein „Reducer“ führt den Zustandsübergang aus, das entspricht „patchState“. Ein „Effect“ behandelt asynchrone Nebenwirkungen und entspricht einer Methode oder „rxMethod“. Das klassische NgRx hat mehr Aufwand, bietet dafür ein Protokoll aller Aktionen und strikte Trennung. Das lohnt sich bei sehr großen Anwendungen. Die Vertiefung folgt im Deck „State Management“.</a:t>
            </a:r>
          </a:p>
        </p:txBody>
      </p:sp>
      <p:sp>
        <p:nvSpPr>
          <p:cNvPr id="4" name="Slide Number Placeholder 3"/>
          <p:cNvSpPr>
            <a:spLocks noGrp="1"/>
          </p:cNvSpPr>
          <p:nvPr>
            <p:ph type="sldNum" idx="66"/>
          </p:nvPr>
        </p:nvSpPr>
        <p:spPr/>
      </p:sp>
    </p:spTree>
  </p:cSld>
  <p:clrMapOvr>
    <a:masterClrMapping/>
  </p:clrMapOvr>
</p:notes>
</file>

<file path=ppt/notesSlides/notesSlide4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„Typische Fehlentscheidungen“.</a:t>
            </a:r>
          </a:p>
          <a:p/>
          <a:p>
            <a:r>
              <a:t>Die Folie nennt typische Fehlentscheidungen. Erstens: alles in den Store legen. Kleine Details der Oberfläche, wie ein geöffneter Reiter, gehören in die Komponente. Zweitens: ein „God Store“, also ein einziger Store für die ganze Anwendung. Besser ist ein Store pro Feature. Drittens: die „doppelte Wahrheit“, bei der Daten im Store und als Kopie in der Komponente liegen.</a:t>
            </a:r>
          </a:p>
          <a:p/>
          <a:p>
            <a:r>
              <a:t>Viertens: Daten vom Server mit Zustand der Oberfläche verwechseln. Serverdaten werden älter und können Fehler haben. Fünftens: erst ein Werkzeug auswählen und dann ein Problem suchen. Richtig ist es umgekehrt.</a:t>
            </a:r>
          </a:p>
        </p:txBody>
      </p:sp>
      <p:sp>
        <p:nvSpPr>
          <p:cNvPr id="4" name="Slide Number Placeholder 3"/>
          <p:cNvSpPr>
            <a:spLocks noGrp="1"/>
          </p:cNvSpPr>
          <p:nvPr>
            <p:ph type="sldNum" idx="66"/>
          </p:nvPr>
        </p:nvSpPr>
        <p:spPr/>
      </p:sp>
    </p:spTree>
  </p:cSld>
  <p:clrMapOvr>
    <a:masterClrMapping/>
  </p:clrMapOvr>
</p:notes>
</file>

<file path=ppt/notesSlides/notesSlide4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„Testbarkeit des Zustands“.</a:t>
            </a:r>
          </a:p>
          <a:p/>
          <a:p>
            <a:r>
              <a:t>Ein Vorteil eines Stores ist die gute Testbarkeit. Der Store ist eine Klasse oder Funktion mit einer klaren Schnittstelle. Man kann ihn testen, ohne eine Oberfläche aufzubauen.</a:t>
            </a:r>
          </a:p>
          <a:p/>
          <a:p>
            <a:r>
              <a:t>Der Test ruft eine Methode auf, zum Beispiel „setFilter“, und prüft danach den Wert des Signals. Man braucht dafür kein „fixture“, das ist die Testhülle für eine Komponente, und kein DOM. Das macht die Tests kurz und schnell. Die Vertiefung folgt im Kapitel zur Testbarkeit.</a:t>
            </a:r>
          </a:p>
        </p:txBody>
      </p:sp>
      <p:sp>
        <p:nvSpPr>
          <p:cNvPr id="4" name="Slide Number Placeholder 3"/>
          <p:cNvSpPr>
            <a:spLocks noGrp="1"/>
          </p:cNvSpPr>
          <p:nvPr>
            <p:ph type="sldNum" idx="66"/>
          </p:nvPr>
        </p:nvSpPr>
        <p:spPr/>
      </p:sp>
    </p:spTree>
  </p:cSld>
  <p:clrMapOvr>
    <a:masterClrMapping/>
  </p:clrMapOvr>
</p:notes>
</file>

<file path=ppt/notesSlides/notesSlide4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„Übung 33: CustomerStore einführen“.</a:t>
            </a:r>
          </a:p>
          <a:p/>
          <a:p>
            <a:r>
              <a:t>Erklärung für die Dolmetscherin:</a:t>
            </a:r>
          </a:p>
          <a:p>
            <a:r>
              <a:t>Dies ist die Aufgabenstellung für Übung 33 im Ordner 33_state_store. Sie baut auf dem Ergebnis von Übung 32 auf.</a:t>
            </a:r>
          </a:p>
          <a:p/>
          <a:p>
            <a:r>
              <a:t>Die Teilnehmer verlagern die Zustandslogik in einen Store. Zuerst machen sie den vorhandenen „CustomerService“ zu einer reinen Schicht für den Zugriff auf den Server. Dann legen sie die Datei „customer.store.ts“ als Service mit Signals an. Der Zustand besteht aus Kunden, Filter und der Kennung des ausgewählten Kunden. Abgeleitet werden die gefilterte Liste und der ausgewählte Kunde, beide als „computed“. Dazu kommen die Methoden Laden, Filter setzen und Auswählen. Nach außen gibt der Store mit „asReadonly“ nur lesbare Signals heraus.</a:t>
            </a:r>
          </a:p>
          <a:p/>
          <a:p>
            <a:r>
              <a:t>Die Kundenliste benutzt danach nur noch den Store. Auch der „effect“ aus Übung 32 zieht um. Leistungsstarke Gruppen bauen zusätzlich eine Variante mit „signalStore“. Zum Schluss begründen alle in drei Sätzen, ob der Store hier schon nötig war.</a:t>
            </a:r>
          </a:p>
        </p:txBody>
      </p:sp>
      <p:sp>
        <p:nvSpPr>
          <p:cNvPr id="4" name="Slide Number Placeholder 3"/>
          <p:cNvSpPr>
            <a:spLocks noGrp="1"/>
          </p:cNvSpPr>
          <p:nvPr>
            <p:ph type="sldNum" idx="66"/>
          </p:nvPr>
        </p:nvSpPr>
        <p:spPr/>
      </p:sp>
    </p:spTree>
  </p:cSld>
  <p:clrMapOvr>
    <a:masterClrMapping/>
  </p:clrMapOvr>
</p:notes>
</file>

<file path=ppt/notesSlides/notesSlide4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„Rückblick-Übung: Technologieentscheidung“.</a:t>
            </a:r>
          </a:p>
          <a:p/>
          <a:p>
            <a:r>
              <a:t>Dies ist eine kurze Rückblick-Übung am Ende des Kurses. Sie dauert etwa zehn Minuten und enthält keinen Code. Erst jetzt ist sie sinnvoll, weil die Teilnehmer genug über Angular wissen.</a:t>
            </a:r>
          </a:p>
          <a:p/>
          <a:p>
            <a:r>
              <a:t>Das Szenario: Ein Versicherer plant ein Kundenportal mit acht Entwicklern, zehn Jahren Laufzeit und drei bestehenden Backend-Teams. Passt Angular dazu? Jede Gruppe sammelt drei Argumente dafür und drei Risiken. Eine Gruppe kann auch aus einer oder zwei Personen bestehen. Es gibt keine richtige Antwort. Ziel ist, Entscheidungskriterien klar auszusprechen, zum Beispiel Fähigkeiten im Team, Lebensdauer und Teamgröße.</a:t>
            </a:r>
          </a:p>
        </p:txBody>
      </p:sp>
      <p:sp>
        <p:nvSpPr>
          <p:cNvPr id="4" name="Slide Number Placeholder 3"/>
          <p:cNvSpPr>
            <a:spLocks noGrp="1"/>
          </p:cNvSpPr>
          <p:nvPr>
            <p:ph type="sldNum" idx="66"/>
          </p:nvPr>
        </p:nvSpPr>
        <p:spPr/>
      </p:sp>
    </p:spTree>
  </p:cSld>
  <p:clrMapOvr>
    <a:masterClrMapping/>
  </p:clrMapOvr>
</p:notes>
</file>

<file path=ppt/notesSlides/notesSlide4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Kapitelübergangsfolie „Qualitätssicherung: Testbarkeit und Tests“ – hier beginnt das Kapitel über Tests. Es geht darum, warum man Tests schreibt, wie die Struktur einer Anwendung bestimmt, wie leicht sie sich testen lässt, und wie man automatisch erzeugte Tests kritisch prüft. Als Test-Werkzeug wird in diesem Kurs „Vitest“ verwendet. Am Ende des Kapitels steht Übung 34.</a:t>
            </a:r>
          </a:p>
        </p:txBody>
      </p:sp>
      <p:sp>
        <p:nvSpPr>
          <p:cNvPr id="4" name="Slide Number Placeholder 3"/>
          <p:cNvSpPr>
            <a:spLocks noGrp="1"/>
          </p:cNvSpPr>
          <p:nvPr>
            <p:ph type="sldNum" idx="66"/>
          </p:nvPr>
        </p:nvSpPr>
        <p:spPr/>
      </p:sp>
    </p:spTree>
  </p:cSld>
  <p:clrMapOvr>
    <a:masterClrMapping/>
  </p:clrMapOvr>
</p:notes>
</file>

<file path=ppt/notesSlides/notesSlide4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„Wofür Tests?“.</a:t>
            </a:r>
          </a:p>
          <a:p/>
          <a:p>
            <a:r>
              <a:t>Tests haben drei Aufgaben. Erstens sind sie ein Sicherheitsnetz. Wenn man Code umbaut, zeigen die Tests sofort, ob sich das Verhalten geändert hat. Zweitens beschreiben sie, wie sich der Code verhalten soll. Drittens geben sie früh Rückmeldung, auch in der „Pipeline“. Die „Pipeline“ ist der automatische Ablauf, der bei jeder Änderung den Code baut und prüft.</a:t>
            </a:r>
          </a:p>
          <a:p/>
          <a:p>
            <a:r>
              <a:t>Tests sind aber selbst Code, der gepflegt werden muss. Ein schlechter Test verursacht Arbeit und gibt falsche Sicherheit.</a:t>
            </a:r>
          </a:p>
        </p:txBody>
      </p:sp>
      <p:sp>
        <p:nvSpPr>
          <p:cNvPr id="4" name="Slide Number Placeholder 3"/>
          <p:cNvSpPr>
            <a:spLocks noGrp="1"/>
          </p:cNvSpPr>
          <p:nvPr>
            <p:ph type="sldNum" idx="66"/>
          </p:nvPr>
        </p:nvSpPr>
        <p:spPr/>
      </p:sp>
    </p:spTree>
  </p:cSld>
  <p:clrMapOvr>
    <a:masterClrMapping/>
  </p:clrMapOvr>
</p:notes>
</file>

<file path=ppt/notesSlides/notesSlide4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„Testpyramide mit Angular-Bezug“.</a:t>
            </a:r>
          </a:p>
          <a:p/>
          <a:p>
            <a:r>
              <a:t>Die „Testpyramide“ ist ein Bild für das Verhältnis der Testarten. Unten stehen viele kleine, schnelle Tests für einzelne Bausteine wie Services oder reine Funktionen. Ein „Unit-Test“ prüft genau einen kleinen Baustein.</a:t>
            </a:r>
          </a:p>
          <a:p/>
          <a:p>
            <a:r>
              <a:t>In der Mitte stehen Komponententests. Dabei wird eine Komponente mit ihrem Template geprüft. „TestBed“ ist das Angular-Werkzeug, das eine kleine Testumgebung aufbaut. Oben stehen wenige „End-to-End-Tests“. Sie bedienen die fertige Anwendung wie ein Nutzer im Browser. Sie sind langsam und sollten nur kritische Abläufe prüfen.</a:t>
            </a:r>
          </a:p>
          <a:p/>
          <a:p>
            <a:r>
              <a:t>Die Folge für die Praxis: Wer Logik aus den Komponenten in Services und Stores verlagert, kann mehr schnelle Tests schreiben.</a:t>
            </a:r>
          </a:p>
        </p:txBody>
      </p:sp>
      <p:sp>
        <p:nvSpPr>
          <p:cNvPr id="4" name="Slide Number Placeholder 3"/>
          <p:cNvSpPr>
            <a:spLocks noGrp="1"/>
          </p:cNvSpPr>
          <p:nvPr>
            <p:ph type="sldNum" idx="66"/>
          </p:nvPr>
        </p:nvSpPr>
        <p:spPr/>
      </p:sp>
    </p:spTree>
  </p:cSld>
  <p:clrMapOvr>
    <a:masterClrMapping/>
  </p:clrMapOvr>
</p:notes>
</file>

<file path=ppt/notesSlides/notesSlide4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„Struktur bestimmt Testbarkeit“.</a:t>
            </a:r>
          </a:p>
          <a:p/>
          <a:p>
            <a:r>
              <a:t>Wie leicht sich Code testen lässt, hängt von seiner Struktur ab. Eine „reine Funktion“ liefert zu gleichen Eingaben immer die gleiche Ausgabe. Sie ist am einfachsten zu testen. Ein Store mit Signals ist ebenfalls einfach: Man ruft eine Methode auf und liest danach das Signal.</a:t>
            </a:r>
          </a:p>
          <a:p/>
          <a:p>
            <a:r>
              <a:t>Eine Darstellungskomponente bekommt Daten über „input“ und meldet Ereignisse über „output“. Auch sie lässt sich leicht prüfen. Schwer wird es bei Komponenten, die viele Services brauchen oder direkt auf den Browser zugreifen.</a:t>
            </a:r>
          </a:p>
          <a:p/>
          <a:p>
            <a:r>
              <a:t>Das Beispiel am Ende zeigt den Unterschied. Filtert eine Komponente selbst und lädt selbst Daten, braucht der Test viel Aufbau. Liegt dieselbe Logik im Store, genügen wenige Zeilen.</a:t>
            </a:r>
          </a:p>
        </p:txBody>
      </p:sp>
      <p:sp>
        <p:nvSpPr>
          <p:cNvPr id="4" name="Slide Number Placeholder 3"/>
          <p:cNvSpPr>
            <a:spLocks noGrp="1"/>
          </p:cNvSpPr>
          <p:nvPr>
            <p:ph type="sldNum" idx="66"/>
          </p:nvPr>
        </p:nvSpPr>
        <p:spPr/>
      </p:sp>
    </p:spTree>
  </p:cSld>
  <p:clrMapOvr>
    <a:masterClrMapping/>
  </p:clrMapOvr>
</p:notes>
</file>

<file path=ppt/notesSlides/notesSlide4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Codefolie „Vitest-Grundlagen“.</a:t>
            </a:r>
          </a:p>
          <a:p/>
          <a:p>
            <a:r>
              <a:t>Das Beispiel zeigt einen Test mit „Vitest“. „describe“ fasst zusammen, was getestet wird, hier den „CustomerStore“. „beforeEach“ läuft vor jedem Test und holt einen frischen Store. „it“ beschreibt einen einzelnen Test, und sein Name nennt das erwartete Verhalten.</a:t>
            </a:r>
          </a:p>
          <a:p/>
          <a:p>
            <a:r>
              <a:t>Im Test werden zwei Kunden gesetzt und der Filter „LI“ eingestellt. Mit „expect“ wird geprüft, dass nur der Kunde „Lisa“ übrig bleibt. Die Groß- und Kleinschreibung spielt dabei keine Rolle.</a:t>
            </a:r>
          </a:p>
        </p:txBody>
      </p:sp>
      <p:sp>
        <p:nvSpPr>
          <p:cNvPr id="4" name="Slide Number Placeholder 3"/>
          <p:cNvSpPr>
            <a:spLocks noGrp="1"/>
          </p:cNvSpPr>
          <p:nvPr>
            <p:ph type="sldNum" idx="66"/>
          </p:nvPr>
        </p:nvSpPr>
        <p:spPr/>
      </p:sp>
    </p:spTree>
  </p:cSld>
  <p:clrMapOvr>
    <a:masterClrMapping/>
  </p:clrMapOvr>
</p:notes>
</file>

<file path=ppt/notesSlides/notesSlide4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„Vitest: Werkzeuge und Aufbau“.</a:t>
            </a:r>
          </a:p>
          <a:p/>
          <a:p>
            <a:r>
              <a:t>Vitest bringt Hilfsfunktionen mit. „vi.fn“ erzeugt eine Mock-Funktion. Das ist eine Attrappe, die sich merkt, wie oft und womit sie aufgerufen wurde. „vi.spyOn“ beobachtet eine echte Methode, ohne sie zu ersetzen. „vi.useFakeTimers“ lässt Tests mit einer künstlichen Uhr laufen, damit sie nicht auf echte Zeit warten.</a:t>
            </a:r>
          </a:p>
          <a:p/>
          <a:p>
            <a:r>
              <a:t>Ein guter Test hat drei Schritte: vorbereiten, ausführen, prüfen. Im Englischen heißt das „Arrange, Act, Assert“. Jeder Test prüft nur ein Verhalten. Der Name sollte beschreiben, was passieren soll, und nicht, wie die Methode heißt.</a:t>
            </a:r>
          </a:p>
        </p:txBody>
      </p:sp>
      <p:sp>
        <p:nvSpPr>
          <p:cNvPr id="4" name="Slide Number Placeholder 3"/>
          <p:cNvSpPr>
            <a:spLocks noGrp="1"/>
          </p:cNvSpPr>
          <p:nvPr>
            <p:ph type="sldNum" idx="66"/>
          </p:nvPr>
        </p:nvSpPr>
        <p:spPr/>
      </p:sp>
    </p:spTree>
  </p:cSld>
  <p:clrMapOvr>
    <a:masterClrMapping/>
  </p:clrMapOvr>
</p:notes>
</file>

<file path=ppt/notesSlides/notesSlide4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„Abhängigkeiten isolieren“.</a:t>
            </a:r>
          </a:p>
          <a:p/>
          <a:p>
            <a:r>
              <a:t>Beim isolierten Testen ersetzt man Abhängigkeiten durch Ersatzobjekte. Ein „Stub“ oder „Fake“ ist eine einfache Nachbildung, die feste Daten liefert. Ein „Mock“ merkt sich zusätzlich die Aufrufe, sodass man prüfen kann, ob eine Methode mit dem richtigen Wert aufgerufen wurde. Ein „Spy“ beobachtet ein echtes Objekt.</a:t>
            </a:r>
          </a:p>
          <a:p/>
          <a:p>
            <a:r>
              <a:t>Nicht alles muss ersetzt werden. Reine Funktionen und einfache Hilfsklassen nimmt man besser echt. Wer zu viel ersetzt, hat am Ende nur noch die Ersatzobjekte getestet. Das nennt man „Over-Mocking“.</a:t>
            </a:r>
          </a:p>
        </p:txBody>
      </p:sp>
      <p:sp>
        <p:nvSpPr>
          <p:cNvPr id="4" name="Slide Number Placeholder 3"/>
          <p:cNvSpPr>
            <a:spLocks noGrp="1"/>
          </p:cNvSpPr>
          <p:nvPr>
            <p:ph type="sldNum" idx="66"/>
          </p:nvPr>
        </p:nvSpPr>
        <p:spPr/>
      </p:sp>
    </p:spTree>
  </p:cSld>
  <p:clrMapOvr>
    <a:masterClrMapping/>
  </p:clrMapOvr>
</p:notes>
</file>

<file path=ppt/notesSlides/notesSlide4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Codefolie „Abhängigkeiten per Dependency Injection ersetzen“.</a:t>
            </a:r>
          </a:p>
          <a:p/>
          <a:p>
            <a:r>
              <a:t>Dank „Dependency Injection“ lassen sich Abhängigkeiten leicht austauschen. Das ist das Verfahren, bei dem Angular einer Klasse die benötigten Objekte übergibt. Im Beispiel wird bei den „providers“ festgelegt: Wenn jemand „CustomerService“ anfordert, bekommt er ein einfaches Ersatzobjekt. Dessen Methode „getAll“ liefert direkt zwei Kunden.</a:t>
            </a:r>
          </a:p>
          <a:p/>
          <a:p>
            <a:r>
              <a:t>Der Store erhält dann diesen Ersatz. Am Store selbst muss dafür nichts geändert werden.</a:t>
            </a:r>
          </a:p>
        </p:txBody>
      </p:sp>
      <p:sp>
        <p:nvSpPr>
          <p:cNvPr id="4" name="Slide Number Placeholder 3"/>
          <p:cNvSpPr>
            <a:spLocks noGrp="1"/>
          </p:cNvSpPr>
          <p:nvPr>
            <p:ph type="sldNum" idx="66"/>
          </p:nvPr>
        </p:nvSpPr>
        <p:spPr/>
      </p:sp>
    </p:spTree>
  </p:cSld>
  <p:clrMapOvr>
    <a:masterClrMapping/>
  </p:clrMapOvr>
</p:notes>
</file>

<file path=ppt/notesSlides/notesSlide4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Codefolie „HTTP-Aufrufe testen“.</a:t>
            </a:r>
          </a:p>
          <a:p/>
          <a:p>
            <a:r>
              <a:t>Für HTTP-Aufrufe gibt es eine Testhilfe. Mit „provideHttpClientTesting“ wird kein echtes Netzwerk benutzt. Stattdessen kann der Test über den „HttpTestingController“ steuern, was zurückkommt.</a:t>
            </a:r>
          </a:p>
          <a:p/>
          <a:p>
            <a:r>
              <a:t>Im Beispiel ruft der Service seine Methode auf. Der Test prüft mit „expectOne“, dass genau eine Anfrage an „api/customer“ gesendet wurde, und antwortet mit „flush“ mit einer festgelegten Antwort. „verify“ stellt sicher, dass keine weiteren, unerwarteten Anfragen offen sind. Zum Schluss wird das Ergebnis geprüft.</a:t>
            </a:r>
          </a:p>
        </p:txBody>
      </p:sp>
      <p:sp>
        <p:nvSpPr>
          <p:cNvPr id="4" name="Slide Number Placeholder 3"/>
          <p:cNvSpPr>
            <a:spLocks noGrp="1"/>
          </p:cNvSpPr>
          <p:nvPr>
            <p:ph type="sldNum" idx="66"/>
          </p:nvPr>
        </p:nvSpPr>
        <p:spPr/>
      </p:sp>
    </p:spTree>
  </p:cSld>
  <p:clrMapOvr>
    <a:masterClrMapping/>
  </p:clrMapOvr>
</p:notes>
</file>

<file path=ppt/notesSlides/notesSlide4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Codefolie „Komponenten mit Signal-Inputs testen“.</a:t>
            </a:r>
          </a:p>
          <a:p/>
          <a:p>
            <a:r>
              <a:t>Das Beispiel testet eine Darstellungskomponente. Zuerst wird die Komponente erzeugt. Den Eingabewert „customer“ setzt man mit „setInput“. Dann wartet der Test mit „whenStable“, bis die Anzeige aktualisiert ist, und prüft, dass der Name „Hans“ im Text vorkommt.</a:t>
            </a:r>
          </a:p>
          <a:p/>
          <a:p>
            <a:r>
              <a:t>Danach wird eine Mock-Funktion an den Ausgang „chosen“ gehängt. Der Test klickt auf das Listenelement und prüft, dass der Ausgang mit dem Kunden „Hans“ ausgelöst wurde.</a:t>
            </a:r>
          </a:p>
        </p:txBody>
      </p:sp>
      <p:sp>
        <p:nvSpPr>
          <p:cNvPr id="4" name="Slide Number Placeholder 3"/>
          <p:cNvSpPr>
            <a:spLocks noGrp="1"/>
          </p:cNvSpPr>
          <p:nvPr>
            <p:ph type="sldNum" idx="66"/>
          </p:nvPr>
        </p:nvSpPr>
        <p:spPr/>
      </p:sp>
    </p:spTree>
  </p:cSld>
  <p:clrMapOvr>
    <a:masterClrMapping/>
  </p:clrMapOvr>
</p:notes>
</file>

<file path=ppt/notesSlides/notesSlide4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„Komponententests: wichtige Regeln“.</a:t>
            </a:r>
          </a:p>
          <a:p/>
          <a:p>
            <a:r>
              <a:t>Bei Komponententests gibt es zwei wichtige Regeln. Erstens: Ein Signal-Input darf man nicht einfach wie eine normale Variable überschreiben. Das funktioniert nicht. Man setzt ihn mit der Methode „setInput“ der Test-Komponente.</a:t>
            </a:r>
          </a:p>
          <a:p/>
          <a:p>
            <a:r>
              <a:t>Zweitens: Die Anwendung arbeitet „zoneless“. Das heißt, Angular erkennt Änderungen nicht mehr über die Bibliothek „Zone.js“, sondern über Signals. Deshalb darf der Test nicht darauf warten, dass die Anzeige von selbst aktuell wird. Er ruft „await fixture.whenStable()“ auf. Das wartet, bis Angular fertig gerendert hat.</a:t>
            </a:r>
          </a:p>
        </p:txBody>
      </p:sp>
      <p:sp>
        <p:nvSpPr>
          <p:cNvPr id="4" name="Slide Number Placeholder 3"/>
          <p:cNvSpPr>
            <a:spLocks noGrp="1"/>
          </p:cNvSpPr>
          <p:nvPr>
            <p:ph type="sldNum" idx="66"/>
          </p:nvPr>
        </p:nvSpPr>
        <p:spPr/>
      </p:sp>
    </p:spTree>
  </p:cSld>
  <p:clrMapOvr>
    <a:masterClrMapping/>
  </p:clrMapOvr>
</p:notes>
</file>

<file path=ppt/notesSlides/notesSlide4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Codefolie „Signals und Effects testen“.</a:t>
            </a:r>
          </a:p>
          <a:p/>
          <a:p>
            <a:r>
              <a:t>„signal“ und „computed“ kann man direkt testen. Man setzt einen Wert und liest das Ergebnis. Ein „TestBed“ ist dafür nicht nötig.</a:t>
            </a:r>
          </a:p>
          <a:p/>
          <a:p>
            <a:r>
              <a:t>Ein „effect“ ist etwas anderes. Er braucht einen „Injection Context“. Das ist der Rahmen, in dem Angular Abhängigkeiten bereitstellen kann. Das Beispiel erzeugt den Store deshalb mit „runInInjectionContext“. Nach dem Setzen des Filters führt „TestBed.tick“ die anstehenden Effects aus. Erst danach prüft der Test, ob der Filterwert im „localStorage“ des Browsers gespeichert wurde.</a:t>
            </a:r>
          </a:p>
        </p:txBody>
      </p:sp>
      <p:sp>
        <p:nvSpPr>
          <p:cNvPr id="4" name="Slide Number Placeholder 3"/>
          <p:cNvSpPr>
            <a:spLocks noGrp="1"/>
          </p:cNvSpPr>
          <p:nvPr>
            <p:ph type="sldNum" idx="66"/>
          </p:nvPr>
        </p:nvSpPr>
        <p:spPr/>
      </p:sp>
    </p:spTree>
  </p:cSld>
  <p:clrMapOvr>
    <a:masterClrMapping/>
  </p:clrMapOvr>
</p:notes>
</file>

<file path=ppt/notesSlides/notesSlide4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„Was macht einen guten Test aus?“.</a:t>
            </a:r>
          </a:p>
          <a:p/>
          <a:p>
            <a:r>
              <a:t>Ein guter Test schlägt nur dann fehl, wenn das Verhalten wirklich kaputt ist. Er hängt nicht von anderen Tests ab und liefert immer dasselbe Ergebnis. Dafür vermeidet man echte Zeit und echtes Netzwerk.</a:t>
            </a:r>
          </a:p>
          <a:p/>
          <a:p>
            <a:r>
              <a:t>Er prüft, was die Komponente tut, und nicht, wie sie es intern macht. Sonst muss man ihn bei jedem Umbau ändern. „Coverage“ ist die Testabdeckung, also der Anteil des Codes, der beim Testen ausgeführt wird. Sie ist nur ein Hinweis. Ein Test ohne echte Prüfung erhöht die Abdeckung, beweist aber nichts.</a:t>
            </a:r>
          </a:p>
        </p:txBody>
      </p:sp>
      <p:sp>
        <p:nvSpPr>
          <p:cNvPr id="4" name="Slide Number Placeholder 3"/>
          <p:cNvSpPr>
            <a:spLocks noGrp="1"/>
          </p:cNvSpPr>
          <p:nvPr>
            <p:ph type="sldNum" idx="66"/>
          </p:nvPr>
        </p:nvSpPr>
        <p:spPr/>
      </p:sp>
    </p:spTree>
  </p:cSld>
  <p:clrMapOvr>
    <a:masterClrMapping/>
  </p:clrMapOvr>
</p:notes>
</file>

<file path=ppt/notesSlides/notesSlide4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„Automatisch erzeugte Tests richtig einordnen“.</a:t>
            </a:r>
          </a:p>
          <a:p/>
          <a:p>
            <a:r>
              <a:t>Tests können automatisch entstehen, zum Beispiel durch „ng generate“, durch Assistenten in der Entwicklungsumgebung oder durch KI-Werkzeuge. „KI“ steht für künstliche Intelligenz. Solche Tests haben oft typische Schwächen.</a:t>
            </a:r>
          </a:p>
          <a:p/>
          <a:p>
            <a:r>
              <a:t>Ein Test mit „toBeTruthy“ prüft nur, dass die Komponente erzeugt wird. Eine „Tautologie“ ist ein Test, der nur wiederholt, was der Code ohnehin tut. Ändert man beides gleichzeitig, fällt nichts auf. Oft fehlen auch Randfälle wie eine leere Liste oder ein Fehler. Schlimm ist ein Test, der einen vorhandenen Fehler als richtig bestätigt.</a:t>
            </a:r>
          </a:p>
        </p:txBody>
      </p:sp>
      <p:sp>
        <p:nvSpPr>
          <p:cNvPr id="4" name="Slide Number Placeholder 3"/>
          <p:cNvSpPr>
            <a:spLocks noGrp="1"/>
          </p:cNvSpPr>
          <p:nvPr>
            <p:ph type="sldNum" idx="66"/>
          </p:nvPr>
        </p:nvSpPr>
        <p:spPr/>
      </p:sp>
    </p:spTree>
  </p:cSld>
  <p:clrMapOvr>
    <a:masterClrMapping/>
  </p:clrMapOvr>
</p:notes>
</file>

<file path=ppt/notesSlides/notesSlide4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„Prüfverfahren für generierte Tests“.</a:t>
            </a:r>
          </a:p>
          <a:p/>
          <a:p>
            <a:r>
              <a:t>Es gibt fünf Schritte, um erzeugte Tests zu prüfen. Zuerst liest man den Test und fragt, ob er zur Anforderung passt. Dann kommt der wichtigste Schritt: Man ändert den Produktivcode absichtlich falsch. Wird kein Test rot, sind die Tests wertlos. Das ist ein „Mutationstest von Hand“.</a:t>
            </a:r>
          </a:p>
          <a:p/>
          <a:p>
            <a:r>
              <a:t>Danach ergänzt man Randfälle und vereinfacht den Test. Zum Schluss gilt: Wer einen Test in das gemeinsame Projekt übernimmt, ist dafür verantwortlich. „Committen“ heißt, die Änderung in der Versionsverwaltung festzuhalten.</a:t>
            </a:r>
          </a:p>
        </p:txBody>
      </p:sp>
      <p:sp>
        <p:nvSpPr>
          <p:cNvPr id="4" name="Slide Number Placeholder 3"/>
          <p:cNvSpPr>
            <a:spLocks noGrp="1"/>
          </p:cNvSpPr>
          <p:nvPr>
            <p:ph type="sldNum" idx="66"/>
          </p:nvPr>
        </p:nvSpPr>
        <p:spPr/>
      </p:sp>
    </p:spTree>
  </p:cSld>
  <p:clrMapOvr>
    <a:masterClrMapping/>
  </p:clrMapOvr>
</p:notes>
</file>

<file path=ppt/notesSlides/notesSlide4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„Übung 34: Tests schreiben und bewerten“.</a:t>
            </a:r>
          </a:p>
          <a:p/>
          <a:p>
            <a:r>
              <a:t>Erklärung für die Dolmetscherin:</a:t>
            </a:r>
          </a:p>
          <a:p>
            <a:r>
              <a:t>Dies ist die Aufgabenstellung für Übung 34 im Ordner 34_tests. Alle Projekte nutzen jetzt „Vitest“ als Test-Werkzeug.</a:t>
            </a:r>
          </a:p>
          <a:p/>
          <a:p>
            <a:r>
              <a:t>In Teil A schreiben die Teilnehmer Tests für den „CustomerStore“, ohne die Oberfläche. Dabei ersetzen sie die Schnittstelle zum Server durch ein Ersatzobjekt. In Teil B testen sie die kleine Listenkomponente: Der Name erscheint, und ein Klick löst das Ereignis „chosen“ aus.</a:t>
            </a:r>
          </a:p>
          <a:p/>
          <a:p>
            <a:r>
              <a:t>In Teil C bekommen sie eine automatisch erzeugte Testdatei mit fünf versteckten Schwächen. Sie sollen die Schwächen finden, den Programmcode gezielt kaputt machen und sehen, welche Tests das nicht bemerken. Danach verbessern sie die Testdatei.</a:t>
            </a:r>
          </a:p>
        </p:txBody>
      </p:sp>
      <p:sp>
        <p:nvSpPr>
          <p:cNvPr id="4" name="Slide Number Placeholder 3"/>
          <p:cNvSpPr>
            <a:spLocks noGrp="1"/>
          </p:cNvSpPr>
          <p:nvPr>
            <p:ph type="sldNum" idx="66"/>
          </p:nvPr>
        </p:nvSpPr>
        <p:spPr/>
      </p:sp>
    </p:spTree>
  </p:cSld>
  <p:clrMapOvr>
    <a:masterClrMapping/>
  </p:clrMapOvr>
</p:notes>
</file>

<file path=ppt/notesSlides/notesSlide4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Kapitelübergangsfolie „Performance und Laufzeitverhalten“ – hier beginnt das Kapitel über Geschwindigkeit. Es geht darum, wie man Performance misst, wie die Struktur der Anwendung die Laufzeit beeinflusst und welche typischen Ursachen für Langsamkeit es gibt. Am Ende steht Übung 35 mit einer absichtlich langsamen Liste.</a:t>
            </a:r>
          </a:p>
        </p:txBody>
      </p:sp>
      <p:sp>
        <p:nvSpPr>
          <p:cNvPr id="4" name="Slide Number Placeholder 3"/>
          <p:cNvSpPr>
            <a:spLocks noGrp="1"/>
          </p:cNvSpPr>
          <p:nvPr>
            <p:ph type="sldNum" idx="66"/>
          </p:nvPr>
        </p:nvSpPr>
        <p:spPr/>
      </p:sp>
    </p:spTree>
  </p:cSld>
  <p:clrMapOvr>
    <a:masterClrMapping/>
  </p:clrMapOvr>
</p:notes>
</file>

<file path=ppt/notesSlides/notesSlide4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„Performance im Anwendungskontext“.</a:t>
            </a:r>
          </a:p>
          <a:p/>
          <a:p>
            <a:r>
              <a:t>Performance bedeutet nicht, möglichst schnellen Code zu schreiben. Es geht darum, wie sich die Anwendung für die Nutzer anfühlt. Man unterscheidet zwei Seiten.</a:t>
            </a:r>
          </a:p>
          <a:p/>
          <a:p>
            <a:r>
              <a:t>Die Ladezeit sagt, wie schnell etwas sichtbar und bedienbar ist. Die Laufzeit sagt, wie flüssig die Anwendung auf Eingaben reagiert. Die wichtigste Regel lautet: Erst messen, dann optimieren. Wer ohne Messung optimiert, macht den Code oft nur komplizierter.</a:t>
            </a:r>
          </a:p>
        </p:txBody>
      </p:sp>
      <p:sp>
        <p:nvSpPr>
          <p:cNvPr id="4" name="Slide Number Placeholder 3"/>
          <p:cNvSpPr>
            <a:spLocks noGrp="1"/>
          </p:cNvSpPr>
          <p:nvPr>
            <p:ph type="sldNum" idx="66"/>
          </p:nvPr>
        </p:nvSpPr>
        <p:spPr/>
      </p:sp>
    </p:spTree>
  </p:cSld>
  <p:clrMapOvr>
    <a:masterClrMapping/>
  </p:clrMapOvr>
</p:notes>
</file>

<file path=ppt/notesSlides/notesSlide4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„Messen: Kennzahlen“.</a:t>
            </a:r>
          </a:p>
          <a:p/>
          <a:p>
            <a:r>
              <a:t>Es gibt feste Kennzahlen, mit denen man Performance beschreibt. „LCP“ steht für „Largest Contentful Paint“. Sie misst, wann der größte Inhalt der Seite sichtbar wird. „INP“ steht für „Interaction to Next Paint“. Sie misst, wie schnell die Seite nach einer Eingabe wie einem Klick reagiert.</a:t>
            </a:r>
          </a:p>
          <a:p/>
          <a:p>
            <a:r>
              <a:t>„CLS“ steht für „Cumulative Layout Shift“. Sie misst, wie stark Elemente beim Laden verrutschen. Die „Bundle-Größe“ ist die Menge an Programmcode, die der Browser herunterladen muss.</a:t>
            </a:r>
          </a:p>
        </p:txBody>
      </p:sp>
      <p:sp>
        <p:nvSpPr>
          <p:cNvPr id="4" name="Slide Number Placeholder 3"/>
          <p:cNvSpPr>
            <a:spLocks noGrp="1"/>
          </p:cNvSpPr>
          <p:nvPr>
            <p:ph type="sldNum" idx="66"/>
          </p:nvPr>
        </p:nvSpPr>
        <p:spPr/>
      </p:sp>
    </p:spTree>
  </p:cSld>
  <p:clrMapOvr>
    <a:masterClrMapping/>
  </p:clrMapOvr>
</p:notes>
</file>

<file path=ppt/notesSlides/notesSlide4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„Messen: Werkzeuge“.</a:t>
            </a:r>
          </a:p>
          <a:p/>
          <a:p>
            <a:r>
              <a:t>Für das Messen gibt es mehrere Werkzeuge. Die „Chrome DevTools“ sind die Entwicklerwerkzeuge des Browsers. Im Bereich „Performance“ kann man aufzeichnen, was der Browser wann tut. Ein „Flamegraph“ ist eine Grafik, die zeigt, welche Funktion wie lange gelaufen ist.</a:t>
            </a:r>
          </a:p>
          <a:p/>
          <a:p>
            <a:r>
              <a:t>„Lighthouse“ prüft eine Seite und gibt Kennzahlen aus. Der „Profiler“ der Angular DevTools zeigt, welche Komponenten wie oft geprüft werden. Mit „Budgets“ in der Datei „angular.json“ legt man Größengrenzen fest. Wird eine Grenze überschritten, schlägt der Build fehl.</a:t>
            </a:r>
          </a:p>
        </p:txBody>
      </p:sp>
      <p:sp>
        <p:nvSpPr>
          <p:cNvPr id="4" name="Slide Number Placeholder 3"/>
          <p:cNvSpPr>
            <a:spLocks noGrp="1"/>
          </p:cNvSpPr>
          <p:nvPr>
            <p:ph type="sldNum" idx="66"/>
          </p:nvPr>
        </p:nvSpPr>
        <p:spPr/>
      </p:sp>
    </p:spTree>
  </p:cSld>
  <p:clrMapOvr>
    <a:masterClrMapping/>
  </p:clrMapOvr>
</p:notes>
</file>

<file path=ppt/notesSlides/notesSlide4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„Wie Angular rendert“.</a:t>
            </a:r>
          </a:p>
          <a:p/>
          <a:p>
            <a:r>
              <a:t>Hier geht es um die Frage, wann Angular die Anzeige aktualisiert. Früher benutzte Angular dafür die Bibliothek „Zone.js“. Bei jedem Ereignis, jedem Timer und jeder Serverantwort wurde der ganze Komponentenbaum geprüft.</a:t>
            </a:r>
          </a:p>
          <a:p/>
          <a:p>
            <a:r>
              <a:t>Heute läuft die Anwendung „zoneless“, also ohne diese Bibliothek. Ändert sich ein Signal, markiert Angular nur die Komponenten, die dieses Signal lesen. Nur sie werden neu geprüft. Zusätzlich gibt es die Einstellung „OnPush“. Dann prüft Angular eine Komponente nur, wenn sich eine Eingabe, ein Ereignis aus dem eigenen Template oder ein gelesenes Signal geändert hat. Das wird für alle neuen Komponenten empfohlen. Das Startprojekt nutzt zoneless bereits in der Datei „main.ts“.</a:t>
            </a:r>
          </a:p>
        </p:txBody>
      </p:sp>
      <p:sp>
        <p:nvSpPr>
          <p:cNvPr id="4" name="Slide Number Placeholder 3"/>
          <p:cNvSpPr>
            <a:spLocks noGrp="1"/>
          </p:cNvSpPr>
          <p:nvPr>
            <p:ph type="sldNum" idx="66"/>
          </p:nvPr>
        </p:nvSpPr>
        <p:spPr/>
      </p:sp>
    </p:spTree>
  </p:cSld>
  <p:clrMapOvr>
    <a:masterClrMapping/>
  </p:clrMapOvr>
</p:notes>
</file>

<file path=ppt/notesSlides/notesSlide4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„Struktur beeinflusst die Laufzeit“.</a:t>
            </a:r>
          </a:p>
          <a:p/>
          <a:p>
            <a:r>
              <a:t>Die Aufteilung in Komponenten wirkt sich direkt auf die Geschwindigkeit aus. Hat eine Komponente nur wenige Signals, wird bei einer Änderung auch nur wenig neu berechnet. Liest eine große Komponente dagegen alles, wird bei jeder kleinen Änderung alles neu bewertet.</a:t>
            </a:r>
          </a:p>
          <a:p/>
          <a:p>
            <a:r>
              <a:t>In der Invoice-App soll zum Beispiel eine Eingabe im Filterfeld nur die Liste aktualisieren. Der Kopfbereich bleibt unverändert. Das ist ein weiterer Grund für die Aufteilung in kleine Komponenten, die schon im ersten Kapitel erklärt wurde.</a:t>
            </a:r>
          </a:p>
        </p:txBody>
      </p:sp>
      <p:sp>
        <p:nvSpPr>
          <p:cNvPr id="4" name="Slide Number Placeholder 3"/>
          <p:cNvSpPr>
            <a:spLocks noGrp="1"/>
          </p:cNvSpPr>
          <p:nvPr>
            <p:ph type="sldNum" idx="66"/>
          </p:nvPr>
        </p:nvSpPr>
        <p:spPr/>
      </p:sp>
    </p:spTree>
  </p:cSld>
  <p:clrMapOvr>
    <a:masterClrMapping/>
  </p:clrMapOvr>
</p:notes>
</file>

<file path=ppt/notesSlides/notesSlide4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Codefolie „Zustandsstruktur und Rendering“.</a:t>
            </a:r>
          </a:p>
          <a:p/>
          <a:p>
            <a:r>
              <a:t>Das Beispiel zeigt zwei Arten, Zustand abzulegen. Im ersten Fall liegt alles in einem einzigen Signal mit einem Objekt. Ändert sich nur der Filter, gilt trotzdem das ganze Objekt als geändert. Alle, die es lesen, müssen neu rechnen.</a:t>
            </a:r>
          </a:p>
          <a:p/>
          <a:p>
            <a:r>
              <a:t>Im zweiten Fall hat jeder Wert sein eigenes Signal. „computed“ ist ein berechneter Wert. Er rechnet sich automatisch neu, sobald sich ein Wert ändert, den er liest. Liefert er danach dasselbe Ergebnis wie vorher, müssen auch die nachfolgenden Leser nicht neu rechnen.</a:t>
            </a:r>
          </a:p>
        </p:txBody>
      </p:sp>
      <p:sp>
        <p:nvSpPr>
          <p:cNvPr id="4" name="Slide Number Placeholder 3"/>
          <p:cNvSpPr>
            <a:spLocks noGrp="1"/>
          </p:cNvSpPr>
          <p:nvPr>
            <p:ph type="sldNum" idx="66"/>
          </p:nvPr>
        </p:nvSpPr>
        <p:spPr/>
      </p:sp>
    </p:spTree>
  </p:cSld>
  <p:clrMapOvr>
    <a:masterClrMapping/>
  </p:clrMapOvr>
</p:notes>
</file>

<file path=ppt/notesSlides/notesSlide4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Codefolie „@for und track“.</a:t>
            </a:r>
          </a:p>
          <a:p/>
          <a:p>
            <a:r>
              <a:t>Die Schleife „@for“ braucht die Angabe „track“. Damit erkennt Angular, welches Element der Liste zu welchem Eintrag auf der Seite gehört. Im Startprojekt steht „track c“, also das ganze Objekt. Wird die Liste neu vom Server geladen, sind es neue Objekte. Angular hält dann alle Einträge für neu und baut alle Elemente der Seite neu auf.</a:t>
            </a:r>
          </a:p>
          <a:p/>
          <a:p>
            <a:r>
              <a:t>Mit „track c.id“ erkennt Angular dieselben Kunden wieder und ändert nur, was sich wirklich geändert hat.</a:t>
            </a:r>
          </a:p>
        </p:txBody>
      </p:sp>
      <p:sp>
        <p:nvSpPr>
          <p:cNvPr id="4" name="Slide Number Placeholder 3"/>
          <p:cNvSpPr>
            <a:spLocks noGrp="1"/>
          </p:cNvSpPr>
          <p:nvPr>
            <p:ph type="sldNum" idx="66"/>
          </p:nvPr>
        </p:nvSpPr>
        <p:spPr/>
      </p:sp>
    </p:spTree>
  </p:cSld>
  <p:clrMapOvr>
    <a:masterClrMapping/>
  </p:clrMapOvr>
</p:notes>
</file>

<file path=ppt/notesSlides/notesSlide4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„track: Regeln“.</a:t>
            </a:r>
          </a:p>
          <a:p/>
          <a:p>
            <a:r>
              <a:t>Wenn man die ganze Seite neu aufbaut, geht der Zustand der einzelnen Zeilen verloren. Zum Beispiel verliert ein Eingabefeld den Fokus, oder eine laufende Animation beginnt von vorn. „DOM“ bedeutet hier die Elemente der Seite im Browser.</a:t>
            </a:r>
          </a:p>
          <a:p/>
          <a:p>
            <a:r>
              <a:t>„track $index“ benutzt die Position in der Liste. Das ist nur sinnvoll, wenn sich die Liste nie ändert. Die einfache Regel lautet: Immer eine feste, eindeutige Kennung wie die ID nehmen.</a:t>
            </a:r>
          </a:p>
        </p:txBody>
      </p:sp>
      <p:sp>
        <p:nvSpPr>
          <p:cNvPr id="4" name="Slide Number Placeholder 3"/>
          <p:cNvSpPr>
            <a:spLocks noGrp="1"/>
          </p:cNvSpPr>
          <p:nvPr>
            <p:ph type="sldNum" idx="66"/>
          </p:nvPr>
        </p:nvSpPr>
        <p:spPr/>
      </p:sp>
    </p:spTree>
  </p:cSld>
  <p:clrMapOvr>
    <a:masterClrMapping/>
  </p:clrMapOvr>
</p:notes>
</file>

<file path=ppt/notesSlides/notesSlide4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Codefolie „Berechnungen im Template“.</a:t>
            </a:r>
          </a:p>
          <a:p/>
          <a:p>
            <a:r>
              <a:t>Im Template sollte keine teure Berechnung über eine normale Methode stehen. Eine Methode wird bei jeder Prüfung durch Angular neu aufgerufen, auch wenn sich nichts geändert hat.</a:t>
            </a:r>
          </a:p>
          <a:p/>
          <a:p>
            <a:r>
              <a:t>Ein „computed“ merkt sich sein Ergebnis und rechnet nur dann neu, wenn sich ein gelesener Wert ändert. Eine „reine Pipe“ verhält sich ähnlich. Sie rechnet nur neu, wenn sich ihre Eingabe ändert. Eine „Pipe“ ist ein kleiner Baustein, der einen Wert für die Anzeige umwandelt. Vorsicht ist bei unreinen Pipes geboten, die bei jeder Prüfung laufen, und bei der „async-Pipe“ innerhalb von Schleifen.</a:t>
            </a:r>
          </a:p>
        </p:txBody>
      </p:sp>
      <p:sp>
        <p:nvSpPr>
          <p:cNvPr id="4" name="Slide Number Placeholder 3"/>
          <p:cNvSpPr>
            <a:spLocks noGrp="1"/>
          </p:cNvSpPr>
          <p:nvPr>
            <p:ph type="sldNum" idx="66"/>
          </p:nvPr>
        </p:nvSpPr>
        <p:spPr/>
      </p:sp>
    </p:spTree>
  </p:cSld>
  <p:clrMapOvr>
    <a:masterClrMapping/>
  </p:clrMapOvr>
</p:notes>
</file>

<file path=ppt/notesSlides/notesSlide4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„Große Listen“.</a:t>
            </a:r>
          </a:p>
          <a:p/>
          <a:p>
            <a:r>
              <a:t>Bei sehr großen Listen gibt es mehrere Maßnahmen. Mit einer eindeutigen Kennung bei „track“ wird weniger neu aufgebaut. Beim „Virtual Scrolling“ stellt Angular nur die Zeilen dar, die gerade im sichtbaren Bereich liegen. Es gehört zur Bibliothek „Angular CDK“.</a:t>
            </a:r>
          </a:p>
          <a:p/>
          <a:p>
            <a:r>
              <a:t>Mit „Paginierung“ lädt man die Daten seitenweise. Mit „Debounce“ wartet man bei einer Eingabe kurz ab, bevor man filtert. So rechnet die Anwendung nicht bei jedem einzelnen Tastendruck. Außerdem helfen leichte Zeilenkomponenten mit „OnPush“.</a:t>
            </a:r>
          </a:p>
        </p:txBody>
      </p:sp>
      <p:sp>
        <p:nvSpPr>
          <p:cNvPr id="4" name="Slide Number Placeholder 3"/>
          <p:cNvSpPr>
            <a:spLocks noGrp="1"/>
          </p:cNvSpPr>
          <p:nvPr>
            <p:ph type="sldNum" idx="66"/>
          </p:nvPr>
        </p:nvSpPr>
        <p:spPr/>
      </p:sp>
    </p:spTree>
  </p:cSld>
  <p:clrMapOvr>
    <a:masterClrMapping/>
  </p:clrMapOvr>
</p:notes>
</file>

<file path=ppt/notesSlides/notesSlide4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Codefolie „Debounce für den Filter“.</a:t>
            </a:r>
          </a:p>
          <a:p/>
          <a:p>
            <a:r>
              <a:t>Dieses Beispiel verzögert den Filter. „toObservable“ macht aus dem Signal einen Datenstrom. „debounceTime(250)“ gibt einen Wert erst weiter, wenn 250 Millisekunden lang kein neuer Wert kam. „toSignal“ macht daraus wieder ein Signal, mit dem Startwert leerer Text.</a:t>
            </a:r>
          </a:p>
          <a:p/>
          <a:p>
            <a:r>
              <a:t>Die Liste liest dann dieses verzögerte Signal. So wird nicht bei jedem Tastendruck gefiltert, sondern erst, wenn der Nutzer kurz aufhört zu tippen.</a:t>
            </a:r>
          </a:p>
        </p:txBody>
      </p:sp>
      <p:sp>
        <p:nvSpPr>
          <p:cNvPr id="4" name="Slide Number Placeholder 3"/>
          <p:cNvSpPr>
            <a:spLocks noGrp="1"/>
          </p:cNvSpPr>
          <p:nvPr>
            <p:ph type="sldNum" idx="66"/>
          </p:nvPr>
        </p:nvSpPr>
        <p:spPr/>
      </p:sp>
    </p:spTree>
  </p:cSld>
  <p:clrMapOvr>
    <a:masterClrMapping/>
  </p:clrMapOvr>
</p:notes>
</file>

<file path=ppt/notesSlides/notesSlide4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„Ladezeit: nur laden, was gebraucht wird“.</a:t>
            </a:r>
          </a:p>
          <a:p/>
          <a:p>
            <a:r>
              <a:t>Für eine kurze Ladezeit soll der Browser anfangs nur laden, was gebraucht wird. Bei „Lazy Routes“ wird eine Seite erst geladen, wenn der Nutzer sie öffnet. Mit „@defer“ lädt man schwere Teile einer Seite erst bei Bedarf, zum Beispiel wenn sie sichtbar werden oder wenn der Nutzer sie anklickt.</a:t>
            </a:r>
          </a:p>
          <a:p/>
          <a:p>
            <a:r>
              <a:t>„NgOptimizedImage“ aus Übung 27 hilft bei Bildern: Das Hauptbild wird bevorzugt geladen, und feste Größen verhindern, dass die Seite beim Laden springt. „Tree-Shaking“ bedeutet, dass nicht benutzter Code aus dem fertigen Paket entfernt wird.</a:t>
            </a:r>
          </a:p>
        </p:txBody>
      </p:sp>
      <p:sp>
        <p:nvSpPr>
          <p:cNvPr id="4" name="Slide Number Placeholder 3"/>
          <p:cNvSpPr>
            <a:spLocks noGrp="1"/>
          </p:cNvSpPr>
          <p:nvPr>
            <p:ph type="sldNum" idx="66"/>
          </p:nvPr>
        </p:nvSpPr>
        <p:spPr/>
      </p:sp>
    </p:spTree>
  </p:cSld>
  <p:clrMapOvr>
    <a:masterClrMapping/>
  </p:clrMapOvr>
</p:notes>
</file>

<file path=ppt/notesSlides/notesSlide4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„Rendering-Strategien im Überblick“.</a:t>
            </a:r>
          </a:p>
          <a:p/>
          <a:p>
            <a:r>
              <a:t>Es gibt drei Wege, wie eine Seite ihren Inhalt bekommt. Beim „Client-Side Rendering“ baut der Browser alles selbst auf. Das ist einfach, aber der erste Inhalt erscheint später. Beim „Server-Side Rendering“ liefert der Server schon fertiges HTML. „Hydration“ heißt, dass der Browser dieses HTML danach interaktiv macht. Beim „Prerendering“ wird das HTML schon beim Bauen der Anwendung erzeugt.</a:t>
            </a:r>
          </a:p>
          <a:p/>
          <a:p>
            <a:r>
              <a:t>Für interne Fachanwendungen reicht oft das Rendern im Browser. Für öffentliche Seiten lohnt es sich, Server-Side Rendering zu prüfen. Dazu folgt nach diesem Kapitel die Folie „Server-Side Rendering (SSR) &amp; Hydration“.</a:t>
            </a:r>
          </a:p>
        </p:txBody>
      </p:sp>
      <p:sp>
        <p:nvSpPr>
          <p:cNvPr id="4" name="Slide Number Placeholder 3"/>
          <p:cNvSpPr>
            <a:spLocks noGrp="1"/>
          </p:cNvSpPr>
          <p:nvPr>
            <p:ph type="sldNum" idx="66"/>
          </p:nvPr>
        </p:nvSpPr>
        <p:spPr/>
      </p:sp>
    </p:spTree>
  </p:cSld>
  <p:clrMapOvr>
    <a:masterClrMapping/>
  </p:clrMapOvr>
</p:notes>
</file>

<file path=ppt/notesSlides/notesSlide4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„Typische Ursachen für Laufzeitprobleme“.</a:t>
            </a:r>
          </a:p>
          <a:p/>
          <a:p>
            <a:r>
              <a:t>Diese Liste fasst die häufigsten Ursachen für Probleme zusammen. Man kann sie als Checkliste benutzen, wenn eine Anwendung langsam ist.</a:t>
            </a:r>
          </a:p>
          <a:p/>
          <a:p>
            <a:r>
              <a:t>Ein „Speicherleck“ entsteht, wenn Programmteile nicht aufgeräumt werden, zum Beispiel ein Timer oder ein Abonnement, das weiterläuft. Der Speicherbedarf wächst dann ständig. Wichtig bleibt: Man prüft zuerst mit einer Messung, welche Ursache wirklich zutrifft, und beginnt dann mit der Maßnahme.</a:t>
            </a:r>
          </a:p>
        </p:txBody>
      </p:sp>
      <p:sp>
        <p:nvSpPr>
          <p:cNvPr id="4" name="Slide Number Placeholder 3"/>
          <p:cNvSpPr>
            <a:spLocks noGrp="1"/>
          </p:cNvSpPr>
          <p:nvPr>
            <p:ph type="sldNum" idx="66"/>
          </p:nvPr>
        </p:nvSpPr>
        <p:spPr/>
      </p:sp>
    </p:spTree>
  </p:cSld>
  <p:clrMapOvr>
    <a:masterClrMapping/>
  </p:clrMapOvr>
</p:notes>
</file>

<file path=ppt/notesSlides/notesSlide4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„Vorbereitung auf Skalierung“.</a:t>
            </a:r>
          </a:p>
          <a:p/>
          <a:p>
            <a:r>
              <a:t>Wächst eine Anwendung, sollte man Performance dauerhaft im Blick behalten. Dazu legt man Grenzwerte fest, etwa für die Bundle-Größe, und prüft sie in der Pipeline automatisch. Auch bei neuen Versionen kann man Messungen durchführen.</a:t>
            </a:r>
          </a:p>
          <a:p/>
          <a:p>
            <a:r>
              <a:t>Die Entscheidungen aus den früheren Kapiteln helfen dabei: kleine Komponenten, ein feines Signal-Modell und Lazy Loading. Wichtig ist, immer gleich zu messen und die Ergebnisse aufzuschreiben, damit man Veränderungen vergleichen kann. Zum Thema Rendern auf dem Server folgt nach diesem Kapitel die Folie „Server-Side Rendering (SSR) &amp; Hydration“.</a:t>
            </a:r>
          </a:p>
        </p:txBody>
      </p:sp>
      <p:sp>
        <p:nvSpPr>
          <p:cNvPr id="4" name="Slide Number Placeholder 3"/>
          <p:cNvSpPr>
            <a:spLocks noGrp="1"/>
          </p:cNvSpPr>
          <p:nvPr>
            <p:ph type="sldNum" idx="66"/>
          </p:nvPr>
        </p:nvSpPr>
        <p:spPr/>
      </p:sp>
    </p:spTree>
  </p:cSld>
  <p:clrMapOvr>
    <a:masterClrMapping/>
  </p:clrMapOvr>
</p:notes>
</file>

<file path=ppt/notesSlides/notesSlide4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Folie: „Übung 35: Langsame Liste“.</a:t>
            </a:r>
          </a:p>
          <a:p/>
          <a:p>
            <a:r>
              <a:t>Erklärung für die Dolmetscherin:</a:t>
            </a:r>
          </a:p>
          <a:p>
            <a:r>
              <a:t>Dies ist die Aufgabenstellung für Übung 35 im Ordner 35_performance.</a:t>
            </a:r>
          </a:p>
          <a:p/>
          <a:p>
            <a:r>
              <a:t>Die Teilnehmer erzeugen zuerst mit einem Hilfscode 5000 Kunden, damit die Liste spürbar langsam wird. Dann messen sie mit den Entwicklerwerkzeugen des Browsers und mit den Angular DevTools, wie lange eine Eingabe im Filterfeld braucht. Danach verbessern sie die Anwendung in kleinen Schritten und messen nach jedem Schritt erneut. Die Schritte sind: eine eindeutige Kennung bei „track“, „OnPush“, Debounce, Virtual Scrolling und optional eine Lazy Route.</a:t>
            </a:r>
          </a:p>
          <a:p/>
          <a:p>
            <a:r>
              <a:t>Die Ergebnisse tragen sie in eine Tabelle ein und besprechen danach, welche Maßnahme am meisten gebracht hat. Nach dieser Übung folgt die Folie zum Server-Side Rendering.</a:t>
            </a:r>
          </a:p>
        </p:txBody>
      </p:sp>
      <p:sp>
        <p:nvSpPr>
          <p:cNvPr id="4" name="Slide Number Placeholder 3"/>
          <p:cNvSpPr>
            <a:spLocks noGrp="1"/>
          </p:cNvSpPr>
          <p:nvPr>
            <p:ph type="sldNum" idx="66"/>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4" name="PlaceHolder 1"/>
          <p:cNvSpPr>
            <a:spLocks noGrp="1"/>
          </p:cNvSpPr>
          <p:nvPr>
            <p:ph type="title"/>
          </p:nvPr>
        </p:nvSpPr>
        <p:spPr>
          <a:xfrm>
            <a:off x="838080" y="365040"/>
            <a:ext cx="10514160" cy="1324080"/>
          </a:xfrm>
          <a:prstGeom prst="rect">
            <a:avLst/>
          </a:prstGeom>
          <a:noFill/>
          <a:ln w="0">
            <a:noFill/>
          </a:ln>
        </p:spPr>
        <p:txBody>
          <a:bodyPr lIns="0" tIns="0" rIns="0" bIns="0" anchor="ctr">
            <a:noAutofit/>
          </a:bodyPr>
          <a:lstStyle/>
          <a:p>
            <a:pPr indent="0" algn="ctr">
              <a:buNone/>
            </a:pPr>
            <a:endParaRPr lang="de-DE" sz="4400" b="0" u="none" strike="noStrike">
              <a:solidFill>
                <a:srgbClr val="000000"/>
              </a:solidFill>
              <a:uFillTx/>
              <a:latin typeface="Arial"/>
            </a:endParaRPr>
          </a:p>
        </p:txBody>
      </p:sp>
      <p:sp>
        <p:nvSpPr>
          <p:cNvPr id="5" name="PlaceHolder 2"/>
          <p:cNvSpPr>
            <a:spLocks noGrp="1"/>
          </p:cNvSpPr>
          <p:nvPr>
            <p:ph type="subTitle"/>
          </p:nvPr>
        </p:nvSpPr>
        <p:spPr>
          <a:xfrm>
            <a:off x="838080" y="1825560"/>
            <a:ext cx="10514160" cy="4349880"/>
          </a:xfrm>
          <a:prstGeom prst="rect">
            <a:avLst/>
          </a:prstGeom>
          <a:noFill/>
          <a:ln w="0">
            <a:noFill/>
          </a:ln>
        </p:spPr>
        <p:txBody>
          <a:bodyPr lIns="0" tIns="0" rIns="0" bIns="0" anchor="ctr">
            <a:noAutofit/>
          </a:bodyPr>
          <a:lstStyle/>
          <a:p>
            <a:pPr indent="0" algn="ctr">
              <a:buNone/>
            </a:pPr>
            <a:endParaRPr lang="de-DE" sz="3200" b="0" u="none" strike="noStrike">
              <a:solidFill>
                <a:srgbClr val="000000"/>
              </a:solidFill>
              <a:uFillTx/>
              <a:latin typeface="Arial"/>
            </a:endParaRPr>
          </a:p>
        </p:txBody>
      </p:sp>
      <p:sp>
        <p:nvSpPr>
          <p:cNvPr id="2" name="PlaceHolder 3"/>
          <p:cNvSpPr>
            <a:spLocks noGrp="1"/>
          </p:cNvSpPr>
          <p:nvPr>
            <p:ph type="ftr" idx="1"/>
          </p:nvPr>
        </p:nvSpPr>
        <p:spPr/>
        <p:txBody>
          <a:bodyPr/>
          <a:lstStyle/>
          <a:p>
            <a:r>
              <a:t>Footer</a:t>
            </a:r>
          </a:p>
        </p:txBody>
      </p:sp>
      <p:sp>
        <p:nvSpPr>
          <p:cNvPr id="3" name="PlaceHolder 4"/>
          <p:cNvSpPr>
            <a:spLocks noGrp="1"/>
          </p:cNvSpPr>
          <p:nvPr>
            <p:ph type="sldNum" idx="2"/>
          </p:nvPr>
        </p:nvSpPr>
        <p:spPr/>
        <p:txBody>
          <a:bodyPr/>
          <a:lstStyle/>
          <a:p>
            <a:fld id="{19390CDF-68FB-40AB-9801-3E67394F7774}" type="slidenum">
              <a:t>‹Nr.›</a:t>
            </a:fld>
            <a:endParaRPr/>
          </a:p>
        </p:txBody>
      </p:sp>
      <p:sp>
        <p:nvSpPr>
          <p:cNvPr id="6" name="PlaceHolder 5"/>
          <p:cNvSpPr>
            <a:spLocks noGrp="1"/>
          </p:cNvSpPr>
          <p:nvPr>
            <p:ph type="dt" idx="3"/>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lstStyle/>
          <a:p>
            <a:r>
              <a:t>Footer</a:t>
            </a:r>
          </a:p>
        </p:txBody>
      </p:sp>
      <p:sp>
        <p:nvSpPr>
          <p:cNvPr id="3" name="PlaceHolder 2"/>
          <p:cNvSpPr>
            <a:spLocks noGrp="1"/>
          </p:cNvSpPr>
          <p:nvPr>
            <p:ph type="sldNum" idx="5"/>
          </p:nvPr>
        </p:nvSpPr>
        <p:spPr/>
        <p:txBody>
          <a:bodyPr/>
          <a:lstStyle/>
          <a:p>
            <a:fld id="{A94D7BE0-166B-4B5B-B4D4-7B63E620277C}" type="slidenum">
              <a:t>‹Nr.›</a:t>
            </a:fld>
            <a:endParaRPr/>
          </a:p>
        </p:txBody>
      </p:sp>
      <p:sp>
        <p:nvSpPr>
          <p:cNvPr id="4" name="PlaceHolder 3"/>
          <p:cNvSpPr>
            <a:spLocks noGrp="1"/>
          </p:cNvSpPr>
          <p:nvPr>
            <p:ph type="dt" idx="6"/>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lstStyle/>
          <a:p>
            <a:r>
              <a:t>Footer</a:t>
            </a:r>
          </a:p>
        </p:txBody>
      </p:sp>
      <p:sp>
        <p:nvSpPr>
          <p:cNvPr id="3" name="PlaceHolder 2"/>
          <p:cNvSpPr>
            <a:spLocks noGrp="1"/>
          </p:cNvSpPr>
          <p:nvPr>
            <p:ph type="sldNum" idx="8"/>
          </p:nvPr>
        </p:nvSpPr>
        <p:spPr/>
        <p:txBody>
          <a:bodyPr/>
          <a:lstStyle/>
          <a:p>
            <a:fld id="{9899A245-3009-4043-94C4-40DF8241A7AE}" type="slidenum">
              <a:t>‹Nr.›</a:t>
            </a:fld>
            <a:endParaRPr/>
          </a:p>
        </p:txBody>
      </p:sp>
      <p:sp>
        <p:nvSpPr>
          <p:cNvPr id="4" name="PlaceHolder 3"/>
          <p:cNvSpPr>
            <a:spLocks noGrp="1"/>
          </p:cNvSpPr>
          <p:nvPr>
            <p:ph type="dt" idx="9"/>
          </p:nvPr>
        </p:nvSpPr>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17" name="PlaceHolder 1"/>
          <p:cNvSpPr>
            <a:spLocks noGrp="1"/>
          </p:cNvSpPr>
          <p:nvPr>
            <p:ph type="title"/>
          </p:nvPr>
        </p:nvSpPr>
        <p:spPr>
          <a:xfrm>
            <a:off x="838080" y="365040"/>
            <a:ext cx="10514160" cy="1324080"/>
          </a:xfrm>
          <a:prstGeom prst="rect">
            <a:avLst/>
          </a:prstGeom>
          <a:noFill/>
          <a:ln w="0">
            <a:noFill/>
          </a:ln>
        </p:spPr>
        <p:txBody>
          <a:bodyPr lIns="0" tIns="0" rIns="0" bIns="0" anchor="ctr">
            <a:noAutofit/>
          </a:bodyPr>
          <a:lstStyle/>
          <a:p>
            <a:pPr indent="0" algn="ctr">
              <a:buNone/>
            </a:pPr>
            <a:endParaRPr lang="de-DE" sz="4400" b="0" u="none" strike="noStrike">
              <a:solidFill>
                <a:srgbClr val="000000"/>
              </a:solidFill>
              <a:uFillTx/>
              <a:latin typeface="Arial"/>
            </a:endParaRPr>
          </a:p>
        </p:txBody>
      </p:sp>
      <p:sp>
        <p:nvSpPr>
          <p:cNvPr id="18" name="PlaceHolder 2"/>
          <p:cNvSpPr>
            <a:spLocks noGrp="1"/>
          </p:cNvSpPr>
          <p:nvPr>
            <p:ph/>
          </p:nvPr>
        </p:nvSpPr>
        <p:spPr>
          <a:xfrm>
            <a:off x="838080" y="1825560"/>
            <a:ext cx="10514160" cy="4349880"/>
          </a:xfrm>
          <a:prstGeom prst="rect">
            <a:avLst/>
          </a:prstGeom>
          <a:noFill/>
          <a:ln w="0">
            <a:noFill/>
          </a:ln>
        </p:spPr>
        <p:txBody>
          <a:bodyPr lIns="0" tIns="0" rIns="0" bIns="0" anchor="t">
            <a:normAutofit/>
          </a:bodyPr>
          <a:lstStyle/>
          <a:p>
            <a:pPr indent="0">
              <a:spcBef>
                <a:spcPts val="1417"/>
              </a:spcBef>
              <a:buNone/>
            </a:pPr>
            <a:endParaRPr lang="de-DE" sz="3200" b="0" u="none" strike="noStrike">
              <a:solidFill>
                <a:srgbClr val="000000"/>
              </a:solidFill>
              <a:uFillTx/>
              <a:latin typeface="Arial"/>
            </a:endParaRPr>
          </a:p>
        </p:txBody>
      </p:sp>
      <p:sp>
        <p:nvSpPr>
          <p:cNvPr id="4" name="PlaceHolder 3"/>
          <p:cNvSpPr>
            <a:spLocks noGrp="1"/>
          </p:cNvSpPr>
          <p:nvPr>
            <p:ph type="ftr" idx="10"/>
          </p:nvPr>
        </p:nvSpPr>
        <p:spPr/>
        <p:txBody>
          <a:bodyPr/>
          <a:lstStyle/>
          <a:p>
            <a:r>
              <a:t>Footer</a:t>
            </a:r>
          </a:p>
        </p:txBody>
      </p:sp>
      <p:sp>
        <p:nvSpPr>
          <p:cNvPr id="5" name="PlaceHolder 4"/>
          <p:cNvSpPr>
            <a:spLocks noGrp="1"/>
          </p:cNvSpPr>
          <p:nvPr>
            <p:ph type="sldNum" idx="11"/>
          </p:nvPr>
        </p:nvSpPr>
        <p:spPr/>
        <p:txBody>
          <a:bodyPr/>
          <a:lstStyle/>
          <a:p>
            <a:fld id="{E066FBC3-F825-4BBD-B06E-2008213662DB}" type="slidenum">
              <a:t>‹Nr.›</a:t>
            </a:fld>
            <a:endParaRPr/>
          </a:p>
        </p:txBody>
      </p:sp>
      <p:sp>
        <p:nvSpPr>
          <p:cNvPr id="6" name="PlaceHolder 5"/>
          <p:cNvSpPr>
            <a:spLocks noGrp="1"/>
          </p:cNvSpPr>
          <p:nvPr>
            <p:ph type="dt" idx="12"/>
          </p:nvPr>
        </p:nvSpPr>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Abschnitts-&#10;überschrift">
    <p:spTree>
      <p:nvGrpSpPr>
        <p:cNvPr id="1" name=""/>
        <p:cNvGrpSpPr/>
        <p:nvPr/>
      </p:nvGrpSpPr>
      <p:grpSpPr>
        <a:xfrm>
          <a:off x="0" y="0"/>
          <a:ext cx="0" cy="0"/>
          <a:chOff x="0" y="0"/>
          <a:chExt cx="0" cy="0"/>
        </a:xfrm>
      </p:grpSpPr>
      <p:sp>
        <p:nvSpPr>
          <p:cNvPr id="2" name="PlaceHolder 1"/>
          <p:cNvSpPr>
            <a:spLocks noGrp="1"/>
          </p:cNvSpPr>
          <p:nvPr>
            <p:ph type="ftr" idx="13"/>
          </p:nvPr>
        </p:nvSpPr>
        <p:spPr/>
        <p:txBody>
          <a:bodyPr/>
          <a:lstStyle/>
          <a:p>
            <a:r>
              <a:t>Footer</a:t>
            </a:r>
          </a:p>
        </p:txBody>
      </p:sp>
      <p:sp>
        <p:nvSpPr>
          <p:cNvPr id="3" name="PlaceHolder 2"/>
          <p:cNvSpPr>
            <a:spLocks noGrp="1"/>
          </p:cNvSpPr>
          <p:nvPr>
            <p:ph type="sldNum" idx="14"/>
          </p:nvPr>
        </p:nvSpPr>
        <p:spPr/>
        <p:txBody>
          <a:bodyPr/>
          <a:lstStyle/>
          <a:p>
            <a:fld id="{13D2C350-8113-4B3C-8C3B-15F97E3C414D}" type="slidenum">
              <a:t>‹Nr.›</a:t>
            </a:fld>
            <a:endParaRPr/>
          </a:p>
        </p:txBody>
      </p:sp>
      <p:sp>
        <p:nvSpPr>
          <p:cNvPr id="4" name="PlaceHolder 3"/>
          <p:cNvSpPr>
            <a:spLocks noGrp="1"/>
          </p:cNvSpPr>
          <p:nvPr>
            <p:ph type="dt" idx="15"/>
          </p:nvPr>
        </p:nvSpPr>
        <p:spPr/>
        <p:txBody>
          <a:body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8" name="PlaceHolder 1"/>
          <p:cNvSpPr>
            <a:spLocks noGrp="1"/>
          </p:cNvSpPr>
          <p:nvPr>
            <p:ph type="title"/>
          </p:nvPr>
        </p:nvSpPr>
        <p:spPr>
          <a:xfrm>
            <a:off x="838080" y="365040"/>
            <a:ext cx="10514160" cy="1324080"/>
          </a:xfrm>
          <a:prstGeom prst="rect">
            <a:avLst/>
          </a:prstGeom>
          <a:noFill/>
          <a:ln w="0">
            <a:noFill/>
          </a:ln>
        </p:spPr>
        <p:txBody>
          <a:bodyPr lIns="0" tIns="0" rIns="0" bIns="0" anchor="ctr">
            <a:noAutofit/>
          </a:bodyPr>
          <a:lstStyle/>
          <a:p>
            <a:pPr indent="0" algn="ctr">
              <a:buNone/>
            </a:pPr>
            <a:endParaRPr lang="de-DE" sz="4400" b="0" u="none" strike="noStrike">
              <a:solidFill>
                <a:srgbClr val="000000"/>
              </a:solidFill>
              <a:uFillTx/>
              <a:latin typeface="Arial"/>
            </a:endParaRPr>
          </a:p>
        </p:txBody>
      </p:sp>
      <p:sp>
        <p:nvSpPr>
          <p:cNvPr id="29" name="PlaceHolder 2"/>
          <p:cNvSpPr>
            <a:spLocks noGrp="1"/>
          </p:cNvSpPr>
          <p:nvPr>
            <p:ph/>
          </p:nvPr>
        </p:nvSpPr>
        <p:spPr>
          <a:xfrm>
            <a:off x="838080" y="1825560"/>
            <a:ext cx="5130720" cy="4349880"/>
          </a:xfrm>
          <a:prstGeom prst="rect">
            <a:avLst/>
          </a:prstGeom>
          <a:noFill/>
          <a:ln w="0">
            <a:noFill/>
          </a:ln>
        </p:spPr>
        <p:txBody>
          <a:bodyPr lIns="0" tIns="0" rIns="0" bIns="0" anchor="t">
            <a:normAutofit/>
          </a:bodyPr>
          <a:lstStyle/>
          <a:p>
            <a:pPr indent="0">
              <a:spcBef>
                <a:spcPts val="1417"/>
              </a:spcBef>
              <a:buNone/>
            </a:pPr>
            <a:endParaRPr lang="de-DE" sz="3200" b="0" u="none" strike="noStrike">
              <a:solidFill>
                <a:srgbClr val="000000"/>
              </a:solidFill>
              <a:uFillTx/>
              <a:latin typeface="Arial"/>
            </a:endParaRPr>
          </a:p>
        </p:txBody>
      </p:sp>
      <p:sp>
        <p:nvSpPr>
          <p:cNvPr id="30" name="PlaceHolder 3"/>
          <p:cNvSpPr>
            <a:spLocks noGrp="1"/>
          </p:cNvSpPr>
          <p:nvPr>
            <p:ph/>
          </p:nvPr>
        </p:nvSpPr>
        <p:spPr>
          <a:xfrm>
            <a:off x="6225840" y="1825560"/>
            <a:ext cx="5130720" cy="4349880"/>
          </a:xfrm>
          <a:prstGeom prst="rect">
            <a:avLst/>
          </a:prstGeom>
          <a:noFill/>
          <a:ln w="0">
            <a:noFill/>
          </a:ln>
        </p:spPr>
        <p:txBody>
          <a:bodyPr lIns="0" tIns="0" rIns="0" bIns="0" anchor="t">
            <a:normAutofit/>
          </a:bodyPr>
          <a:lstStyle/>
          <a:p>
            <a:pPr indent="0">
              <a:spcBef>
                <a:spcPts val="1417"/>
              </a:spcBef>
              <a:buNone/>
            </a:pPr>
            <a:endParaRPr lang="de-DE" sz="3200" b="0" u="none" strike="noStrike">
              <a:solidFill>
                <a:srgbClr val="000000"/>
              </a:solidFill>
              <a:uFillTx/>
              <a:latin typeface="Arial"/>
            </a:endParaRPr>
          </a:p>
        </p:txBody>
      </p:sp>
      <p:sp>
        <p:nvSpPr>
          <p:cNvPr id="5" name="PlaceHolder 4"/>
          <p:cNvSpPr>
            <a:spLocks noGrp="1"/>
          </p:cNvSpPr>
          <p:nvPr>
            <p:ph type="ftr" idx="16"/>
          </p:nvPr>
        </p:nvSpPr>
        <p:spPr/>
        <p:txBody>
          <a:bodyPr/>
          <a:lstStyle/>
          <a:p>
            <a:r>
              <a:t>Footer</a:t>
            </a:r>
          </a:p>
        </p:txBody>
      </p:sp>
      <p:sp>
        <p:nvSpPr>
          <p:cNvPr id="6" name="PlaceHolder 5"/>
          <p:cNvSpPr>
            <a:spLocks noGrp="1"/>
          </p:cNvSpPr>
          <p:nvPr>
            <p:ph type="sldNum" idx="17"/>
          </p:nvPr>
        </p:nvSpPr>
        <p:spPr/>
        <p:txBody>
          <a:bodyPr/>
          <a:lstStyle/>
          <a:p>
            <a:fld id="{1D1CB5FD-EB45-4A72-99B1-445155ECB964}" type="slidenum">
              <a:t>‹Nr.›</a:t>
            </a:fld>
            <a:endParaRPr/>
          </a:p>
        </p:txBody>
      </p:sp>
      <p:sp>
        <p:nvSpPr>
          <p:cNvPr id="7" name="PlaceHolder 6"/>
          <p:cNvSpPr>
            <a:spLocks noGrp="1"/>
          </p:cNvSpPr>
          <p:nvPr>
            <p:ph type="dt" idx="18"/>
          </p:nvPr>
        </p:nvSpPr>
        <p:spPr/>
        <p:txBody>
          <a:body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ergleich">
    <p:spTree>
      <p:nvGrpSpPr>
        <p:cNvPr id="1" name=""/>
        <p:cNvGrpSpPr/>
        <p:nvPr/>
      </p:nvGrpSpPr>
      <p:grpSpPr>
        <a:xfrm>
          <a:off x="0" y="0"/>
          <a:ext cx="0" cy="0"/>
          <a:chOff x="0" y="0"/>
          <a:chExt cx="0" cy="0"/>
        </a:xfrm>
      </p:grpSpPr>
      <p:sp>
        <p:nvSpPr>
          <p:cNvPr id="2" name="PlaceHolder 1"/>
          <p:cNvSpPr>
            <a:spLocks noGrp="1"/>
          </p:cNvSpPr>
          <p:nvPr>
            <p:ph type="ftr" idx="19"/>
          </p:nvPr>
        </p:nvSpPr>
        <p:spPr/>
        <p:txBody>
          <a:bodyPr/>
          <a:lstStyle/>
          <a:p>
            <a:r>
              <a:t>Footer</a:t>
            </a:r>
          </a:p>
        </p:txBody>
      </p:sp>
      <p:sp>
        <p:nvSpPr>
          <p:cNvPr id="3" name="PlaceHolder 2"/>
          <p:cNvSpPr>
            <a:spLocks noGrp="1"/>
          </p:cNvSpPr>
          <p:nvPr>
            <p:ph type="sldNum" idx="20"/>
          </p:nvPr>
        </p:nvSpPr>
        <p:spPr/>
        <p:txBody>
          <a:bodyPr/>
          <a:lstStyle/>
          <a:p>
            <a:fld id="{63D63E70-C50D-4D68-B9B9-BDDECE703BA3}" type="slidenum">
              <a:t>‹Nr.›</a:t>
            </a:fld>
            <a:endParaRPr/>
          </a:p>
        </p:txBody>
      </p:sp>
      <p:sp>
        <p:nvSpPr>
          <p:cNvPr id="4" name="PlaceHolder 3"/>
          <p:cNvSpPr>
            <a:spLocks noGrp="1"/>
          </p:cNvSpPr>
          <p:nvPr>
            <p:ph type="dt" idx="21"/>
          </p:nvPr>
        </p:nvSpPr>
        <p:spPr/>
        <p:txBody>
          <a:body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38" name="PlaceHolder 1"/>
          <p:cNvSpPr>
            <a:spLocks noGrp="1"/>
          </p:cNvSpPr>
          <p:nvPr>
            <p:ph type="title"/>
          </p:nvPr>
        </p:nvSpPr>
        <p:spPr>
          <a:xfrm>
            <a:off x="838080" y="365040"/>
            <a:ext cx="10514160" cy="1324080"/>
          </a:xfrm>
          <a:prstGeom prst="rect">
            <a:avLst/>
          </a:prstGeom>
          <a:noFill/>
          <a:ln w="0">
            <a:noFill/>
          </a:ln>
        </p:spPr>
        <p:txBody>
          <a:bodyPr lIns="0" tIns="0" rIns="0" bIns="0" anchor="ctr">
            <a:noAutofit/>
          </a:bodyPr>
          <a:lstStyle/>
          <a:p>
            <a:pPr indent="0" algn="ctr">
              <a:buNone/>
            </a:pPr>
            <a:endParaRPr lang="de-DE" sz="4400" b="0" u="none" strike="noStrike">
              <a:solidFill>
                <a:srgbClr val="000000"/>
              </a:solidFill>
              <a:uFillTx/>
              <a:latin typeface="Arial"/>
            </a:endParaRPr>
          </a:p>
        </p:txBody>
      </p:sp>
      <p:sp>
        <p:nvSpPr>
          <p:cNvPr id="3" name="PlaceHolder 2"/>
          <p:cNvSpPr>
            <a:spLocks noGrp="1"/>
          </p:cNvSpPr>
          <p:nvPr>
            <p:ph type="ftr" idx="22"/>
          </p:nvPr>
        </p:nvSpPr>
        <p:spPr/>
        <p:txBody>
          <a:bodyPr/>
          <a:lstStyle/>
          <a:p>
            <a:r>
              <a:t>Footer</a:t>
            </a:r>
          </a:p>
        </p:txBody>
      </p:sp>
      <p:sp>
        <p:nvSpPr>
          <p:cNvPr id="4" name="PlaceHolder 3"/>
          <p:cNvSpPr>
            <a:spLocks noGrp="1"/>
          </p:cNvSpPr>
          <p:nvPr>
            <p:ph type="sldNum" idx="23"/>
          </p:nvPr>
        </p:nvSpPr>
        <p:spPr/>
        <p:txBody>
          <a:bodyPr/>
          <a:lstStyle/>
          <a:p>
            <a:fld id="{A92B85BB-5157-4E64-ABCC-A4203A5B313B}" type="slidenum">
              <a:t>‹Nr.›</a:t>
            </a:fld>
            <a:endParaRPr/>
          </a:p>
        </p:txBody>
      </p:sp>
      <p:sp>
        <p:nvSpPr>
          <p:cNvPr id="5" name="PlaceHolder 4"/>
          <p:cNvSpPr>
            <a:spLocks noGrp="1"/>
          </p:cNvSpPr>
          <p:nvPr>
            <p:ph type="dt" idx="24"/>
          </p:nvPr>
        </p:nvSpPr>
        <p:spPr/>
        <p:txBody>
          <a:body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PlaceHolder 1"/>
          <p:cNvSpPr>
            <a:spLocks noGrp="1"/>
          </p:cNvSpPr>
          <p:nvPr>
            <p:ph type="ftr" idx="25"/>
          </p:nvPr>
        </p:nvSpPr>
        <p:spPr/>
        <p:txBody>
          <a:bodyPr/>
          <a:lstStyle/>
          <a:p>
            <a:r>
              <a:t>Footer</a:t>
            </a:r>
          </a:p>
        </p:txBody>
      </p:sp>
      <p:sp>
        <p:nvSpPr>
          <p:cNvPr id="3" name="PlaceHolder 2"/>
          <p:cNvSpPr>
            <a:spLocks noGrp="1"/>
          </p:cNvSpPr>
          <p:nvPr>
            <p:ph type="sldNum" idx="26"/>
          </p:nvPr>
        </p:nvSpPr>
        <p:spPr/>
        <p:txBody>
          <a:bodyPr/>
          <a:lstStyle/>
          <a:p>
            <a:fld id="{30453E86-0B0E-488A-9531-048EEE9ACBE0}" type="slidenum">
              <a:t>‹Nr.›</a:t>
            </a:fld>
            <a:endParaRPr/>
          </a:p>
        </p:txBody>
      </p:sp>
      <p:sp>
        <p:nvSpPr>
          <p:cNvPr id="4" name="PlaceHolder 3"/>
          <p:cNvSpPr>
            <a:spLocks noGrp="1"/>
          </p:cNvSpPr>
          <p:nvPr>
            <p:ph type="dt" idx="27"/>
          </p:nvPr>
        </p:nvSpPr>
        <p:spPr/>
        <p:txBody>
          <a:body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Inhalt mit Überschrift">
    <p:spTree>
      <p:nvGrpSpPr>
        <p:cNvPr id="1" name=""/>
        <p:cNvGrpSpPr/>
        <p:nvPr/>
      </p:nvGrpSpPr>
      <p:grpSpPr>
        <a:xfrm>
          <a:off x="0" y="0"/>
          <a:ext cx="0" cy="0"/>
          <a:chOff x="0" y="0"/>
          <a:chExt cx="0" cy="0"/>
        </a:xfrm>
      </p:grpSpPr>
      <p:sp>
        <p:nvSpPr>
          <p:cNvPr id="2" name="PlaceHolder 1"/>
          <p:cNvSpPr>
            <a:spLocks noGrp="1"/>
          </p:cNvSpPr>
          <p:nvPr>
            <p:ph type="ftr" idx="28"/>
          </p:nvPr>
        </p:nvSpPr>
        <p:spPr/>
        <p:txBody>
          <a:bodyPr/>
          <a:lstStyle/>
          <a:p>
            <a:r>
              <a:t>Footer</a:t>
            </a:r>
          </a:p>
        </p:txBody>
      </p:sp>
      <p:sp>
        <p:nvSpPr>
          <p:cNvPr id="3" name="PlaceHolder 2"/>
          <p:cNvSpPr>
            <a:spLocks noGrp="1"/>
          </p:cNvSpPr>
          <p:nvPr>
            <p:ph type="sldNum" idx="29"/>
          </p:nvPr>
        </p:nvSpPr>
        <p:spPr/>
        <p:txBody>
          <a:bodyPr/>
          <a:lstStyle/>
          <a:p>
            <a:fld id="{33E71D19-6705-4AA0-B983-13F3A0C810A6}" type="slidenum">
              <a:t>‹Nr.›</a:t>
            </a:fld>
            <a:endParaRPr/>
          </a:p>
        </p:txBody>
      </p:sp>
      <p:sp>
        <p:nvSpPr>
          <p:cNvPr id="4" name="PlaceHolder 3"/>
          <p:cNvSpPr>
            <a:spLocks noGrp="1"/>
          </p:cNvSpPr>
          <p:nvPr>
            <p:ph type="dt" idx="30"/>
          </p:nvPr>
        </p:nvSpPr>
        <p:spPr/>
        <p:txBody>
          <a:body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ild mit Überschrift">
    <p:spTree>
      <p:nvGrpSpPr>
        <p:cNvPr id="1" name=""/>
        <p:cNvGrpSpPr/>
        <p:nvPr/>
      </p:nvGrpSpPr>
      <p:grpSpPr>
        <a:xfrm>
          <a:off x="0" y="0"/>
          <a:ext cx="0" cy="0"/>
          <a:chOff x="0" y="0"/>
          <a:chExt cx="0" cy="0"/>
        </a:xfrm>
      </p:grpSpPr>
      <p:sp>
        <p:nvSpPr>
          <p:cNvPr id="2" name="PlaceHolder 1"/>
          <p:cNvSpPr>
            <a:spLocks noGrp="1"/>
          </p:cNvSpPr>
          <p:nvPr>
            <p:ph type="ftr" idx="31"/>
          </p:nvPr>
        </p:nvSpPr>
        <p:spPr/>
        <p:txBody>
          <a:bodyPr/>
          <a:lstStyle/>
          <a:p>
            <a:r>
              <a:t>Footer</a:t>
            </a:r>
          </a:p>
        </p:txBody>
      </p:sp>
      <p:sp>
        <p:nvSpPr>
          <p:cNvPr id="3" name="PlaceHolder 2"/>
          <p:cNvSpPr>
            <a:spLocks noGrp="1"/>
          </p:cNvSpPr>
          <p:nvPr>
            <p:ph type="sldNum" idx="32"/>
          </p:nvPr>
        </p:nvSpPr>
        <p:spPr/>
        <p:txBody>
          <a:bodyPr/>
          <a:lstStyle/>
          <a:p>
            <a:fld id="{14E50CD5-16FE-4DCA-BBEC-A35E5CB59D42}" type="slidenum">
              <a:t>‹Nr.›</a:t>
            </a:fld>
            <a:endParaRPr/>
          </a:p>
        </p:txBody>
      </p:sp>
      <p:sp>
        <p:nvSpPr>
          <p:cNvPr id="4" name="PlaceHolder 3"/>
          <p:cNvSpPr>
            <a:spLocks noGrp="1"/>
          </p:cNvSpPr>
          <p:nvPr>
            <p:ph type="dt" idx="33"/>
          </p:nvPr>
        </p:nvSpPr>
        <p:spPr/>
        <p:txBody>
          <a:body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Standard">
    <p:spTree>
      <p:nvGrpSpPr>
        <p:cNvPr id="1" name=""/>
        <p:cNvGrpSpPr/>
        <p:nvPr/>
      </p:nvGrpSpPr>
      <p:grpSpPr>
        <a:xfrm>
          <a:off x="0" y="0"/>
          <a:ext cx="0" cy="0"/>
          <a:chOff x="0" y="0"/>
          <a:chExt cx="0" cy="0"/>
        </a:xfrm>
      </p:grpSpPr>
      <p:sp>
        <p:nvSpPr>
          <p:cNvPr id="55" name="PlaceHolder 1"/>
          <p:cNvSpPr>
            <a:spLocks noGrp="1"/>
          </p:cNvSpPr>
          <p:nvPr>
            <p:ph type="title"/>
          </p:nvPr>
        </p:nvSpPr>
        <p:spPr>
          <a:xfrm>
            <a:off x="838080" y="365040"/>
            <a:ext cx="10514160" cy="1324080"/>
          </a:xfrm>
          <a:prstGeom prst="rect">
            <a:avLst/>
          </a:prstGeom>
          <a:noFill/>
          <a:ln w="0">
            <a:noFill/>
          </a:ln>
        </p:spPr>
        <p:txBody>
          <a:bodyPr lIns="0" tIns="0" rIns="0" bIns="0" anchor="ctr">
            <a:noAutofit/>
          </a:bodyPr>
          <a:lstStyle/>
          <a:p>
            <a:pPr indent="0" algn="ctr">
              <a:buNone/>
            </a:pPr>
            <a:endParaRPr lang="de-DE" sz="4400" b="0" u="none" strike="noStrike">
              <a:solidFill>
                <a:srgbClr val="000000"/>
              </a:solidFill>
              <a:uFillTx/>
              <a:latin typeface="Arial"/>
            </a:endParaRPr>
          </a:p>
        </p:txBody>
      </p:sp>
      <p:sp>
        <p:nvSpPr>
          <p:cNvPr id="56" name="PlaceHolder 2"/>
          <p:cNvSpPr>
            <a:spLocks noGrp="1"/>
          </p:cNvSpPr>
          <p:nvPr>
            <p:ph type="subTitle"/>
          </p:nvPr>
        </p:nvSpPr>
        <p:spPr>
          <a:xfrm>
            <a:off x="838080" y="1825560"/>
            <a:ext cx="10514160" cy="4349880"/>
          </a:xfrm>
          <a:prstGeom prst="rect">
            <a:avLst/>
          </a:prstGeom>
          <a:noFill/>
          <a:ln w="0">
            <a:noFill/>
          </a:ln>
        </p:spPr>
        <p:txBody>
          <a:bodyPr lIns="0" tIns="0" rIns="0" bIns="0" anchor="ctr">
            <a:noAutofit/>
          </a:bodyPr>
          <a:lstStyle/>
          <a:p>
            <a:pPr indent="0" algn="ctr">
              <a:buNone/>
            </a:pPr>
            <a:endParaRPr lang="de-DE" sz="3200" b="0" u="none" strike="noStrike">
              <a:solidFill>
                <a:srgbClr val="000000"/>
              </a:solidFill>
              <a:uFillTx/>
              <a:latin typeface="Arial"/>
            </a:endParaRPr>
          </a:p>
        </p:txBody>
      </p:sp>
      <p:sp>
        <p:nvSpPr>
          <p:cNvPr id="4" name="PlaceHolder 3"/>
          <p:cNvSpPr>
            <a:spLocks noGrp="1"/>
          </p:cNvSpPr>
          <p:nvPr>
            <p:ph type="ftr" idx="34"/>
          </p:nvPr>
        </p:nvSpPr>
        <p:spPr/>
        <p:txBody>
          <a:bodyPr/>
          <a:lstStyle/>
          <a:p>
            <a:r>
              <a:t>Footer</a:t>
            </a:r>
          </a:p>
        </p:txBody>
      </p:sp>
      <p:sp>
        <p:nvSpPr>
          <p:cNvPr id="5" name="PlaceHolder 4"/>
          <p:cNvSpPr>
            <a:spLocks noGrp="1"/>
          </p:cNvSpPr>
          <p:nvPr>
            <p:ph type="sldNum" idx="35"/>
          </p:nvPr>
        </p:nvSpPr>
        <p:spPr/>
        <p:txBody>
          <a:bodyPr/>
          <a:lstStyle/>
          <a:p>
            <a:fld id="{521B02B5-1DE0-42EE-AC41-11A516F14A0A}" type="slidenum">
              <a:t>‹Nr.›</a:t>
            </a:fld>
            <a:endParaRPr/>
          </a:p>
        </p:txBody>
      </p:sp>
      <p:sp>
        <p:nvSpPr>
          <p:cNvPr id="6" name="PlaceHolder 5"/>
          <p:cNvSpPr>
            <a:spLocks noGrp="1"/>
          </p:cNvSpPr>
          <p:nvPr>
            <p:ph type="dt" idx="36"/>
          </p:nvPr>
        </p:nvSpPr>
        <p:spPr/>
        <p:txBody>
          <a:body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Standard 1">
    <p:spTree>
      <p:nvGrpSpPr>
        <p:cNvPr id="1" name=""/>
        <p:cNvGrpSpPr/>
        <p:nvPr/>
      </p:nvGrpSpPr>
      <p:grpSpPr>
        <a:xfrm>
          <a:off x="0" y="0"/>
          <a:ext cx="0" cy="0"/>
          <a:chOff x="0" y="0"/>
          <a:chExt cx="0" cy="0"/>
        </a:xfrm>
      </p:grpSpPr>
      <p:sp>
        <p:nvSpPr>
          <p:cNvPr id="2" name="PlaceHolder 1"/>
          <p:cNvSpPr>
            <a:spLocks noGrp="1"/>
          </p:cNvSpPr>
          <p:nvPr>
            <p:ph type="ftr" idx="37"/>
          </p:nvPr>
        </p:nvSpPr>
        <p:spPr/>
        <p:txBody>
          <a:bodyPr/>
          <a:lstStyle/>
          <a:p>
            <a:r>
              <a:t>Footer</a:t>
            </a:r>
          </a:p>
        </p:txBody>
      </p:sp>
      <p:sp>
        <p:nvSpPr>
          <p:cNvPr id="3" name="PlaceHolder 2"/>
          <p:cNvSpPr>
            <a:spLocks noGrp="1"/>
          </p:cNvSpPr>
          <p:nvPr>
            <p:ph type="sldNum" idx="38"/>
          </p:nvPr>
        </p:nvSpPr>
        <p:spPr/>
        <p:txBody>
          <a:bodyPr/>
          <a:lstStyle/>
          <a:p>
            <a:fld id="{2327E5C3-E989-4432-A9CD-67E06BB764B2}" type="slidenum">
              <a:t>‹Nr.›</a:t>
            </a:fld>
            <a:endParaRPr/>
          </a:p>
        </p:txBody>
      </p:sp>
      <p:sp>
        <p:nvSpPr>
          <p:cNvPr id="4" name="PlaceHolder 3"/>
          <p:cNvSpPr>
            <a:spLocks noGrp="1"/>
          </p:cNvSpPr>
          <p:nvPr>
            <p:ph type="dt" idx="39"/>
          </p:nvPr>
        </p:nvSpPr>
        <p:spPr/>
        <p:txBody>
          <a:body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Standard 2">
    <p:spTree>
      <p:nvGrpSpPr>
        <p:cNvPr id="1" name=""/>
        <p:cNvGrpSpPr/>
        <p:nvPr/>
      </p:nvGrpSpPr>
      <p:grpSpPr>
        <a:xfrm>
          <a:off x="0" y="0"/>
          <a:ext cx="0" cy="0"/>
          <a:chOff x="0" y="0"/>
          <a:chExt cx="0" cy="0"/>
        </a:xfrm>
      </p:grpSpPr>
      <p:sp>
        <p:nvSpPr>
          <p:cNvPr id="2" name="PlaceHolder 1"/>
          <p:cNvSpPr>
            <a:spLocks noGrp="1"/>
          </p:cNvSpPr>
          <p:nvPr>
            <p:ph type="ftr" idx="40"/>
          </p:nvPr>
        </p:nvSpPr>
        <p:spPr/>
        <p:txBody>
          <a:bodyPr/>
          <a:lstStyle/>
          <a:p>
            <a:r>
              <a:t>Footer</a:t>
            </a:r>
          </a:p>
        </p:txBody>
      </p:sp>
      <p:sp>
        <p:nvSpPr>
          <p:cNvPr id="3" name="PlaceHolder 2"/>
          <p:cNvSpPr>
            <a:spLocks noGrp="1"/>
          </p:cNvSpPr>
          <p:nvPr>
            <p:ph type="sldNum" idx="41"/>
          </p:nvPr>
        </p:nvSpPr>
        <p:spPr/>
        <p:txBody>
          <a:bodyPr/>
          <a:lstStyle/>
          <a:p>
            <a:fld id="{EDBDE414-D6C1-4C58-805E-FD8DD2AE59D7}" type="slidenum">
              <a:t>‹Nr.›</a:t>
            </a:fld>
            <a:endParaRPr/>
          </a:p>
        </p:txBody>
      </p:sp>
      <p:sp>
        <p:nvSpPr>
          <p:cNvPr id="4" name="PlaceHolder 3"/>
          <p:cNvSpPr>
            <a:spLocks noGrp="1"/>
          </p:cNvSpPr>
          <p:nvPr>
            <p:ph type="dt" idx="42"/>
          </p:nvPr>
        </p:nvSpPr>
        <p:spPr/>
        <p:txBody>
          <a:body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Inhalt">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1_Titelfolie">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1_Titel und Inhalt">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Standard 3">
    <p:spTree>
      <p:nvGrpSpPr>
        <p:cNvPr id="1" name=""/>
        <p:cNvGrpSpPr/>
        <p:nvPr/>
      </p:nvGrpSpPr>
      <p:grpSpPr>
        <a:xfrm>
          <a:off x="0" y="0"/>
          <a:ext cx="0" cy="0"/>
          <a:chOff x="0" y="0"/>
          <a:chExt cx="0" cy="0"/>
        </a:xfrm>
      </p:grpSpPr>
      <p:sp>
        <p:nvSpPr>
          <p:cNvPr id="67" name="PlaceHolder 1"/>
          <p:cNvSpPr>
            <a:spLocks noGrp="1"/>
          </p:cNvSpPr>
          <p:nvPr>
            <p:ph type="title"/>
          </p:nvPr>
        </p:nvSpPr>
        <p:spPr>
          <a:xfrm>
            <a:off x="838080" y="365040"/>
            <a:ext cx="10514160" cy="1324080"/>
          </a:xfrm>
          <a:prstGeom prst="rect">
            <a:avLst/>
          </a:prstGeom>
          <a:noFill/>
          <a:ln w="0">
            <a:noFill/>
          </a:ln>
        </p:spPr>
        <p:txBody>
          <a:bodyPr lIns="0" tIns="0" rIns="0" bIns="0" anchor="ctr">
            <a:noAutofit/>
          </a:bodyPr>
          <a:lstStyle/>
          <a:p>
            <a:pPr indent="0" algn="ctr">
              <a:buNone/>
            </a:pPr>
            <a:endParaRPr lang="de-DE" sz="4400" b="0" u="none" strike="noStrike">
              <a:solidFill>
                <a:srgbClr val="000000"/>
              </a:solidFill>
              <a:uFillTx/>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Standard 4">
    <p:spTree>
      <p:nvGrpSpPr>
        <p:cNvPr id="1" name=""/>
        <p:cNvGrpSpPr/>
        <p:nvPr/>
      </p:nvGrpSpPr>
      <p:grpSpPr>
        <a:xfrm>
          <a:off x="0" y="0"/>
          <a:ext cx="0" cy="0"/>
          <a:chOff x="0" y="0"/>
          <a:chExt cx="0" cy="0"/>
        </a:xfrm>
      </p:grpSpPr>
      <p:sp>
        <p:nvSpPr>
          <p:cNvPr id="71" name="PlaceHolder 1"/>
          <p:cNvSpPr>
            <a:spLocks noGrp="1"/>
          </p:cNvSpPr>
          <p:nvPr>
            <p:ph type="title"/>
          </p:nvPr>
        </p:nvSpPr>
        <p:spPr>
          <a:xfrm>
            <a:off x="838080" y="365040"/>
            <a:ext cx="10514160" cy="1324080"/>
          </a:xfrm>
          <a:prstGeom prst="rect">
            <a:avLst/>
          </a:prstGeom>
          <a:noFill/>
          <a:ln w="0">
            <a:noFill/>
          </a:ln>
        </p:spPr>
        <p:txBody>
          <a:bodyPr lIns="0" tIns="0" rIns="0" bIns="0" anchor="ctr">
            <a:noAutofit/>
          </a:bodyPr>
          <a:lstStyle/>
          <a:p>
            <a:pPr indent="0" algn="ctr">
              <a:buNone/>
            </a:pPr>
            <a:endParaRPr lang="de-DE" sz="4400" b="0" u="none" strike="noStrike">
              <a:solidFill>
                <a:srgbClr val="000000"/>
              </a:solidFill>
              <a:uFillTx/>
              <a:latin typeface="Arial"/>
            </a:endParaRPr>
          </a:p>
        </p:txBody>
      </p:sp>
      <p:sp>
        <p:nvSpPr>
          <p:cNvPr id="72" name="PlaceHolder 2"/>
          <p:cNvSpPr>
            <a:spLocks noGrp="1"/>
          </p:cNvSpPr>
          <p:nvPr>
            <p:ph/>
          </p:nvPr>
        </p:nvSpPr>
        <p:spPr>
          <a:xfrm>
            <a:off x="838080" y="1825560"/>
            <a:ext cx="5130720" cy="4349880"/>
          </a:xfrm>
          <a:prstGeom prst="rect">
            <a:avLst/>
          </a:prstGeom>
          <a:noFill/>
          <a:ln w="0">
            <a:noFill/>
          </a:ln>
        </p:spPr>
        <p:txBody>
          <a:bodyPr lIns="0" tIns="0" rIns="0" bIns="0" anchor="t">
            <a:normAutofit/>
          </a:bodyPr>
          <a:lstStyle/>
          <a:p>
            <a:pPr indent="0">
              <a:spcBef>
                <a:spcPts val="1417"/>
              </a:spcBef>
              <a:buNone/>
            </a:pPr>
            <a:endParaRPr lang="de-DE" sz="3200" b="0" u="none" strike="noStrike">
              <a:solidFill>
                <a:srgbClr val="000000"/>
              </a:solidFill>
              <a:uFillTx/>
              <a:latin typeface="Arial"/>
            </a:endParaRPr>
          </a:p>
        </p:txBody>
      </p:sp>
      <p:sp>
        <p:nvSpPr>
          <p:cNvPr id="73" name="PlaceHolder 3"/>
          <p:cNvSpPr>
            <a:spLocks noGrp="1"/>
          </p:cNvSpPr>
          <p:nvPr>
            <p:ph/>
          </p:nvPr>
        </p:nvSpPr>
        <p:spPr>
          <a:xfrm>
            <a:off x="6225840" y="1825560"/>
            <a:ext cx="5130720" cy="4349880"/>
          </a:xfrm>
          <a:prstGeom prst="rect">
            <a:avLst/>
          </a:prstGeom>
          <a:noFill/>
          <a:ln w="0">
            <a:noFill/>
          </a:ln>
        </p:spPr>
        <p:txBody>
          <a:bodyPr lIns="0" tIns="0" rIns="0" bIns="0" anchor="t">
            <a:normAutofit/>
          </a:bodyPr>
          <a:lstStyle/>
          <a:p>
            <a:pPr indent="0">
              <a:spcBef>
                <a:spcPts val="1417"/>
              </a:spcBef>
              <a:buNone/>
            </a:pPr>
            <a:endParaRPr lang="de-DE" sz="3200" b="0" u="none" strike="noStrike">
              <a:solidFill>
                <a:srgbClr val="000000"/>
              </a:solidFill>
              <a:uFillTx/>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Standard 5">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x" preserve="1">
  <p:cSld name="Standard 6">
    <p:spTree>
      <p:nvGrpSpPr>
        <p:cNvPr id="1" name=""/>
        <p:cNvGrpSpPr/>
        <p:nvPr/>
      </p:nvGrpSpPr>
      <p:grpSpPr>
        <a:xfrm>
          <a:off x="0" y="0"/>
          <a:ext cx="0" cy="0"/>
          <a:chOff x="0" y="0"/>
          <a:chExt cx="0" cy="0"/>
        </a:xfrm>
      </p:grpSpPr>
      <p:sp>
        <p:nvSpPr>
          <p:cNvPr id="76" name="PlaceHolder 1"/>
          <p:cNvSpPr>
            <a:spLocks noGrp="1"/>
          </p:cNvSpPr>
          <p:nvPr>
            <p:ph type="title"/>
          </p:nvPr>
        </p:nvSpPr>
        <p:spPr>
          <a:xfrm>
            <a:off x="838080" y="365040"/>
            <a:ext cx="10514160" cy="1324080"/>
          </a:xfrm>
          <a:prstGeom prst="rect">
            <a:avLst/>
          </a:prstGeom>
          <a:noFill/>
          <a:ln w="0">
            <a:noFill/>
          </a:ln>
        </p:spPr>
        <p:txBody>
          <a:bodyPr lIns="0" tIns="0" rIns="0" bIns="0" anchor="ctr">
            <a:noAutofit/>
          </a:bodyPr>
          <a:lstStyle/>
          <a:p>
            <a:pPr indent="0" algn="ctr">
              <a:buNone/>
            </a:pPr>
            <a:endParaRPr lang="de-DE" sz="4400" b="0" u="none" strike="noStrike">
              <a:solidFill>
                <a:srgbClr val="000000"/>
              </a:solidFill>
              <a:uFillTx/>
              <a:latin typeface="Arial"/>
            </a:endParaRPr>
          </a:p>
        </p:txBody>
      </p:sp>
      <p:sp>
        <p:nvSpPr>
          <p:cNvPr id="77" name="PlaceHolder 2"/>
          <p:cNvSpPr>
            <a:spLocks noGrp="1"/>
          </p:cNvSpPr>
          <p:nvPr>
            <p:ph/>
          </p:nvPr>
        </p:nvSpPr>
        <p:spPr>
          <a:xfrm>
            <a:off x="838080" y="1825560"/>
            <a:ext cx="10514160" cy="4349880"/>
          </a:xfrm>
          <a:prstGeom prst="rect">
            <a:avLst/>
          </a:prstGeom>
          <a:noFill/>
          <a:ln w="0">
            <a:noFill/>
          </a:ln>
        </p:spPr>
        <p:txBody>
          <a:bodyPr lIns="0" tIns="0" rIns="0" bIns="0" anchor="t">
            <a:normAutofit/>
          </a:bodyPr>
          <a:lstStyle/>
          <a:p>
            <a:pPr indent="0">
              <a:spcBef>
                <a:spcPts val="1417"/>
              </a:spcBef>
              <a:buNone/>
            </a:pPr>
            <a:endParaRPr lang="de-DE" sz="3200" b="0" u="none" strike="noStrike">
              <a:solidFill>
                <a:srgbClr val="000000"/>
              </a:solidFill>
              <a:uFillTx/>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Standard 7">
    <p:spTree>
      <p:nvGrpSpPr>
        <p:cNvPr id="1" name=""/>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Standard 8">
    <p:spTree>
      <p:nvGrpSpPr>
        <p:cNvPr id="1" name=""/>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Standard 9">
    <p:spTree>
      <p:nvGrpSpPr>
        <p:cNvPr id="1" name=""/>
        <p:cNvGrpSpPr/>
        <p:nvPr/>
      </p:nvGrpSpPr>
      <p:grpSpPr>
        <a:xfrm>
          <a:off x="0" y="0"/>
          <a:ext cx="0" cy="0"/>
          <a:chOff x="0" y="0"/>
          <a:chExt cx="0" cy="0"/>
        </a:xfrm>
      </p:grpSpPr>
      <p:sp>
        <p:nvSpPr>
          <p:cNvPr id="79" name="PlaceHolder 1"/>
          <p:cNvSpPr>
            <a:spLocks noGrp="1"/>
          </p:cNvSpPr>
          <p:nvPr>
            <p:ph type="title"/>
          </p:nvPr>
        </p:nvSpPr>
        <p:spPr>
          <a:xfrm>
            <a:off x="838080" y="365040"/>
            <a:ext cx="10514160" cy="1324080"/>
          </a:xfrm>
          <a:prstGeom prst="rect">
            <a:avLst/>
          </a:prstGeom>
          <a:noFill/>
          <a:ln w="0">
            <a:noFill/>
          </a:ln>
        </p:spPr>
        <p:txBody>
          <a:bodyPr lIns="0" tIns="0" rIns="0" bIns="0" anchor="ctr">
            <a:noAutofit/>
          </a:bodyPr>
          <a:lstStyle/>
          <a:p>
            <a:pPr indent="0" algn="ctr">
              <a:buNone/>
            </a:pPr>
            <a:endParaRPr lang="de-DE" sz="4400" b="0" u="none" strike="noStrike">
              <a:solidFill>
                <a:srgbClr val="000000"/>
              </a:solidFill>
              <a:uFillTx/>
              <a:latin typeface="Arial"/>
            </a:endParaRPr>
          </a:p>
        </p:txBody>
      </p:sp>
      <p:sp>
        <p:nvSpPr>
          <p:cNvPr id="80" name="PlaceHolder 2"/>
          <p:cNvSpPr>
            <a:spLocks noGrp="1"/>
          </p:cNvSpPr>
          <p:nvPr>
            <p:ph type="subTitle"/>
          </p:nvPr>
        </p:nvSpPr>
        <p:spPr>
          <a:xfrm>
            <a:off x="838080" y="1825560"/>
            <a:ext cx="10514160" cy="4349880"/>
          </a:xfrm>
          <a:prstGeom prst="rect">
            <a:avLst/>
          </a:prstGeom>
          <a:noFill/>
          <a:ln w="0">
            <a:noFill/>
          </a:ln>
        </p:spPr>
        <p:txBody>
          <a:bodyPr lIns="0" tIns="0" rIns="0" bIns="0" anchor="ctr">
            <a:noAutofit/>
          </a:bodyPr>
          <a:lstStyle/>
          <a:p>
            <a:pPr indent="0" algn="ctr">
              <a:buNone/>
            </a:pPr>
            <a:endParaRPr lang="de-DE" sz="3200" b="0" u="none" strike="noStrike">
              <a:solidFill>
                <a:srgbClr val="000000"/>
              </a:solidFill>
              <a:uFillTx/>
              <a:latin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Standard 10">
    <p:spTree>
      <p:nvGrpSpPr>
        <p:cNvPr id="1" name=""/>
        <p:cNvGrpSpPr/>
        <p:nvPr/>
      </p:nvGrpSpPr>
      <p:grpSpPr>
        <a:xfrm>
          <a:off x="0" y="0"/>
          <a:ext cx="0" cy="0"/>
          <a:chOff x="0" y="0"/>
          <a:chExt cx="0" cy="0"/>
        </a:xfrm>
      </p:grpSpPr>
      <p:sp>
        <p:nvSpPr>
          <p:cNvPr id="82" name="PlaceHolder 1"/>
          <p:cNvSpPr>
            <a:spLocks noGrp="1"/>
          </p:cNvSpPr>
          <p:nvPr>
            <p:ph type="title"/>
          </p:nvPr>
        </p:nvSpPr>
        <p:spPr>
          <a:xfrm>
            <a:off x="838080" y="365040"/>
            <a:ext cx="10514160" cy="1324080"/>
          </a:xfrm>
          <a:prstGeom prst="rect">
            <a:avLst/>
          </a:prstGeom>
          <a:noFill/>
          <a:ln w="0">
            <a:noFill/>
          </a:ln>
        </p:spPr>
        <p:txBody>
          <a:bodyPr lIns="0" tIns="0" rIns="0" bIns="0" anchor="ctr">
            <a:noAutofit/>
          </a:bodyPr>
          <a:lstStyle/>
          <a:p>
            <a:pPr indent="0" algn="ctr">
              <a:buNone/>
            </a:pPr>
            <a:endParaRPr lang="de-DE" sz="4400" b="0" u="none" strike="noStrike">
              <a:solidFill>
                <a:srgbClr val="000000"/>
              </a:solidFill>
              <a:uFillTx/>
              <a:latin typeface="Aria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Standard 11">
    <p:spTree>
      <p:nvGrpSpPr>
        <p:cNvPr id="1" name=""/>
        <p:cNvGrpSpPr/>
        <p:nvPr/>
      </p:nvGrpSpPr>
      <p:grpSpPr>
        <a:xfrm>
          <a:off x="0" y="0"/>
          <a:ext cx="0" cy="0"/>
          <a:chOff x="0" y="0"/>
          <a:chExt cx="0" cy="0"/>
        </a:xfrm>
      </p:grpSpPr>
      <p:sp>
        <p:nvSpPr>
          <p:cNvPr id="86" name="PlaceHolder 1"/>
          <p:cNvSpPr>
            <a:spLocks noGrp="1"/>
          </p:cNvSpPr>
          <p:nvPr>
            <p:ph type="title"/>
          </p:nvPr>
        </p:nvSpPr>
        <p:spPr>
          <a:xfrm>
            <a:off x="838080" y="365040"/>
            <a:ext cx="10514160" cy="1324080"/>
          </a:xfrm>
          <a:prstGeom prst="rect">
            <a:avLst/>
          </a:prstGeom>
          <a:noFill/>
          <a:ln w="0">
            <a:noFill/>
          </a:ln>
        </p:spPr>
        <p:txBody>
          <a:bodyPr lIns="0" tIns="0" rIns="0" bIns="0" anchor="ctr">
            <a:noAutofit/>
          </a:bodyPr>
          <a:lstStyle/>
          <a:p>
            <a:pPr indent="0" algn="ctr">
              <a:buNone/>
            </a:pPr>
            <a:endParaRPr lang="de-DE" sz="4400" b="0" u="none" strike="noStrike">
              <a:solidFill>
                <a:srgbClr val="000000"/>
              </a:solidFill>
              <a:uFillTx/>
              <a:latin typeface="Arial"/>
            </a:endParaRPr>
          </a:p>
        </p:txBody>
      </p:sp>
      <p:sp>
        <p:nvSpPr>
          <p:cNvPr id="87" name="PlaceHolder 2"/>
          <p:cNvSpPr>
            <a:spLocks noGrp="1"/>
          </p:cNvSpPr>
          <p:nvPr>
            <p:ph/>
          </p:nvPr>
        </p:nvSpPr>
        <p:spPr>
          <a:xfrm>
            <a:off x="838080" y="1825560"/>
            <a:ext cx="5130720" cy="4349880"/>
          </a:xfrm>
          <a:prstGeom prst="rect">
            <a:avLst/>
          </a:prstGeom>
          <a:noFill/>
          <a:ln w="0">
            <a:noFill/>
          </a:ln>
        </p:spPr>
        <p:txBody>
          <a:bodyPr lIns="0" tIns="0" rIns="0" bIns="0" anchor="t">
            <a:normAutofit/>
          </a:bodyPr>
          <a:lstStyle/>
          <a:p>
            <a:pPr indent="0">
              <a:spcBef>
                <a:spcPts val="1417"/>
              </a:spcBef>
              <a:buNone/>
            </a:pPr>
            <a:endParaRPr lang="de-DE" sz="3200" b="0" u="none" strike="noStrike">
              <a:solidFill>
                <a:srgbClr val="000000"/>
              </a:solidFill>
              <a:uFillTx/>
              <a:latin typeface="Arial"/>
            </a:endParaRPr>
          </a:p>
        </p:txBody>
      </p:sp>
      <p:sp>
        <p:nvSpPr>
          <p:cNvPr id="88" name="PlaceHolder 3"/>
          <p:cNvSpPr>
            <a:spLocks noGrp="1"/>
          </p:cNvSpPr>
          <p:nvPr>
            <p:ph/>
          </p:nvPr>
        </p:nvSpPr>
        <p:spPr>
          <a:xfrm>
            <a:off x="6225840" y="1825560"/>
            <a:ext cx="5130720" cy="4349880"/>
          </a:xfrm>
          <a:prstGeom prst="rect">
            <a:avLst/>
          </a:prstGeom>
          <a:noFill/>
          <a:ln w="0">
            <a:noFill/>
          </a:ln>
        </p:spPr>
        <p:txBody>
          <a:bodyPr lIns="0" tIns="0" rIns="0" bIns="0" anchor="t">
            <a:normAutofit/>
          </a:bodyPr>
          <a:lstStyle/>
          <a:p>
            <a:pPr indent="0">
              <a:spcBef>
                <a:spcPts val="1417"/>
              </a:spcBef>
              <a:buNone/>
            </a:pPr>
            <a:endParaRPr lang="de-DE" sz="3200" b="0" u="none" strike="noStrike">
              <a:solidFill>
                <a:srgbClr val="000000"/>
              </a:solidFill>
              <a:uFillTx/>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Standard 12">
    <p:spTree>
      <p:nvGrpSpPr>
        <p:cNvPr id="1" name=""/>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x" preserve="1">
  <p:cSld name="Standard 13">
    <p:spTree>
      <p:nvGrpSpPr>
        <p:cNvPr id="1" name=""/>
        <p:cNvGrpSpPr/>
        <p:nvPr/>
      </p:nvGrpSpPr>
      <p:grpSpPr>
        <a:xfrm>
          <a:off x="0" y="0"/>
          <a:ext cx="0" cy="0"/>
          <a:chOff x="0" y="0"/>
          <a:chExt cx="0" cy="0"/>
        </a:xfrm>
      </p:grpSpPr>
      <p:sp>
        <p:nvSpPr>
          <p:cNvPr id="91" name="PlaceHolder 1"/>
          <p:cNvSpPr>
            <a:spLocks noGrp="1"/>
          </p:cNvSpPr>
          <p:nvPr>
            <p:ph type="title"/>
          </p:nvPr>
        </p:nvSpPr>
        <p:spPr>
          <a:xfrm>
            <a:off x="838080" y="365040"/>
            <a:ext cx="10514160" cy="1324080"/>
          </a:xfrm>
          <a:prstGeom prst="rect">
            <a:avLst/>
          </a:prstGeom>
          <a:noFill/>
          <a:ln w="0">
            <a:noFill/>
          </a:ln>
        </p:spPr>
        <p:txBody>
          <a:bodyPr lIns="0" tIns="0" rIns="0" bIns="0" anchor="ctr">
            <a:noAutofit/>
          </a:bodyPr>
          <a:lstStyle/>
          <a:p>
            <a:pPr indent="0" algn="ctr">
              <a:buNone/>
            </a:pPr>
            <a:endParaRPr lang="de-DE" sz="4400" b="0" u="none" strike="noStrike">
              <a:solidFill>
                <a:srgbClr val="000000"/>
              </a:solidFill>
              <a:uFillTx/>
              <a:latin typeface="Arial"/>
            </a:endParaRPr>
          </a:p>
        </p:txBody>
      </p:sp>
      <p:sp>
        <p:nvSpPr>
          <p:cNvPr id="92" name="PlaceHolder 2"/>
          <p:cNvSpPr>
            <a:spLocks noGrp="1"/>
          </p:cNvSpPr>
          <p:nvPr>
            <p:ph/>
          </p:nvPr>
        </p:nvSpPr>
        <p:spPr>
          <a:xfrm>
            <a:off x="838080" y="1825560"/>
            <a:ext cx="10514160" cy="4349880"/>
          </a:xfrm>
          <a:prstGeom prst="rect">
            <a:avLst/>
          </a:prstGeom>
          <a:noFill/>
          <a:ln w="0">
            <a:noFill/>
          </a:ln>
        </p:spPr>
        <p:txBody>
          <a:bodyPr lIns="0" tIns="0" rIns="0" bIns="0" anchor="t">
            <a:normAutofit/>
          </a:bodyPr>
          <a:lstStyle/>
          <a:p>
            <a:pPr indent="0">
              <a:spcBef>
                <a:spcPts val="1417"/>
              </a:spcBef>
              <a:buNone/>
            </a:pPr>
            <a:endParaRPr lang="de-DE" sz="3200" b="0" u="none" strike="noStrike">
              <a:solidFill>
                <a:srgbClr val="000000"/>
              </a:solidFill>
              <a:uFillTx/>
              <a:latin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preserve="1">
  <p:cSld name="Standard 14">
    <p:spTree>
      <p:nvGrpSpPr>
        <p:cNvPr id="1" name=""/>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x" preserve="1">
  <p:cSld name="Standard 15">
    <p:spTree>
      <p:nvGrpSpPr>
        <p:cNvPr id="1" name=""/>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p:cSld name="Standard 16">
    <p:spTree>
      <p:nvGrpSpPr>
        <p:cNvPr id="1" name=""/>
        <p:cNvGrpSpPr/>
        <p:nvPr/>
      </p:nvGrpSpPr>
      <p:grpSpPr>
        <a:xfrm>
          <a:off x="0" y="0"/>
          <a:ext cx="0" cy="0"/>
          <a:chOff x="0" y="0"/>
          <a:chExt cx="0" cy="0"/>
        </a:xfrm>
      </p:grpSpPr>
      <p:sp>
        <p:nvSpPr>
          <p:cNvPr id="94" name="PlaceHolder 1"/>
          <p:cNvSpPr>
            <a:spLocks noGrp="1"/>
          </p:cNvSpPr>
          <p:nvPr>
            <p:ph type="title"/>
          </p:nvPr>
        </p:nvSpPr>
        <p:spPr>
          <a:xfrm>
            <a:off x="838080" y="365040"/>
            <a:ext cx="10514160" cy="1324080"/>
          </a:xfrm>
          <a:prstGeom prst="rect">
            <a:avLst/>
          </a:prstGeom>
          <a:noFill/>
          <a:ln w="0">
            <a:noFill/>
          </a:ln>
        </p:spPr>
        <p:txBody>
          <a:bodyPr lIns="0" tIns="0" rIns="0" bIns="0" anchor="ctr">
            <a:noAutofit/>
          </a:bodyPr>
          <a:lstStyle/>
          <a:p>
            <a:pPr indent="0" algn="ctr">
              <a:buNone/>
            </a:pPr>
            <a:endParaRPr lang="de-DE" sz="4400" b="0" u="none" strike="noStrike">
              <a:solidFill>
                <a:srgbClr val="000000"/>
              </a:solidFill>
              <a:uFillTx/>
              <a:latin typeface="Arial"/>
            </a:endParaRPr>
          </a:p>
        </p:txBody>
      </p:sp>
      <p:sp>
        <p:nvSpPr>
          <p:cNvPr id="95" name="PlaceHolder 2"/>
          <p:cNvSpPr>
            <a:spLocks noGrp="1"/>
          </p:cNvSpPr>
          <p:nvPr>
            <p:ph type="subTitle"/>
          </p:nvPr>
        </p:nvSpPr>
        <p:spPr>
          <a:xfrm>
            <a:off x="838080" y="1825560"/>
            <a:ext cx="10514160" cy="4349880"/>
          </a:xfrm>
          <a:prstGeom prst="rect">
            <a:avLst/>
          </a:prstGeom>
          <a:noFill/>
          <a:ln w="0">
            <a:noFill/>
          </a:ln>
        </p:spPr>
        <p:txBody>
          <a:bodyPr lIns="0" tIns="0" rIns="0" bIns="0" anchor="ctr">
            <a:noAutofit/>
          </a:bodyPr>
          <a:lstStyle/>
          <a:p>
            <a:pPr indent="0" algn="ctr">
              <a:buNone/>
            </a:pPr>
            <a:endParaRPr lang="de-DE" sz="3200" b="0" u="none" strike="noStrike">
              <a:solidFill>
                <a:srgbClr val="000000"/>
              </a:solidFill>
              <a:uFillTx/>
              <a:latin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Standard 17">
    <p:spTree>
      <p:nvGrpSpPr>
        <p:cNvPr id="1" name=""/>
        <p:cNvGrpSpPr/>
        <p:nvPr/>
      </p:nvGrpSpPr>
      <p:grpSpPr>
        <a:xfrm>
          <a:off x="0" y="0"/>
          <a:ext cx="0" cy="0"/>
          <a:chOff x="0" y="0"/>
          <a:chExt cx="0" cy="0"/>
        </a:xfrm>
      </p:grpSpPr>
      <p:sp>
        <p:nvSpPr>
          <p:cNvPr id="97" name="PlaceHolder 1"/>
          <p:cNvSpPr>
            <a:spLocks noGrp="1"/>
          </p:cNvSpPr>
          <p:nvPr>
            <p:ph type="title"/>
          </p:nvPr>
        </p:nvSpPr>
        <p:spPr>
          <a:xfrm>
            <a:off x="838080" y="365040"/>
            <a:ext cx="10514160" cy="1324080"/>
          </a:xfrm>
          <a:prstGeom prst="rect">
            <a:avLst/>
          </a:prstGeom>
          <a:noFill/>
          <a:ln w="0">
            <a:noFill/>
          </a:ln>
        </p:spPr>
        <p:txBody>
          <a:bodyPr lIns="0" tIns="0" rIns="0" bIns="0" anchor="ctr">
            <a:noAutofit/>
          </a:bodyPr>
          <a:lstStyle/>
          <a:p>
            <a:pPr indent="0" algn="ctr">
              <a:buNone/>
            </a:pPr>
            <a:endParaRPr lang="de-DE" sz="4400" b="0" u="none" strike="noStrike">
              <a:solidFill>
                <a:srgbClr val="000000"/>
              </a:solidFill>
              <a:uFillTx/>
              <a:latin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 preserve="1">
  <p:cSld name="Standard 18">
    <p:spTree>
      <p:nvGrpSpPr>
        <p:cNvPr id="1" name=""/>
        <p:cNvGrpSpPr/>
        <p:nvPr/>
      </p:nvGrpSpPr>
      <p:grpSpPr>
        <a:xfrm>
          <a:off x="0" y="0"/>
          <a:ext cx="0" cy="0"/>
          <a:chOff x="0" y="0"/>
          <a:chExt cx="0" cy="0"/>
        </a:xfrm>
      </p:grpSpPr>
      <p:sp>
        <p:nvSpPr>
          <p:cNvPr id="101" name="PlaceHolder 1"/>
          <p:cNvSpPr>
            <a:spLocks noGrp="1"/>
          </p:cNvSpPr>
          <p:nvPr>
            <p:ph type="title"/>
          </p:nvPr>
        </p:nvSpPr>
        <p:spPr>
          <a:xfrm>
            <a:off x="838080" y="365040"/>
            <a:ext cx="10514160" cy="1324080"/>
          </a:xfrm>
          <a:prstGeom prst="rect">
            <a:avLst/>
          </a:prstGeom>
          <a:noFill/>
          <a:ln w="0">
            <a:noFill/>
          </a:ln>
        </p:spPr>
        <p:txBody>
          <a:bodyPr lIns="0" tIns="0" rIns="0" bIns="0" anchor="ctr">
            <a:noAutofit/>
          </a:bodyPr>
          <a:lstStyle/>
          <a:p>
            <a:pPr indent="0" algn="ctr">
              <a:buNone/>
            </a:pPr>
            <a:endParaRPr lang="de-DE" sz="4400" b="0" u="none" strike="noStrike">
              <a:solidFill>
                <a:srgbClr val="000000"/>
              </a:solidFill>
              <a:uFillTx/>
              <a:latin typeface="Arial"/>
            </a:endParaRPr>
          </a:p>
        </p:txBody>
      </p:sp>
      <p:sp>
        <p:nvSpPr>
          <p:cNvPr id="102" name="PlaceHolder 2"/>
          <p:cNvSpPr>
            <a:spLocks noGrp="1"/>
          </p:cNvSpPr>
          <p:nvPr>
            <p:ph/>
          </p:nvPr>
        </p:nvSpPr>
        <p:spPr>
          <a:xfrm>
            <a:off x="838080" y="1825560"/>
            <a:ext cx="5130720" cy="4349880"/>
          </a:xfrm>
          <a:prstGeom prst="rect">
            <a:avLst/>
          </a:prstGeom>
          <a:noFill/>
          <a:ln w="0">
            <a:noFill/>
          </a:ln>
        </p:spPr>
        <p:txBody>
          <a:bodyPr lIns="0" tIns="0" rIns="0" bIns="0" anchor="t">
            <a:normAutofit/>
          </a:bodyPr>
          <a:lstStyle/>
          <a:p>
            <a:pPr indent="0">
              <a:spcBef>
                <a:spcPts val="1417"/>
              </a:spcBef>
              <a:buNone/>
            </a:pPr>
            <a:endParaRPr lang="de-DE" sz="3200" b="0" u="none" strike="noStrike">
              <a:solidFill>
                <a:srgbClr val="000000"/>
              </a:solidFill>
              <a:uFillTx/>
              <a:latin typeface="Arial"/>
            </a:endParaRPr>
          </a:p>
        </p:txBody>
      </p:sp>
      <p:sp>
        <p:nvSpPr>
          <p:cNvPr id="103" name="PlaceHolder 3"/>
          <p:cNvSpPr>
            <a:spLocks noGrp="1"/>
          </p:cNvSpPr>
          <p:nvPr>
            <p:ph/>
          </p:nvPr>
        </p:nvSpPr>
        <p:spPr>
          <a:xfrm>
            <a:off x="6225840" y="1825560"/>
            <a:ext cx="5130720" cy="4349880"/>
          </a:xfrm>
          <a:prstGeom prst="rect">
            <a:avLst/>
          </a:prstGeom>
          <a:noFill/>
          <a:ln w="0">
            <a:noFill/>
          </a:ln>
        </p:spPr>
        <p:txBody>
          <a:bodyPr lIns="0" tIns="0" rIns="0" bIns="0" anchor="t">
            <a:normAutofit/>
          </a:bodyPr>
          <a:lstStyle/>
          <a:p>
            <a:pPr indent="0">
              <a:spcBef>
                <a:spcPts val="1417"/>
              </a:spcBef>
              <a:buNone/>
            </a:pPr>
            <a:endParaRPr lang="de-DE" sz="3200" b="0" u="none" strike="noStrike">
              <a:solidFill>
                <a:srgbClr val="000000"/>
              </a:solidFill>
              <a:uFillTx/>
              <a:latin typeface="Aria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Standard 19">
    <p:spTree>
      <p:nvGrpSpPr>
        <p:cNvPr id="1" name=""/>
        <p:cNvGrpSpPr/>
        <p:nvPr/>
      </p:nvGrpSpPr>
      <p:grpSpPr>
        <a:xfrm>
          <a:off x="0" y="0"/>
          <a:ext cx="0" cy="0"/>
          <a:chOff x="0" y="0"/>
          <a:chExt cx="0" cy="0"/>
        </a:xfrm>
      </p:grpSpPr>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x" preserve="1">
  <p:cSld name="Standard 20">
    <p:spTree>
      <p:nvGrpSpPr>
        <p:cNvPr id="1" name=""/>
        <p:cNvGrpSpPr/>
        <p:nvPr/>
      </p:nvGrpSpPr>
      <p:grpSpPr>
        <a:xfrm>
          <a:off x="0" y="0"/>
          <a:ext cx="0" cy="0"/>
          <a:chOff x="0" y="0"/>
          <a:chExt cx="0" cy="0"/>
        </a:xfrm>
      </p:grpSpPr>
      <p:sp>
        <p:nvSpPr>
          <p:cNvPr id="106" name="PlaceHolder 1"/>
          <p:cNvSpPr>
            <a:spLocks noGrp="1"/>
          </p:cNvSpPr>
          <p:nvPr>
            <p:ph type="title"/>
          </p:nvPr>
        </p:nvSpPr>
        <p:spPr>
          <a:xfrm>
            <a:off x="838080" y="365040"/>
            <a:ext cx="10514160" cy="1324080"/>
          </a:xfrm>
          <a:prstGeom prst="rect">
            <a:avLst/>
          </a:prstGeom>
          <a:noFill/>
          <a:ln w="0">
            <a:noFill/>
          </a:ln>
        </p:spPr>
        <p:txBody>
          <a:bodyPr lIns="0" tIns="0" rIns="0" bIns="0" anchor="ctr">
            <a:noAutofit/>
          </a:bodyPr>
          <a:lstStyle/>
          <a:p>
            <a:pPr indent="0" algn="ctr">
              <a:buNone/>
            </a:pPr>
            <a:endParaRPr lang="de-DE" sz="4400" b="0" u="none" strike="noStrike">
              <a:solidFill>
                <a:srgbClr val="000000"/>
              </a:solidFill>
              <a:uFillTx/>
              <a:latin typeface="Arial"/>
            </a:endParaRPr>
          </a:p>
        </p:txBody>
      </p:sp>
      <p:sp>
        <p:nvSpPr>
          <p:cNvPr id="107" name="PlaceHolder 2"/>
          <p:cNvSpPr>
            <a:spLocks noGrp="1"/>
          </p:cNvSpPr>
          <p:nvPr>
            <p:ph/>
          </p:nvPr>
        </p:nvSpPr>
        <p:spPr>
          <a:xfrm>
            <a:off x="838080" y="1825560"/>
            <a:ext cx="10514160" cy="4349880"/>
          </a:xfrm>
          <a:prstGeom prst="rect">
            <a:avLst/>
          </a:prstGeom>
          <a:noFill/>
          <a:ln w="0">
            <a:noFill/>
          </a:ln>
        </p:spPr>
        <p:txBody>
          <a:bodyPr lIns="0" tIns="0" rIns="0" bIns="0" anchor="t">
            <a:normAutofit/>
          </a:bodyPr>
          <a:lstStyle/>
          <a:p>
            <a:pPr indent="0">
              <a:spcBef>
                <a:spcPts val="1417"/>
              </a:spcBef>
              <a:buNone/>
            </a:pPr>
            <a:endParaRPr lang="de-DE" sz="3200" b="0" u="none" strike="noStrike">
              <a:solidFill>
                <a:srgbClr val="000000"/>
              </a:solidFill>
              <a:uFillTx/>
              <a:latin typeface="Aria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Standard 21">
    <p:spTree>
      <p:nvGrpSpPr>
        <p:cNvPr id="1" name=""/>
        <p:cNvGrpSpPr/>
        <p:nvPr/>
      </p:nvGrpSpPr>
      <p:grpSpPr>
        <a:xfrm>
          <a:off x="0" y="0"/>
          <a:ext cx="0" cy="0"/>
          <a:chOff x="0" y="0"/>
          <a:chExt cx="0" cy="0"/>
        </a:xfrm>
      </p:grpSpPr>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Standard 22">
    <p:spTree>
      <p:nvGrpSpPr>
        <p:cNvPr id="1" name=""/>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Standard 23">
    <p:spTree>
      <p:nvGrpSpPr>
        <p:cNvPr id="1" name=""/>
        <p:cNvGrpSpPr/>
        <p:nvPr/>
      </p:nvGrpSpPr>
      <p:grpSpPr>
        <a:xfrm>
          <a:off x="0" y="0"/>
          <a:ext cx="0" cy="0"/>
          <a:chOff x="0" y="0"/>
          <a:chExt cx="0" cy="0"/>
        </a:xfrm>
      </p:grpSpPr>
      <p:sp>
        <p:nvSpPr>
          <p:cNvPr id="109" name="PlaceHolder 1"/>
          <p:cNvSpPr>
            <a:spLocks noGrp="1"/>
          </p:cNvSpPr>
          <p:nvPr>
            <p:ph type="title"/>
          </p:nvPr>
        </p:nvSpPr>
        <p:spPr>
          <a:xfrm>
            <a:off x="838080" y="365040"/>
            <a:ext cx="10514160" cy="1324080"/>
          </a:xfrm>
          <a:prstGeom prst="rect">
            <a:avLst/>
          </a:prstGeom>
          <a:noFill/>
          <a:ln w="0">
            <a:noFill/>
          </a:ln>
        </p:spPr>
        <p:txBody>
          <a:bodyPr lIns="0" tIns="0" rIns="0" bIns="0" anchor="ctr">
            <a:noAutofit/>
          </a:bodyPr>
          <a:lstStyle/>
          <a:p>
            <a:pPr indent="0" algn="ctr">
              <a:buNone/>
            </a:pPr>
            <a:endParaRPr lang="de-DE" sz="4400" b="0" u="none" strike="noStrike">
              <a:solidFill>
                <a:srgbClr val="000000"/>
              </a:solidFill>
              <a:uFillTx/>
              <a:latin typeface="Arial"/>
            </a:endParaRPr>
          </a:p>
        </p:txBody>
      </p:sp>
      <p:sp>
        <p:nvSpPr>
          <p:cNvPr id="110" name="PlaceHolder 2"/>
          <p:cNvSpPr>
            <a:spLocks noGrp="1"/>
          </p:cNvSpPr>
          <p:nvPr>
            <p:ph type="subTitle"/>
          </p:nvPr>
        </p:nvSpPr>
        <p:spPr>
          <a:xfrm>
            <a:off x="838080" y="1825560"/>
            <a:ext cx="10514160" cy="4349880"/>
          </a:xfrm>
          <a:prstGeom prst="rect">
            <a:avLst/>
          </a:prstGeom>
          <a:noFill/>
          <a:ln w="0">
            <a:noFill/>
          </a:ln>
        </p:spPr>
        <p:txBody>
          <a:bodyPr lIns="0" tIns="0" rIns="0" bIns="0" anchor="ctr">
            <a:noAutofit/>
          </a:bodyPr>
          <a:lstStyle/>
          <a:p>
            <a:pPr indent="0" algn="ctr">
              <a:buNone/>
            </a:pPr>
            <a:endParaRPr lang="de-DE" sz="3200" b="0" u="none" strike="noStrike">
              <a:solidFill>
                <a:srgbClr val="000000"/>
              </a:solidFill>
              <a:uFillTx/>
              <a:latin typeface="Aria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x" preserve="1">
  <p:cSld name="Standard 24">
    <p:spTree>
      <p:nvGrpSpPr>
        <p:cNvPr id="1" name=""/>
        <p:cNvGrpSpPr/>
        <p:nvPr/>
      </p:nvGrpSpPr>
      <p:grpSpPr>
        <a:xfrm>
          <a:off x="0" y="0"/>
          <a:ext cx="0" cy="0"/>
          <a:chOff x="0" y="0"/>
          <a:chExt cx="0" cy="0"/>
        </a:xfrm>
      </p:grpSpPr>
      <p:sp>
        <p:nvSpPr>
          <p:cNvPr id="113" name="PlaceHolder 1"/>
          <p:cNvSpPr>
            <a:spLocks noGrp="1"/>
          </p:cNvSpPr>
          <p:nvPr>
            <p:ph type="title"/>
          </p:nvPr>
        </p:nvSpPr>
        <p:spPr>
          <a:xfrm>
            <a:off x="838080" y="365040"/>
            <a:ext cx="10514160" cy="1324080"/>
          </a:xfrm>
          <a:prstGeom prst="rect">
            <a:avLst/>
          </a:prstGeom>
          <a:noFill/>
          <a:ln w="0">
            <a:noFill/>
          </a:ln>
        </p:spPr>
        <p:txBody>
          <a:bodyPr lIns="0" tIns="0" rIns="0" bIns="0" anchor="ctr">
            <a:noAutofit/>
          </a:bodyPr>
          <a:lstStyle/>
          <a:p>
            <a:pPr indent="0" algn="ctr">
              <a:buNone/>
            </a:pPr>
            <a:endParaRPr lang="de-DE" sz="4400" b="0" u="none" strike="noStrike">
              <a:solidFill>
                <a:srgbClr val="000000"/>
              </a:solidFill>
              <a:uFillTx/>
              <a:latin typeface="Arial"/>
            </a:endParaRPr>
          </a:p>
        </p:txBody>
      </p:sp>
      <p:sp>
        <p:nvSpPr>
          <p:cNvPr id="114" name="PlaceHolder 2"/>
          <p:cNvSpPr>
            <a:spLocks noGrp="1"/>
          </p:cNvSpPr>
          <p:nvPr>
            <p:ph/>
          </p:nvPr>
        </p:nvSpPr>
        <p:spPr>
          <a:xfrm>
            <a:off x="838080" y="1825560"/>
            <a:ext cx="10514160" cy="4349880"/>
          </a:xfrm>
          <a:prstGeom prst="rect">
            <a:avLst/>
          </a:prstGeom>
          <a:noFill/>
          <a:ln w="0">
            <a:noFill/>
          </a:ln>
        </p:spPr>
        <p:txBody>
          <a:bodyPr lIns="0" tIns="0" rIns="0" bIns="0" anchor="t">
            <a:normAutofit/>
          </a:bodyPr>
          <a:lstStyle/>
          <a:p>
            <a:pPr indent="0">
              <a:spcBef>
                <a:spcPts val="1417"/>
              </a:spcBef>
              <a:buNone/>
            </a:pPr>
            <a:endParaRPr lang="de-DE" sz="3200" b="0" u="none" strike="noStrike">
              <a:solidFill>
                <a:srgbClr val="000000"/>
              </a:solidFill>
              <a:uFillTx/>
              <a:latin typeface="Aria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vertTitleAndTx" preserve="1">
  <p:cSld name="Standard 24">
    <p:spTree>
      <p:nvGrpSpPr>
        <p:cNvPr id="1" name=""/>
        <p:cNvGrpSpPr/>
        <p:nvPr/>
      </p:nvGrpSpPr>
      <p:grpSpPr>
        <a:xfrm>
          <a:off x="0" y="0"/>
          <a:ext cx="0" cy="0"/>
          <a:chOff x="0" y="0"/>
          <a:chExt cx="0" cy="0"/>
        </a:xfrm>
      </p:grpSpPr>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vertTx" preserve="1">
  <p:cSld name="Standard 24">
    <p:spTree>
      <p:nvGrpSpPr>
        <p:cNvPr id="1" name=""/>
        <p:cNvGrpSpPr/>
        <p:nvPr/>
      </p:nvGrpSpPr>
      <p:grpSpPr>
        <a:xfrm>
          <a:off x="0" y="0"/>
          <a:ext cx="0" cy="0"/>
          <a:chOff x="0" y="0"/>
          <a:chExt cx="0" cy="0"/>
        </a:xfrm>
      </p:grpSpPr>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reserve="1">
  <p:cSld name="Standard 24">
    <p:spTree>
      <p:nvGrpSpPr>
        <p:cNvPr id="1" name=""/>
        <p:cNvGrpSpPr/>
        <p:nvPr/>
      </p:nvGrpSpPr>
      <p:grpSpPr>
        <a:xfrm>
          <a:off x="0" y="0"/>
          <a:ext cx="0" cy="0"/>
          <a:chOff x="0" y="0"/>
          <a:chExt cx="0" cy="0"/>
        </a:xfrm>
      </p:grpSpPr>
      <p:sp>
        <p:nvSpPr>
          <p:cNvPr id="115" name="PlaceHolder 1"/>
          <p:cNvSpPr>
            <a:spLocks noGrp="1"/>
          </p:cNvSpPr>
          <p:nvPr>
            <p:ph type="title"/>
          </p:nvPr>
        </p:nvSpPr>
        <p:spPr>
          <a:xfrm>
            <a:off x="838080" y="365040"/>
            <a:ext cx="10514160" cy="1324080"/>
          </a:xfrm>
          <a:prstGeom prst="rect">
            <a:avLst/>
          </a:prstGeom>
          <a:noFill/>
          <a:ln w="0">
            <a:noFill/>
          </a:ln>
        </p:spPr>
        <p:txBody>
          <a:bodyPr lIns="0" tIns="0" rIns="0" bIns="0" anchor="ctr">
            <a:noAutofit/>
          </a:bodyPr>
          <a:lstStyle/>
          <a:p>
            <a:pPr indent="0" algn="ctr">
              <a:buNone/>
            </a:pPr>
            <a:endParaRPr lang="de-DE" sz="4400" b="0" u="none" strike="noStrike">
              <a:solidFill>
                <a:srgbClr val="000000"/>
              </a:solidFill>
              <a:uFillTx/>
              <a:latin typeface="Arial"/>
            </a:endParaRPr>
          </a:p>
        </p:txBody>
      </p:sp>
      <p:sp>
        <p:nvSpPr>
          <p:cNvPr id="116" name="PlaceHolder 2"/>
          <p:cNvSpPr>
            <a:spLocks noGrp="1"/>
          </p:cNvSpPr>
          <p:nvPr>
            <p:ph type="subTitle"/>
          </p:nvPr>
        </p:nvSpPr>
        <p:spPr>
          <a:xfrm>
            <a:off x="838080" y="1825560"/>
            <a:ext cx="10514160" cy="4349880"/>
          </a:xfrm>
          <a:prstGeom prst="rect">
            <a:avLst/>
          </a:prstGeom>
          <a:noFill/>
          <a:ln w="0">
            <a:noFill/>
          </a:ln>
        </p:spPr>
        <p:txBody>
          <a:bodyPr lIns="0" tIns="0" rIns="0" bIns="0" anchor="ctr">
            <a:noAutofit/>
          </a:bodyPr>
          <a:lstStyle/>
          <a:p>
            <a:pPr indent="0" algn="ctr">
              <a:buNone/>
            </a:pPr>
            <a:endParaRPr lang="de-DE" sz="3200" b="0" u="none" strike="noStrike">
              <a:solidFill>
                <a:srgbClr val="000000"/>
              </a:solidFill>
              <a:uFillTx/>
              <a:latin typeface="Aria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Standard 24">
    <p:spTree>
      <p:nvGrpSpPr>
        <p:cNvPr id="1" name=""/>
        <p:cNvGrpSpPr/>
        <p:nvPr/>
      </p:nvGrpSpPr>
      <p:grpSpPr>
        <a:xfrm>
          <a:off x="0" y="0"/>
          <a:ext cx="0" cy="0"/>
          <a:chOff x="0" y="0"/>
          <a:chExt cx="0" cy="0"/>
        </a:xfrm>
      </p:grpSpPr>
      <p:sp>
        <p:nvSpPr>
          <p:cNvPr id="117" name="PlaceHolder 1"/>
          <p:cNvSpPr>
            <a:spLocks noGrp="1"/>
          </p:cNvSpPr>
          <p:nvPr>
            <p:ph type="title"/>
          </p:nvPr>
        </p:nvSpPr>
        <p:spPr>
          <a:xfrm>
            <a:off x="838080" y="365040"/>
            <a:ext cx="10514160" cy="1324080"/>
          </a:xfrm>
          <a:prstGeom prst="rect">
            <a:avLst/>
          </a:prstGeom>
          <a:noFill/>
          <a:ln w="0">
            <a:noFill/>
          </a:ln>
        </p:spPr>
        <p:txBody>
          <a:bodyPr lIns="0" tIns="0" rIns="0" bIns="0" anchor="ctr">
            <a:noAutofit/>
          </a:bodyPr>
          <a:lstStyle/>
          <a:p>
            <a:pPr indent="0" algn="ctr">
              <a:buNone/>
            </a:pPr>
            <a:endParaRPr lang="de-DE" sz="4400" b="0" u="none" strike="noStrike">
              <a:solidFill>
                <a:srgbClr val="000000"/>
              </a:solidFill>
              <a:uFillTx/>
              <a:latin typeface="Arial"/>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Obj" preserve="1">
  <p:cSld name="Standard 24">
    <p:spTree>
      <p:nvGrpSpPr>
        <p:cNvPr id="1" name=""/>
        <p:cNvGrpSpPr/>
        <p:nvPr/>
      </p:nvGrpSpPr>
      <p:grpSpPr>
        <a:xfrm>
          <a:off x="0" y="0"/>
          <a:ext cx="0" cy="0"/>
          <a:chOff x="0" y="0"/>
          <a:chExt cx="0" cy="0"/>
        </a:xfrm>
      </p:grpSpPr>
      <p:sp>
        <p:nvSpPr>
          <p:cNvPr id="118" name="PlaceHolder 1"/>
          <p:cNvSpPr>
            <a:spLocks noGrp="1"/>
          </p:cNvSpPr>
          <p:nvPr>
            <p:ph type="title"/>
          </p:nvPr>
        </p:nvSpPr>
        <p:spPr>
          <a:xfrm>
            <a:off x="838080" y="365040"/>
            <a:ext cx="10514160" cy="1324080"/>
          </a:xfrm>
          <a:prstGeom prst="rect">
            <a:avLst/>
          </a:prstGeom>
          <a:noFill/>
          <a:ln w="0">
            <a:noFill/>
          </a:ln>
        </p:spPr>
        <p:txBody>
          <a:bodyPr lIns="0" tIns="0" rIns="0" bIns="0" anchor="ctr">
            <a:noAutofit/>
          </a:bodyPr>
          <a:lstStyle/>
          <a:p>
            <a:pPr indent="0" algn="ctr">
              <a:buNone/>
            </a:pPr>
            <a:endParaRPr lang="de-DE" sz="4400" b="0" u="none" strike="noStrike">
              <a:solidFill>
                <a:srgbClr val="000000"/>
              </a:solidFill>
              <a:uFillTx/>
              <a:latin typeface="Arial"/>
            </a:endParaRPr>
          </a:p>
        </p:txBody>
      </p:sp>
      <p:sp>
        <p:nvSpPr>
          <p:cNvPr id="119" name="PlaceHolder 2"/>
          <p:cNvSpPr>
            <a:spLocks noGrp="1"/>
          </p:cNvSpPr>
          <p:nvPr>
            <p:ph/>
          </p:nvPr>
        </p:nvSpPr>
        <p:spPr>
          <a:xfrm>
            <a:off x="838080" y="1825560"/>
            <a:ext cx="5130720" cy="4349880"/>
          </a:xfrm>
          <a:prstGeom prst="rect">
            <a:avLst/>
          </a:prstGeom>
          <a:noFill/>
          <a:ln w="0">
            <a:noFill/>
          </a:ln>
        </p:spPr>
        <p:txBody>
          <a:bodyPr lIns="0" tIns="0" rIns="0" bIns="0" anchor="t">
            <a:normAutofit/>
          </a:bodyPr>
          <a:lstStyle/>
          <a:p>
            <a:pPr indent="0">
              <a:spcBef>
                <a:spcPts val="1417"/>
              </a:spcBef>
              <a:buNone/>
            </a:pPr>
            <a:endParaRPr lang="de-DE" sz="3200" b="0" u="none" strike="noStrike">
              <a:solidFill>
                <a:srgbClr val="000000"/>
              </a:solidFill>
              <a:uFillTx/>
              <a:latin typeface="Arial"/>
            </a:endParaRPr>
          </a:p>
        </p:txBody>
      </p:sp>
      <p:sp>
        <p:nvSpPr>
          <p:cNvPr id="120" name="PlaceHolder 3"/>
          <p:cNvSpPr>
            <a:spLocks noGrp="1"/>
          </p:cNvSpPr>
          <p:nvPr>
            <p:ph/>
          </p:nvPr>
        </p:nvSpPr>
        <p:spPr>
          <a:xfrm>
            <a:off x="6225840" y="1825560"/>
            <a:ext cx="5130720" cy="4349880"/>
          </a:xfrm>
          <a:prstGeom prst="rect">
            <a:avLst/>
          </a:prstGeom>
          <a:noFill/>
          <a:ln w="0">
            <a:noFill/>
          </a:ln>
        </p:spPr>
        <p:txBody>
          <a:bodyPr lIns="0" tIns="0" rIns="0" bIns="0" anchor="t">
            <a:normAutofit/>
          </a:bodyPr>
          <a:lstStyle/>
          <a:p>
            <a:pPr indent="0">
              <a:spcBef>
                <a:spcPts val="1417"/>
              </a:spcBef>
              <a:buNone/>
            </a:pPr>
            <a:endParaRPr lang="de-DE" sz="3200" b="0" u="none" strike="noStrike">
              <a:solidFill>
                <a:srgbClr val="000000"/>
              </a:solidFill>
              <a:uFillTx/>
              <a:latin typeface="Arial"/>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Standard 24">
    <p:spTree>
      <p:nvGrpSpPr>
        <p:cNvPr id="1" name=""/>
        <p:cNvGrpSpPr/>
        <p:nvPr/>
      </p:nvGrpSpPr>
      <p:grpSpPr>
        <a:xfrm>
          <a:off x="0" y="0"/>
          <a:ext cx="0" cy="0"/>
          <a:chOff x="0" y="0"/>
          <a:chExt cx="0" cy="0"/>
        </a:xfrm>
      </p:grpSpPr>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Standard 24">
    <p:spTree>
      <p:nvGrpSpPr>
        <p:cNvPr id="1" name=""/>
        <p:cNvGrpSpPr/>
        <p:nvPr/>
      </p:nvGrpSpPr>
      <p:grpSpPr>
        <a:xfrm>
          <a:off x="0" y="0"/>
          <a:ext cx="0" cy="0"/>
          <a:chOff x="0" y="0"/>
          <a:chExt cx="0" cy="0"/>
        </a:xfrm>
      </p:grpSpPr>
      <p:sp>
        <p:nvSpPr>
          <p:cNvPr id="121" name="PlaceHolder 1"/>
          <p:cNvSpPr>
            <a:spLocks noGrp="1"/>
          </p:cNvSpPr>
          <p:nvPr>
            <p:ph type="title"/>
          </p:nvPr>
        </p:nvSpPr>
        <p:spPr>
          <a:xfrm>
            <a:off x="838080" y="365040"/>
            <a:ext cx="10514160" cy="1324080"/>
          </a:xfrm>
          <a:prstGeom prst="rect">
            <a:avLst/>
          </a:prstGeom>
          <a:noFill/>
          <a:ln w="0">
            <a:noFill/>
          </a:ln>
        </p:spPr>
        <p:txBody>
          <a:bodyPr lIns="0" tIns="0" rIns="0" bIns="0" anchor="ctr">
            <a:noAutofit/>
          </a:bodyPr>
          <a:lstStyle/>
          <a:p>
            <a:pPr indent="0" algn="ctr">
              <a:buNone/>
            </a:pPr>
            <a:endParaRPr lang="de-DE" sz="4400" b="0" u="none" strike="noStrike">
              <a:solidFill>
                <a:srgbClr val="000000"/>
              </a:solidFill>
              <a:uFillTx/>
              <a:latin typeface="Arial"/>
            </a:endParaRPr>
          </a:p>
        </p:txBody>
      </p:sp>
      <p:sp>
        <p:nvSpPr>
          <p:cNvPr id="122" name="PlaceHolder 2"/>
          <p:cNvSpPr>
            <a:spLocks noGrp="1"/>
          </p:cNvSpPr>
          <p:nvPr>
            <p:ph/>
          </p:nvPr>
        </p:nvSpPr>
        <p:spPr>
          <a:xfrm>
            <a:off x="838080" y="1825560"/>
            <a:ext cx="10514160" cy="4349880"/>
          </a:xfrm>
          <a:prstGeom prst="rect">
            <a:avLst/>
          </a:prstGeom>
          <a:noFill/>
          <a:ln w="0">
            <a:noFill/>
          </a:ln>
        </p:spPr>
        <p:txBody>
          <a:bodyPr lIns="0" tIns="0" rIns="0" bIns="0" anchor="t">
            <a:normAutofit/>
          </a:bodyPr>
          <a:lstStyle/>
          <a:p>
            <a:pPr indent="0">
              <a:spcBef>
                <a:spcPts val="1417"/>
              </a:spcBef>
              <a:buNone/>
            </a:pPr>
            <a:endParaRPr lang="de-DE" sz="3200" b="0" u="none" strike="noStrike">
              <a:solidFill>
                <a:srgbClr val="000000"/>
              </a:solidFill>
              <a:uFillTx/>
              <a:latin typeface="Arial"/>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Standard 25">
    <p:spTree>
      <p:nvGrpSpPr>
        <p:cNvPr id="1" name=""/>
        <p:cNvGrpSpPr/>
        <p:nvPr/>
      </p:nvGrpSpPr>
      <p:grpSpPr>
        <a:xfrm>
          <a:off x="0" y="0"/>
          <a:ext cx="0" cy="0"/>
          <a:chOff x="0" y="0"/>
          <a:chExt cx="0" cy="0"/>
        </a:xfrm>
      </p:grpSpPr>
      <p:sp>
        <p:nvSpPr>
          <p:cNvPr id="2" name="PlaceHolder 1"/>
          <p:cNvSpPr>
            <a:spLocks noGrp="1"/>
          </p:cNvSpPr>
          <p:nvPr>
            <p:ph type="ftr" idx="43"/>
          </p:nvPr>
        </p:nvSpPr>
        <p:spPr/>
        <p:txBody>
          <a:bodyPr/>
          <a:lstStyle/>
          <a:p>
            <a:r>
              <a:t>Footer</a:t>
            </a:r>
          </a:p>
        </p:txBody>
      </p:sp>
      <p:sp>
        <p:nvSpPr>
          <p:cNvPr id="3" name="PlaceHolder 2"/>
          <p:cNvSpPr>
            <a:spLocks noGrp="1"/>
          </p:cNvSpPr>
          <p:nvPr>
            <p:ph type="sldNum" idx="44"/>
          </p:nvPr>
        </p:nvSpPr>
        <p:spPr/>
        <p:txBody>
          <a:bodyPr/>
          <a:lstStyle/>
          <a:p>
            <a:fld id="{BEBF8D7C-49D0-4B9D-9D81-D5B94D29C6D7}" type="slidenum">
              <a:t>‹Nr.›</a:t>
            </a:fld>
            <a:endParaRPr/>
          </a:p>
        </p:txBody>
      </p:sp>
      <p:sp>
        <p:nvSpPr>
          <p:cNvPr id="4" name="PlaceHolder 3"/>
          <p:cNvSpPr>
            <a:spLocks noGrp="1"/>
          </p:cNvSpPr>
          <p:nvPr>
            <p:ph type="dt" idx="45"/>
          </p:nvPr>
        </p:nvSpPr>
        <p:spPr/>
        <p:txBody>
          <a:body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Standard 26">
    <p:spTree>
      <p:nvGrpSpPr>
        <p:cNvPr id="1" name=""/>
        <p:cNvGrpSpPr/>
        <p:nvPr/>
      </p:nvGrpSpPr>
      <p:grpSpPr>
        <a:xfrm>
          <a:off x="0" y="0"/>
          <a:ext cx="0" cy="0"/>
          <a:chOff x="0" y="0"/>
          <a:chExt cx="0" cy="0"/>
        </a:xfrm>
      </p:grpSpPr>
      <p:sp>
        <p:nvSpPr>
          <p:cNvPr id="134" name="PlaceHolder 1"/>
          <p:cNvSpPr>
            <a:spLocks noGrp="1"/>
          </p:cNvSpPr>
          <p:nvPr>
            <p:ph type="title"/>
          </p:nvPr>
        </p:nvSpPr>
        <p:spPr>
          <a:xfrm>
            <a:off x="838080" y="365040"/>
            <a:ext cx="10514160" cy="1324080"/>
          </a:xfrm>
          <a:prstGeom prst="rect">
            <a:avLst/>
          </a:prstGeom>
          <a:noFill/>
          <a:ln w="0">
            <a:noFill/>
          </a:ln>
        </p:spPr>
        <p:txBody>
          <a:bodyPr lIns="0" tIns="0" rIns="0" bIns="0" anchor="ctr">
            <a:noAutofit/>
          </a:bodyPr>
          <a:lstStyle/>
          <a:p>
            <a:pPr indent="0" algn="ctr">
              <a:buNone/>
            </a:pPr>
            <a:endParaRPr lang="de-DE" sz="4400" b="0" u="none" strike="noStrike">
              <a:solidFill>
                <a:srgbClr val="000000"/>
              </a:solidFill>
              <a:uFillTx/>
              <a:latin typeface="Arial"/>
            </a:endParaRPr>
          </a:p>
        </p:txBody>
      </p:sp>
      <p:sp>
        <p:nvSpPr>
          <p:cNvPr id="135" name="PlaceHolder 2"/>
          <p:cNvSpPr>
            <a:spLocks noGrp="1"/>
          </p:cNvSpPr>
          <p:nvPr>
            <p:ph/>
          </p:nvPr>
        </p:nvSpPr>
        <p:spPr>
          <a:xfrm>
            <a:off x="838080" y="1825560"/>
            <a:ext cx="5130720" cy="4349880"/>
          </a:xfrm>
          <a:prstGeom prst="rect">
            <a:avLst/>
          </a:prstGeom>
          <a:noFill/>
          <a:ln w="0">
            <a:noFill/>
          </a:ln>
        </p:spPr>
        <p:txBody>
          <a:bodyPr lIns="0" tIns="0" rIns="0" bIns="0" anchor="t">
            <a:normAutofit/>
          </a:bodyPr>
          <a:lstStyle/>
          <a:p>
            <a:pPr indent="0">
              <a:spcBef>
                <a:spcPts val="1417"/>
              </a:spcBef>
              <a:buNone/>
            </a:pPr>
            <a:endParaRPr lang="de-DE" sz="3200" b="0" u="none" strike="noStrike">
              <a:solidFill>
                <a:srgbClr val="000000"/>
              </a:solidFill>
              <a:uFillTx/>
              <a:latin typeface="Arial"/>
            </a:endParaRPr>
          </a:p>
        </p:txBody>
      </p:sp>
      <p:sp>
        <p:nvSpPr>
          <p:cNvPr id="136" name="PlaceHolder 3"/>
          <p:cNvSpPr>
            <a:spLocks noGrp="1"/>
          </p:cNvSpPr>
          <p:nvPr>
            <p:ph/>
          </p:nvPr>
        </p:nvSpPr>
        <p:spPr>
          <a:xfrm>
            <a:off x="6225840" y="1825560"/>
            <a:ext cx="5130720" cy="4349880"/>
          </a:xfrm>
          <a:prstGeom prst="rect">
            <a:avLst/>
          </a:prstGeom>
          <a:noFill/>
          <a:ln w="0">
            <a:noFill/>
          </a:ln>
        </p:spPr>
        <p:txBody>
          <a:bodyPr lIns="0" tIns="0" rIns="0" bIns="0" anchor="t">
            <a:normAutofit/>
          </a:bodyPr>
          <a:lstStyle/>
          <a:p>
            <a:pPr indent="0">
              <a:spcBef>
                <a:spcPts val="1417"/>
              </a:spcBef>
              <a:buNone/>
            </a:pPr>
            <a:endParaRPr lang="de-DE" sz="3200" b="0" u="none" strike="noStrike">
              <a:solidFill>
                <a:srgbClr val="000000"/>
              </a:solidFill>
              <a:uFillTx/>
              <a:latin typeface="Arial"/>
            </a:endParaRPr>
          </a:p>
        </p:txBody>
      </p:sp>
      <p:sp>
        <p:nvSpPr>
          <p:cNvPr id="5" name="PlaceHolder 4"/>
          <p:cNvSpPr>
            <a:spLocks noGrp="1"/>
          </p:cNvSpPr>
          <p:nvPr>
            <p:ph type="ftr" idx="46"/>
          </p:nvPr>
        </p:nvSpPr>
        <p:spPr/>
        <p:txBody>
          <a:bodyPr/>
          <a:lstStyle/>
          <a:p>
            <a:r>
              <a:t>Footer</a:t>
            </a:r>
          </a:p>
        </p:txBody>
      </p:sp>
      <p:sp>
        <p:nvSpPr>
          <p:cNvPr id="6" name="PlaceHolder 5"/>
          <p:cNvSpPr>
            <a:spLocks noGrp="1"/>
          </p:cNvSpPr>
          <p:nvPr>
            <p:ph type="sldNum" idx="47"/>
          </p:nvPr>
        </p:nvSpPr>
        <p:spPr/>
        <p:txBody>
          <a:bodyPr/>
          <a:lstStyle/>
          <a:p>
            <a:fld id="{888A3E24-124D-4835-B5EF-5CF0E31FD673}" type="slidenum">
              <a:t>‹Nr.›</a:t>
            </a:fld>
            <a:endParaRPr/>
          </a:p>
        </p:txBody>
      </p:sp>
      <p:sp>
        <p:nvSpPr>
          <p:cNvPr id="7" name="PlaceHolder 6"/>
          <p:cNvSpPr>
            <a:spLocks noGrp="1"/>
          </p:cNvSpPr>
          <p:nvPr>
            <p:ph type="dt" idx="48"/>
          </p:nvPr>
        </p:nvSpPr>
        <p:spPr/>
        <p:txBody>
          <a:body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Standard 27">
    <p:spTree>
      <p:nvGrpSpPr>
        <p:cNvPr id="1" name=""/>
        <p:cNvGrpSpPr/>
        <p:nvPr/>
      </p:nvGrpSpPr>
      <p:grpSpPr>
        <a:xfrm>
          <a:off x="0" y="0"/>
          <a:ext cx="0" cy="0"/>
          <a:chOff x="0" y="0"/>
          <a:chExt cx="0" cy="0"/>
        </a:xfrm>
      </p:grpSpPr>
      <p:sp>
        <p:nvSpPr>
          <p:cNvPr id="2" name="PlaceHolder 1"/>
          <p:cNvSpPr>
            <a:spLocks noGrp="1"/>
          </p:cNvSpPr>
          <p:nvPr>
            <p:ph type="ftr" idx="49"/>
          </p:nvPr>
        </p:nvSpPr>
        <p:spPr/>
        <p:txBody>
          <a:bodyPr/>
          <a:lstStyle/>
          <a:p>
            <a:r>
              <a:t>Footer</a:t>
            </a:r>
          </a:p>
        </p:txBody>
      </p:sp>
      <p:sp>
        <p:nvSpPr>
          <p:cNvPr id="3" name="PlaceHolder 2"/>
          <p:cNvSpPr>
            <a:spLocks noGrp="1"/>
          </p:cNvSpPr>
          <p:nvPr>
            <p:ph type="sldNum" idx="50"/>
          </p:nvPr>
        </p:nvSpPr>
        <p:spPr/>
        <p:txBody>
          <a:bodyPr/>
          <a:lstStyle/>
          <a:p>
            <a:fld id="{C7967EB3-12F5-46FD-9FE7-1D0C59A38566}" type="slidenum">
              <a:t>‹Nr.›</a:t>
            </a:fld>
            <a:endParaRPr/>
          </a:p>
        </p:txBody>
      </p:sp>
      <p:sp>
        <p:nvSpPr>
          <p:cNvPr id="4" name="PlaceHolder 3"/>
          <p:cNvSpPr>
            <a:spLocks noGrp="1"/>
          </p:cNvSpPr>
          <p:nvPr>
            <p:ph type="dt" idx="51"/>
          </p:nvPr>
        </p:nvSpPr>
        <p:spPr/>
        <p:txBody>
          <a:bodyPr/>
          <a:lstStyle/>
          <a:p>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Standard 28">
    <p:spTree>
      <p:nvGrpSpPr>
        <p:cNvPr id="1" name=""/>
        <p:cNvGrpSpPr/>
        <p:nvPr/>
      </p:nvGrpSpPr>
      <p:grpSpPr>
        <a:xfrm>
          <a:off x="0" y="0"/>
          <a:ext cx="0" cy="0"/>
          <a:chOff x="0" y="0"/>
          <a:chExt cx="0" cy="0"/>
        </a:xfrm>
      </p:grpSpPr>
      <p:sp>
        <p:nvSpPr>
          <p:cNvPr id="145" name="PlaceHolder 1"/>
          <p:cNvSpPr>
            <a:spLocks noGrp="1"/>
          </p:cNvSpPr>
          <p:nvPr>
            <p:ph type="title"/>
          </p:nvPr>
        </p:nvSpPr>
        <p:spPr>
          <a:xfrm>
            <a:off x="838080" y="365040"/>
            <a:ext cx="10514160" cy="1324080"/>
          </a:xfrm>
          <a:prstGeom prst="rect">
            <a:avLst/>
          </a:prstGeom>
          <a:noFill/>
          <a:ln w="0">
            <a:noFill/>
          </a:ln>
        </p:spPr>
        <p:txBody>
          <a:bodyPr lIns="0" tIns="0" rIns="0" bIns="0" anchor="ctr">
            <a:noAutofit/>
          </a:bodyPr>
          <a:lstStyle/>
          <a:p>
            <a:pPr indent="0" algn="ctr">
              <a:buNone/>
            </a:pPr>
            <a:endParaRPr lang="de-DE" sz="4400" b="0" u="none" strike="noStrike">
              <a:solidFill>
                <a:srgbClr val="000000"/>
              </a:solidFill>
              <a:uFillTx/>
              <a:latin typeface="Arial"/>
            </a:endParaRPr>
          </a:p>
        </p:txBody>
      </p:sp>
      <p:sp>
        <p:nvSpPr>
          <p:cNvPr id="3" name="PlaceHolder 2"/>
          <p:cNvSpPr>
            <a:spLocks noGrp="1"/>
          </p:cNvSpPr>
          <p:nvPr>
            <p:ph type="ftr" idx="52"/>
          </p:nvPr>
        </p:nvSpPr>
        <p:spPr/>
        <p:txBody>
          <a:bodyPr/>
          <a:lstStyle/>
          <a:p>
            <a:r>
              <a:t>Footer</a:t>
            </a:r>
          </a:p>
        </p:txBody>
      </p:sp>
      <p:sp>
        <p:nvSpPr>
          <p:cNvPr id="4" name="PlaceHolder 3"/>
          <p:cNvSpPr>
            <a:spLocks noGrp="1"/>
          </p:cNvSpPr>
          <p:nvPr>
            <p:ph type="sldNum" idx="53"/>
          </p:nvPr>
        </p:nvSpPr>
        <p:spPr/>
        <p:txBody>
          <a:bodyPr/>
          <a:lstStyle/>
          <a:p>
            <a:fld id="{3740CFE4-F1E1-48EB-9FE5-EEEDBA398261}" type="slidenum">
              <a:t>‹Nr.›</a:t>
            </a:fld>
            <a:endParaRPr/>
          </a:p>
        </p:txBody>
      </p:sp>
      <p:sp>
        <p:nvSpPr>
          <p:cNvPr id="5" name="PlaceHolder 4"/>
          <p:cNvSpPr>
            <a:spLocks noGrp="1"/>
          </p:cNvSpPr>
          <p:nvPr>
            <p:ph type="dt" idx="54"/>
          </p:nvPr>
        </p:nvSpPr>
        <p:spPr/>
        <p:txBody>
          <a:bodyPr/>
          <a:lstStyle/>
          <a:p>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Standard 29">
    <p:spTree>
      <p:nvGrpSpPr>
        <p:cNvPr id="1" name=""/>
        <p:cNvGrpSpPr/>
        <p:nvPr/>
      </p:nvGrpSpPr>
      <p:grpSpPr>
        <a:xfrm>
          <a:off x="0" y="0"/>
          <a:ext cx="0" cy="0"/>
          <a:chOff x="0" y="0"/>
          <a:chExt cx="0" cy="0"/>
        </a:xfrm>
      </p:grpSpPr>
      <p:sp>
        <p:nvSpPr>
          <p:cNvPr id="2" name="PlaceHolder 1"/>
          <p:cNvSpPr>
            <a:spLocks noGrp="1"/>
          </p:cNvSpPr>
          <p:nvPr>
            <p:ph type="ftr" idx="55"/>
          </p:nvPr>
        </p:nvSpPr>
        <p:spPr/>
        <p:txBody>
          <a:bodyPr/>
          <a:lstStyle/>
          <a:p>
            <a:r>
              <a:t>Footer</a:t>
            </a:r>
          </a:p>
        </p:txBody>
      </p:sp>
      <p:sp>
        <p:nvSpPr>
          <p:cNvPr id="3" name="PlaceHolder 2"/>
          <p:cNvSpPr>
            <a:spLocks noGrp="1"/>
          </p:cNvSpPr>
          <p:nvPr>
            <p:ph type="sldNum" idx="56"/>
          </p:nvPr>
        </p:nvSpPr>
        <p:spPr/>
        <p:txBody>
          <a:bodyPr/>
          <a:lstStyle/>
          <a:p>
            <a:fld id="{07F6CA89-C0AE-40AE-9D31-D1249FBCB458}" type="slidenum">
              <a:t>‹Nr.›</a:t>
            </a:fld>
            <a:endParaRPr/>
          </a:p>
        </p:txBody>
      </p:sp>
      <p:sp>
        <p:nvSpPr>
          <p:cNvPr id="4" name="PlaceHolder 3"/>
          <p:cNvSpPr>
            <a:spLocks noGrp="1"/>
          </p:cNvSpPr>
          <p:nvPr>
            <p:ph type="dt" idx="57"/>
          </p:nvPr>
        </p:nvSpPr>
        <p:spPr/>
        <p:txBody>
          <a:bodyPr/>
          <a:lstStyle/>
          <a:p>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Standard 30">
    <p:spTree>
      <p:nvGrpSpPr>
        <p:cNvPr id="1" name=""/>
        <p:cNvGrpSpPr/>
        <p:nvPr/>
      </p:nvGrpSpPr>
      <p:grpSpPr>
        <a:xfrm>
          <a:off x="0" y="0"/>
          <a:ext cx="0" cy="0"/>
          <a:chOff x="0" y="0"/>
          <a:chExt cx="0" cy="0"/>
        </a:xfrm>
      </p:grpSpPr>
      <p:sp>
        <p:nvSpPr>
          <p:cNvPr id="2" name="PlaceHolder 1"/>
          <p:cNvSpPr>
            <a:spLocks noGrp="1"/>
          </p:cNvSpPr>
          <p:nvPr>
            <p:ph type="ftr" idx="58"/>
          </p:nvPr>
        </p:nvSpPr>
        <p:spPr/>
        <p:txBody>
          <a:bodyPr/>
          <a:lstStyle/>
          <a:p>
            <a:r>
              <a:t>Footer</a:t>
            </a:r>
          </a:p>
        </p:txBody>
      </p:sp>
      <p:sp>
        <p:nvSpPr>
          <p:cNvPr id="3" name="PlaceHolder 2"/>
          <p:cNvSpPr>
            <a:spLocks noGrp="1"/>
          </p:cNvSpPr>
          <p:nvPr>
            <p:ph type="sldNum" idx="59"/>
          </p:nvPr>
        </p:nvSpPr>
        <p:spPr/>
        <p:txBody>
          <a:bodyPr/>
          <a:lstStyle/>
          <a:p>
            <a:fld id="{51430697-F0C5-42AB-813E-76D6339E4FDE}" type="slidenum">
              <a:t>‹Nr.›</a:t>
            </a:fld>
            <a:endParaRPr/>
          </a:p>
        </p:txBody>
      </p:sp>
      <p:sp>
        <p:nvSpPr>
          <p:cNvPr id="4" name="PlaceHolder 3"/>
          <p:cNvSpPr>
            <a:spLocks noGrp="1"/>
          </p:cNvSpPr>
          <p:nvPr>
            <p:ph type="dt" idx="60"/>
          </p:nvPr>
        </p:nvSpPr>
        <p:spPr/>
        <p:txBody>
          <a:bodyPr/>
          <a:lstStyle/>
          <a:p>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Standard 31">
    <p:spTree>
      <p:nvGrpSpPr>
        <p:cNvPr id="1" name=""/>
        <p:cNvGrpSpPr/>
        <p:nvPr/>
      </p:nvGrpSpPr>
      <p:grpSpPr>
        <a:xfrm>
          <a:off x="0" y="0"/>
          <a:ext cx="0" cy="0"/>
          <a:chOff x="0" y="0"/>
          <a:chExt cx="0" cy="0"/>
        </a:xfrm>
      </p:grpSpPr>
      <p:sp>
        <p:nvSpPr>
          <p:cNvPr id="2" name="PlaceHolder 1"/>
          <p:cNvSpPr>
            <a:spLocks noGrp="1"/>
          </p:cNvSpPr>
          <p:nvPr>
            <p:ph type="ftr" idx="61"/>
          </p:nvPr>
        </p:nvSpPr>
        <p:spPr/>
        <p:txBody>
          <a:bodyPr/>
          <a:lstStyle/>
          <a:p>
            <a:r>
              <a:t>Footer</a:t>
            </a:r>
          </a:p>
        </p:txBody>
      </p:sp>
      <p:sp>
        <p:nvSpPr>
          <p:cNvPr id="3" name="PlaceHolder 2"/>
          <p:cNvSpPr>
            <a:spLocks noGrp="1"/>
          </p:cNvSpPr>
          <p:nvPr>
            <p:ph type="sldNum" idx="62"/>
          </p:nvPr>
        </p:nvSpPr>
        <p:spPr/>
        <p:txBody>
          <a:bodyPr/>
          <a:lstStyle/>
          <a:p>
            <a:fld id="{D19CF876-1D8C-4401-9C2E-F6FFA0E6CDBD}" type="slidenum">
              <a:t>‹Nr.›</a:t>
            </a:fld>
            <a:endParaRPr/>
          </a:p>
        </p:txBody>
      </p:sp>
      <p:sp>
        <p:nvSpPr>
          <p:cNvPr id="4" name="PlaceHolder 3"/>
          <p:cNvSpPr>
            <a:spLocks noGrp="1"/>
          </p:cNvSpPr>
          <p:nvPr>
            <p:ph type="dt" idx="63"/>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theme" Target="../theme/theme9.xml"/></Relationships>
</file>

<file path=ppt/slideMasters/_rels/slideMaster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theme" Target="../theme/theme10.xml"/></Relationships>
</file>

<file path=ppt/slideMasters/_rels/slideMaster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theme" Target="../theme/theme11.xml"/></Relationships>
</file>

<file path=ppt/slideMasters/_rels/slideMaster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12.xml"/></Relationships>
</file>

<file path=ppt/slideMasters/_rels/slideMaster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theme" Target="../theme/theme13.xml"/></Relationships>
</file>

<file path=ppt/slideMasters/_rels/slideMaster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theme" Target="../theme/theme14.xml"/></Relationships>
</file>

<file path=ppt/slideMasters/_rels/slideMaster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theme" Target="../theme/theme15.xml"/></Relationships>
</file>

<file path=ppt/slideMasters/_rels/slideMaster1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theme" Target="../theme/theme16.xml"/><Relationship Id="rId3" Type="http://schemas.openxmlformats.org/officeDocument/2006/relationships/image" Target="../media/image1.wmf"/></Relationships>
</file>

<file path=ppt/slideMasters/_rels/slideMaster1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theme" Target="../theme/theme17.xml"/></Relationships>
</file>

<file path=ppt/slideMasters/_rels/slideMaster1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theme" Target="../theme/theme18.xml"/></Relationships>
</file>

<file path=ppt/slideMasters/_rels/slideMaster1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theme" Target="../theme/theme19.xml"/></Relationships>
</file>

<file path=ppt/slideMasters/_rels/slideMaster2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theme" Target="../theme/theme20.xml"/></Relationships>
</file>

<file path=ppt/slideMasters/_rels/slideMaster2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theme" Target="../theme/theme21.xml"/></Relationships>
</file>

<file path=ppt/slideMasters/_rels/slideMaster2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theme" Target="../theme/theme22.xml"/></Relationships>
</file>

<file path=ppt/slideMasters/_rels/slideMaster2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theme" Target="../theme/theme23.xml"/></Relationships>
</file>

<file path=ppt/slideMasters/_rels/slideMaster2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theme" Target="../theme/theme24.xml"/></Relationships>
</file>

<file path=ppt/slideMasters/_rels/slideMaster2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theme" Target="../theme/theme25.xml"/></Relationships>
</file>

<file path=ppt/slideMasters/_rels/slideMaster2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theme" Target="../theme/theme26.xml"/></Relationships>
</file>

<file path=ppt/slideMasters/_rels/slideMaster27.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theme" Target="../theme/theme27.xml"/></Relationships>
</file>

<file path=ppt/slideMasters/_rels/slideMaster28.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theme" Target="../theme/theme28.xml"/></Relationships>
</file>

<file path=ppt/slideMasters/_rels/slideMaster29.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theme" Target="../theme/theme29.xml"/></Relationships>
</file>

<file path=ppt/slideMasters/_rels/slideMaster30.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theme" Target="../theme/theme30.xml"/></Relationships>
</file>

<file path=ppt/slideMasters/_rels/slideMaster31.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theme" Target="../theme/theme31.xml"/></Relationships>
</file>

<file path=ppt/slideMasters/_rels/slideMaster32.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theme" Target="../theme/theme32.xml"/></Relationships>
</file>

<file path=ppt/slideMasters/_rels/slideMaster33.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theme" Target="../theme/theme33.xml"/></Relationships>
</file>

<file path=ppt/slideMasters/_rels/slideMaster3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theme" Target="../theme/theme34.xml"/></Relationships>
</file>

<file path=ppt/slideMasters/_rels/slideMaster35.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theme" Target="../theme/theme35.xml"/></Relationships>
</file>

<file path=ppt/slideMasters/_rels/slideMaster36.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theme" Target="../theme/theme36.xml"/></Relationships>
</file>

<file path=ppt/slideMasters/_rels/slideMaster37.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theme" Target="../theme/theme37.xml"/></Relationships>
</file>

<file path=ppt/slideMasters/_rels/slideMaster38.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theme" Target="../theme/theme38.xml"/></Relationships>
</file>

<file path=ppt/slideMasters/_rels/slideMaster39.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slideLayout" Target="../slideLayouts/slideLayout40.xml"/><Relationship Id="rId3" Type="http://schemas.openxmlformats.org/officeDocument/2006/relationships/slideLayout" Target="../slideLayouts/slideLayout41.xml"/><Relationship Id="rId4" Type="http://schemas.openxmlformats.org/officeDocument/2006/relationships/slideLayout" Target="../slideLayouts/slideLayout42.xml"/><Relationship Id="rId5" Type="http://schemas.openxmlformats.org/officeDocument/2006/relationships/slideLayout" Target="../slideLayouts/slideLayout43.xml"/><Relationship Id="rId6" Type="http://schemas.openxmlformats.org/officeDocument/2006/relationships/slideLayout" Target="../slideLayouts/slideLayout44.xml"/><Relationship Id="rId7" Type="http://schemas.openxmlformats.org/officeDocument/2006/relationships/slideLayout" Target="../slideLayouts/slideLayout45.xml"/><Relationship Id="rId8" Type="http://schemas.openxmlformats.org/officeDocument/2006/relationships/slideLayout" Target="../slideLayouts/slideLayout46.xml"/><Relationship Id="rId9" Type="http://schemas.openxmlformats.org/officeDocument/2006/relationships/theme" Target="../theme/theme39.xml"/></Relationships>
</file>

<file path=ppt/slideMasters/_rels/slideMaster40.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theme" Target="../theme/theme40.xml"/></Relationships>
</file>

<file path=ppt/slideMasters/_rels/slideMaster41.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theme" Target="../theme/theme41.xml"/></Relationships>
</file>

<file path=ppt/slideMasters/_rels/slideMaster42.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theme" Target="../theme/theme42.xml"/></Relationships>
</file>

<file path=ppt/slideMasters/_rels/slideMaster43.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theme" Target="../theme/theme43.xml"/></Relationships>
</file>

<file path=ppt/slideMasters/_rels/slideMaster44.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theme" Target="../theme/theme44.xml"/></Relationships>
</file>

<file path=ppt/slideMasters/_rels/slideMaster45.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theme" Target="../theme/theme45.xml"/></Relationships>
</file>

<file path=ppt/slideMasters/_rels/slideMaster46.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theme" Target="../theme/theme4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838080" y="365040"/>
            <a:ext cx="10514160" cy="1324080"/>
          </a:xfrm>
          <a:prstGeom prst="rect">
            <a:avLst/>
          </a:prstGeom>
          <a:noFill/>
          <a:ln w="0">
            <a:noFill/>
          </a:ln>
        </p:spPr>
        <p:txBody>
          <a:bodyPr lIns="0" tIns="0" rIns="0" bIns="0" anchor="ctr">
            <a:noAutofit/>
          </a:bodyPr>
          <a:lstStyle/>
          <a:p>
            <a:pPr indent="0">
              <a:buNone/>
            </a:pPr>
            <a:r>
              <a:rPr lang="de-DE" sz="1800" b="0" u="none" strike="noStrike">
                <a:solidFill>
                  <a:srgbClr val="000000"/>
                </a:solidFill>
                <a:uFillTx/>
                <a:latin typeface="Arial"/>
              </a:rPr>
              <a:t>Format des Titeltextes durch Klicken bearbeiten</a:t>
            </a:r>
          </a:p>
        </p:txBody>
      </p:sp>
      <p:sp>
        <p:nvSpPr>
          <p:cNvPr id="5" name="PlaceHolder 2"/>
          <p:cNvSpPr>
            <a:spLocks noGrp="1"/>
          </p:cNvSpPr>
          <p:nvPr>
            <p:ph type="ftr" idx="1"/>
          </p:nvPr>
        </p:nvSpPr>
        <p:spPr>
          <a:xfrm>
            <a:off x="4038480" y="6356520"/>
            <a:ext cx="4113360" cy="363600"/>
          </a:xfrm>
          <a:prstGeom prst="rect">
            <a:avLst/>
          </a:prstGeom>
          <a:noFill/>
          <a:ln w="0">
            <a:noFill/>
          </a:ln>
        </p:spPr>
        <p:txBody>
          <a:bodyPr lIns="90000" tIns="45000" rIns="90000" bIns="45000" anchor="t">
            <a:noAutofit/>
          </a:bodyPr>
          <a:lstStyle>
            <a:lvl1pPr indent="0" algn="ctr">
              <a:lnSpc>
                <a:spcPct val="100000"/>
              </a:lnSpc>
              <a:buNone/>
              <a:tabLst>
                <a:tab pos="0" algn="l"/>
              </a:tabLst>
              <a:defRPr lang="de-DE" sz="1400" b="0" u="none" strike="noStrike">
                <a:solidFill>
                  <a:srgbClr val="000000"/>
                </a:solidFill>
                <a:uFillTx/>
                <a:latin typeface="Times New Roman"/>
              </a:defRPr>
            </a:lvl1pPr>
          </a:lstStyle>
          <a:p>
            <a:pPr indent="0" algn="ctr">
              <a:lnSpc>
                <a:spcPct val="100000"/>
              </a:lnSpc>
              <a:buNone/>
              <a:tabLst>
                <a:tab pos="0" algn="l"/>
              </a:tabLst>
            </a:pPr>
            <a:r>
              <a:rPr lang="de-DE" sz="1400" b="0" u="none" strike="noStrike">
                <a:solidFill>
                  <a:srgbClr val="000000"/>
                </a:solidFill>
                <a:uFillTx/>
                <a:latin typeface="Times New Roman"/>
              </a:rPr>
              <a:t>&lt;Fußzeile&gt;</a:t>
            </a:r>
          </a:p>
        </p:txBody>
      </p:sp>
      <p:sp>
        <p:nvSpPr>
          <p:cNvPr id="2" name="PlaceHolder 3"/>
          <p:cNvSpPr>
            <a:spLocks noGrp="1"/>
          </p:cNvSpPr>
          <p:nvPr>
            <p:ph type="sldNum" idx="2"/>
          </p:nvPr>
        </p:nvSpPr>
        <p:spPr>
          <a:xfrm>
            <a:off x="8610480" y="6356520"/>
            <a:ext cx="2741760" cy="3636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de-DE" sz="1200" b="0" u="none" strike="noStrike">
                <a:solidFill>
                  <a:schemeClr val="dk1">
                    <a:tint val="75000"/>
                  </a:schemeClr>
                </a:solidFill>
                <a:uFillTx/>
                <a:latin typeface="Calibri"/>
              </a:defRPr>
            </a:lvl1pPr>
          </a:lstStyle>
          <a:p>
            <a:pPr indent="0" algn="r" defTabSz="914400">
              <a:lnSpc>
                <a:spcPct val="100000"/>
              </a:lnSpc>
              <a:buNone/>
              <a:tabLst>
                <a:tab pos="0" algn="l"/>
              </a:tabLst>
            </a:pPr>
            <a:fld id="{7EDCDE1F-064D-45D8-92DA-DEA6CE3A573F}" type="slidenum">
              <a:rPr lang="de-DE" sz="1200" b="0" u="none" strike="noStrike">
                <a:solidFill>
                  <a:schemeClr val="dk1">
                    <a:tint val="75000"/>
                  </a:schemeClr>
                </a:solidFill>
                <a:uFillTx/>
                <a:latin typeface="Calibri"/>
              </a:rPr>
              <a:t>‹Nr.›</a:t>
            </a:fld>
            <a:endParaRPr lang="de-DE" sz="1200" b="0" u="none" strike="noStrike">
              <a:solidFill>
                <a:srgbClr val="000000"/>
              </a:solidFill>
              <a:uFillTx/>
              <a:latin typeface="Times New Roman"/>
            </a:endParaRPr>
          </a:p>
        </p:txBody>
      </p:sp>
      <p:sp>
        <p:nvSpPr>
          <p:cNvPr id="3" name="PlaceHolder 4"/>
          <p:cNvSpPr>
            <a:spLocks noGrp="1"/>
          </p:cNvSpPr>
          <p:nvPr>
            <p:ph type="dt" idx="3"/>
          </p:nvPr>
        </p:nvSpPr>
        <p:spPr>
          <a:xfrm>
            <a:off x="838080" y="6356520"/>
            <a:ext cx="2741760" cy="363600"/>
          </a:xfrm>
          <a:prstGeom prst="rect">
            <a:avLst/>
          </a:prstGeom>
          <a:noFill/>
          <a:ln w="0">
            <a:noFill/>
          </a:ln>
        </p:spPr>
        <p:txBody>
          <a:bodyPr lIns="91440" tIns="45720" rIns="91440" bIns="45720" anchor="ctr">
            <a:noAutofit/>
          </a:bodyPr>
          <a:lstStyle>
            <a:lvl1pPr indent="0">
              <a:buNone/>
              <a:defRPr lang="de-DE" sz="1400" b="0" u="none" strike="noStrike">
                <a:solidFill>
                  <a:srgbClr val="000000"/>
                </a:solidFill>
                <a:uFillTx/>
                <a:latin typeface="Times New Roman"/>
              </a:defRPr>
            </a:lvl1pPr>
          </a:lstStyle>
          <a:p>
            <a:pPr indent="0">
              <a:buNone/>
            </a:pPr>
            <a:r>
              <a:rPr lang="de-DE" sz="1400" b="0" u="none" strike="noStrike">
                <a:solidFill>
                  <a:srgbClr val="000000"/>
                </a:solidFill>
                <a:uFillTx/>
                <a:latin typeface="Times New Roman"/>
              </a:rPr>
              <a:t>&lt;Datum/Uhrzeit&gt;</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PlaceHolder 1"/>
          <p:cNvSpPr>
            <a:spLocks noGrp="1"/>
          </p:cNvSpPr>
          <p:nvPr>
            <p:ph type="ftr" idx="4"/>
          </p:nvPr>
        </p:nvSpPr>
        <p:spPr>
          <a:xfrm>
            <a:off x="4038480" y="6356520"/>
            <a:ext cx="4113360" cy="363600"/>
          </a:xfrm>
          <a:prstGeom prst="rect">
            <a:avLst/>
          </a:prstGeom>
          <a:noFill/>
          <a:ln w="0">
            <a:noFill/>
          </a:ln>
        </p:spPr>
        <p:txBody>
          <a:bodyPr lIns="90000" tIns="45000" rIns="90000" bIns="45000" anchor="t">
            <a:noAutofit/>
          </a:bodyPr>
          <a:lstStyle>
            <a:lvl1pPr indent="0" algn="ctr">
              <a:lnSpc>
                <a:spcPct val="100000"/>
              </a:lnSpc>
              <a:buNone/>
              <a:tabLst>
                <a:tab pos="0" algn="l"/>
              </a:tabLst>
              <a:defRPr lang="de-DE" sz="1400" b="0" u="none" strike="noStrike">
                <a:solidFill>
                  <a:srgbClr val="000000"/>
                </a:solidFill>
                <a:uFillTx/>
                <a:latin typeface="Times New Roman"/>
              </a:defRPr>
            </a:lvl1pPr>
          </a:lstStyle>
          <a:p>
            <a:pPr indent="0" algn="ctr">
              <a:lnSpc>
                <a:spcPct val="100000"/>
              </a:lnSpc>
              <a:buNone/>
              <a:tabLst>
                <a:tab pos="0" algn="l"/>
              </a:tabLst>
            </a:pPr>
            <a:r>
              <a:rPr lang="de-DE" sz="1400" b="0" u="none" strike="noStrike">
                <a:solidFill>
                  <a:srgbClr val="000000"/>
                </a:solidFill>
                <a:uFillTx/>
                <a:latin typeface="Times New Roman"/>
              </a:rPr>
              <a:t> </a:t>
            </a:r>
          </a:p>
        </p:txBody>
      </p:sp>
      <p:sp>
        <p:nvSpPr>
          <p:cNvPr id="7" name="PlaceHolder 2"/>
          <p:cNvSpPr>
            <a:spLocks noGrp="1"/>
          </p:cNvSpPr>
          <p:nvPr>
            <p:ph type="sldNum" idx="5"/>
          </p:nvPr>
        </p:nvSpPr>
        <p:spPr>
          <a:xfrm>
            <a:off x="8610480" y="6356520"/>
            <a:ext cx="2741760" cy="3636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de-DE" sz="1200" b="0" u="none" strike="noStrike">
                <a:solidFill>
                  <a:schemeClr val="dk1">
                    <a:tint val="75000"/>
                  </a:schemeClr>
                </a:solidFill>
                <a:uFillTx/>
                <a:latin typeface="Calibri"/>
              </a:defRPr>
            </a:lvl1pPr>
          </a:lstStyle>
          <a:p>
            <a:pPr indent="0" algn="r" defTabSz="914400">
              <a:lnSpc>
                <a:spcPct val="100000"/>
              </a:lnSpc>
              <a:buNone/>
              <a:tabLst>
                <a:tab pos="0" algn="l"/>
              </a:tabLst>
            </a:pPr>
            <a:fld id="{A40AFB40-93BA-40D6-9AE1-6E3DEA508D4D}" type="slidenum">
              <a:rPr lang="de-DE" sz="1200" b="0" u="none" strike="noStrike">
                <a:solidFill>
                  <a:schemeClr val="dk1">
                    <a:tint val="75000"/>
                  </a:schemeClr>
                </a:solidFill>
                <a:uFillTx/>
                <a:latin typeface="Calibri"/>
              </a:rPr>
              <a:t>‹Nr.›</a:t>
            </a:fld>
            <a:endParaRPr lang="de-DE" sz="1200" b="0" u="none" strike="noStrike">
              <a:solidFill>
                <a:srgbClr val="000000"/>
              </a:solidFill>
              <a:uFillTx/>
              <a:latin typeface="Times New Roman"/>
            </a:endParaRPr>
          </a:p>
        </p:txBody>
      </p:sp>
      <p:sp>
        <p:nvSpPr>
          <p:cNvPr id="8" name="PlaceHolder 3"/>
          <p:cNvSpPr>
            <a:spLocks noGrp="1"/>
          </p:cNvSpPr>
          <p:nvPr>
            <p:ph type="dt" idx="6"/>
          </p:nvPr>
        </p:nvSpPr>
        <p:spPr>
          <a:xfrm>
            <a:off x="838080" y="6356520"/>
            <a:ext cx="2741760" cy="363600"/>
          </a:xfrm>
          <a:prstGeom prst="rect">
            <a:avLst/>
          </a:prstGeom>
          <a:noFill/>
          <a:ln w="0">
            <a:noFill/>
          </a:ln>
        </p:spPr>
        <p:txBody>
          <a:bodyPr lIns="91440" tIns="45720" rIns="91440" bIns="45720" anchor="ctr">
            <a:noAutofit/>
          </a:bodyPr>
          <a:lstStyle>
            <a:lvl1pPr indent="0">
              <a:buNone/>
              <a:defRPr lang="de-DE" sz="1400" b="0" u="none" strike="noStrike">
                <a:solidFill>
                  <a:srgbClr val="000000"/>
                </a:solidFill>
                <a:uFillTx/>
                <a:latin typeface="Times New Roman"/>
              </a:defRPr>
            </a:lvl1pPr>
          </a:lstStyle>
          <a:p>
            <a:pPr indent="0">
              <a:buNone/>
            </a:pPr>
            <a:r>
              <a:rPr lang="de-DE" sz="1400" b="0" u="none" strike="noStrike">
                <a:solidFill>
                  <a:srgbClr val="000000"/>
                </a:solidFill>
                <a:uFillTx/>
                <a:latin typeface="Times New Roman"/>
              </a:rPr>
              <a:t> </a:t>
            </a:r>
          </a:p>
        </p:txBody>
      </p:sp>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PlaceHolder 1"/>
          <p:cNvSpPr>
            <a:spLocks noGrp="1"/>
          </p:cNvSpPr>
          <p:nvPr>
            <p:ph type="ftr" idx="7"/>
          </p:nvPr>
        </p:nvSpPr>
        <p:spPr>
          <a:xfrm>
            <a:off x="4038480" y="6356520"/>
            <a:ext cx="4113360" cy="363600"/>
          </a:xfrm>
          <a:prstGeom prst="rect">
            <a:avLst/>
          </a:prstGeom>
          <a:noFill/>
          <a:ln w="0">
            <a:noFill/>
          </a:ln>
        </p:spPr>
        <p:txBody>
          <a:bodyPr lIns="90000" tIns="45000" rIns="90000" bIns="45000" anchor="t">
            <a:noAutofit/>
          </a:bodyPr>
          <a:lstStyle>
            <a:lvl1pPr indent="0" algn="ctr">
              <a:lnSpc>
                <a:spcPct val="100000"/>
              </a:lnSpc>
              <a:buNone/>
              <a:tabLst>
                <a:tab pos="0" algn="l"/>
              </a:tabLst>
              <a:defRPr lang="de-DE" sz="1400" b="0" u="none" strike="noStrike">
                <a:solidFill>
                  <a:srgbClr val="000000"/>
                </a:solidFill>
                <a:uFillTx/>
                <a:latin typeface="Times New Roman"/>
              </a:defRPr>
            </a:lvl1pPr>
          </a:lstStyle>
          <a:p>
            <a:pPr indent="0" algn="ctr">
              <a:lnSpc>
                <a:spcPct val="100000"/>
              </a:lnSpc>
              <a:buNone/>
              <a:tabLst>
                <a:tab pos="0" algn="l"/>
              </a:tabLst>
            </a:pPr>
            <a:r>
              <a:rPr lang="de-DE" sz="1400" b="0" u="none" strike="noStrike">
                <a:solidFill>
                  <a:srgbClr val="000000"/>
                </a:solidFill>
                <a:uFillTx/>
                <a:latin typeface="Times New Roman"/>
              </a:rPr>
              <a:t> </a:t>
            </a:r>
          </a:p>
        </p:txBody>
      </p:sp>
      <p:sp>
        <p:nvSpPr>
          <p:cNvPr id="10" name="PlaceHolder 2"/>
          <p:cNvSpPr>
            <a:spLocks noGrp="1"/>
          </p:cNvSpPr>
          <p:nvPr>
            <p:ph type="sldNum" idx="8"/>
          </p:nvPr>
        </p:nvSpPr>
        <p:spPr>
          <a:xfrm>
            <a:off x="8610480" y="6356520"/>
            <a:ext cx="2741760" cy="3636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de-DE" sz="1200" b="0" u="none" strike="noStrike">
                <a:solidFill>
                  <a:schemeClr val="dk1">
                    <a:tint val="75000"/>
                  </a:schemeClr>
                </a:solidFill>
                <a:uFillTx/>
                <a:latin typeface="Calibri"/>
              </a:defRPr>
            </a:lvl1pPr>
          </a:lstStyle>
          <a:p>
            <a:pPr indent="0" algn="r" defTabSz="914400">
              <a:lnSpc>
                <a:spcPct val="100000"/>
              </a:lnSpc>
              <a:buNone/>
              <a:tabLst>
                <a:tab pos="0" algn="l"/>
              </a:tabLst>
            </a:pPr>
            <a:fld id="{7A1A2AD5-7CE6-4695-819E-27F0AD6B920A}" type="slidenum">
              <a:rPr lang="de-DE" sz="1200" b="0" u="none" strike="noStrike">
                <a:solidFill>
                  <a:schemeClr val="dk1">
                    <a:tint val="75000"/>
                  </a:schemeClr>
                </a:solidFill>
                <a:uFillTx/>
                <a:latin typeface="Calibri"/>
              </a:rPr>
              <a:t>‹Nr.›</a:t>
            </a:fld>
            <a:endParaRPr lang="de-DE" sz="1200" b="0" u="none" strike="noStrike">
              <a:solidFill>
                <a:srgbClr val="000000"/>
              </a:solidFill>
              <a:uFillTx/>
              <a:latin typeface="Times New Roman"/>
            </a:endParaRPr>
          </a:p>
        </p:txBody>
      </p:sp>
      <p:sp>
        <p:nvSpPr>
          <p:cNvPr id="11" name="PlaceHolder 3"/>
          <p:cNvSpPr>
            <a:spLocks noGrp="1"/>
          </p:cNvSpPr>
          <p:nvPr>
            <p:ph type="dt" idx="9"/>
          </p:nvPr>
        </p:nvSpPr>
        <p:spPr>
          <a:xfrm>
            <a:off x="838080" y="6356520"/>
            <a:ext cx="2741760" cy="363600"/>
          </a:xfrm>
          <a:prstGeom prst="rect">
            <a:avLst/>
          </a:prstGeom>
          <a:noFill/>
          <a:ln w="0">
            <a:noFill/>
          </a:ln>
        </p:spPr>
        <p:txBody>
          <a:bodyPr lIns="91440" tIns="45720" rIns="91440" bIns="45720" anchor="ctr">
            <a:noAutofit/>
          </a:bodyPr>
          <a:lstStyle>
            <a:lvl1pPr indent="0">
              <a:buNone/>
              <a:defRPr lang="de-DE" sz="1400" b="0" u="none" strike="noStrike">
                <a:solidFill>
                  <a:srgbClr val="000000"/>
                </a:solidFill>
                <a:uFillTx/>
                <a:latin typeface="Times New Roman"/>
              </a:defRPr>
            </a:lvl1pPr>
          </a:lstStyle>
          <a:p>
            <a:pPr indent="0">
              <a:buNone/>
            </a:pPr>
            <a:r>
              <a:rPr lang="de-DE" sz="1400" b="0" u="none" strike="noStrike">
                <a:solidFill>
                  <a:srgbClr val="000000"/>
                </a:solidFill>
                <a:uFillTx/>
                <a:latin typeface="Times New Roman"/>
              </a:rPr>
              <a:t> </a:t>
            </a:r>
          </a:p>
        </p:txBody>
      </p:sp>
    </p:spTree>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838080" y="365040"/>
            <a:ext cx="10514160" cy="1324080"/>
          </a:xfrm>
          <a:prstGeom prst="rect">
            <a:avLst/>
          </a:prstGeom>
          <a:noFill/>
          <a:ln w="0">
            <a:noFill/>
          </a:ln>
        </p:spPr>
        <p:txBody>
          <a:bodyPr lIns="0" tIns="0" rIns="0" bIns="0" anchor="ctr">
            <a:noAutofit/>
          </a:bodyPr>
          <a:lstStyle/>
          <a:p>
            <a:pPr indent="0">
              <a:buNone/>
            </a:pPr>
            <a:r>
              <a:rPr lang="de-DE" sz="1800" b="0" u="none" strike="noStrike">
                <a:solidFill>
                  <a:srgbClr val="000000"/>
                </a:solidFill>
                <a:uFillTx/>
                <a:latin typeface="Arial"/>
              </a:rPr>
              <a:t>Format des Titeltextes durch Klicken bearbeiten</a:t>
            </a:r>
          </a:p>
        </p:txBody>
      </p:sp>
      <p:sp>
        <p:nvSpPr>
          <p:cNvPr id="13" name="PlaceHolder 2"/>
          <p:cNvSpPr>
            <a:spLocks noGrp="1"/>
          </p:cNvSpPr>
          <p:nvPr>
            <p:ph type="body"/>
          </p:nvPr>
        </p:nvSpPr>
        <p:spPr>
          <a:xfrm>
            <a:off x="838080" y="1825560"/>
            <a:ext cx="10514160" cy="43498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de-DE" sz="1800" b="0" u="none" strike="noStrike">
                <a:solidFill>
                  <a:srgbClr val="000000"/>
                </a:solidFill>
                <a:uFillTx/>
                <a:latin typeface="Arial"/>
              </a:rPr>
              <a:t>Format des Gliederungstextes durch Klicken bearbeiten</a:t>
            </a:r>
          </a:p>
          <a:p>
            <a:pPr marL="864000" lvl="1" indent="-324000">
              <a:spcBef>
                <a:spcPts val="1134"/>
              </a:spcBef>
              <a:buClr>
                <a:srgbClr val="000000"/>
              </a:buClr>
              <a:buSzPct val="75000"/>
              <a:buFont typeface="Symbol" charset="2"/>
              <a:buChar char=""/>
            </a:pPr>
            <a:r>
              <a:rPr lang="de-DE" sz="1800" b="0" u="none" strike="noStrike">
                <a:solidFill>
                  <a:srgbClr val="000000"/>
                </a:solidFill>
                <a:uFillTx/>
                <a:latin typeface="Arial"/>
              </a:rPr>
              <a:t>Zweite Gliederungsebene</a:t>
            </a:r>
          </a:p>
          <a:p>
            <a:pPr marL="1296000" lvl="2" indent="-288000">
              <a:spcBef>
                <a:spcPts val="850"/>
              </a:spcBef>
              <a:buClr>
                <a:srgbClr val="000000"/>
              </a:buClr>
              <a:buSzPct val="45000"/>
              <a:buFont typeface="Wingdings" charset="2"/>
              <a:buChar char=""/>
            </a:pPr>
            <a:r>
              <a:rPr lang="de-DE" sz="1800" b="0" u="none" strike="noStrike">
                <a:solidFill>
                  <a:srgbClr val="000000"/>
                </a:solidFill>
                <a:uFillTx/>
                <a:latin typeface="Arial"/>
              </a:rPr>
              <a:t>Dritte Gliederungsebene</a:t>
            </a:r>
          </a:p>
          <a:p>
            <a:pPr marL="1728000" lvl="3" indent="-216000">
              <a:spcBef>
                <a:spcPts val="567"/>
              </a:spcBef>
              <a:buClr>
                <a:srgbClr val="000000"/>
              </a:buClr>
              <a:buSzPct val="75000"/>
              <a:buFont typeface="Symbol" charset="2"/>
              <a:buChar char=""/>
            </a:pPr>
            <a:r>
              <a:rPr lang="de-DE" sz="1800" b="0" u="none" strike="noStrike">
                <a:solidFill>
                  <a:srgbClr val="000000"/>
                </a:solidFill>
                <a:uFillTx/>
                <a:latin typeface="Arial"/>
              </a:rPr>
              <a:t>Vierte Gliederungsebene</a:t>
            </a:r>
          </a:p>
          <a:p>
            <a:pPr marL="2160000" lvl="4" indent="-216000">
              <a:spcBef>
                <a:spcPts val="283"/>
              </a:spcBef>
              <a:buClr>
                <a:srgbClr val="000000"/>
              </a:buClr>
              <a:buSzPct val="45000"/>
              <a:buFont typeface="Wingdings" charset="2"/>
              <a:buChar char=""/>
            </a:pPr>
            <a:r>
              <a:rPr lang="de-DE" sz="1800" b="0" u="none" strike="noStrike">
                <a:solidFill>
                  <a:srgbClr val="000000"/>
                </a:solidFill>
                <a:uFillTx/>
                <a:latin typeface="Arial"/>
              </a:rPr>
              <a:t>Fünfte Gliederungsebene</a:t>
            </a:r>
          </a:p>
          <a:p>
            <a:pPr marL="2592000" lvl="5" indent="-216000">
              <a:spcBef>
                <a:spcPts val="283"/>
              </a:spcBef>
              <a:buClr>
                <a:srgbClr val="000000"/>
              </a:buClr>
              <a:buSzPct val="45000"/>
              <a:buFont typeface="Wingdings" charset="2"/>
              <a:buChar char=""/>
            </a:pPr>
            <a:r>
              <a:rPr lang="de-DE" sz="1800" b="0" u="none" strike="noStrike">
                <a:solidFill>
                  <a:srgbClr val="000000"/>
                </a:solidFill>
                <a:uFillTx/>
                <a:latin typeface="Arial"/>
              </a:rPr>
              <a:t>Sechste Gliederungsebene</a:t>
            </a:r>
          </a:p>
          <a:p>
            <a:pPr marL="3024000" lvl="6" indent="-216000">
              <a:spcBef>
                <a:spcPts val="283"/>
              </a:spcBef>
              <a:buClr>
                <a:srgbClr val="000000"/>
              </a:buClr>
              <a:buSzPct val="45000"/>
              <a:buFont typeface="Wingdings" charset="2"/>
              <a:buChar char=""/>
            </a:pPr>
            <a:r>
              <a:rPr lang="de-DE" sz="1800" b="0" u="none" strike="noStrike">
                <a:solidFill>
                  <a:srgbClr val="000000"/>
                </a:solidFill>
                <a:uFillTx/>
                <a:latin typeface="Arial"/>
              </a:rPr>
              <a:t>Siebte Gliederungsebene</a:t>
            </a:r>
          </a:p>
        </p:txBody>
      </p:sp>
      <p:sp>
        <p:nvSpPr>
          <p:cNvPr id="14" name="PlaceHolder 3"/>
          <p:cNvSpPr>
            <a:spLocks noGrp="1"/>
          </p:cNvSpPr>
          <p:nvPr>
            <p:ph type="ftr" idx="10"/>
          </p:nvPr>
        </p:nvSpPr>
        <p:spPr>
          <a:xfrm>
            <a:off x="4038480" y="6356520"/>
            <a:ext cx="4113360" cy="363600"/>
          </a:xfrm>
          <a:prstGeom prst="rect">
            <a:avLst/>
          </a:prstGeom>
          <a:noFill/>
          <a:ln w="0">
            <a:noFill/>
          </a:ln>
        </p:spPr>
        <p:txBody>
          <a:bodyPr lIns="90000" tIns="45000" rIns="90000" bIns="45000" anchor="t">
            <a:noAutofit/>
          </a:bodyPr>
          <a:lstStyle>
            <a:lvl1pPr indent="0" algn="ctr">
              <a:lnSpc>
                <a:spcPct val="100000"/>
              </a:lnSpc>
              <a:buNone/>
              <a:tabLst>
                <a:tab pos="0" algn="l"/>
              </a:tabLst>
              <a:defRPr lang="de-DE" sz="1400" b="0" u="none" strike="noStrike">
                <a:solidFill>
                  <a:srgbClr val="000000"/>
                </a:solidFill>
                <a:uFillTx/>
                <a:latin typeface="Times New Roman"/>
              </a:defRPr>
            </a:lvl1pPr>
          </a:lstStyle>
          <a:p>
            <a:pPr indent="0" algn="ctr">
              <a:lnSpc>
                <a:spcPct val="100000"/>
              </a:lnSpc>
              <a:buNone/>
              <a:tabLst>
                <a:tab pos="0" algn="l"/>
              </a:tabLst>
            </a:pPr>
            <a:r>
              <a:rPr lang="de-DE" sz="1400" b="0" u="none" strike="noStrike">
                <a:solidFill>
                  <a:srgbClr val="000000"/>
                </a:solidFill>
                <a:uFillTx/>
                <a:latin typeface="Times New Roman"/>
              </a:rPr>
              <a:t>&lt;Fußzeile&gt;</a:t>
            </a:r>
          </a:p>
        </p:txBody>
      </p:sp>
      <p:sp>
        <p:nvSpPr>
          <p:cNvPr id="15" name="PlaceHolder 4"/>
          <p:cNvSpPr>
            <a:spLocks noGrp="1"/>
          </p:cNvSpPr>
          <p:nvPr>
            <p:ph type="sldNum" idx="11"/>
          </p:nvPr>
        </p:nvSpPr>
        <p:spPr>
          <a:xfrm>
            <a:off x="8610480" y="6356520"/>
            <a:ext cx="2741760" cy="3636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de-DE" sz="1200" b="0" u="none" strike="noStrike">
                <a:solidFill>
                  <a:schemeClr val="dk1">
                    <a:tint val="75000"/>
                  </a:schemeClr>
                </a:solidFill>
                <a:uFillTx/>
                <a:latin typeface="Calibri"/>
              </a:defRPr>
            </a:lvl1pPr>
          </a:lstStyle>
          <a:p>
            <a:pPr indent="0" algn="r" defTabSz="914400">
              <a:lnSpc>
                <a:spcPct val="100000"/>
              </a:lnSpc>
              <a:buNone/>
              <a:tabLst>
                <a:tab pos="0" algn="l"/>
              </a:tabLst>
            </a:pPr>
            <a:fld id="{73426B34-798F-4F14-82E8-8C8BA85C059F}" type="slidenum">
              <a:rPr lang="de-DE" sz="1200" b="0" u="none" strike="noStrike">
                <a:solidFill>
                  <a:schemeClr val="dk1">
                    <a:tint val="75000"/>
                  </a:schemeClr>
                </a:solidFill>
                <a:uFillTx/>
                <a:latin typeface="Calibri"/>
              </a:rPr>
              <a:t>‹Nr.›</a:t>
            </a:fld>
            <a:endParaRPr lang="de-DE" sz="1200" b="0" u="none" strike="noStrike">
              <a:solidFill>
                <a:srgbClr val="000000"/>
              </a:solidFill>
              <a:uFillTx/>
              <a:latin typeface="Times New Roman"/>
            </a:endParaRPr>
          </a:p>
        </p:txBody>
      </p:sp>
      <p:sp>
        <p:nvSpPr>
          <p:cNvPr id="16" name="PlaceHolder 5"/>
          <p:cNvSpPr>
            <a:spLocks noGrp="1"/>
          </p:cNvSpPr>
          <p:nvPr>
            <p:ph type="dt" idx="12"/>
          </p:nvPr>
        </p:nvSpPr>
        <p:spPr>
          <a:xfrm>
            <a:off x="838080" y="6356520"/>
            <a:ext cx="2741760" cy="363600"/>
          </a:xfrm>
          <a:prstGeom prst="rect">
            <a:avLst/>
          </a:prstGeom>
          <a:noFill/>
          <a:ln w="0">
            <a:noFill/>
          </a:ln>
        </p:spPr>
        <p:txBody>
          <a:bodyPr lIns="91440" tIns="45720" rIns="91440" bIns="45720" anchor="ctr">
            <a:noAutofit/>
          </a:bodyPr>
          <a:lstStyle>
            <a:lvl1pPr indent="0">
              <a:buNone/>
              <a:defRPr lang="de-DE" sz="1400" b="0" u="none" strike="noStrike">
                <a:solidFill>
                  <a:srgbClr val="000000"/>
                </a:solidFill>
                <a:uFillTx/>
                <a:latin typeface="Times New Roman"/>
              </a:defRPr>
            </a:lvl1pPr>
          </a:lstStyle>
          <a:p>
            <a:pPr indent="0">
              <a:buNone/>
            </a:pPr>
            <a:r>
              <a:rPr lang="de-DE" sz="1400" b="0" u="none" strike="noStrike">
                <a:solidFill>
                  <a:srgbClr val="000000"/>
                </a:solidFill>
                <a:uFillTx/>
                <a:latin typeface="Times New Roman"/>
              </a:rPr>
              <a:t>&lt;Datum/Uhrzeit&gt;</a:t>
            </a:r>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PlaceHolder 1"/>
          <p:cNvSpPr>
            <a:spLocks noGrp="1"/>
          </p:cNvSpPr>
          <p:nvPr>
            <p:ph type="ftr" idx="13"/>
          </p:nvPr>
        </p:nvSpPr>
        <p:spPr>
          <a:xfrm>
            <a:off x="4038480" y="6356520"/>
            <a:ext cx="4113360" cy="363600"/>
          </a:xfrm>
          <a:prstGeom prst="rect">
            <a:avLst/>
          </a:prstGeom>
          <a:noFill/>
          <a:ln w="0">
            <a:noFill/>
          </a:ln>
        </p:spPr>
        <p:txBody>
          <a:bodyPr lIns="90000" tIns="45000" rIns="90000" bIns="45000" anchor="t">
            <a:noAutofit/>
          </a:bodyPr>
          <a:lstStyle>
            <a:lvl1pPr indent="0" algn="ctr">
              <a:lnSpc>
                <a:spcPct val="100000"/>
              </a:lnSpc>
              <a:buNone/>
              <a:tabLst>
                <a:tab pos="0" algn="l"/>
              </a:tabLst>
              <a:defRPr lang="de-DE" sz="1400" b="0" u="none" strike="noStrike">
                <a:solidFill>
                  <a:srgbClr val="000000"/>
                </a:solidFill>
                <a:uFillTx/>
                <a:latin typeface="Times New Roman"/>
              </a:defRPr>
            </a:lvl1pPr>
          </a:lstStyle>
          <a:p>
            <a:pPr indent="0" algn="ctr">
              <a:lnSpc>
                <a:spcPct val="100000"/>
              </a:lnSpc>
              <a:buNone/>
              <a:tabLst>
                <a:tab pos="0" algn="l"/>
              </a:tabLst>
            </a:pPr>
            <a:r>
              <a:rPr lang="de-DE" sz="1400" b="0" u="none" strike="noStrike">
                <a:solidFill>
                  <a:srgbClr val="000000"/>
                </a:solidFill>
                <a:uFillTx/>
                <a:latin typeface="Times New Roman"/>
              </a:rPr>
              <a:t> </a:t>
            </a:r>
          </a:p>
        </p:txBody>
      </p:sp>
      <p:sp>
        <p:nvSpPr>
          <p:cNvPr id="20" name="PlaceHolder 2"/>
          <p:cNvSpPr>
            <a:spLocks noGrp="1"/>
          </p:cNvSpPr>
          <p:nvPr>
            <p:ph type="sldNum" idx="14"/>
          </p:nvPr>
        </p:nvSpPr>
        <p:spPr>
          <a:xfrm>
            <a:off x="8610480" y="6356520"/>
            <a:ext cx="2741760" cy="3636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de-DE" sz="1200" b="0" u="none" strike="noStrike">
                <a:solidFill>
                  <a:schemeClr val="dk1">
                    <a:tint val="75000"/>
                  </a:schemeClr>
                </a:solidFill>
                <a:uFillTx/>
                <a:latin typeface="Calibri"/>
              </a:defRPr>
            </a:lvl1pPr>
          </a:lstStyle>
          <a:p>
            <a:pPr indent="0" algn="r" defTabSz="914400">
              <a:lnSpc>
                <a:spcPct val="100000"/>
              </a:lnSpc>
              <a:buNone/>
              <a:tabLst>
                <a:tab pos="0" algn="l"/>
              </a:tabLst>
            </a:pPr>
            <a:fld id="{65A0A3F1-5BC9-4863-B447-3B539A9F63D1}" type="slidenum">
              <a:rPr lang="de-DE" sz="1200" b="0" u="none" strike="noStrike">
                <a:solidFill>
                  <a:schemeClr val="dk1">
                    <a:tint val="75000"/>
                  </a:schemeClr>
                </a:solidFill>
                <a:uFillTx/>
                <a:latin typeface="Calibri"/>
              </a:rPr>
              <a:t>‹Nr.›</a:t>
            </a:fld>
            <a:endParaRPr lang="de-DE" sz="1200" b="0" u="none" strike="noStrike">
              <a:solidFill>
                <a:srgbClr val="000000"/>
              </a:solidFill>
              <a:uFillTx/>
              <a:latin typeface="Times New Roman"/>
            </a:endParaRPr>
          </a:p>
        </p:txBody>
      </p:sp>
      <p:sp>
        <p:nvSpPr>
          <p:cNvPr id="21" name="PlaceHolder 3"/>
          <p:cNvSpPr>
            <a:spLocks noGrp="1"/>
          </p:cNvSpPr>
          <p:nvPr>
            <p:ph type="dt" idx="15"/>
          </p:nvPr>
        </p:nvSpPr>
        <p:spPr>
          <a:xfrm>
            <a:off x="838080" y="6356520"/>
            <a:ext cx="2741760" cy="363600"/>
          </a:xfrm>
          <a:prstGeom prst="rect">
            <a:avLst/>
          </a:prstGeom>
          <a:noFill/>
          <a:ln w="0">
            <a:noFill/>
          </a:ln>
        </p:spPr>
        <p:txBody>
          <a:bodyPr lIns="91440" tIns="45720" rIns="91440" bIns="45720" anchor="ctr">
            <a:noAutofit/>
          </a:bodyPr>
          <a:lstStyle>
            <a:lvl1pPr indent="0">
              <a:buNone/>
              <a:defRPr lang="de-DE" sz="1400" b="0" u="none" strike="noStrike">
                <a:solidFill>
                  <a:srgbClr val="000000"/>
                </a:solidFill>
                <a:uFillTx/>
                <a:latin typeface="Times New Roman"/>
              </a:defRPr>
            </a:lvl1pPr>
          </a:lstStyle>
          <a:p>
            <a:pPr indent="0">
              <a:buNone/>
            </a:pPr>
            <a:r>
              <a:rPr lang="de-DE" sz="1400" b="0" u="none" strike="noStrike">
                <a:solidFill>
                  <a:srgbClr val="000000"/>
                </a:solidFill>
                <a:uFillTx/>
                <a:latin typeface="Times New Roman"/>
              </a:rPr>
              <a:t> </a:t>
            </a:r>
          </a:p>
        </p:txBody>
      </p: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838080" y="365040"/>
            <a:ext cx="10514160" cy="1324080"/>
          </a:xfrm>
          <a:prstGeom prst="rect">
            <a:avLst/>
          </a:prstGeom>
          <a:noFill/>
          <a:ln w="0">
            <a:noFill/>
          </a:ln>
        </p:spPr>
        <p:txBody>
          <a:bodyPr lIns="0" tIns="0" rIns="0" bIns="0" anchor="ctr">
            <a:noAutofit/>
          </a:bodyPr>
          <a:lstStyle/>
          <a:p>
            <a:pPr indent="0">
              <a:buNone/>
            </a:pPr>
            <a:r>
              <a:rPr lang="de-DE" sz="1800" b="0" u="none" strike="noStrike">
                <a:solidFill>
                  <a:srgbClr val="000000"/>
                </a:solidFill>
                <a:uFillTx/>
                <a:latin typeface="Arial"/>
              </a:rPr>
              <a:t>Format des Titeltextes durch Klicken bearbeiten</a:t>
            </a:r>
          </a:p>
        </p:txBody>
      </p:sp>
      <p:sp>
        <p:nvSpPr>
          <p:cNvPr id="23" name="PlaceHolder 2"/>
          <p:cNvSpPr>
            <a:spLocks noGrp="1"/>
          </p:cNvSpPr>
          <p:nvPr>
            <p:ph type="body"/>
          </p:nvPr>
        </p:nvSpPr>
        <p:spPr>
          <a:xfrm>
            <a:off x="838080" y="1825560"/>
            <a:ext cx="5130720" cy="43498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de-DE" sz="1800" b="0" u="none" strike="noStrike">
                <a:solidFill>
                  <a:srgbClr val="000000"/>
                </a:solidFill>
                <a:uFillTx/>
                <a:latin typeface="Arial"/>
              </a:rPr>
              <a:t>Format des Gliederungstextes durch Klicken bearbeiten</a:t>
            </a:r>
          </a:p>
          <a:p>
            <a:pPr marL="864000" lvl="1" indent="-324000">
              <a:spcBef>
                <a:spcPts val="1134"/>
              </a:spcBef>
              <a:buClr>
                <a:srgbClr val="000000"/>
              </a:buClr>
              <a:buSzPct val="75000"/>
              <a:buFont typeface="Symbol" charset="2"/>
              <a:buChar char=""/>
            </a:pPr>
            <a:r>
              <a:rPr lang="de-DE" sz="1800" b="0" u="none" strike="noStrike">
                <a:solidFill>
                  <a:srgbClr val="000000"/>
                </a:solidFill>
                <a:uFillTx/>
                <a:latin typeface="Arial"/>
              </a:rPr>
              <a:t>Zweite Gliederungsebene</a:t>
            </a:r>
          </a:p>
          <a:p>
            <a:pPr marL="1296000" lvl="2" indent="-288000">
              <a:spcBef>
                <a:spcPts val="850"/>
              </a:spcBef>
              <a:buClr>
                <a:srgbClr val="000000"/>
              </a:buClr>
              <a:buSzPct val="45000"/>
              <a:buFont typeface="Wingdings" charset="2"/>
              <a:buChar char=""/>
            </a:pPr>
            <a:r>
              <a:rPr lang="de-DE" sz="1800" b="0" u="none" strike="noStrike">
                <a:solidFill>
                  <a:srgbClr val="000000"/>
                </a:solidFill>
                <a:uFillTx/>
                <a:latin typeface="Arial"/>
              </a:rPr>
              <a:t>Dritte Gliederungsebene</a:t>
            </a:r>
          </a:p>
          <a:p>
            <a:pPr marL="1728000" lvl="3" indent="-216000">
              <a:spcBef>
                <a:spcPts val="567"/>
              </a:spcBef>
              <a:buClr>
                <a:srgbClr val="000000"/>
              </a:buClr>
              <a:buSzPct val="75000"/>
              <a:buFont typeface="Symbol" charset="2"/>
              <a:buChar char=""/>
            </a:pPr>
            <a:r>
              <a:rPr lang="de-DE" sz="1800" b="0" u="none" strike="noStrike">
                <a:solidFill>
                  <a:srgbClr val="000000"/>
                </a:solidFill>
                <a:uFillTx/>
                <a:latin typeface="Arial"/>
              </a:rPr>
              <a:t>Vierte Gliederungsebene</a:t>
            </a:r>
          </a:p>
          <a:p>
            <a:pPr marL="2160000" lvl="4" indent="-216000">
              <a:spcBef>
                <a:spcPts val="283"/>
              </a:spcBef>
              <a:buClr>
                <a:srgbClr val="000000"/>
              </a:buClr>
              <a:buSzPct val="45000"/>
              <a:buFont typeface="Wingdings" charset="2"/>
              <a:buChar char=""/>
            </a:pPr>
            <a:r>
              <a:rPr lang="de-DE" sz="1800" b="0" u="none" strike="noStrike">
                <a:solidFill>
                  <a:srgbClr val="000000"/>
                </a:solidFill>
                <a:uFillTx/>
                <a:latin typeface="Arial"/>
              </a:rPr>
              <a:t>Fünfte Gliederungsebene</a:t>
            </a:r>
          </a:p>
          <a:p>
            <a:pPr marL="2592000" lvl="5" indent="-216000">
              <a:spcBef>
                <a:spcPts val="283"/>
              </a:spcBef>
              <a:buClr>
                <a:srgbClr val="000000"/>
              </a:buClr>
              <a:buSzPct val="45000"/>
              <a:buFont typeface="Wingdings" charset="2"/>
              <a:buChar char=""/>
            </a:pPr>
            <a:r>
              <a:rPr lang="de-DE" sz="1800" b="0" u="none" strike="noStrike">
                <a:solidFill>
                  <a:srgbClr val="000000"/>
                </a:solidFill>
                <a:uFillTx/>
                <a:latin typeface="Arial"/>
              </a:rPr>
              <a:t>Sechste Gliederungsebene</a:t>
            </a:r>
          </a:p>
          <a:p>
            <a:pPr marL="3024000" lvl="6" indent="-216000">
              <a:spcBef>
                <a:spcPts val="283"/>
              </a:spcBef>
              <a:buClr>
                <a:srgbClr val="000000"/>
              </a:buClr>
              <a:buSzPct val="45000"/>
              <a:buFont typeface="Wingdings" charset="2"/>
              <a:buChar char=""/>
            </a:pPr>
            <a:r>
              <a:rPr lang="de-DE" sz="1800" b="0" u="none" strike="noStrike">
                <a:solidFill>
                  <a:srgbClr val="000000"/>
                </a:solidFill>
                <a:uFillTx/>
                <a:latin typeface="Arial"/>
              </a:rPr>
              <a:t>Siebte Gliederungsebene</a:t>
            </a:r>
          </a:p>
        </p:txBody>
      </p:sp>
      <p:sp>
        <p:nvSpPr>
          <p:cNvPr id="24" name="PlaceHolder 3"/>
          <p:cNvSpPr>
            <a:spLocks noGrp="1"/>
          </p:cNvSpPr>
          <p:nvPr>
            <p:ph type="body"/>
          </p:nvPr>
        </p:nvSpPr>
        <p:spPr>
          <a:xfrm>
            <a:off x="6226200" y="1825560"/>
            <a:ext cx="5130720" cy="43498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de-DE" sz="1800" b="0" u="none" strike="noStrike">
                <a:solidFill>
                  <a:srgbClr val="000000"/>
                </a:solidFill>
                <a:uFillTx/>
                <a:latin typeface="Arial"/>
              </a:rPr>
              <a:t>Format des Gliederungstextes durch Klicken bearbeiten</a:t>
            </a:r>
          </a:p>
          <a:p>
            <a:pPr marL="864000" lvl="1" indent="-324000">
              <a:spcBef>
                <a:spcPts val="1134"/>
              </a:spcBef>
              <a:buClr>
                <a:srgbClr val="000000"/>
              </a:buClr>
              <a:buSzPct val="75000"/>
              <a:buFont typeface="Symbol" charset="2"/>
              <a:buChar char=""/>
            </a:pPr>
            <a:r>
              <a:rPr lang="de-DE" sz="1800" b="0" u="none" strike="noStrike">
                <a:solidFill>
                  <a:srgbClr val="000000"/>
                </a:solidFill>
                <a:uFillTx/>
                <a:latin typeface="Arial"/>
              </a:rPr>
              <a:t>Zweite Gliederungsebene</a:t>
            </a:r>
          </a:p>
          <a:p>
            <a:pPr marL="1296000" lvl="2" indent="-288000">
              <a:spcBef>
                <a:spcPts val="850"/>
              </a:spcBef>
              <a:buClr>
                <a:srgbClr val="000000"/>
              </a:buClr>
              <a:buSzPct val="45000"/>
              <a:buFont typeface="Wingdings" charset="2"/>
              <a:buChar char=""/>
            </a:pPr>
            <a:r>
              <a:rPr lang="de-DE" sz="1800" b="0" u="none" strike="noStrike">
                <a:solidFill>
                  <a:srgbClr val="000000"/>
                </a:solidFill>
                <a:uFillTx/>
                <a:latin typeface="Arial"/>
              </a:rPr>
              <a:t>Dritte Gliederungsebene</a:t>
            </a:r>
          </a:p>
          <a:p>
            <a:pPr marL="1728000" lvl="3" indent="-216000">
              <a:spcBef>
                <a:spcPts val="567"/>
              </a:spcBef>
              <a:buClr>
                <a:srgbClr val="000000"/>
              </a:buClr>
              <a:buSzPct val="75000"/>
              <a:buFont typeface="Symbol" charset="2"/>
              <a:buChar char=""/>
            </a:pPr>
            <a:r>
              <a:rPr lang="de-DE" sz="1800" b="0" u="none" strike="noStrike">
                <a:solidFill>
                  <a:srgbClr val="000000"/>
                </a:solidFill>
                <a:uFillTx/>
                <a:latin typeface="Arial"/>
              </a:rPr>
              <a:t>Vierte Gliederungsebene</a:t>
            </a:r>
          </a:p>
          <a:p>
            <a:pPr marL="2160000" lvl="4" indent="-216000">
              <a:spcBef>
                <a:spcPts val="283"/>
              </a:spcBef>
              <a:buClr>
                <a:srgbClr val="000000"/>
              </a:buClr>
              <a:buSzPct val="45000"/>
              <a:buFont typeface="Wingdings" charset="2"/>
              <a:buChar char=""/>
            </a:pPr>
            <a:r>
              <a:rPr lang="de-DE" sz="1800" b="0" u="none" strike="noStrike">
                <a:solidFill>
                  <a:srgbClr val="000000"/>
                </a:solidFill>
                <a:uFillTx/>
                <a:latin typeface="Arial"/>
              </a:rPr>
              <a:t>Fünfte Gliederungsebene</a:t>
            </a:r>
          </a:p>
          <a:p>
            <a:pPr marL="2592000" lvl="5" indent="-216000">
              <a:spcBef>
                <a:spcPts val="283"/>
              </a:spcBef>
              <a:buClr>
                <a:srgbClr val="000000"/>
              </a:buClr>
              <a:buSzPct val="45000"/>
              <a:buFont typeface="Wingdings" charset="2"/>
              <a:buChar char=""/>
            </a:pPr>
            <a:r>
              <a:rPr lang="de-DE" sz="1800" b="0" u="none" strike="noStrike">
                <a:solidFill>
                  <a:srgbClr val="000000"/>
                </a:solidFill>
                <a:uFillTx/>
                <a:latin typeface="Arial"/>
              </a:rPr>
              <a:t>Sechste Gliederungsebene</a:t>
            </a:r>
          </a:p>
          <a:p>
            <a:pPr marL="3024000" lvl="6" indent="-216000">
              <a:spcBef>
                <a:spcPts val="283"/>
              </a:spcBef>
              <a:buClr>
                <a:srgbClr val="000000"/>
              </a:buClr>
              <a:buSzPct val="45000"/>
              <a:buFont typeface="Wingdings" charset="2"/>
              <a:buChar char=""/>
            </a:pPr>
            <a:r>
              <a:rPr lang="de-DE" sz="1800" b="0" u="none" strike="noStrike">
                <a:solidFill>
                  <a:srgbClr val="000000"/>
                </a:solidFill>
                <a:uFillTx/>
                <a:latin typeface="Arial"/>
              </a:rPr>
              <a:t>Siebte Gliederungsebene</a:t>
            </a:r>
          </a:p>
        </p:txBody>
      </p:sp>
      <p:sp>
        <p:nvSpPr>
          <p:cNvPr id="25" name="PlaceHolder 4"/>
          <p:cNvSpPr>
            <a:spLocks noGrp="1"/>
          </p:cNvSpPr>
          <p:nvPr>
            <p:ph type="ftr" idx="16"/>
          </p:nvPr>
        </p:nvSpPr>
        <p:spPr>
          <a:xfrm>
            <a:off x="4038480" y="6356520"/>
            <a:ext cx="4113360" cy="363600"/>
          </a:xfrm>
          <a:prstGeom prst="rect">
            <a:avLst/>
          </a:prstGeom>
          <a:noFill/>
          <a:ln w="0">
            <a:noFill/>
          </a:ln>
        </p:spPr>
        <p:txBody>
          <a:bodyPr lIns="90000" tIns="45000" rIns="90000" bIns="45000" anchor="t">
            <a:noAutofit/>
          </a:bodyPr>
          <a:lstStyle>
            <a:lvl1pPr indent="0" algn="ctr">
              <a:lnSpc>
                <a:spcPct val="100000"/>
              </a:lnSpc>
              <a:buNone/>
              <a:tabLst>
                <a:tab pos="0" algn="l"/>
              </a:tabLst>
              <a:defRPr lang="de-DE" sz="1400" b="0" u="none" strike="noStrike">
                <a:solidFill>
                  <a:srgbClr val="000000"/>
                </a:solidFill>
                <a:uFillTx/>
                <a:latin typeface="Times New Roman"/>
              </a:defRPr>
            </a:lvl1pPr>
          </a:lstStyle>
          <a:p>
            <a:pPr indent="0" algn="ctr">
              <a:lnSpc>
                <a:spcPct val="100000"/>
              </a:lnSpc>
              <a:buNone/>
              <a:tabLst>
                <a:tab pos="0" algn="l"/>
              </a:tabLst>
            </a:pPr>
            <a:r>
              <a:rPr lang="de-DE" sz="1400" b="0" u="none" strike="noStrike">
                <a:solidFill>
                  <a:srgbClr val="000000"/>
                </a:solidFill>
                <a:uFillTx/>
                <a:latin typeface="Times New Roman"/>
              </a:rPr>
              <a:t>&lt;Fußzeile&gt;</a:t>
            </a:r>
          </a:p>
        </p:txBody>
      </p:sp>
      <p:sp>
        <p:nvSpPr>
          <p:cNvPr id="26" name="PlaceHolder 5"/>
          <p:cNvSpPr>
            <a:spLocks noGrp="1"/>
          </p:cNvSpPr>
          <p:nvPr>
            <p:ph type="sldNum" idx="17"/>
          </p:nvPr>
        </p:nvSpPr>
        <p:spPr>
          <a:xfrm>
            <a:off x="8610480" y="6356520"/>
            <a:ext cx="2741760" cy="3636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de-DE" sz="1200" b="0" u="none" strike="noStrike">
                <a:solidFill>
                  <a:schemeClr val="dk1">
                    <a:tint val="75000"/>
                  </a:schemeClr>
                </a:solidFill>
                <a:uFillTx/>
                <a:latin typeface="Calibri"/>
              </a:defRPr>
            </a:lvl1pPr>
          </a:lstStyle>
          <a:p>
            <a:pPr indent="0" algn="r" defTabSz="914400">
              <a:lnSpc>
                <a:spcPct val="100000"/>
              </a:lnSpc>
              <a:buNone/>
              <a:tabLst>
                <a:tab pos="0" algn="l"/>
              </a:tabLst>
            </a:pPr>
            <a:fld id="{DAA5A512-A50A-4B30-A4A7-B31661A94D45}" type="slidenum">
              <a:rPr lang="de-DE" sz="1200" b="0" u="none" strike="noStrike">
                <a:solidFill>
                  <a:schemeClr val="dk1">
                    <a:tint val="75000"/>
                  </a:schemeClr>
                </a:solidFill>
                <a:uFillTx/>
                <a:latin typeface="Calibri"/>
              </a:rPr>
              <a:t>‹Nr.›</a:t>
            </a:fld>
            <a:endParaRPr lang="de-DE" sz="1200" b="0" u="none" strike="noStrike">
              <a:solidFill>
                <a:srgbClr val="000000"/>
              </a:solidFill>
              <a:uFillTx/>
              <a:latin typeface="Times New Roman"/>
            </a:endParaRPr>
          </a:p>
        </p:txBody>
      </p:sp>
      <p:sp>
        <p:nvSpPr>
          <p:cNvPr id="27" name="PlaceHolder 6"/>
          <p:cNvSpPr>
            <a:spLocks noGrp="1"/>
          </p:cNvSpPr>
          <p:nvPr>
            <p:ph type="dt" idx="18"/>
          </p:nvPr>
        </p:nvSpPr>
        <p:spPr>
          <a:xfrm>
            <a:off x="838080" y="6356520"/>
            <a:ext cx="2741760" cy="363600"/>
          </a:xfrm>
          <a:prstGeom prst="rect">
            <a:avLst/>
          </a:prstGeom>
          <a:noFill/>
          <a:ln w="0">
            <a:noFill/>
          </a:ln>
        </p:spPr>
        <p:txBody>
          <a:bodyPr lIns="91440" tIns="45720" rIns="91440" bIns="45720" anchor="ctr">
            <a:noAutofit/>
          </a:bodyPr>
          <a:lstStyle>
            <a:lvl1pPr indent="0">
              <a:buNone/>
              <a:defRPr lang="de-DE" sz="1400" b="0" u="none" strike="noStrike">
                <a:solidFill>
                  <a:srgbClr val="000000"/>
                </a:solidFill>
                <a:uFillTx/>
                <a:latin typeface="Times New Roman"/>
              </a:defRPr>
            </a:lvl1pPr>
          </a:lstStyle>
          <a:p>
            <a:pPr indent="0">
              <a:buNone/>
            </a:pPr>
            <a:r>
              <a:rPr lang="de-DE" sz="1400" b="0" u="none" strike="noStrike">
                <a:solidFill>
                  <a:srgbClr val="000000"/>
                </a:solidFill>
                <a:uFillTx/>
                <a:latin typeface="Times New Roman"/>
              </a:rPr>
              <a:t>&lt;Datum/Uhrzeit&gt;</a:t>
            </a:r>
          </a:p>
        </p:txBody>
      </p:sp>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 name="PlaceHolder 1"/>
          <p:cNvSpPr>
            <a:spLocks noGrp="1"/>
          </p:cNvSpPr>
          <p:nvPr>
            <p:ph type="ftr" idx="19"/>
          </p:nvPr>
        </p:nvSpPr>
        <p:spPr>
          <a:xfrm>
            <a:off x="4038480" y="6356520"/>
            <a:ext cx="4113360" cy="363600"/>
          </a:xfrm>
          <a:prstGeom prst="rect">
            <a:avLst/>
          </a:prstGeom>
          <a:noFill/>
          <a:ln w="0">
            <a:noFill/>
          </a:ln>
        </p:spPr>
        <p:txBody>
          <a:bodyPr lIns="90000" tIns="45000" rIns="90000" bIns="45000" anchor="t">
            <a:noAutofit/>
          </a:bodyPr>
          <a:lstStyle>
            <a:lvl1pPr indent="0" algn="ctr">
              <a:lnSpc>
                <a:spcPct val="100000"/>
              </a:lnSpc>
              <a:buNone/>
              <a:tabLst>
                <a:tab pos="0" algn="l"/>
              </a:tabLst>
              <a:defRPr lang="de-DE" sz="1400" b="0" u="none" strike="noStrike">
                <a:solidFill>
                  <a:srgbClr val="000000"/>
                </a:solidFill>
                <a:uFillTx/>
                <a:latin typeface="Times New Roman"/>
              </a:defRPr>
            </a:lvl1pPr>
          </a:lstStyle>
          <a:p>
            <a:pPr indent="0" algn="ctr">
              <a:lnSpc>
                <a:spcPct val="100000"/>
              </a:lnSpc>
              <a:buNone/>
              <a:tabLst>
                <a:tab pos="0" algn="l"/>
              </a:tabLst>
            </a:pPr>
            <a:r>
              <a:rPr lang="de-DE" sz="1400" b="0" u="none" strike="noStrike">
                <a:solidFill>
                  <a:srgbClr val="000000"/>
                </a:solidFill>
                <a:uFillTx/>
                <a:latin typeface="Times New Roman"/>
              </a:rPr>
              <a:t> </a:t>
            </a:r>
          </a:p>
        </p:txBody>
      </p:sp>
      <p:sp>
        <p:nvSpPr>
          <p:cNvPr id="32" name="PlaceHolder 2"/>
          <p:cNvSpPr>
            <a:spLocks noGrp="1"/>
          </p:cNvSpPr>
          <p:nvPr>
            <p:ph type="sldNum" idx="20"/>
          </p:nvPr>
        </p:nvSpPr>
        <p:spPr>
          <a:xfrm>
            <a:off x="8610480" y="6356520"/>
            <a:ext cx="2741760" cy="3636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de-DE" sz="1200" b="0" u="none" strike="noStrike">
                <a:solidFill>
                  <a:schemeClr val="dk1">
                    <a:tint val="75000"/>
                  </a:schemeClr>
                </a:solidFill>
                <a:uFillTx/>
                <a:latin typeface="Calibri"/>
              </a:defRPr>
            </a:lvl1pPr>
          </a:lstStyle>
          <a:p>
            <a:pPr indent="0" algn="r" defTabSz="914400">
              <a:lnSpc>
                <a:spcPct val="100000"/>
              </a:lnSpc>
              <a:buNone/>
              <a:tabLst>
                <a:tab pos="0" algn="l"/>
              </a:tabLst>
            </a:pPr>
            <a:fld id="{84852220-14B6-49EA-859B-FD1F174BE844}" type="slidenum">
              <a:rPr lang="de-DE" sz="1200" b="0" u="none" strike="noStrike">
                <a:solidFill>
                  <a:schemeClr val="dk1">
                    <a:tint val="75000"/>
                  </a:schemeClr>
                </a:solidFill>
                <a:uFillTx/>
                <a:latin typeface="Calibri"/>
              </a:rPr>
              <a:t>‹Nr.›</a:t>
            </a:fld>
            <a:endParaRPr lang="de-DE" sz="1200" b="0" u="none" strike="noStrike">
              <a:solidFill>
                <a:srgbClr val="000000"/>
              </a:solidFill>
              <a:uFillTx/>
              <a:latin typeface="Times New Roman"/>
            </a:endParaRPr>
          </a:p>
        </p:txBody>
      </p:sp>
      <p:sp>
        <p:nvSpPr>
          <p:cNvPr id="33" name="PlaceHolder 3"/>
          <p:cNvSpPr>
            <a:spLocks noGrp="1"/>
          </p:cNvSpPr>
          <p:nvPr>
            <p:ph type="dt" idx="21"/>
          </p:nvPr>
        </p:nvSpPr>
        <p:spPr>
          <a:xfrm>
            <a:off x="838080" y="6356520"/>
            <a:ext cx="2741760" cy="363600"/>
          </a:xfrm>
          <a:prstGeom prst="rect">
            <a:avLst/>
          </a:prstGeom>
          <a:noFill/>
          <a:ln w="0">
            <a:noFill/>
          </a:ln>
        </p:spPr>
        <p:txBody>
          <a:bodyPr lIns="91440" tIns="45720" rIns="91440" bIns="45720" anchor="ctr">
            <a:noAutofit/>
          </a:bodyPr>
          <a:lstStyle>
            <a:lvl1pPr indent="0">
              <a:buNone/>
              <a:defRPr lang="de-DE" sz="1400" b="0" u="none" strike="noStrike">
                <a:solidFill>
                  <a:srgbClr val="000000"/>
                </a:solidFill>
                <a:uFillTx/>
                <a:latin typeface="Times New Roman"/>
              </a:defRPr>
            </a:lvl1pPr>
          </a:lstStyle>
          <a:p>
            <a:pPr indent="0">
              <a:buNone/>
            </a:pPr>
            <a:r>
              <a:rPr lang="de-DE" sz="1400" b="0" u="none" strike="noStrike">
                <a:solidFill>
                  <a:srgbClr val="000000"/>
                </a:solidFill>
                <a:uFillTx/>
                <a:latin typeface="Times New Roman"/>
              </a:rPr>
              <a:t> </a:t>
            </a:r>
          </a:p>
        </p:txBody>
      </p:sp>
    </p:spTree>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 name="PlaceHolder 1"/>
          <p:cNvSpPr>
            <a:spLocks noGrp="1"/>
          </p:cNvSpPr>
          <p:nvPr>
            <p:ph type="title"/>
          </p:nvPr>
        </p:nvSpPr>
        <p:spPr>
          <a:xfrm>
            <a:off x="838080" y="365040"/>
            <a:ext cx="10514160" cy="1324080"/>
          </a:xfrm>
          <a:prstGeom prst="rect">
            <a:avLst/>
          </a:prstGeom>
          <a:noFill/>
          <a:ln w="0">
            <a:noFill/>
          </a:ln>
        </p:spPr>
        <p:txBody>
          <a:bodyPr lIns="0" tIns="0" rIns="0" bIns="0" anchor="ctr">
            <a:noAutofit/>
          </a:bodyPr>
          <a:lstStyle/>
          <a:p>
            <a:pPr indent="0">
              <a:buNone/>
            </a:pPr>
            <a:r>
              <a:rPr lang="de-DE" sz="1800" b="0" u="none" strike="noStrike">
                <a:solidFill>
                  <a:srgbClr val="000000"/>
                </a:solidFill>
                <a:uFillTx/>
                <a:latin typeface="Arial"/>
              </a:rPr>
              <a:t>Format des Titeltextes durch Klicken bearbeiten</a:t>
            </a:r>
          </a:p>
        </p:txBody>
      </p:sp>
      <p:sp>
        <p:nvSpPr>
          <p:cNvPr id="35" name="PlaceHolder 2"/>
          <p:cNvSpPr>
            <a:spLocks noGrp="1"/>
          </p:cNvSpPr>
          <p:nvPr>
            <p:ph type="ftr" idx="22"/>
          </p:nvPr>
        </p:nvSpPr>
        <p:spPr>
          <a:xfrm>
            <a:off x="4038480" y="6356520"/>
            <a:ext cx="4113360" cy="363600"/>
          </a:xfrm>
          <a:prstGeom prst="rect">
            <a:avLst/>
          </a:prstGeom>
          <a:noFill/>
          <a:ln w="0">
            <a:noFill/>
          </a:ln>
        </p:spPr>
        <p:txBody>
          <a:bodyPr lIns="90000" tIns="45000" rIns="90000" bIns="45000" anchor="t">
            <a:noAutofit/>
          </a:bodyPr>
          <a:lstStyle>
            <a:lvl1pPr indent="0" algn="ctr">
              <a:lnSpc>
                <a:spcPct val="100000"/>
              </a:lnSpc>
              <a:buNone/>
              <a:tabLst>
                <a:tab pos="0" algn="l"/>
              </a:tabLst>
              <a:defRPr lang="de-DE" sz="1400" b="0" u="none" strike="noStrike">
                <a:solidFill>
                  <a:srgbClr val="000000"/>
                </a:solidFill>
                <a:uFillTx/>
                <a:latin typeface="Times New Roman"/>
              </a:defRPr>
            </a:lvl1pPr>
          </a:lstStyle>
          <a:p>
            <a:pPr indent="0" algn="ctr">
              <a:lnSpc>
                <a:spcPct val="100000"/>
              </a:lnSpc>
              <a:buNone/>
              <a:tabLst>
                <a:tab pos="0" algn="l"/>
              </a:tabLst>
            </a:pPr>
            <a:r>
              <a:rPr lang="de-DE" sz="1400" b="0" u="none" strike="noStrike">
                <a:solidFill>
                  <a:srgbClr val="000000"/>
                </a:solidFill>
                <a:uFillTx/>
                <a:latin typeface="Times New Roman"/>
              </a:rPr>
              <a:t> </a:t>
            </a:r>
          </a:p>
        </p:txBody>
      </p:sp>
      <p:sp>
        <p:nvSpPr>
          <p:cNvPr id="36" name="PlaceHolder 3"/>
          <p:cNvSpPr>
            <a:spLocks noGrp="1"/>
          </p:cNvSpPr>
          <p:nvPr>
            <p:ph type="sldNum" idx="23"/>
          </p:nvPr>
        </p:nvSpPr>
        <p:spPr>
          <a:xfrm>
            <a:off x="8610480" y="6356520"/>
            <a:ext cx="2741760" cy="3636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de-DE" sz="1200" b="0" u="none" strike="noStrike">
                <a:solidFill>
                  <a:schemeClr val="dk1">
                    <a:tint val="75000"/>
                  </a:schemeClr>
                </a:solidFill>
                <a:uFillTx/>
                <a:latin typeface="Calibri"/>
              </a:defRPr>
            </a:lvl1pPr>
          </a:lstStyle>
          <a:p>
            <a:pPr indent="0" algn="r" defTabSz="914400">
              <a:lnSpc>
                <a:spcPct val="100000"/>
              </a:lnSpc>
              <a:buNone/>
              <a:tabLst>
                <a:tab pos="0" algn="l"/>
              </a:tabLst>
            </a:pPr>
            <a:fld id="{8A177E5E-1FDE-4ADC-AB11-4937811558F8}" type="slidenum">
              <a:rPr lang="de-DE" sz="1200" b="0" u="none" strike="noStrike">
                <a:solidFill>
                  <a:schemeClr val="dk1">
                    <a:tint val="75000"/>
                  </a:schemeClr>
                </a:solidFill>
                <a:uFillTx/>
                <a:latin typeface="Calibri"/>
              </a:rPr>
              <a:t>‹Nr.›</a:t>
            </a:fld>
            <a:endParaRPr lang="de-DE" sz="1200" b="0" u="none" strike="noStrike">
              <a:solidFill>
                <a:srgbClr val="000000"/>
              </a:solidFill>
              <a:uFillTx/>
              <a:latin typeface="Times New Roman"/>
            </a:endParaRPr>
          </a:p>
        </p:txBody>
      </p:sp>
      <p:sp>
        <p:nvSpPr>
          <p:cNvPr id="37" name="PlaceHolder 4"/>
          <p:cNvSpPr>
            <a:spLocks noGrp="1"/>
          </p:cNvSpPr>
          <p:nvPr>
            <p:ph type="dt" idx="24"/>
          </p:nvPr>
        </p:nvSpPr>
        <p:spPr>
          <a:xfrm>
            <a:off x="838080" y="6356520"/>
            <a:ext cx="2741760" cy="363600"/>
          </a:xfrm>
          <a:prstGeom prst="rect">
            <a:avLst/>
          </a:prstGeom>
          <a:noFill/>
          <a:ln w="0">
            <a:noFill/>
          </a:ln>
        </p:spPr>
        <p:txBody>
          <a:bodyPr lIns="91440" tIns="45720" rIns="91440" bIns="45720" anchor="ctr">
            <a:noAutofit/>
          </a:bodyPr>
          <a:lstStyle>
            <a:lvl1pPr indent="0">
              <a:buNone/>
              <a:defRPr lang="de-DE" sz="1400" b="0" u="none" strike="noStrike">
                <a:solidFill>
                  <a:srgbClr val="000000"/>
                </a:solidFill>
                <a:uFillTx/>
                <a:latin typeface="Times New Roman"/>
              </a:defRPr>
            </a:lvl1pPr>
          </a:lstStyle>
          <a:p>
            <a:pPr indent="0">
              <a:buNone/>
            </a:pPr>
            <a:r>
              <a:rPr lang="de-DE" sz="1400" b="0" u="none" strike="noStrike">
                <a:solidFill>
                  <a:srgbClr val="000000"/>
                </a:solidFill>
                <a:uFillTx/>
                <a:latin typeface="Times New Roman"/>
              </a:rPr>
              <a:t> </a:t>
            </a:r>
          </a:p>
        </p:txBody>
      </p:sp>
    </p:spTree>
  </p:cSld>
  <p:clrMap bg1="lt1" tx1="dk1" bg2="lt2" tx2="dk2" accent1="accent1" accent2="accent2" accent3="accent3" accent4="accent4" accent5="accent5" accent6="accent6" hlink="hlink" folHlink="folHlink"/>
  <p:sldLayoutIdLst>
    <p:sldLayoutId id="214748366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 name="PlaceHolder 1"/>
          <p:cNvSpPr>
            <a:spLocks noGrp="1"/>
          </p:cNvSpPr>
          <p:nvPr>
            <p:ph type="ftr" idx="25"/>
          </p:nvPr>
        </p:nvSpPr>
        <p:spPr>
          <a:xfrm>
            <a:off x="4038480" y="6356520"/>
            <a:ext cx="4113360" cy="363600"/>
          </a:xfrm>
          <a:prstGeom prst="rect">
            <a:avLst/>
          </a:prstGeom>
          <a:noFill/>
          <a:ln w="0">
            <a:noFill/>
          </a:ln>
        </p:spPr>
        <p:txBody>
          <a:bodyPr lIns="90000" tIns="45000" rIns="90000" bIns="45000" anchor="t">
            <a:noAutofit/>
          </a:bodyPr>
          <a:lstStyle>
            <a:lvl1pPr indent="0" algn="ctr">
              <a:lnSpc>
                <a:spcPct val="100000"/>
              </a:lnSpc>
              <a:buNone/>
              <a:tabLst>
                <a:tab pos="0" algn="l"/>
              </a:tabLst>
              <a:defRPr lang="de-DE" sz="1400" b="0" u="none" strike="noStrike">
                <a:solidFill>
                  <a:srgbClr val="000000"/>
                </a:solidFill>
                <a:uFillTx/>
                <a:latin typeface="Times New Roman"/>
              </a:defRPr>
            </a:lvl1pPr>
          </a:lstStyle>
          <a:p>
            <a:pPr indent="0" algn="ctr">
              <a:lnSpc>
                <a:spcPct val="100000"/>
              </a:lnSpc>
              <a:buNone/>
              <a:tabLst>
                <a:tab pos="0" algn="l"/>
              </a:tabLst>
            </a:pPr>
            <a:r>
              <a:rPr lang="de-DE" sz="1400" b="0" u="none" strike="noStrike">
                <a:solidFill>
                  <a:srgbClr val="000000"/>
                </a:solidFill>
                <a:uFillTx/>
                <a:latin typeface="Times New Roman"/>
              </a:rPr>
              <a:t> </a:t>
            </a:r>
          </a:p>
        </p:txBody>
      </p:sp>
      <p:sp>
        <p:nvSpPr>
          <p:cNvPr id="40" name="PlaceHolder 2"/>
          <p:cNvSpPr>
            <a:spLocks noGrp="1"/>
          </p:cNvSpPr>
          <p:nvPr>
            <p:ph type="sldNum" idx="26"/>
          </p:nvPr>
        </p:nvSpPr>
        <p:spPr>
          <a:xfrm>
            <a:off x="8610480" y="6356520"/>
            <a:ext cx="2741760" cy="3636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de-DE" sz="1200" b="0" u="none" strike="noStrike">
                <a:solidFill>
                  <a:schemeClr val="dk1">
                    <a:tint val="75000"/>
                  </a:schemeClr>
                </a:solidFill>
                <a:uFillTx/>
                <a:latin typeface="Calibri"/>
              </a:defRPr>
            </a:lvl1pPr>
          </a:lstStyle>
          <a:p>
            <a:pPr indent="0" algn="r" defTabSz="914400">
              <a:lnSpc>
                <a:spcPct val="100000"/>
              </a:lnSpc>
              <a:buNone/>
              <a:tabLst>
                <a:tab pos="0" algn="l"/>
              </a:tabLst>
            </a:pPr>
            <a:fld id="{7975E75F-F4E2-4042-A9E8-E6A00428F09C}" type="slidenum">
              <a:rPr lang="de-DE" sz="1200" b="0" u="none" strike="noStrike">
                <a:solidFill>
                  <a:schemeClr val="dk1">
                    <a:tint val="75000"/>
                  </a:schemeClr>
                </a:solidFill>
                <a:uFillTx/>
                <a:latin typeface="Calibri"/>
              </a:rPr>
              <a:t>‹Nr.›</a:t>
            </a:fld>
            <a:endParaRPr lang="de-DE" sz="1200" b="0" u="none" strike="noStrike">
              <a:solidFill>
                <a:srgbClr val="000000"/>
              </a:solidFill>
              <a:uFillTx/>
              <a:latin typeface="Times New Roman"/>
            </a:endParaRPr>
          </a:p>
        </p:txBody>
      </p:sp>
      <p:sp>
        <p:nvSpPr>
          <p:cNvPr id="41" name="PlaceHolder 3"/>
          <p:cNvSpPr>
            <a:spLocks noGrp="1"/>
          </p:cNvSpPr>
          <p:nvPr>
            <p:ph type="dt" idx="27"/>
          </p:nvPr>
        </p:nvSpPr>
        <p:spPr>
          <a:xfrm>
            <a:off x="838080" y="6356520"/>
            <a:ext cx="2741760" cy="363600"/>
          </a:xfrm>
          <a:prstGeom prst="rect">
            <a:avLst/>
          </a:prstGeom>
          <a:noFill/>
          <a:ln w="0">
            <a:noFill/>
          </a:ln>
        </p:spPr>
        <p:txBody>
          <a:bodyPr lIns="91440" tIns="45720" rIns="91440" bIns="45720" anchor="ctr">
            <a:noAutofit/>
          </a:bodyPr>
          <a:lstStyle>
            <a:lvl1pPr indent="0">
              <a:buNone/>
              <a:defRPr lang="de-DE" sz="1400" b="0" u="none" strike="noStrike">
                <a:solidFill>
                  <a:srgbClr val="000000"/>
                </a:solidFill>
                <a:uFillTx/>
                <a:latin typeface="Times New Roman"/>
              </a:defRPr>
            </a:lvl1pPr>
          </a:lstStyle>
          <a:p>
            <a:pPr indent="0">
              <a:buNone/>
            </a:pPr>
            <a:r>
              <a:rPr lang="de-DE" sz="1400" b="0" u="none" strike="noStrike">
                <a:solidFill>
                  <a:srgbClr val="000000"/>
                </a:solidFill>
                <a:uFillTx/>
                <a:latin typeface="Times New Roman"/>
              </a:rPr>
              <a:t> </a:t>
            </a:r>
          </a:p>
        </p:txBody>
      </p:sp>
      <p:sp>
        <p:nvSpPr>
          <p:cNvPr id="42"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r>
              <a:rPr lang="de-DE" sz="4400" b="0" u="none" strike="noStrike">
                <a:solidFill>
                  <a:srgbClr val="000000"/>
                </a:solidFill>
                <a:uFillTx/>
                <a:latin typeface="Arial"/>
              </a:rPr>
              <a:t>Format des Titeltextes durch Klicken bearbeiten</a:t>
            </a:r>
          </a:p>
        </p:txBody>
      </p:sp>
      <p:sp>
        <p:nvSpPr>
          <p:cNvPr id="43"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de-DE" sz="3200" b="0" u="none" strike="noStrike">
                <a:solidFill>
                  <a:srgbClr val="000000"/>
                </a:solidFill>
                <a:uFillTx/>
                <a:latin typeface="Arial"/>
              </a:rPr>
              <a:t>Format des Gliederungstextes durch Klicken bearbeiten</a:t>
            </a:r>
          </a:p>
          <a:p>
            <a:pPr marL="864000" lvl="1" indent="-324000">
              <a:spcBef>
                <a:spcPts val="1134"/>
              </a:spcBef>
              <a:buClr>
                <a:srgbClr val="000000"/>
              </a:buClr>
              <a:buSzPct val="75000"/>
              <a:buFont typeface="Symbol" charset="2"/>
              <a:buChar char=""/>
            </a:pPr>
            <a:r>
              <a:rPr lang="de-DE" sz="2800" b="0" u="none" strike="noStrike">
                <a:solidFill>
                  <a:srgbClr val="000000"/>
                </a:solidFill>
                <a:uFillTx/>
                <a:latin typeface="Arial"/>
              </a:rPr>
              <a:t>Zweite Gliederungsebene</a:t>
            </a:r>
          </a:p>
          <a:p>
            <a:pPr marL="1296000" lvl="2" indent="-288000">
              <a:spcBef>
                <a:spcPts val="850"/>
              </a:spcBef>
              <a:buClr>
                <a:srgbClr val="000000"/>
              </a:buClr>
              <a:buSzPct val="45000"/>
              <a:buFont typeface="Wingdings" charset="2"/>
              <a:buChar char=""/>
            </a:pPr>
            <a:r>
              <a:rPr lang="de-DE" sz="2400" b="0" u="none" strike="noStrike">
                <a:solidFill>
                  <a:srgbClr val="000000"/>
                </a:solidFill>
                <a:uFillTx/>
                <a:latin typeface="Arial"/>
              </a:rPr>
              <a:t>Dritte Gliederungsebene</a:t>
            </a:r>
          </a:p>
          <a:p>
            <a:pPr marL="1728000" lvl="3" indent="-216000">
              <a:spcBef>
                <a:spcPts val="567"/>
              </a:spcBef>
              <a:buClr>
                <a:srgbClr val="000000"/>
              </a:buClr>
              <a:buSzPct val="75000"/>
              <a:buFont typeface="Symbol" charset="2"/>
              <a:buChar char=""/>
            </a:pPr>
            <a:r>
              <a:rPr lang="de-DE" sz="2000" b="0" u="none" strike="noStrike">
                <a:solidFill>
                  <a:srgbClr val="000000"/>
                </a:solidFill>
                <a:uFillTx/>
                <a:latin typeface="Arial"/>
              </a:rPr>
              <a:t>Vierte Gliederungsebene</a:t>
            </a:r>
          </a:p>
          <a:p>
            <a:pPr marL="2160000" lvl="4" indent="-216000">
              <a:spcBef>
                <a:spcPts val="283"/>
              </a:spcBef>
              <a:buClr>
                <a:srgbClr val="000000"/>
              </a:buClr>
              <a:buSzPct val="45000"/>
              <a:buFont typeface="Wingdings" charset="2"/>
              <a:buChar char=""/>
            </a:pPr>
            <a:r>
              <a:rPr lang="de-DE" sz="2000" b="0" u="none" strike="noStrike">
                <a:solidFill>
                  <a:srgbClr val="000000"/>
                </a:solidFill>
                <a:uFillTx/>
                <a:latin typeface="Arial"/>
              </a:rPr>
              <a:t>Fünfte Gliederungsebene</a:t>
            </a:r>
          </a:p>
          <a:p>
            <a:pPr marL="2592000" lvl="5" indent="-216000">
              <a:spcBef>
                <a:spcPts val="283"/>
              </a:spcBef>
              <a:buClr>
                <a:srgbClr val="000000"/>
              </a:buClr>
              <a:buSzPct val="45000"/>
              <a:buFont typeface="Wingdings" charset="2"/>
              <a:buChar char=""/>
            </a:pPr>
            <a:r>
              <a:rPr lang="de-DE" sz="2000" b="0" u="none" strike="noStrike">
                <a:solidFill>
                  <a:srgbClr val="000000"/>
                </a:solidFill>
                <a:uFillTx/>
                <a:latin typeface="Arial"/>
              </a:rPr>
              <a:t>Sechste Gliederungsebene</a:t>
            </a:r>
          </a:p>
          <a:p>
            <a:pPr marL="3024000" lvl="6" indent="-216000">
              <a:spcBef>
                <a:spcPts val="283"/>
              </a:spcBef>
              <a:buClr>
                <a:srgbClr val="000000"/>
              </a:buClr>
              <a:buSzPct val="45000"/>
              <a:buFont typeface="Wingdings" charset="2"/>
              <a:buChar char=""/>
            </a:pPr>
            <a:r>
              <a:rPr lang="de-DE" sz="2000" b="0" u="none" strike="noStrike">
                <a:solidFill>
                  <a:srgbClr val="000000"/>
                </a:solidFill>
                <a:uFillTx/>
                <a:latin typeface="Arial"/>
              </a:rPr>
              <a:t>Siebte Gliederungsebene</a:t>
            </a:r>
          </a:p>
        </p:txBody>
      </p:sp>
    </p:spTree>
  </p:cSld>
  <p:clrMap bg1="lt1" tx1="dk1" bg2="lt2" tx2="dk2" accent1="accent1" accent2="accent2" accent3="accent3" accent4="accent4" accent5="accent5" accent6="accent6" hlink="hlink" folHlink="folHlink"/>
  <p:sldLayoutIdLst>
    <p:sldLayoutId id="214748366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4" name="PlaceHolder 1"/>
          <p:cNvSpPr>
            <a:spLocks noGrp="1"/>
          </p:cNvSpPr>
          <p:nvPr>
            <p:ph type="ftr" idx="28"/>
          </p:nvPr>
        </p:nvSpPr>
        <p:spPr>
          <a:xfrm>
            <a:off x="4038480" y="6356520"/>
            <a:ext cx="4113360" cy="363600"/>
          </a:xfrm>
          <a:prstGeom prst="rect">
            <a:avLst/>
          </a:prstGeom>
          <a:noFill/>
          <a:ln w="0">
            <a:noFill/>
          </a:ln>
        </p:spPr>
        <p:txBody>
          <a:bodyPr lIns="90000" tIns="45000" rIns="90000" bIns="45000" anchor="t">
            <a:noAutofit/>
          </a:bodyPr>
          <a:lstStyle>
            <a:lvl1pPr indent="0" algn="ctr">
              <a:lnSpc>
                <a:spcPct val="100000"/>
              </a:lnSpc>
              <a:buNone/>
              <a:tabLst>
                <a:tab pos="0" algn="l"/>
              </a:tabLst>
              <a:defRPr lang="de-DE" sz="1400" b="0" u="none" strike="noStrike">
                <a:solidFill>
                  <a:srgbClr val="000000"/>
                </a:solidFill>
                <a:uFillTx/>
                <a:latin typeface="Times New Roman"/>
              </a:defRPr>
            </a:lvl1pPr>
          </a:lstStyle>
          <a:p>
            <a:pPr indent="0" algn="ctr">
              <a:lnSpc>
                <a:spcPct val="100000"/>
              </a:lnSpc>
              <a:buNone/>
              <a:tabLst>
                <a:tab pos="0" algn="l"/>
              </a:tabLst>
            </a:pPr>
            <a:r>
              <a:rPr lang="de-DE" sz="1400" b="0" u="none" strike="noStrike">
                <a:solidFill>
                  <a:srgbClr val="000000"/>
                </a:solidFill>
                <a:uFillTx/>
                <a:latin typeface="Times New Roman"/>
              </a:rPr>
              <a:t> </a:t>
            </a:r>
          </a:p>
        </p:txBody>
      </p:sp>
      <p:sp>
        <p:nvSpPr>
          <p:cNvPr id="45" name="PlaceHolder 2"/>
          <p:cNvSpPr>
            <a:spLocks noGrp="1"/>
          </p:cNvSpPr>
          <p:nvPr>
            <p:ph type="sldNum" idx="29"/>
          </p:nvPr>
        </p:nvSpPr>
        <p:spPr>
          <a:xfrm>
            <a:off x="8610480" y="6356520"/>
            <a:ext cx="2741760" cy="3636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de-DE" sz="1200" b="0" u="none" strike="noStrike">
                <a:solidFill>
                  <a:schemeClr val="dk1">
                    <a:tint val="75000"/>
                  </a:schemeClr>
                </a:solidFill>
                <a:uFillTx/>
                <a:latin typeface="Calibri"/>
              </a:defRPr>
            </a:lvl1pPr>
          </a:lstStyle>
          <a:p>
            <a:pPr indent="0" algn="r" defTabSz="914400">
              <a:lnSpc>
                <a:spcPct val="100000"/>
              </a:lnSpc>
              <a:buNone/>
              <a:tabLst>
                <a:tab pos="0" algn="l"/>
              </a:tabLst>
            </a:pPr>
            <a:fld id="{C2616926-B109-41EC-B90C-4E2EBD7769EC}" type="slidenum">
              <a:rPr lang="de-DE" sz="1200" b="0" u="none" strike="noStrike">
                <a:solidFill>
                  <a:schemeClr val="dk1">
                    <a:tint val="75000"/>
                  </a:schemeClr>
                </a:solidFill>
                <a:uFillTx/>
                <a:latin typeface="Calibri"/>
              </a:rPr>
              <a:t>‹Nr.›</a:t>
            </a:fld>
            <a:endParaRPr lang="de-DE" sz="1200" b="0" u="none" strike="noStrike">
              <a:solidFill>
                <a:srgbClr val="000000"/>
              </a:solidFill>
              <a:uFillTx/>
              <a:latin typeface="Times New Roman"/>
            </a:endParaRPr>
          </a:p>
        </p:txBody>
      </p:sp>
      <p:sp>
        <p:nvSpPr>
          <p:cNvPr id="46" name="PlaceHolder 3"/>
          <p:cNvSpPr>
            <a:spLocks noGrp="1"/>
          </p:cNvSpPr>
          <p:nvPr>
            <p:ph type="dt" idx="30"/>
          </p:nvPr>
        </p:nvSpPr>
        <p:spPr>
          <a:xfrm>
            <a:off x="838080" y="6356520"/>
            <a:ext cx="2741760" cy="363600"/>
          </a:xfrm>
          <a:prstGeom prst="rect">
            <a:avLst/>
          </a:prstGeom>
          <a:noFill/>
          <a:ln w="0">
            <a:noFill/>
          </a:ln>
        </p:spPr>
        <p:txBody>
          <a:bodyPr lIns="91440" tIns="45720" rIns="91440" bIns="45720" anchor="ctr">
            <a:noAutofit/>
          </a:bodyPr>
          <a:lstStyle>
            <a:lvl1pPr indent="0">
              <a:buNone/>
              <a:defRPr lang="de-DE" sz="1400" b="0" u="none" strike="noStrike">
                <a:solidFill>
                  <a:srgbClr val="000000"/>
                </a:solidFill>
                <a:uFillTx/>
                <a:latin typeface="Times New Roman"/>
              </a:defRPr>
            </a:lvl1pPr>
          </a:lstStyle>
          <a:p>
            <a:pPr indent="0">
              <a:buNone/>
            </a:pPr>
            <a:r>
              <a:rPr lang="de-DE" sz="1400" b="0" u="none" strike="noStrike">
                <a:solidFill>
                  <a:srgbClr val="000000"/>
                </a:solidFill>
                <a:uFillTx/>
                <a:latin typeface="Times New Roman"/>
              </a:rPr>
              <a:t> </a:t>
            </a:r>
          </a:p>
        </p:txBody>
      </p:sp>
    </p:spTree>
  </p:cSld>
  <p:clrMap bg1="lt1" tx1="dk1" bg2="lt2" tx2="dk2" accent1="accent1" accent2="accent2" accent3="accent3" accent4="accent4" accent5="accent5" accent6="accent6" hlink="hlink" folHlink="folHlink"/>
  <p:sldLayoutIdLst>
    <p:sldLayoutId id="214748366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7" name="PlaceHolder 1"/>
          <p:cNvSpPr>
            <a:spLocks noGrp="1"/>
          </p:cNvSpPr>
          <p:nvPr>
            <p:ph type="ftr" idx="31"/>
          </p:nvPr>
        </p:nvSpPr>
        <p:spPr>
          <a:xfrm>
            <a:off x="4038480" y="6356520"/>
            <a:ext cx="4113360" cy="363600"/>
          </a:xfrm>
          <a:prstGeom prst="rect">
            <a:avLst/>
          </a:prstGeom>
          <a:noFill/>
          <a:ln w="0">
            <a:noFill/>
          </a:ln>
        </p:spPr>
        <p:txBody>
          <a:bodyPr lIns="90000" tIns="45000" rIns="90000" bIns="45000" anchor="t">
            <a:noAutofit/>
          </a:bodyPr>
          <a:lstStyle>
            <a:lvl1pPr indent="0" algn="ctr">
              <a:lnSpc>
                <a:spcPct val="100000"/>
              </a:lnSpc>
              <a:buNone/>
              <a:tabLst>
                <a:tab pos="0" algn="l"/>
              </a:tabLst>
              <a:defRPr lang="de-DE" sz="1400" b="0" u="none" strike="noStrike">
                <a:solidFill>
                  <a:srgbClr val="000000"/>
                </a:solidFill>
                <a:uFillTx/>
                <a:latin typeface="Times New Roman"/>
              </a:defRPr>
            </a:lvl1pPr>
          </a:lstStyle>
          <a:p>
            <a:pPr indent="0" algn="ctr">
              <a:lnSpc>
                <a:spcPct val="100000"/>
              </a:lnSpc>
              <a:buNone/>
              <a:tabLst>
                <a:tab pos="0" algn="l"/>
              </a:tabLst>
            </a:pPr>
            <a:r>
              <a:rPr lang="de-DE" sz="1400" b="0" u="none" strike="noStrike">
                <a:solidFill>
                  <a:srgbClr val="000000"/>
                </a:solidFill>
                <a:uFillTx/>
                <a:latin typeface="Times New Roman"/>
              </a:rPr>
              <a:t> </a:t>
            </a:r>
          </a:p>
        </p:txBody>
      </p:sp>
      <p:sp>
        <p:nvSpPr>
          <p:cNvPr id="48" name="PlaceHolder 2"/>
          <p:cNvSpPr>
            <a:spLocks noGrp="1"/>
          </p:cNvSpPr>
          <p:nvPr>
            <p:ph type="sldNum" idx="32"/>
          </p:nvPr>
        </p:nvSpPr>
        <p:spPr>
          <a:xfrm>
            <a:off x="8610480" y="6356520"/>
            <a:ext cx="2741760" cy="3636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de-DE" sz="1200" b="0" u="none" strike="noStrike">
                <a:solidFill>
                  <a:schemeClr val="dk1">
                    <a:tint val="75000"/>
                  </a:schemeClr>
                </a:solidFill>
                <a:uFillTx/>
                <a:latin typeface="Calibri"/>
              </a:defRPr>
            </a:lvl1pPr>
          </a:lstStyle>
          <a:p>
            <a:pPr indent="0" algn="r" defTabSz="914400">
              <a:lnSpc>
                <a:spcPct val="100000"/>
              </a:lnSpc>
              <a:buNone/>
              <a:tabLst>
                <a:tab pos="0" algn="l"/>
              </a:tabLst>
            </a:pPr>
            <a:fld id="{F69B8401-CEA1-43F1-972D-BFA2E691A39D}" type="slidenum">
              <a:rPr lang="de-DE" sz="1200" b="0" u="none" strike="noStrike">
                <a:solidFill>
                  <a:schemeClr val="dk1">
                    <a:tint val="75000"/>
                  </a:schemeClr>
                </a:solidFill>
                <a:uFillTx/>
                <a:latin typeface="Calibri"/>
              </a:rPr>
              <a:t>‹Nr.›</a:t>
            </a:fld>
            <a:endParaRPr lang="de-DE" sz="1200" b="0" u="none" strike="noStrike">
              <a:solidFill>
                <a:srgbClr val="000000"/>
              </a:solidFill>
              <a:uFillTx/>
              <a:latin typeface="Times New Roman"/>
            </a:endParaRPr>
          </a:p>
        </p:txBody>
      </p:sp>
      <p:sp>
        <p:nvSpPr>
          <p:cNvPr id="49" name="PlaceHolder 3"/>
          <p:cNvSpPr>
            <a:spLocks noGrp="1"/>
          </p:cNvSpPr>
          <p:nvPr>
            <p:ph type="dt" idx="33"/>
          </p:nvPr>
        </p:nvSpPr>
        <p:spPr>
          <a:xfrm>
            <a:off x="838080" y="6356520"/>
            <a:ext cx="2741760" cy="363600"/>
          </a:xfrm>
          <a:prstGeom prst="rect">
            <a:avLst/>
          </a:prstGeom>
          <a:noFill/>
          <a:ln w="0">
            <a:noFill/>
          </a:ln>
        </p:spPr>
        <p:txBody>
          <a:bodyPr lIns="91440" tIns="45720" rIns="91440" bIns="45720" anchor="ctr">
            <a:noAutofit/>
          </a:bodyPr>
          <a:lstStyle>
            <a:lvl1pPr indent="0">
              <a:buNone/>
              <a:defRPr lang="de-DE" sz="1400" b="0" u="none" strike="noStrike">
                <a:solidFill>
                  <a:srgbClr val="000000"/>
                </a:solidFill>
                <a:uFillTx/>
                <a:latin typeface="Times New Roman"/>
              </a:defRPr>
            </a:lvl1pPr>
          </a:lstStyle>
          <a:p>
            <a:pPr indent="0">
              <a:buNone/>
            </a:pPr>
            <a:r>
              <a:rPr lang="de-DE" sz="1400" b="0" u="none" strike="noStrike">
                <a:solidFill>
                  <a:srgbClr val="000000"/>
                </a:solidFill>
                <a:uFillTx/>
                <a:latin typeface="Times New Roman"/>
              </a:rPr>
              <a:t> </a:t>
            </a:r>
          </a:p>
        </p:txBody>
      </p:sp>
    </p:spTree>
  </p:cSld>
  <p:clrMap bg1="lt1" tx1="dk1" bg2="lt2" tx2="dk2" accent1="accent1" accent2="accent2" accent3="accent3" accent4="accent4" accent5="accent5" accent6="accent6" hlink="hlink" folHlink="folHlink"/>
  <p:sldLayoutIdLst>
    <p:sldLayoutId id="214748366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0" name="PlaceHolder 1"/>
          <p:cNvSpPr>
            <a:spLocks noGrp="1"/>
          </p:cNvSpPr>
          <p:nvPr>
            <p:ph type="title"/>
          </p:nvPr>
        </p:nvSpPr>
        <p:spPr>
          <a:xfrm>
            <a:off x="838080" y="365040"/>
            <a:ext cx="10514160" cy="1324080"/>
          </a:xfrm>
          <a:prstGeom prst="rect">
            <a:avLst/>
          </a:prstGeom>
          <a:noFill/>
          <a:ln w="0">
            <a:noFill/>
          </a:ln>
        </p:spPr>
        <p:txBody>
          <a:bodyPr lIns="0" tIns="0" rIns="0" bIns="0" anchor="ctr">
            <a:noAutofit/>
          </a:bodyPr>
          <a:lstStyle/>
          <a:p>
            <a:pPr indent="0">
              <a:buNone/>
            </a:pPr>
            <a:r>
              <a:rPr lang="de-DE" sz="1800" b="0" u="none" strike="noStrike">
                <a:solidFill>
                  <a:srgbClr val="000000"/>
                </a:solidFill>
                <a:uFillTx/>
                <a:latin typeface="Arial"/>
              </a:rPr>
              <a:t>Format des Titeltextes durch Klicken bearbeiten</a:t>
            </a:r>
          </a:p>
        </p:txBody>
      </p:sp>
      <p:sp>
        <p:nvSpPr>
          <p:cNvPr id="51" name="PlaceHolder 2"/>
          <p:cNvSpPr>
            <a:spLocks noGrp="1"/>
          </p:cNvSpPr>
          <p:nvPr>
            <p:ph type="ftr" idx="34"/>
          </p:nvPr>
        </p:nvSpPr>
        <p:spPr>
          <a:xfrm>
            <a:off x="4038480" y="6356520"/>
            <a:ext cx="411336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de-DE" sz="1400" b="0" u="none" strike="noStrike">
                <a:solidFill>
                  <a:srgbClr val="000000"/>
                </a:solidFill>
                <a:uFillTx/>
                <a:latin typeface="Times New Roman"/>
              </a:defRPr>
            </a:lvl1pPr>
          </a:lstStyle>
          <a:p>
            <a:pPr indent="0" algn="ctr">
              <a:lnSpc>
                <a:spcPct val="100000"/>
              </a:lnSpc>
              <a:buNone/>
              <a:tabLst>
                <a:tab pos="0" algn="l"/>
              </a:tabLst>
            </a:pPr>
            <a:r>
              <a:rPr lang="de-DE" sz="1400" b="0" u="none" strike="noStrike">
                <a:solidFill>
                  <a:srgbClr val="000000"/>
                </a:solidFill>
                <a:uFillTx/>
                <a:latin typeface="Times New Roman"/>
              </a:rPr>
              <a:t> </a:t>
            </a:r>
          </a:p>
        </p:txBody>
      </p:sp>
      <p:sp>
        <p:nvSpPr>
          <p:cNvPr id="52" name="PlaceHolder 3"/>
          <p:cNvSpPr>
            <a:spLocks noGrp="1"/>
          </p:cNvSpPr>
          <p:nvPr>
            <p:ph type="sldNum" idx="35"/>
          </p:nvPr>
        </p:nvSpPr>
        <p:spPr>
          <a:xfrm>
            <a:off x="8610480" y="6356520"/>
            <a:ext cx="2741760" cy="3636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de-DE" sz="1200" b="0" u="none" strike="noStrike">
                <a:solidFill>
                  <a:schemeClr val="dk1">
                    <a:tint val="75000"/>
                  </a:schemeClr>
                </a:solidFill>
                <a:uFillTx/>
                <a:latin typeface="Calibri"/>
              </a:defRPr>
            </a:lvl1pPr>
          </a:lstStyle>
          <a:p>
            <a:pPr indent="0" algn="r" defTabSz="914400">
              <a:lnSpc>
                <a:spcPct val="100000"/>
              </a:lnSpc>
              <a:buNone/>
              <a:tabLst>
                <a:tab pos="0" algn="l"/>
              </a:tabLst>
            </a:pPr>
            <a:fld id="{A0A90529-C760-4A87-8707-D17A79675334}" type="slidenum">
              <a:rPr lang="de-DE" sz="1200" b="0" u="none" strike="noStrike">
                <a:solidFill>
                  <a:schemeClr val="dk1">
                    <a:tint val="75000"/>
                  </a:schemeClr>
                </a:solidFill>
                <a:uFillTx/>
                <a:latin typeface="Calibri"/>
              </a:rPr>
              <a:t>‹Nr.›</a:t>
            </a:fld>
            <a:endParaRPr lang="de-DE" sz="1200" b="0" u="none" strike="noStrike">
              <a:solidFill>
                <a:srgbClr val="000000"/>
              </a:solidFill>
              <a:uFillTx/>
              <a:latin typeface="Times New Roman"/>
            </a:endParaRPr>
          </a:p>
        </p:txBody>
      </p:sp>
      <p:sp>
        <p:nvSpPr>
          <p:cNvPr id="53" name="PlaceHolder 4"/>
          <p:cNvSpPr>
            <a:spLocks noGrp="1"/>
          </p:cNvSpPr>
          <p:nvPr>
            <p:ph type="dt" idx="36"/>
          </p:nvPr>
        </p:nvSpPr>
        <p:spPr>
          <a:xfrm>
            <a:off x="838080" y="6356520"/>
            <a:ext cx="2741760" cy="363600"/>
          </a:xfrm>
          <a:prstGeom prst="rect">
            <a:avLst/>
          </a:prstGeom>
          <a:noFill/>
          <a:ln w="0">
            <a:noFill/>
          </a:ln>
        </p:spPr>
        <p:txBody>
          <a:bodyPr lIns="91440" tIns="45720" rIns="91440" bIns="45720" anchor="ctr">
            <a:noAutofit/>
          </a:bodyPr>
          <a:lstStyle>
            <a:lvl1pPr indent="0">
              <a:buNone/>
              <a:defRPr lang="de-DE" sz="1400" b="0" u="none" strike="noStrike">
                <a:solidFill>
                  <a:srgbClr val="000000"/>
                </a:solidFill>
                <a:uFillTx/>
                <a:latin typeface="Times New Roman"/>
              </a:defRPr>
            </a:lvl1pPr>
          </a:lstStyle>
          <a:p>
            <a:pPr indent="0">
              <a:buNone/>
            </a:pPr>
            <a:r>
              <a:rPr lang="de-DE" sz="1400" b="0" u="none" strike="noStrike">
                <a:solidFill>
                  <a:srgbClr val="000000"/>
                </a:solidFill>
                <a:uFillTx/>
                <a:latin typeface="Times New Roman"/>
              </a:rPr>
              <a:t> </a:t>
            </a:r>
          </a:p>
        </p:txBody>
      </p:sp>
      <p:sp>
        <p:nvSpPr>
          <p:cNvPr id="54"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de-DE" sz="3200" b="0" u="none" strike="noStrike">
                <a:solidFill>
                  <a:srgbClr val="000000"/>
                </a:solidFill>
                <a:uFillTx/>
                <a:latin typeface="Arial"/>
              </a:rPr>
              <a:t>Format des Gliederungstextes durch Klicken bearbeiten</a:t>
            </a:r>
          </a:p>
          <a:p>
            <a:pPr marL="864000" lvl="1" indent="-324000">
              <a:spcBef>
                <a:spcPts val="1134"/>
              </a:spcBef>
              <a:buClr>
                <a:srgbClr val="000000"/>
              </a:buClr>
              <a:buSzPct val="75000"/>
              <a:buFont typeface="Symbol" charset="2"/>
              <a:buChar char=""/>
            </a:pPr>
            <a:r>
              <a:rPr lang="de-DE" sz="2800" b="0" u="none" strike="noStrike">
                <a:solidFill>
                  <a:srgbClr val="000000"/>
                </a:solidFill>
                <a:uFillTx/>
                <a:latin typeface="Arial"/>
              </a:rPr>
              <a:t>Zweite Gliederungsebene</a:t>
            </a:r>
          </a:p>
          <a:p>
            <a:pPr marL="1296000" lvl="2" indent="-288000">
              <a:spcBef>
                <a:spcPts val="850"/>
              </a:spcBef>
              <a:buClr>
                <a:srgbClr val="000000"/>
              </a:buClr>
              <a:buSzPct val="45000"/>
              <a:buFont typeface="Wingdings" charset="2"/>
              <a:buChar char=""/>
            </a:pPr>
            <a:r>
              <a:rPr lang="de-DE" sz="2400" b="0" u="none" strike="noStrike">
                <a:solidFill>
                  <a:srgbClr val="000000"/>
                </a:solidFill>
                <a:uFillTx/>
                <a:latin typeface="Arial"/>
              </a:rPr>
              <a:t>Dritte Gliederungsebene</a:t>
            </a:r>
          </a:p>
          <a:p>
            <a:pPr marL="1728000" lvl="3" indent="-216000">
              <a:spcBef>
                <a:spcPts val="567"/>
              </a:spcBef>
              <a:buClr>
                <a:srgbClr val="000000"/>
              </a:buClr>
              <a:buSzPct val="75000"/>
              <a:buFont typeface="Symbol" charset="2"/>
              <a:buChar char=""/>
            </a:pPr>
            <a:r>
              <a:rPr lang="de-DE" sz="2000" b="0" u="none" strike="noStrike">
                <a:solidFill>
                  <a:srgbClr val="000000"/>
                </a:solidFill>
                <a:uFillTx/>
                <a:latin typeface="Arial"/>
              </a:rPr>
              <a:t>Vierte Gliederungsebene</a:t>
            </a:r>
          </a:p>
          <a:p>
            <a:pPr marL="2160000" lvl="4" indent="-216000">
              <a:spcBef>
                <a:spcPts val="283"/>
              </a:spcBef>
              <a:buClr>
                <a:srgbClr val="000000"/>
              </a:buClr>
              <a:buSzPct val="45000"/>
              <a:buFont typeface="Wingdings" charset="2"/>
              <a:buChar char=""/>
            </a:pPr>
            <a:r>
              <a:rPr lang="de-DE" sz="2000" b="0" u="none" strike="noStrike">
                <a:solidFill>
                  <a:srgbClr val="000000"/>
                </a:solidFill>
                <a:uFillTx/>
                <a:latin typeface="Arial"/>
              </a:rPr>
              <a:t>Fünfte Gliederungsebene</a:t>
            </a:r>
          </a:p>
          <a:p>
            <a:pPr marL="2592000" lvl="5" indent="-216000">
              <a:spcBef>
                <a:spcPts val="283"/>
              </a:spcBef>
              <a:buClr>
                <a:srgbClr val="000000"/>
              </a:buClr>
              <a:buSzPct val="45000"/>
              <a:buFont typeface="Wingdings" charset="2"/>
              <a:buChar char=""/>
            </a:pPr>
            <a:r>
              <a:rPr lang="de-DE" sz="2000" b="0" u="none" strike="noStrike">
                <a:solidFill>
                  <a:srgbClr val="000000"/>
                </a:solidFill>
                <a:uFillTx/>
                <a:latin typeface="Arial"/>
              </a:rPr>
              <a:t>Sechste Gliederungsebene</a:t>
            </a:r>
          </a:p>
          <a:p>
            <a:pPr marL="3024000" lvl="6" indent="-216000">
              <a:spcBef>
                <a:spcPts val="283"/>
              </a:spcBef>
              <a:buClr>
                <a:srgbClr val="000000"/>
              </a:buClr>
              <a:buSzPct val="45000"/>
              <a:buFont typeface="Wingdings" charset="2"/>
              <a:buChar char=""/>
            </a:pPr>
            <a:r>
              <a:rPr lang="de-DE" sz="2000" b="0" u="none" strike="noStrike">
                <a:solidFill>
                  <a:srgbClr val="000000"/>
                </a:solidFill>
                <a:uFillTx/>
                <a:latin typeface="Arial"/>
              </a:rPr>
              <a:t>Siebte Gliederungsebene</a:t>
            </a:r>
          </a:p>
        </p:txBody>
      </p:sp>
    </p:spTree>
  </p:cSld>
  <p:clrMap bg1="lt1" tx1="dk1" bg2="lt2" tx2="dk2" accent1="accent1" accent2="accent2" accent3="accent3" accent4="accent4" accent5="accent5" accent6="accent6" hlink="hlink" folHlink="folHlink"/>
  <p:sldLayoutIdLst>
    <p:sldLayoutId id="214748367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7" name="PlaceHolder 1"/>
          <p:cNvSpPr>
            <a:spLocks noGrp="1"/>
          </p:cNvSpPr>
          <p:nvPr>
            <p:ph type="ftr" idx="37"/>
          </p:nvPr>
        </p:nvSpPr>
        <p:spPr>
          <a:xfrm>
            <a:off x="4038480" y="6356520"/>
            <a:ext cx="411336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de-DE" sz="1400" b="0" u="none" strike="noStrike">
                <a:solidFill>
                  <a:srgbClr val="000000"/>
                </a:solidFill>
                <a:uFillTx/>
                <a:latin typeface="Times New Roman"/>
              </a:defRPr>
            </a:lvl1pPr>
          </a:lstStyle>
          <a:p>
            <a:pPr indent="0" algn="ctr">
              <a:lnSpc>
                <a:spcPct val="100000"/>
              </a:lnSpc>
              <a:buNone/>
              <a:tabLst>
                <a:tab pos="0" algn="l"/>
              </a:tabLst>
            </a:pPr>
            <a:r>
              <a:rPr lang="de-DE" sz="1400" b="0" u="none" strike="noStrike">
                <a:solidFill>
                  <a:srgbClr val="000000"/>
                </a:solidFill>
                <a:uFillTx/>
                <a:latin typeface="Times New Roman"/>
              </a:rPr>
              <a:t> </a:t>
            </a:r>
          </a:p>
        </p:txBody>
      </p:sp>
      <p:sp>
        <p:nvSpPr>
          <p:cNvPr id="58" name="PlaceHolder 2"/>
          <p:cNvSpPr>
            <a:spLocks noGrp="1"/>
          </p:cNvSpPr>
          <p:nvPr>
            <p:ph type="sldNum" idx="38"/>
          </p:nvPr>
        </p:nvSpPr>
        <p:spPr>
          <a:xfrm>
            <a:off x="8610480" y="6356520"/>
            <a:ext cx="2741760" cy="3636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de-DE" sz="1200" b="0" u="none" strike="noStrike">
                <a:solidFill>
                  <a:schemeClr val="dk1">
                    <a:tint val="75000"/>
                  </a:schemeClr>
                </a:solidFill>
                <a:uFillTx/>
                <a:latin typeface="Calibri"/>
              </a:defRPr>
            </a:lvl1pPr>
          </a:lstStyle>
          <a:p>
            <a:pPr indent="0" algn="r" defTabSz="914400">
              <a:lnSpc>
                <a:spcPct val="100000"/>
              </a:lnSpc>
              <a:buNone/>
              <a:tabLst>
                <a:tab pos="0" algn="l"/>
              </a:tabLst>
            </a:pPr>
            <a:fld id="{70A5C449-E965-47FA-B4AD-55776F076001}" type="slidenum">
              <a:rPr lang="de-DE" sz="1200" b="0" u="none" strike="noStrike">
                <a:solidFill>
                  <a:schemeClr val="dk1">
                    <a:tint val="75000"/>
                  </a:schemeClr>
                </a:solidFill>
                <a:uFillTx/>
                <a:latin typeface="Calibri"/>
              </a:rPr>
              <a:t>‹Nr.›</a:t>
            </a:fld>
            <a:endParaRPr lang="de-DE" sz="1200" b="0" u="none" strike="noStrike">
              <a:solidFill>
                <a:srgbClr val="000000"/>
              </a:solidFill>
              <a:uFillTx/>
              <a:latin typeface="Times New Roman"/>
            </a:endParaRPr>
          </a:p>
        </p:txBody>
      </p:sp>
      <p:sp>
        <p:nvSpPr>
          <p:cNvPr id="59" name="PlaceHolder 3"/>
          <p:cNvSpPr>
            <a:spLocks noGrp="1"/>
          </p:cNvSpPr>
          <p:nvPr>
            <p:ph type="dt" idx="39"/>
          </p:nvPr>
        </p:nvSpPr>
        <p:spPr>
          <a:xfrm>
            <a:off x="838080" y="6356520"/>
            <a:ext cx="2741760" cy="363600"/>
          </a:xfrm>
          <a:prstGeom prst="rect">
            <a:avLst/>
          </a:prstGeom>
          <a:noFill/>
          <a:ln w="0">
            <a:noFill/>
          </a:ln>
        </p:spPr>
        <p:txBody>
          <a:bodyPr lIns="91440" tIns="45720" rIns="91440" bIns="45720" anchor="ctr">
            <a:noAutofit/>
          </a:bodyPr>
          <a:lstStyle>
            <a:lvl1pPr indent="0">
              <a:buNone/>
              <a:defRPr lang="de-DE" sz="1400" b="0" u="none" strike="noStrike">
                <a:solidFill>
                  <a:srgbClr val="000000"/>
                </a:solidFill>
                <a:uFillTx/>
                <a:latin typeface="Times New Roman"/>
              </a:defRPr>
            </a:lvl1pPr>
          </a:lstStyle>
          <a:p>
            <a:pPr indent="0">
              <a:buNone/>
            </a:pPr>
            <a:r>
              <a:rPr lang="de-DE" sz="1400" b="0" u="none" strike="noStrike">
                <a:solidFill>
                  <a:srgbClr val="000000"/>
                </a:solidFill>
                <a:uFillTx/>
                <a:latin typeface="Times New Roman"/>
              </a:rPr>
              <a:t> </a:t>
            </a:r>
          </a:p>
        </p:txBody>
      </p:sp>
    </p:spTree>
  </p:cSld>
  <p:clrMap bg1="lt1" tx1="dk1" bg2="lt2" tx2="dk2" accent1="accent1" accent2="accent2" accent3="accent3" accent4="accent4" accent5="accent5" accent6="accent6" hlink="hlink" folHlink="folHlink"/>
  <p:sldLayoutIdLst>
    <p:sldLayoutId id="214748367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0" name="PlaceHolder 1"/>
          <p:cNvSpPr>
            <a:spLocks noGrp="1"/>
          </p:cNvSpPr>
          <p:nvPr>
            <p:ph type="ftr" idx="40"/>
          </p:nvPr>
        </p:nvSpPr>
        <p:spPr>
          <a:xfrm>
            <a:off x="4038480" y="6356520"/>
            <a:ext cx="411336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de-DE" sz="1400" b="0" u="none" strike="noStrike">
                <a:solidFill>
                  <a:srgbClr val="000000"/>
                </a:solidFill>
                <a:uFillTx/>
                <a:latin typeface="Times New Roman"/>
              </a:defRPr>
            </a:lvl1pPr>
          </a:lstStyle>
          <a:p>
            <a:pPr indent="0" algn="ctr">
              <a:lnSpc>
                <a:spcPct val="100000"/>
              </a:lnSpc>
              <a:buNone/>
              <a:tabLst>
                <a:tab pos="0" algn="l"/>
              </a:tabLst>
            </a:pPr>
            <a:r>
              <a:rPr lang="de-DE" sz="1400" b="0" u="none" strike="noStrike">
                <a:solidFill>
                  <a:srgbClr val="000000"/>
                </a:solidFill>
                <a:uFillTx/>
                <a:latin typeface="Times New Roman"/>
              </a:rPr>
              <a:t> </a:t>
            </a:r>
          </a:p>
        </p:txBody>
      </p:sp>
      <p:sp>
        <p:nvSpPr>
          <p:cNvPr id="61" name="PlaceHolder 2"/>
          <p:cNvSpPr>
            <a:spLocks noGrp="1"/>
          </p:cNvSpPr>
          <p:nvPr>
            <p:ph type="sldNum" idx="41"/>
          </p:nvPr>
        </p:nvSpPr>
        <p:spPr>
          <a:xfrm>
            <a:off x="8610480" y="6356520"/>
            <a:ext cx="2741760" cy="3636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de-DE" sz="1200" b="0" u="none" strike="noStrike">
                <a:solidFill>
                  <a:schemeClr val="dk1">
                    <a:tint val="75000"/>
                  </a:schemeClr>
                </a:solidFill>
                <a:uFillTx/>
                <a:latin typeface="Calibri"/>
              </a:defRPr>
            </a:lvl1pPr>
          </a:lstStyle>
          <a:p>
            <a:pPr indent="0" algn="r" defTabSz="914400">
              <a:lnSpc>
                <a:spcPct val="100000"/>
              </a:lnSpc>
              <a:buNone/>
              <a:tabLst>
                <a:tab pos="0" algn="l"/>
              </a:tabLst>
            </a:pPr>
            <a:fld id="{E1EB6307-0625-4651-81C6-919C0463DA69}" type="slidenum">
              <a:rPr lang="de-DE" sz="1200" b="0" u="none" strike="noStrike">
                <a:solidFill>
                  <a:schemeClr val="dk1">
                    <a:tint val="75000"/>
                  </a:schemeClr>
                </a:solidFill>
                <a:uFillTx/>
                <a:latin typeface="Calibri"/>
              </a:rPr>
              <a:t>‹Nr.›</a:t>
            </a:fld>
            <a:endParaRPr lang="de-DE" sz="1200" b="0" u="none" strike="noStrike">
              <a:solidFill>
                <a:srgbClr val="000000"/>
              </a:solidFill>
              <a:uFillTx/>
              <a:latin typeface="Times New Roman"/>
            </a:endParaRPr>
          </a:p>
        </p:txBody>
      </p:sp>
      <p:sp>
        <p:nvSpPr>
          <p:cNvPr id="62" name="PlaceHolder 3"/>
          <p:cNvSpPr>
            <a:spLocks noGrp="1"/>
          </p:cNvSpPr>
          <p:nvPr>
            <p:ph type="dt" idx="42"/>
          </p:nvPr>
        </p:nvSpPr>
        <p:spPr>
          <a:xfrm>
            <a:off x="838080" y="6356520"/>
            <a:ext cx="2741760" cy="363600"/>
          </a:xfrm>
          <a:prstGeom prst="rect">
            <a:avLst/>
          </a:prstGeom>
          <a:noFill/>
          <a:ln w="0">
            <a:noFill/>
          </a:ln>
        </p:spPr>
        <p:txBody>
          <a:bodyPr lIns="91440" tIns="45720" rIns="91440" bIns="45720" anchor="ctr">
            <a:noAutofit/>
          </a:bodyPr>
          <a:lstStyle>
            <a:lvl1pPr indent="0">
              <a:buNone/>
              <a:defRPr lang="de-DE" sz="1400" b="0" u="none" strike="noStrike">
                <a:solidFill>
                  <a:srgbClr val="000000"/>
                </a:solidFill>
                <a:uFillTx/>
                <a:latin typeface="Times New Roman"/>
              </a:defRPr>
            </a:lvl1pPr>
          </a:lstStyle>
          <a:p>
            <a:pPr indent="0">
              <a:buNone/>
            </a:pPr>
            <a:r>
              <a:rPr lang="de-DE" sz="1400" b="0" u="none" strike="noStrike">
                <a:solidFill>
                  <a:srgbClr val="000000"/>
                </a:solidFill>
                <a:uFillTx/>
                <a:latin typeface="Times New Roman"/>
              </a:rPr>
              <a:t> </a:t>
            </a:r>
          </a:p>
        </p:txBody>
      </p:sp>
    </p:spTree>
  </p:cSld>
  <p:clrMap bg1="lt1" tx1="dk1" bg2="lt2" tx2="dk2" accent1="accent1" accent2="accent2" accent3="accent3" accent4="accent4" accent5="accent5" accent6="accent6" hlink="hlink" folHlink="folHlink"/>
  <p:sldLayoutIdLst>
    <p:sldLayoutId id="214748367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3"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r>
              <a:rPr lang="de-DE" sz="4400" b="0" u="none" strike="noStrike">
                <a:solidFill>
                  <a:srgbClr val="000000"/>
                </a:solidFill>
                <a:uFillTx/>
                <a:latin typeface="Arial"/>
              </a:rPr>
              <a:t>Format des Titeltextes durch Klicken bearbeiten</a:t>
            </a:r>
          </a:p>
        </p:txBody>
      </p:sp>
      <p:sp>
        <p:nvSpPr>
          <p:cNvPr id="64"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de-DE" sz="3200" b="0" u="none" strike="noStrike">
                <a:solidFill>
                  <a:srgbClr val="000000"/>
                </a:solidFill>
                <a:uFillTx/>
                <a:latin typeface="Arial"/>
              </a:rPr>
              <a:t>Format des Gliederungstextes durch Klicken bearbeiten</a:t>
            </a:r>
          </a:p>
          <a:p>
            <a:pPr marL="864000" lvl="1" indent="-324000">
              <a:spcBef>
                <a:spcPts val="1134"/>
              </a:spcBef>
              <a:buClr>
                <a:srgbClr val="000000"/>
              </a:buClr>
              <a:buSzPct val="75000"/>
              <a:buFont typeface="Symbol" charset="2"/>
              <a:buChar char=""/>
            </a:pPr>
            <a:r>
              <a:rPr lang="de-DE" sz="2800" b="0" u="none" strike="noStrike">
                <a:solidFill>
                  <a:srgbClr val="000000"/>
                </a:solidFill>
                <a:uFillTx/>
                <a:latin typeface="Arial"/>
              </a:rPr>
              <a:t>Zweite Gliederungsebene</a:t>
            </a:r>
          </a:p>
          <a:p>
            <a:pPr marL="1296000" lvl="2" indent="-288000">
              <a:spcBef>
                <a:spcPts val="850"/>
              </a:spcBef>
              <a:buClr>
                <a:srgbClr val="000000"/>
              </a:buClr>
              <a:buSzPct val="45000"/>
              <a:buFont typeface="Wingdings" charset="2"/>
              <a:buChar char=""/>
            </a:pPr>
            <a:r>
              <a:rPr lang="de-DE" sz="2400" b="0" u="none" strike="noStrike">
                <a:solidFill>
                  <a:srgbClr val="000000"/>
                </a:solidFill>
                <a:uFillTx/>
                <a:latin typeface="Arial"/>
              </a:rPr>
              <a:t>Dritte Gliederungsebene</a:t>
            </a:r>
          </a:p>
          <a:p>
            <a:pPr marL="1728000" lvl="3" indent="-216000">
              <a:spcBef>
                <a:spcPts val="567"/>
              </a:spcBef>
              <a:buClr>
                <a:srgbClr val="000000"/>
              </a:buClr>
              <a:buSzPct val="75000"/>
              <a:buFont typeface="Symbol" charset="2"/>
              <a:buChar char=""/>
            </a:pPr>
            <a:r>
              <a:rPr lang="de-DE" sz="2000" b="0" u="none" strike="noStrike">
                <a:solidFill>
                  <a:srgbClr val="000000"/>
                </a:solidFill>
                <a:uFillTx/>
                <a:latin typeface="Arial"/>
              </a:rPr>
              <a:t>Vierte Gliederungsebene</a:t>
            </a:r>
          </a:p>
          <a:p>
            <a:pPr marL="2160000" lvl="4" indent="-216000">
              <a:spcBef>
                <a:spcPts val="283"/>
              </a:spcBef>
              <a:buClr>
                <a:srgbClr val="000000"/>
              </a:buClr>
              <a:buSzPct val="45000"/>
              <a:buFont typeface="Wingdings" charset="2"/>
              <a:buChar char=""/>
            </a:pPr>
            <a:r>
              <a:rPr lang="de-DE" sz="2000" b="0" u="none" strike="noStrike">
                <a:solidFill>
                  <a:srgbClr val="000000"/>
                </a:solidFill>
                <a:uFillTx/>
                <a:latin typeface="Arial"/>
              </a:rPr>
              <a:t>Fünfte Gliederungsebene</a:t>
            </a:r>
          </a:p>
          <a:p>
            <a:pPr marL="2592000" lvl="5" indent="-216000">
              <a:spcBef>
                <a:spcPts val="283"/>
              </a:spcBef>
              <a:buClr>
                <a:srgbClr val="000000"/>
              </a:buClr>
              <a:buSzPct val="45000"/>
              <a:buFont typeface="Wingdings" charset="2"/>
              <a:buChar char=""/>
            </a:pPr>
            <a:r>
              <a:rPr lang="de-DE" sz="2000" b="0" u="none" strike="noStrike">
                <a:solidFill>
                  <a:srgbClr val="000000"/>
                </a:solidFill>
                <a:uFillTx/>
                <a:latin typeface="Arial"/>
              </a:rPr>
              <a:t>Sechste Gliederungsebene</a:t>
            </a:r>
          </a:p>
          <a:p>
            <a:pPr marL="3024000" lvl="6" indent="-216000">
              <a:spcBef>
                <a:spcPts val="283"/>
              </a:spcBef>
              <a:buClr>
                <a:srgbClr val="000000"/>
              </a:buClr>
              <a:buSzPct val="45000"/>
              <a:buFont typeface="Wingdings" charset="2"/>
              <a:buChar char=""/>
            </a:pPr>
            <a:r>
              <a:rPr lang="de-DE" sz="2000" b="0" u="none" strike="noStrike">
                <a:solidFill>
                  <a:srgbClr val="000000"/>
                </a:solidFill>
                <a:uFillTx/>
                <a:latin typeface="Arial"/>
              </a:rPr>
              <a:t>Siebte Gliederungsebene</a:t>
            </a:r>
          </a:p>
        </p:txBody>
      </p:sp>
    </p:spTree>
  </p:cSld>
  <p:clrMap bg1="lt1" tx1="dk1" bg2="lt2" tx2="dk2" accent1="accent1" accent2="accent2" accent3="accent3" accent4="accent4" accent5="accent5" accent6="accent6" hlink="hlink" folHlink="folHlink"/>
  <p:sldLayoutIdLst>
    <p:sldLayoutId id="214748367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65" name="Bild 12"/>
          <p:cNvPicPr/>
          <p:nvPr/>
        </p:nvPicPr>
        <p:blipFill>
          <a:blip r:embed="rId3"/>
          <a:stretch/>
        </p:blipFill>
        <p:spPr>
          <a:xfrm>
            <a:off x="7247520" y="333360"/>
            <a:ext cx="4375800" cy="841680"/>
          </a:xfrm>
          <a:prstGeom prst="rect">
            <a:avLst/>
          </a:prstGeom>
          <a:noFill/>
          <a:ln w="0">
            <a:noFill/>
          </a:ln>
        </p:spPr>
      </p:pic>
    </p:spTree>
  </p:cSld>
  <p:clrMap bg1="lt1" tx1="dk1" bg2="lt2" tx2="dk2" accent1="accent1" accent2="accent2" accent3="accent3" accent4="accent4" accent5="accent5" accent6="accent6" hlink="hlink" folHlink="folHlink"/>
  <p:sldLayoutIdLst>
    <p:sldLayoutId id="214748367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8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6" name="PlaceHolder 1"/>
          <p:cNvSpPr>
            <a:spLocks noGrp="1"/>
          </p:cNvSpPr>
          <p:nvPr>
            <p:ph type="title"/>
          </p:nvPr>
        </p:nvSpPr>
        <p:spPr>
          <a:xfrm>
            <a:off x="838080" y="365040"/>
            <a:ext cx="10514160" cy="1324080"/>
          </a:xfrm>
          <a:prstGeom prst="rect">
            <a:avLst/>
          </a:prstGeom>
          <a:noFill/>
          <a:ln w="0">
            <a:noFill/>
          </a:ln>
        </p:spPr>
        <p:txBody>
          <a:bodyPr lIns="0" tIns="0" rIns="0" bIns="0" anchor="ctr">
            <a:noAutofit/>
          </a:bodyPr>
          <a:lstStyle/>
          <a:p>
            <a:pPr indent="0">
              <a:buNone/>
            </a:pPr>
            <a:r>
              <a:rPr lang="de-DE" sz="1800" b="0" u="none" strike="noStrike">
                <a:solidFill>
                  <a:srgbClr val="000000"/>
                </a:solidFill>
                <a:uFillTx/>
                <a:latin typeface="Arial"/>
              </a:rPr>
              <a:t>Format des Titeltextes durch Klicken bearbeiten</a:t>
            </a:r>
          </a:p>
        </p:txBody>
      </p:sp>
    </p:spTree>
  </p:cSld>
  <p:clrMap bg1="lt1" tx1="dk1" bg2="lt2" tx2="dk2" accent1="accent1" accent2="accent2" accent3="accent3" accent4="accent4" accent5="accent5" accent6="accent6" hlink="hlink" folHlink="folHlink"/>
  <p:sldLayoutIdLst>
    <p:sldLayoutId id="214748368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8" name="PlaceHolder 1"/>
          <p:cNvSpPr>
            <a:spLocks noGrp="1"/>
          </p:cNvSpPr>
          <p:nvPr>
            <p:ph type="title"/>
          </p:nvPr>
        </p:nvSpPr>
        <p:spPr>
          <a:xfrm>
            <a:off x="838080" y="365040"/>
            <a:ext cx="10514160" cy="1324080"/>
          </a:xfrm>
          <a:prstGeom prst="rect">
            <a:avLst/>
          </a:prstGeom>
          <a:noFill/>
          <a:ln w="0">
            <a:noFill/>
          </a:ln>
        </p:spPr>
        <p:txBody>
          <a:bodyPr lIns="0" tIns="0" rIns="0" bIns="0" anchor="ctr">
            <a:noAutofit/>
          </a:bodyPr>
          <a:lstStyle/>
          <a:p>
            <a:pPr indent="0">
              <a:buNone/>
            </a:pPr>
            <a:r>
              <a:rPr lang="de-DE" sz="1800" b="0" u="none" strike="noStrike">
                <a:solidFill>
                  <a:srgbClr val="000000"/>
                </a:solidFill>
                <a:uFillTx/>
                <a:latin typeface="Arial"/>
              </a:rPr>
              <a:t>Format des Titeltextes durch Klicken bearbeiten</a:t>
            </a:r>
          </a:p>
        </p:txBody>
      </p:sp>
      <p:sp>
        <p:nvSpPr>
          <p:cNvPr id="69" name="PlaceHolder 2"/>
          <p:cNvSpPr>
            <a:spLocks noGrp="1"/>
          </p:cNvSpPr>
          <p:nvPr>
            <p:ph type="body"/>
          </p:nvPr>
        </p:nvSpPr>
        <p:spPr>
          <a:xfrm>
            <a:off x="838080" y="1825560"/>
            <a:ext cx="5130720" cy="43498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de-DE" sz="1800" b="0" u="none" strike="noStrike">
                <a:solidFill>
                  <a:srgbClr val="000000"/>
                </a:solidFill>
                <a:uFillTx/>
                <a:latin typeface="Arial"/>
              </a:rPr>
              <a:t>Format des Gliederungstextes durch Klicken bearbeiten</a:t>
            </a:r>
          </a:p>
          <a:p>
            <a:pPr marL="864000" lvl="1" indent="-324000">
              <a:spcBef>
                <a:spcPts val="1134"/>
              </a:spcBef>
              <a:buClr>
                <a:srgbClr val="000000"/>
              </a:buClr>
              <a:buSzPct val="75000"/>
              <a:buFont typeface="Symbol" charset="2"/>
              <a:buChar char=""/>
            </a:pPr>
            <a:r>
              <a:rPr lang="de-DE" sz="1800" b="0" u="none" strike="noStrike">
                <a:solidFill>
                  <a:srgbClr val="000000"/>
                </a:solidFill>
                <a:uFillTx/>
                <a:latin typeface="Arial"/>
              </a:rPr>
              <a:t>Zweite Gliederungsebene</a:t>
            </a:r>
          </a:p>
          <a:p>
            <a:pPr marL="1296000" lvl="2" indent="-288000">
              <a:spcBef>
                <a:spcPts val="850"/>
              </a:spcBef>
              <a:buClr>
                <a:srgbClr val="000000"/>
              </a:buClr>
              <a:buSzPct val="45000"/>
              <a:buFont typeface="Wingdings" charset="2"/>
              <a:buChar char=""/>
            </a:pPr>
            <a:r>
              <a:rPr lang="de-DE" sz="1800" b="0" u="none" strike="noStrike">
                <a:solidFill>
                  <a:srgbClr val="000000"/>
                </a:solidFill>
                <a:uFillTx/>
                <a:latin typeface="Arial"/>
              </a:rPr>
              <a:t>Dritte Gliederungsebene</a:t>
            </a:r>
          </a:p>
          <a:p>
            <a:pPr marL="1728000" lvl="3" indent="-216000">
              <a:spcBef>
                <a:spcPts val="567"/>
              </a:spcBef>
              <a:buClr>
                <a:srgbClr val="000000"/>
              </a:buClr>
              <a:buSzPct val="75000"/>
              <a:buFont typeface="Symbol" charset="2"/>
              <a:buChar char=""/>
            </a:pPr>
            <a:r>
              <a:rPr lang="de-DE" sz="1800" b="0" u="none" strike="noStrike">
                <a:solidFill>
                  <a:srgbClr val="000000"/>
                </a:solidFill>
                <a:uFillTx/>
                <a:latin typeface="Arial"/>
              </a:rPr>
              <a:t>Vierte Gliederungsebene</a:t>
            </a:r>
          </a:p>
          <a:p>
            <a:pPr marL="2160000" lvl="4" indent="-216000">
              <a:spcBef>
                <a:spcPts val="283"/>
              </a:spcBef>
              <a:buClr>
                <a:srgbClr val="000000"/>
              </a:buClr>
              <a:buSzPct val="45000"/>
              <a:buFont typeface="Wingdings" charset="2"/>
              <a:buChar char=""/>
            </a:pPr>
            <a:r>
              <a:rPr lang="de-DE" sz="1800" b="0" u="none" strike="noStrike">
                <a:solidFill>
                  <a:srgbClr val="000000"/>
                </a:solidFill>
                <a:uFillTx/>
                <a:latin typeface="Arial"/>
              </a:rPr>
              <a:t>Fünfte Gliederungsebene</a:t>
            </a:r>
          </a:p>
          <a:p>
            <a:pPr marL="2592000" lvl="5" indent="-216000">
              <a:spcBef>
                <a:spcPts val="283"/>
              </a:spcBef>
              <a:buClr>
                <a:srgbClr val="000000"/>
              </a:buClr>
              <a:buSzPct val="45000"/>
              <a:buFont typeface="Wingdings" charset="2"/>
              <a:buChar char=""/>
            </a:pPr>
            <a:r>
              <a:rPr lang="de-DE" sz="1800" b="0" u="none" strike="noStrike">
                <a:solidFill>
                  <a:srgbClr val="000000"/>
                </a:solidFill>
                <a:uFillTx/>
                <a:latin typeface="Arial"/>
              </a:rPr>
              <a:t>Sechste Gliederungsebene</a:t>
            </a:r>
          </a:p>
          <a:p>
            <a:pPr marL="3024000" lvl="6" indent="-216000">
              <a:spcBef>
                <a:spcPts val="283"/>
              </a:spcBef>
              <a:buClr>
                <a:srgbClr val="000000"/>
              </a:buClr>
              <a:buSzPct val="45000"/>
              <a:buFont typeface="Wingdings" charset="2"/>
              <a:buChar char=""/>
            </a:pPr>
            <a:r>
              <a:rPr lang="de-DE" sz="1800" b="0" u="none" strike="noStrike">
                <a:solidFill>
                  <a:srgbClr val="000000"/>
                </a:solidFill>
                <a:uFillTx/>
                <a:latin typeface="Arial"/>
              </a:rPr>
              <a:t>Siebte Gliederungsebene</a:t>
            </a:r>
          </a:p>
        </p:txBody>
      </p:sp>
      <p:sp>
        <p:nvSpPr>
          <p:cNvPr id="70" name="PlaceHolder 3"/>
          <p:cNvSpPr>
            <a:spLocks noGrp="1"/>
          </p:cNvSpPr>
          <p:nvPr>
            <p:ph type="body"/>
          </p:nvPr>
        </p:nvSpPr>
        <p:spPr>
          <a:xfrm>
            <a:off x="6226200" y="1825560"/>
            <a:ext cx="5130720" cy="43498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de-DE" sz="1800" b="0" u="none" strike="noStrike">
                <a:solidFill>
                  <a:srgbClr val="000000"/>
                </a:solidFill>
                <a:uFillTx/>
                <a:latin typeface="Arial"/>
              </a:rPr>
              <a:t>Format des Gliederungstextes durch Klicken bearbeiten</a:t>
            </a:r>
          </a:p>
          <a:p>
            <a:pPr marL="864000" lvl="1" indent="-324000">
              <a:spcBef>
                <a:spcPts val="1134"/>
              </a:spcBef>
              <a:buClr>
                <a:srgbClr val="000000"/>
              </a:buClr>
              <a:buSzPct val="75000"/>
              <a:buFont typeface="Symbol" charset="2"/>
              <a:buChar char=""/>
            </a:pPr>
            <a:r>
              <a:rPr lang="de-DE" sz="1800" b="0" u="none" strike="noStrike">
                <a:solidFill>
                  <a:srgbClr val="000000"/>
                </a:solidFill>
                <a:uFillTx/>
                <a:latin typeface="Arial"/>
              </a:rPr>
              <a:t>Zweite Gliederungsebene</a:t>
            </a:r>
          </a:p>
          <a:p>
            <a:pPr marL="1296000" lvl="2" indent="-288000">
              <a:spcBef>
                <a:spcPts val="850"/>
              </a:spcBef>
              <a:buClr>
                <a:srgbClr val="000000"/>
              </a:buClr>
              <a:buSzPct val="45000"/>
              <a:buFont typeface="Wingdings" charset="2"/>
              <a:buChar char=""/>
            </a:pPr>
            <a:r>
              <a:rPr lang="de-DE" sz="1800" b="0" u="none" strike="noStrike">
                <a:solidFill>
                  <a:srgbClr val="000000"/>
                </a:solidFill>
                <a:uFillTx/>
                <a:latin typeface="Arial"/>
              </a:rPr>
              <a:t>Dritte Gliederungsebene</a:t>
            </a:r>
          </a:p>
          <a:p>
            <a:pPr marL="1728000" lvl="3" indent="-216000">
              <a:spcBef>
                <a:spcPts val="567"/>
              </a:spcBef>
              <a:buClr>
                <a:srgbClr val="000000"/>
              </a:buClr>
              <a:buSzPct val="75000"/>
              <a:buFont typeface="Symbol" charset="2"/>
              <a:buChar char=""/>
            </a:pPr>
            <a:r>
              <a:rPr lang="de-DE" sz="1800" b="0" u="none" strike="noStrike">
                <a:solidFill>
                  <a:srgbClr val="000000"/>
                </a:solidFill>
                <a:uFillTx/>
                <a:latin typeface="Arial"/>
              </a:rPr>
              <a:t>Vierte Gliederungsebene</a:t>
            </a:r>
          </a:p>
          <a:p>
            <a:pPr marL="2160000" lvl="4" indent="-216000">
              <a:spcBef>
                <a:spcPts val="283"/>
              </a:spcBef>
              <a:buClr>
                <a:srgbClr val="000000"/>
              </a:buClr>
              <a:buSzPct val="45000"/>
              <a:buFont typeface="Wingdings" charset="2"/>
              <a:buChar char=""/>
            </a:pPr>
            <a:r>
              <a:rPr lang="de-DE" sz="1800" b="0" u="none" strike="noStrike">
                <a:solidFill>
                  <a:srgbClr val="000000"/>
                </a:solidFill>
                <a:uFillTx/>
                <a:latin typeface="Arial"/>
              </a:rPr>
              <a:t>Fünfte Gliederungsebene</a:t>
            </a:r>
          </a:p>
          <a:p>
            <a:pPr marL="2592000" lvl="5" indent="-216000">
              <a:spcBef>
                <a:spcPts val="283"/>
              </a:spcBef>
              <a:buClr>
                <a:srgbClr val="000000"/>
              </a:buClr>
              <a:buSzPct val="45000"/>
              <a:buFont typeface="Wingdings" charset="2"/>
              <a:buChar char=""/>
            </a:pPr>
            <a:r>
              <a:rPr lang="de-DE" sz="1800" b="0" u="none" strike="noStrike">
                <a:solidFill>
                  <a:srgbClr val="000000"/>
                </a:solidFill>
                <a:uFillTx/>
                <a:latin typeface="Arial"/>
              </a:rPr>
              <a:t>Sechste Gliederungsebene</a:t>
            </a:r>
          </a:p>
          <a:p>
            <a:pPr marL="3024000" lvl="6" indent="-216000">
              <a:spcBef>
                <a:spcPts val="283"/>
              </a:spcBef>
              <a:buClr>
                <a:srgbClr val="000000"/>
              </a:buClr>
              <a:buSzPct val="45000"/>
              <a:buFont typeface="Wingdings" charset="2"/>
              <a:buChar char=""/>
            </a:pPr>
            <a:r>
              <a:rPr lang="de-DE" sz="1800" b="0" u="none" strike="noStrike">
                <a:solidFill>
                  <a:srgbClr val="000000"/>
                </a:solidFill>
                <a:uFillTx/>
                <a:latin typeface="Arial"/>
              </a:rPr>
              <a:t>Siebte Gliederungsebene</a:t>
            </a:r>
          </a:p>
        </p:txBody>
      </p:sp>
    </p:spTree>
  </p:cSld>
  <p:clrMap bg1="lt1" tx1="dk1" bg2="lt2" tx2="dk2" accent1="accent1" accent2="accent2" accent3="accent3" accent4="accent4" accent5="accent5" accent6="accent6" hlink="hlink" folHlink="folHlink"/>
  <p:sldLayoutIdLst>
    <p:sldLayoutId id="214748368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8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4" name="PlaceHolder 1"/>
          <p:cNvSpPr>
            <a:spLocks noGrp="1"/>
          </p:cNvSpPr>
          <p:nvPr>
            <p:ph type="title"/>
          </p:nvPr>
        </p:nvSpPr>
        <p:spPr>
          <a:xfrm>
            <a:off x="838080" y="365040"/>
            <a:ext cx="10514160" cy="1324080"/>
          </a:xfrm>
          <a:prstGeom prst="rect">
            <a:avLst/>
          </a:prstGeom>
          <a:noFill/>
          <a:ln w="0">
            <a:noFill/>
          </a:ln>
        </p:spPr>
        <p:txBody>
          <a:bodyPr lIns="0" tIns="0" rIns="0" bIns="0" anchor="ctr">
            <a:noAutofit/>
          </a:bodyPr>
          <a:lstStyle/>
          <a:p>
            <a:pPr indent="0">
              <a:buNone/>
            </a:pPr>
            <a:r>
              <a:rPr lang="de-DE" sz="1800" b="0" u="none" strike="noStrike">
                <a:solidFill>
                  <a:srgbClr val="000000"/>
                </a:solidFill>
                <a:uFillTx/>
                <a:latin typeface="Arial"/>
              </a:rPr>
              <a:t>Format des Titeltextes durch Klicken bearbeiten</a:t>
            </a:r>
          </a:p>
        </p:txBody>
      </p:sp>
      <p:sp>
        <p:nvSpPr>
          <p:cNvPr id="75" name="PlaceHolder 2"/>
          <p:cNvSpPr>
            <a:spLocks noGrp="1"/>
          </p:cNvSpPr>
          <p:nvPr>
            <p:ph type="body"/>
          </p:nvPr>
        </p:nvSpPr>
        <p:spPr>
          <a:xfrm>
            <a:off x="838080" y="1825560"/>
            <a:ext cx="10514160" cy="43498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de-DE" sz="1800" b="0" u="none" strike="noStrike">
                <a:solidFill>
                  <a:srgbClr val="000000"/>
                </a:solidFill>
                <a:uFillTx/>
                <a:latin typeface="Arial"/>
              </a:rPr>
              <a:t>Format des Gliederungstextes durch Klicken bearbeiten</a:t>
            </a:r>
          </a:p>
          <a:p>
            <a:pPr marL="864000" lvl="1" indent="-324000">
              <a:spcBef>
                <a:spcPts val="1134"/>
              </a:spcBef>
              <a:buClr>
                <a:srgbClr val="000000"/>
              </a:buClr>
              <a:buSzPct val="75000"/>
              <a:buFont typeface="Symbol" charset="2"/>
              <a:buChar char=""/>
            </a:pPr>
            <a:r>
              <a:rPr lang="de-DE" sz="1800" b="0" u="none" strike="noStrike">
                <a:solidFill>
                  <a:srgbClr val="000000"/>
                </a:solidFill>
                <a:uFillTx/>
                <a:latin typeface="Arial"/>
              </a:rPr>
              <a:t>Zweite Gliederungsebene</a:t>
            </a:r>
          </a:p>
          <a:p>
            <a:pPr marL="1296000" lvl="2" indent="-288000">
              <a:spcBef>
                <a:spcPts val="850"/>
              </a:spcBef>
              <a:buClr>
                <a:srgbClr val="000000"/>
              </a:buClr>
              <a:buSzPct val="45000"/>
              <a:buFont typeface="Wingdings" charset="2"/>
              <a:buChar char=""/>
            </a:pPr>
            <a:r>
              <a:rPr lang="de-DE" sz="1800" b="0" u="none" strike="noStrike">
                <a:solidFill>
                  <a:srgbClr val="000000"/>
                </a:solidFill>
                <a:uFillTx/>
                <a:latin typeface="Arial"/>
              </a:rPr>
              <a:t>Dritte Gliederungsebene</a:t>
            </a:r>
          </a:p>
          <a:p>
            <a:pPr marL="1728000" lvl="3" indent="-216000">
              <a:spcBef>
                <a:spcPts val="567"/>
              </a:spcBef>
              <a:buClr>
                <a:srgbClr val="000000"/>
              </a:buClr>
              <a:buSzPct val="75000"/>
              <a:buFont typeface="Symbol" charset="2"/>
              <a:buChar char=""/>
            </a:pPr>
            <a:r>
              <a:rPr lang="de-DE" sz="1800" b="0" u="none" strike="noStrike">
                <a:solidFill>
                  <a:srgbClr val="000000"/>
                </a:solidFill>
                <a:uFillTx/>
                <a:latin typeface="Arial"/>
              </a:rPr>
              <a:t>Vierte Gliederungsebene</a:t>
            </a:r>
          </a:p>
          <a:p>
            <a:pPr marL="2160000" lvl="4" indent="-216000">
              <a:spcBef>
                <a:spcPts val="283"/>
              </a:spcBef>
              <a:buClr>
                <a:srgbClr val="000000"/>
              </a:buClr>
              <a:buSzPct val="45000"/>
              <a:buFont typeface="Wingdings" charset="2"/>
              <a:buChar char=""/>
            </a:pPr>
            <a:r>
              <a:rPr lang="de-DE" sz="1800" b="0" u="none" strike="noStrike">
                <a:solidFill>
                  <a:srgbClr val="000000"/>
                </a:solidFill>
                <a:uFillTx/>
                <a:latin typeface="Arial"/>
              </a:rPr>
              <a:t>Fünfte Gliederungsebene</a:t>
            </a:r>
          </a:p>
          <a:p>
            <a:pPr marL="2592000" lvl="5" indent="-216000">
              <a:spcBef>
                <a:spcPts val="283"/>
              </a:spcBef>
              <a:buClr>
                <a:srgbClr val="000000"/>
              </a:buClr>
              <a:buSzPct val="45000"/>
              <a:buFont typeface="Wingdings" charset="2"/>
              <a:buChar char=""/>
            </a:pPr>
            <a:r>
              <a:rPr lang="de-DE" sz="1800" b="0" u="none" strike="noStrike">
                <a:solidFill>
                  <a:srgbClr val="000000"/>
                </a:solidFill>
                <a:uFillTx/>
                <a:latin typeface="Arial"/>
              </a:rPr>
              <a:t>Sechste Gliederungsebene</a:t>
            </a:r>
          </a:p>
          <a:p>
            <a:pPr marL="3024000" lvl="6" indent="-216000">
              <a:spcBef>
                <a:spcPts val="283"/>
              </a:spcBef>
              <a:buClr>
                <a:srgbClr val="000000"/>
              </a:buClr>
              <a:buSzPct val="45000"/>
              <a:buFont typeface="Wingdings" charset="2"/>
              <a:buChar char=""/>
            </a:pPr>
            <a:r>
              <a:rPr lang="de-DE" sz="1800" b="0" u="none" strike="noStrike">
                <a:solidFill>
                  <a:srgbClr val="000000"/>
                </a:solidFill>
                <a:uFillTx/>
                <a:latin typeface="Arial"/>
              </a:rPr>
              <a:t>Siebte Gliederungsebene</a:t>
            </a:r>
          </a:p>
        </p:txBody>
      </p:sp>
    </p:spTree>
  </p:cSld>
  <p:clrMap bg1="lt1" tx1="dk1" bg2="lt2" tx2="dk2" accent1="accent1" accent2="accent2" accent3="accent3" accent4="accent4" accent5="accent5" accent6="accent6" hlink="hlink" folHlink="folHlink"/>
  <p:sldLayoutIdLst>
    <p:sldLayoutId id="214748368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9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9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8" name="PlaceHolder 1"/>
          <p:cNvSpPr>
            <a:spLocks noGrp="1"/>
          </p:cNvSpPr>
          <p:nvPr>
            <p:ph type="title"/>
          </p:nvPr>
        </p:nvSpPr>
        <p:spPr>
          <a:xfrm>
            <a:off x="838080" y="365040"/>
            <a:ext cx="10514160" cy="1324080"/>
          </a:xfrm>
          <a:prstGeom prst="rect">
            <a:avLst/>
          </a:prstGeom>
          <a:noFill/>
          <a:ln w="0">
            <a:noFill/>
          </a:ln>
        </p:spPr>
        <p:txBody>
          <a:bodyPr lIns="0" tIns="0" rIns="0" bIns="0" anchor="ctr">
            <a:noAutofit/>
          </a:bodyPr>
          <a:lstStyle/>
          <a:p>
            <a:pPr indent="0">
              <a:buNone/>
            </a:pPr>
            <a:r>
              <a:rPr lang="de-DE" sz="1800" b="0" u="none" strike="noStrike">
                <a:solidFill>
                  <a:srgbClr val="000000"/>
                </a:solidFill>
                <a:uFillTx/>
                <a:latin typeface="Arial"/>
              </a:rPr>
              <a:t>Format des Titeltextes durch Klicken bearbeiten</a:t>
            </a:r>
          </a:p>
        </p:txBody>
      </p:sp>
    </p:spTree>
  </p:cSld>
  <p:clrMap bg1="lt1" tx1="dk1" bg2="lt2" tx2="dk2" accent1="accent1" accent2="accent2" accent3="accent3" accent4="accent4" accent5="accent5" accent6="accent6" hlink="hlink" folHlink="folHlink"/>
  <p:sldLayoutIdLst>
    <p:sldLayoutId id="214748369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 name="PlaceHolder 1"/>
          <p:cNvSpPr>
            <a:spLocks noGrp="1"/>
          </p:cNvSpPr>
          <p:nvPr>
            <p:ph type="title"/>
          </p:nvPr>
        </p:nvSpPr>
        <p:spPr>
          <a:xfrm>
            <a:off x="838080" y="365040"/>
            <a:ext cx="10514160" cy="1324080"/>
          </a:xfrm>
          <a:prstGeom prst="rect">
            <a:avLst/>
          </a:prstGeom>
          <a:noFill/>
          <a:ln w="0">
            <a:noFill/>
          </a:ln>
        </p:spPr>
        <p:txBody>
          <a:bodyPr lIns="0" tIns="0" rIns="0" bIns="0" anchor="ctr">
            <a:noAutofit/>
          </a:bodyPr>
          <a:lstStyle/>
          <a:p>
            <a:pPr indent="0">
              <a:buNone/>
            </a:pPr>
            <a:r>
              <a:rPr lang="de-DE" sz="1800" b="0" u="none" strike="noStrike">
                <a:solidFill>
                  <a:srgbClr val="000000"/>
                </a:solidFill>
                <a:uFillTx/>
                <a:latin typeface="Arial"/>
              </a:rPr>
              <a:t>Format des Titeltextes durch Klicken bearbeiten</a:t>
            </a:r>
          </a:p>
        </p:txBody>
      </p:sp>
    </p:spTree>
  </p:cSld>
  <p:clrMap bg1="lt1" tx1="dk1" bg2="lt2" tx2="dk2" accent1="accent1" accent2="accent2" accent3="accent3" accent4="accent4" accent5="accent5" accent6="accent6" hlink="hlink" folHlink="folHlink"/>
  <p:sldLayoutIdLst>
    <p:sldLayoutId id="214748369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3" name="PlaceHolder 1"/>
          <p:cNvSpPr>
            <a:spLocks noGrp="1"/>
          </p:cNvSpPr>
          <p:nvPr>
            <p:ph type="title"/>
          </p:nvPr>
        </p:nvSpPr>
        <p:spPr>
          <a:xfrm>
            <a:off x="838080" y="365040"/>
            <a:ext cx="10514160" cy="1324080"/>
          </a:xfrm>
          <a:prstGeom prst="rect">
            <a:avLst/>
          </a:prstGeom>
          <a:noFill/>
          <a:ln w="0">
            <a:noFill/>
          </a:ln>
        </p:spPr>
        <p:txBody>
          <a:bodyPr lIns="0" tIns="0" rIns="0" bIns="0" anchor="ctr">
            <a:noAutofit/>
          </a:bodyPr>
          <a:lstStyle/>
          <a:p>
            <a:pPr indent="0">
              <a:buNone/>
            </a:pPr>
            <a:r>
              <a:rPr lang="de-DE" sz="1800" b="0" u="none" strike="noStrike">
                <a:solidFill>
                  <a:srgbClr val="000000"/>
                </a:solidFill>
                <a:uFillTx/>
                <a:latin typeface="Arial"/>
              </a:rPr>
              <a:t>Format des Titeltextes durch Klicken bearbeiten</a:t>
            </a:r>
          </a:p>
        </p:txBody>
      </p:sp>
      <p:sp>
        <p:nvSpPr>
          <p:cNvPr id="84" name="PlaceHolder 2"/>
          <p:cNvSpPr>
            <a:spLocks noGrp="1"/>
          </p:cNvSpPr>
          <p:nvPr>
            <p:ph type="body"/>
          </p:nvPr>
        </p:nvSpPr>
        <p:spPr>
          <a:xfrm>
            <a:off x="838080" y="1825560"/>
            <a:ext cx="5130720" cy="43498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de-DE" sz="1800" b="0" u="none" strike="noStrike">
                <a:solidFill>
                  <a:srgbClr val="000000"/>
                </a:solidFill>
                <a:uFillTx/>
                <a:latin typeface="Arial"/>
              </a:rPr>
              <a:t>Format des Gliederungstextes durch Klicken bearbeiten</a:t>
            </a:r>
          </a:p>
          <a:p>
            <a:pPr marL="864000" lvl="1" indent="-324000">
              <a:spcBef>
                <a:spcPts val="1134"/>
              </a:spcBef>
              <a:buClr>
                <a:srgbClr val="000000"/>
              </a:buClr>
              <a:buSzPct val="75000"/>
              <a:buFont typeface="Symbol" charset="2"/>
              <a:buChar char=""/>
            </a:pPr>
            <a:r>
              <a:rPr lang="de-DE" sz="1800" b="0" u="none" strike="noStrike">
                <a:solidFill>
                  <a:srgbClr val="000000"/>
                </a:solidFill>
                <a:uFillTx/>
                <a:latin typeface="Arial"/>
              </a:rPr>
              <a:t>Zweite Gliederungsebene</a:t>
            </a:r>
          </a:p>
          <a:p>
            <a:pPr marL="1296000" lvl="2" indent="-288000">
              <a:spcBef>
                <a:spcPts val="850"/>
              </a:spcBef>
              <a:buClr>
                <a:srgbClr val="000000"/>
              </a:buClr>
              <a:buSzPct val="45000"/>
              <a:buFont typeface="Wingdings" charset="2"/>
              <a:buChar char=""/>
            </a:pPr>
            <a:r>
              <a:rPr lang="de-DE" sz="1800" b="0" u="none" strike="noStrike">
                <a:solidFill>
                  <a:srgbClr val="000000"/>
                </a:solidFill>
                <a:uFillTx/>
                <a:latin typeface="Arial"/>
              </a:rPr>
              <a:t>Dritte Gliederungsebene</a:t>
            </a:r>
          </a:p>
          <a:p>
            <a:pPr marL="1728000" lvl="3" indent="-216000">
              <a:spcBef>
                <a:spcPts val="567"/>
              </a:spcBef>
              <a:buClr>
                <a:srgbClr val="000000"/>
              </a:buClr>
              <a:buSzPct val="75000"/>
              <a:buFont typeface="Symbol" charset="2"/>
              <a:buChar char=""/>
            </a:pPr>
            <a:r>
              <a:rPr lang="de-DE" sz="1800" b="0" u="none" strike="noStrike">
                <a:solidFill>
                  <a:srgbClr val="000000"/>
                </a:solidFill>
                <a:uFillTx/>
                <a:latin typeface="Arial"/>
              </a:rPr>
              <a:t>Vierte Gliederungsebene</a:t>
            </a:r>
          </a:p>
          <a:p>
            <a:pPr marL="2160000" lvl="4" indent="-216000">
              <a:spcBef>
                <a:spcPts val="283"/>
              </a:spcBef>
              <a:buClr>
                <a:srgbClr val="000000"/>
              </a:buClr>
              <a:buSzPct val="45000"/>
              <a:buFont typeface="Wingdings" charset="2"/>
              <a:buChar char=""/>
            </a:pPr>
            <a:r>
              <a:rPr lang="de-DE" sz="1800" b="0" u="none" strike="noStrike">
                <a:solidFill>
                  <a:srgbClr val="000000"/>
                </a:solidFill>
                <a:uFillTx/>
                <a:latin typeface="Arial"/>
              </a:rPr>
              <a:t>Fünfte Gliederungsebene</a:t>
            </a:r>
          </a:p>
          <a:p>
            <a:pPr marL="2592000" lvl="5" indent="-216000">
              <a:spcBef>
                <a:spcPts val="283"/>
              </a:spcBef>
              <a:buClr>
                <a:srgbClr val="000000"/>
              </a:buClr>
              <a:buSzPct val="45000"/>
              <a:buFont typeface="Wingdings" charset="2"/>
              <a:buChar char=""/>
            </a:pPr>
            <a:r>
              <a:rPr lang="de-DE" sz="1800" b="0" u="none" strike="noStrike">
                <a:solidFill>
                  <a:srgbClr val="000000"/>
                </a:solidFill>
                <a:uFillTx/>
                <a:latin typeface="Arial"/>
              </a:rPr>
              <a:t>Sechste Gliederungsebene</a:t>
            </a:r>
          </a:p>
          <a:p>
            <a:pPr marL="3024000" lvl="6" indent="-216000">
              <a:spcBef>
                <a:spcPts val="283"/>
              </a:spcBef>
              <a:buClr>
                <a:srgbClr val="000000"/>
              </a:buClr>
              <a:buSzPct val="45000"/>
              <a:buFont typeface="Wingdings" charset="2"/>
              <a:buChar char=""/>
            </a:pPr>
            <a:r>
              <a:rPr lang="de-DE" sz="1800" b="0" u="none" strike="noStrike">
                <a:solidFill>
                  <a:srgbClr val="000000"/>
                </a:solidFill>
                <a:uFillTx/>
                <a:latin typeface="Arial"/>
              </a:rPr>
              <a:t>Siebte Gliederungsebene</a:t>
            </a:r>
          </a:p>
        </p:txBody>
      </p:sp>
      <p:sp>
        <p:nvSpPr>
          <p:cNvPr id="85" name="PlaceHolder 3"/>
          <p:cNvSpPr>
            <a:spLocks noGrp="1"/>
          </p:cNvSpPr>
          <p:nvPr>
            <p:ph type="body"/>
          </p:nvPr>
        </p:nvSpPr>
        <p:spPr>
          <a:xfrm>
            <a:off x="6226200" y="1825560"/>
            <a:ext cx="5130720" cy="43498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de-DE" sz="1800" b="0" u="none" strike="noStrike">
                <a:solidFill>
                  <a:srgbClr val="000000"/>
                </a:solidFill>
                <a:uFillTx/>
                <a:latin typeface="Arial"/>
              </a:rPr>
              <a:t>Format des Gliederungstextes durch Klicken bearbeiten</a:t>
            </a:r>
          </a:p>
          <a:p>
            <a:pPr marL="864000" lvl="1" indent="-324000">
              <a:spcBef>
                <a:spcPts val="1134"/>
              </a:spcBef>
              <a:buClr>
                <a:srgbClr val="000000"/>
              </a:buClr>
              <a:buSzPct val="75000"/>
              <a:buFont typeface="Symbol" charset="2"/>
              <a:buChar char=""/>
            </a:pPr>
            <a:r>
              <a:rPr lang="de-DE" sz="1800" b="0" u="none" strike="noStrike">
                <a:solidFill>
                  <a:srgbClr val="000000"/>
                </a:solidFill>
                <a:uFillTx/>
                <a:latin typeface="Arial"/>
              </a:rPr>
              <a:t>Zweite Gliederungsebene</a:t>
            </a:r>
          </a:p>
          <a:p>
            <a:pPr marL="1296000" lvl="2" indent="-288000">
              <a:spcBef>
                <a:spcPts val="850"/>
              </a:spcBef>
              <a:buClr>
                <a:srgbClr val="000000"/>
              </a:buClr>
              <a:buSzPct val="45000"/>
              <a:buFont typeface="Wingdings" charset="2"/>
              <a:buChar char=""/>
            </a:pPr>
            <a:r>
              <a:rPr lang="de-DE" sz="1800" b="0" u="none" strike="noStrike">
                <a:solidFill>
                  <a:srgbClr val="000000"/>
                </a:solidFill>
                <a:uFillTx/>
                <a:latin typeface="Arial"/>
              </a:rPr>
              <a:t>Dritte Gliederungsebene</a:t>
            </a:r>
          </a:p>
          <a:p>
            <a:pPr marL="1728000" lvl="3" indent="-216000">
              <a:spcBef>
                <a:spcPts val="567"/>
              </a:spcBef>
              <a:buClr>
                <a:srgbClr val="000000"/>
              </a:buClr>
              <a:buSzPct val="75000"/>
              <a:buFont typeface="Symbol" charset="2"/>
              <a:buChar char=""/>
            </a:pPr>
            <a:r>
              <a:rPr lang="de-DE" sz="1800" b="0" u="none" strike="noStrike">
                <a:solidFill>
                  <a:srgbClr val="000000"/>
                </a:solidFill>
                <a:uFillTx/>
                <a:latin typeface="Arial"/>
              </a:rPr>
              <a:t>Vierte Gliederungsebene</a:t>
            </a:r>
          </a:p>
          <a:p>
            <a:pPr marL="2160000" lvl="4" indent="-216000">
              <a:spcBef>
                <a:spcPts val="283"/>
              </a:spcBef>
              <a:buClr>
                <a:srgbClr val="000000"/>
              </a:buClr>
              <a:buSzPct val="45000"/>
              <a:buFont typeface="Wingdings" charset="2"/>
              <a:buChar char=""/>
            </a:pPr>
            <a:r>
              <a:rPr lang="de-DE" sz="1800" b="0" u="none" strike="noStrike">
                <a:solidFill>
                  <a:srgbClr val="000000"/>
                </a:solidFill>
                <a:uFillTx/>
                <a:latin typeface="Arial"/>
              </a:rPr>
              <a:t>Fünfte Gliederungsebene</a:t>
            </a:r>
          </a:p>
          <a:p>
            <a:pPr marL="2592000" lvl="5" indent="-216000">
              <a:spcBef>
                <a:spcPts val="283"/>
              </a:spcBef>
              <a:buClr>
                <a:srgbClr val="000000"/>
              </a:buClr>
              <a:buSzPct val="45000"/>
              <a:buFont typeface="Wingdings" charset="2"/>
              <a:buChar char=""/>
            </a:pPr>
            <a:r>
              <a:rPr lang="de-DE" sz="1800" b="0" u="none" strike="noStrike">
                <a:solidFill>
                  <a:srgbClr val="000000"/>
                </a:solidFill>
                <a:uFillTx/>
                <a:latin typeface="Arial"/>
              </a:rPr>
              <a:t>Sechste Gliederungsebene</a:t>
            </a:r>
          </a:p>
          <a:p>
            <a:pPr marL="3024000" lvl="6" indent="-216000">
              <a:spcBef>
                <a:spcPts val="283"/>
              </a:spcBef>
              <a:buClr>
                <a:srgbClr val="000000"/>
              </a:buClr>
              <a:buSzPct val="45000"/>
              <a:buFont typeface="Wingdings" charset="2"/>
              <a:buChar char=""/>
            </a:pPr>
            <a:r>
              <a:rPr lang="de-DE" sz="1800" b="0" u="none" strike="noStrike">
                <a:solidFill>
                  <a:srgbClr val="000000"/>
                </a:solidFill>
                <a:uFillTx/>
                <a:latin typeface="Arial"/>
              </a:rPr>
              <a:t>Siebte Gliederungsebene</a:t>
            </a:r>
          </a:p>
        </p:txBody>
      </p:sp>
    </p:spTree>
  </p:cSld>
  <p:clrMap bg1="lt1" tx1="dk1" bg2="lt2" tx2="dk2" accent1="accent1" accent2="accent2" accent3="accent3" accent4="accent4" accent5="accent5" accent6="accent6" hlink="hlink" folHlink="folHlink"/>
  <p:sldLayoutIdLst>
    <p:sldLayoutId id="214748369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7.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0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8.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9" name="PlaceHolder 1"/>
          <p:cNvSpPr>
            <a:spLocks noGrp="1"/>
          </p:cNvSpPr>
          <p:nvPr>
            <p:ph type="title"/>
          </p:nvPr>
        </p:nvSpPr>
        <p:spPr>
          <a:xfrm>
            <a:off x="838080" y="365040"/>
            <a:ext cx="10514160" cy="1324080"/>
          </a:xfrm>
          <a:prstGeom prst="rect">
            <a:avLst/>
          </a:prstGeom>
          <a:noFill/>
          <a:ln w="0">
            <a:noFill/>
          </a:ln>
        </p:spPr>
        <p:txBody>
          <a:bodyPr lIns="0" tIns="0" rIns="0" bIns="0" anchor="ctr">
            <a:noAutofit/>
          </a:bodyPr>
          <a:lstStyle/>
          <a:p>
            <a:pPr indent="0">
              <a:buNone/>
            </a:pPr>
            <a:r>
              <a:rPr lang="de-DE" sz="1800" b="0" u="none" strike="noStrike">
                <a:solidFill>
                  <a:srgbClr val="000000"/>
                </a:solidFill>
                <a:uFillTx/>
                <a:latin typeface="Arial"/>
              </a:rPr>
              <a:t>Format des Titeltextes durch Klicken bearbeiten</a:t>
            </a:r>
          </a:p>
        </p:txBody>
      </p:sp>
      <p:sp>
        <p:nvSpPr>
          <p:cNvPr id="90" name="PlaceHolder 2"/>
          <p:cNvSpPr>
            <a:spLocks noGrp="1"/>
          </p:cNvSpPr>
          <p:nvPr>
            <p:ph type="body"/>
          </p:nvPr>
        </p:nvSpPr>
        <p:spPr>
          <a:xfrm>
            <a:off x="838080" y="1825560"/>
            <a:ext cx="10514160" cy="43498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de-DE" sz="1800" b="0" u="none" strike="noStrike">
                <a:solidFill>
                  <a:srgbClr val="000000"/>
                </a:solidFill>
                <a:uFillTx/>
                <a:latin typeface="Arial"/>
              </a:rPr>
              <a:t>Format des Gliederungstextes durch Klicken bearbeiten</a:t>
            </a:r>
          </a:p>
          <a:p>
            <a:pPr marL="864000" lvl="1" indent="-324000">
              <a:spcBef>
                <a:spcPts val="1134"/>
              </a:spcBef>
              <a:buClr>
                <a:srgbClr val="000000"/>
              </a:buClr>
              <a:buSzPct val="75000"/>
              <a:buFont typeface="Symbol" charset="2"/>
              <a:buChar char=""/>
            </a:pPr>
            <a:r>
              <a:rPr lang="de-DE" sz="1800" b="0" u="none" strike="noStrike">
                <a:solidFill>
                  <a:srgbClr val="000000"/>
                </a:solidFill>
                <a:uFillTx/>
                <a:latin typeface="Arial"/>
              </a:rPr>
              <a:t>Zweite Gliederungsebene</a:t>
            </a:r>
          </a:p>
          <a:p>
            <a:pPr marL="1296000" lvl="2" indent="-288000">
              <a:spcBef>
                <a:spcPts val="850"/>
              </a:spcBef>
              <a:buClr>
                <a:srgbClr val="000000"/>
              </a:buClr>
              <a:buSzPct val="45000"/>
              <a:buFont typeface="Wingdings" charset="2"/>
              <a:buChar char=""/>
            </a:pPr>
            <a:r>
              <a:rPr lang="de-DE" sz="1800" b="0" u="none" strike="noStrike">
                <a:solidFill>
                  <a:srgbClr val="000000"/>
                </a:solidFill>
                <a:uFillTx/>
                <a:latin typeface="Arial"/>
              </a:rPr>
              <a:t>Dritte Gliederungsebene</a:t>
            </a:r>
          </a:p>
          <a:p>
            <a:pPr marL="1728000" lvl="3" indent="-216000">
              <a:spcBef>
                <a:spcPts val="567"/>
              </a:spcBef>
              <a:buClr>
                <a:srgbClr val="000000"/>
              </a:buClr>
              <a:buSzPct val="75000"/>
              <a:buFont typeface="Symbol" charset="2"/>
              <a:buChar char=""/>
            </a:pPr>
            <a:r>
              <a:rPr lang="de-DE" sz="1800" b="0" u="none" strike="noStrike">
                <a:solidFill>
                  <a:srgbClr val="000000"/>
                </a:solidFill>
                <a:uFillTx/>
                <a:latin typeface="Arial"/>
              </a:rPr>
              <a:t>Vierte Gliederungsebene</a:t>
            </a:r>
          </a:p>
          <a:p>
            <a:pPr marL="2160000" lvl="4" indent="-216000">
              <a:spcBef>
                <a:spcPts val="283"/>
              </a:spcBef>
              <a:buClr>
                <a:srgbClr val="000000"/>
              </a:buClr>
              <a:buSzPct val="45000"/>
              <a:buFont typeface="Wingdings" charset="2"/>
              <a:buChar char=""/>
            </a:pPr>
            <a:r>
              <a:rPr lang="de-DE" sz="1800" b="0" u="none" strike="noStrike">
                <a:solidFill>
                  <a:srgbClr val="000000"/>
                </a:solidFill>
                <a:uFillTx/>
                <a:latin typeface="Arial"/>
              </a:rPr>
              <a:t>Fünfte Gliederungsebene</a:t>
            </a:r>
          </a:p>
          <a:p>
            <a:pPr marL="2592000" lvl="5" indent="-216000">
              <a:spcBef>
                <a:spcPts val="283"/>
              </a:spcBef>
              <a:buClr>
                <a:srgbClr val="000000"/>
              </a:buClr>
              <a:buSzPct val="45000"/>
              <a:buFont typeface="Wingdings" charset="2"/>
              <a:buChar char=""/>
            </a:pPr>
            <a:r>
              <a:rPr lang="de-DE" sz="1800" b="0" u="none" strike="noStrike">
                <a:solidFill>
                  <a:srgbClr val="000000"/>
                </a:solidFill>
                <a:uFillTx/>
                <a:latin typeface="Arial"/>
              </a:rPr>
              <a:t>Sechste Gliederungsebene</a:t>
            </a:r>
          </a:p>
          <a:p>
            <a:pPr marL="3024000" lvl="6" indent="-216000">
              <a:spcBef>
                <a:spcPts val="283"/>
              </a:spcBef>
              <a:buClr>
                <a:srgbClr val="000000"/>
              </a:buClr>
              <a:buSzPct val="45000"/>
              <a:buFont typeface="Wingdings" charset="2"/>
              <a:buChar char=""/>
            </a:pPr>
            <a:r>
              <a:rPr lang="de-DE" sz="1800" b="0" u="none" strike="noStrike">
                <a:solidFill>
                  <a:srgbClr val="000000"/>
                </a:solidFill>
                <a:uFillTx/>
                <a:latin typeface="Arial"/>
              </a:rPr>
              <a:t>Siebte Gliederungsebene</a:t>
            </a:r>
          </a:p>
        </p:txBody>
      </p:sp>
    </p:spTree>
  </p:cSld>
  <p:clrMap bg1="lt1" tx1="dk1" bg2="lt2" tx2="dk2" accent1="accent1" accent2="accent2" accent3="accent3" accent4="accent4" accent5="accent5" accent6="accent6" hlink="hlink" folHlink="folHlink"/>
  <p:sldLayoutIdLst>
    <p:sldLayoutId id="214748370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9.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0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0.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0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3" name="PlaceHolder 1"/>
          <p:cNvSpPr>
            <a:spLocks noGrp="1"/>
          </p:cNvSpPr>
          <p:nvPr>
            <p:ph type="title"/>
          </p:nvPr>
        </p:nvSpPr>
        <p:spPr>
          <a:xfrm>
            <a:off x="838080" y="365040"/>
            <a:ext cx="10514160" cy="1324080"/>
          </a:xfrm>
          <a:prstGeom prst="rect">
            <a:avLst/>
          </a:prstGeom>
          <a:noFill/>
          <a:ln w="0">
            <a:noFill/>
          </a:ln>
        </p:spPr>
        <p:txBody>
          <a:bodyPr lIns="0" tIns="0" rIns="0" bIns="0" anchor="ctr">
            <a:noAutofit/>
          </a:bodyPr>
          <a:lstStyle/>
          <a:p>
            <a:pPr indent="0">
              <a:buNone/>
            </a:pPr>
            <a:r>
              <a:rPr lang="de-DE" sz="1800" b="0" u="none" strike="noStrike">
                <a:solidFill>
                  <a:srgbClr val="000000"/>
                </a:solidFill>
                <a:uFillTx/>
                <a:latin typeface="Arial"/>
              </a:rPr>
              <a:t>Format des Titeltextes durch Klicken bearbeiten</a:t>
            </a:r>
          </a:p>
        </p:txBody>
      </p:sp>
    </p:spTree>
  </p:cSld>
  <p:clrMap bg1="lt1" tx1="dk1" bg2="lt2" tx2="dk2" accent1="accent1" accent2="accent2" accent3="accent3" accent4="accent4" accent5="accent5" accent6="accent6" hlink="hlink" folHlink="folHlink"/>
  <p:sldLayoutIdLst>
    <p:sldLayoutId id="214748370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6" name="PlaceHolder 1"/>
          <p:cNvSpPr>
            <a:spLocks noGrp="1"/>
          </p:cNvSpPr>
          <p:nvPr>
            <p:ph type="title"/>
          </p:nvPr>
        </p:nvSpPr>
        <p:spPr>
          <a:xfrm>
            <a:off x="838080" y="365040"/>
            <a:ext cx="10514160" cy="1324080"/>
          </a:xfrm>
          <a:prstGeom prst="rect">
            <a:avLst/>
          </a:prstGeom>
          <a:noFill/>
          <a:ln w="0">
            <a:noFill/>
          </a:ln>
        </p:spPr>
        <p:txBody>
          <a:bodyPr lIns="0" tIns="0" rIns="0" bIns="0" anchor="ctr">
            <a:noAutofit/>
          </a:bodyPr>
          <a:lstStyle/>
          <a:p>
            <a:pPr indent="0">
              <a:buNone/>
            </a:pPr>
            <a:r>
              <a:rPr lang="de-DE" sz="1800" b="0" u="none" strike="noStrike">
                <a:solidFill>
                  <a:srgbClr val="000000"/>
                </a:solidFill>
                <a:uFillTx/>
                <a:latin typeface="Arial"/>
              </a:rPr>
              <a:t>Format des Titeltextes durch Klicken bearbeiten</a:t>
            </a:r>
          </a:p>
        </p:txBody>
      </p:sp>
    </p:spTree>
  </p:cSld>
  <p:clrMap bg1="lt1" tx1="dk1" bg2="lt2" tx2="dk2" accent1="accent1" accent2="accent2" accent3="accent3" accent4="accent4" accent5="accent5" accent6="accent6" hlink="hlink" folHlink="folHlink"/>
  <p:sldLayoutIdLst>
    <p:sldLayoutId id="214748371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8" name="PlaceHolder 1"/>
          <p:cNvSpPr>
            <a:spLocks noGrp="1"/>
          </p:cNvSpPr>
          <p:nvPr>
            <p:ph type="title"/>
          </p:nvPr>
        </p:nvSpPr>
        <p:spPr>
          <a:xfrm>
            <a:off x="838080" y="365040"/>
            <a:ext cx="10514160" cy="1324080"/>
          </a:xfrm>
          <a:prstGeom prst="rect">
            <a:avLst/>
          </a:prstGeom>
          <a:noFill/>
          <a:ln w="0">
            <a:noFill/>
          </a:ln>
        </p:spPr>
        <p:txBody>
          <a:bodyPr lIns="0" tIns="0" rIns="0" bIns="0" anchor="ctr">
            <a:noAutofit/>
          </a:bodyPr>
          <a:lstStyle/>
          <a:p>
            <a:pPr indent="0">
              <a:buNone/>
            </a:pPr>
            <a:r>
              <a:rPr lang="de-DE" sz="1800" b="0" u="none" strike="noStrike">
                <a:solidFill>
                  <a:srgbClr val="000000"/>
                </a:solidFill>
                <a:uFillTx/>
                <a:latin typeface="Arial"/>
              </a:rPr>
              <a:t>Format des Titeltextes durch Klicken bearbeiten</a:t>
            </a:r>
          </a:p>
        </p:txBody>
      </p:sp>
      <p:sp>
        <p:nvSpPr>
          <p:cNvPr id="99" name="PlaceHolder 2"/>
          <p:cNvSpPr>
            <a:spLocks noGrp="1"/>
          </p:cNvSpPr>
          <p:nvPr>
            <p:ph type="body"/>
          </p:nvPr>
        </p:nvSpPr>
        <p:spPr>
          <a:xfrm>
            <a:off x="838080" y="1825560"/>
            <a:ext cx="5130720" cy="43498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de-DE" sz="1800" b="0" u="none" strike="noStrike">
                <a:solidFill>
                  <a:srgbClr val="000000"/>
                </a:solidFill>
                <a:uFillTx/>
                <a:latin typeface="Arial"/>
              </a:rPr>
              <a:t>Format des Gliederungstextes durch Klicken bearbeiten</a:t>
            </a:r>
          </a:p>
          <a:p>
            <a:pPr marL="864000" lvl="1" indent="-324000">
              <a:spcBef>
                <a:spcPts val="1134"/>
              </a:spcBef>
              <a:buClr>
                <a:srgbClr val="000000"/>
              </a:buClr>
              <a:buSzPct val="75000"/>
              <a:buFont typeface="Symbol" charset="2"/>
              <a:buChar char=""/>
            </a:pPr>
            <a:r>
              <a:rPr lang="de-DE" sz="1800" b="0" u="none" strike="noStrike">
                <a:solidFill>
                  <a:srgbClr val="000000"/>
                </a:solidFill>
                <a:uFillTx/>
                <a:latin typeface="Arial"/>
              </a:rPr>
              <a:t>Zweite Gliederungsebene</a:t>
            </a:r>
          </a:p>
          <a:p>
            <a:pPr marL="1296000" lvl="2" indent="-288000">
              <a:spcBef>
                <a:spcPts val="850"/>
              </a:spcBef>
              <a:buClr>
                <a:srgbClr val="000000"/>
              </a:buClr>
              <a:buSzPct val="45000"/>
              <a:buFont typeface="Wingdings" charset="2"/>
              <a:buChar char=""/>
            </a:pPr>
            <a:r>
              <a:rPr lang="de-DE" sz="1800" b="0" u="none" strike="noStrike">
                <a:solidFill>
                  <a:srgbClr val="000000"/>
                </a:solidFill>
                <a:uFillTx/>
                <a:latin typeface="Arial"/>
              </a:rPr>
              <a:t>Dritte Gliederungsebene</a:t>
            </a:r>
          </a:p>
          <a:p>
            <a:pPr marL="1728000" lvl="3" indent="-216000">
              <a:spcBef>
                <a:spcPts val="567"/>
              </a:spcBef>
              <a:buClr>
                <a:srgbClr val="000000"/>
              </a:buClr>
              <a:buSzPct val="75000"/>
              <a:buFont typeface="Symbol" charset="2"/>
              <a:buChar char=""/>
            </a:pPr>
            <a:r>
              <a:rPr lang="de-DE" sz="1800" b="0" u="none" strike="noStrike">
                <a:solidFill>
                  <a:srgbClr val="000000"/>
                </a:solidFill>
                <a:uFillTx/>
                <a:latin typeface="Arial"/>
              </a:rPr>
              <a:t>Vierte Gliederungsebene</a:t>
            </a:r>
          </a:p>
          <a:p>
            <a:pPr marL="2160000" lvl="4" indent="-216000">
              <a:spcBef>
                <a:spcPts val="283"/>
              </a:spcBef>
              <a:buClr>
                <a:srgbClr val="000000"/>
              </a:buClr>
              <a:buSzPct val="45000"/>
              <a:buFont typeface="Wingdings" charset="2"/>
              <a:buChar char=""/>
            </a:pPr>
            <a:r>
              <a:rPr lang="de-DE" sz="1800" b="0" u="none" strike="noStrike">
                <a:solidFill>
                  <a:srgbClr val="000000"/>
                </a:solidFill>
                <a:uFillTx/>
                <a:latin typeface="Arial"/>
              </a:rPr>
              <a:t>Fünfte Gliederungsebene</a:t>
            </a:r>
          </a:p>
          <a:p>
            <a:pPr marL="2592000" lvl="5" indent="-216000">
              <a:spcBef>
                <a:spcPts val="283"/>
              </a:spcBef>
              <a:buClr>
                <a:srgbClr val="000000"/>
              </a:buClr>
              <a:buSzPct val="45000"/>
              <a:buFont typeface="Wingdings" charset="2"/>
              <a:buChar char=""/>
            </a:pPr>
            <a:r>
              <a:rPr lang="de-DE" sz="1800" b="0" u="none" strike="noStrike">
                <a:solidFill>
                  <a:srgbClr val="000000"/>
                </a:solidFill>
                <a:uFillTx/>
                <a:latin typeface="Arial"/>
              </a:rPr>
              <a:t>Sechste Gliederungsebene</a:t>
            </a:r>
          </a:p>
          <a:p>
            <a:pPr marL="3024000" lvl="6" indent="-216000">
              <a:spcBef>
                <a:spcPts val="283"/>
              </a:spcBef>
              <a:buClr>
                <a:srgbClr val="000000"/>
              </a:buClr>
              <a:buSzPct val="45000"/>
              <a:buFont typeface="Wingdings" charset="2"/>
              <a:buChar char=""/>
            </a:pPr>
            <a:r>
              <a:rPr lang="de-DE" sz="1800" b="0" u="none" strike="noStrike">
                <a:solidFill>
                  <a:srgbClr val="000000"/>
                </a:solidFill>
                <a:uFillTx/>
                <a:latin typeface="Arial"/>
              </a:rPr>
              <a:t>Siebte Gliederungsebene</a:t>
            </a:r>
          </a:p>
        </p:txBody>
      </p:sp>
      <p:sp>
        <p:nvSpPr>
          <p:cNvPr id="100" name="PlaceHolder 3"/>
          <p:cNvSpPr>
            <a:spLocks noGrp="1"/>
          </p:cNvSpPr>
          <p:nvPr>
            <p:ph type="body"/>
          </p:nvPr>
        </p:nvSpPr>
        <p:spPr>
          <a:xfrm>
            <a:off x="6226200" y="1825560"/>
            <a:ext cx="5130720" cy="43498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de-DE" sz="1800" b="0" u="none" strike="noStrike">
                <a:solidFill>
                  <a:srgbClr val="000000"/>
                </a:solidFill>
                <a:uFillTx/>
                <a:latin typeface="Arial"/>
              </a:rPr>
              <a:t>Format des Gliederungstextes durch Klicken bearbeiten</a:t>
            </a:r>
          </a:p>
          <a:p>
            <a:pPr marL="864000" lvl="1" indent="-324000">
              <a:spcBef>
                <a:spcPts val="1134"/>
              </a:spcBef>
              <a:buClr>
                <a:srgbClr val="000000"/>
              </a:buClr>
              <a:buSzPct val="75000"/>
              <a:buFont typeface="Symbol" charset="2"/>
              <a:buChar char=""/>
            </a:pPr>
            <a:r>
              <a:rPr lang="de-DE" sz="1800" b="0" u="none" strike="noStrike">
                <a:solidFill>
                  <a:srgbClr val="000000"/>
                </a:solidFill>
                <a:uFillTx/>
                <a:latin typeface="Arial"/>
              </a:rPr>
              <a:t>Zweite Gliederungsebene</a:t>
            </a:r>
          </a:p>
          <a:p>
            <a:pPr marL="1296000" lvl="2" indent="-288000">
              <a:spcBef>
                <a:spcPts val="850"/>
              </a:spcBef>
              <a:buClr>
                <a:srgbClr val="000000"/>
              </a:buClr>
              <a:buSzPct val="45000"/>
              <a:buFont typeface="Wingdings" charset="2"/>
              <a:buChar char=""/>
            </a:pPr>
            <a:r>
              <a:rPr lang="de-DE" sz="1800" b="0" u="none" strike="noStrike">
                <a:solidFill>
                  <a:srgbClr val="000000"/>
                </a:solidFill>
                <a:uFillTx/>
                <a:latin typeface="Arial"/>
              </a:rPr>
              <a:t>Dritte Gliederungsebene</a:t>
            </a:r>
          </a:p>
          <a:p>
            <a:pPr marL="1728000" lvl="3" indent="-216000">
              <a:spcBef>
                <a:spcPts val="567"/>
              </a:spcBef>
              <a:buClr>
                <a:srgbClr val="000000"/>
              </a:buClr>
              <a:buSzPct val="75000"/>
              <a:buFont typeface="Symbol" charset="2"/>
              <a:buChar char=""/>
            </a:pPr>
            <a:r>
              <a:rPr lang="de-DE" sz="1800" b="0" u="none" strike="noStrike">
                <a:solidFill>
                  <a:srgbClr val="000000"/>
                </a:solidFill>
                <a:uFillTx/>
                <a:latin typeface="Arial"/>
              </a:rPr>
              <a:t>Vierte Gliederungsebene</a:t>
            </a:r>
          </a:p>
          <a:p>
            <a:pPr marL="2160000" lvl="4" indent="-216000">
              <a:spcBef>
                <a:spcPts val="283"/>
              </a:spcBef>
              <a:buClr>
                <a:srgbClr val="000000"/>
              </a:buClr>
              <a:buSzPct val="45000"/>
              <a:buFont typeface="Wingdings" charset="2"/>
              <a:buChar char=""/>
            </a:pPr>
            <a:r>
              <a:rPr lang="de-DE" sz="1800" b="0" u="none" strike="noStrike">
                <a:solidFill>
                  <a:srgbClr val="000000"/>
                </a:solidFill>
                <a:uFillTx/>
                <a:latin typeface="Arial"/>
              </a:rPr>
              <a:t>Fünfte Gliederungsebene</a:t>
            </a:r>
          </a:p>
          <a:p>
            <a:pPr marL="2592000" lvl="5" indent="-216000">
              <a:spcBef>
                <a:spcPts val="283"/>
              </a:spcBef>
              <a:buClr>
                <a:srgbClr val="000000"/>
              </a:buClr>
              <a:buSzPct val="45000"/>
              <a:buFont typeface="Wingdings" charset="2"/>
              <a:buChar char=""/>
            </a:pPr>
            <a:r>
              <a:rPr lang="de-DE" sz="1800" b="0" u="none" strike="noStrike">
                <a:solidFill>
                  <a:srgbClr val="000000"/>
                </a:solidFill>
                <a:uFillTx/>
                <a:latin typeface="Arial"/>
              </a:rPr>
              <a:t>Sechste Gliederungsebene</a:t>
            </a:r>
          </a:p>
          <a:p>
            <a:pPr marL="3024000" lvl="6" indent="-216000">
              <a:spcBef>
                <a:spcPts val="283"/>
              </a:spcBef>
              <a:buClr>
                <a:srgbClr val="000000"/>
              </a:buClr>
              <a:buSzPct val="45000"/>
              <a:buFont typeface="Wingdings" charset="2"/>
              <a:buChar char=""/>
            </a:pPr>
            <a:r>
              <a:rPr lang="de-DE" sz="1800" b="0" u="none" strike="noStrike">
                <a:solidFill>
                  <a:srgbClr val="000000"/>
                </a:solidFill>
                <a:uFillTx/>
                <a:latin typeface="Arial"/>
              </a:rPr>
              <a:t>Siebte Gliederungsebene</a:t>
            </a:r>
          </a:p>
        </p:txBody>
      </p:sp>
    </p:spTree>
  </p:cSld>
  <p:clrMap bg1="lt1" tx1="dk1" bg2="lt2" tx2="dk2" accent1="accent1" accent2="accent2" accent3="accent3" accent4="accent4" accent5="accent5" accent6="accent6" hlink="hlink" folHlink="folHlink"/>
  <p:sldLayoutIdLst>
    <p:sldLayoutId id="214748371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1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4" name="PlaceHolder 1"/>
          <p:cNvSpPr>
            <a:spLocks noGrp="1"/>
          </p:cNvSpPr>
          <p:nvPr>
            <p:ph type="title"/>
          </p:nvPr>
        </p:nvSpPr>
        <p:spPr>
          <a:xfrm>
            <a:off x="838080" y="365040"/>
            <a:ext cx="10514160" cy="1324080"/>
          </a:xfrm>
          <a:prstGeom prst="rect">
            <a:avLst/>
          </a:prstGeom>
          <a:noFill/>
          <a:ln w="0">
            <a:noFill/>
          </a:ln>
        </p:spPr>
        <p:txBody>
          <a:bodyPr lIns="0" tIns="0" rIns="0" bIns="0" anchor="ctr">
            <a:noAutofit/>
          </a:bodyPr>
          <a:lstStyle/>
          <a:p>
            <a:pPr indent="0">
              <a:buNone/>
            </a:pPr>
            <a:r>
              <a:rPr lang="de-DE" sz="1800" b="0" u="none" strike="noStrike">
                <a:solidFill>
                  <a:srgbClr val="000000"/>
                </a:solidFill>
                <a:uFillTx/>
                <a:latin typeface="Arial"/>
              </a:rPr>
              <a:t>Format des Titeltextes durch Klicken bearbeiten</a:t>
            </a:r>
          </a:p>
        </p:txBody>
      </p:sp>
      <p:sp>
        <p:nvSpPr>
          <p:cNvPr id="105" name="PlaceHolder 2"/>
          <p:cNvSpPr>
            <a:spLocks noGrp="1"/>
          </p:cNvSpPr>
          <p:nvPr>
            <p:ph type="body"/>
          </p:nvPr>
        </p:nvSpPr>
        <p:spPr>
          <a:xfrm>
            <a:off x="838080" y="1825560"/>
            <a:ext cx="10514160" cy="43498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de-DE" sz="1800" b="0" u="none" strike="noStrike">
                <a:solidFill>
                  <a:srgbClr val="000000"/>
                </a:solidFill>
                <a:uFillTx/>
                <a:latin typeface="Arial"/>
              </a:rPr>
              <a:t>Format des Gliederungstextes durch Klicken bearbeiten</a:t>
            </a:r>
          </a:p>
          <a:p>
            <a:pPr marL="864000" lvl="1" indent="-324000">
              <a:spcBef>
                <a:spcPts val="1134"/>
              </a:spcBef>
              <a:buClr>
                <a:srgbClr val="000000"/>
              </a:buClr>
              <a:buSzPct val="75000"/>
              <a:buFont typeface="Symbol" charset="2"/>
              <a:buChar char=""/>
            </a:pPr>
            <a:r>
              <a:rPr lang="de-DE" sz="1800" b="0" u="none" strike="noStrike">
                <a:solidFill>
                  <a:srgbClr val="000000"/>
                </a:solidFill>
                <a:uFillTx/>
                <a:latin typeface="Arial"/>
              </a:rPr>
              <a:t>Zweite Gliederungsebene</a:t>
            </a:r>
          </a:p>
          <a:p>
            <a:pPr marL="1296000" lvl="2" indent="-288000">
              <a:spcBef>
                <a:spcPts val="850"/>
              </a:spcBef>
              <a:buClr>
                <a:srgbClr val="000000"/>
              </a:buClr>
              <a:buSzPct val="45000"/>
              <a:buFont typeface="Wingdings" charset="2"/>
              <a:buChar char=""/>
            </a:pPr>
            <a:r>
              <a:rPr lang="de-DE" sz="1800" b="0" u="none" strike="noStrike">
                <a:solidFill>
                  <a:srgbClr val="000000"/>
                </a:solidFill>
                <a:uFillTx/>
                <a:latin typeface="Arial"/>
              </a:rPr>
              <a:t>Dritte Gliederungsebene</a:t>
            </a:r>
          </a:p>
          <a:p>
            <a:pPr marL="1728000" lvl="3" indent="-216000">
              <a:spcBef>
                <a:spcPts val="567"/>
              </a:spcBef>
              <a:buClr>
                <a:srgbClr val="000000"/>
              </a:buClr>
              <a:buSzPct val="75000"/>
              <a:buFont typeface="Symbol" charset="2"/>
              <a:buChar char=""/>
            </a:pPr>
            <a:r>
              <a:rPr lang="de-DE" sz="1800" b="0" u="none" strike="noStrike">
                <a:solidFill>
                  <a:srgbClr val="000000"/>
                </a:solidFill>
                <a:uFillTx/>
                <a:latin typeface="Arial"/>
              </a:rPr>
              <a:t>Vierte Gliederungsebene</a:t>
            </a:r>
          </a:p>
          <a:p>
            <a:pPr marL="2160000" lvl="4" indent="-216000">
              <a:spcBef>
                <a:spcPts val="283"/>
              </a:spcBef>
              <a:buClr>
                <a:srgbClr val="000000"/>
              </a:buClr>
              <a:buSzPct val="45000"/>
              <a:buFont typeface="Wingdings" charset="2"/>
              <a:buChar char=""/>
            </a:pPr>
            <a:r>
              <a:rPr lang="de-DE" sz="1800" b="0" u="none" strike="noStrike">
                <a:solidFill>
                  <a:srgbClr val="000000"/>
                </a:solidFill>
                <a:uFillTx/>
                <a:latin typeface="Arial"/>
              </a:rPr>
              <a:t>Fünfte Gliederungsebene</a:t>
            </a:r>
          </a:p>
          <a:p>
            <a:pPr marL="2592000" lvl="5" indent="-216000">
              <a:spcBef>
                <a:spcPts val="283"/>
              </a:spcBef>
              <a:buClr>
                <a:srgbClr val="000000"/>
              </a:buClr>
              <a:buSzPct val="45000"/>
              <a:buFont typeface="Wingdings" charset="2"/>
              <a:buChar char=""/>
            </a:pPr>
            <a:r>
              <a:rPr lang="de-DE" sz="1800" b="0" u="none" strike="noStrike">
                <a:solidFill>
                  <a:srgbClr val="000000"/>
                </a:solidFill>
                <a:uFillTx/>
                <a:latin typeface="Arial"/>
              </a:rPr>
              <a:t>Sechste Gliederungsebene</a:t>
            </a:r>
          </a:p>
          <a:p>
            <a:pPr marL="3024000" lvl="6" indent="-216000">
              <a:spcBef>
                <a:spcPts val="283"/>
              </a:spcBef>
              <a:buClr>
                <a:srgbClr val="000000"/>
              </a:buClr>
              <a:buSzPct val="45000"/>
              <a:buFont typeface="Wingdings" charset="2"/>
              <a:buChar char=""/>
            </a:pPr>
            <a:r>
              <a:rPr lang="de-DE" sz="1800" b="0" u="none" strike="noStrike">
                <a:solidFill>
                  <a:srgbClr val="000000"/>
                </a:solidFill>
                <a:uFillTx/>
                <a:latin typeface="Arial"/>
              </a:rPr>
              <a:t>Siebte Gliederungsebene</a:t>
            </a:r>
          </a:p>
        </p:txBody>
      </p:sp>
    </p:spTree>
  </p:cSld>
  <p:clrMap bg1="lt1" tx1="dk1" bg2="lt2" tx2="dk2" accent1="accent1" accent2="accent2" accent3="accent3" accent4="accent4" accent5="accent5" accent6="accent6" hlink="hlink" folHlink="folHlink"/>
  <p:sldLayoutIdLst>
    <p:sldLayoutId id="214748371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1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7.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2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8.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8" name="PlaceHolder 1"/>
          <p:cNvSpPr>
            <a:spLocks noGrp="1"/>
          </p:cNvSpPr>
          <p:nvPr>
            <p:ph type="title"/>
          </p:nvPr>
        </p:nvSpPr>
        <p:spPr>
          <a:xfrm>
            <a:off x="838080" y="365040"/>
            <a:ext cx="10514160" cy="1324080"/>
          </a:xfrm>
          <a:prstGeom prst="rect">
            <a:avLst/>
          </a:prstGeom>
          <a:noFill/>
          <a:ln w="0">
            <a:noFill/>
          </a:ln>
        </p:spPr>
        <p:txBody>
          <a:bodyPr lIns="0" tIns="0" rIns="0" bIns="0" anchor="ctr">
            <a:noAutofit/>
          </a:bodyPr>
          <a:lstStyle/>
          <a:p>
            <a:pPr indent="0">
              <a:buNone/>
            </a:pPr>
            <a:r>
              <a:rPr lang="de-DE" sz="1800" b="0" u="none" strike="noStrike">
                <a:solidFill>
                  <a:srgbClr val="000000"/>
                </a:solidFill>
                <a:uFillTx/>
                <a:latin typeface="Arial"/>
              </a:rPr>
              <a:t>Format des Titeltextes durch Klicken bearbeiten</a:t>
            </a:r>
          </a:p>
        </p:txBody>
      </p:sp>
    </p:spTree>
  </p:cSld>
  <p:clrMap bg1="lt1" tx1="dk1" bg2="lt2" tx2="dk2" accent1="accent1" accent2="accent2" accent3="accent3" accent4="accent4" accent5="accent5" accent6="accent6" hlink="hlink" folHlink="folHlink"/>
  <p:sldLayoutIdLst>
    <p:sldLayoutId id="214748372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9.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1" name="PlaceHolder 1"/>
          <p:cNvSpPr>
            <a:spLocks noGrp="1"/>
          </p:cNvSpPr>
          <p:nvPr>
            <p:ph type="title"/>
          </p:nvPr>
        </p:nvSpPr>
        <p:spPr>
          <a:xfrm>
            <a:off x="838080" y="365040"/>
            <a:ext cx="10514160" cy="1324080"/>
          </a:xfrm>
          <a:prstGeom prst="rect">
            <a:avLst/>
          </a:prstGeom>
          <a:noFill/>
          <a:ln w="0">
            <a:noFill/>
          </a:ln>
        </p:spPr>
        <p:txBody>
          <a:bodyPr lIns="0" tIns="0" rIns="0" bIns="0" anchor="ctr">
            <a:noAutofit/>
          </a:bodyPr>
          <a:lstStyle/>
          <a:p>
            <a:pPr indent="0">
              <a:buNone/>
            </a:pPr>
            <a:r>
              <a:rPr lang="de-DE" sz="1800" b="0" u="none" strike="noStrike">
                <a:solidFill>
                  <a:srgbClr val="000000"/>
                </a:solidFill>
                <a:uFillTx/>
                <a:latin typeface="Arial"/>
              </a:rPr>
              <a:t>Format des Titeltextes durch Klicken bearbeiten</a:t>
            </a:r>
          </a:p>
        </p:txBody>
      </p:sp>
      <p:sp>
        <p:nvSpPr>
          <p:cNvPr id="112" name="PlaceHolder 2"/>
          <p:cNvSpPr>
            <a:spLocks noGrp="1"/>
          </p:cNvSpPr>
          <p:nvPr>
            <p:ph type="body"/>
          </p:nvPr>
        </p:nvSpPr>
        <p:spPr>
          <a:xfrm>
            <a:off x="838080" y="1825560"/>
            <a:ext cx="10514160" cy="43498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de-DE" sz="1800" b="0" u="none" strike="noStrike">
                <a:solidFill>
                  <a:srgbClr val="000000"/>
                </a:solidFill>
                <a:uFillTx/>
                <a:latin typeface="Arial"/>
              </a:rPr>
              <a:t>Format des Gliederungstextes durch Klicken bearbeiten</a:t>
            </a:r>
          </a:p>
          <a:p>
            <a:pPr marL="864000" lvl="1" indent="-324000">
              <a:spcBef>
                <a:spcPts val="1134"/>
              </a:spcBef>
              <a:buClr>
                <a:srgbClr val="000000"/>
              </a:buClr>
              <a:buSzPct val="75000"/>
              <a:buFont typeface="Symbol" charset="2"/>
              <a:buChar char=""/>
            </a:pPr>
            <a:r>
              <a:rPr lang="de-DE" sz="1800" b="0" u="none" strike="noStrike">
                <a:solidFill>
                  <a:srgbClr val="000000"/>
                </a:solidFill>
                <a:uFillTx/>
                <a:latin typeface="Arial"/>
              </a:rPr>
              <a:t>Zweite Gliederungsebene</a:t>
            </a:r>
          </a:p>
          <a:p>
            <a:pPr marL="1296000" lvl="2" indent="-288000">
              <a:spcBef>
                <a:spcPts val="850"/>
              </a:spcBef>
              <a:buClr>
                <a:srgbClr val="000000"/>
              </a:buClr>
              <a:buSzPct val="45000"/>
              <a:buFont typeface="Wingdings" charset="2"/>
              <a:buChar char=""/>
            </a:pPr>
            <a:r>
              <a:rPr lang="de-DE" sz="1800" b="0" u="none" strike="noStrike">
                <a:solidFill>
                  <a:srgbClr val="000000"/>
                </a:solidFill>
                <a:uFillTx/>
                <a:latin typeface="Arial"/>
              </a:rPr>
              <a:t>Dritte Gliederungsebene</a:t>
            </a:r>
          </a:p>
          <a:p>
            <a:pPr marL="1728000" lvl="3" indent="-216000">
              <a:spcBef>
                <a:spcPts val="567"/>
              </a:spcBef>
              <a:buClr>
                <a:srgbClr val="000000"/>
              </a:buClr>
              <a:buSzPct val="75000"/>
              <a:buFont typeface="Symbol" charset="2"/>
              <a:buChar char=""/>
            </a:pPr>
            <a:r>
              <a:rPr lang="de-DE" sz="1800" b="0" u="none" strike="noStrike">
                <a:solidFill>
                  <a:srgbClr val="000000"/>
                </a:solidFill>
                <a:uFillTx/>
                <a:latin typeface="Arial"/>
              </a:rPr>
              <a:t>Vierte Gliederungsebene</a:t>
            </a:r>
          </a:p>
          <a:p>
            <a:pPr marL="2160000" lvl="4" indent="-216000">
              <a:spcBef>
                <a:spcPts val="283"/>
              </a:spcBef>
              <a:buClr>
                <a:srgbClr val="000000"/>
              </a:buClr>
              <a:buSzPct val="45000"/>
              <a:buFont typeface="Wingdings" charset="2"/>
              <a:buChar char=""/>
            </a:pPr>
            <a:r>
              <a:rPr lang="de-DE" sz="1800" b="0" u="none" strike="noStrike">
                <a:solidFill>
                  <a:srgbClr val="000000"/>
                </a:solidFill>
                <a:uFillTx/>
                <a:latin typeface="Arial"/>
              </a:rPr>
              <a:t>Fünfte Gliederungsebene</a:t>
            </a:r>
          </a:p>
          <a:p>
            <a:pPr marL="2592000" lvl="5" indent="-216000">
              <a:spcBef>
                <a:spcPts val="283"/>
              </a:spcBef>
              <a:buClr>
                <a:srgbClr val="000000"/>
              </a:buClr>
              <a:buSzPct val="45000"/>
              <a:buFont typeface="Wingdings" charset="2"/>
              <a:buChar char=""/>
            </a:pPr>
            <a:r>
              <a:rPr lang="de-DE" sz="1800" b="0" u="none" strike="noStrike">
                <a:solidFill>
                  <a:srgbClr val="000000"/>
                </a:solidFill>
                <a:uFillTx/>
                <a:latin typeface="Arial"/>
              </a:rPr>
              <a:t>Sechste Gliederungsebene</a:t>
            </a:r>
          </a:p>
          <a:p>
            <a:pPr marL="3024000" lvl="6" indent="-216000">
              <a:spcBef>
                <a:spcPts val="283"/>
              </a:spcBef>
              <a:buClr>
                <a:srgbClr val="000000"/>
              </a:buClr>
              <a:buSzPct val="45000"/>
              <a:buFont typeface="Wingdings" charset="2"/>
              <a:buChar char=""/>
            </a:pPr>
            <a:r>
              <a:rPr lang="de-DE" sz="1800" b="0" u="none" strike="noStrike">
                <a:solidFill>
                  <a:srgbClr val="000000"/>
                </a:solidFill>
                <a:uFillTx/>
                <a:latin typeface="Arial"/>
              </a:rPr>
              <a:t>Siebte Gliederungsebene</a:t>
            </a:r>
          </a:p>
        </p:txBody>
      </p:sp>
    </p:spTree>
  </p:cSld>
  <p:clrMap bg1="lt1" tx1="dk1" bg2="lt2" tx2="dk2" accent1="accent1" accent2="accent2" accent3="accent3" accent4="accent4" accent5="accent5" accent6="accent6" hlink="hlink" folHlink="folHlink"/>
  <p:sldLayoutIdLst>
    <p:sldLayoutId id="2147483725" r:id="rId1"/>
    <p:sldLayoutId id="2147483726" r:id="rId2"/>
    <p:sldLayoutId id="2147483727" r:id="rId3"/>
    <p:sldLayoutId id="2147483728" r:id="rId4"/>
    <p:sldLayoutId id="2147483729" r:id="rId5"/>
    <p:sldLayoutId id="2147483730" r:id="rId6"/>
    <p:sldLayoutId id="2147483731" r:id="rId7"/>
    <p:sldLayoutId id="2147483732" r:id="rId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0.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3" name="PlaceHolder 1"/>
          <p:cNvSpPr>
            <a:spLocks noGrp="1"/>
          </p:cNvSpPr>
          <p:nvPr>
            <p:ph type="ftr" idx="43"/>
          </p:nvPr>
        </p:nvSpPr>
        <p:spPr>
          <a:xfrm>
            <a:off x="4038480" y="6356520"/>
            <a:ext cx="411336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de-DE" sz="1400" b="0" u="none" strike="noStrike">
                <a:solidFill>
                  <a:srgbClr val="000000"/>
                </a:solidFill>
                <a:uFillTx/>
                <a:latin typeface="Times New Roman"/>
              </a:defRPr>
            </a:lvl1pPr>
          </a:lstStyle>
          <a:p>
            <a:pPr indent="0" algn="ctr">
              <a:lnSpc>
                <a:spcPct val="100000"/>
              </a:lnSpc>
              <a:buNone/>
              <a:tabLst>
                <a:tab pos="0" algn="l"/>
              </a:tabLst>
            </a:pPr>
            <a:r>
              <a:rPr lang="de-DE" sz="1400" b="0" u="none" strike="noStrike">
                <a:solidFill>
                  <a:srgbClr val="000000"/>
                </a:solidFill>
                <a:uFillTx/>
                <a:latin typeface="Times New Roman"/>
              </a:rPr>
              <a:t> </a:t>
            </a:r>
          </a:p>
        </p:txBody>
      </p:sp>
      <p:sp>
        <p:nvSpPr>
          <p:cNvPr id="124" name="PlaceHolder 2"/>
          <p:cNvSpPr>
            <a:spLocks noGrp="1"/>
          </p:cNvSpPr>
          <p:nvPr>
            <p:ph type="sldNum" idx="44"/>
          </p:nvPr>
        </p:nvSpPr>
        <p:spPr>
          <a:xfrm>
            <a:off x="8610480" y="6356520"/>
            <a:ext cx="2741760" cy="3636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de-DE" sz="1200" b="0" u="none" strike="noStrike">
                <a:solidFill>
                  <a:schemeClr val="dk1">
                    <a:tint val="75000"/>
                  </a:schemeClr>
                </a:solidFill>
                <a:uFillTx/>
                <a:latin typeface="Calibri"/>
              </a:defRPr>
            </a:lvl1pPr>
          </a:lstStyle>
          <a:p>
            <a:pPr indent="0" algn="r" defTabSz="914400">
              <a:lnSpc>
                <a:spcPct val="100000"/>
              </a:lnSpc>
              <a:buNone/>
              <a:tabLst>
                <a:tab pos="0" algn="l"/>
              </a:tabLst>
            </a:pPr>
            <a:fld id="{2D223364-210D-4700-912A-BF025006D24A}" type="slidenum">
              <a:rPr lang="de-DE" sz="1200" b="0" u="none" strike="noStrike">
                <a:solidFill>
                  <a:schemeClr val="dk1">
                    <a:tint val="75000"/>
                  </a:schemeClr>
                </a:solidFill>
                <a:uFillTx/>
                <a:latin typeface="Calibri"/>
              </a:rPr>
              <a:t>‹Nr.›</a:t>
            </a:fld>
            <a:endParaRPr lang="de-DE" sz="1200" b="0" u="none" strike="noStrike">
              <a:solidFill>
                <a:srgbClr val="000000"/>
              </a:solidFill>
              <a:uFillTx/>
              <a:latin typeface="Times New Roman"/>
            </a:endParaRPr>
          </a:p>
        </p:txBody>
      </p:sp>
      <p:sp>
        <p:nvSpPr>
          <p:cNvPr id="125" name="PlaceHolder 3"/>
          <p:cNvSpPr>
            <a:spLocks noGrp="1"/>
          </p:cNvSpPr>
          <p:nvPr>
            <p:ph type="dt" idx="45"/>
          </p:nvPr>
        </p:nvSpPr>
        <p:spPr>
          <a:xfrm>
            <a:off x="838080" y="6356520"/>
            <a:ext cx="2741760" cy="363600"/>
          </a:xfrm>
          <a:prstGeom prst="rect">
            <a:avLst/>
          </a:prstGeom>
          <a:noFill/>
          <a:ln w="0">
            <a:noFill/>
          </a:ln>
        </p:spPr>
        <p:txBody>
          <a:bodyPr lIns="91440" tIns="45720" rIns="91440" bIns="45720" anchor="ctr">
            <a:noAutofit/>
          </a:bodyPr>
          <a:lstStyle>
            <a:lvl1pPr indent="0">
              <a:buNone/>
              <a:defRPr lang="de-DE" sz="1400" b="0" u="none" strike="noStrike">
                <a:solidFill>
                  <a:srgbClr val="000000"/>
                </a:solidFill>
                <a:uFillTx/>
                <a:latin typeface="Times New Roman"/>
              </a:defRPr>
            </a:lvl1pPr>
          </a:lstStyle>
          <a:p>
            <a:pPr indent="0">
              <a:buNone/>
            </a:pPr>
            <a:r>
              <a:rPr lang="de-DE" sz="1400" b="0" u="none" strike="noStrike">
                <a:solidFill>
                  <a:srgbClr val="000000"/>
                </a:solidFill>
                <a:uFillTx/>
                <a:latin typeface="Times New Roman"/>
              </a:rPr>
              <a:t> </a:t>
            </a:r>
          </a:p>
        </p:txBody>
      </p:sp>
      <p:sp>
        <p:nvSpPr>
          <p:cNvPr id="126"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r>
              <a:rPr lang="de-DE" sz="4400" b="0" u="none" strike="noStrike">
                <a:solidFill>
                  <a:srgbClr val="000000"/>
                </a:solidFill>
                <a:uFillTx/>
                <a:latin typeface="Arial"/>
              </a:rPr>
              <a:t>Format des Titeltextes durch Klicken bearbeiten</a:t>
            </a:r>
          </a:p>
        </p:txBody>
      </p:sp>
      <p:sp>
        <p:nvSpPr>
          <p:cNvPr id="127"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de-DE" sz="3200" b="0" u="none" strike="noStrike">
                <a:solidFill>
                  <a:srgbClr val="000000"/>
                </a:solidFill>
                <a:uFillTx/>
                <a:latin typeface="Arial"/>
              </a:rPr>
              <a:t>Format des Gliederungstextes durch Klicken bearbeiten</a:t>
            </a:r>
          </a:p>
          <a:p>
            <a:pPr marL="864000" lvl="1" indent="-324000">
              <a:spcBef>
                <a:spcPts val="1134"/>
              </a:spcBef>
              <a:buClr>
                <a:srgbClr val="000000"/>
              </a:buClr>
              <a:buSzPct val="75000"/>
              <a:buFont typeface="Symbol" charset="2"/>
              <a:buChar char=""/>
            </a:pPr>
            <a:r>
              <a:rPr lang="de-DE" sz="2800" b="0" u="none" strike="noStrike">
                <a:solidFill>
                  <a:srgbClr val="000000"/>
                </a:solidFill>
                <a:uFillTx/>
                <a:latin typeface="Arial"/>
              </a:rPr>
              <a:t>Zweite Gliederungsebene</a:t>
            </a:r>
          </a:p>
          <a:p>
            <a:pPr marL="1296000" lvl="2" indent="-288000">
              <a:spcBef>
                <a:spcPts val="850"/>
              </a:spcBef>
              <a:buClr>
                <a:srgbClr val="000000"/>
              </a:buClr>
              <a:buSzPct val="45000"/>
              <a:buFont typeface="Wingdings" charset="2"/>
              <a:buChar char=""/>
            </a:pPr>
            <a:r>
              <a:rPr lang="de-DE" sz="2400" b="0" u="none" strike="noStrike">
                <a:solidFill>
                  <a:srgbClr val="000000"/>
                </a:solidFill>
                <a:uFillTx/>
                <a:latin typeface="Arial"/>
              </a:rPr>
              <a:t>Dritte Gliederungsebene</a:t>
            </a:r>
          </a:p>
          <a:p>
            <a:pPr marL="1728000" lvl="3" indent="-216000">
              <a:spcBef>
                <a:spcPts val="567"/>
              </a:spcBef>
              <a:buClr>
                <a:srgbClr val="000000"/>
              </a:buClr>
              <a:buSzPct val="75000"/>
              <a:buFont typeface="Symbol" charset="2"/>
              <a:buChar char=""/>
            </a:pPr>
            <a:r>
              <a:rPr lang="de-DE" sz="2000" b="0" u="none" strike="noStrike">
                <a:solidFill>
                  <a:srgbClr val="000000"/>
                </a:solidFill>
                <a:uFillTx/>
                <a:latin typeface="Arial"/>
              </a:rPr>
              <a:t>Vierte Gliederungsebene</a:t>
            </a:r>
          </a:p>
          <a:p>
            <a:pPr marL="2160000" lvl="4" indent="-216000">
              <a:spcBef>
                <a:spcPts val="283"/>
              </a:spcBef>
              <a:buClr>
                <a:srgbClr val="000000"/>
              </a:buClr>
              <a:buSzPct val="45000"/>
              <a:buFont typeface="Wingdings" charset="2"/>
              <a:buChar char=""/>
            </a:pPr>
            <a:r>
              <a:rPr lang="de-DE" sz="2000" b="0" u="none" strike="noStrike">
                <a:solidFill>
                  <a:srgbClr val="000000"/>
                </a:solidFill>
                <a:uFillTx/>
                <a:latin typeface="Arial"/>
              </a:rPr>
              <a:t>Fünfte Gliederungsebene</a:t>
            </a:r>
          </a:p>
          <a:p>
            <a:pPr marL="2592000" lvl="5" indent="-216000">
              <a:spcBef>
                <a:spcPts val="283"/>
              </a:spcBef>
              <a:buClr>
                <a:srgbClr val="000000"/>
              </a:buClr>
              <a:buSzPct val="45000"/>
              <a:buFont typeface="Wingdings" charset="2"/>
              <a:buChar char=""/>
            </a:pPr>
            <a:r>
              <a:rPr lang="de-DE" sz="2000" b="0" u="none" strike="noStrike">
                <a:solidFill>
                  <a:srgbClr val="000000"/>
                </a:solidFill>
                <a:uFillTx/>
                <a:latin typeface="Arial"/>
              </a:rPr>
              <a:t>Sechste Gliederungsebene</a:t>
            </a:r>
          </a:p>
          <a:p>
            <a:pPr marL="3024000" lvl="6" indent="-216000">
              <a:spcBef>
                <a:spcPts val="283"/>
              </a:spcBef>
              <a:buClr>
                <a:srgbClr val="000000"/>
              </a:buClr>
              <a:buSzPct val="45000"/>
              <a:buFont typeface="Wingdings" charset="2"/>
              <a:buChar char=""/>
            </a:pPr>
            <a:r>
              <a:rPr lang="de-DE" sz="2000" b="0" u="none" strike="noStrike">
                <a:solidFill>
                  <a:srgbClr val="000000"/>
                </a:solidFill>
                <a:uFillTx/>
                <a:latin typeface="Arial"/>
              </a:rPr>
              <a:t>Siebte Gliederungsebene</a:t>
            </a:r>
          </a:p>
        </p:txBody>
      </p:sp>
    </p:spTree>
  </p:cSld>
  <p:clrMap bg1="lt1" tx1="dk1" bg2="lt2" tx2="dk2" accent1="accent1" accent2="accent2" accent3="accent3" accent4="accent4" accent5="accent5" accent6="accent6" hlink="hlink" folHlink="folHlink"/>
  <p:sldLayoutIdLst>
    <p:sldLayoutId id="2147483734"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8" name="PlaceHolder 1"/>
          <p:cNvSpPr>
            <a:spLocks noGrp="1"/>
          </p:cNvSpPr>
          <p:nvPr>
            <p:ph type="title"/>
          </p:nvPr>
        </p:nvSpPr>
        <p:spPr>
          <a:xfrm>
            <a:off x="838080" y="365040"/>
            <a:ext cx="10514160" cy="1324080"/>
          </a:xfrm>
          <a:prstGeom prst="rect">
            <a:avLst/>
          </a:prstGeom>
          <a:noFill/>
          <a:ln w="0">
            <a:noFill/>
          </a:ln>
        </p:spPr>
        <p:txBody>
          <a:bodyPr lIns="0" tIns="0" rIns="0" bIns="0" anchor="ctr">
            <a:noAutofit/>
          </a:bodyPr>
          <a:lstStyle/>
          <a:p>
            <a:pPr indent="0">
              <a:buNone/>
            </a:pPr>
            <a:r>
              <a:rPr lang="de-DE" sz="1800" b="0" u="none" strike="noStrike">
                <a:solidFill>
                  <a:srgbClr val="000000"/>
                </a:solidFill>
                <a:uFillTx/>
                <a:latin typeface="Arial"/>
              </a:rPr>
              <a:t>Format des Titeltextes durch Klicken bearbeiten</a:t>
            </a:r>
          </a:p>
        </p:txBody>
      </p:sp>
      <p:sp>
        <p:nvSpPr>
          <p:cNvPr id="129" name="PlaceHolder 2"/>
          <p:cNvSpPr>
            <a:spLocks noGrp="1"/>
          </p:cNvSpPr>
          <p:nvPr>
            <p:ph type="body"/>
          </p:nvPr>
        </p:nvSpPr>
        <p:spPr>
          <a:xfrm>
            <a:off x="838080" y="1825560"/>
            <a:ext cx="5130720" cy="43498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de-DE" sz="1800" b="0" u="none" strike="noStrike">
                <a:solidFill>
                  <a:srgbClr val="000000"/>
                </a:solidFill>
                <a:uFillTx/>
                <a:latin typeface="Arial"/>
              </a:rPr>
              <a:t>Format des Gliederungstextes durch Klicken bearbeiten</a:t>
            </a:r>
          </a:p>
          <a:p>
            <a:pPr marL="864000" lvl="1" indent="-324000">
              <a:spcBef>
                <a:spcPts val="1134"/>
              </a:spcBef>
              <a:buClr>
                <a:srgbClr val="000000"/>
              </a:buClr>
              <a:buSzPct val="75000"/>
              <a:buFont typeface="Symbol" charset="2"/>
              <a:buChar char=""/>
            </a:pPr>
            <a:r>
              <a:rPr lang="de-DE" sz="1800" b="0" u="none" strike="noStrike">
                <a:solidFill>
                  <a:srgbClr val="000000"/>
                </a:solidFill>
                <a:uFillTx/>
                <a:latin typeface="Arial"/>
              </a:rPr>
              <a:t>Zweite Gliederungsebene</a:t>
            </a:r>
          </a:p>
          <a:p>
            <a:pPr marL="1296000" lvl="2" indent="-288000">
              <a:spcBef>
                <a:spcPts val="850"/>
              </a:spcBef>
              <a:buClr>
                <a:srgbClr val="000000"/>
              </a:buClr>
              <a:buSzPct val="45000"/>
              <a:buFont typeface="Wingdings" charset="2"/>
              <a:buChar char=""/>
            </a:pPr>
            <a:r>
              <a:rPr lang="de-DE" sz="1800" b="0" u="none" strike="noStrike">
                <a:solidFill>
                  <a:srgbClr val="000000"/>
                </a:solidFill>
                <a:uFillTx/>
                <a:latin typeface="Arial"/>
              </a:rPr>
              <a:t>Dritte Gliederungsebene</a:t>
            </a:r>
          </a:p>
          <a:p>
            <a:pPr marL="1728000" lvl="3" indent="-216000">
              <a:spcBef>
                <a:spcPts val="567"/>
              </a:spcBef>
              <a:buClr>
                <a:srgbClr val="000000"/>
              </a:buClr>
              <a:buSzPct val="75000"/>
              <a:buFont typeface="Symbol" charset="2"/>
              <a:buChar char=""/>
            </a:pPr>
            <a:r>
              <a:rPr lang="de-DE" sz="1800" b="0" u="none" strike="noStrike">
                <a:solidFill>
                  <a:srgbClr val="000000"/>
                </a:solidFill>
                <a:uFillTx/>
                <a:latin typeface="Arial"/>
              </a:rPr>
              <a:t>Vierte Gliederungsebene</a:t>
            </a:r>
          </a:p>
          <a:p>
            <a:pPr marL="2160000" lvl="4" indent="-216000">
              <a:spcBef>
                <a:spcPts val="283"/>
              </a:spcBef>
              <a:buClr>
                <a:srgbClr val="000000"/>
              </a:buClr>
              <a:buSzPct val="45000"/>
              <a:buFont typeface="Wingdings" charset="2"/>
              <a:buChar char=""/>
            </a:pPr>
            <a:r>
              <a:rPr lang="de-DE" sz="1800" b="0" u="none" strike="noStrike">
                <a:solidFill>
                  <a:srgbClr val="000000"/>
                </a:solidFill>
                <a:uFillTx/>
                <a:latin typeface="Arial"/>
              </a:rPr>
              <a:t>Fünfte Gliederungsebene</a:t>
            </a:r>
          </a:p>
          <a:p>
            <a:pPr marL="2592000" lvl="5" indent="-216000">
              <a:spcBef>
                <a:spcPts val="283"/>
              </a:spcBef>
              <a:buClr>
                <a:srgbClr val="000000"/>
              </a:buClr>
              <a:buSzPct val="45000"/>
              <a:buFont typeface="Wingdings" charset="2"/>
              <a:buChar char=""/>
            </a:pPr>
            <a:r>
              <a:rPr lang="de-DE" sz="1800" b="0" u="none" strike="noStrike">
                <a:solidFill>
                  <a:srgbClr val="000000"/>
                </a:solidFill>
                <a:uFillTx/>
                <a:latin typeface="Arial"/>
              </a:rPr>
              <a:t>Sechste Gliederungsebene</a:t>
            </a:r>
          </a:p>
          <a:p>
            <a:pPr marL="3024000" lvl="6" indent="-216000">
              <a:spcBef>
                <a:spcPts val="283"/>
              </a:spcBef>
              <a:buClr>
                <a:srgbClr val="000000"/>
              </a:buClr>
              <a:buSzPct val="45000"/>
              <a:buFont typeface="Wingdings" charset="2"/>
              <a:buChar char=""/>
            </a:pPr>
            <a:r>
              <a:rPr lang="de-DE" sz="1800" b="0" u="none" strike="noStrike">
                <a:solidFill>
                  <a:srgbClr val="000000"/>
                </a:solidFill>
                <a:uFillTx/>
                <a:latin typeface="Arial"/>
              </a:rPr>
              <a:t>Siebte Gliederungsebene</a:t>
            </a:r>
          </a:p>
        </p:txBody>
      </p:sp>
      <p:sp>
        <p:nvSpPr>
          <p:cNvPr id="130" name="PlaceHolder 3"/>
          <p:cNvSpPr>
            <a:spLocks noGrp="1"/>
          </p:cNvSpPr>
          <p:nvPr>
            <p:ph type="body"/>
          </p:nvPr>
        </p:nvSpPr>
        <p:spPr>
          <a:xfrm>
            <a:off x="6226200" y="1825560"/>
            <a:ext cx="5130720" cy="43498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de-DE" sz="1800" b="0" u="none" strike="noStrike">
                <a:solidFill>
                  <a:srgbClr val="000000"/>
                </a:solidFill>
                <a:uFillTx/>
                <a:latin typeface="Arial"/>
              </a:rPr>
              <a:t>Format des Gliederungstextes durch Klicken bearbeiten</a:t>
            </a:r>
          </a:p>
          <a:p>
            <a:pPr marL="864000" lvl="1" indent="-324000">
              <a:spcBef>
                <a:spcPts val="1134"/>
              </a:spcBef>
              <a:buClr>
                <a:srgbClr val="000000"/>
              </a:buClr>
              <a:buSzPct val="75000"/>
              <a:buFont typeface="Symbol" charset="2"/>
              <a:buChar char=""/>
            </a:pPr>
            <a:r>
              <a:rPr lang="de-DE" sz="1800" b="0" u="none" strike="noStrike">
                <a:solidFill>
                  <a:srgbClr val="000000"/>
                </a:solidFill>
                <a:uFillTx/>
                <a:latin typeface="Arial"/>
              </a:rPr>
              <a:t>Zweite Gliederungsebene</a:t>
            </a:r>
          </a:p>
          <a:p>
            <a:pPr marL="1296000" lvl="2" indent="-288000">
              <a:spcBef>
                <a:spcPts val="850"/>
              </a:spcBef>
              <a:buClr>
                <a:srgbClr val="000000"/>
              </a:buClr>
              <a:buSzPct val="45000"/>
              <a:buFont typeface="Wingdings" charset="2"/>
              <a:buChar char=""/>
            </a:pPr>
            <a:r>
              <a:rPr lang="de-DE" sz="1800" b="0" u="none" strike="noStrike">
                <a:solidFill>
                  <a:srgbClr val="000000"/>
                </a:solidFill>
                <a:uFillTx/>
                <a:latin typeface="Arial"/>
              </a:rPr>
              <a:t>Dritte Gliederungsebene</a:t>
            </a:r>
          </a:p>
          <a:p>
            <a:pPr marL="1728000" lvl="3" indent="-216000">
              <a:spcBef>
                <a:spcPts val="567"/>
              </a:spcBef>
              <a:buClr>
                <a:srgbClr val="000000"/>
              </a:buClr>
              <a:buSzPct val="75000"/>
              <a:buFont typeface="Symbol" charset="2"/>
              <a:buChar char=""/>
            </a:pPr>
            <a:r>
              <a:rPr lang="de-DE" sz="1800" b="0" u="none" strike="noStrike">
                <a:solidFill>
                  <a:srgbClr val="000000"/>
                </a:solidFill>
                <a:uFillTx/>
                <a:latin typeface="Arial"/>
              </a:rPr>
              <a:t>Vierte Gliederungsebene</a:t>
            </a:r>
          </a:p>
          <a:p>
            <a:pPr marL="2160000" lvl="4" indent="-216000">
              <a:spcBef>
                <a:spcPts val="283"/>
              </a:spcBef>
              <a:buClr>
                <a:srgbClr val="000000"/>
              </a:buClr>
              <a:buSzPct val="45000"/>
              <a:buFont typeface="Wingdings" charset="2"/>
              <a:buChar char=""/>
            </a:pPr>
            <a:r>
              <a:rPr lang="de-DE" sz="1800" b="0" u="none" strike="noStrike">
                <a:solidFill>
                  <a:srgbClr val="000000"/>
                </a:solidFill>
                <a:uFillTx/>
                <a:latin typeface="Arial"/>
              </a:rPr>
              <a:t>Fünfte Gliederungsebene</a:t>
            </a:r>
          </a:p>
          <a:p>
            <a:pPr marL="2592000" lvl="5" indent="-216000">
              <a:spcBef>
                <a:spcPts val="283"/>
              </a:spcBef>
              <a:buClr>
                <a:srgbClr val="000000"/>
              </a:buClr>
              <a:buSzPct val="45000"/>
              <a:buFont typeface="Wingdings" charset="2"/>
              <a:buChar char=""/>
            </a:pPr>
            <a:r>
              <a:rPr lang="de-DE" sz="1800" b="0" u="none" strike="noStrike">
                <a:solidFill>
                  <a:srgbClr val="000000"/>
                </a:solidFill>
                <a:uFillTx/>
                <a:latin typeface="Arial"/>
              </a:rPr>
              <a:t>Sechste Gliederungsebene</a:t>
            </a:r>
          </a:p>
          <a:p>
            <a:pPr marL="3024000" lvl="6" indent="-216000">
              <a:spcBef>
                <a:spcPts val="283"/>
              </a:spcBef>
              <a:buClr>
                <a:srgbClr val="000000"/>
              </a:buClr>
              <a:buSzPct val="45000"/>
              <a:buFont typeface="Wingdings" charset="2"/>
              <a:buChar char=""/>
            </a:pPr>
            <a:r>
              <a:rPr lang="de-DE" sz="1800" b="0" u="none" strike="noStrike">
                <a:solidFill>
                  <a:srgbClr val="000000"/>
                </a:solidFill>
                <a:uFillTx/>
                <a:latin typeface="Arial"/>
              </a:rPr>
              <a:t>Siebte Gliederungsebene</a:t>
            </a:r>
          </a:p>
        </p:txBody>
      </p:sp>
      <p:sp>
        <p:nvSpPr>
          <p:cNvPr id="131" name="PlaceHolder 4"/>
          <p:cNvSpPr>
            <a:spLocks noGrp="1"/>
          </p:cNvSpPr>
          <p:nvPr>
            <p:ph type="ftr" idx="46"/>
          </p:nvPr>
        </p:nvSpPr>
        <p:spPr>
          <a:xfrm>
            <a:off x="4038480" y="6356520"/>
            <a:ext cx="411336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de-DE" sz="1400" b="0" u="none" strike="noStrike">
                <a:solidFill>
                  <a:srgbClr val="000000"/>
                </a:solidFill>
                <a:uFillTx/>
                <a:latin typeface="Times New Roman"/>
              </a:defRPr>
            </a:lvl1pPr>
          </a:lstStyle>
          <a:p>
            <a:pPr indent="0" algn="ctr">
              <a:lnSpc>
                <a:spcPct val="100000"/>
              </a:lnSpc>
              <a:buNone/>
              <a:tabLst>
                <a:tab pos="0" algn="l"/>
              </a:tabLst>
            </a:pPr>
            <a:r>
              <a:rPr lang="de-DE" sz="1400" b="0" u="none" strike="noStrike">
                <a:solidFill>
                  <a:srgbClr val="000000"/>
                </a:solidFill>
                <a:uFillTx/>
                <a:latin typeface="Times New Roman"/>
              </a:rPr>
              <a:t>&lt;Fußzeile&gt;</a:t>
            </a:r>
          </a:p>
        </p:txBody>
      </p:sp>
      <p:sp>
        <p:nvSpPr>
          <p:cNvPr id="132" name="PlaceHolder 5"/>
          <p:cNvSpPr>
            <a:spLocks noGrp="1"/>
          </p:cNvSpPr>
          <p:nvPr>
            <p:ph type="sldNum" idx="47"/>
          </p:nvPr>
        </p:nvSpPr>
        <p:spPr>
          <a:xfrm>
            <a:off x="8610480" y="6356520"/>
            <a:ext cx="2741760" cy="3636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de-DE" sz="1200" b="0" u="none" strike="noStrike">
                <a:solidFill>
                  <a:schemeClr val="dk1">
                    <a:tint val="75000"/>
                  </a:schemeClr>
                </a:solidFill>
                <a:uFillTx/>
                <a:latin typeface="Calibri"/>
              </a:defRPr>
            </a:lvl1pPr>
          </a:lstStyle>
          <a:p>
            <a:pPr indent="0" algn="r" defTabSz="914400">
              <a:lnSpc>
                <a:spcPct val="100000"/>
              </a:lnSpc>
              <a:buNone/>
              <a:tabLst>
                <a:tab pos="0" algn="l"/>
              </a:tabLst>
            </a:pPr>
            <a:fld id="{B857EEA9-1313-44F5-9DAF-709DA7ADFBBF}" type="slidenum">
              <a:rPr lang="de-DE" sz="1200" b="0" u="none" strike="noStrike">
                <a:solidFill>
                  <a:schemeClr val="dk1">
                    <a:tint val="75000"/>
                  </a:schemeClr>
                </a:solidFill>
                <a:uFillTx/>
                <a:latin typeface="Calibri"/>
              </a:rPr>
              <a:t>‹Nr.›</a:t>
            </a:fld>
            <a:endParaRPr lang="de-DE" sz="1200" b="0" u="none" strike="noStrike">
              <a:solidFill>
                <a:srgbClr val="000000"/>
              </a:solidFill>
              <a:uFillTx/>
              <a:latin typeface="Times New Roman"/>
            </a:endParaRPr>
          </a:p>
        </p:txBody>
      </p:sp>
      <p:sp>
        <p:nvSpPr>
          <p:cNvPr id="133" name="PlaceHolder 6"/>
          <p:cNvSpPr>
            <a:spLocks noGrp="1"/>
          </p:cNvSpPr>
          <p:nvPr>
            <p:ph type="dt" idx="48"/>
          </p:nvPr>
        </p:nvSpPr>
        <p:spPr>
          <a:xfrm>
            <a:off x="838080" y="6356520"/>
            <a:ext cx="2741760" cy="363600"/>
          </a:xfrm>
          <a:prstGeom prst="rect">
            <a:avLst/>
          </a:prstGeom>
          <a:noFill/>
          <a:ln w="0">
            <a:noFill/>
          </a:ln>
        </p:spPr>
        <p:txBody>
          <a:bodyPr lIns="91440" tIns="45720" rIns="91440" bIns="45720" anchor="ctr">
            <a:noAutofit/>
          </a:bodyPr>
          <a:lstStyle>
            <a:lvl1pPr indent="0">
              <a:buNone/>
              <a:defRPr lang="de-DE" sz="1400" b="0" u="none" strike="noStrike">
                <a:solidFill>
                  <a:srgbClr val="000000"/>
                </a:solidFill>
                <a:uFillTx/>
                <a:latin typeface="Times New Roman"/>
              </a:defRPr>
            </a:lvl1pPr>
          </a:lstStyle>
          <a:p>
            <a:pPr indent="0">
              <a:buNone/>
            </a:pPr>
            <a:r>
              <a:rPr lang="de-DE" sz="1400" b="0" u="none" strike="noStrike">
                <a:solidFill>
                  <a:srgbClr val="000000"/>
                </a:solidFill>
                <a:uFillTx/>
                <a:latin typeface="Times New Roman"/>
              </a:rPr>
              <a:t>&lt;Datum/Uhrzeit&gt;</a:t>
            </a:r>
          </a:p>
        </p:txBody>
      </p:sp>
    </p:spTree>
  </p:cSld>
  <p:clrMap bg1="lt1" tx1="dk1" bg2="lt2" tx2="dk2" accent1="accent1" accent2="accent2" accent3="accent3" accent4="accent4" accent5="accent5" accent6="accent6" hlink="hlink" folHlink="folHlink"/>
  <p:sldLayoutIdLst>
    <p:sldLayoutId id="2147483736"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7" name="PlaceHolder 1"/>
          <p:cNvSpPr>
            <a:spLocks noGrp="1"/>
          </p:cNvSpPr>
          <p:nvPr>
            <p:ph type="ftr" idx="49"/>
          </p:nvPr>
        </p:nvSpPr>
        <p:spPr>
          <a:xfrm>
            <a:off x="4038480" y="6356520"/>
            <a:ext cx="411336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de-DE" sz="1400" b="0" u="none" strike="noStrike">
                <a:solidFill>
                  <a:srgbClr val="000000"/>
                </a:solidFill>
                <a:uFillTx/>
                <a:latin typeface="Times New Roman"/>
              </a:defRPr>
            </a:lvl1pPr>
          </a:lstStyle>
          <a:p>
            <a:pPr indent="0" algn="ctr">
              <a:lnSpc>
                <a:spcPct val="100000"/>
              </a:lnSpc>
              <a:buNone/>
              <a:tabLst>
                <a:tab pos="0" algn="l"/>
              </a:tabLst>
            </a:pPr>
            <a:r>
              <a:rPr lang="de-DE" sz="1400" b="0" u="none" strike="noStrike">
                <a:solidFill>
                  <a:srgbClr val="000000"/>
                </a:solidFill>
                <a:uFillTx/>
                <a:latin typeface="Times New Roman"/>
              </a:rPr>
              <a:t> </a:t>
            </a:r>
          </a:p>
        </p:txBody>
      </p:sp>
      <p:sp>
        <p:nvSpPr>
          <p:cNvPr id="138" name="PlaceHolder 2"/>
          <p:cNvSpPr>
            <a:spLocks noGrp="1"/>
          </p:cNvSpPr>
          <p:nvPr>
            <p:ph type="sldNum" idx="50"/>
          </p:nvPr>
        </p:nvSpPr>
        <p:spPr>
          <a:xfrm>
            <a:off x="8610480" y="6356520"/>
            <a:ext cx="2741760" cy="3636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de-DE" sz="1200" b="0" u="none" strike="noStrike">
                <a:solidFill>
                  <a:schemeClr val="dk1">
                    <a:tint val="75000"/>
                  </a:schemeClr>
                </a:solidFill>
                <a:uFillTx/>
                <a:latin typeface="Calibri"/>
              </a:defRPr>
            </a:lvl1pPr>
          </a:lstStyle>
          <a:p>
            <a:pPr indent="0" algn="r" defTabSz="914400">
              <a:lnSpc>
                <a:spcPct val="100000"/>
              </a:lnSpc>
              <a:buNone/>
              <a:tabLst>
                <a:tab pos="0" algn="l"/>
              </a:tabLst>
            </a:pPr>
            <a:fld id="{4BF7FB92-C127-4605-A4A8-381EF524AA21}" type="slidenum">
              <a:rPr lang="de-DE" sz="1200" b="0" u="none" strike="noStrike">
                <a:solidFill>
                  <a:schemeClr val="dk1">
                    <a:tint val="75000"/>
                  </a:schemeClr>
                </a:solidFill>
                <a:uFillTx/>
                <a:latin typeface="Calibri"/>
              </a:rPr>
              <a:t>‹Nr.›</a:t>
            </a:fld>
            <a:endParaRPr lang="de-DE" sz="1200" b="0" u="none" strike="noStrike">
              <a:solidFill>
                <a:srgbClr val="000000"/>
              </a:solidFill>
              <a:uFillTx/>
              <a:latin typeface="Times New Roman"/>
            </a:endParaRPr>
          </a:p>
        </p:txBody>
      </p:sp>
      <p:sp>
        <p:nvSpPr>
          <p:cNvPr id="139" name="PlaceHolder 3"/>
          <p:cNvSpPr>
            <a:spLocks noGrp="1"/>
          </p:cNvSpPr>
          <p:nvPr>
            <p:ph type="dt" idx="51"/>
          </p:nvPr>
        </p:nvSpPr>
        <p:spPr>
          <a:xfrm>
            <a:off x="838080" y="6356520"/>
            <a:ext cx="2741760" cy="363600"/>
          </a:xfrm>
          <a:prstGeom prst="rect">
            <a:avLst/>
          </a:prstGeom>
          <a:noFill/>
          <a:ln w="0">
            <a:noFill/>
          </a:ln>
        </p:spPr>
        <p:txBody>
          <a:bodyPr lIns="91440" tIns="45720" rIns="91440" bIns="45720" anchor="ctr">
            <a:noAutofit/>
          </a:bodyPr>
          <a:lstStyle>
            <a:lvl1pPr indent="0">
              <a:buNone/>
              <a:defRPr lang="de-DE" sz="1400" b="0" u="none" strike="noStrike">
                <a:solidFill>
                  <a:srgbClr val="000000"/>
                </a:solidFill>
                <a:uFillTx/>
                <a:latin typeface="Times New Roman"/>
              </a:defRPr>
            </a:lvl1pPr>
          </a:lstStyle>
          <a:p>
            <a:pPr indent="0">
              <a:buNone/>
            </a:pPr>
            <a:r>
              <a:rPr lang="de-DE" sz="1400" b="0" u="none" strike="noStrike">
                <a:solidFill>
                  <a:srgbClr val="000000"/>
                </a:solidFill>
                <a:uFillTx/>
                <a:latin typeface="Times New Roman"/>
              </a:rPr>
              <a:t> </a:t>
            </a:r>
          </a:p>
        </p:txBody>
      </p:sp>
    </p:spTree>
  </p:cSld>
  <p:clrMap bg1="lt1" tx1="dk1" bg2="lt2" tx2="dk2" accent1="accent1" accent2="accent2" accent3="accent3" accent4="accent4" accent5="accent5" accent6="accent6" hlink="hlink" folHlink="folHlink"/>
  <p:sldLayoutIdLst>
    <p:sldLayoutId id="214748373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0" name="PlaceHolder 1"/>
          <p:cNvSpPr>
            <a:spLocks noGrp="1"/>
          </p:cNvSpPr>
          <p:nvPr>
            <p:ph type="title"/>
          </p:nvPr>
        </p:nvSpPr>
        <p:spPr>
          <a:xfrm>
            <a:off x="838080" y="365040"/>
            <a:ext cx="10514160" cy="1324080"/>
          </a:xfrm>
          <a:prstGeom prst="rect">
            <a:avLst/>
          </a:prstGeom>
          <a:noFill/>
          <a:ln w="0">
            <a:noFill/>
          </a:ln>
        </p:spPr>
        <p:txBody>
          <a:bodyPr lIns="0" tIns="0" rIns="0" bIns="0" anchor="ctr">
            <a:noAutofit/>
          </a:bodyPr>
          <a:lstStyle/>
          <a:p>
            <a:pPr indent="0">
              <a:buNone/>
            </a:pPr>
            <a:r>
              <a:rPr lang="de-DE" sz="1800" b="0" u="none" strike="noStrike">
                <a:solidFill>
                  <a:srgbClr val="000000"/>
                </a:solidFill>
                <a:uFillTx/>
                <a:latin typeface="Arial"/>
              </a:rPr>
              <a:t>Format des Titeltextes durch Klicken bearbeiten</a:t>
            </a:r>
          </a:p>
        </p:txBody>
      </p:sp>
      <p:sp>
        <p:nvSpPr>
          <p:cNvPr id="141" name="PlaceHolder 2"/>
          <p:cNvSpPr>
            <a:spLocks noGrp="1"/>
          </p:cNvSpPr>
          <p:nvPr>
            <p:ph type="ftr" idx="52"/>
          </p:nvPr>
        </p:nvSpPr>
        <p:spPr>
          <a:xfrm>
            <a:off x="4038480" y="6356520"/>
            <a:ext cx="411336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de-DE" sz="1400" b="0" u="none" strike="noStrike">
                <a:solidFill>
                  <a:srgbClr val="000000"/>
                </a:solidFill>
                <a:uFillTx/>
                <a:latin typeface="Times New Roman"/>
              </a:defRPr>
            </a:lvl1pPr>
          </a:lstStyle>
          <a:p>
            <a:pPr indent="0" algn="ctr">
              <a:lnSpc>
                <a:spcPct val="100000"/>
              </a:lnSpc>
              <a:buNone/>
              <a:tabLst>
                <a:tab pos="0" algn="l"/>
              </a:tabLst>
            </a:pPr>
            <a:r>
              <a:rPr lang="de-DE" sz="1400" b="0" u="none" strike="noStrike">
                <a:solidFill>
                  <a:srgbClr val="000000"/>
                </a:solidFill>
                <a:uFillTx/>
                <a:latin typeface="Times New Roman"/>
              </a:rPr>
              <a:t> </a:t>
            </a:r>
          </a:p>
        </p:txBody>
      </p:sp>
      <p:sp>
        <p:nvSpPr>
          <p:cNvPr id="142" name="PlaceHolder 3"/>
          <p:cNvSpPr>
            <a:spLocks noGrp="1"/>
          </p:cNvSpPr>
          <p:nvPr>
            <p:ph type="sldNum" idx="53"/>
          </p:nvPr>
        </p:nvSpPr>
        <p:spPr>
          <a:xfrm>
            <a:off x="8610480" y="6356520"/>
            <a:ext cx="2741760" cy="3636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de-DE" sz="1200" b="0" u="none" strike="noStrike">
                <a:solidFill>
                  <a:schemeClr val="dk1">
                    <a:tint val="75000"/>
                  </a:schemeClr>
                </a:solidFill>
                <a:uFillTx/>
                <a:latin typeface="Calibri"/>
              </a:defRPr>
            </a:lvl1pPr>
          </a:lstStyle>
          <a:p>
            <a:pPr indent="0" algn="r" defTabSz="914400">
              <a:lnSpc>
                <a:spcPct val="100000"/>
              </a:lnSpc>
              <a:buNone/>
              <a:tabLst>
                <a:tab pos="0" algn="l"/>
              </a:tabLst>
            </a:pPr>
            <a:fld id="{323E7EC8-4BEE-4A36-A99F-1B5812070A00}" type="slidenum">
              <a:rPr lang="de-DE" sz="1200" b="0" u="none" strike="noStrike">
                <a:solidFill>
                  <a:schemeClr val="dk1">
                    <a:tint val="75000"/>
                  </a:schemeClr>
                </a:solidFill>
                <a:uFillTx/>
                <a:latin typeface="Calibri"/>
              </a:rPr>
              <a:t>‹Nr.›</a:t>
            </a:fld>
            <a:endParaRPr lang="de-DE" sz="1200" b="0" u="none" strike="noStrike">
              <a:solidFill>
                <a:srgbClr val="000000"/>
              </a:solidFill>
              <a:uFillTx/>
              <a:latin typeface="Times New Roman"/>
            </a:endParaRPr>
          </a:p>
        </p:txBody>
      </p:sp>
      <p:sp>
        <p:nvSpPr>
          <p:cNvPr id="143" name="PlaceHolder 4"/>
          <p:cNvSpPr>
            <a:spLocks noGrp="1"/>
          </p:cNvSpPr>
          <p:nvPr>
            <p:ph type="dt" idx="54"/>
          </p:nvPr>
        </p:nvSpPr>
        <p:spPr>
          <a:xfrm>
            <a:off x="838080" y="6356520"/>
            <a:ext cx="2741760" cy="363600"/>
          </a:xfrm>
          <a:prstGeom prst="rect">
            <a:avLst/>
          </a:prstGeom>
          <a:noFill/>
          <a:ln w="0">
            <a:noFill/>
          </a:ln>
        </p:spPr>
        <p:txBody>
          <a:bodyPr lIns="91440" tIns="45720" rIns="91440" bIns="45720" anchor="ctr">
            <a:noAutofit/>
          </a:bodyPr>
          <a:lstStyle>
            <a:lvl1pPr indent="0">
              <a:buNone/>
              <a:defRPr lang="de-DE" sz="1400" b="0" u="none" strike="noStrike">
                <a:solidFill>
                  <a:srgbClr val="000000"/>
                </a:solidFill>
                <a:uFillTx/>
                <a:latin typeface="Times New Roman"/>
              </a:defRPr>
            </a:lvl1pPr>
          </a:lstStyle>
          <a:p>
            <a:pPr indent="0">
              <a:buNone/>
            </a:pPr>
            <a:r>
              <a:rPr lang="de-DE" sz="1400" b="0" u="none" strike="noStrike">
                <a:solidFill>
                  <a:srgbClr val="000000"/>
                </a:solidFill>
                <a:uFillTx/>
                <a:latin typeface="Times New Roman"/>
              </a:rPr>
              <a:t> </a:t>
            </a:r>
          </a:p>
        </p:txBody>
      </p:sp>
      <p:sp>
        <p:nvSpPr>
          <p:cNvPr id="144"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de-DE" sz="3200" b="0" u="none" strike="noStrike">
                <a:solidFill>
                  <a:srgbClr val="000000"/>
                </a:solidFill>
                <a:uFillTx/>
                <a:latin typeface="Arial"/>
              </a:rPr>
              <a:t>Format des Gliederungstextes durch Klicken bearbeiten</a:t>
            </a:r>
          </a:p>
          <a:p>
            <a:pPr marL="864000" lvl="1" indent="-324000">
              <a:spcBef>
                <a:spcPts val="1134"/>
              </a:spcBef>
              <a:buClr>
                <a:srgbClr val="000000"/>
              </a:buClr>
              <a:buSzPct val="75000"/>
              <a:buFont typeface="Symbol" charset="2"/>
              <a:buChar char=""/>
            </a:pPr>
            <a:r>
              <a:rPr lang="de-DE" sz="2800" b="0" u="none" strike="noStrike">
                <a:solidFill>
                  <a:srgbClr val="000000"/>
                </a:solidFill>
                <a:uFillTx/>
                <a:latin typeface="Arial"/>
              </a:rPr>
              <a:t>Zweite Gliederungsebene</a:t>
            </a:r>
          </a:p>
          <a:p>
            <a:pPr marL="1296000" lvl="2" indent="-288000">
              <a:spcBef>
                <a:spcPts val="850"/>
              </a:spcBef>
              <a:buClr>
                <a:srgbClr val="000000"/>
              </a:buClr>
              <a:buSzPct val="45000"/>
              <a:buFont typeface="Wingdings" charset="2"/>
              <a:buChar char=""/>
            </a:pPr>
            <a:r>
              <a:rPr lang="de-DE" sz="2400" b="0" u="none" strike="noStrike">
                <a:solidFill>
                  <a:srgbClr val="000000"/>
                </a:solidFill>
                <a:uFillTx/>
                <a:latin typeface="Arial"/>
              </a:rPr>
              <a:t>Dritte Gliederungsebene</a:t>
            </a:r>
          </a:p>
          <a:p>
            <a:pPr marL="1728000" lvl="3" indent="-216000">
              <a:spcBef>
                <a:spcPts val="567"/>
              </a:spcBef>
              <a:buClr>
                <a:srgbClr val="000000"/>
              </a:buClr>
              <a:buSzPct val="75000"/>
              <a:buFont typeface="Symbol" charset="2"/>
              <a:buChar char=""/>
            </a:pPr>
            <a:r>
              <a:rPr lang="de-DE" sz="2000" b="0" u="none" strike="noStrike">
                <a:solidFill>
                  <a:srgbClr val="000000"/>
                </a:solidFill>
                <a:uFillTx/>
                <a:latin typeface="Arial"/>
              </a:rPr>
              <a:t>Vierte Gliederungsebene</a:t>
            </a:r>
          </a:p>
          <a:p>
            <a:pPr marL="2160000" lvl="4" indent="-216000">
              <a:spcBef>
                <a:spcPts val="283"/>
              </a:spcBef>
              <a:buClr>
                <a:srgbClr val="000000"/>
              </a:buClr>
              <a:buSzPct val="45000"/>
              <a:buFont typeface="Wingdings" charset="2"/>
              <a:buChar char=""/>
            </a:pPr>
            <a:r>
              <a:rPr lang="de-DE" sz="2000" b="0" u="none" strike="noStrike">
                <a:solidFill>
                  <a:srgbClr val="000000"/>
                </a:solidFill>
                <a:uFillTx/>
                <a:latin typeface="Arial"/>
              </a:rPr>
              <a:t>Fünfte Gliederungsebene</a:t>
            </a:r>
          </a:p>
          <a:p>
            <a:pPr marL="2592000" lvl="5" indent="-216000">
              <a:spcBef>
                <a:spcPts val="283"/>
              </a:spcBef>
              <a:buClr>
                <a:srgbClr val="000000"/>
              </a:buClr>
              <a:buSzPct val="45000"/>
              <a:buFont typeface="Wingdings" charset="2"/>
              <a:buChar char=""/>
            </a:pPr>
            <a:r>
              <a:rPr lang="de-DE" sz="2000" b="0" u="none" strike="noStrike">
                <a:solidFill>
                  <a:srgbClr val="000000"/>
                </a:solidFill>
                <a:uFillTx/>
                <a:latin typeface="Arial"/>
              </a:rPr>
              <a:t>Sechste Gliederungsebene</a:t>
            </a:r>
          </a:p>
          <a:p>
            <a:pPr marL="3024000" lvl="6" indent="-216000">
              <a:spcBef>
                <a:spcPts val="283"/>
              </a:spcBef>
              <a:buClr>
                <a:srgbClr val="000000"/>
              </a:buClr>
              <a:buSzPct val="45000"/>
              <a:buFont typeface="Wingdings" charset="2"/>
              <a:buChar char=""/>
            </a:pPr>
            <a:r>
              <a:rPr lang="de-DE" sz="2000" b="0" u="none" strike="noStrike">
                <a:solidFill>
                  <a:srgbClr val="000000"/>
                </a:solidFill>
                <a:uFillTx/>
                <a:latin typeface="Arial"/>
              </a:rPr>
              <a:t>Siebte Gliederungsebene</a:t>
            </a:r>
          </a:p>
        </p:txBody>
      </p:sp>
    </p:spTree>
  </p:cSld>
  <p:clrMap bg1="lt1" tx1="dk1" bg2="lt2" tx2="dk2" accent1="accent1" accent2="accent2" accent3="accent3" accent4="accent4" accent5="accent5" accent6="accent6" hlink="hlink" folHlink="folHlink"/>
  <p:sldLayoutIdLst>
    <p:sldLayoutId id="2147483740"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6" name="PlaceHolder 1"/>
          <p:cNvSpPr>
            <a:spLocks noGrp="1"/>
          </p:cNvSpPr>
          <p:nvPr>
            <p:ph type="ftr" idx="55"/>
          </p:nvPr>
        </p:nvSpPr>
        <p:spPr>
          <a:xfrm>
            <a:off x="4038480" y="6356520"/>
            <a:ext cx="411336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de-DE" sz="1400" b="0" u="none" strike="noStrike">
                <a:solidFill>
                  <a:srgbClr val="000000"/>
                </a:solidFill>
                <a:uFillTx/>
                <a:latin typeface="Times New Roman"/>
              </a:defRPr>
            </a:lvl1pPr>
          </a:lstStyle>
          <a:p>
            <a:pPr indent="0" algn="ctr">
              <a:lnSpc>
                <a:spcPct val="100000"/>
              </a:lnSpc>
              <a:buNone/>
              <a:tabLst>
                <a:tab pos="0" algn="l"/>
              </a:tabLst>
            </a:pPr>
            <a:r>
              <a:rPr lang="de-DE" sz="1400" b="0" u="none" strike="noStrike">
                <a:solidFill>
                  <a:srgbClr val="000000"/>
                </a:solidFill>
                <a:uFillTx/>
                <a:latin typeface="Times New Roman"/>
              </a:rPr>
              <a:t> </a:t>
            </a:r>
          </a:p>
        </p:txBody>
      </p:sp>
      <p:sp>
        <p:nvSpPr>
          <p:cNvPr id="147" name="PlaceHolder 2"/>
          <p:cNvSpPr>
            <a:spLocks noGrp="1"/>
          </p:cNvSpPr>
          <p:nvPr>
            <p:ph type="sldNum" idx="56"/>
          </p:nvPr>
        </p:nvSpPr>
        <p:spPr>
          <a:xfrm>
            <a:off x="8610480" y="6356520"/>
            <a:ext cx="2741760" cy="3636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de-DE" sz="1200" b="0" u="none" strike="noStrike">
                <a:solidFill>
                  <a:schemeClr val="dk1">
                    <a:tint val="75000"/>
                  </a:schemeClr>
                </a:solidFill>
                <a:uFillTx/>
                <a:latin typeface="Calibri"/>
              </a:defRPr>
            </a:lvl1pPr>
          </a:lstStyle>
          <a:p>
            <a:pPr indent="0" algn="r" defTabSz="914400">
              <a:lnSpc>
                <a:spcPct val="100000"/>
              </a:lnSpc>
              <a:buNone/>
              <a:tabLst>
                <a:tab pos="0" algn="l"/>
              </a:tabLst>
            </a:pPr>
            <a:fld id="{6CE38AB7-7647-47F3-9D3C-4CB5B2AE5CED}" type="slidenum">
              <a:rPr lang="de-DE" sz="1200" b="0" u="none" strike="noStrike">
                <a:solidFill>
                  <a:schemeClr val="dk1">
                    <a:tint val="75000"/>
                  </a:schemeClr>
                </a:solidFill>
                <a:uFillTx/>
                <a:latin typeface="Calibri"/>
              </a:rPr>
              <a:t>‹Nr.›</a:t>
            </a:fld>
            <a:endParaRPr lang="de-DE" sz="1200" b="0" u="none" strike="noStrike">
              <a:solidFill>
                <a:srgbClr val="000000"/>
              </a:solidFill>
              <a:uFillTx/>
              <a:latin typeface="Times New Roman"/>
            </a:endParaRPr>
          </a:p>
        </p:txBody>
      </p:sp>
      <p:sp>
        <p:nvSpPr>
          <p:cNvPr id="148" name="PlaceHolder 3"/>
          <p:cNvSpPr>
            <a:spLocks noGrp="1"/>
          </p:cNvSpPr>
          <p:nvPr>
            <p:ph type="dt" idx="57"/>
          </p:nvPr>
        </p:nvSpPr>
        <p:spPr>
          <a:xfrm>
            <a:off x="838080" y="6356520"/>
            <a:ext cx="2741760" cy="363600"/>
          </a:xfrm>
          <a:prstGeom prst="rect">
            <a:avLst/>
          </a:prstGeom>
          <a:noFill/>
          <a:ln w="0">
            <a:noFill/>
          </a:ln>
        </p:spPr>
        <p:txBody>
          <a:bodyPr lIns="91440" tIns="45720" rIns="91440" bIns="45720" anchor="ctr">
            <a:noAutofit/>
          </a:bodyPr>
          <a:lstStyle>
            <a:lvl1pPr indent="0">
              <a:buNone/>
              <a:defRPr lang="de-DE" sz="1400" b="0" u="none" strike="noStrike">
                <a:solidFill>
                  <a:srgbClr val="000000"/>
                </a:solidFill>
                <a:uFillTx/>
                <a:latin typeface="Times New Roman"/>
              </a:defRPr>
            </a:lvl1pPr>
          </a:lstStyle>
          <a:p>
            <a:pPr indent="0">
              <a:buNone/>
            </a:pPr>
            <a:r>
              <a:rPr lang="de-DE" sz="1400" b="0" u="none" strike="noStrike">
                <a:solidFill>
                  <a:srgbClr val="000000"/>
                </a:solidFill>
                <a:uFillTx/>
                <a:latin typeface="Times New Roman"/>
              </a:rPr>
              <a:t> </a:t>
            </a:r>
          </a:p>
        </p:txBody>
      </p:sp>
      <p:sp>
        <p:nvSpPr>
          <p:cNvPr id="149"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r>
              <a:rPr lang="de-DE" sz="4400" b="0" u="none" strike="noStrike">
                <a:solidFill>
                  <a:srgbClr val="000000"/>
                </a:solidFill>
                <a:uFillTx/>
                <a:latin typeface="Arial"/>
              </a:rPr>
              <a:t>Format des Titeltextes durch Klicken bearbeiten</a:t>
            </a:r>
          </a:p>
        </p:txBody>
      </p:sp>
      <p:sp>
        <p:nvSpPr>
          <p:cNvPr id="150"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de-DE" sz="3200" b="0" u="none" strike="noStrike">
                <a:solidFill>
                  <a:srgbClr val="000000"/>
                </a:solidFill>
                <a:uFillTx/>
                <a:latin typeface="Arial"/>
              </a:rPr>
              <a:t>Format des Gliederungstextes durch Klicken bearbeiten</a:t>
            </a:r>
          </a:p>
          <a:p>
            <a:pPr marL="864000" lvl="1" indent="-324000">
              <a:spcBef>
                <a:spcPts val="1134"/>
              </a:spcBef>
              <a:buClr>
                <a:srgbClr val="000000"/>
              </a:buClr>
              <a:buSzPct val="75000"/>
              <a:buFont typeface="Symbol" charset="2"/>
              <a:buChar char=""/>
            </a:pPr>
            <a:r>
              <a:rPr lang="de-DE" sz="2800" b="0" u="none" strike="noStrike">
                <a:solidFill>
                  <a:srgbClr val="000000"/>
                </a:solidFill>
                <a:uFillTx/>
                <a:latin typeface="Arial"/>
              </a:rPr>
              <a:t>Zweite Gliederungsebene</a:t>
            </a:r>
          </a:p>
          <a:p>
            <a:pPr marL="1296000" lvl="2" indent="-288000">
              <a:spcBef>
                <a:spcPts val="850"/>
              </a:spcBef>
              <a:buClr>
                <a:srgbClr val="000000"/>
              </a:buClr>
              <a:buSzPct val="45000"/>
              <a:buFont typeface="Wingdings" charset="2"/>
              <a:buChar char=""/>
            </a:pPr>
            <a:r>
              <a:rPr lang="de-DE" sz="2400" b="0" u="none" strike="noStrike">
                <a:solidFill>
                  <a:srgbClr val="000000"/>
                </a:solidFill>
                <a:uFillTx/>
                <a:latin typeface="Arial"/>
              </a:rPr>
              <a:t>Dritte Gliederungsebene</a:t>
            </a:r>
          </a:p>
          <a:p>
            <a:pPr marL="1728000" lvl="3" indent="-216000">
              <a:spcBef>
                <a:spcPts val="567"/>
              </a:spcBef>
              <a:buClr>
                <a:srgbClr val="000000"/>
              </a:buClr>
              <a:buSzPct val="75000"/>
              <a:buFont typeface="Symbol" charset="2"/>
              <a:buChar char=""/>
            </a:pPr>
            <a:r>
              <a:rPr lang="de-DE" sz="2000" b="0" u="none" strike="noStrike">
                <a:solidFill>
                  <a:srgbClr val="000000"/>
                </a:solidFill>
                <a:uFillTx/>
                <a:latin typeface="Arial"/>
              </a:rPr>
              <a:t>Vierte Gliederungsebene</a:t>
            </a:r>
          </a:p>
          <a:p>
            <a:pPr marL="2160000" lvl="4" indent="-216000">
              <a:spcBef>
                <a:spcPts val="283"/>
              </a:spcBef>
              <a:buClr>
                <a:srgbClr val="000000"/>
              </a:buClr>
              <a:buSzPct val="45000"/>
              <a:buFont typeface="Wingdings" charset="2"/>
              <a:buChar char=""/>
            </a:pPr>
            <a:r>
              <a:rPr lang="de-DE" sz="2000" b="0" u="none" strike="noStrike">
                <a:solidFill>
                  <a:srgbClr val="000000"/>
                </a:solidFill>
                <a:uFillTx/>
                <a:latin typeface="Arial"/>
              </a:rPr>
              <a:t>Fünfte Gliederungsebene</a:t>
            </a:r>
          </a:p>
          <a:p>
            <a:pPr marL="2592000" lvl="5" indent="-216000">
              <a:spcBef>
                <a:spcPts val="283"/>
              </a:spcBef>
              <a:buClr>
                <a:srgbClr val="000000"/>
              </a:buClr>
              <a:buSzPct val="45000"/>
              <a:buFont typeface="Wingdings" charset="2"/>
              <a:buChar char=""/>
            </a:pPr>
            <a:r>
              <a:rPr lang="de-DE" sz="2000" b="0" u="none" strike="noStrike">
                <a:solidFill>
                  <a:srgbClr val="000000"/>
                </a:solidFill>
                <a:uFillTx/>
                <a:latin typeface="Arial"/>
              </a:rPr>
              <a:t>Sechste Gliederungsebene</a:t>
            </a:r>
          </a:p>
          <a:p>
            <a:pPr marL="3024000" lvl="6" indent="-216000">
              <a:spcBef>
                <a:spcPts val="283"/>
              </a:spcBef>
              <a:buClr>
                <a:srgbClr val="000000"/>
              </a:buClr>
              <a:buSzPct val="45000"/>
              <a:buFont typeface="Wingdings" charset="2"/>
              <a:buChar char=""/>
            </a:pPr>
            <a:r>
              <a:rPr lang="de-DE" sz="2000" b="0" u="none" strike="noStrike">
                <a:solidFill>
                  <a:srgbClr val="000000"/>
                </a:solidFill>
                <a:uFillTx/>
                <a:latin typeface="Arial"/>
              </a:rPr>
              <a:t>Siebte Gliederungsebene</a:t>
            </a:r>
          </a:p>
        </p:txBody>
      </p:sp>
    </p:spTree>
  </p:cSld>
  <p:clrMap bg1="lt1" tx1="dk1" bg2="lt2" tx2="dk2" accent1="accent1" accent2="accent2" accent3="accent3" accent4="accent4" accent5="accent5" accent6="accent6" hlink="hlink" folHlink="folHlink"/>
  <p:sldLayoutIdLst>
    <p:sldLayoutId id="2147483742"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1" name="PlaceHolder 1"/>
          <p:cNvSpPr>
            <a:spLocks noGrp="1"/>
          </p:cNvSpPr>
          <p:nvPr>
            <p:ph type="ftr" idx="58"/>
          </p:nvPr>
        </p:nvSpPr>
        <p:spPr>
          <a:xfrm>
            <a:off x="4038480" y="6356520"/>
            <a:ext cx="411336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de-DE" sz="1400" b="0" u="none" strike="noStrike">
                <a:solidFill>
                  <a:srgbClr val="000000"/>
                </a:solidFill>
                <a:uFillTx/>
                <a:latin typeface="Times New Roman"/>
              </a:defRPr>
            </a:lvl1pPr>
          </a:lstStyle>
          <a:p>
            <a:pPr indent="0" algn="ctr">
              <a:lnSpc>
                <a:spcPct val="100000"/>
              </a:lnSpc>
              <a:buNone/>
              <a:tabLst>
                <a:tab pos="0" algn="l"/>
              </a:tabLst>
            </a:pPr>
            <a:r>
              <a:rPr lang="de-DE" sz="1400" b="0" u="none" strike="noStrike">
                <a:solidFill>
                  <a:srgbClr val="000000"/>
                </a:solidFill>
                <a:uFillTx/>
                <a:latin typeface="Times New Roman"/>
              </a:rPr>
              <a:t> </a:t>
            </a:r>
          </a:p>
        </p:txBody>
      </p:sp>
      <p:sp>
        <p:nvSpPr>
          <p:cNvPr id="152" name="PlaceHolder 2"/>
          <p:cNvSpPr>
            <a:spLocks noGrp="1"/>
          </p:cNvSpPr>
          <p:nvPr>
            <p:ph type="sldNum" idx="59"/>
          </p:nvPr>
        </p:nvSpPr>
        <p:spPr>
          <a:xfrm>
            <a:off x="8610480" y="6356520"/>
            <a:ext cx="2741760" cy="3636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de-DE" sz="1200" b="0" u="none" strike="noStrike">
                <a:solidFill>
                  <a:schemeClr val="dk1">
                    <a:tint val="75000"/>
                  </a:schemeClr>
                </a:solidFill>
                <a:uFillTx/>
                <a:latin typeface="Calibri"/>
              </a:defRPr>
            </a:lvl1pPr>
          </a:lstStyle>
          <a:p>
            <a:pPr indent="0" algn="r" defTabSz="914400">
              <a:lnSpc>
                <a:spcPct val="100000"/>
              </a:lnSpc>
              <a:buNone/>
              <a:tabLst>
                <a:tab pos="0" algn="l"/>
              </a:tabLst>
            </a:pPr>
            <a:fld id="{0B27F9D4-DBC2-431F-BC28-0C7E0789188A}" type="slidenum">
              <a:rPr lang="de-DE" sz="1200" b="0" u="none" strike="noStrike">
                <a:solidFill>
                  <a:schemeClr val="dk1">
                    <a:tint val="75000"/>
                  </a:schemeClr>
                </a:solidFill>
                <a:uFillTx/>
                <a:latin typeface="Calibri"/>
              </a:rPr>
              <a:t>‹Nr.›</a:t>
            </a:fld>
            <a:endParaRPr lang="de-DE" sz="1200" b="0" u="none" strike="noStrike">
              <a:solidFill>
                <a:srgbClr val="000000"/>
              </a:solidFill>
              <a:uFillTx/>
              <a:latin typeface="Times New Roman"/>
            </a:endParaRPr>
          </a:p>
        </p:txBody>
      </p:sp>
      <p:sp>
        <p:nvSpPr>
          <p:cNvPr id="153" name="PlaceHolder 3"/>
          <p:cNvSpPr>
            <a:spLocks noGrp="1"/>
          </p:cNvSpPr>
          <p:nvPr>
            <p:ph type="dt" idx="60"/>
          </p:nvPr>
        </p:nvSpPr>
        <p:spPr>
          <a:xfrm>
            <a:off x="838080" y="6356520"/>
            <a:ext cx="2741760" cy="363600"/>
          </a:xfrm>
          <a:prstGeom prst="rect">
            <a:avLst/>
          </a:prstGeom>
          <a:noFill/>
          <a:ln w="0">
            <a:noFill/>
          </a:ln>
        </p:spPr>
        <p:txBody>
          <a:bodyPr lIns="91440" tIns="45720" rIns="91440" bIns="45720" anchor="ctr">
            <a:noAutofit/>
          </a:bodyPr>
          <a:lstStyle>
            <a:lvl1pPr indent="0">
              <a:buNone/>
              <a:defRPr lang="de-DE" sz="1400" b="0" u="none" strike="noStrike">
                <a:solidFill>
                  <a:srgbClr val="000000"/>
                </a:solidFill>
                <a:uFillTx/>
                <a:latin typeface="Times New Roman"/>
              </a:defRPr>
            </a:lvl1pPr>
          </a:lstStyle>
          <a:p>
            <a:pPr indent="0">
              <a:buNone/>
            </a:pPr>
            <a:r>
              <a:rPr lang="de-DE" sz="1400" b="0" u="none" strike="noStrike">
                <a:solidFill>
                  <a:srgbClr val="000000"/>
                </a:solidFill>
                <a:uFillTx/>
                <a:latin typeface="Times New Roman"/>
              </a:rPr>
              <a:t> </a:t>
            </a:r>
          </a:p>
        </p:txBody>
      </p:sp>
    </p:spTree>
  </p:cSld>
  <p:clrMap bg1="lt1" tx1="dk1" bg2="lt2" tx2="dk2" accent1="accent1" accent2="accent2" accent3="accent3" accent4="accent4" accent5="accent5" accent6="accent6" hlink="hlink" folHlink="folHlink"/>
  <p:sldLayoutIdLst>
    <p:sldLayoutId id="2147483744"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4" name="PlaceHolder 1"/>
          <p:cNvSpPr>
            <a:spLocks noGrp="1"/>
          </p:cNvSpPr>
          <p:nvPr>
            <p:ph type="ftr" idx="61"/>
          </p:nvPr>
        </p:nvSpPr>
        <p:spPr>
          <a:xfrm>
            <a:off x="4038480" y="6356520"/>
            <a:ext cx="411336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de-DE" sz="1400" b="0" u="none" strike="noStrike">
                <a:solidFill>
                  <a:srgbClr val="000000"/>
                </a:solidFill>
                <a:uFillTx/>
                <a:latin typeface="Times New Roman"/>
              </a:defRPr>
            </a:lvl1pPr>
          </a:lstStyle>
          <a:p>
            <a:pPr indent="0" algn="ctr">
              <a:lnSpc>
                <a:spcPct val="100000"/>
              </a:lnSpc>
              <a:buNone/>
              <a:tabLst>
                <a:tab pos="0" algn="l"/>
              </a:tabLst>
            </a:pPr>
            <a:r>
              <a:rPr lang="de-DE" sz="1400" b="0" u="none" strike="noStrike">
                <a:solidFill>
                  <a:srgbClr val="000000"/>
                </a:solidFill>
                <a:uFillTx/>
                <a:latin typeface="Times New Roman"/>
              </a:rPr>
              <a:t> </a:t>
            </a:r>
          </a:p>
        </p:txBody>
      </p:sp>
      <p:sp>
        <p:nvSpPr>
          <p:cNvPr id="155" name="PlaceHolder 2"/>
          <p:cNvSpPr>
            <a:spLocks noGrp="1"/>
          </p:cNvSpPr>
          <p:nvPr>
            <p:ph type="sldNum" idx="62"/>
          </p:nvPr>
        </p:nvSpPr>
        <p:spPr>
          <a:xfrm>
            <a:off x="8610480" y="6356520"/>
            <a:ext cx="2741760" cy="3636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de-DE" sz="1200" b="0" u="none" strike="noStrike">
                <a:solidFill>
                  <a:schemeClr val="dk1">
                    <a:tint val="75000"/>
                  </a:schemeClr>
                </a:solidFill>
                <a:uFillTx/>
                <a:latin typeface="Calibri"/>
              </a:defRPr>
            </a:lvl1pPr>
          </a:lstStyle>
          <a:p>
            <a:pPr indent="0" algn="r" defTabSz="914400">
              <a:lnSpc>
                <a:spcPct val="100000"/>
              </a:lnSpc>
              <a:buNone/>
              <a:tabLst>
                <a:tab pos="0" algn="l"/>
              </a:tabLst>
            </a:pPr>
            <a:fld id="{4EFBA9FB-91B4-4562-BDC2-AF4C0F54DB44}" type="slidenum">
              <a:rPr lang="de-DE" sz="1200" b="0" u="none" strike="noStrike">
                <a:solidFill>
                  <a:schemeClr val="dk1">
                    <a:tint val="75000"/>
                  </a:schemeClr>
                </a:solidFill>
                <a:uFillTx/>
                <a:latin typeface="Calibri"/>
              </a:rPr>
              <a:t>‹Nr.›</a:t>
            </a:fld>
            <a:endParaRPr lang="de-DE" sz="1200" b="0" u="none" strike="noStrike">
              <a:solidFill>
                <a:srgbClr val="000000"/>
              </a:solidFill>
              <a:uFillTx/>
              <a:latin typeface="Times New Roman"/>
            </a:endParaRPr>
          </a:p>
        </p:txBody>
      </p:sp>
      <p:sp>
        <p:nvSpPr>
          <p:cNvPr id="156" name="PlaceHolder 3"/>
          <p:cNvSpPr>
            <a:spLocks noGrp="1"/>
          </p:cNvSpPr>
          <p:nvPr>
            <p:ph type="dt" idx="63"/>
          </p:nvPr>
        </p:nvSpPr>
        <p:spPr>
          <a:xfrm>
            <a:off x="838080" y="6356520"/>
            <a:ext cx="2741760" cy="363600"/>
          </a:xfrm>
          <a:prstGeom prst="rect">
            <a:avLst/>
          </a:prstGeom>
          <a:noFill/>
          <a:ln w="0">
            <a:noFill/>
          </a:ln>
        </p:spPr>
        <p:txBody>
          <a:bodyPr lIns="91440" tIns="45720" rIns="91440" bIns="45720" anchor="ctr">
            <a:noAutofit/>
          </a:bodyPr>
          <a:lstStyle>
            <a:lvl1pPr indent="0">
              <a:buNone/>
              <a:defRPr lang="de-DE" sz="1400" b="0" u="none" strike="noStrike">
                <a:solidFill>
                  <a:srgbClr val="000000"/>
                </a:solidFill>
                <a:uFillTx/>
                <a:latin typeface="Times New Roman"/>
              </a:defRPr>
            </a:lvl1pPr>
          </a:lstStyle>
          <a:p>
            <a:pPr indent="0">
              <a:buNone/>
            </a:pPr>
            <a:r>
              <a:rPr lang="de-DE" sz="1400" b="0" u="none" strike="noStrike">
                <a:solidFill>
                  <a:srgbClr val="000000"/>
                </a:solidFill>
                <a:uFillTx/>
                <a:latin typeface="Times New Roman"/>
              </a:rPr>
              <a:t> </a:t>
            </a:r>
          </a:p>
        </p:txBody>
      </p:sp>
    </p:spTree>
  </p:cSld>
  <p:clrMap bg1="lt1" tx1="dk1" bg2="lt2" tx2="dk2" accent1="accent1" accent2="accent2" accent3="accent3" accent4="accent4" accent5="accent5" accent6="accent6" hlink="hlink" folHlink="folHlink"/>
  <p:sldLayoutIdLst>
    <p:sldLayoutId id="2147483746"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image" Target="../media/image3.jpeg"/><Relationship Id="rId3" Type="http://schemas.openxmlformats.org/officeDocument/2006/relationships/notesSlide" Target="../notesSlides/notesSlide3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diagramData" Target="../diagrams/data1.xml"/><Relationship Id="rId3" Type="http://schemas.openxmlformats.org/officeDocument/2006/relationships/diagramLayout" Target="../diagrams/layout1.xml"/><Relationship Id="rId4" Type="http://schemas.openxmlformats.org/officeDocument/2006/relationships/diagramQuickStyle" Target="../diagrams/quickStyle1.xml"/><Relationship Id="rId5" Type="http://schemas.openxmlformats.org/officeDocument/2006/relationships/diagramColors" Target="../diagrams/colors1.xml"/><Relationship Id="rId6" Type="http://schemas.microsoft.com/office/2007/relationships/diagramDrawing" Target="../diagrams/drawing1.xml"/><Relationship Id="rId7" Type="http://schemas.openxmlformats.org/officeDocument/2006/relationships/notesSlide" Target="../notesSlides/notesSlide3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diagramData" Target="../diagrams/data2.xml"/><Relationship Id="rId3" Type="http://schemas.openxmlformats.org/officeDocument/2006/relationships/diagramLayout" Target="../diagrams/layout2.xml"/><Relationship Id="rId4" Type="http://schemas.openxmlformats.org/officeDocument/2006/relationships/diagramQuickStyle" Target="../diagrams/quickStyle2.xml"/><Relationship Id="rId5" Type="http://schemas.openxmlformats.org/officeDocument/2006/relationships/diagramColors" Target="../diagrams/colors2.xml"/><Relationship Id="rId6" Type="http://schemas.microsoft.com/office/2007/relationships/diagramDrawing" Target="../diagrams/drawing2.xml"/><Relationship Id="rId7" Type="http://schemas.openxmlformats.org/officeDocument/2006/relationships/notesSlide" Target="../notesSlides/notesSlide3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3.xml"/><Relationship Id="rId3" Type="http://schemas.openxmlformats.org/officeDocument/2006/relationships/diagramData" Target="../diagrams/data3.xml"/><Relationship Id="rId4" Type="http://schemas.openxmlformats.org/officeDocument/2006/relationships/diagramLayout" Target="../diagrams/layout3.xml"/><Relationship Id="rId5" Type="http://schemas.openxmlformats.org/officeDocument/2006/relationships/diagramQuickStyle" Target="../diagrams/quickStyle3.xml"/><Relationship Id="rId6" Type="http://schemas.openxmlformats.org/officeDocument/2006/relationships/diagramColors" Target="../diagrams/colors3.xml"/><Relationship Id="rId7" Type="http://schemas.microsoft.com/office/2007/relationships/diagramDrawing" Target="../diagrams/drawing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image" Target="../media/image9.jpeg"/><Relationship Id="rId3" Type="http://schemas.openxmlformats.org/officeDocument/2006/relationships/notesSlide" Target="../notesSlides/notesSlide4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image" Target="../media/image9.jpeg"/><Relationship Id="rId3" Type="http://schemas.openxmlformats.org/officeDocument/2006/relationships/notesSlide" Target="../notesSlides/notesSlide4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image" Target="../media/image9.jpeg"/><Relationship Id="rId3" Type="http://schemas.openxmlformats.org/officeDocument/2006/relationships/notesSlide" Target="../notesSlides/notesSlide4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image" Target="../media/image10.png"/><Relationship Id="rId3" Type="http://schemas.openxmlformats.org/officeDocument/2006/relationships/notesSlide" Target="../notesSlides/notesSlide5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image" Target="../media/image11.jpeg"/><Relationship Id="rId3" Type="http://schemas.openxmlformats.org/officeDocument/2006/relationships/notesSlide" Target="../notesSlides/notesSlide5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image" Target="../media/image11.jpeg"/><Relationship Id="rId3" Type="http://schemas.openxmlformats.org/officeDocument/2006/relationships/notesSlide" Target="../notesSlides/notesSlide5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diagramData" Target="../diagrams/data4.xml"/><Relationship Id="rId3" Type="http://schemas.openxmlformats.org/officeDocument/2006/relationships/diagramLayout" Target="../diagrams/layout4.xml"/><Relationship Id="rId4" Type="http://schemas.openxmlformats.org/officeDocument/2006/relationships/diagramQuickStyle" Target="../diagrams/quickStyle4.xml"/><Relationship Id="rId5" Type="http://schemas.openxmlformats.org/officeDocument/2006/relationships/diagramColors" Target="../diagrams/colors4.xml"/><Relationship Id="rId6" Type="http://schemas.microsoft.com/office/2007/relationships/diagramDrawing" Target="../diagrams/drawing4.xml"/><Relationship Id="rId7" Type="http://schemas.openxmlformats.org/officeDocument/2006/relationships/notesSlide" Target="../notesSlides/notesSlide5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5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5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5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5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5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5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6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6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6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image" Target="../media/image12.jpeg"/><Relationship Id="rId3" Type="http://schemas.openxmlformats.org/officeDocument/2006/relationships/notesSlide" Target="../notesSlides/notesSlide6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image" Target="../media/image13.png"/><Relationship Id="rId3" Type="http://schemas.openxmlformats.org/officeDocument/2006/relationships/notesSlide" Target="../notesSlides/notesSlide6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6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6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image" Target="../media/image14.png"/><Relationship Id="rId3" Type="http://schemas.openxmlformats.org/officeDocument/2006/relationships/notesSlide" Target="../notesSlides/notesSlide6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6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6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5.xml"/><Relationship Id="rId3" Type="http://schemas.openxmlformats.org/officeDocument/2006/relationships/image" Target="../media/image15.jpe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7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7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7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7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7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diagramData" Target="../diagrams/data5.xml"/><Relationship Id="rId3" Type="http://schemas.openxmlformats.org/officeDocument/2006/relationships/diagramLayout" Target="../diagrams/layout5.xml"/><Relationship Id="rId4" Type="http://schemas.openxmlformats.org/officeDocument/2006/relationships/diagramQuickStyle" Target="../diagrams/quickStyle5.xml"/><Relationship Id="rId5" Type="http://schemas.openxmlformats.org/officeDocument/2006/relationships/diagramColors" Target="../diagrams/colors5.xml"/><Relationship Id="rId6" Type="http://schemas.microsoft.com/office/2007/relationships/diagramDrawing" Target="../diagrams/drawing5.xml"/><Relationship Id="rId7" Type="http://schemas.openxmlformats.org/officeDocument/2006/relationships/notesSlide" Target="../notesSlides/notesSlide7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7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7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6.xml"/><Relationship Id="rId3" Type="http://schemas.openxmlformats.org/officeDocument/2006/relationships/image" Target="../media/image16.jpe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7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7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8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8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 Id="rId3" Type="http://schemas.openxmlformats.org/officeDocument/2006/relationships/image" Target="../media/image17.jpe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8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8.xml"/><Relationship Id="rId3" Type="http://schemas.openxmlformats.org/officeDocument/2006/relationships/image" Target="../media/image18.jpe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8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8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8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8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8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88.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89.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90.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9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9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image" Target="../media/image19.png"/><Relationship Id="rId3" Type="http://schemas.openxmlformats.org/officeDocument/2006/relationships/notesSlide" Target="../notesSlides/notesSlide9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image" Target="../media/image20.png"/><Relationship Id="rId3" Type="http://schemas.openxmlformats.org/officeDocument/2006/relationships/notesSlide" Target="../notesSlides/notesSlide9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image" Target="../media/image21.png"/><Relationship Id="rId3" Type="http://schemas.openxmlformats.org/officeDocument/2006/relationships/image" Target="../media/image22.jpeg"/><Relationship Id="rId4" Type="http://schemas.openxmlformats.org/officeDocument/2006/relationships/notesSlide" Target="../notesSlides/notesSlide95.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image" Target="../media/image23.svg"/><Relationship Id="rId3" Type="http://schemas.openxmlformats.org/officeDocument/2006/relationships/notesSlide" Target="../notesSlides/notesSlide96.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diagramData" Target="../diagrams/data6.xml"/><Relationship Id="rId3" Type="http://schemas.openxmlformats.org/officeDocument/2006/relationships/diagramLayout" Target="../diagrams/layout6.xml"/><Relationship Id="rId4" Type="http://schemas.openxmlformats.org/officeDocument/2006/relationships/diagramQuickStyle" Target="../diagrams/quickStyle6.xml"/><Relationship Id="rId5" Type="http://schemas.openxmlformats.org/officeDocument/2006/relationships/diagramColors" Target="../diagrams/colors6.xml"/><Relationship Id="rId6" Type="http://schemas.microsoft.com/office/2007/relationships/diagramDrawing" Target="../diagrams/drawing6.xml"/><Relationship Id="rId7" Type="http://schemas.openxmlformats.org/officeDocument/2006/relationships/notesSlide" Target="../notesSlides/notesSlide9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98.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hyperlink" Target="https://karma-runner.github.io/" TargetMode="External"/><Relationship Id="rId3" Type="http://schemas.openxmlformats.org/officeDocument/2006/relationships/notesSlide" Target="../notesSlides/notesSlide99.xml"/></Relationships>
</file>

<file path=ppt/slides/_rels/slide77.xml.rels><?xml version='1.0' encoding='UTF-8' standalone='yes'?>
<Relationships xmlns="http://schemas.openxmlformats.org/package/2006/relationships"><Relationship Id="rId1" Type="http://schemas.microsoft.com/office/2007/relationships/media" Target="../media/media1.mp4"/><Relationship Id="rId2" Type="http://schemas.openxmlformats.org/officeDocument/2006/relationships/video" Target="../media/media1.mp4"/><Relationship Id="rId3" Type="http://schemas.openxmlformats.org/officeDocument/2006/relationships/slideLayout" Target="../slideLayouts/slideLayout50.xml"/><Relationship Id="rId4" Type="http://schemas.openxmlformats.org/officeDocument/2006/relationships/image" Target="../media/image24.png"/><Relationship Id="rId5" Type="http://schemas.openxmlformats.org/officeDocument/2006/relationships/notesSlide" Target="../notesSlides/notesSlide100.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0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image" Target="../media/image25.png"/><Relationship Id="rId3" Type="http://schemas.openxmlformats.org/officeDocument/2006/relationships/notesSlide" Target="../notesSlides/notesSlide10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image" Target="../media/image26.png"/><Relationship Id="rId3" Type="http://schemas.openxmlformats.org/officeDocument/2006/relationships/notesSlide" Target="../notesSlides/notesSlide10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9.xml"/><Relationship Id="rId3" Type="http://schemas.openxmlformats.org/officeDocument/2006/relationships/hyperlink" Target="file:///Volumes/share/Seminar/angular2/angular2/sildes/index.html#/intro/prerequisites" TargetMode="External"/><Relationship Id="rId4" Type="http://schemas.openxmlformats.org/officeDocument/2006/relationships/hyperlink" Target="http://localhost:4200/" TargetMode="External"/><Relationship Id="rId5" Type="http://schemas.openxmlformats.org/officeDocument/2006/relationships/image" Target="../media/image27.sv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0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10.xml"/><Relationship Id="rId3" Type="http://schemas.openxmlformats.org/officeDocument/2006/relationships/image" Target="../media/image28.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105.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06.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0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image" Target="../media/image29.png"/><Relationship Id="rId3" Type="http://schemas.openxmlformats.org/officeDocument/2006/relationships/notesSlide" Target="../notesSlides/notesSlide108.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09.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10.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1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image" Target="../media/image30.png"/><Relationship Id="rId3" Type="http://schemas.openxmlformats.org/officeDocument/2006/relationships/notesSlide" Target="../notesSlides/notesSlide11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1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14.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1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1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16.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11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18.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19.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20.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2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2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23.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24.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25.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26.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2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28.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29.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image" Target="../media/image31.jpeg"/><Relationship Id="rId3" Type="http://schemas.openxmlformats.org/officeDocument/2006/relationships/notesSlide" Target="../notesSlides/notesSlide130.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image" Target="../media/image32.jpeg"/><Relationship Id="rId3" Type="http://schemas.openxmlformats.org/officeDocument/2006/relationships/notesSlide" Target="../notesSlides/notesSlide13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3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33.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34.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35.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36.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13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38.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39.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40.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4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4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43.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44.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45.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3.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46.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4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48.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49.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image" Target="../media/image33.svg"/><Relationship Id="rId3" Type="http://schemas.openxmlformats.org/officeDocument/2006/relationships/notesSlide" Target="../notesSlides/notesSlide150.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51.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4.xml"/><Relationship Id="rId3" Type="http://schemas.openxmlformats.org/officeDocument/2006/relationships/diagramData" Target="../diagrams/data7.xml"/><Relationship Id="rId4" Type="http://schemas.openxmlformats.org/officeDocument/2006/relationships/diagramLayout" Target="../diagrams/layout7.xml"/><Relationship Id="rId5" Type="http://schemas.openxmlformats.org/officeDocument/2006/relationships/diagramQuickStyle" Target="../diagrams/quickStyle7.xml"/><Relationship Id="rId6" Type="http://schemas.openxmlformats.org/officeDocument/2006/relationships/diagramColors" Target="../diagrams/colors7.xml"/><Relationship Id="rId7" Type="http://schemas.microsoft.com/office/2007/relationships/diagramDrawing" Target="../diagrams/drawing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5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image" Target="../media/image34.jpeg"/><Relationship Id="rId3" Type="http://schemas.openxmlformats.org/officeDocument/2006/relationships/notesSlide" Target="../notesSlides/notesSlide153.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54.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55.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56.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5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58.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59.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60.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61.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image" Target="../media/image35.svg"/><Relationship Id="rId3" Type="http://schemas.openxmlformats.org/officeDocument/2006/relationships/notesSlide" Target="../notesSlides/notesSlide16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diagramData" Target="../diagrams/data8.xml"/><Relationship Id="rId3" Type="http://schemas.openxmlformats.org/officeDocument/2006/relationships/diagramLayout" Target="../diagrams/layout8.xml"/><Relationship Id="rId4" Type="http://schemas.openxmlformats.org/officeDocument/2006/relationships/diagramQuickStyle" Target="../diagrams/quickStyle8.xml"/><Relationship Id="rId5" Type="http://schemas.openxmlformats.org/officeDocument/2006/relationships/diagramColors" Target="../diagrams/colors8.xml"/><Relationship Id="rId6" Type="http://schemas.microsoft.com/office/2007/relationships/diagramDrawing" Target="../diagrams/drawing8.xml"/><Relationship Id="rId7" Type="http://schemas.openxmlformats.org/officeDocument/2006/relationships/notesSlide" Target="../notesSlides/notesSlide163.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diagramData" Target="../diagrams/data9.xml"/><Relationship Id="rId3" Type="http://schemas.openxmlformats.org/officeDocument/2006/relationships/diagramLayout" Target="../diagrams/layout9.xml"/><Relationship Id="rId4" Type="http://schemas.openxmlformats.org/officeDocument/2006/relationships/diagramQuickStyle" Target="../diagrams/quickStyle9.xml"/><Relationship Id="rId5" Type="http://schemas.openxmlformats.org/officeDocument/2006/relationships/diagramColors" Target="../diagrams/colors9.xml"/><Relationship Id="rId6" Type="http://schemas.microsoft.com/office/2007/relationships/diagramDrawing" Target="../diagrams/drawing9.xml"/><Relationship Id="rId7" Type="http://schemas.openxmlformats.org/officeDocument/2006/relationships/notesSlide" Target="../notesSlides/notesSlide164.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65.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66.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6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68.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diagramData" Target="../diagrams/data10.xml"/><Relationship Id="rId3" Type="http://schemas.openxmlformats.org/officeDocument/2006/relationships/diagramLayout" Target="../diagrams/layout10.xml"/><Relationship Id="rId4" Type="http://schemas.openxmlformats.org/officeDocument/2006/relationships/diagramQuickStyle" Target="../diagrams/quickStyle10.xml"/><Relationship Id="rId5" Type="http://schemas.openxmlformats.org/officeDocument/2006/relationships/diagramColors" Target="../diagrams/colors10.xml"/><Relationship Id="rId6" Type="http://schemas.microsoft.com/office/2007/relationships/diagramDrawing" Target="../diagrams/drawing10.xml"/><Relationship Id="rId7" Type="http://schemas.openxmlformats.org/officeDocument/2006/relationships/notesSlide" Target="../notesSlides/notesSlide169.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70.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71.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notesSlide" Target="../notesSlides/notesSlide17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73.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74.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75.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76.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7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78.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79.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80.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81.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8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83.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84.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85.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86.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8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88.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89.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90.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1.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43.jpeg"/></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9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93.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94.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95.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9.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96.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0.xml"/><Relationship Id="rId3" Type="http://schemas.openxmlformats.org/officeDocument/2006/relationships/hyperlink" Target="https://rxmarbles.com/" TargetMode="Externa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9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98.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diagramData" Target="../diagrams/data11.xml"/><Relationship Id="rId3" Type="http://schemas.openxmlformats.org/officeDocument/2006/relationships/diagramLayout" Target="../diagrams/layout11.xml"/><Relationship Id="rId4" Type="http://schemas.openxmlformats.org/officeDocument/2006/relationships/diagramQuickStyle" Target="../diagrams/quickStyle11.xml"/><Relationship Id="rId5" Type="http://schemas.openxmlformats.org/officeDocument/2006/relationships/diagramColors" Target="../diagrams/colors11.xml"/><Relationship Id="rId6" Type="http://schemas.microsoft.com/office/2007/relationships/diagramDrawing" Target="../diagrams/drawing11.xml"/><Relationship Id="rId7" Type="http://schemas.openxmlformats.org/officeDocument/2006/relationships/notesSlide" Target="../notesSlides/notesSlide199.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00.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1.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hyperlink" Target="http://reactivex.io/" TargetMode="External"/><Relationship Id="rId3" Type="http://schemas.openxmlformats.org/officeDocument/2006/relationships/notesSlide" Target="../notesSlides/notesSlide20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0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0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0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0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0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0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0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0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1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1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1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3.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diagramData" Target="../diagrams/data12.xml"/><Relationship Id="rId3" Type="http://schemas.openxmlformats.org/officeDocument/2006/relationships/diagramLayout" Target="../diagrams/layout12.xml"/><Relationship Id="rId4" Type="http://schemas.openxmlformats.org/officeDocument/2006/relationships/diagramQuickStyle" Target="../diagrams/quickStyle12.xml"/><Relationship Id="rId5" Type="http://schemas.openxmlformats.org/officeDocument/2006/relationships/diagramColors" Target="../diagrams/colors12.xml"/><Relationship Id="rId6" Type="http://schemas.microsoft.com/office/2007/relationships/diagramDrawing" Target="../diagrams/drawing12.xml"/><Relationship Id="rId7" Type="http://schemas.openxmlformats.org/officeDocument/2006/relationships/notesSlide" Target="../notesSlides/notesSlide213.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14.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15.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16.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4.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1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18.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5.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image" Target="../media/image44.png"/></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19.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diagramData" Target="../diagrams/data13.xml"/><Relationship Id="rId3" Type="http://schemas.openxmlformats.org/officeDocument/2006/relationships/diagramLayout" Target="../diagrams/layout13.xml"/><Relationship Id="rId4" Type="http://schemas.openxmlformats.org/officeDocument/2006/relationships/diagramQuickStyle" Target="../diagrams/quickStyle13.xml"/><Relationship Id="rId5" Type="http://schemas.openxmlformats.org/officeDocument/2006/relationships/diagramColors" Target="../diagrams/colors13.xml"/><Relationship Id="rId6" Type="http://schemas.microsoft.com/office/2007/relationships/diagramDrawing" Target="../diagrams/drawing13.xml"/><Relationship Id="rId7" Type="http://schemas.openxmlformats.org/officeDocument/2006/relationships/notesSlide" Target="../notesSlides/notesSlide220.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21.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2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23.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24.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image" Target="../media/image45.jpeg"/><Relationship Id="rId3" Type="http://schemas.openxmlformats.org/officeDocument/2006/relationships/notesSlide" Target="../notesSlides/notesSlide225.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26.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2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28.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29.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30.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31.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image" Target="../media/image46.jpeg"/><Relationship Id="rId3" Type="http://schemas.openxmlformats.org/officeDocument/2006/relationships/notesSlide" Target="../notesSlides/notesSlide232.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33.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34.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35.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36.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23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38.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image" Target="../media/image47.jpeg"/><Relationship Id="rId3" Type="http://schemas.openxmlformats.org/officeDocument/2006/relationships/notesSlide" Target="../notesSlides/notesSlide239.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image" Target="../media/image48.jpeg"/><Relationship Id="rId3" Type="http://schemas.openxmlformats.org/officeDocument/2006/relationships/notesSlide" Target="../notesSlides/notesSlide240.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7.xml"/><Relationship Id="rId3" Type="http://schemas.openxmlformats.org/officeDocument/2006/relationships/image" Target="../media/image49.png"/></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8.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9.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0.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1.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diagramData" Target="../diagrams/data14.xml"/><Relationship Id="rId3" Type="http://schemas.openxmlformats.org/officeDocument/2006/relationships/diagramLayout" Target="../diagrams/layout14.xml"/><Relationship Id="rId4" Type="http://schemas.openxmlformats.org/officeDocument/2006/relationships/diagramQuickStyle" Target="../diagrams/quickStyle14.xml"/><Relationship Id="rId5" Type="http://schemas.openxmlformats.org/officeDocument/2006/relationships/diagramColors" Target="../diagrams/colors14.xml"/><Relationship Id="rId6" Type="http://schemas.microsoft.com/office/2007/relationships/diagramDrawing" Target="../diagrams/drawing14.xml"/><Relationship Id="rId7" Type="http://schemas.openxmlformats.org/officeDocument/2006/relationships/notesSlide" Target="../notesSlides/notesSlide241.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4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43.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44.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45.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46.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hyperlink" Target="http://de.wikipedia.org/wiki/Cross-Origin_Resource_Sharing" TargetMode="External"/><Relationship Id="rId3" Type="http://schemas.openxmlformats.org/officeDocument/2006/relationships/image" Target="../media/image50.jpeg"/><Relationship Id="rId4" Type="http://schemas.openxmlformats.org/officeDocument/2006/relationships/notesSlide" Target="../notesSlides/notesSlide24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48.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49.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50.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51.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hyperlink" Target="https://angular.io/guide/attribute-directives" TargetMode="External"/><Relationship Id="rId3" Type="http://schemas.openxmlformats.org/officeDocument/2006/relationships/notesSlide" Target="../notesSlides/notesSlide25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0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08.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09.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4.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5.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6.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8.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9.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0.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1.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2.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3.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4.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5.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6.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253.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254.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255.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image" Target="../media/image29.png"/><Relationship Id="rId3" Type="http://schemas.openxmlformats.org/officeDocument/2006/relationships/notesSlide" Target="../notesSlides/notesSlide256.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257.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258.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259.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image" Target="../media/image30.png"/><Relationship Id="rId3" Type="http://schemas.openxmlformats.org/officeDocument/2006/relationships/notesSlide" Target="../notesSlides/notesSlide260.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image" Target="../media/image51.png"/><Relationship Id="rId3" Type="http://schemas.openxmlformats.org/officeDocument/2006/relationships/notesSlide" Target="../notesSlides/notesSlide261.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262.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image" Target="../media/image51.png"/><Relationship Id="rId3" Type="http://schemas.openxmlformats.org/officeDocument/2006/relationships/notesSlide" Target="../notesSlides/notesSlide263.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264.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265.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266.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67.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68.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69.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70.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71.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72.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73.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74.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75.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image" Target="../media/image2.jpeg"/><Relationship Id="rId3" Type="http://schemas.openxmlformats.org/officeDocument/2006/relationships/notesSlide" Target="../notesSlides/notesSlide276.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77.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78.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79.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image" Target="../media/image52.png"/><Relationship Id="rId3" Type="http://schemas.openxmlformats.org/officeDocument/2006/relationships/notesSlide" Target="../notesSlides/notesSlide280.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diagramData" Target="../diagrams/data15.xml"/><Relationship Id="rId3" Type="http://schemas.openxmlformats.org/officeDocument/2006/relationships/diagramLayout" Target="../diagrams/layout15.xml"/><Relationship Id="rId4" Type="http://schemas.openxmlformats.org/officeDocument/2006/relationships/diagramQuickStyle" Target="../diagrams/quickStyle15.xml"/><Relationship Id="rId5" Type="http://schemas.openxmlformats.org/officeDocument/2006/relationships/diagramColors" Target="../diagrams/colors15.xml"/><Relationship Id="rId6" Type="http://schemas.microsoft.com/office/2007/relationships/diagramDrawing" Target="../diagrams/drawing15.xml"/><Relationship Id="rId7" Type="http://schemas.openxmlformats.org/officeDocument/2006/relationships/notesSlide" Target="../notesSlides/notesSlide281.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82.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image" Target="../media/image53.jpeg"/><Relationship Id="rId3" Type="http://schemas.openxmlformats.org/officeDocument/2006/relationships/notesSlide" Target="../notesSlides/notesSlide283.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hyperlink" Target="https://docs.npmjs.com/misc/registry" TargetMode="External"/><Relationship Id="rId3" Type="http://schemas.openxmlformats.org/officeDocument/2006/relationships/notesSlide" Target="../notesSlides/notesSlide284.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hyperlink" Target="https://docs.npmjs.com/" TargetMode="External"/><Relationship Id="rId3" Type="http://schemas.openxmlformats.org/officeDocument/2006/relationships/notesSlide" Target="../notesSlides/notesSlide285.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image" Target="../media/image54.jpeg"/><Relationship Id="rId3" Type="http://schemas.openxmlformats.org/officeDocument/2006/relationships/notesSlide" Target="../notesSlides/notesSlide286.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87.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88.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89.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diagramData" Target="../diagrams/data16.xml"/><Relationship Id="rId3" Type="http://schemas.openxmlformats.org/officeDocument/2006/relationships/diagramLayout" Target="../diagrams/layout16.xml"/><Relationship Id="rId4" Type="http://schemas.openxmlformats.org/officeDocument/2006/relationships/diagramQuickStyle" Target="../diagrams/quickStyle16.xml"/><Relationship Id="rId5" Type="http://schemas.openxmlformats.org/officeDocument/2006/relationships/diagramColors" Target="../diagrams/colors16.xml"/><Relationship Id="rId6" Type="http://schemas.microsoft.com/office/2007/relationships/diagramDrawing" Target="../diagrams/drawing16.xml"/><Relationship Id="rId7" Type="http://schemas.openxmlformats.org/officeDocument/2006/relationships/notesSlide" Target="../notesSlides/notesSlide290.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91.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92.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93.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310.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1.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2.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3.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4.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5.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6.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7.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8.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9.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0.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1.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2.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3.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24.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5.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6.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7.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28.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29.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0.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1.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2.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33.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4.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335.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336.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7.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8.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9.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0.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1.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342.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3.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4.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5.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6.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47.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8.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9.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0.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51.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2.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3.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4.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5.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6.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7.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8.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9.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360.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1.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2.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3.xml"/></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64.xml"/></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65.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6.xm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67.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8.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69.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0.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1.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72.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73.xml"/></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74.xml"/></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5.xml"/></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76.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77.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8.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9.xml"/></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0.xml"/></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81.xml"/></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382.xml"/></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3.xml"/></Relationships>
</file>

<file path=ppt/slides/_rels/slide3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4.xml"/></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5.xml"/></Relationships>
</file>

<file path=ppt/slides/_rels/slide386.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86.xml"/></Relationships>
</file>

<file path=ppt/slides/_rels/slide3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7.xml"/></Relationships>
</file>

<file path=ppt/slides/_rels/slide3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8.xml"/></Relationships>
</file>

<file path=ppt/slides/_rels/slide3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9.xml"/></Relationships>
</file>

<file path=ppt/slides/_rels/slide390.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90.xml"/></Relationships>
</file>

<file path=ppt/slides/_rels/slide3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1.xml"/></Relationships>
</file>

<file path=ppt/slides/_rels/slide3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2.xml"/></Relationships>
</file>

<file path=ppt/slides/_rels/slide3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3.xml"/></Relationships>
</file>

<file path=ppt/slides/_rels/slide3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4.xml"/></Relationships>
</file>

<file path=ppt/slides/_rels/slide3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5.xml"/></Relationships>
</file>

<file path=ppt/slides/_rels/slide3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6.xml"/></Relationships>
</file>

<file path=ppt/slides/_rels/slide397.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397.xml"/></Relationships>
</file>

<file path=ppt/slides/_rels/slide3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8.xml"/></Relationships>
</file>

<file path=ppt/slides/_rels/slide399.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99.xml"/></Relationships>
</file>

<file path=ppt/slides/_rels/slide4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0.xml"/></Relationships>
</file>

<file path=ppt/slides/_rels/slide401.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01.xml"/></Relationships>
</file>

<file path=ppt/slides/_rels/slide402.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02.xml"/></Relationships>
</file>

<file path=ppt/slides/_rels/slide4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3.xml"/></Relationships>
</file>

<file path=ppt/slides/_rels/slide4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4.xml"/></Relationships>
</file>

<file path=ppt/slides/_rels/slide4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5.xml"/></Relationships>
</file>

<file path=ppt/slides/_rels/slide406.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06.xml"/></Relationships>
</file>

<file path=ppt/slides/_rels/slide4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7.xml"/></Relationships>
</file>

<file path=ppt/slides/_rels/slide4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8.xml"/></Relationships>
</file>

<file path=ppt/slides/_rels/slide4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9.xml"/></Relationships>
</file>

<file path=ppt/slides/_rels/slide4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0.xml"/></Relationships>
</file>

<file path=ppt/slides/_rels/slide4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1.xml"/></Relationships>
</file>

<file path=ppt/slides/_rels/slide412.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412.xml"/></Relationships>
</file>

<file path=ppt/slides/_rels/slide4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3.xml"/></Relationships>
</file>

<file path=ppt/slides/_rels/slide4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4.xml"/></Relationships>
</file>

<file path=ppt/slides/_rels/slide4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5.xml"/></Relationships>
</file>

<file path=ppt/slides/_rels/slide416.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16.xml"/></Relationships>
</file>

<file path=ppt/slides/_rels/slide4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7.xml"/></Relationships>
</file>

<file path=ppt/slides/_rels/slide4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8.xml"/></Relationships>
</file>

<file path=ppt/slides/_rels/slide419.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19.xml"/></Relationships>
</file>

<file path=ppt/slides/_rels/slide420.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20.xml"/></Relationships>
</file>

<file path=ppt/slides/_rels/slide421.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21.xml"/></Relationships>
</file>

<file path=ppt/slides/_rels/slide4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2.xml"/></Relationships>
</file>

<file path=ppt/slides/_rels/slide423.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23.xml"/></Relationships>
</file>

<file path=ppt/slides/_rels/slide4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4.xml"/></Relationships>
</file>

<file path=ppt/slides/_rels/slide4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5.xml"/></Relationships>
</file>

<file path=ppt/slides/_rels/slide4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6.xml"/></Relationships>
</file>

<file path=ppt/slides/_rels/slide4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7.xml"/></Relationships>
</file>

<file path=ppt/slides/_rels/slide428.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428.xml"/></Relationships>
</file>

<file path=ppt/slides/_rels/slide4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9.xml"/></Relationships>
</file>

<file path=ppt/slides/_rels/slide4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0.xml"/></Relationships>
</file>

<file path=ppt/slides/_rels/slide4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1.xml"/></Relationships>
</file>

<file path=ppt/slides/_rels/slide4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2.xml"/></Relationships>
</file>

<file path=ppt/slides/_rels/slide4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3.xml"/></Relationships>
</file>

<file path=ppt/slides/_rels/slide434.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34.xml"/></Relationships>
</file>

<file path=ppt/slides/_rels/slide435.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35.xml"/></Relationships>
</file>

<file path=ppt/slides/_rels/slide4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6.xml"/></Relationships>
</file>

<file path=ppt/slides/_rels/slide437.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37.xml"/></Relationships>
</file>

<file path=ppt/slides/_rels/slide4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8.xml"/></Relationships>
</file>

<file path=ppt/slides/_rels/slide439.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39.xml"/></Relationships>
</file>

<file path=ppt/slides/_rels/slide4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0.xml"/></Relationships>
</file>

<file path=ppt/slides/_rels/slide4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1.xml"/></Relationships>
</file>

<file path=ppt/slides/_rels/slide4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2.xml"/></Relationships>
</file>

<file path=ppt/slides/_rels/slide4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3.xml"/></Relationships>
</file>

<file path=ppt/slides/_rels/slide4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63" name="Rectangle 8">
            <a:extLst>
              <a:ext uri="{C183D7F6-B498-43B3-948B-1728B52AA6E4}">
                <adec:decorative xmlns:adec="http://schemas.microsoft.com/office/drawing/2017/decorative" val="1"/>
              </a:ext>
            </a:extLst>
          </p:cNvPr>
          <p:cNvSpPr/>
          <p:nvPr/>
        </p:nvSpPr>
        <p:spPr>
          <a:xfrm>
            <a:off x="0" y="0"/>
            <a:ext cx="12190680" cy="685656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pic>
        <p:nvPicPr>
          <p:cNvPr id="164" name="Picture 4" descr="Writing an appointment on a paper agenda"/>
          <p:cNvPicPr/>
          <p:nvPr/>
        </p:nvPicPr>
        <p:blipFill>
          <a:blip r:embed="rId3">
            <a:alphaModFix amt="50000"/>
          </a:blip>
          <a:srcRect t="15730"/>
          <a:stretch/>
        </p:blipFill>
        <p:spPr>
          <a:xfrm>
            <a:off x="0" y="0"/>
            <a:ext cx="12190680" cy="6856560"/>
          </a:xfrm>
          <a:prstGeom prst="rect">
            <a:avLst/>
          </a:prstGeom>
          <a:noFill/>
          <a:ln w="0">
            <a:noFill/>
          </a:ln>
        </p:spPr>
      </p:pic>
      <p:sp>
        <p:nvSpPr>
          <p:cNvPr id="165" name="PlaceHolder 1"/>
          <p:cNvSpPr>
            <a:spLocks noGrp="1"/>
          </p:cNvSpPr>
          <p:nvPr>
            <p:ph type="title"/>
          </p:nvPr>
        </p:nvSpPr>
        <p:spPr>
          <a:xfrm>
            <a:off x="1523880" y="1122480"/>
            <a:ext cx="9142560" cy="2899080"/>
          </a:xfrm>
          <a:prstGeom prst="rect">
            <a:avLst/>
          </a:prstGeom>
          <a:noFill/>
          <a:ln w="0">
            <a:noFill/>
          </a:ln>
        </p:spPr>
        <p:txBody>
          <a:bodyPr lIns="91440" tIns="45720" rIns="91440" bIns="45720" anchor="b">
            <a:normAutofit/>
          </a:bodyPr>
          <a:lstStyle/>
          <a:p>
            <a:pPr indent="0" algn="ctr" defTabSz="914400">
              <a:lnSpc>
                <a:spcPct val="90000"/>
              </a:lnSpc>
              <a:buNone/>
              <a:tabLst>
                <a:tab pos="0" algn="l"/>
              </a:tabLst>
            </a:pPr>
            <a:r>
              <a:rPr lang="de-DE" sz="6000" b="0" u="none" strike="noStrike">
                <a:solidFill>
                  <a:srgbClr val="FFFFFF"/>
                </a:solidFill>
                <a:uFillTx/>
                <a:latin typeface="Calibri Light"/>
              </a:rPr>
              <a:t>Typescript Primer</a:t>
            </a:r>
            <a:endParaRPr lang="de-DE" sz="6000" b="0" u="none" strike="noStrike">
              <a:solidFill>
                <a:srgbClr val="FFFFFF"/>
              </a:solidFill>
              <a:uFillTx/>
              <a:latin typeface="Arial"/>
            </a:endParaRPr>
          </a:p>
        </p:txBody>
      </p:sp>
      <p:sp>
        <p:nvSpPr>
          <p:cNvPr id="166" name="PlaceHolder 2"/>
          <p:cNvSpPr>
            <a:spLocks noGrp="1"/>
          </p:cNvSpPr>
          <p:nvPr>
            <p:ph type="subTitle"/>
          </p:nvPr>
        </p:nvSpPr>
        <p:spPr>
          <a:xfrm>
            <a:off x="1523880" y="4159440"/>
            <a:ext cx="9142560" cy="1096920"/>
          </a:xfrm>
          <a:prstGeom prst="rect">
            <a:avLst/>
          </a:prstGeom>
          <a:noFill/>
          <a:ln w="0">
            <a:noFill/>
          </a:ln>
        </p:spPr>
        <p:txBody>
          <a:bodyPr lIns="91440" tIns="45720" rIns="91440" bIns="45720" anchor="t">
            <a:normAutofit/>
          </a:bodyPr>
          <a:lstStyle/>
          <a:p>
            <a:pPr indent="0" algn="ctr" defTabSz="914400">
              <a:lnSpc>
                <a:spcPct val="90000"/>
              </a:lnSpc>
              <a:spcBef>
                <a:spcPts val="1001"/>
              </a:spcBef>
              <a:buNone/>
              <a:tabLst>
                <a:tab pos="0" algn="l"/>
              </a:tabLst>
            </a:pPr>
            <a:r>
              <a:rPr lang="de-DE" sz="2400" b="0" u="none" strike="noStrike">
                <a:solidFill>
                  <a:srgbClr val="FFFFFF"/>
                </a:solidFill>
                <a:uFillTx/>
                <a:latin typeface="Calibri"/>
              </a:rPr>
              <a:t>Einführung in Typescript</a:t>
            </a:r>
            <a:endParaRPr lang="de-DE" sz="2400" b="0" u="none" strike="noStrike">
              <a:solidFill>
                <a:srgbClr val="FFFFFF"/>
              </a:solidFill>
              <a:uFillTx/>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presetID="10" presetClass="entr" fill="hold" nodeType="withEffect">
                                  <p:stCondLst>
                                    <p:cond delay="2000"/>
                                  </p:stCondLst>
                                  <p:iterate type="lt">
                                    <p:tmAbs val="100"/>
                                  </p:iterate>
                                  <p:childTnLst>
                                    <p:set>
                                      <p:cBhvr>
                                        <p:cTn id="6" dur="1" fill="hold">
                                          <p:stCondLst>
                                            <p:cond delay="0"/>
                                          </p:stCondLst>
                                        </p:cTn>
                                        <p:tgtEl>
                                          <p:spTgt spid="166">
                                            <p:txEl>
                                              <p:pRg st="0" end="0"/>
                                            </p:txEl>
                                          </p:spTgt>
                                        </p:tgtEl>
                                        <p:attrNameLst>
                                          <p:attrName>style.visibility</p:attrName>
                                        </p:attrNameLst>
                                      </p:cBhvr>
                                      <p:to>
                                        <p:strVal val="visible"/>
                                      </p:to>
                                    </p:set>
                                    <p:animEffect transition="in" filter="fade">
                                      <p:cBhvr additive="repl">
                                        <p:cTn id="7" dur="400"/>
                                        <p:tgtEl>
                                          <p:spTgt spid="166">
                                            <p:txEl>
                                              <p:pRg st="0" end="0"/>
                                            </p:txEl>
                                          </p:spTgt>
                                        </p:tgtEl>
                                      </p:cBhvr>
                                    </p:animEffect>
                                  </p:childTnLst>
                                </p:cTn>
                              </p:par>
                              <p:par>
                                <p:cTn id="8" presetID="10" presetClass="entr" fill="hold" nodeType="withEffect">
                                  <p:stCondLst>
                                    <p:cond delay="1000"/>
                                  </p:stCondLst>
                                  <p:iterate type="lt">
                                    <p:tmAbs val="100"/>
                                  </p:iterate>
                                  <p:childTnLst>
                                    <p:set>
                                      <p:cBhvr>
                                        <p:cTn id="9" dur="1" fill="hold">
                                          <p:stCondLst>
                                            <p:cond delay="0"/>
                                          </p:stCondLst>
                                        </p:cTn>
                                        <p:tgtEl>
                                          <p:spTgt spid="165"/>
                                        </p:tgtEl>
                                        <p:attrNameLst>
                                          <p:attrName>style.visibility</p:attrName>
                                        </p:attrNameLst>
                                      </p:cBhvr>
                                      <p:to>
                                        <p:strVal val="visible"/>
                                      </p:to>
                                    </p:set>
                                    <p:animEffect transition="in" filter="fade">
                                      <p:cBhvr additive="repl">
                                        <p:cTn id="10" dur="400"/>
                                        <p:tgtEl>
                                          <p:spTgt spid="1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67" name="Rectangle 10">
            <a:extLst>
              <a:ext uri="{C183D7F6-B498-43B3-948B-1728B52AA6E4}">
                <adec:decorative xmlns:adec="http://schemas.microsoft.com/office/drawing/2017/decorative" val="1"/>
              </a:ext>
            </a:extLst>
          </p:cNvPr>
          <p:cNvSpPr/>
          <p:nvPr/>
        </p:nvSpPr>
        <p:spPr>
          <a:xfrm>
            <a:off x="0" y="0"/>
            <a:ext cx="12190680" cy="685656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pic>
        <p:nvPicPr>
          <p:cNvPr id="168" name="Picture 6" descr="CPU mit Binärzahlen und Blaupause"/>
          <p:cNvPicPr/>
          <p:nvPr/>
        </p:nvPicPr>
        <p:blipFill>
          <a:blip r:embed="rId2">
            <a:alphaModFix amt="50000"/>
          </a:blip>
          <a:stretch/>
        </p:blipFill>
        <p:spPr>
          <a:xfrm>
            <a:off x="0" y="0"/>
            <a:ext cx="12190680" cy="6856560"/>
          </a:xfrm>
          <a:prstGeom prst="rect">
            <a:avLst/>
          </a:prstGeom>
          <a:noFill/>
          <a:ln w="0">
            <a:noFill/>
          </a:ln>
        </p:spPr>
      </p:pic>
      <p:sp>
        <p:nvSpPr>
          <p:cNvPr id="169" name="PlaceHolder 1"/>
          <p:cNvSpPr>
            <a:spLocks noGrp="1"/>
          </p:cNvSpPr>
          <p:nvPr>
            <p:ph type="title"/>
          </p:nvPr>
        </p:nvSpPr>
        <p:spPr>
          <a:xfrm>
            <a:off x="1523880" y="1122480"/>
            <a:ext cx="9142560" cy="2899080"/>
          </a:xfrm>
          <a:prstGeom prst="rect">
            <a:avLst/>
          </a:prstGeom>
          <a:noFill/>
          <a:ln w="0">
            <a:noFill/>
          </a:ln>
        </p:spPr>
        <p:txBody>
          <a:bodyPr lIns="91440" tIns="45720" rIns="91440" bIns="45720" anchor="b">
            <a:normAutofit/>
          </a:bodyPr>
          <a:lstStyle/>
          <a:p>
            <a:pPr indent="0" algn="ctr" defTabSz="914400">
              <a:lnSpc>
                <a:spcPct val="90000"/>
              </a:lnSpc>
              <a:buNone/>
              <a:tabLst>
                <a:tab pos="0" algn="l"/>
              </a:tabLst>
            </a:pPr>
            <a:r>
              <a:rPr lang="en-US" sz="6000" b="0" u="none" strike="noStrike">
                <a:solidFill>
                  <a:srgbClr val="FFFFFF"/>
                </a:solidFill>
                <a:uFillTx/>
                <a:latin typeface="Calibri Light"/>
              </a:rPr>
              <a:t>Einrichten von Typescript </a:t>
            </a:r>
            <a:endParaRPr lang="de-DE" sz="6000" b="0" u="none" strike="noStrike">
              <a:solidFill>
                <a:srgbClr val="FFFFFF"/>
              </a:solidFill>
              <a:uFillTx/>
              <a:latin typeface="Arial"/>
            </a:endParaRPr>
          </a:p>
        </p:txBody>
      </p:sp>
      <p:sp>
        <p:nvSpPr>
          <p:cNvPr id="170" name="PlaceHolder 2"/>
          <p:cNvSpPr>
            <a:spLocks noGrp="1"/>
          </p:cNvSpPr>
          <p:nvPr>
            <p:ph/>
          </p:nvPr>
        </p:nvSpPr>
        <p:spPr>
          <a:xfrm>
            <a:off x="1523880" y="4159440"/>
            <a:ext cx="9142560" cy="1096920"/>
          </a:xfrm>
          <a:prstGeom prst="rect">
            <a:avLst/>
          </a:prstGeom>
          <a:noFill/>
          <a:ln w="0">
            <a:noFill/>
          </a:ln>
        </p:spPr>
        <p:txBody>
          <a:bodyPr lIns="91440" tIns="45720" rIns="91440" bIns="45720" anchor="t">
            <a:normAutofit/>
          </a:bodyPr>
          <a:lstStyle/>
          <a:p>
            <a:pPr indent="0" algn="ctr" defTabSz="914400">
              <a:lnSpc>
                <a:spcPct val="90000"/>
              </a:lnSpc>
              <a:spcBef>
                <a:spcPts val="1001"/>
              </a:spcBef>
              <a:buNone/>
              <a:tabLst>
                <a:tab pos="0" algn="l"/>
              </a:tabLst>
            </a:pPr>
            <a:r>
              <a:rPr lang="en-US" sz="2400" b="0" u="none" strike="noStrike">
                <a:solidFill>
                  <a:srgbClr val="FFFFFF"/>
                </a:solidFill>
                <a:uFillTx/>
                <a:latin typeface="Calibri"/>
              </a:rPr>
              <a:t>Installation</a:t>
            </a:r>
            <a:endParaRPr lang="de-DE" sz="2400" b="0" u="none" strike="noStrike">
              <a:solidFill>
                <a:srgbClr val="FFFFFF"/>
              </a:solidFill>
              <a:uFillTx/>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Benötigte Komponenten</a:t>
            </a:r>
            <a:endParaRPr lang="de-DE" sz="4400" b="0" u="none" strike="noStrike">
              <a:solidFill>
                <a:srgbClr val="000000"/>
              </a:solidFill>
              <a:uFillTx/>
              <a:latin typeface="Arial"/>
            </a:endParaRPr>
          </a:p>
        </p:txBody>
      </p:sp>
      <p:sp>
        <p:nvSpPr>
          <p:cNvPr id="172"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de-DE" sz="2800" b="0" u="none" strike="noStrike" dirty="0" err="1">
                <a:solidFill>
                  <a:schemeClr val="dk1"/>
                </a:solidFill>
                <a:uFillTx/>
                <a:latin typeface="Calibri"/>
              </a:rPr>
              <a:t>TypeScript</a:t>
            </a:r>
            <a:endParaRPr lang="de-DE" sz="2800" b="0" u="none" strike="noStrike" dirty="0">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dirty="0" err="1">
                <a:solidFill>
                  <a:schemeClr val="dk1"/>
                </a:solidFill>
                <a:uFillTx/>
                <a:latin typeface="Courier New"/>
              </a:rPr>
              <a:t>npm</a:t>
            </a:r>
            <a:r>
              <a:rPr lang="de-DE" sz="2400" b="0" u="none" strike="noStrike" dirty="0">
                <a:solidFill>
                  <a:schemeClr val="dk1"/>
                </a:solidFill>
                <a:uFillTx/>
                <a:latin typeface="Courier New"/>
              </a:rPr>
              <a:t> </a:t>
            </a:r>
            <a:r>
              <a:rPr lang="de-DE" sz="2400" b="0" u="none" strike="noStrike" dirty="0" err="1">
                <a:solidFill>
                  <a:schemeClr val="dk1"/>
                </a:solidFill>
                <a:uFillTx/>
                <a:latin typeface="Courier New"/>
              </a:rPr>
              <a:t>install</a:t>
            </a:r>
            <a:r>
              <a:rPr lang="de-DE" sz="2400" b="0" u="none" strike="noStrike" dirty="0">
                <a:solidFill>
                  <a:schemeClr val="dk1"/>
                </a:solidFill>
                <a:uFillTx/>
                <a:latin typeface="Courier New"/>
              </a:rPr>
              <a:t> </a:t>
            </a:r>
            <a:r>
              <a:rPr lang="de-DE" sz="2400" b="0" u="none" strike="noStrike" dirty="0" err="1">
                <a:solidFill>
                  <a:schemeClr val="dk1"/>
                </a:solidFill>
                <a:uFillTx/>
                <a:latin typeface="Courier New"/>
              </a:rPr>
              <a:t>typescript</a:t>
            </a:r>
            <a:r>
              <a:rPr lang="de-DE" sz="2400" b="0" u="none" strike="noStrike" dirty="0">
                <a:solidFill>
                  <a:schemeClr val="dk1"/>
                </a:solidFill>
                <a:uFillTx/>
                <a:latin typeface="Courier New"/>
              </a:rPr>
              <a:t> --save-</a:t>
            </a:r>
            <a:r>
              <a:rPr lang="de-DE" sz="2400" b="0" u="none" strike="noStrike" dirty="0" err="1">
                <a:solidFill>
                  <a:schemeClr val="dk1"/>
                </a:solidFill>
                <a:uFillTx/>
                <a:latin typeface="Courier New"/>
              </a:rPr>
              <a:t>dev</a:t>
            </a:r>
            <a:endParaRPr lang="de-DE" sz="2400" b="0" u="none" strike="noStrike" dirty="0">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dirty="0">
                <a:solidFill>
                  <a:schemeClr val="dk1"/>
                </a:solidFill>
                <a:uFillTx/>
                <a:latin typeface="Calibri"/>
              </a:rPr>
              <a:t>Oder global</a:t>
            </a:r>
            <a:endParaRPr lang="de-DE" sz="2800" b="0" u="none" strike="noStrike" dirty="0">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dirty="0">
                <a:solidFill>
                  <a:schemeClr val="dk1"/>
                </a:solidFill>
                <a:uFillTx/>
                <a:latin typeface="Courier New"/>
              </a:rPr>
              <a:t>[</a:t>
            </a:r>
            <a:r>
              <a:rPr lang="de-DE" sz="2400" b="0" u="none" strike="noStrike" dirty="0" err="1">
                <a:solidFill>
                  <a:schemeClr val="dk1"/>
                </a:solidFill>
                <a:uFillTx/>
                <a:latin typeface="Courier New"/>
              </a:rPr>
              <a:t>sudo</a:t>
            </a:r>
            <a:r>
              <a:rPr lang="de-DE" sz="2400" b="0" u="none" strike="noStrike" dirty="0">
                <a:solidFill>
                  <a:schemeClr val="dk1"/>
                </a:solidFill>
                <a:uFillTx/>
                <a:latin typeface="Courier New"/>
              </a:rPr>
              <a:t>] </a:t>
            </a:r>
            <a:r>
              <a:rPr lang="de-DE" sz="2400" b="0" u="none" strike="noStrike" dirty="0" err="1">
                <a:solidFill>
                  <a:schemeClr val="dk1"/>
                </a:solidFill>
                <a:uFillTx/>
                <a:latin typeface="Courier New"/>
              </a:rPr>
              <a:t>npm</a:t>
            </a:r>
            <a:r>
              <a:rPr lang="de-DE" sz="2400" b="0" u="none" strike="noStrike" dirty="0">
                <a:solidFill>
                  <a:schemeClr val="dk1"/>
                </a:solidFill>
                <a:uFillTx/>
                <a:latin typeface="Courier New"/>
              </a:rPr>
              <a:t> </a:t>
            </a:r>
            <a:r>
              <a:rPr lang="de-DE" sz="2400" b="0" u="none" strike="noStrike" dirty="0" err="1">
                <a:solidFill>
                  <a:schemeClr val="dk1"/>
                </a:solidFill>
                <a:uFillTx/>
                <a:latin typeface="Courier New"/>
              </a:rPr>
              <a:t>install</a:t>
            </a:r>
            <a:r>
              <a:rPr lang="de-DE" sz="2400" b="0" u="none" strike="noStrike" dirty="0">
                <a:solidFill>
                  <a:schemeClr val="dk1"/>
                </a:solidFill>
                <a:uFillTx/>
                <a:latin typeface="Courier New"/>
              </a:rPr>
              <a:t> -</a:t>
            </a:r>
            <a:r>
              <a:rPr lang="de-DE" sz="2400" b="0" u="none" strike="noStrike" dirty="0" err="1">
                <a:solidFill>
                  <a:schemeClr val="dk1"/>
                </a:solidFill>
                <a:uFillTx/>
                <a:latin typeface="Courier New"/>
              </a:rPr>
              <a:t>g</a:t>
            </a:r>
            <a:r>
              <a:rPr lang="de-DE" sz="2400" b="0" u="none" strike="noStrike" dirty="0">
                <a:solidFill>
                  <a:schemeClr val="dk1"/>
                </a:solidFill>
                <a:uFillTx/>
                <a:latin typeface="Courier New"/>
              </a:rPr>
              <a:t> </a:t>
            </a:r>
            <a:r>
              <a:rPr lang="de-DE" sz="2400" b="0" u="none" strike="noStrike" dirty="0" err="1">
                <a:solidFill>
                  <a:schemeClr val="dk1"/>
                </a:solidFill>
                <a:uFillTx/>
                <a:latin typeface="Courier New"/>
              </a:rPr>
              <a:t>typescript</a:t>
            </a:r>
            <a:endParaRPr lang="de-DE" sz="2400" b="0" u="none" strike="noStrike" dirty="0">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dirty="0">
                <a:solidFill>
                  <a:schemeClr val="dk1"/>
                </a:solidFill>
                <a:uFillTx/>
                <a:latin typeface="Calibri"/>
              </a:rPr>
              <a:t>Lite-Server</a:t>
            </a:r>
            <a:endParaRPr lang="de-DE" sz="2800" b="0" u="none" strike="noStrike" dirty="0">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dirty="0" err="1">
                <a:solidFill>
                  <a:schemeClr val="dk1"/>
                </a:solidFill>
                <a:uFillTx/>
                <a:latin typeface="Courier New"/>
              </a:rPr>
              <a:t>npm</a:t>
            </a:r>
            <a:r>
              <a:rPr lang="de-DE" sz="2400" b="0" u="none" strike="noStrike" dirty="0">
                <a:solidFill>
                  <a:schemeClr val="dk1"/>
                </a:solidFill>
                <a:uFillTx/>
                <a:latin typeface="Courier New"/>
              </a:rPr>
              <a:t> </a:t>
            </a:r>
            <a:r>
              <a:rPr lang="de-DE" sz="2400" b="0" u="none" strike="noStrike" dirty="0" err="1">
                <a:solidFill>
                  <a:schemeClr val="dk1"/>
                </a:solidFill>
                <a:uFillTx/>
                <a:latin typeface="Courier New"/>
              </a:rPr>
              <a:t>install</a:t>
            </a:r>
            <a:r>
              <a:rPr lang="de-DE" sz="2400" b="0" u="none" strike="noStrike" dirty="0">
                <a:solidFill>
                  <a:schemeClr val="dk1"/>
                </a:solidFill>
                <a:uFillTx/>
                <a:latin typeface="Courier New"/>
              </a:rPr>
              <a:t> </a:t>
            </a:r>
            <a:r>
              <a:rPr lang="de-DE" sz="2400" b="0" u="none" strike="noStrike" dirty="0" err="1">
                <a:solidFill>
                  <a:schemeClr val="dk1"/>
                </a:solidFill>
                <a:uFillTx/>
                <a:latin typeface="Courier New"/>
              </a:rPr>
              <a:t>lite</a:t>
            </a:r>
            <a:r>
              <a:rPr lang="de-DE" sz="2400" b="0" u="none" strike="noStrike" dirty="0">
                <a:solidFill>
                  <a:schemeClr val="dk1"/>
                </a:solidFill>
                <a:uFillTx/>
                <a:latin typeface="Courier New"/>
              </a:rPr>
              <a:t>-server --save-</a:t>
            </a:r>
            <a:r>
              <a:rPr lang="de-DE" sz="2400" b="0" u="none" strike="noStrike" dirty="0" err="1">
                <a:solidFill>
                  <a:schemeClr val="dk1"/>
                </a:solidFill>
                <a:uFillTx/>
                <a:latin typeface="Courier New"/>
              </a:rPr>
              <a:t>dev</a:t>
            </a:r>
            <a:endParaRPr lang="de-DE" sz="2400" b="0" u="none" strike="noStrike" dirty="0">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dirty="0">
                <a:solidFill>
                  <a:schemeClr val="dk1"/>
                </a:solidFill>
                <a:uFillTx/>
                <a:latin typeface="Calibri"/>
              </a:rPr>
              <a:t>Parallelisierung von </a:t>
            </a:r>
            <a:r>
              <a:rPr lang="de-DE" sz="2800" b="0" u="none" strike="noStrike" dirty="0" err="1">
                <a:solidFill>
                  <a:schemeClr val="dk1"/>
                </a:solidFill>
                <a:uFillTx/>
                <a:latin typeface="Calibri"/>
              </a:rPr>
              <a:t>npm</a:t>
            </a:r>
            <a:r>
              <a:rPr lang="de-DE" sz="2800" b="0" u="none" strike="noStrike" dirty="0">
                <a:solidFill>
                  <a:schemeClr val="dk1"/>
                </a:solidFill>
                <a:uFillTx/>
                <a:latin typeface="Calibri"/>
              </a:rPr>
              <a:t>-Kommandos</a:t>
            </a:r>
            <a:endParaRPr lang="de-DE" sz="2800" b="0" u="none" strike="noStrike" dirty="0">
              <a:solidFill>
                <a:srgbClr val="000000"/>
              </a:solidFill>
              <a:uFillTx/>
              <a:latin typeface="Arial"/>
            </a:endParaRPr>
          </a:p>
          <a:p>
            <a:pPr marL="444600" lvl="2" indent="-270000" defTabSz="914400">
              <a:lnSpc>
                <a:spcPct val="90000"/>
              </a:lnSpc>
              <a:spcBef>
                <a:spcPts val="601"/>
              </a:spcBef>
              <a:buClr>
                <a:srgbClr val="B51621"/>
              </a:buClr>
              <a:buFont typeface="Arial"/>
              <a:buChar char="•"/>
            </a:pPr>
            <a:r>
              <a:rPr lang="de-DE" sz="2000" b="0" u="none" strike="noStrike" dirty="0" err="1">
                <a:solidFill>
                  <a:schemeClr val="dk1"/>
                </a:solidFill>
                <a:uFillTx/>
                <a:latin typeface="Courier New"/>
              </a:rPr>
              <a:t>npm</a:t>
            </a:r>
            <a:r>
              <a:rPr lang="de-DE" sz="2000" b="0" u="none" strike="noStrike" dirty="0">
                <a:solidFill>
                  <a:schemeClr val="dk1"/>
                </a:solidFill>
                <a:uFillTx/>
                <a:latin typeface="Courier New"/>
              </a:rPr>
              <a:t> </a:t>
            </a:r>
            <a:r>
              <a:rPr lang="de-DE" sz="2000" b="0" u="none" strike="noStrike" dirty="0" err="1">
                <a:solidFill>
                  <a:schemeClr val="dk1"/>
                </a:solidFill>
                <a:uFillTx/>
                <a:latin typeface="Courier New"/>
              </a:rPr>
              <a:t>install</a:t>
            </a:r>
            <a:r>
              <a:rPr lang="de-DE" sz="2000" b="0" u="none" strike="noStrike" dirty="0">
                <a:solidFill>
                  <a:schemeClr val="dk1"/>
                </a:solidFill>
                <a:uFillTx/>
                <a:latin typeface="Courier New"/>
              </a:rPr>
              <a:t> </a:t>
            </a:r>
            <a:r>
              <a:rPr lang="de-DE" sz="2000" b="0" u="none" strike="noStrike" dirty="0" err="1">
                <a:solidFill>
                  <a:schemeClr val="dk1"/>
                </a:solidFill>
                <a:uFillTx/>
                <a:latin typeface="Courier New"/>
              </a:rPr>
              <a:t>concurrently</a:t>
            </a:r>
            <a:r>
              <a:rPr lang="de-DE" sz="2000" b="0" u="none" strike="noStrike" dirty="0">
                <a:solidFill>
                  <a:schemeClr val="dk1"/>
                </a:solidFill>
                <a:uFillTx/>
                <a:latin typeface="Courier New"/>
              </a:rPr>
              <a:t> --save-</a:t>
            </a:r>
            <a:r>
              <a:rPr lang="de-DE" sz="2000" b="0" u="none" strike="noStrike" dirty="0" err="1">
                <a:solidFill>
                  <a:schemeClr val="dk1"/>
                </a:solidFill>
                <a:uFillTx/>
                <a:latin typeface="Courier New"/>
              </a:rPr>
              <a:t>dev</a:t>
            </a:r>
            <a:endParaRPr lang="de-DE" sz="2000" b="0" u="none" strike="noStrike" dirty="0">
              <a:solidFill>
                <a:srgbClr val="000000"/>
              </a:solidFill>
              <a:uFillTx/>
              <a:latin typeface="Arial"/>
            </a:endParaRPr>
          </a:p>
          <a:p>
            <a:pPr indent="0" defTabSz="914400">
              <a:lnSpc>
                <a:spcPct val="90000"/>
              </a:lnSpc>
              <a:spcBef>
                <a:spcPts val="1001"/>
              </a:spcBef>
              <a:buNone/>
              <a:tabLst>
                <a:tab pos="0" algn="l"/>
              </a:tabLst>
            </a:pPr>
            <a:endParaRPr lang="de-DE" sz="2800" b="0" u="none" strike="noStrike" dirty="0">
              <a:solidFill>
                <a:srgbClr val="000000"/>
              </a:solidFill>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Konfiguration des TypeScript-Compilers</a:t>
            </a:r>
            <a:endParaRPr lang="de-DE" sz="4400" b="0" u="none" strike="noStrike">
              <a:solidFill>
                <a:srgbClr val="000000"/>
              </a:solidFill>
              <a:uFillTx/>
              <a:latin typeface="Arial"/>
            </a:endParaRPr>
          </a:p>
        </p:txBody>
      </p:sp>
      <p:sp>
        <p:nvSpPr>
          <p:cNvPr id="174"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Initialisierung mit </a:t>
            </a:r>
            <a:r>
              <a:rPr lang="de-DE" sz="2800" b="0" u="none" strike="noStrike">
                <a:solidFill>
                  <a:schemeClr val="dk1"/>
                </a:solidFill>
                <a:uFillTx/>
                <a:latin typeface="Courier New"/>
              </a:rPr>
              <a:t>tsc --init</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Erzeugt die Datei </a:t>
            </a:r>
            <a:r>
              <a:rPr lang="de-DE" sz="2400" b="0" i="1" u="none" strike="noStrike">
                <a:solidFill>
                  <a:schemeClr val="dk1"/>
                </a:solidFill>
                <a:uFillTx/>
                <a:latin typeface="Courier New"/>
              </a:rPr>
              <a:t>tsconfig.json</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Darin werden alle möglichen Konfigurationen angelegt</a:t>
            </a:r>
            <a:endParaRPr lang="de-DE" sz="2400" b="0" u="none" strike="noStrike">
              <a:solidFill>
                <a:srgbClr val="000000"/>
              </a:solidFill>
              <a:uFillTx/>
              <a:latin typeface="Arial"/>
            </a:endParaRPr>
          </a:p>
          <a:p>
            <a:pPr marL="1143000" lvl="2" indent="-228600" defTabSz="914400">
              <a:lnSpc>
                <a:spcPct val="90000"/>
              </a:lnSpc>
              <a:spcBef>
                <a:spcPts val="499"/>
              </a:spcBef>
              <a:buClr>
                <a:srgbClr val="000000"/>
              </a:buClr>
              <a:buFont typeface="Arial"/>
              <a:buChar char="•"/>
            </a:pPr>
            <a:r>
              <a:rPr lang="de-DE" sz="2000" b="0" u="none" strike="noStrike">
                <a:solidFill>
                  <a:schemeClr val="dk1"/>
                </a:solidFill>
                <a:uFillTx/>
                <a:latin typeface="Calibri"/>
              </a:rPr>
              <a:t>wobei die allermeisten auskommentiert sind</a:t>
            </a:r>
            <a:endParaRPr lang="de-DE" sz="20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Für die folgenden Beispiele wird insbesondere der strict-Mode aktiviert</a:t>
            </a:r>
            <a:endParaRPr lang="de-DE" sz="2800" b="0" u="none" strike="noStrike">
              <a:solidFill>
                <a:srgbClr val="000000"/>
              </a:solidFill>
              <a:uFillTx/>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Scripts der package.json</a:t>
            </a:r>
            <a:endParaRPr lang="de-DE" sz="4400" b="0" u="none" strike="noStrike">
              <a:solidFill>
                <a:srgbClr val="000000"/>
              </a:solidFill>
              <a:uFillTx/>
              <a:latin typeface="Arial"/>
            </a:endParaRPr>
          </a:p>
        </p:txBody>
      </p:sp>
      <p:sp>
        <p:nvSpPr>
          <p:cNvPr id="176"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lnSpcReduction="9999"/>
          </a:bodyPr>
          <a:lstStyle/>
          <a:p>
            <a:pPr indent="0" defTabSz="914400">
              <a:lnSpc>
                <a:spcPct val="90000"/>
              </a:lnSpc>
              <a:spcBef>
                <a:spcPts val="1001"/>
              </a:spcBef>
              <a:buNone/>
              <a:tabLst>
                <a:tab pos="0" algn="l"/>
              </a:tabLst>
            </a:pPr>
            <a:r>
              <a:rPr lang="de-DE" sz="2800" b="0" u="none" strike="noStrike">
                <a:solidFill>
                  <a:schemeClr val="dk1"/>
                </a:solidFill>
                <a:uFillTx/>
                <a:latin typeface="Courier New"/>
              </a:rPr>
              <a:t>"scripts": {</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chemeClr val="dk1"/>
                </a:solidFill>
                <a:uFillTx/>
                <a:latin typeface="Courier New"/>
              </a:rPr>
              <a:t>    "serve": "lite-server",</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chemeClr val="dk1"/>
                </a:solidFill>
                <a:uFillTx/>
                <a:latin typeface="Courier New"/>
              </a:rPr>
              <a:t>    "compile": "tsc --outDir ./dist  -p .",</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chemeClr val="dk1"/>
                </a:solidFill>
                <a:uFillTx/>
                <a:latin typeface="Courier New"/>
              </a:rPr>
              <a:t>    "compile-watch": "tsc -w --outDir ./dist  -p .",</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chemeClr val="dk1"/>
                </a:solidFill>
                <a:uFillTx/>
                <a:latin typeface="Courier New"/>
              </a:rPr>
              <a:t>    "test": "echo \"Error: no test specified\" &amp;&amp; exit 1",</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chemeClr val="dk1"/>
                </a:solidFill>
                <a:uFillTx/>
                <a:latin typeface="Courier New"/>
              </a:rPr>
              <a:t>    "start": "concurrently \"npm run compile-watch\" \"npm run serve\""</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chemeClr val="dk1"/>
                </a:solidFill>
                <a:uFillTx/>
                <a:latin typeface="Courier New"/>
              </a:rPr>
              <a:t>  }</a:t>
            </a:r>
            <a:endParaRPr lang="de-DE" sz="2800" b="0" u="none" strike="noStrike">
              <a:solidFill>
                <a:srgbClr val="000000"/>
              </a:solidFill>
              <a:uFillTx/>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Benutzung</a:t>
            </a:r>
            <a:endParaRPr lang="de-DE" sz="4400" b="0" u="none" strike="noStrike">
              <a:solidFill>
                <a:srgbClr val="000000"/>
              </a:solidFill>
              <a:uFillTx/>
              <a:latin typeface="Arial"/>
            </a:endParaRPr>
          </a:p>
        </p:txBody>
      </p:sp>
      <p:sp>
        <p:nvSpPr>
          <p:cNvPr id="178"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Starten mit </a:t>
            </a:r>
            <a:r>
              <a:rPr lang="de-DE" sz="2800" b="0" u="none" strike="noStrike">
                <a:solidFill>
                  <a:schemeClr val="dk1"/>
                </a:solidFill>
                <a:uFillTx/>
                <a:latin typeface="Courier New"/>
              </a:rPr>
              <a:t>npm start</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Startet den TypeScript-Transpiler</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Startet den Lite Server mit Browser-Sync</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Startet den Default-Browser und stellt die </a:t>
            </a:r>
            <a:r>
              <a:rPr lang="de-DE" sz="2400" b="0" i="1" u="none" strike="noStrike">
                <a:solidFill>
                  <a:schemeClr val="dk1"/>
                </a:solidFill>
                <a:uFillTx/>
                <a:latin typeface="Courier New"/>
              </a:rPr>
              <a:t>index.html</a:t>
            </a:r>
            <a:r>
              <a:rPr lang="de-DE" sz="2400" b="0" u="none" strike="noStrike">
                <a:solidFill>
                  <a:schemeClr val="dk1"/>
                </a:solidFill>
                <a:uFillTx/>
                <a:latin typeface="Calibri"/>
              </a:rPr>
              <a:t>-Seite dar</a:t>
            </a:r>
            <a:endParaRPr lang="de-DE" sz="24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Parallelisierung</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Sämtliche Dateien mit der Endung </a:t>
            </a:r>
            <a:r>
              <a:rPr lang="de-DE" sz="2400" b="0" u="none" strike="noStrike">
                <a:solidFill>
                  <a:schemeClr val="dk1"/>
                </a:solidFill>
                <a:uFillTx/>
                <a:latin typeface="Courier New"/>
              </a:rPr>
              <a:t>.ts</a:t>
            </a:r>
            <a:r>
              <a:rPr lang="de-DE" sz="2400" b="0" u="none" strike="noStrike">
                <a:solidFill>
                  <a:schemeClr val="dk1"/>
                </a:solidFill>
                <a:uFillTx/>
                <a:latin typeface="Calibri"/>
              </a:rPr>
              <a:t> im Ordner </a:t>
            </a:r>
            <a:r>
              <a:rPr lang="de-DE" sz="2400" b="0" i="1" u="none" strike="noStrike">
                <a:solidFill>
                  <a:schemeClr val="dk1"/>
                </a:solidFill>
                <a:uFillTx/>
                <a:latin typeface="Courier New"/>
              </a:rPr>
              <a:t>src</a:t>
            </a:r>
            <a:r>
              <a:rPr lang="de-DE" sz="2400" b="0" u="none" strike="noStrike">
                <a:solidFill>
                  <a:schemeClr val="dk1"/>
                </a:solidFill>
                <a:uFillTx/>
                <a:latin typeface="Calibri"/>
              </a:rPr>
              <a:t> werden automatisch nach </a:t>
            </a:r>
            <a:r>
              <a:rPr lang="de-DE" sz="2400" b="0" i="1" u="none" strike="noStrike">
                <a:solidFill>
                  <a:schemeClr val="dk1"/>
                </a:solidFill>
                <a:uFillTx/>
                <a:latin typeface="Courier New"/>
              </a:rPr>
              <a:t>dist</a:t>
            </a:r>
            <a:r>
              <a:rPr lang="de-DE" sz="2400" b="0" u="none" strike="noStrike">
                <a:solidFill>
                  <a:schemeClr val="dk1"/>
                </a:solidFill>
                <a:uFillTx/>
                <a:latin typeface="Calibri"/>
              </a:rPr>
              <a:t> transpiliert</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Änderungen der </a:t>
            </a:r>
            <a:r>
              <a:rPr lang="de-DE" sz="2400" b="0" u="none" strike="noStrike">
                <a:solidFill>
                  <a:schemeClr val="dk1"/>
                </a:solidFill>
                <a:uFillTx/>
                <a:latin typeface="Courier New"/>
              </a:rPr>
              <a:t>.ts</a:t>
            </a:r>
            <a:r>
              <a:rPr lang="de-DE" sz="2400" b="0" u="none" strike="noStrike">
                <a:solidFill>
                  <a:schemeClr val="dk1"/>
                </a:solidFill>
                <a:uFillTx/>
                <a:latin typeface="Calibri"/>
              </a:rPr>
              <a:t>-Dateien werden automatisch erkannt</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Der Server aktualisiert den Browser  mit den geänderten Informationen</a:t>
            </a:r>
            <a:endParaRPr lang="de-DE" sz="2400" b="0" u="none" strike="noStrike">
              <a:solidFill>
                <a:srgbClr val="000000"/>
              </a:solidFill>
              <a:uFillTx/>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9" name="Picture 2" descr="TypeScript Figure"/>
          <p:cNvPicPr/>
          <p:nvPr/>
        </p:nvPicPr>
        <p:blipFill>
          <a:blip r:embed="rId3"/>
          <a:stretch/>
        </p:blipFill>
        <p:spPr>
          <a:xfrm>
            <a:off x="5128200" y="2191680"/>
            <a:ext cx="2293920" cy="2103480"/>
          </a:xfrm>
          <a:prstGeom prst="rect">
            <a:avLst/>
          </a:prstGeom>
          <a:noFill/>
          <a:ln w="0">
            <a:noFill/>
          </a:ln>
        </p:spPr>
      </p:pic>
      <p:sp>
        <p:nvSpPr>
          <p:cNvPr id="180" name="Rechteck 3"/>
          <p:cNvSpPr/>
          <p:nvPr/>
        </p:nvSpPr>
        <p:spPr>
          <a:xfrm>
            <a:off x="1147680" y="1172880"/>
            <a:ext cx="3288600" cy="363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de-DE" sz="1800" b="1" u="none" strike="noStrike">
                <a:solidFill>
                  <a:srgbClr val="000000"/>
                </a:solidFill>
                <a:uFillTx/>
                <a:latin typeface="Arial"/>
              </a:rPr>
              <a:t>TypeScript is just JavaScript</a:t>
            </a:r>
            <a:endParaRPr lang="de-DE" sz="1800" b="0" u="none" strike="noStrike">
              <a:solidFill>
                <a:srgbClr val="000000"/>
              </a:solidFill>
              <a:uFillTx/>
              <a:latin typeface="Arial"/>
            </a:endParaRPr>
          </a:p>
        </p:txBody>
      </p:sp>
      <p:sp>
        <p:nvSpPr>
          <p:cNvPr id="181" name="Rechteck 4"/>
          <p:cNvSpPr/>
          <p:nvPr/>
        </p:nvSpPr>
        <p:spPr>
          <a:xfrm>
            <a:off x="583560" y="5315760"/>
            <a:ext cx="4317120" cy="363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800" b="1" u="none" strike="noStrike">
                <a:solidFill>
                  <a:srgbClr val="000000"/>
                </a:solidFill>
                <a:uFillTx/>
                <a:latin typeface="Arial"/>
              </a:rPr>
              <a:t>TypeScript supports other JS libraries</a:t>
            </a:r>
            <a:endParaRPr lang="de-DE" sz="1800" b="0" u="none" strike="noStrike">
              <a:solidFill>
                <a:srgbClr val="000000"/>
              </a:solidFill>
              <a:uFillTx/>
              <a:latin typeface="Arial"/>
            </a:endParaRPr>
          </a:p>
        </p:txBody>
      </p:sp>
      <p:sp>
        <p:nvSpPr>
          <p:cNvPr id="182" name="Rechteck 5"/>
          <p:cNvSpPr/>
          <p:nvPr/>
        </p:nvSpPr>
        <p:spPr>
          <a:xfrm>
            <a:off x="8200080" y="5315760"/>
            <a:ext cx="2881800" cy="363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de-DE" sz="1800" b="1" u="none" strike="noStrike">
                <a:solidFill>
                  <a:srgbClr val="000000"/>
                </a:solidFill>
                <a:uFillTx/>
                <a:latin typeface="Arial"/>
              </a:rPr>
              <a:t>JavaScript is TypeScript</a:t>
            </a:r>
            <a:r>
              <a:rPr lang="de-DE" sz="1800" b="0" u="none" strike="noStrike">
                <a:solidFill>
                  <a:srgbClr val="000000"/>
                </a:solidFill>
                <a:uFillTx/>
                <a:latin typeface="Arial"/>
              </a:rPr>
              <a:t>.</a:t>
            </a:r>
          </a:p>
        </p:txBody>
      </p:sp>
      <p:sp>
        <p:nvSpPr>
          <p:cNvPr id="183" name="Rechteck 6"/>
          <p:cNvSpPr/>
          <p:nvPr/>
        </p:nvSpPr>
        <p:spPr>
          <a:xfrm>
            <a:off x="8616600" y="1373400"/>
            <a:ext cx="2627280" cy="363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de-DE" sz="1800" b="1" u="none" strike="noStrike">
                <a:solidFill>
                  <a:srgbClr val="000000"/>
                </a:solidFill>
                <a:uFillTx/>
                <a:latin typeface="Arial"/>
              </a:rPr>
              <a:t>TypeScript is portable</a:t>
            </a:r>
            <a:r>
              <a:rPr lang="de-DE" sz="1800" b="0" u="none" strike="noStrike">
                <a:solidFill>
                  <a:srgbClr val="000000"/>
                </a:solidFill>
                <a:uFillTx/>
                <a:latin typeface="Arial"/>
              </a:rPr>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1"/>
          <p:cNvGraphicFramePr/>
          <p:nvPr>
            <p:extLst>
              <p:ext uri="{D42A27DB-BD31-4B8C-83A1-F6EECF244321}">
                <p14:modId xmlns:p14="http://schemas.microsoft.com/office/powerpoint/2010/main" val="4050351227"/>
              </p:ext>
            </p:extLst>
          </p:nvPr>
        </p:nvGraphicFramePr>
        <p:xfrm>
          <a:off x="2031840" y="719640"/>
          <a:ext cx="8126640" cy="54172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 name="PlaceHolder 1"/>
          <p:cNvSpPr>
            <a:spLocks noGrp="1"/>
          </p:cNvSpPr>
          <p:nvPr>
            <p:ph type="title"/>
          </p:nvPr>
        </p:nvSpPr>
        <p:spPr>
          <a:xfrm>
            <a:off x="862920" y="1011960"/>
            <a:ext cx="3414600" cy="4794120"/>
          </a:xfrm>
          <a:prstGeom prst="rect">
            <a:avLst/>
          </a:prstGeom>
          <a:noFill/>
          <a:ln w="0">
            <a:noFill/>
          </a:ln>
        </p:spPr>
        <p:txBody>
          <a:bodyPr lIns="91440" tIns="45720" rIns="91440" bIns="45720" anchor="ctr">
            <a:normAutofit/>
          </a:bodyPr>
          <a:lstStyle/>
          <a:p>
            <a:pPr indent="0" defTabSz="914400">
              <a:lnSpc>
                <a:spcPct val="90000"/>
              </a:lnSpc>
              <a:buNone/>
              <a:tabLst>
                <a:tab pos="0" algn="l"/>
              </a:tabLst>
            </a:pPr>
            <a:r>
              <a:rPr lang="en-US" sz="4400" b="0" u="none" strike="noStrike">
                <a:solidFill>
                  <a:srgbClr val="FFFFFF"/>
                </a:solidFill>
                <a:uFillTx/>
                <a:latin typeface="Calibri Light"/>
              </a:rPr>
              <a:t>Warum Typescript</a:t>
            </a:r>
            <a:endParaRPr lang="de-DE" sz="4400" b="0" u="none" strike="noStrike">
              <a:solidFill>
                <a:srgbClr val="000000"/>
              </a:solidFill>
              <a:uFillTx/>
              <a:latin typeface="Arial"/>
            </a:endParaRPr>
          </a:p>
        </p:txBody>
      </p:sp>
      <p:graphicFrame>
        <p:nvGraphicFramePr>
          <p:cNvPr id="2" name="Diagram2"/>
          <p:cNvGraphicFramePr/>
          <p:nvPr>
            <p:extLst>
              <p:ext uri="{D42A27DB-BD31-4B8C-83A1-F6EECF244321}">
                <p14:modId xmlns:p14="http://schemas.microsoft.com/office/powerpoint/2010/main" val="805620712"/>
              </p:ext>
            </p:extLst>
          </p:nvPr>
        </p:nvGraphicFramePr>
        <p:xfrm>
          <a:off x="5194440" y="470880"/>
          <a:ext cx="6512040" cy="58838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 name="PlaceHolder 1"/>
          <p:cNvSpPr>
            <a:spLocks noGrp="1"/>
          </p:cNvSpPr>
          <p:nvPr>
            <p:ph type="title"/>
          </p:nvPr>
        </p:nvSpPr>
        <p:spPr>
          <a:xfrm>
            <a:off x="4965480" y="629280"/>
            <a:ext cx="6585120" cy="1284840"/>
          </a:xfrm>
          <a:prstGeom prst="rect">
            <a:avLst/>
          </a:prstGeom>
          <a:noFill/>
          <a:ln w="0">
            <a:noFill/>
          </a:ln>
        </p:spPr>
        <p:txBody>
          <a:bodyPr lIns="91440" tIns="45720" rIns="91440" bIns="45720" anchor="b">
            <a:normAutofit/>
          </a:bodyPr>
          <a:lstStyle/>
          <a:p>
            <a:pPr indent="0" defTabSz="914400">
              <a:lnSpc>
                <a:spcPct val="90000"/>
              </a:lnSpc>
              <a:buNone/>
              <a:tabLst>
                <a:tab pos="0" algn="l"/>
              </a:tabLst>
            </a:pPr>
            <a:r>
              <a:rPr lang="en-US" sz="4400" b="0" u="none" strike="noStrike">
                <a:solidFill>
                  <a:schemeClr val="dk1"/>
                </a:solidFill>
                <a:uFillTx/>
                <a:latin typeface="Calibri Light"/>
              </a:rPr>
              <a:t>Type Hierarchy</a:t>
            </a:r>
            <a:endParaRPr lang="de-DE" sz="4400" b="0" u="none" strike="noStrike">
              <a:solidFill>
                <a:srgbClr val="000000"/>
              </a:solidFill>
              <a:uFillTx/>
              <a:latin typeface="Arial"/>
            </a:endParaRPr>
          </a:p>
        </p:txBody>
      </p:sp>
      <p:graphicFrame>
        <p:nvGraphicFramePr>
          <p:cNvPr id="3" name="Diagram3"/>
          <p:cNvGraphicFramePr/>
          <p:nvPr>
            <p:extLst>
              <p:ext uri="{D42A27DB-BD31-4B8C-83A1-F6EECF244321}">
                <p14:modId xmlns:p14="http://schemas.microsoft.com/office/powerpoint/2010/main" val="2526847042"/>
              </p:ext>
            </p:extLst>
          </p:nvPr>
        </p:nvGraphicFramePr>
        <p:xfrm>
          <a:off x="4965480" y="2438280"/>
          <a:ext cx="6585120" cy="37839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186" name="Rectangle 7">
            <a:extLst>
              <a:ext uri="{C183D7F6-B498-43B3-948B-1728B52AA6E4}">
                <adec:decorative xmlns:adec="http://schemas.microsoft.com/office/drawing/2017/decorative" val="1"/>
              </a:ext>
            </a:extLst>
          </p:cNvPr>
          <p:cNvSpPr/>
          <p:nvPr/>
        </p:nvSpPr>
        <p:spPr>
          <a:xfrm>
            <a:off x="0" y="0"/>
            <a:ext cx="12190680" cy="685656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useBgFill="1">
        <p:nvSpPr>
          <p:cNvPr id="187" name="Rectangle 9">
            <a:extLst>
              <a:ext uri="{C183D7F6-B498-43B3-948B-1728B52AA6E4}">
                <adec:decorative xmlns:adec="http://schemas.microsoft.com/office/drawing/2017/decorative" val="1"/>
              </a:ext>
            </a:extLst>
          </p:cNvPr>
          <p:cNvSpPr/>
          <p:nvPr/>
        </p:nvSpPr>
        <p:spPr>
          <a:xfrm>
            <a:off x="0" y="0"/>
            <a:ext cx="12187440" cy="685656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188" name="Rectangle 11">
            <a:extLst>
              <a:ext uri="{C183D7F6-B498-43B3-948B-1728B52AA6E4}">
                <adec:decorative xmlns:adec="http://schemas.microsoft.com/office/drawing/2017/decorative" val="1"/>
              </a:ext>
            </a:extLst>
          </p:cNvPr>
          <p:cNvSpPr/>
          <p:nvPr/>
        </p:nvSpPr>
        <p:spPr>
          <a:xfrm rot="5400000" flipH="1">
            <a:off x="-1411560" y="1411560"/>
            <a:ext cx="6856560" cy="4036320"/>
          </a:xfrm>
          <a:prstGeom prst="rect">
            <a:avLst/>
          </a:prstGeom>
          <a:gradFill rotWithShape="0">
            <a:gsLst>
              <a:gs pos="8000">
                <a:srgbClr val="000000"/>
              </a:gs>
              <a:gs pos="100000">
                <a:srgbClr val="16735A"/>
              </a:gs>
            </a:gsLst>
            <a:lin ang="192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189" name="Rectangle 13">
            <a:extLst>
              <a:ext uri="{C183D7F6-B498-43B3-948B-1728B52AA6E4}">
                <adec:decorative xmlns:adec="http://schemas.microsoft.com/office/drawing/2017/decorative" val="1"/>
              </a:ext>
            </a:extLst>
          </p:cNvPr>
          <p:cNvSpPr/>
          <p:nvPr/>
        </p:nvSpPr>
        <p:spPr>
          <a:xfrm rot="5400000" flipH="1">
            <a:off x="-1411560" y="1421640"/>
            <a:ext cx="6856560" cy="4036320"/>
          </a:xfrm>
          <a:prstGeom prst="rect">
            <a:avLst/>
          </a:prstGeom>
          <a:gradFill rotWithShape="0">
            <a:gsLst>
              <a:gs pos="0">
                <a:srgbClr val="000000">
                  <a:alpha val="0"/>
                </a:srgbClr>
              </a:gs>
              <a:gs pos="99000">
                <a:srgbClr val="1D9A78">
                  <a:alpha val="46000"/>
                </a:srgbClr>
              </a:gs>
            </a:gsLst>
            <a:lin ang="18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190" name="Rectangle 15">
            <a:extLst>
              <a:ext uri="{C183D7F6-B498-43B3-948B-1728B52AA6E4}">
                <adec:decorative xmlns:adec="http://schemas.microsoft.com/office/drawing/2017/decorative" val="1"/>
              </a:ext>
            </a:extLst>
          </p:cNvPr>
          <p:cNvSpPr/>
          <p:nvPr/>
        </p:nvSpPr>
        <p:spPr>
          <a:xfrm rot="5400000" flipH="1">
            <a:off x="765000" y="3589560"/>
            <a:ext cx="2500560" cy="4036320"/>
          </a:xfrm>
          <a:prstGeom prst="rect">
            <a:avLst/>
          </a:prstGeom>
          <a:gradFill rotWithShape="0">
            <a:gsLst>
              <a:gs pos="2000">
                <a:srgbClr val="1D9A78">
                  <a:alpha val="29000"/>
                </a:srgbClr>
              </a:gs>
              <a:gs pos="100000">
                <a:srgbClr val="000000">
                  <a:alpha val="30000"/>
                </a:srgbClr>
              </a:gs>
            </a:gsLst>
            <a:lin ang="24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191" name="Freeform: Shape 17">
            <a:extLst>
              <a:ext uri="{C183D7F6-B498-43B3-948B-1728B52AA6E4}">
                <adec:decorative xmlns:adec="http://schemas.microsoft.com/office/drawing/2017/decorative" val="1"/>
              </a:ext>
            </a:extLst>
          </p:cNvPr>
          <p:cNvSpPr/>
          <p:nvPr/>
        </p:nvSpPr>
        <p:spPr>
          <a:xfrm rot="20635800">
            <a:off x="-501480" y="969480"/>
            <a:ext cx="3898800" cy="4177440"/>
          </a:xfrm>
          <a:custGeom>
            <a:avLst/>
            <a:gdLst>
              <a:gd name="textAreaLeft" fmla="*/ 0 w 3898800"/>
              <a:gd name="textAreaRight" fmla="*/ 3900240 w 3898800"/>
              <a:gd name="textAreaTop" fmla="*/ 0 h 4177440"/>
              <a:gd name="textAreaBottom" fmla="*/ 4178880 h 4177440"/>
            </a:gdLst>
            <a:ahLst/>
            <a:cxnLst/>
            <a:rect l="textAreaLeft" t="textAreaTop" r="textAreaRight" b="textAreaBottom"/>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rotWithShape="0">
            <a:gsLst>
              <a:gs pos="29000">
                <a:srgbClr val="000000">
                  <a:alpha val="0"/>
                </a:srgbClr>
              </a:gs>
              <a:gs pos="100000">
                <a:srgbClr val="1D9A78">
                  <a:alpha val="43000"/>
                </a:srgbClr>
              </a:gs>
            </a:gsLst>
            <a:lin ang="834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192" name="Rectangle 19">
            <a:extLst>
              <a:ext uri="{C183D7F6-B498-43B3-948B-1728B52AA6E4}">
                <adec:decorative xmlns:adec="http://schemas.microsoft.com/office/drawing/2017/decorative" val="1"/>
              </a:ext>
            </a:extLst>
          </p:cNvPr>
          <p:cNvSpPr/>
          <p:nvPr/>
        </p:nvSpPr>
        <p:spPr>
          <a:xfrm rot="5400000" flipH="1">
            <a:off x="-1411560" y="1401480"/>
            <a:ext cx="6856560" cy="4036320"/>
          </a:xfrm>
          <a:prstGeom prst="rect">
            <a:avLst/>
          </a:prstGeom>
          <a:gradFill rotWithShape="0">
            <a:gsLst>
              <a:gs pos="0">
                <a:srgbClr val="000000">
                  <a:alpha val="0"/>
                </a:srgbClr>
              </a:gs>
              <a:gs pos="99000">
                <a:srgbClr val="5AE0BB">
                  <a:alpha val="11000"/>
                </a:srgbClr>
              </a:gs>
            </a:gsLst>
            <a:lin ang="18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193" name="PlaceHolder 1"/>
          <p:cNvSpPr>
            <a:spLocks noGrp="1"/>
          </p:cNvSpPr>
          <p:nvPr>
            <p:ph type="title"/>
          </p:nvPr>
        </p:nvSpPr>
        <p:spPr>
          <a:xfrm>
            <a:off x="466560" y="586800"/>
            <a:ext cx="3200040" cy="3386160"/>
          </a:xfrm>
          <a:prstGeom prst="rect">
            <a:avLst/>
          </a:prstGeom>
          <a:noFill/>
          <a:ln w="0">
            <a:noFill/>
          </a:ln>
        </p:spPr>
        <p:txBody>
          <a:bodyPr lIns="91440" tIns="45720" rIns="91440" bIns="45720" anchor="b">
            <a:normAutofit/>
          </a:bodyPr>
          <a:lstStyle/>
          <a:p>
            <a:pPr indent="0" algn="r" defTabSz="914400">
              <a:lnSpc>
                <a:spcPct val="90000"/>
              </a:lnSpc>
              <a:buNone/>
              <a:tabLst>
                <a:tab pos="0" algn="l"/>
              </a:tabLst>
            </a:pPr>
            <a:r>
              <a:rPr lang="de-DE" sz="4000" b="0" u="none" strike="noStrike">
                <a:solidFill>
                  <a:srgbClr val="FFFFFF"/>
                </a:solidFill>
                <a:uFillTx/>
                <a:latin typeface="Calibri Light"/>
              </a:rPr>
              <a:t>Spezielle Typen</a:t>
            </a:r>
            <a:endParaRPr lang="de-DE" sz="4000" b="0" u="none" strike="noStrike">
              <a:solidFill>
                <a:srgbClr val="000000"/>
              </a:solidFill>
              <a:uFillTx/>
              <a:latin typeface="Arial"/>
            </a:endParaRPr>
          </a:p>
        </p:txBody>
      </p:sp>
      <p:sp>
        <p:nvSpPr>
          <p:cNvPr id="194" name="PlaceHolder 2"/>
          <p:cNvSpPr>
            <a:spLocks noGrp="1"/>
          </p:cNvSpPr>
          <p:nvPr>
            <p:ph/>
          </p:nvPr>
        </p:nvSpPr>
        <p:spPr>
          <a:xfrm>
            <a:off x="4810320" y="649440"/>
            <a:ext cx="6553800" cy="5544720"/>
          </a:xfrm>
          <a:prstGeom prst="rect">
            <a:avLst/>
          </a:prstGeom>
          <a:noFill/>
          <a:ln w="0">
            <a:noFill/>
          </a:ln>
        </p:spPr>
        <p:txBody>
          <a:bodyPr lIns="91440" tIns="45720" rIns="91440" bIns="45720" anchor="ctr">
            <a:normAutofit/>
          </a:bodyPr>
          <a:lstStyle/>
          <a:p>
            <a:pPr marL="228600" indent="-228600" defTabSz="914400">
              <a:lnSpc>
                <a:spcPct val="90000"/>
              </a:lnSpc>
              <a:spcBef>
                <a:spcPts val="1001"/>
              </a:spcBef>
              <a:buClr>
                <a:srgbClr val="000000"/>
              </a:buClr>
              <a:buFont typeface="Arial"/>
              <a:buChar char="•"/>
            </a:pPr>
            <a:r>
              <a:rPr lang="de-DE" sz="1700" b="0" u="none" strike="noStrike">
                <a:solidFill>
                  <a:schemeClr val="dk1"/>
                </a:solidFill>
                <a:uFillTx/>
                <a:latin typeface="Courier New"/>
              </a:rPr>
              <a:t>null</a:t>
            </a:r>
            <a:endParaRPr lang="de-DE" sz="17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1700" b="0" u="none" strike="noStrike">
                <a:solidFill>
                  <a:schemeClr val="dk1"/>
                </a:solidFill>
                <a:uFillTx/>
                <a:latin typeface="Calibri"/>
              </a:rPr>
              <a:t>Eine Eigenschaft ist nicht gesetzt</a:t>
            </a:r>
            <a:endParaRPr lang="de-DE" sz="17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1700" b="0" u="none" strike="noStrike">
                <a:solidFill>
                  <a:schemeClr val="dk1"/>
                </a:solidFill>
                <a:uFillTx/>
                <a:latin typeface="Courier New"/>
              </a:rPr>
              <a:t>undefined</a:t>
            </a:r>
            <a:endParaRPr lang="de-DE" sz="17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1700" b="0" u="none" strike="noStrike">
                <a:solidFill>
                  <a:schemeClr val="dk1"/>
                </a:solidFill>
                <a:uFillTx/>
                <a:latin typeface="Calibri"/>
              </a:rPr>
              <a:t>Eine Eigenschaft oder Funktion ist nicht vorhanden</a:t>
            </a:r>
            <a:endParaRPr lang="de-DE" sz="17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1700" b="0" u="none" strike="noStrike">
                <a:solidFill>
                  <a:schemeClr val="dk1"/>
                </a:solidFill>
                <a:uFillTx/>
                <a:latin typeface="Calibri"/>
              </a:rPr>
              <a:t>Damit unterschiedlich zu null</a:t>
            </a:r>
            <a:endParaRPr lang="de-DE" sz="17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1700" b="0" u="none" strike="noStrike">
                <a:solidFill>
                  <a:schemeClr val="dk1"/>
                </a:solidFill>
                <a:uFillTx/>
                <a:latin typeface="Courier New"/>
              </a:rPr>
              <a:t>any</a:t>
            </a:r>
            <a:endParaRPr lang="de-DE" sz="17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1700" b="0" u="none" strike="noStrike">
                <a:solidFill>
                  <a:schemeClr val="dk1"/>
                </a:solidFill>
                <a:uFillTx/>
                <a:latin typeface="Calibri"/>
              </a:rPr>
              <a:t>Eine untypisierte Variable, die jeden Wert zugewiesen bekommen kann</a:t>
            </a:r>
            <a:endParaRPr lang="de-DE" sz="17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1700" b="0" u="none" strike="noStrike">
                <a:solidFill>
                  <a:schemeClr val="dk1"/>
                </a:solidFill>
                <a:uFillTx/>
                <a:latin typeface="Calibri"/>
              </a:rPr>
              <a:t>Damit ist bei Bedarf auch eine untypisierte Programmierung auch in TypeScript möglich</a:t>
            </a:r>
            <a:endParaRPr lang="de-DE" sz="17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1700" b="0" u="none" strike="noStrike">
                <a:solidFill>
                  <a:schemeClr val="dk1"/>
                </a:solidFill>
                <a:uFillTx/>
                <a:latin typeface="Courier New"/>
              </a:rPr>
              <a:t>void</a:t>
            </a:r>
            <a:endParaRPr lang="de-DE" sz="17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1700" b="0" u="none" strike="noStrike">
                <a:solidFill>
                  <a:schemeClr val="dk1"/>
                </a:solidFill>
                <a:uFillTx/>
                <a:latin typeface="Calibri"/>
              </a:rPr>
              <a:t>Eine Funktion, die keinen expliziten </a:t>
            </a:r>
            <a:r>
              <a:rPr lang="de-DE" sz="1700" b="0" u="none" strike="noStrike">
                <a:solidFill>
                  <a:schemeClr val="dk1"/>
                </a:solidFill>
                <a:uFillTx/>
                <a:latin typeface="Courier New"/>
              </a:rPr>
              <a:t>return</a:t>
            </a:r>
            <a:r>
              <a:rPr lang="de-DE" sz="1700" b="0" u="none" strike="noStrike">
                <a:solidFill>
                  <a:schemeClr val="dk1"/>
                </a:solidFill>
                <a:uFillTx/>
                <a:latin typeface="Calibri"/>
              </a:rPr>
              <a:t>-Wert aufweist</a:t>
            </a:r>
            <a:endParaRPr lang="de-DE" sz="17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1700" b="0" u="none" strike="noStrike">
                <a:solidFill>
                  <a:schemeClr val="dk1"/>
                </a:solidFill>
                <a:uFillTx/>
                <a:latin typeface="Courier New"/>
              </a:rPr>
              <a:t>never</a:t>
            </a:r>
            <a:endParaRPr lang="de-DE" sz="17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1700" b="0" u="none" strike="noStrike">
                <a:solidFill>
                  <a:schemeClr val="dk1"/>
                </a:solidFill>
                <a:uFillTx/>
                <a:latin typeface="Calibri"/>
              </a:rPr>
              <a:t>Der Rückgabetyp einer Funktion, die kein implizites oder explizites </a:t>
            </a:r>
            <a:r>
              <a:rPr lang="de-DE" sz="1700" b="0" u="none" strike="noStrike">
                <a:solidFill>
                  <a:schemeClr val="dk1"/>
                </a:solidFill>
                <a:uFillTx/>
                <a:latin typeface="Courier New"/>
              </a:rPr>
              <a:t>return</a:t>
            </a:r>
            <a:r>
              <a:rPr lang="de-DE" sz="1700" b="0" u="none" strike="noStrike">
                <a:solidFill>
                  <a:schemeClr val="dk1"/>
                </a:solidFill>
                <a:uFillTx/>
                <a:latin typeface="Calibri"/>
              </a:rPr>
              <a:t>-Statement aufweist</a:t>
            </a:r>
            <a:endParaRPr lang="de-DE" sz="1700" b="0" u="none" strike="noStrike">
              <a:solidFill>
                <a:srgbClr val="000000"/>
              </a:solidFill>
              <a:uFillTx/>
              <a:latin typeface="Arial"/>
            </a:endParaRPr>
          </a:p>
          <a:p>
            <a:pPr marL="1143000" lvl="2" indent="-228600" defTabSz="914400">
              <a:lnSpc>
                <a:spcPct val="90000"/>
              </a:lnSpc>
              <a:spcBef>
                <a:spcPts val="499"/>
              </a:spcBef>
              <a:buClr>
                <a:srgbClr val="000000"/>
              </a:buClr>
              <a:buFont typeface="Arial"/>
              <a:buChar char="•"/>
            </a:pPr>
            <a:r>
              <a:rPr lang="de-DE" sz="1700" b="0" u="none" strike="noStrike">
                <a:solidFill>
                  <a:schemeClr val="dk1"/>
                </a:solidFill>
                <a:uFillTx/>
                <a:latin typeface="Calibri"/>
              </a:rPr>
              <a:t>Endlose Ausführung oder garantiertes Werfen einer </a:t>
            </a:r>
            <a:r>
              <a:rPr lang="de-DE" sz="1700" b="0" u="none" strike="noStrike">
                <a:solidFill>
                  <a:schemeClr val="dk1"/>
                </a:solidFill>
                <a:uFillTx/>
                <a:latin typeface="Courier New"/>
              </a:rPr>
              <a:t>Exception</a:t>
            </a:r>
            <a:endParaRPr lang="de-DE" sz="1700" b="0" u="none" strike="noStrike">
              <a:solidFill>
                <a:srgbClr val="000000"/>
              </a:solidFill>
              <a:uFillTx/>
              <a:latin typeface="Arial"/>
            </a:endParaRPr>
          </a:p>
          <a:p>
            <a:pPr indent="0" defTabSz="914400">
              <a:lnSpc>
                <a:spcPct val="90000"/>
              </a:lnSpc>
              <a:spcBef>
                <a:spcPts val="499"/>
              </a:spcBef>
              <a:buNone/>
              <a:tabLst>
                <a:tab pos="0" algn="l"/>
              </a:tabLst>
            </a:pPr>
            <a:endParaRPr lang="de-DE" sz="1700" b="0" u="none" strike="noStrike">
              <a:solidFill>
                <a:srgbClr val="000000"/>
              </a:solidFill>
              <a:uFillTx/>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 name="PlaceHolder 1"/>
          <p:cNvSpPr>
            <a:spLocks noGrp="1"/>
          </p:cNvSpPr>
          <p:nvPr>
            <p:ph type="title"/>
          </p:nvPr>
        </p:nvSpPr>
        <p:spPr>
          <a:xfrm>
            <a:off x="838080" y="963720"/>
            <a:ext cx="3493080" cy="4928760"/>
          </a:xfrm>
          <a:prstGeom prst="rect">
            <a:avLst/>
          </a:prstGeom>
          <a:noFill/>
          <a:ln w="0">
            <a:noFill/>
          </a:ln>
        </p:spPr>
        <p:txBody>
          <a:bodyPr lIns="91440" tIns="45720" rIns="91440" bIns="45720" anchor="ctr">
            <a:normAutofit/>
          </a:bodyPr>
          <a:lstStyle/>
          <a:p>
            <a:pPr indent="0" algn="r" defTabSz="914400">
              <a:lnSpc>
                <a:spcPct val="90000"/>
              </a:lnSpc>
              <a:buNone/>
              <a:tabLst>
                <a:tab pos="0" algn="l"/>
              </a:tabLst>
            </a:pPr>
            <a:r>
              <a:rPr lang="de-DE" sz="4400" b="0" u="none" strike="noStrike">
                <a:solidFill>
                  <a:schemeClr val="accent1"/>
                </a:solidFill>
                <a:uFillTx/>
                <a:latin typeface="Calibri Light"/>
              </a:rPr>
              <a:t>Variablen Deklaration</a:t>
            </a:r>
            <a:endParaRPr lang="de-DE" sz="4400" b="0" u="none" strike="noStrike">
              <a:solidFill>
                <a:srgbClr val="000000"/>
              </a:solidFill>
              <a:uFillTx/>
              <a:latin typeface="Arial"/>
            </a:endParaRPr>
          </a:p>
        </p:txBody>
      </p:sp>
      <p:sp>
        <p:nvSpPr>
          <p:cNvPr id="196" name="PlaceHolder 2"/>
          <p:cNvSpPr>
            <a:spLocks noGrp="1"/>
          </p:cNvSpPr>
          <p:nvPr>
            <p:ph/>
          </p:nvPr>
        </p:nvSpPr>
        <p:spPr>
          <a:xfrm>
            <a:off x="4975920" y="963720"/>
            <a:ext cx="6376320" cy="4928760"/>
          </a:xfrm>
          <a:prstGeom prst="rect">
            <a:avLst/>
          </a:prstGeom>
          <a:noFill/>
          <a:ln w="0">
            <a:noFill/>
          </a:ln>
        </p:spPr>
        <p:txBody>
          <a:bodyPr lIns="91440" tIns="45720" rIns="91440" bIns="45720" anchor="ctr">
            <a:normAutofit/>
          </a:bodyPr>
          <a:lstStyle/>
          <a:p>
            <a:pPr marL="228600" indent="-228600" defTabSz="914400">
              <a:lnSpc>
                <a:spcPct val="90000"/>
              </a:lnSpc>
              <a:spcBef>
                <a:spcPts val="1001"/>
              </a:spcBef>
              <a:buClr>
                <a:srgbClr val="000000"/>
              </a:buClr>
              <a:buFont typeface="Arial"/>
              <a:buChar char="•"/>
            </a:pPr>
            <a:r>
              <a:rPr lang="de-DE" sz="2400" b="0" u="none" strike="noStrike">
                <a:solidFill>
                  <a:schemeClr val="dk1"/>
                </a:solidFill>
                <a:uFillTx/>
                <a:latin typeface="Calibri"/>
              </a:rPr>
              <a:t>var [identifier] : [type-annotation] = value ;</a:t>
            </a:r>
            <a:endParaRPr lang="de-DE" sz="24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400" b="0" u="none" strike="noStrike">
                <a:solidFill>
                  <a:schemeClr val="dk1"/>
                </a:solidFill>
                <a:uFillTx/>
                <a:latin typeface="Calibri"/>
              </a:rPr>
              <a:t>var [identifier] : [type-annotation] ;</a:t>
            </a:r>
            <a:endParaRPr lang="de-DE" sz="24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400" b="0" u="none" strike="noStrike">
                <a:solidFill>
                  <a:schemeClr val="dk1"/>
                </a:solidFill>
                <a:uFillTx/>
                <a:latin typeface="Calibri"/>
              </a:rPr>
              <a:t>var [identifier] = value ;</a:t>
            </a:r>
            <a:endParaRPr lang="de-DE" sz="24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400" b="0" u="none" strike="noStrike">
                <a:solidFill>
                  <a:schemeClr val="dk1"/>
                </a:solidFill>
                <a:uFillTx/>
                <a:latin typeface="Calibri"/>
              </a:rPr>
              <a:t>var [identifier] ;</a:t>
            </a:r>
            <a:endParaRPr lang="de-DE" sz="2400" b="0" u="none" strike="noStrike">
              <a:solidFill>
                <a:srgbClr val="000000"/>
              </a:solidFill>
              <a:uFillTx/>
              <a:latin typeface="Arial"/>
            </a:endParaRPr>
          </a:p>
          <a:p>
            <a:pPr indent="0" defTabSz="914400">
              <a:lnSpc>
                <a:spcPct val="90000"/>
              </a:lnSpc>
              <a:spcBef>
                <a:spcPts val="1001"/>
              </a:spcBef>
              <a:buNone/>
              <a:tabLst>
                <a:tab pos="0" algn="l"/>
              </a:tabLst>
            </a:pPr>
            <a:endParaRPr lang="de-DE" sz="2400" b="0" u="none" strike="noStrike">
              <a:solidFill>
                <a:srgbClr val="000000"/>
              </a:solidFill>
              <a:uFillTx/>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197" name="Rectangle 7">
            <a:extLst>
              <a:ext uri="{C183D7F6-B498-43B3-948B-1728B52AA6E4}">
                <adec:decorative xmlns:adec="http://schemas.microsoft.com/office/drawing/2017/decorative" val="1"/>
              </a:ext>
            </a:extLst>
          </p:cNvPr>
          <p:cNvSpPr/>
          <p:nvPr/>
        </p:nvSpPr>
        <p:spPr>
          <a:xfrm>
            <a:off x="0" y="0"/>
            <a:ext cx="12190680" cy="685656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198" name="Rectangle 9">
            <a:extLst>
              <a:ext uri="{C183D7F6-B498-43B3-948B-1728B52AA6E4}">
                <adec:decorative xmlns:adec="http://schemas.microsoft.com/office/drawing/2017/decorative" val="1"/>
              </a:ext>
            </a:extLst>
          </p:cNvPr>
          <p:cNvSpPr/>
          <p:nvPr/>
        </p:nvSpPr>
        <p:spPr>
          <a:xfrm flipH="1">
            <a:off x="-1440" y="0"/>
            <a:ext cx="12190680" cy="1589400"/>
          </a:xfrm>
          <a:prstGeom prst="rect">
            <a:avLst/>
          </a:prstGeom>
          <a:gradFill rotWithShape="0">
            <a:gsLst>
              <a:gs pos="0">
                <a:srgbClr val="000000"/>
              </a:gs>
              <a:gs pos="100000">
                <a:srgbClr val="16735A"/>
              </a:gs>
            </a:gsLst>
            <a:lin ang="84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199" name="Rectangle 11">
            <a:extLst>
              <a:ext uri="{C183D7F6-B498-43B3-948B-1728B52AA6E4}">
                <adec:decorative xmlns:adec="http://schemas.microsoft.com/office/drawing/2017/decorative" val="1"/>
              </a:ext>
            </a:extLst>
          </p:cNvPr>
          <p:cNvSpPr/>
          <p:nvPr/>
        </p:nvSpPr>
        <p:spPr>
          <a:xfrm rot="10800000" flipH="1">
            <a:off x="0" y="1440"/>
            <a:ext cx="8114040" cy="1589400"/>
          </a:xfrm>
          <a:prstGeom prst="rect">
            <a:avLst/>
          </a:prstGeom>
          <a:gradFill rotWithShape="0">
            <a:gsLst>
              <a:gs pos="20000">
                <a:srgbClr val="1D9A78">
                  <a:alpha val="0"/>
                </a:srgbClr>
              </a:gs>
              <a:gs pos="100000">
                <a:srgbClr val="0E4D3C">
                  <a:alpha val="55000"/>
                </a:srgbClr>
              </a:gs>
            </a:gsLst>
            <a:lin ang="3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200" name="Rectangle 13">
            <a:extLst>
              <a:ext uri="{C183D7F6-B498-43B3-948B-1728B52AA6E4}">
                <adec:decorative xmlns:adec="http://schemas.microsoft.com/office/drawing/2017/decorative" val="1"/>
              </a:ext>
            </a:extLst>
          </p:cNvPr>
          <p:cNvSpPr/>
          <p:nvPr/>
        </p:nvSpPr>
        <p:spPr>
          <a:xfrm flipH="1">
            <a:off x="8113680" y="0"/>
            <a:ext cx="4075200" cy="1589400"/>
          </a:xfrm>
          <a:prstGeom prst="rect">
            <a:avLst/>
          </a:prstGeom>
          <a:gradFill rotWithShape="0">
            <a:gsLst>
              <a:gs pos="0">
                <a:srgbClr val="1D9A78">
                  <a:alpha val="66000"/>
                </a:srgbClr>
              </a:gs>
              <a:gs pos="100000">
                <a:srgbClr val="000000">
                  <a:alpha val="30000"/>
                </a:srgbClr>
              </a:gs>
            </a:gsLst>
            <a:lin ang="132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201" name="Rectangle 15">
            <a:extLst>
              <a:ext uri="{C183D7F6-B498-43B3-948B-1728B52AA6E4}">
                <adec:decorative xmlns:adec="http://schemas.microsoft.com/office/drawing/2017/decorative" val="1"/>
              </a:ext>
            </a:extLst>
          </p:cNvPr>
          <p:cNvSpPr/>
          <p:nvPr/>
        </p:nvSpPr>
        <p:spPr>
          <a:xfrm>
            <a:off x="459360" y="0"/>
            <a:ext cx="11731320" cy="1595880"/>
          </a:xfrm>
          <a:prstGeom prst="rect">
            <a:avLst/>
          </a:prstGeom>
          <a:gradFill rotWithShape="0">
            <a:gsLst>
              <a:gs pos="50000">
                <a:srgbClr val="000000">
                  <a:alpha val="0"/>
                </a:srgbClr>
              </a:gs>
              <a:gs pos="99000">
                <a:srgbClr val="0E4D3C">
                  <a:alpha val="52000"/>
                </a:srgbClr>
              </a:gs>
            </a:gsLst>
            <a:lin ang="168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202" name="PlaceHolder 1"/>
          <p:cNvSpPr>
            <a:spLocks noGrp="1"/>
          </p:cNvSpPr>
          <p:nvPr>
            <p:ph type="title"/>
          </p:nvPr>
        </p:nvSpPr>
        <p:spPr>
          <a:xfrm>
            <a:off x="1371600" y="294480"/>
            <a:ext cx="9894600" cy="1032120"/>
          </a:xfrm>
          <a:prstGeom prst="rect">
            <a:avLst/>
          </a:prstGeom>
          <a:noFill/>
          <a:ln w="0">
            <a:noFill/>
          </a:ln>
        </p:spPr>
        <p:txBody>
          <a:bodyPr lIns="91440" tIns="45720" rIns="91440" bIns="45720" anchor="ctr">
            <a:normAutofit/>
          </a:bodyPr>
          <a:lstStyle/>
          <a:p>
            <a:pPr indent="0" defTabSz="914400">
              <a:lnSpc>
                <a:spcPct val="90000"/>
              </a:lnSpc>
              <a:buNone/>
              <a:tabLst>
                <a:tab pos="0" algn="l"/>
              </a:tabLst>
            </a:pPr>
            <a:r>
              <a:rPr lang="de-DE" sz="4000" b="0" u="none" strike="noStrike">
                <a:solidFill>
                  <a:srgbClr val="FFFFFF"/>
                </a:solidFill>
                <a:uFillTx/>
                <a:latin typeface="Calibri Light"/>
              </a:rPr>
              <a:t>Typisierte Deklaration von Variablen</a:t>
            </a:r>
            <a:endParaRPr lang="de-DE" sz="4000" b="0" u="none" strike="noStrike">
              <a:solidFill>
                <a:srgbClr val="000000"/>
              </a:solidFill>
              <a:uFillTx/>
              <a:latin typeface="Arial"/>
            </a:endParaRPr>
          </a:p>
        </p:txBody>
      </p:sp>
      <p:sp>
        <p:nvSpPr>
          <p:cNvPr id="203" name="PlaceHolder 2"/>
          <p:cNvSpPr>
            <a:spLocks noGrp="1"/>
          </p:cNvSpPr>
          <p:nvPr>
            <p:ph/>
          </p:nvPr>
        </p:nvSpPr>
        <p:spPr>
          <a:xfrm>
            <a:off x="1371600" y="2318040"/>
            <a:ext cx="9722520" cy="3682080"/>
          </a:xfrm>
          <a:prstGeom prst="rect">
            <a:avLst/>
          </a:prstGeom>
          <a:noFill/>
          <a:ln w="0">
            <a:noFill/>
          </a:ln>
        </p:spPr>
        <p:txBody>
          <a:bodyPr lIns="91440" tIns="45720" rIns="91440" bIns="45720" anchor="ctr">
            <a:normAutofit/>
          </a:bodyPr>
          <a:lstStyle/>
          <a:p>
            <a:pPr marL="228600" indent="-228600" defTabSz="914400">
              <a:lnSpc>
                <a:spcPct val="90000"/>
              </a:lnSpc>
              <a:spcBef>
                <a:spcPts val="1001"/>
              </a:spcBef>
              <a:buClr>
                <a:srgbClr val="000000"/>
              </a:buClr>
              <a:buFont typeface="Arial"/>
              <a:buChar char="•"/>
            </a:pPr>
            <a:r>
              <a:rPr lang="de-DE" sz="1600" b="0" u="none" strike="noStrike">
                <a:solidFill>
                  <a:schemeClr val="dk1"/>
                </a:solidFill>
                <a:uFillTx/>
                <a:latin typeface="Calibri"/>
              </a:rPr>
              <a:t>Explizite Typisierung</a:t>
            </a:r>
            <a:endParaRPr lang="de-DE" sz="1600" b="0" u="none" strike="noStrike">
              <a:solidFill>
                <a:srgbClr val="000000"/>
              </a:solidFill>
              <a:uFillTx/>
              <a:latin typeface="Arial"/>
            </a:endParaRPr>
          </a:p>
          <a:p>
            <a:pPr marL="539640" indent="0" defTabSz="914400">
              <a:lnSpc>
                <a:spcPct val="90000"/>
              </a:lnSpc>
              <a:spcBef>
                <a:spcPts val="499"/>
              </a:spcBef>
              <a:buNone/>
              <a:tabLst>
                <a:tab pos="0" algn="l"/>
              </a:tabLst>
            </a:pPr>
            <a:r>
              <a:rPr lang="de-DE" sz="1600" b="0" u="none" strike="noStrike">
                <a:solidFill>
                  <a:schemeClr val="dk1"/>
                </a:solidFill>
                <a:uFillTx/>
                <a:latin typeface="Courier New"/>
              </a:rPr>
              <a:t>let name : string</a:t>
            </a:r>
            <a:endParaRPr lang="de-DE" sz="1600" b="0" u="none" strike="noStrike">
              <a:solidFill>
                <a:srgbClr val="000000"/>
              </a:solidFill>
              <a:uFillTx/>
              <a:latin typeface="Arial"/>
            </a:endParaRPr>
          </a:p>
          <a:p>
            <a:pPr marL="539640" indent="0" defTabSz="914400">
              <a:lnSpc>
                <a:spcPct val="90000"/>
              </a:lnSpc>
              <a:spcBef>
                <a:spcPts val="499"/>
              </a:spcBef>
              <a:buNone/>
              <a:tabLst>
                <a:tab pos="0" algn="l"/>
              </a:tabLst>
            </a:pPr>
            <a:r>
              <a:rPr lang="de-DE" sz="1600" b="0" u="none" strike="noStrike">
                <a:solidFill>
                  <a:schemeClr val="dk1"/>
                </a:solidFill>
                <a:uFillTx/>
                <a:latin typeface="Courier New"/>
              </a:rPr>
              <a:t>let state : boolean</a:t>
            </a:r>
            <a:endParaRPr lang="de-DE" sz="16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tabLst>
                <a:tab pos="0" algn="l"/>
              </a:tabLst>
            </a:pPr>
            <a:r>
              <a:rPr lang="de-DE" sz="1600" b="0" u="none" strike="noStrike">
                <a:solidFill>
                  <a:schemeClr val="dk1"/>
                </a:solidFill>
                <a:uFillTx/>
                <a:latin typeface="Calibri"/>
              </a:rPr>
              <a:t>Type Inference</a:t>
            </a:r>
            <a:endParaRPr lang="de-DE" sz="16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tabLst>
                <a:tab pos="0" algn="l"/>
              </a:tabLst>
            </a:pPr>
            <a:r>
              <a:rPr lang="de-DE" sz="1600" b="0" u="none" strike="noStrike">
                <a:solidFill>
                  <a:schemeClr val="dk1"/>
                </a:solidFill>
                <a:uFillTx/>
                <a:latin typeface="Calibri"/>
              </a:rPr>
              <a:t>Hier wird der Typ durch die Zuweisung eines Wertes definiert</a:t>
            </a:r>
            <a:endParaRPr lang="de-DE" sz="1600" b="0" u="none" strike="noStrike">
              <a:solidFill>
                <a:srgbClr val="000000"/>
              </a:solidFill>
              <a:uFillTx/>
              <a:latin typeface="Arial"/>
            </a:endParaRPr>
          </a:p>
          <a:p>
            <a:pPr marL="539640" indent="0" defTabSz="914400">
              <a:lnSpc>
                <a:spcPct val="90000"/>
              </a:lnSpc>
              <a:spcBef>
                <a:spcPts val="499"/>
              </a:spcBef>
              <a:buNone/>
              <a:tabLst>
                <a:tab pos="0" algn="l"/>
              </a:tabLst>
            </a:pPr>
            <a:r>
              <a:rPr lang="de-DE" sz="1600" b="0" u="none" strike="noStrike">
                <a:solidFill>
                  <a:schemeClr val="dk1"/>
                </a:solidFill>
                <a:uFillTx/>
                <a:latin typeface="Courier New"/>
              </a:rPr>
              <a:t>let name = "Hello"</a:t>
            </a:r>
            <a:endParaRPr lang="de-DE" sz="1600" b="0" u="none" strike="noStrike">
              <a:solidFill>
                <a:srgbClr val="000000"/>
              </a:solidFill>
              <a:uFillTx/>
              <a:latin typeface="Arial"/>
            </a:endParaRPr>
          </a:p>
          <a:p>
            <a:pPr marL="539640" indent="0" defTabSz="914400">
              <a:lnSpc>
                <a:spcPct val="90000"/>
              </a:lnSpc>
              <a:spcBef>
                <a:spcPts val="499"/>
              </a:spcBef>
              <a:buNone/>
              <a:tabLst>
                <a:tab pos="0" algn="l"/>
              </a:tabLst>
            </a:pPr>
            <a:r>
              <a:rPr lang="de-DE" sz="1600" b="0" u="none" strike="noStrike">
                <a:solidFill>
                  <a:schemeClr val="dk1"/>
                </a:solidFill>
                <a:uFillTx/>
                <a:latin typeface="Courier New"/>
              </a:rPr>
              <a:t>let state = true</a:t>
            </a:r>
            <a:endParaRPr lang="de-DE" sz="16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tabLst>
                <a:tab pos="0" algn="l"/>
              </a:tabLst>
            </a:pPr>
            <a:r>
              <a:rPr lang="de-DE" sz="1600" b="0" u="none" strike="noStrike">
                <a:solidFill>
                  <a:schemeClr val="dk1"/>
                </a:solidFill>
                <a:uFillTx/>
                <a:latin typeface="Calibri"/>
              </a:rPr>
              <a:t>Contextual Type</a:t>
            </a:r>
            <a:endParaRPr lang="de-DE" sz="16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tabLst>
                <a:tab pos="0" algn="l"/>
              </a:tabLst>
            </a:pPr>
            <a:r>
              <a:rPr lang="de-DE" sz="1600" b="0" u="none" strike="noStrike">
                <a:solidFill>
                  <a:schemeClr val="dk1"/>
                </a:solidFill>
                <a:uFillTx/>
                <a:latin typeface="Calibri"/>
              </a:rPr>
              <a:t>Auch bei Zuweisungen versucht TypeScript, untypisierte Deklarationen zu erkennen</a:t>
            </a:r>
            <a:endParaRPr lang="de-DE" sz="1600" b="0" u="none" strike="noStrike">
              <a:solidFill>
                <a:srgbClr val="000000"/>
              </a:solidFill>
              <a:uFillTx/>
              <a:latin typeface="Arial"/>
            </a:endParaRPr>
          </a:p>
          <a:p>
            <a:pPr marL="646200" indent="0" defTabSz="914400">
              <a:lnSpc>
                <a:spcPct val="90000"/>
              </a:lnSpc>
              <a:spcBef>
                <a:spcPts val="499"/>
              </a:spcBef>
              <a:buNone/>
              <a:tabLst>
                <a:tab pos="0" algn="l"/>
              </a:tabLst>
            </a:pPr>
            <a:r>
              <a:rPr lang="de-DE" sz="1600" b="0" u="none" strike="noStrike">
                <a:solidFill>
                  <a:schemeClr val="dk1"/>
                </a:solidFill>
                <a:uFillTx/>
                <a:latin typeface="Courier New"/>
              </a:rPr>
              <a:t>window.onmousedown = function(mouseEvent) {</a:t>
            </a:r>
            <a:endParaRPr lang="de-DE" sz="1600" b="0" u="none" strike="noStrike">
              <a:solidFill>
                <a:srgbClr val="000000"/>
              </a:solidFill>
              <a:uFillTx/>
              <a:latin typeface="Arial"/>
            </a:endParaRPr>
          </a:p>
          <a:p>
            <a:pPr marL="646200" indent="0" defTabSz="914400">
              <a:lnSpc>
                <a:spcPct val="90000"/>
              </a:lnSpc>
              <a:spcBef>
                <a:spcPts val="499"/>
              </a:spcBef>
              <a:buNone/>
              <a:tabLst>
                <a:tab pos="0" algn="l"/>
              </a:tabLst>
            </a:pPr>
            <a:r>
              <a:rPr lang="de-DE" sz="1600" b="0" u="none" strike="noStrike">
                <a:solidFill>
                  <a:schemeClr val="dk1"/>
                </a:solidFill>
                <a:uFillTx/>
                <a:latin typeface="Courier New"/>
              </a:rPr>
              <a:t>    console.log(mouseEvent.kangaroo);  // &lt;- Fehler: gibt es nicht</a:t>
            </a:r>
            <a:endParaRPr lang="de-DE" sz="1600" b="0" u="none" strike="noStrike">
              <a:solidFill>
                <a:srgbClr val="000000"/>
              </a:solidFill>
              <a:uFillTx/>
              <a:latin typeface="Arial"/>
            </a:endParaRPr>
          </a:p>
          <a:p>
            <a:pPr marL="646200" indent="0" defTabSz="914400">
              <a:lnSpc>
                <a:spcPct val="90000"/>
              </a:lnSpc>
              <a:spcBef>
                <a:spcPts val="499"/>
              </a:spcBef>
              <a:buNone/>
              <a:tabLst>
                <a:tab pos="0" algn="l"/>
              </a:tabLst>
            </a:pPr>
            <a:r>
              <a:rPr lang="de-DE" sz="1600" b="0" u="none" strike="noStrike">
                <a:solidFill>
                  <a:schemeClr val="dk1"/>
                </a:solidFill>
                <a:uFillTx/>
                <a:latin typeface="Courier New"/>
              </a:rPr>
              <a:t>};</a:t>
            </a:r>
            <a:endParaRPr lang="de-DE" sz="1600" b="0" u="none" strike="noStrike">
              <a:solidFill>
                <a:srgbClr val="000000"/>
              </a:solidFill>
              <a:uFillTx/>
              <a:latin typeface="Arial"/>
            </a:endParaRPr>
          </a:p>
          <a:p>
            <a:pPr marL="539640" indent="0" defTabSz="914400">
              <a:lnSpc>
                <a:spcPct val="90000"/>
              </a:lnSpc>
              <a:spcBef>
                <a:spcPts val="499"/>
              </a:spcBef>
              <a:buNone/>
              <a:tabLst>
                <a:tab pos="0" algn="l"/>
              </a:tabLst>
            </a:pPr>
            <a:endParaRPr lang="de-DE" sz="1600" b="0" u="none" strike="noStrike">
              <a:solidFill>
                <a:srgbClr val="000000"/>
              </a:solidFill>
              <a:uFillTx/>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204" name="Rectangle 10">
            <a:extLst>
              <a:ext uri="{C183D7F6-B498-43B3-948B-1728B52AA6E4}">
                <adec:decorative xmlns:adec="http://schemas.microsoft.com/office/drawing/2017/decorative" val="1"/>
              </a:ext>
            </a:extLst>
          </p:cNvPr>
          <p:cNvSpPr/>
          <p:nvPr/>
        </p:nvSpPr>
        <p:spPr>
          <a:xfrm>
            <a:off x="0" y="0"/>
            <a:ext cx="12190680" cy="685656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205" name="Rectangle 12">
            <a:extLst>
              <a:ext uri="{C183D7F6-B498-43B3-948B-1728B52AA6E4}">
                <adec:decorative xmlns:adec="http://schemas.microsoft.com/office/drawing/2017/decorative" val="1"/>
              </a:ext>
            </a:extLst>
          </p:cNvPr>
          <p:cNvSpPr/>
          <p:nvPr/>
        </p:nvSpPr>
        <p:spPr>
          <a:xfrm flipH="1">
            <a:off x="-1440" y="0"/>
            <a:ext cx="12190680" cy="1589400"/>
          </a:xfrm>
          <a:prstGeom prst="rect">
            <a:avLst/>
          </a:prstGeom>
          <a:gradFill rotWithShape="0">
            <a:gsLst>
              <a:gs pos="0">
                <a:srgbClr val="000000"/>
              </a:gs>
              <a:gs pos="100000">
                <a:srgbClr val="16735A"/>
              </a:gs>
            </a:gsLst>
            <a:lin ang="84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206" name="Rectangle 14">
            <a:extLst>
              <a:ext uri="{C183D7F6-B498-43B3-948B-1728B52AA6E4}">
                <adec:decorative xmlns:adec="http://schemas.microsoft.com/office/drawing/2017/decorative" val="1"/>
              </a:ext>
            </a:extLst>
          </p:cNvPr>
          <p:cNvSpPr/>
          <p:nvPr/>
        </p:nvSpPr>
        <p:spPr>
          <a:xfrm rot="10800000" flipH="1">
            <a:off x="0" y="1440"/>
            <a:ext cx="8114040" cy="1589400"/>
          </a:xfrm>
          <a:prstGeom prst="rect">
            <a:avLst/>
          </a:prstGeom>
          <a:gradFill rotWithShape="0">
            <a:gsLst>
              <a:gs pos="20000">
                <a:srgbClr val="1D9A78">
                  <a:alpha val="0"/>
                </a:srgbClr>
              </a:gs>
              <a:gs pos="100000">
                <a:srgbClr val="0E4D3C">
                  <a:alpha val="55000"/>
                </a:srgbClr>
              </a:gs>
            </a:gsLst>
            <a:lin ang="3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207" name="Rectangle 16">
            <a:extLst>
              <a:ext uri="{C183D7F6-B498-43B3-948B-1728B52AA6E4}">
                <adec:decorative xmlns:adec="http://schemas.microsoft.com/office/drawing/2017/decorative" val="1"/>
              </a:ext>
            </a:extLst>
          </p:cNvPr>
          <p:cNvSpPr/>
          <p:nvPr/>
        </p:nvSpPr>
        <p:spPr>
          <a:xfrm flipH="1">
            <a:off x="8113680" y="0"/>
            <a:ext cx="4075200" cy="1589400"/>
          </a:xfrm>
          <a:prstGeom prst="rect">
            <a:avLst/>
          </a:prstGeom>
          <a:gradFill rotWithShape="0">
            <a:gsLst>
              <a:gs pos="0">
                <a:srgbClr val="1D9A78">
                  <a:alpha val="66000"/>
                </a:srgbClr>
              </a:gs>
              <a:gs pos="100000">
                <a:srgbClr val="000000">
                  <a:alpha val="30000"/>
                </a:srgbClr>
              </a:gs>
            </a:gsLst>
            <a:lin ang="132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208" name="Rectangle 18">
            <a:extLst>
              <a:ext uri="{C183D7F6-B498-43B3-948B-1728B52AA6E4}">
                <adec:decorative xmlns:adec="http://schemas.microsoft.com/office/drawing/2017/decorative" val="1"/>
              </a:ext>
            </a:extLst>
          </p:cNvPr>
          <p:cNvSpPr/>
          <p:nvPr/>
        </p:nvSpPr>
        <p:spPr>
          <a:xfrm>
            <a:off x="459360" y="0"/>
            <a:ext cx="11731320" cy="1595880"/>
          </a:xfrm>
          <a:prstGeom prst="rect">
            <a:avLst/>
          </a:prstGeom>
          <a:gradFill rotWithShape="0">
            <a:gsLst>
              <a:gs pos="50000">
                <a:srgbClr val="000000">
                  <a:alpha val="0"/>
                </a:srgbClr>
              </a:gs>
              <a:gs pos="99000">
                <a:srgbClr val="0E4D3C">
                  <a:alpha val="52000"/>
                </a:srgbClr>
              </a:gs>
            </a:gsLst>
            <a:lin ang="168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209" name="PlaceHolder 1"/>
          <p:cNvSpPr>
            <a:spLocks noGrp="1"/>
          </p:cNvSpPr>
          <p:nvPr>
            <p:ph type="title"/>
          </p:nvPr>
        </p:nvSpPr>
        <p:spPr>
          <a:xfrm>
            <a:off x="1371600" y="294480"/>
            <a:ext cx="9894600" cy="1032120"/>
          </a:xfrm>
          <a:prstGeom prst="rect">
            <a:avLst/>
          </a:prstGeom>
          <a:noFill/>
          <a:ln w="0">
            <a:noFill/>
          </a:ln>
        </p:spPr>
        <p:txBody>
          <a:bodyPr lIns="91440" tIns="45720" rIns="91440" bIns="45720" anchor="ctr">
            <a:normAutofit fontScale="92500"/>
          </a:bodyPr>
          <a:lstStyle/>
          <a:p>
            <a:pPr indent="0" defTabSz="914400">
              <a:lnSpc>
                <a:spcPct val="90000"/>
              </a:lnSpc>
              <a:buNone/>
              <a:tabLst>
                <a:tab pos="0" algn="l"/>
              </a:tabLst>
            </a:pPr>
            <a:r>
              <a:rPr lang="de-DE" sz="4000" b="0" u="none" strike="noStrike">
                <a:solidFill>
                  <a:srgbClr val="FFFFFF"/>
                </a:solidFill>
                <a:uFillTx/>
                <a:latin typeface="Calibri Light"/>
              </a:rPr>
              <a:t>Deklaration von Variablen mit const und let</a:t>
            </a:r>
            <a:endParaRPr lang="de-DE" sz="4000" b="0" u="none" strike="noStrike">
              <a:solidFill>
                <a:srgbClr val="000000"/>
              </a:solidFill>
              <a:uFillTx/>
              <a:latin typeface="Arial"/>
            </a:endParaRPr>
          </a:p>
        </p:txBody>
      </p:sp>
      <p:sp>
        <p:nvSpPr>
          <p:cNvPr id="210" name="PlaceHolder 2"/>
          <p:cNvSpPr>
            <a:spLocks noGrp="1"/>
          </p:cNvSpPr>
          <p:nvPr>
            <p:ph/>
          </p:nvPr>
        </p:nvSpPr>
        <p:spPr>
          <a:xfrm>
            <a:off x="1371600" y="2318040"/>
            <a:ext cx="9722520" cy="3682080"/>
          </a:xfrm>
          <a:prstGeom prst="rect">
            <a:avLst/>
          </a:prstGeom>
          <a:noFill/>
          <a:ln w="0">
            <a:noFill/>
          </a:ln>
        </p:spPr>
        <p:txBody>
          <a:bodyPr lIns="91440" tIns="45720" rIns="91440" bIns="45720" anchor="ctr">
            <a:normAutofit/>
          </a:bodyPr>
          <a:lstStyle/>
          <a:p>
            <a:pPr marL="228600" indent="-228600" defTabSz="914400">
              <a:lnSpc>
                <a:spcPct val="90000"/>
              </a:lnSpc>
              <a:spcBef>
                <a:spcPts val="1001"/>
              </a:spcBef>
              <a:buClr>
                <a:srgbClr val="000000"/>
              </a:buClr>
              <a:buFont typeface="Arial"/>
              <a:buChar char="•"/>
            </a:pPr>
            <a:r>
              <a:rPr lang="de-DE" sz="2000" b="0" u="none" strike="noStrike">
                <a:solidFill>
                  <a:schemeClr val="dk1"/>
                </a:solidFill>
                <a:uFillTx/>
                <a:latin typeface="Courier New"/>
              </a:rPr>
              <a:t>let | const&lt;name&gt;</a:t>
            </a:r>
            <a:endParaRPr lang="de-DE" sz="20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000" b="0" u="none" strike="noStrike">
                <a:solidFill>
                  <a:schemeClr val="dk1"/>
                </a:solidFill>
                <a:uFillTx/>
                <a:latin typeface="Courier New"/>
              </a:rPr>
              <a:t>const name</a:t>
            </a:r>
            <a:endParaRPr lang="de-DE" sz="20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000" b="0" u="none" strike="noStrike">
                <a:solidFill>
                  <a:schemeClr val="dk1"/>
                </a:solidFill>
                <a:uFillTx/>
                <a:latin typeface="Courier New"/>
              </a:rPr>
              <a:t>let state</a:t>
            </a:r>
            <a:endParaRPr lang="de-DE" sz="2000" b="0" u="none" strike="noStrike">
              <a:solidFill>
                <a:srgbClr val="000000"/>
              </a:solidFill>
              <a:uFillTx/>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Variable Samples</a:t>
            </a:r>
            <a:endParaRPr lang="de-DE" sz="4400" b="0" u="none" strike="noStrike">
              <a:solidFill>
                <a:srgbClr val="000000"/>
              </a:solidFill>
              <a:uFillTx/>
              <a:latin typeface="Arial"/>
            </a:endParaRPr>
          </a:p>
        </p:txBody>
      </p:sp>
      <p:sp>
        <p:nvSpPr>
          <p:cNvPr id="212"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a:bodyPr>
          <a:lstStyle/>
          <a:p>
            <a:pPr indent="0" defTabSz="914400">
              <a:lnSpc>
                <a:spcPct val="90000"/>
              </a:lnSpc>
              <a:spcBef>
                <a:spcPts val="1001"/>
              </a:spcBef>
              <a:buNone/>
              <a:tabLst>
                <a:tab pos="0" algn="l"/>
              </a:tabLst>
            </a:pPr>
            <a:r>
              <a:rPr lang="de-DE" sz="2800" b="0" u="none" strike="noStrike">
                <a:solidFill>
                  <a:srgbClr val="0000FF"/>
                </a:solidFill>
                <a:uFillTx/>
                <a:latin typeface="Menlo"/>
              </a:rPr>
              <a:t>var</a:t>
            </a:r>
            <a:r>
              <a:rPr lang="de-DE" sz="2800" b="0" u="none" strike="noStrike">
                <a:solidFill>
                  <a:srgbClr val="000000"/>
                </a:solidFill>
                <a:uFillTx/>
                <a:latin typeface="Menlo"/>
              </a:rPr>
              <a:t> </a:t>
            </a:r>
            <a:r>
              <a:rPr lang="de-DE" sz="2800" b="0" u="none" strike="noStrike">
                <a:solidFill>
                  <a:srgbClr val="001080"/>
                </a:solidFill>
                <a:uFillTx/>
                <a:latin typeface="Menlo"/>
              </a:rPr>
              <a:t>message</a:t>
            </a:r>
            <a:r>
              <a:rPr lang="de-DE" sz="2800" b="0" u="none" strike="noStrike">
                <a:solidFill>
                  <a:srgbClr val="000000"/>
                </a:solidFill>
                <a:uFillTx/>
                <a:latin typeface="Menlo"/>
              </a:rPr>
              <a:t>:</a:t>
            </a:r>
            <a:r>
              <a:rPr lang="de-DE" sz="2800" b="0" u="none" strike="noStrike">
                <a:solidFill>
                  <a:srgbClr val="267F99"/>
                </a:solidFill>
                <a:uFillTx/>
                <a:latin typeface="Menlo"/>
              </a:rPr>
              <a:t>string</a:t>
            </a:r>
            <a:r>
              <a:rPr lang="de-DE" sz="2800" b="0" u="none" strike="noStrike">
                <a:solidFill>
                  <a:srgbClr val="000000"/>
                </a:solidFill>
                <a:uFillTx/>
                <a:latin typeface="Menlo"/>
              </a:rPr>
              <a:t> = </a:t>
            </a:r>
            <a:r>
              <a:rPr lang="de-DE" sz="2800" b="0" u="none" strike="noStrike">
                <a:solidFill>
                  <a:srgbClr val="A31515"/>
                </a:solidFill>
                <a:uFillTx/>
                <a:latin typeface="Menlo"/>
              </a:rPr>
              <a:t>"Hello Typscript"</a:t>
            </a:r>
            <a:r>
              <a:rPr lang="de-DE" sz="2800" b="0" u="none" strike="noStrike">
                <a:solidFill>
                  <a:srgbClr val="000000"/>
                </a:solidFill>
                <a:uFillTx/>
                <a:latin typeface="Menlo"/>
              </a:rPr>
              <a: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267F99"/>
                </a:solidFill>
                <a:uFillTx/>
                <a:latin typeface="Menlo"/>
              </a:rPr>
              <a:t>console</a:t>
            </a:r>
            <a:r>
              <a:rPr lang="de-DE" sz="2800" b="0" u="none" strike="noStrike">
                <a:solidFill>
                  <a:srgbClr val="000000"/>
                </a:solidFill>
                <a:uFillTx/>
                <a:latin typeface="Menlo"/>
              </a:rPr>
              <a:t>.</a:t>
            </a:r>
            <a:r>
              <a:rPr lang="de-DE" sz="2800" b="0" u="none" strike="noStrike">
                <a:solidFill>
                  <a:srgbClr val="795E26"/>
                </a:solidFill>
                <a:uFillTx/>
                <a:latin typeface="Menlo"/>
              </a:rPr>
              <a:t>log</a:t>
            </a:r>
            <a:r>
              <a:rPr lang="de-DE" sz="2800" b="0" u="none" strike="noStrike">
                <a:solidFill>
                  <a:srgbClr val="000000"/>
                </a:solidFill>
                <a:uFillTx/>
                <a:latin typeface="Menlo"/>
              </a:rPr>
              <a:t>(</a:t>
            </a:r>
            <a:r>
              <a:rPr lang="de-DE" sz="2800" b="0" u="none" strike="noStrike">
                <a:solidFill>
                  <a:srgbClr val="001080"/>
                </a:solidFill>
                <a:uFillTx/>
                <a:latin typeface="Menlo"/>
              </a:rPr>
              <a:t>message</a:t>
            </a:r>
            <a:r>
              <a:rPr lang="de-DE" sz="2800" b="0" u="none" strike="noStrike">
                <a:solidFill>
                  <a:srgbClr val="000000"/>
                </a:solidFill>
                <a:uFillTx/>
                <a:latin typeface="Menlo"/>
              </a:rPr>
              <a: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0000FF"/>
                </a:solidFill>
                <a:uFillTx/>
                <a:latin typeface="Menlo"/>
              </a:rPr>
              <a:t>function</a:t>
            </a:r>
            <a:r>
              <a:rPr lang="de-DE" sz="2800" b="0" u="none" strike="noStrike">
                <a:solidFill>
                  <a:srgbClr val="000000"/>
                </a:solidFill>
                <a:uFillTx/>
                <a:latin typeface="Menlo"/>
              </a:rPr>
              <a:t> </a:t>
            </a:r>
            <a:r>
              <a:rPr lang="de-DE" sz="2800" b="0" u="none" strike="noStrike">
                <a:solidFill>
                  <a:srgbClr val="795E26"/>
                </a:solidFill>
                <a:uFillTx/>
                <a:latin typeface="Menlo"/>
              </a:rPr>
              <a:t>f</a:t>
            </a:r>
            <a:r>
              <a:rPr lang="de-DE" sz="2800" b="0" u="none" strike="noStrike">
                <a:solidFill>
                  <a:srgbClr val="000000"/>
                </a:solidFill>
                <a:uFillTx/>
                <a:latin typeface="Menlo"/>
              </a:rPr>
              <a:t>() {</a:t>
            </a:r>
            <a:endParaRPr lang="de-DE" sz="2800" b="0" u="none" strike="noStrike">
              <a:solidFill>
                <a:srgbClr val="000000"/>
              </a:solidFill>
              <a:uFillTx/>
              <a:latin typeface="Arial"/>
            </a:endParaRPr>
          </a:p>
          <a:p>
            <a:pPr marL="457200" indent="0" defTabSz="914400">
              <a:lnSpc>
                <a:spcPct val="90000"/>
              </a:lnSpc>
              <a:spcBef>
                <a:spcPts val="499"/>
              </a:spcBef>
              <a:buNone/>
              <a:tabLst>
                <a:tab pos="0" algn="l"/>
              </a:tabLst>
            </a:pPr>
            <a:r>
              <a:rPr lang="de-DE" sz="2400" b="0" u="none" strike="noStrike">
                <a:solidFill>
                  <a:srgbClr val="0000FF"/>
                </a:solidFill>
                <a:uFillTx/>
                <a:latin typeface="Menlo"/>
              </a:rPr>
              <a:t>var</a:t>
            </a:r>
            <a:r>
              <a:rPr lang="de-DE" sz="2400" b="0" u="none" strike="noStrike">
                <a:solidFill>
                  <a:srgbClr val="000000"/>
                </a:solidFill>
                <a:uFillTx/>
                <a:latin typeface="Menlo"/>
              </a:rPr>
              <a:t> </a:t>
            </a:r>
            <a:r>
              <a:rPr lang="de-DE" sz="2400" b="0" u="none" strike="noStrike">
                <a:solidFill>
                  <a:srgbClr val="001080"/>
                </a:solidFill>
                <a:uFillTx/>
                <a:latin typeface="Menlo"/>
              </a:rPr>
              <a:t>message</a:t>
            </a:r>
            <a:r>
              <a:rPr lang="de-DE" sz="2400" b="0" u="none" strike="noStrike">
                <a:solidFill>
                  <a:srgbClr val="000000"/>
                </a:solidFill>
                <a:uFillTx/>
                <a:latin typeface="Menlo"/>
              </a:rPr>
              <a:t> = </a:t>
            </a:r>
            <a:r>
              <a:rPr lang="de-DE" sz="2400" b="0" u="none" strike="noStrike">
                <a:solidFill>
                  <a:srgbClr val="A31515"/>
                </a:solidFill>
                <a:uFillTx/>
                <a:latin typeface="Menlo"/>
              </a:rPr>
              <a:t>"Hello, world!"</a:t>
            </a:r>
            <a:r>
              <a:rPr lang="de-DE" sz="2400" b="0" u="none" strike="noStrike">
                <a:solidFill>
                  <a:srgbClr val="000000"/>
                </a:solidFill>
                <a:uFillTx/>
                <a:latin typeface="Menlo"/>
              </a:rPr>
              <a:t>;</a:t>
            </a:r>
            <a:br>
              <a:rPr sz="2400"/>
            </a:br>
            <a:r>
              <a:rPr lang="de-DE" sz="2400" b="0" u="none" strike="noStrike">
                <a:solidFill>
                  <a:srgbClr val="AF00DB"/>
                </a:solidFill>
                <a:uFillTx/>
                <a:latin typeface="Menlo"/>
              </a:rPr>
              <a:t>return</a:t>
            </a:r>
            <a:r>
              <a:rPr lang="de-DE" sz="2400" b="0" u="none" strike="noStrike">
                <a:solidFill>
                  <a:srgbClr val="000000"/>
                </a:solidFill>
                <a:uFillTx/>
                <a:latin typeface="Menlo"/>
              </a:rPr>
              <a:t> </a:t>
            </a:r>
            <a:r>
              <a:rPr lang="de-DE" sz="2400" b="0" u="none" strike="noStrike">
                <a:solidFill>
                  <a:srgbClr val="001080"/>
                </a:solidFill>
                <a:uFillTx/>
                <a:latin typeface="Menlo"/>
              </a:rPr>
              <a:t>message</a:t>
            </a:r>
            <a:r>
              <a:rPr lang="de-DE" sz="2400" b="0" u="none" strike="noStrike">
                <a:solidFill>
                  <a:srgbClr val="000000"/>
                </a:solidFill>
                <a:uFillTx/>
                <a:latin typeface="Menlo"/>
              </a:rPr>
              <a:t>;</a:t>
            </a:r>
            <a:endParaRPr lang="de-DE" sz="2400" b="0" u="none" strike="noStrike">
              <a:solidFill>
                <a:srgbClr val="000000"/>
              </a:solidFill>
              <a:uFillTx/>
              <a:latin typeface="Arial"/>
            </a:endParaRPr>
          </a:p>
          <a:p>
            <a:pPr marL="457200" indent="0" defTabSz="914400">
              <a:lnSpc>
                <a:spcPct val="90000"/>
              </a:lnSpc>
              <a:spcBef>
                <a:spcPts val="1001"/>
              </a:spcBef>
              <a:buNone/>
              <a:tabLst>
                <a:tab pos="0" algn="l"/>
              </a:tabLst>
            </a:pPr>
            <a:r>
              <a:rPr lang="de-DE" sz="2800" b="0" u="none" strike="noStrike">
                <a:solidFill>
                  <a:srgbClr val="000000"/>
                </a:solidFill>
                <a:uFillTx/>
                <a:latin typeface="Menlo"/>
              </a:rPr>
              <a:t>}</a:t>
            </a:r>
            <a:endParaRPr lang="de-DE" sz="2800" b="0" u="none" strike="noStrike">
              <a:solidFill>
                <a:srgbClr val="000000"/>
              </a:solidFill>
              <a:uFillTx/>
              <a:latin typeface="Arial"/>
            </a:endParaRPr>
          </a:p>
          <a:p>
            <a:pPr marL="457200" indent="0" defTabSz="914400">
              <a:lnSpc>
                <a:spcPct val="90000"/>
              </a:lnSpc>
              <a:spcBef>
                <a:spcPts val="1001"/>
              </a:spcBef>
              <a:buNone/>
              <a:tabLst>
                <a:tab pos="0" algn="l"/>
              </a:tabLst>
            </a:pPr>
            <a:endParaRPr lang="de-DE" sz="2800" b="0" u="none" strike="noStrike">
              <a:solidFill>
                <a:srgbClr val="000000"/>
              </a:solidFill>
              <a:uFillTx/>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Var-Scoping Macken</a:t>
            </a:r>
            <a:endParaRPr lang="de-DE" sz="4400" b="0" u="none" strike="noStrike">
              <a:solidFill>
                <a:srgbClr val="000000"/>
              </a:solidFill>
              <a:uFillTx/>
              <a:latin typeface="Arial"/>
            </a:endParaRPr>
          </a:p>
        </p:txBody>
      </p:sp>
      <p:sp>
        <p:nvSpPr>
          <p:cNvPr id="214"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a:bodyPr>
          <a:lstStyle/>
          <a:p>
            <a:pPr indent="0" defTabSz="914400">
              <a:lnSpc>
                <a:spcPct val="90000"/>
              </a:lnSpc>
              <a:spcBef>
                <a:spcPts val="1001"/>
              </a:spcBef>
              <a:buNone/>
              <a:tabLst>
                <a:tab pos="0" algn="l"/>
              </a:tabLst>
            </a:pPr>
            <a:r>
              <a:rPr lang="de-DE" sz="2800" b="0" u="none" strike="noStrike">
                <a:solidFill>
                  <a:srgbClr val="0000FF"/>
                </a:solidFill>
                <a:uFillTx/>
                <a:latin typeface="Menlo"/>
              </a:rPr>
              <a:t>function</a:t>
            </a:r>
            <a:r>
              <a:rPr lang="de-DE" sz="2800" b="0" u="none" strike="noStrike">
                <a:solidFill>
                  <a:srgbClr val="000000"/>
                </a:solidFill>
                <a:uFillTx/>
                <a:latin typeface="Menlo"/>
              </a:rPr>
              <a:t> </a:t>
            </a:r>
            <a:r>
              <a:rPr lang="de-DE" sz="2800" b="0" u="none" strike="noStrike">
                <a:solidFill>
                  <a:srgbClr val="795E26"/>
                </a:solidFill>
                <a:uFillTx/>
                <a:latin typeface="Menlo"/>
              </a:rPr>
              <a:t>weirdScoping</a:t>
            </a:r>
            <a:r>
              <a:rPr lang="de-DE" sz="2800" b="0" u="none" strike="noStrike">
                <a:solidFill>
                  <a:srgbClr val="000000"/>
                </a:solidFill>
                <a:uFillTx/>
                <a:latin typeface="Menlo"/>
              </a:rPr>
              <a:t>(</a:t>
            </a:r>
            <a:r>
              <a:rPr lang="de-DE" sz="2800" b="0" u="none" strike="noStrike">
                <a:solidFill>
                  <a:srgbClr val="001080"/>
                </a:solidFill>
                <a:uFillTx/>
                <a:latin typeface="Menlo"/>
              </a:rPr>
              <a:t>someFlag</a:t>
            </a:r>
            <a:r>
              <a:rPr lang="de-DE" sz="2800" b="0" u="none" strike="noStrike">
                <a:solidFill>
                  <a:srgbClr val="000000"/>
                </a:solidFill>
                <a:uFillTx/>
                <a:latin typeface="Menlo"/>
              </a:rPr>
              <a:t>: </a:t>
            </a:r>
            <a:r>
              <a:rPr lang="de-DE" sz="2800" b="0" u="none" strike="noStrike">
                <a:solidFill>
                  <a:srgbClr val="267F99"/>
                </a:solidFill>
                <a:uFillTx/>
                <a:latin typeface="Menlo"/>
              </a:rPr>
              <a:t>boolean</a:t>
            </a:r>
            <a:r>
              <a:rPr lang="de-DE" sz="2800" b="0" u="none" strike="noStrike">
                <a:solidFill>
                  <a:srgbClr val="000000"/>
                </a:solidFill>
                <a:uFillTx/>
                <a:latin typeface="Menlo"/>
              </a:rPr>
              <a:t>) {</a:t>
            </a:r>
            <a:endParaRPr lang="de-DE" sz="2800" b="0" u="none" strike="noStrike">
              <a:solidFill>
                <a:srgbClr val="000000"/>
              </a:solidFill>
              <a:uFillTx/>
              <a:latin typeface="Arial"/>
            </a:endParaRPr>
          </a:p>
          <a:p>
            <a:pPr marL="457200" indent="0" defTabSz="914400">
              <a:lnSpc>
                <a:spcPct val="90000"/>
              </a:lnSpc>
              <a:spcBef>
                <a:spcPts val="499"/>
              </a:spcBef>
              <a:buNone/>
              <a:tabLst>
                <a:tab pos="0" algn="l"/>
              </a:tabLst>
            </a:pPr>
            <a:r>
              <a:rPr lang="de-DE" sz="2400" b="0" u="none" strike="noStrike">
                <a:solidFill>
                  <a:srgbClr val="AF00DB"/>
                </a:solidFill>
                <a:uFillTx/>
                <a:latin typeface="Menlo"/>
              </a:rPr>
              <a:t>	if</a:t>
            </a:r>
            <a:r>
              <a:rPr lang="de-DE" sz="2400" b="0" u="none" strike="noStrike">
                <a:solidFill>
                  <a:srgbClr val="000000"/>
                </a:solidFill>
                <a:uFillTx/>
                <a:latin typeface="Menlo"/>
              </a:rPr>
              <a:t> (</a:t>
            </a:r>
            <a:r>
              <a:rPr lang="de-DE" sz="2400" b="0" u="none" strike="noStrike">
                <a:solidFill>
                  <a:srgbClr val="001080"/>
                </a:solidFill>
                <a:uFillTx/>
                <a:latin typeface="Menlo"/>
              </a:rPr>
              <a:t>someFlag</a:t>
            </a:r>
            <a:r>
              <a:rPr lang="de-DE" sz="2400" b="0" u="none" strike="noStrike">
                <a:solidFill>
                  <a:srgbClr val="000000"/>
                </a:solidFill>
                <a:uFillTx/>
                <a:latin typeface="Menlo"/>
              </a:rPr>
              <a:t>) {</a:t>
            </a:r>
            <a:endParaRPr lang="de-DE" sz="2400" b="0" u="none" strike="noStrike">
              <a:solidFill>
                <a:srgbClr val="000000"/>
              </a:solidFill>
              <a:uFillTx/>
              <a:latin typeface="Arial"/>
            </a:endParaRPr>
          </a:p>
          <a:p>
            <a:pPr marL="457200" indent="0" defTabSz="914400">
              <a:lnSpc>
                <a:spcPct val="90000"/>
              </a:lnSpc>
              <a:spcBef>
                <a:spcPts val="499"/>
              </a:spcBef>
              <a:buNone/>
              <a:tabLst>
                <a:tab pos="0" algn="l"/>
              </a:tabLst>
            </a:pPr>
            <a:r>
              <a:rPr lang="de-DE" sz="2400" b="0" u="none" strike="noStrike">
                <a:solidFill>
                  <a:srgbClr val="0000FF"/>
                </a:solidFill>
                <a:uFillTx/>
                <a:latin typeface="Menlo"/>
              </a:rPr>
              <a:t>		var</a:t>
            </a:r>
            <a:r>
              <a:rPr lang="de-DE" sz="2400" b="0" u="none" strike="noStrike">
                <a:solidFill>
                  <a:srgbClr val="000000"/>
                </a:solidFill>
                <a:uFillTx/>
                <a:latin typeface="Menlo"/>
              </a:rPr>
              <a:t> </a:t>
            </a:r>
            <a:r>
              <a:rPr lang="de-DE" sz="2400" b="0" u="none" strike="noStrike">
                <a:solidFill>
                  <a:srgbClr val="001080"/>
                </a:solidFill>
                <a:uFillTx/>
                <a:latin typeface="Menlo"/>
              </a:rPr>
              <a:t>x</a:t>
            </a:r>
            <a:r>
              <a:rPr lang="de-DE" sz="2400" b="0" u="none" strike="noStrike">
                <a:solidFill>
                  <a:srgbClr val="000000"/>
                </a:solidFill>
                <a:uFillTx/>
                <a:latin typeface="Menlo"/>
              </a:rPr>
              <a:t> = </a:t>
            </a:r>
            <a:r>
              <a:rPr lang="de-DE" sz="2400" b="0" u="none" strike="noStrike">
                <a:solidFill>
                  <a:srgbClr val="098658"/>
                </a:solidFill>
                <a:uFillTx/>
                <a:latin typeface="Menlo"/>
              </a:rPr>
              <a:t>10</a:t>
            </a:r>
            <a:r>
              <a:rPr lang="de-DE" sz="2400" b="0" u="none" strike="noStrike">
                <a:solidFill>
                  <a:srgbClr val="000000"/>
                </a:solidFill>
                <a:uFillTx/>
                <a:latin typeface="Menlo"/>
              </a:rPr>
              <a:t>;</a:t>
            </a:r>
            <a:endParaRPr lang="de-DE" sz="2400" b="0" u="none" strike="noStrike">
              <a:solidFill>
                <a:srgbClr val="000000"/>
              </a:solidFill>
              <a:uFillTx/>
              <a:latin typeface="Arial"/>
            </a:endParaRPr>
          </a:p>
          <a:p>
            <a:pPr marL="457200" indent="0" defTabSz="914400">
              <a:lnSpc>
                <a:spcPct val="90000"/>
              </a:lnSpc>
              <a:spcBef>
                <a:spcPts val="1001"/>
              </a:spcBef>
              <a:buNone/>
              <a:tabLst>
                <a:tab pos="0" algn="l"/>
              </a:tabLst>
            </a:pPr>
            <a:r>
              <a:rPr lang="de-DE" sz="2800" b="0" u="none" strike="noStrike">
                <a:solidFill>
                  <a:srgbClr val="000000"/>
                </a:solidFill>
                <a:uFillTx/>
                <a:latin typeface="Menlo"/>
              </a:rPr>
              <a:t>	}</a:t>
            </a:r>
            <a:br>
              <a:rPr sz="2800"/>
            </a:br>
            <a:r>
              <a:rPr lang="de-DE" sz="2800" b="0" u="none" strike="noStrike">
                <a:solidFill>
                  <a:srgbClr val="000000"/>
                </a:solidFill>
                <a:uFillTx/>
                <a:latin typeface="Menlo"/>
              </a:rPr>
              <a:t>	</a:t>
            </a:r>
            <a:r>
              <a:rPr lang="de-DE" sz="2800" b="0" u="none" strike="noStrike">
                <a:solidFill>
                  <a:srgbClr val="AF00DB"/>
                </a:solidFill>
                <a:uFillTx/>
                <a:latin typeface="Menlo"/>
              </a:rPr>
              <a:t>return</a:t>
            </a:r>
            <a:r>
              <a:rPr lang="de-DE" sz="2800" b="0" u="none" strike="noStrike">
                <a:solidFill>
                  <a:srgbClr val="000000"/>
                </a:solidFill>
                <a:uFillTx/>
                <a:latin typeface="Menlo"/>
              </a:rPr>
              <a:t> </a:t>
            </a:r>
            <a:r>
              <a:rPr lang="de-DE" sz="2800" b="0" u="none" strike="noStrike">
                <a:solidFill>
                  <a:srgbClr val="001080"/>
                </a:solidFill>
                <a:uFillTx/>
                <a:latin typeface="Menlo"/>
              </a:rPr>
              <a:t>x</a:t>
            </a:r>
            <a:r>
              <a:rPr lang="de-DE" sz="2800" b="0" u="none" strike="noStrike">
                <a:solidFill>
                  <a:srgbClr val="000000"/>
                </a:solidFill>
                <a:uFillTx/>
                <a:latin typeface="Menlo"/>
              </a:rPr>
              <a:t>;</a:t>
            </a:r>
            <a:endParaRPr lang="de-DE" sz="2800" b="0" u="none" strike="noStrike">
              <a:solidFill>
                <a:srgbClr val="000000"/>
              </a:solidFill>
              <a:uFillTx/>
              <a:latin typeface="Arial"/>
            </a:endParaRPr>
          </a:p>
          <a:p>
            <a:pPr marL="457200" indent="0" defTabSz="914400">
              <a:lnSpc>
                <a:spcPct val="90000"/>
              </a:lnSpc>
              <a:spcBef>
                <a:spcPts val="1001"/>
              </a:spcBef>
              <a:buNone/>
              <a:tabLst>
                <a:tab pos="0" algn="l"/>
              </a:tabLst>
            </a:pPr>
            <a:r>
              <a:rPr lang="de-DE" sz="2800" b="0" u="none" strike="noStrike">
                <a:solidFill>
                  <a:srgbClr val="000000"/>
                </a:solidFill>
                <a:uFillTx/>
                <a:latin typeface="Menlo"/>
              </a:rPr>
              <a:t>}</a:t>
            </a:r>
            <a:endParaRPr lang="de-DE" sz="2800" b="0" u="none" strike="noStrike">
              <a:solidFill>
                <a:srgbClr val="000000"/>
              </a:solidFill>
              <a:uFillTx/>
              <a:latin typeface="Arial"/>
            </a:endParaRPr>
          </a:p>
          <a:p>
            <a:pPr marL="457200" indent="0" defTabSz="914400">
              <a:lnSpc>
                <a:spcPct val="90000"/>
              </a:lnSpc>
              <a:spcBef>
                <a:spcPts val="1001"/>
              </a:spcBef>
              <a:buNone/>
              <a:tabLst>
                <a:tab pos="0" algn="l"/>
              </a:tabLst>
            </a:pPr>
            <a:endParaRPr lang="de-DE" sz="2800" b="0" u="none" strike="noStrike">
              <a:solidFill>
                <a:srgbClr val="000000"/>
              </a:solidFill>
              <a:uFillTx/>
              <a:latin typeface="Arial"/>
            </a:endParaRPr>
          </a:p>
          <a:p>
            <a:pPr marL="457200" indent="0" defTabSz="914400">
              <a:lnSpc>
                <a:spcPct val="90000"/>
              </a:lnSpc>
              <a:spcBef>
                <a:spcPts val="1001"/>
              </a:spcBef>
              <a:buNone/>
              <a:tabLst>
                <a:tab pos="0" algn="l"/>
              </a:tabLst>
            </a:pPr>
            <a:r>
              <a:rPr lang="de-DE" sz="2800" b="0" u="none" strike="noStrike">
                <a:solidFill>
                  <a:srgbClr val="795E26"/>
                </a:solidFill>
                <a:uFillTx/>
                <a:latin typeface="Menlo"/>
              </a:rPr>
              <a:t>weirdScoping</a:t>
            </a:r>
            <a:r>
              <a:rPr lang="de-DE" sz="2800" b="0" u="none" strike="noStrike">
                <a:solidFill>
                  <a:srgbClr val="000000"/>
                </a:solidFill>
                <a:uFillTx/>
                <a:latin typeface="Menlo"/>
              </a:rPr>
              <a:t>(</a:t>
            </a:r>
            <a:r>
              <a:rPr lang="de-DE" sz="2800" b="0" u="none" strike="noStrike">
                <a:solidFill>
                  <a:srgbClr val="0000FF"/>
                </a:solidFill>
                <a:uFillTx/>
                <a:latin typeface="Menlo"/>
              </a:rPr>
              <a:t>false</a:t>
            </a:r>
            <a:r>
              <a:rPr lang="de-DE" sz="2800" b="0" u="none" strike="noStrike">
                <a:solidFill>
                  <a:srgbClr val="000000"/>
                </a:solidFill>
                <a:uFillTx/>
                <a:latin typeface="Menlo"/>
              </a:rPr>
              <a:t>);</a:t>
            </a:r>
            <a:endParaRPr lang="de-DE" sz="2800" b="0" u="none" strike="noStrike">
              <a:solidFill>
                <a:srgbClr val="000000"/>
              </a:solidFill>
              <a:uFillTx/>
              <a:latin typeface="Arial"/>
            </a:endParaRPr>
          </a:p>
          <a:p>
            <a:pPr marL="457200" indent="0" defTabSz="914400">
              <a:lnSpc>
                <a:spcPct val="90000"/>
              </a:lnSpc>
              <a:spcBef>
                <a:spcPts val="1001"/>
              </a:spcBef>
              <a:buNone/>
              <a:tabLst>
                <a:tab pos="0" algn="l"/>
              </a:tabLst>
            </a:pPr>
            <a:endParaRPr lang="de-DE" sz="2800" b="0" u="none" strike="noStrike">
              <a:solidFill>
                <a:srgbClr val="000000"/>
              </a:solidFill>
              <a:uFillTx/>
              <a:latin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Var-Scoping Macken 2</a:t>
            </a:r>
            <a:endParaRPr lang="de-DE" sz="4400" b="0" u="none" strike="noStrike">
              <a:solidFill>
                <a:srgbClr val="000000"/>
              </a:solidFill>
              <a:uFillTx/>
              <a:latin typeface="Arial"/>
            </a:endParaRPr>
          </a:p>
        </p:txBody>
      </p:sp>
      <p:sp>
        <p:nvSpPr>
          <p:cNvPr id="216"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lnSpcReduction="9999"/>
          </a:bodyPr>
          <a:lstStyle/>
          <a:p>
            <a:pPr indent="0" defTabSz="914400">
              <a:lnSpc>
                <a:spcPct val="90000"/>
              </a:lnSpc>
              <a:spcBef>
                <a:spcPts val="1001"/>
              </a:spcBef>
              <a:buNone/>
              <a:tabLst>
                <a:tab pos="0" algn="l"/>
              </a:tabLst>
            </a:pPr>
            <a:r>
              <a:rPr lang="de-DE" sz="2800" b="0" u="none" strike="noStrike">
                <a:solidFill>
                  <a:srgbClr val="0000FF"/>
                </a:solidFill>
                <a:uFillTx/>
                <a:latin typeface="Menlo"/>
              </a:rPr>
              <a:t>function</a:t>
            </a:r>
            <a:r>
              <a:rPr lang="de-DE" sz="2800" b="0" u="none" strike="noStrike">
                <a:solidFill>
                  <a:srgbClr val="000000"/>
                </a:solidFill>
                <a:uFillTx/>
                <a:latin typeface="Menlo"/>
              </a:rPr>
              <a:t> </a:t>
            </a:r>
            <a:r>
              <a:rPr lang="de-DE" sz="2800" b="0" u="none" strike="noStrike">
                <a:solidFill>
                  <a:srgbClr val="795E26"/>
                </a:solidFill>
                <a:uFillTx/>
                <a:latin typeface="Menlo"/>
              </a:rPr>
              <a:t>sumOf</a:t>
            </a:r>
            <a:r>
              <a:rPr lang="de-DE" sz="2800" b="0" u="none" strike="noStrike">
                <a:solidFill>
                  <a:srgbClr val="000000"/>
                </a:solidFill>
                <a:uFillTx/>
                <a:latin typeface="Menlo"/>
              </a:rPr>
              <a:t>(</a:t>
            </a:r>
            <a:r>
              <a:rPr lang="de-DE" sz="2800" b="0" u="none" strike="noStrike">
                <a:solidFill>
                  <a:srgbClr val="001080"/>
                </a:solidFill>
                <a:uFillTx/>
                <a:latin typeface="Menlo"/>
              </a:rPr>
              <a:t>matrix</a:t>
            </a:r>
            <a:r>
              <a:rPr lang="de-DE" sz="2800" b="0" u="none" strike="noStrike">
                <a:solidFill>
                  <a:srgbClr val="000000"/>
                </a:solidFill>
                <a:uFillTx/>
                <a:latin typeface="Menlo"/>
              </a:rPr>
              <a:t>: </a:t>
            </a:r>
            <a:r>
              <a:rPr lang="de-DE" sz="2800" b="0" u="none" strike="noStrike">
                <a:solidFill>
                  <a:srgbClr val="267F99"/>
                </a:solidFill>
                <a:uFillTx/>
                <a:latin typeface="Menlo"/>
              </a:rPr>
              <a:t>number</a:t>
            </a:r>
            <a:r>
              <a:rPr lang="de-DE" sz="2800" b="0" u="none" strike="noStrike">
                <a:solidFill>
                  <a:srgbClr val="000000"/>
                </a:solidFill>
                <a:uFillTx/>
                <a:latin typeface="Menlo"/>
              </a:rPr>
              <a:t>[][]) {</a:t>
            </a:r>
            <a:endParaRPr lang="de-DE" sz="2800" b="0" u="none" strike="noStrike">
              <a:solidFill>
                <a:srgbClr val="000000"/>
              </a:solidFill>
              <a:uFillTx/>
              <a:latin typeface="Arial"/>
            </a:endParaRPr>
          </a:p>
          <a:p>
            <a:pPr marL="457200" indent="0" defTabSz="914400">
              <a:lnSpc>
                <a:spcPct val="90000"/>
              </a:lnSpc>
              <a:spcBef>
                <a:spcPts val="499"/>
              </a:spcBef>
              <a:buNone/>
              <a:tabLst>
                <a:tab pos="0" algn="l"/>
              </a:tabLst>
            </a:pPr>
            <a:r>
              <a:rPr lang="de-DE" sz="2400" b="0" u="none" strike="noStrike">
                <a:solidFill>
                  <a:srgbClr val="0000FF"/>
                </a:solidFill>
                <a:uFillTx/>
                <a:latin typeface="Menlo"/>
              </a:rPr>
              <a:t>var</a:t>
            </a:r>
            <a:r>
              <a:rPr lang="de-DE" sz="2400" b="0" u="none" strike="noStrike">
                <a:solidFill>
                  <a:srgbClr val="000000"/>
                </a:solidFill>
                <a:uFillTx/>
                <a:latin typeface="Menlo"/>
              </a:rPr>
              <a:t> </a:t>
            </a:r>
            <a:r>
              <a:rPr lang="de-DE" sz="2400" b="0" u="none" strike="noStrike">
                <a:solidFill>
                  <a:srgbClr val="001080"/>
                </a:solidFill>
                <a:uFillTx/>
                <a:latin typeface="Menlo"/>
              </a:rPr>
              <a:t>sum</a:t>
            </a:r>
            <a:r>
              <a:rPr lang="de-DE" sz="2400" b="0" u="none" strike="noStrike">
                <a:solidFill>
                  <a:srgbClr val="000000"/>
                </a:solidFill>
                <a:uFillTx/>
                <a:latin typeface="Menlo"/>
              </a:rPr>
              <a:t> = </a:t>
            </a:r>
            <a:r>
              <a:rPr lang="de-DE" sz="2400" b="0" u="none" strike="noStrike">
                <a:solidFill>
                  <a:srgbClr val="098658"/>
                </a:solidFill>
                <a:uFillTx/>
                <a:latin typeface="Menlo"/>
              </a:rPr>
              <a:t>0</a:t>
            </a:r>
            <a:r>
              <a:rPr lang="de-DE" sz="2400" b="0" u="none" strike="noStrike">
                <a:solidFill>
                  <a:srgbClr val="000000"/>
                </a:solidFill>
                <a:uFillTx/>
                <a:latin typeface="Menlo"/>
              </a:rPr>
              <a:t>;</a:t>
            </a:r>
            <a:endParaRPr lang="de-DE" sz="2400" b="0" u="none" strike="noStrike">
              <a:solidFill>
                <a:srgbClr val="000000"/>
              </a:solidFill>
              <a:uFillTx/>
              <a:latin typeface="Arial"/>
            </a:endParaRPr>
          </a:p>
          <a:p>
            <a:pPr marL="457200" indent="0" defTabSz="914400">
              <a:lnSpc>
                <a:spcPct val="90000"/>
              </a:lnSpc>
              <a:spcBef>
                <a:spcPts val="499"/>
              </a:spcBef>
              <a:buNone/>
              <a:tabLst>
                <a:tab pos="0" algn="l"/>
              </a:tabLst>
            </a:pPr>
            <a:r>
              <a:rPr lang="de-DE" sz="2400" b="0" u="none" strike="noStrike">
                <a:solidFill>
                  <a:srgbClr val="AF00DB"/>
                </a:solidFill>
                <a:uFillTx/>
                <a:latin typeface="Menlo"/>
              </a:rPr>
              <a:t>for</a:t>
            </a:r>
            <a:r>
              <a:rPr lang="de-DE" sz="2400" b="0" u="none" strike="noStrike">
                <a:solidFill>
                  <a:srgbClr val="000000"/>
                </a:solidFill>
                <a:uFillTx/>
                <a:latin typeface="Menlo"/>
              </a:rPr>
              <a:t> (</a:t>
            </a:r>
            <a:r>
              <a:rPr lang="de-DE" sz="2400" b="0" u="none" strike="noStrike">
                <a:solidFill>
                  <a:srgbClr val="0000FF"/>
                </a:solidFill>
                <a:uFillTx/>
                <a:latin typeface="Menlo"/>
              </a:rPr>
              <a:t>var</a:t>
            </a:r>
            <a:r>
              <a:rPr lang="de-DE" sz="2400" b="0" u="none" strike="noStrike">
                <a:solidFill>
                  <a:srgbClr val="000000"/>
                </a:solidFill>
                <a:uFillTx/>
                <a:latin typeface="Menlo"/>
              </a:rPr>
              <a:t> </a:t>
            </a:r>
            <a:r>
              <a:rPr lang="de-DE" sz="2400" b="0" u="none" strike="noStrike">
                <a:solidFill>
                  <a:srgbClr val="001080"/>
                </a:solidFill>
                <a:uFillTx/>
                <a:latin typeface="Menlo"/>
              </a:rPr>
              <a:t>i</a:t>
            </a:r>
            <a:r>
              <a:rPr lang="de-DE" sz="2400" b="0" u="none" strike="noStrike">
                <a:solidFill>
                  <a:srgbClr val="000000"/>
                </a:solidFill>
                <a:uFillTx/>
                <a:latin typeface="Menlo"/>
              </a:rPr>
              <a:t> = </a:t>
            </a:r>
            <a:r>
              <a:rPr lang="de-DE" sz="2400" b="0" u="none" strike="noStrike">
                <a:solidFill>
                  <a:srgbClr val="098658"/>
                </a:solidFill>
                <a:uFillTx/>
                <a:latin typeface="Menlo"/>
              </a:rPr>
              <a:t>0</a:t>
            </a:r>
            <a:r>
              <a:rPr lang="de-DE" sz="2400" b="0" u="none" strike="noStrike">
                <a:solidFill>
                  <a:srgbClr val="000000"/>
                </a:solidFill>
                <a:uFillTx/>
                <a:latin typeface="Menlo"/>
              </a:rPr>
              <a:t>; </a:t>
            </a:r>
            <a:r>
              <a:rPr lang="de-DE" sz="2400" b="0" u="none" strike="noStrike">
                <a:solidFill>
                  <a:srgbClr val="001080"/>
                </a:solidFill>
                <a:uFillTx/>
                <a:latin typeface="Menlo"/>
              </a:rPr>
              <a:t>i</a:t>
            </a:r>
            <a:r>
              <a:rPr lang="de-DE" sz="2400" b="0" u="none" strike="noStrike">
                <a:solidFill>
                  <a:srgbClr val="000000"/>
                </a:solidFill>
                <a:uFillTx/>
                <a:latin typeface="Menlo"/>
              </a:rPr>
              <a:t> &lt; </a:t>
            </a:r>
            <a:r>
              <a:rPr lang="de-DE" sz="2400" b="0" u="none" strike="noStrike">
                <a:solidFill>
                  <a:srgbClr val="001080"/>
                </a:solidFill>
                <a:uFillTx/>
                <a:latin typeface="Menlo"/>
              </a:rPr>
              <a:t>matrix</a:t>
            </a:r>
            <a:r>
              <a:rPr lang="de-DE" sz="2400" b="0" u="none" strike="noStrike">
                <a:solidFill>
                  <a:srgbClr val="000000"/>
                </a:solidFill>
                <a:uFillTx/>
                <a:latin typeface="Menlo"/>
              </a:rPr>
              <a:t>.</a:t>
            </a:r>
            <a:r>
              <a:rPr lang="de-DE" sz="2400" b="0" u="none" strike="noStrike">
                <a:solidFill>
                  <a:srgbClr val="001080"/>
                </a:solidFill>
                <a:uFillTx/>
                <a:latin typeface="Menlo"/>
              </a:rPr>
              <a:t>length</a:t>
            </a:r>
            <a:r>
              <a:rPr lang="de-DE" sz="2400" b="0" u="none" strike="noStrike">
                <a:solidFill>
                  <a:srgbClr val="000000"/>
                </a:solidFill>
                <a:uFillTx/>
                <a:latin typeface="Menlo"/>
              </a:rPr>
              <a:t>; </a:t>
            </a:r>
            <a:r>
              <a:rPr lang="de-DE" sz="2400" b="0" u="none" strike="noStrike">
                <a:solidFill>
                  <a:srgbClr val="001080"/>
                </a:solidFill>
                <a:uFillTx/>
                <a:latin typeface="Menlo"/>
              </a:rPr>
              <a:t>i</a:t>
            </a:r>
            <a:r>
              <a:rPr lang="de-DE" sz="2400" b="0" u="none" strike="noStrike">
                <a:solidFill>
                  <a:srgbClr val="000000"/>
                </a:solidFill>
                <a:uFillTx/>
                <a:latin typeface="Menlo"/>
              </a:rPr>
              <a:t>++) {</a:t>
            </a:r>
            <a:endParaRPr lang="de-DE" sz="2400" b="0" u="none" strike="noStrike">
              <a:solidFill>
                <a:srgbClr val="000000"/>
              </a:solidFill>
              <a:uFillTx/>
              <a:latin typeface="Arial"/>
            </a:endParaRPr>
          </a:p>
          <a:p>
            <a:pPr marL="457200" indent="0" defTabSz="914400">
              <a:lnSpc>
                <a:spcPct val="90000"/>
              </a:lnSpc>
              <a:spcBef>
                <a:spcPts val="499"/>
              </a:spcBef>
              <a:buNone/>
              <a:tabLst>
                <a:tab pos="0" algn="l"/>
              </a:tabLst>
            </a:pPr>
            <a:r>
              <a:rPr lang="de-DE" sz="2400" b="0" u="none" strike="noStrike">
                <a:solidFill>
                  <a:srgbClr val="0000FF"/>
                </a:solidFill>
                <a:uFillTx/>
                <a:latin typeface="Menlo"/>
              </a:rPr>
              <a:t>	var</a:t>
            </a:r>
            <a:r>
              <a:rPr lang="de-DE" sz="2400" b="0" u="none" strike="noStrike">
                <a:solidFill>
                  <a:srgbClr val="000000"/>
                </a:solidFill>
                <a:uFillTx/>
                <a:latin typeface="Menlo"/>
              </a:rPr>
              <a:t> </a:t>
            </a:r>
            <a:r>
              <a:rPr lang="de-DE" sz="2400" b="0" u="none" strike="noStrike">
                <a:solidFill>
                  <a:srgbClr val="001080"/>
                </a:solidFill>
                <a:uFillTx/>
                <a:latin typeface="Menlo"/>
              </a:rPr>
              <a:t>row</a:t>
            </a:r>
            <a:r>
              <a:rPr lang="de-DE" sz="2400" b="0" u="none" strike="noStrike">
                <a:solidFill>
                  <a:srgbClr val="000000"/>
                </a:solidFill>
                <a:uFillTx/>
                <a:latin typeface="Menlo"/>
              </a:rPr>
              <a:t> = </a:t>
            </a:r>
            <a:r>
              <a:rPr lang="de-DE" sz="2400" b="0" u="none" strike="noStrike">
                <a:solidFill>
                  <a:srgbClr val="001080"/>
                </a:solidFill>
                <a:uFillTx/>
                <a:latin typeface="Menlo"/>
              </a:rPr>
              <a:t>matrix</a:t>
            </a:r>
            <a:r>
              <a:rPr lang="de-DE" sz="2400" b="0" u="none" strike="noStrike">
                <a:solidFill>
                  <a:srgbClr val="000000"/>
                </a:solidFill>
                <a:uFillTx/>
                <a:latin typeface="Menlo"/>
              </a:rPr>
              <a:t>[</a:t>
            </a:r>
            <a:r>
              <a:rPr lang="de-DE" sz="2400" b="0" u="none" strike="noStrike">
                <a:solidFill>
                  <a:srgbClr val="001080"/>
                </a:solidFill>
                <a:uFillTx/>
                <a:latin typeface="Menlo"/>
              </a:rPr>
              <a:t>i</a:t>
            </a:r>
            <a:r>
              <a:rPr lang="de-DE" sz="2400" b="0" u="none" strike="noStrike">
                <a:solidFill>
                  <a:srgbClr val="000000"/>
                </a:solidFill>
                <a:uFillTx/>
                <a:latin typeface="Menlo"/>
              </a:rPr>
              <a:t>];</a:t>
            </a:r>
            <a:endParaRPr lang="de-DE" sz="2400" b="0" u="none" strike="noStrike">
              <a:solidFill>
                <a:srgbClr val="000000"/>
              </a:solidFill>
              <a:uFillTx/>
              <a:latin typeface="Arial"/>
            </a:endParaRPr>
          </a:p>
          <a:p>
            <a:pPr marL="457200" indent="0" defTabSz="914400">
              <a:lnSpc>
                <a:spcPct val="90000"/>
              </a:lnSpc>
              <a:spcBef>
                <a:spcPts val="499"/>
              </a:spcBef>
              <a:buNone/>
              <a:tabLst>
                <a:tab pos="0" algn="l"/>
              </a:tabLst>
            </a:pPr>
            <a:r>
              <a:rPr lang="de-DE" sz="2400" b="0" u="none" strike="noStrike">
                <a:solidFill>
                  <a:srgbClr val="AF00DB"/>
                </a:solidFill>
                <a:uFillTx/>
                <a:latin typeface="Menlo"/>
              </a:rPr>
              <a:t>	for</a:t>
            </a:r>
            <a:r>
              <a:rPr lang="de-DE" sz="2400" b="0" u="none" strike="noStrike">
                <a:solidFill>
                  <a:srgbClr val="000000"/>
                </a:solidFill>
                <a:uFillTx/>
                <a:latin typeface="Menlo"/>
              </a:rPr>
              <a:t> (</a:t>
            </a:r>
            <a:r>
              <a:rPr lang="de-DE" sz="2400" b="0" u="none" strike="noStrike">
                <a:solidFill>
                  <a:srgbClr val="0000FF"/>
                </a:solidFill>
                <a:uFillTx/>
                <a:latin typeface="Menlo"/>
              </a:rPr>
              <a:t>var</a:t>
            </a:r>
            <a:r>
              <a:rPr lang="de-DE" sz="2400" b="0" u="none" strike="noStrike">
                <a:solidFill>
                  <a:srgbClr val="000000"/>
                </a:solidFill>
                <a:uFillTx/>
                <a:latin typeface="Menlo"/>
              </a:rPr>
              <a:t> </a:t>
            </a:r>
            <a:r>
              <a:rPr lang="de-DE" sz="2400" b="0" u="none" strike="noStrike">
                <a:solidFill>
                  <a:srgbClr val="001080"/>
                </a:solidFill>
                <a:uFillTx/>
                <a:latin typeface="Menlo"/>
              </a:rPr>
              <a:t>i</a:t>
            </a:r>
            <a:r>
              <a:rPr lang="de-DE" sz="2400" b="0" u="none" strike="noStrike">
                <a:solidFill>
                  <a:srgbClr val="000000"/>
                </a:solidFill>
                <a:uFillTx/>
                <a:latin typeface="Menlo"/>
              </a:rPr>
              <a:t> = </a:t>
            </a:r>
            <a:r>
              <a:rPr lang="de-DE" sz="2400" b="0" u="none" strike="noStrike">
                <a:solidFill>
                  <a:srgbClr val="098658"/>
                </a:solidFill>
                <a:uFillTx/>
                <a:latin typeface="Menlo"/>
              </a:rPr>
              <a:t>0</a:t>
            </a:r>
            <a:r>
              <a:rPr lang="de-DE" sz="2400" b="0" u="none" strike="noStrike">
                <a:solidFill>
                  <a:srgbClr val="000000"/>
                </a:solidFill>
                <a:uFillTx/>
                <a:latin typeface="Menlo"/>
              </a:rPr>
              <a:t>; </a:t>
            </a:r>
            <a:r>
              <a:rPr lang="de-DE" sz="2400" b="0" u="none" strike="noStrike">
                <a:solidFill>
                  <a:srgbClr val="001080"/>
                </a:solidFill>
                <a:uFillTx/>
                <a:latin typeface="Menlo"/>
              </a:rPr>
              <a:t>i</a:t>
            </a:r>
            <a:r>
              <a:rPr lang="de-DE" sz="2400" b="0" u="none" strike="noStrike">
                <a:solidFill>
                  <a:srgbClr val="000000"/>
                </a:solidFill>
                <a:uFillTx/>
                <a:latin typeface="Menlo"/>
              </a:rPr>
              <a:t> &lt; </a:t>
            </a:r>
            <a:r>
              <a:rPr lang="de-DE" sz="2400" b="0" u="none" strike="noStrike">
                <a:solidFill>
                  <a:srgbClr val="001080"/>
                </a:solidFill>
                <a:uFillTx/>
                <a:latin typeface="Menlo"/>
              </a:rPr>
              <a:t>row</a:t>
            </a:r>
            <a:r>
              <a:rPr lang="de-DE" sz="2400" b="0" u="none" strike="noStrike">
                <a:solidFill>
                  <a:srgbClr val="000000"/>
                </a:solidFill>
                <a:uFillTx/>
                <a:latin typeface="Menlo"/>
              </a:rPr>
              <a:t>.</a:t>
            </a:r>
            <a:r>
              <a:rPr lang="de-DE" sz="2400" b="0" u="none" strike="noStrike">
                <a:solidFill>
                  <a:srgbClr val="001080"/>
                </a:solidFill>
                <a:uFillTx/>
                <a:latin typeface="Menlo"/>
              </a:rPr>
              <a:t>length</a:t>
            </a:r>
            <a:r>
              <a:rPr lang="de-DE" sz="2400" b="0" u="none" strike="noStrike">
                <a:solidFill>
                  <a:srgbClr val="000000"/>
                </a:solidFill>
                <a:uFillTx/>
                <a:latin typeface="Menlo"/>
              </a:rPr>
              <a:t>; </a:t>
            </a:r>
            <a:r>
              <a:rPr lang="de-DE" sz="2400" b="0" u="none" strike="noStrike">
                <a:solidFill>
                  <a:srgbClr val="001080"/>
                </a:solidFill>
                <a:uFillTx/>
                <a:latin typeface="Menlo"/>
              </a:rPr>
              <a:t>i</a:t>
            </a:r>
            <a:r>
              <a:rPr lang="de-DE" sz="2400" b="0" u="none" strike="noStrike">
                <a:solidFill>
                  <a:srgbClr val="000000"/>
                </a:solidFill>
                <a:uFillTx/>
                <a:latin typeface="Menlo"/>
              </a:rPr>
              <a:t>++) {</a:t>
            </a:r>
            <a:endParaRPr lang="de-DE" sz="2400" b="0" u="none" strike="noStrike">
              <a:solidFill>
                <a:srgbClr val="000000"/>
              </a:solidFill>
              <a:uFillTx/>
              <a:latin typeface="Arial"/>
            </a:endParaRPr>
          </a:p>
          <a:p>
            <a:pPr marL="457200" indent="0" defTabSz="914400">
              <a:lnSpc>
                <a:spcPct val="90000"/>
              </a:lnSpc>
              <a:spcBef>
                <a:spcPts val="499"/>
              </a:spcBef>
              <a:buNone/>
              <a:tabLst>
                <a:tab pos="0" algn="l"/>
              </a:tabLst>
            </a:pPr>
            <a:r>
              <a:rPr lang="de-DE" sz="2400" b="0" u="none" strike="noStrike">
                <a:solidFill>
                  <a:srgbClr val="001080"/>
                </a:solidFill>
                <a:uFillTx/>
                <a:latin typeface="Menlo"/>
              </a:rPr>
              <a:t>		sum</a:t>
            </a:r>
            <a:r>
              <a:rPr lang="de-DE" sz="2400" b="0" u="none" strike="noStrike">
                <a:solidFill>
                  <a:srgbClr val="000000"/>
                </a:solidFill>
                <a:uFillTx/>
                <a:latin typeface="Menlo"/>
              </a:rPr>
              <a:t> += </a:t>
            </a:r>
            <a:r>
              <a:rPr lang="de-DE" sz="2400" b="0" u="none" strike="noStrike">
                <a:solidFill>
                  <a:srgbClr val="001080"/>
                </a:solidFill>
                <a:uFillTx/>
                <a:latin typeface="Menlo"/>
              </a:rPr>
              <a:t>row</a:t>
            </a:r>
            <a:r>
              <a:rPr lang="de-DE" sz="2400" b="0" u="none" strike="noStrike">
                <a:solidFill>
                  <a:srgbClr val="000000"/>
                </a:solidFill>
                <a:uFillTx/>
                <a:latin typeface="Menlo"/>
              </a:rPr>
              <a:t>[</a:t>
            </a:r>
            <a:r>
              <a:rPr lang="de-DE" sz="2400" b="0" u="none" strike="noStrike">
                <a:solidFill>
                  <a:srgbClr val="001080"/>
                </a:solidFill>
                <a:uFillTx/>
                <a:latin typeface="Menlo"/>
              </a:rPr>
              <a:t>i</a:t>
            </a:r>
            <a:r>
              <a:rPr lang="de-DE" sz="2400" b="0" u="none" strike="noStrike">
                <a:solidFill>
                  <a:srgbClr val="000000"/>
                </a:solidFill>
                <a:uFillTx/>
                <a:latin typeface="Menlo"/>
              </a:rPr>
              <a:t>];</a:t>
            </a:r>
            <a:endParaRPr lang="de-DE" sz="2400" b="0" u="none" strike="noStrike">
              <a:solidFill>
                <a:srgbClr val="000000"/>
              </a:solidFill>
              <a:uFillTx/>
              <a:latin typeface="Arial"/>
            </a:endParaRPr>
          </a:p>
          <a:p>
            <a:pPr marL="457200" indent="0" defTabSz="914400">
              <a:lnSpc>
                <a:spcPct val="90000"/>
              </a:lnSpc>
              <a:spcBef>
                <a:spcPts val="499"/>
              </a:spcBef>
              <a:buNone/>
              <a:tabLst>
                <a:tab pos="0" algn="l"/>
              </a:tabLst>
            </a:pPr>
            <a:r>
              <a:rPr lang="de-DE" sz="2400" b="0" u="none" strike="noStrike">
                <a:solidFill>
                  <a:srgbClr val="000000"/>
                </a:solidFill>
                <a:uFillTx/>
                <a:latin typeface="Menlo"/>
              </a:rPr>
              <a:t>	}</a:t>
            </a:r>
            <a:endParaRPr lang="de-DE" sz="2400" b="0" u="none" strike="noStrike">
              <a:solidFill>
                <a:srgbClr val="000000"/>
              </a:solidFill>
              <a:uFillTx/>
              <a:latin typeface="Arial"/>
            </a:endParaRPr>
          </a:p>
          <a:p>
            <a:pPr marL="457200" indent="0" defTabSz="914400">
              <a:lnSpc>
                <a:spcPct val="90000"/>
              </a:lnSpc>
              <a:spcBef>
                <a:spcPts val="499"/>
              </a:spcBef>
              <a:buNone/>
              <a:tabLst>
                <a:tab pos="0" algn="l"/>
              </a:tabLst>
            </a:pPr>
            <a:r>
              <a:rPr lang="de-DE" sz="2400" b="0" u="none" strike="noStrike">
                <a:solidFill>
                  <a:srgbClr val="000000"/>
                </a:solidFill>
                <a:uFillTx/>
                <a:latin typeface="Menlo"/>
              </a:rPr>
              <a:t>}</a:t>
            </a:r>
            <a:endParaRPr lang="de-DE" sz="2400" b="0" u="none" strike="noStrike">
              <a:solidFill>
                <a:srgbClr val="000000"/>
              </a:solidFill>
              <a:uFillTx/>
              <a:latin typeface="Arial"/>
            </a:endParaRPr>
          </a:p>
          <a:p>
            <a:pPr marL="457200" indent="0" defTabSz="914400">
              <a:lnSpc>
                <a:spcPct val="90000"/>
              </a:lnSpc>
              <a:spcBef>
                <a:spcPts val="499"/>
              </a:spcBef>
              <a:buNone/>
              <a:tabLst>
                <a:tab pos="0" algn="l"/>
              </a:tabLst>
            </a:pPr>
            <a:br>
              <a:rPr sz="2400"/>
            </a:br>
            <a:r>
              <a:rPr lang="de-DE" sz="2400" b="0" u="none" strike="noStrike">
                <a:solidFill>
                  <a:srgbClr val="AF00DB"/>
                </a:solidFill>
                <a:uFillTx/>
                <a:latin typeface="Menlo"/>
              </a:rPr>
              <a:t>return</a:t>
            </a:r>
            <a:r>
              <a:rPr lang="de-DE" sz="2400" b="0" u="none" strike="noStrike">
                <a:solidFill>
                  <a:srgbClr val="000000"/>
                </a:solidFill>
                <a:uFillTx/>
                <a:latin typeface="Menlo"/>
              </a:rPr>
              <a:t> </a:t>
            </a:r>
            <a:r>
              <a:rPr lang="de-DE" sz="2400" b="0" u="none" strike="noStrike">
                <a:solidFill>
                  <a:srgbClr val="001080"/>
                </a:solidFill>
                <a:uFillTx/>
                <a:latin typeface="Menlo"/>
              </a:rPr>
              <a:t>sum</a:t>
            </a:r>
            <a:r>
              <a:rPr lang="de-DE" sz="2400" b="0" u="none" strike="noStrike">
                <a:solidFill>
                  <a:srgbClr val="000000"/>
                </a:solidFill>
                <a:uFillTx/>
                <a:latin typeface="Menlo"/>
              </a:rPr>
              <a:t>;</a:t>
            </a:r>
            <a:endParaRPr lang="de-DE" sz="2400" b="0" u="none" strike="noStrike">
              <a:solidFill>
                <a:srgbClr val="000000"/>
              </a:solidFill>
              <a:uFillTx/>
              <a:latin typeface="Arial"/>
            </a:endParaRPr>
          </a:p>
          <a:p>
            <a:pPr marL="457200" indent="0" defTabSz="914400">
              <a:lnSpc>
                <a:spcPct val="90000"/>
              </a:lnSpc>
              <a:spcBef>
                <a:spcPts val="1001"/>
              </a:spcBef>
              <a:buNone/>
              <a:tabLst>
                <a:tab pos="0" algn="l"/>
              </a:tabLst>
            </a:pPr>
            <a:r>
              <a:rPr lang="de-DE" sz="2800" b="0" u="none" strike="noStrike">
                <a:solidFill>
                  <a:srgbClr val="000000"/>
                </a:solidFill>
                <a:uFillTx/>
                <a:latin typeface="Menlo"/>
              </a:rPr>
              <a:t>}</a:t>
            </a:r>
            <a:endParaRPr lang="de-DE" sz="2800" b="0" u="none" strike="noStrike">
              <a:solidFill>
                <a:srgbClr val="000000"/>
              </a:solidFill>
              <a:uFillTx/>
              <a:latin typeface="Arial"/>
            </a:endParaRPr>
          </a:p>
          <a:p>
            <a:pPr marL="457200" indent="0" defTabSz="914400">
              <a:lnSpc>
                <a:spcPct val="90000"/>
              </a:lnSpc>
              <a:spcBef>
                <a:spcPts val="1001"/>
              </a:spcBef>
              <a:buNone/>
              <a:tabLst>
                <a:tab pos="0" algn="l"/>
              </a:tabLst>
            </a:pPr>
            <a:endParaRPr lang="de-DE" sz="2800" b="0" u="none" strike="noStrike">
              <a:solidFill>
                <a:srgbClr val="000000"/>
              </a:solidFill>
              <a:uFillTx/>
              <a:latin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Var-Scoping Macken 3</a:t>
            </a:r>
            <a:endParaRPr lang="de-DE" sz="4400" b="0" u="none" strike="noStrike">
              <a:solidFill>
                <a:srgbClr val="000000"/>
              </a:solidFill>
              <a:uFillTx/>
              <a:latin typeface="Arial"/>
            </a:endParaRPr>
          </a:p>
        </p:txBody>
      </p:sp>
      <p:sp>
        <p:nvSpPr>
          <p:cNvPr id="218"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de-DE" sz="2800" b="0" u="none" strike="noStrike">
                <a:solidFill>
                  <a:srgbClr val="AF00DB"/>
                </a:solidFill>
                <a:uFillTx/>
                <a:latin typeface="Menlo"/>
              </a:rPr>
              <a:t>for</a:t>
            </a:r>
            <a:r>
              <a:rPr lang="de-DE" sz="2800" b="0" u="none" strike="noStrike">
                <a:solidFill>
                  <a:srgbClr val="000000"/>
                </a:solidFill>
                <a:uFillTx/>
                <a:latin typeface="Menlo"/>
              </a:rPr>
              <a:t> (</a:t>
            </a:r>
            <a:r>
              <a:rPr lang="de-DE" sz="2800" b="0" u="none" strike="noStrike">
                <a:solidFill>
                  <a:srgbClr val="0000FF"/>
                </a:solidFill>
                <a:uFillTx/>
                <a:latin typeface="Menlo"/>
              </a:rPr>
              <a:t>var</a:t>
            </a:r>
            <a:r>
              <a:rPr lang="de-DE" sz="2800" b="0" u="none" strike="noStrike">
                <a:solidFill>
                  <a:srgbClr val="000000"/>
                </a:solidFill>
                <a:uFillTx/>
                <a:latin typeface="Menlo"/>
              </a:rPr>
              <a:t> </a:t>
            </a:r>
            <a:r>
              <a:rPr lang="de-DE" sz="2800" b="0" u="none" strike="noStrike">
                <a:solidFill>
                  <a:srgbClr val="001080"/>
                </a:solidFill>
                <a:uFillTx/>
                <a:latin typeface="Menlo"/>
              </a:rPr>
              <a:t>i</a:t>
            </a:r>
            <a:r>
              <a:rPr lang="de-DE" sz="2800" b="0" u="none" strike="noStrike">
                <a:solidFill>
                  <a:srgbClr val="000000"/>
                </a:solidFill>
                <a:uFillTx/>
                <a:latin typeface="Menlo"/>
              </a:rPr>
              <a:t> = </a:t>
            </a:r>
            <a:r>
              <a:rPr lang="de-DE" sz="2800" b="0" u="none" strike="noStrike">
                <a:solidFill>
                  <a:srgbClr val="098658"/>
                </a:solidFill>
                <a:uFillTx/>
                <a:latin typeface="Menlo"/>
              </a:rPr>
              <a:t>0</a:t>
            </a:r>
            <a:r>
              <a:rPr lang="de-DE" sz="2800" b="0" u="none" strike="noStrike">
                <a:solidFill>
                  <a:srgbClr val="000000"/>
                </a:solidFill>
                <a:uFillTx/>
                <a:latin typeface="Menlo"/>
              </a:rPr>
              <a:t>; </a:t>
            </a:r>
            <a:r>
              <a:rPr lang="de-DE" sz="2800" b="0" u="none" strike="noStrike">
                <a:solidFill>
                  <a:srgbClr val="001080"/>
                </a:solidFill>
                <a:uFillTx/>
                <a:latin typeface="Menlo"/>
              </a:rPr>
              <a:t>i</a:t>
            </a:r>
            <a:r>
              <a:rPr lang="de-DE" sz="2800" b="0" u="none" strike="noStrike">
                <a:solidFill>
                  <a:srgbClr val="000000"/>
                </a:solidFill>
                <a:uFillTx/>
                <a:latin typeface="Menlo"/>
              </a:rPr>
              <a:t> &lt; </a:t>
            </a:r>
            <a:r>
              <a:rPr lang="de-DE" sz="2800" b="0" u="none" strike="noStrike">
                <a:solidFill>
                  <a:srgbClr val="098658"/>
                </a:solidFill>
                <a:uFillTx/>
                <a:latin typeface="Menlo"/>
              </a:rPr>
              <a:t>10</a:t>
            </a:r>
            <a:r>
              <a:rPr lang="de-DE" sz="2800" b="0" u="none" strike="noStrike">
                <a:solidFill>
                  <a:srgbClr val="000000"/>
                </a:solidFill>
                <a:uFillTx/>
                <a:latin typeface="Menlo"/>
              </a:rPr>
              <a:t>; </a:t>
            </a:r>
            <a:r>
              <a:rPr lang="de-DE" sz="2800" b="0" u="none" strike="noStrike">
                <a:solidFill>
                  <a:srgbClr val="001080"/>
                </a:solidFill>
                <a:uFillTx/>
                <a:latin typeface="Menlo"/>
              </a:rPr>
              <a:t>i</a:t>
            </a:r>
            <a:r>
              <a:rPr lang="de-DE" sz="2800" b="0" u="none" strike="noStrike">
                <a:solidFill>
                  <a:srgbClr val="000000"/>
                </a:solidFill>
                <a:uFillTx/>
                <a:latin typeface="Menlo"/>
              </a:rPr>
              <a:t>++) {</a:t>
            </a:r>
            <a:endParaRPr lang="de-DE" sz="2800" b="0" u="none" strike="noStrike">
              <a:solidFill>
                <a:srgbClr val="000000"/>
              </a:solidFill>
              <a:uFillTx/>
              <a:latin typeface="Arial"/>
            </a:endParaRPr>
          </a:p>
          <a:p>
            <a:pPr marL="457200" indent="0" defTabSz="914400">
              <a:lnSpc>
                <a:spcPct val="90000"/>
              </a:lnSpc>
              <a:spcBef>
                <a:spcPts val="499"/>
              </a:spcBef>
              <a:buNone/>
              <a:tabLst>
                <a:tab pos="0" algn="l"/>
              </a:tabLst>
            </a:pPr>
            <a:r>
              <a:rPr lang="de-DE" sz="2400" b="0" u="none" strike="noStrike">
                <a:solidFill>
                  <a:srgbClr val="795E26"/>
                </a:solidFill>
                <a:uFillTx/>
                <a:latin typeface="Menlo"/>
              </a:rPr>
              <a:t>setTimeout</a:t>
            </a:r>
            <a:r>
              <a:rPr lang="de-DE" sz="2400" b="0" u="none" strike="noStrike">
                <a:solidFill>
                  <a:srgbClr val="000000"/>
                </a:solidFill>
                <a:uFillTx/>
                <a:latin typeface="Menlo"/>
              </a:rPr>
              <a:t>(</a:t>
            </a:r>
            <a:r>
              <a:rPr lang="de-DE" sz="2400" b="0" u="none" strike="noStrike">
                <a:solidFill>
                  <a:srgbClr val="0000FF"/>
                </a:solidFill>
                <a:uFillTx/>
                <a:latin typeface="Menlo"/>
              </a:rPr>
              <a:t>function</a:t>
            </a:r>
            <a:r>
              <a:rPr lang="de-DE" sz="2400" b="0" u="none" strike="noStrike">
                <a:solidFill>
                  <a:srgbClr val="000000"/>
                </a:solidFill>
                <a:uFillTx/>
                <a:latin typeface="Menlo"/>
              </a:rPr>
              <a:t>() { </a:t>
            </a:r>
            <a:r>
              <a:rPr lang="de-DE" sz="2400" b="0" u="none" strike="noStrike">
                <a:solidFill>
                  <a:srgbClr val="267F99"/>
                </a:solidFill>
                <a:uFillTx/>
                <a:latin typeface="Menlo"/>
              </a:rPr>
              <a:t>console</a:t>
            </a:r>
            <a:r>
              <a:rPr lang="de-DE" sz="2400" b="0" u="none" strike="noStrike">
                <a:solidFill>
                  <a:srgbClr val="000000"/>
                </a:solidFill>
                <a:uFillTx/>
                <a:latin typeface="Menlo"/>
              </a:rPr>
              <a:t>.</a:t>
            </a:r>
            <a:r>
              <a:rPr lang="de-DE" sz="2400" b="0" u="none" strike="noStrike">
                <a:solidFill>
                  <a:srgbClr val="795E26"/>
                </a:solidFill>
                <a:uFillTx/>
                <a:latin typeface="Menlo"/>
              </a:rPr>
              <a:t>log</a:t>
            </a:r>
            <a:r>
              <a:rPr lang="de-DE" sz="2400" b="0" u="none" strike="noStrike">
                <a:solidFill>
                  <a:srgbClr val="000000"/>
                </a:solidFill>
                <a:uFillTx/>
                <a:latin typeface="Menlo"/>
              </a:rPr>
              <a:t>(</a:t>
            </a:r>
            <a:r>
              <a:rPr lang="de-DE" sz="2400" b="0" u="none" strike="noStrike">
                <a:solidFill>
                  <a:srgbClr val="001080"/>
                </a:solidFill>
                <a:uFillTx/>
                <a:latin typeface="Menlo"/>
              </a:rPr>
              <a:t>i</a:t>
            </a:r>
            <a:r>
              <a:rPr lang="de-DE" sz="2400" b="0" u="none" strike="noStrike">
                <a:solidFill>
                  <a:srgbClr val="000000"/>
                </a:solidFill>
                <a:uFillTx/>
                <a:latin typeface="Menlo"/>
              </a:rPr>
              <a:t>); }, </a:t>
            </a:r>
            <a:r>
              <a:rPr lang="de-DE" sz="2400" b="0" u="none" strike="noStrike">
                <a:solidFill>
                  <a:srgbClr val="098658"/>
                </a:solidFill>
                <a:uFillTx/>
                <a:latin typeface="Menlo"/>
              </a:rPr>
              <a:t>100</a:t>
            </a:r>
            <a:r>
              <a:rPr lang="de-DE" sz="2400" b="0" u="none" strike="noStrike">
                <a:solidFill>
                  <a:srgbClr val="000000"/>
                </a:solidFill>
                <a:uFillTx/>
                <a:latin typeface="Menlo"/>
              </a:rPr>
              <a:t> * </a:t>
            </a:r>
            <a:r>
              <a:rPr lang="de-DE" sz="2400" b="0" u="none" strike="noStrike">
                <a:solidFill>
                  <a:srgbClr val="001080"/>
                </a:solidFill>
                <a:uFillTx/>
                <a:latin typeface="Menlo"/>
              </a:rPr>
              <a:t>i</a:t>
            </a:r>
            <a:r>
              <a:rPr lang="de-DE" sz="2400" b="0" u="none" strike="noStrike">
                <a:solidFill>
                  <a:srgbClr val="000000"/>
                </a:solidFill>
                <a:uFillTx/>
                <a:latin typeface="Menlo"/>
              </a:rPr>
              <a:t>);</a:t>
            </a:r>
            <a:endParaRPr lang="de-DE" sz="2400" b="0" u="none" strike="noStrike">
              <a:solidFill>
                <a:srgbClr val="000000"/>
              </a:solidFill>
              <a:uFillTx/>
              <a:latin typeface="Arial"/>
            </a:endParaRPr>
          </a:p>
          <a:p>
            <a:pPr marL="457200" indent="0" defTabSz="914400">
              <a:lnSpc>
                <a:spcPct val="90000"/>
              </a:lnSpc>
              <a:spcBef>
                <a:spcPts val="1001"/>
              </a:spcBef>
              <a:buNone/>
              <a:tabLst>
                <a:tab pos="0" algn="l"/>
              </a:tabLst>
            </a:pPr>
            <a:r>
              <a:rPr lang="de-DE" sz="2800" b="0" u="none" strike="noStrike">
                <a:solidFill>
                  <a:srgbClr val="000000"/>
                </a:solidFill>
                <a:uFillTx/>
                <a:latin typeface="Menlo"/>
              </a:rPr>
              <a:t>}</a:t>
            </a:r>
            <a:endParaRPr lang="de-DE" sz="2800" b="0" u="none" strike="noStrike">
              <a:solidFill>
                <a:srgbClr val="000000"/>
              </a:solidFill>
              <a:uFillTx/>
              <a:latin typeface="Arial"/>
            </a:endParaRPr>
          </a:p>
          <a:p>
            <a:pPr marL="457200" indent="0" defTabSz="914400">
              <a:lnSpc>
                <a:spcPct val="90000"/>
              </a:lnSpc>
              <a:spcBef>
                <a:spcPts val="1001"/>
              </a:spcBef>
              <a:buNone/>
              <a:tabLst>
                <a:tab pos="0" algn="l"/>
              </a:tabLst>
            </a:pPr>
            <a:endParaRPr lang="de-DE" sz="2800" b="0" u="none" strike="noStrike">
              <a:solidFill>
                <a:srgbClr val="000000"/>
              </a:solidFill>
              <a:uFillTx/>
              <a:latin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 name="PlaceHolder 1"/>
          <p:cNvSpPr>
            <a:spLocks noGrp="1"/>
          </p:cNvSpPr>
          <p:nvPr>
            <p:ph type="title"/>
          </p:nvPr>
        </p:nvSpPr>
        <p:spPr>
          <a:xfrm>
            <a:off x="4965480" y="629280"/>
            <a:ext cx="6585120" cy="1284840"/>
          </a:xfrm>
          <a:prstGeom prst="rect">
            <a:avLst/>
          </a:prstGeom>
          <a:noFill/>
          <a:ln w="0">
            <a:noFill/>
          </a:ln>
        </p:spPr>
        <p:txBody>
          <a:bodyPr lIns="91440" tIns="45720" rIns="91440" bIns="45720" anchor="b">
            <a:normAutofit/>
          </a:bodyPr>
          <a:lstStyle/>
          <a:p>
            <a:pPr indent="0" defTabSz="914400">
              <a:lnSpc>
                <a:spcPct val="90000"/>
              </a:lnSpc>
              <a:buNone/>
              <a:tabLst>
                <a:tab pos="0" algn="l"/>
              </a:tabLst>
            </a:pPr>
            <a:r>
              <a:rPr lang="de-DE" sz="4400" b="0" u="none" strike="noStrike">
                <a:solidFill>
                  <a:schemeClr val="dk1"/>
                </a:solidFill>
                <a:uFillTx/>
                <a:latin typeface="Calibri Light"/>
              </a:rPr>
              <a:t>Block Scoping	</a:t>
            </a:r>
            <a:endParaRPr lang="de-DE" sz="4400" b="0" u="none" strike="noStrike">
              <a:solidFill>
                <a:srgbClr val="000000"/>
              </a:solidFill>
              <a:uFillTx/>
              <a:latin typeface="Arial"/>
            </a:endParaRPr>
          </a:p>
        </p:txBody>
      </p:sp>
      <p:sp>
        <p:nvSpPr>
          <p:cNvPr id="220" name="PlaceHolder 2"/>
          <p:cNvSpPr>
            <a:spLocks noGrp="1"/>
          </p:cNvSpPr>
          <p:nvPr>
            <p:ph/>
          </p:nvPr>
        </p:nvSpPr>
        <p:spPr>
          <a:xfrm>
            <a:off x="4965480" y="2438280"/>
            <a:ext cx="6585120" cy="3783960"/>
          </a:xfrm>
          <a:prstGeom prst="rect">
            <a:avLst/>
          </a:prstGeom>
          <a:noFill/>
          <a:ln w="0">
            <a:noFill/>
          </a:ln>
        </p:spPr>
        <p:txBody>
          <a:bodyPr lIns="91440" tIns="45720" rIns="91440" bIns="45720" anchor="t">
            <a:normAutofit/>
          </a:bodyPr>
          <a:lstStyle/>
          <a:p>
            <a:pPr indent="0" defTabSz="914400">
              <a:lnSpc>
                <a:spcPct val="90000"/>
              </a:lnSpc>
              <a:spcBef>
                <a:spcPts val="1001"/>
              </a:spcBef>
              <a:buNone/>
              <a:tabLst>
                <a:tab pos="0" algn="l"/>
              </a:tabLst>
            </a:pPr>
            <a:r>
              <a:rPr lang="de-DE" sz="2000" b="0" u="none" strike="noStrike">
                <a:solidFill>
                  <a:srgbClr val="0000FF"/>
                </a:solidFill>
                <a:uFillTx/>
                <a:latin typeface="Menlo"/>
              </a:rPr>
              <a:t>function</a:t>
            </a:r>
            <a:r>
              <a:rPr lang="de-DE" sz="2000" b="0" u="none" strike="noStrike">
                <a:solidFill>
                  <a:srgbClr val="000000"/>
                </a:solidFill>
                <a:uFillTx/>
                <a:latin typeface="Menlo"/>
              </a:rPr>
              <a:t> </a:t>
            </a:r>
            <a:r>
              <a:rPr lang="de-DE" sz="2000" b="0" u="none" strike="noStrike">
                <a:solidFill>
                  <a:srgbClr val="795E26"/>
                </a:solidFill>
                <a:uFillTx/>
                <a:latin typeface="Menlo"/>
              </a:rPr>
              <a:t>someFunc</a:t>
            </a:r>
            <a:r>
              <a:rPr lang="de-DE" sz="2000" b="0" u="none" strike="noStrike">
                <a:solidFill>
                  <a:srgbClr val="000000"/>
                </a:solidFill>
                <a:uFillTx/>
                <a:latin typeface="Menlo"/>
              </a:rPr>
              <a:t>(</a:t>
            </a:r>
            <a:r>
              <a:rPr lang="de-DE" sz="2000" b="0" u="none" strike="noStrike">
                <a:solidFill>
                  <a:srgbClr val="001080"/>
                </a:solidFill>
                <a:uFillTx/>
                <a:latin typeface="Menlo"/>
              </a:rPr>
              <a:t>flag</a:t>
            </a:r>
            <a:r>
              <a:rPr lang="de-DE" sz="2000" b="0" u="none" strike="noStrike">
                <a:solidFill>
                  <a:srgbClr val="000000"/>
                </a:solidFill>
                <a:uFillTx/>
                <a:latin typeface="Menlo"/>
              </a:rPr>
              <a:t>: </a:t>
            </a:r>
            <a:r>
              <a:rPr lang="de-DE" sz="2000" b="0" u="none" strike="noStrike">
                <a:solidFill>
                  <a:srgbClr val="267F99"/>
                </a:solidFill>
                <a:uFillTx/>
                <a:latin typeface="Menlo"/>
              </a:rPr>
              <a:t>boolean</a:t>
            </a:r>
            <a:r>
              <a:rPr lang="de-DE" sz="2000" b="0" u="none" strike="noStrike">
                <a:solidFill>
                  <a:srgbClr val="000000"/>
                </a:solidFill>
                <a:uFillTx/>
                <a:latin typeface="Menlo"/>
              </a:rPr>
              <a:t>) {</a:t>
            </a:r>
            <a:endParaRPr lang="de-DE" sz="2000" b="0" u="none" strike="noStrike">
              <a:solidFill>
                <a:srgbClr val="000000"/>
              </a:solidFill>
              <a:uFillTx/>
              <a:latin typeface="Arial"/>
            </a:endParaRPr>
          </a:p>
          <a:p>
            <a:pPr marL="457200" indent="0" defTabSz="914400">
              <a:lnSpc>
                <a:spcPct val="90000"/>
              </a:lnSpc>
              <a:spcBef>
                <a:spcPts val="499"/>
              </a:spcBef>
              <a:buNone/>
              <a:tabLst>
                <a:tab pos="0" algn="l"/>
              </a:tabLst>
            </a:pPr>
            <a:r>
              <a:rPr lang="de-DE" sz="1600" b="0" u="none" strike="noStrike">
                <a:solidFill>
                  <a:srgbClr val="0000FF"/>
                </a:solidFill>
                <a:uFillTx/>
                <a:latin typeface="Menlo"/>
              </a:rPr>
              <a:t>let</a:t>
            </a:r>
            <a:r>
              <a:rPr lang="de-DE" sz="1600" b="0" u="none" strike="noStrike">
                <a:solidFill>
                  <a:srgbClr val="000000"/>
                </a:solidFill>
                <a:uFillTx/>
                <a:latin typeface="Menlo"/>
              </a:rPr>
              <a:t> </a:t>
            </a:r>
            <a:r>
              <a:rPr lang="de-DE" sz="1600" b="0" u="none" strike="noStrike">
                <a:solidFill>
                  <a:srgbClr val="001080"/>
                </a:solidFill>
                <a:uFillTx/>
                <a:latin typeface="Menlo"/>
              </a:rPr>
              <a:t>a</a:t>
            </a:r>
            <a:r>
              <a:rPr lang="de-DE" sz="1600" b="0" u="none" strike="noStrike">
                <a:solidFill>
                  <a:srgbClr val="000000"/>
                </a:solidFill>
                <a:uFillTx/>
                <a:latin typeface="Menlo"/>
              </a:rPr>
              <a:t> = </a:t>
            </a:r>
            <a:r>
              <a:rPr lang="de-DE" sz="1600" b="0" u="none" strike="noStrike">
                <a:solidFill>
                  <a:srgbClr val="098658"/>
                </a:solidFill>
                <a:uFillTx/>
                <a:latin typeface="Menlo"/>
              </a:rPr>
              <a:t>0</a:t>
            </a:r>
            <a:r>
              <a:rPr lang="de-DE" sz="1600" b="0" u="none" strike="noStrike">
                <a:solidFill>
                  <a:srgbClr val="000000"/>
                </a:solidFill>
                <a:uFillTx/>
                <a:latin typeface="Menlo"/>
              </a:rPr>
              <a:t>;</a:t>
            </a:r>
            <a:endParaRPr lang="de-DE" sz="1600" b="0" u="none" strike="noStrike">
              <a:solidFill>
                <a:srgbClr val="000000"/>
              </a:solidFill>
              <a:uFillTx/>
              <a:latin typeface="Arial"/>
            </a:endParaRPr>
          </a:p>
          <a:p>
            <a:pPr marL="457200" indent="0" defTabSz="914400">
              <a:lnSpc>
                <a:spcPct val="90000"/>
              </a:lnSpc>
              <a:spcBef>
                <a:spcPts val="499"/>
              </a:spcBef>
              <a:buNone/>
              <a:tabLst>
                <a:tab pos="0" algn="l"/>
              </a:tabLst>
            </a:pPr>
            <a:br>
              <a:rPr sz="1600"/>
            </a:br>
            <a:r>
              <a:rPr lang="de-DE" sz="1600" b="0" u="none" strike="noStrike">
                <a:solidFill>
                  <a:srgbClr val="AF00DB"/>
                </a:solidFill>
                <a:uFillTx/>
                <a:latin typeface="Menlo"/>
              </a:rPr>
              <a:t>if</a:t>
            </a:r>
            <a:r>
              <a:rPr lang="de-DE" sz="1600" b="0" u="none" strike="noStrike">
                <a:solidFill>
                  <a:srgbClr val="000000"/>
                </a:solidFill>
                <a:uFillTx/>
                <a:latin typeface="Menlo"/>
              </a:rPr>
              <a:t> (</a:t>
            </a:r>
            <a:r>
              <a:rPr lang="de-DE" sz="1600" b="0" u="none" strike="noStrike">
                <a:solidFill>
                  <a:srgbClr val="001080"/>
                </a:solidFill>
                <a:uFillTx/>
                <a:latin typeface="Menlo"/>
              </a:rPr>
              <a:t>flag</a:t>
            </a:r>
            <a:r>
              <a:rPr lang="de-DE" sz="1600" b="0" u="none" strike="noStrike">
                <a:solidFill>
                  <a:srgbClr val="000000"/>
                </a:solidFill>
                <a:uFillTx/>
                <a:latin typeface="Menlo"/>
              </a:rPr>
              <a:t>) {</a:t>
            </a:r>
            <a:endParaRPr lang="de-DE" sz="1600" b="0" u="none" strike="noStrike">
              <a:solidFill>
                <a:srgbClr val="000000"/>
              </a:solidFill>
              <a:uFillTx/>
              <a:latin typeface="Arial"/>
            </a:endParaRPr>
          </a:p>
          <a:p>
            <a:pPr marL="914400" indent="0" defTabSz="914400">
              <a:lnSpc>
                <a:spcPct val="90000"/>
              </a:lnSpc>
              <a:spcBef>
                <a:spcPts val="499"/>
              </a:spcBef>
              <a:buNone/>
              <a:tabLst>
                <a:tab pos="0" algn="l"/>
              </a:tabLst>
            </a:pPr>
            <a:r>
              <a:rPr lang="de-DE" sz="1200" b="0" u="none" strike="noStrike">
                <a:solidFill>
                  <a:srgbClr val="0000FF"/>
                </a:solidFill>
                <a:uFillTx/>
                <a:latin typeface="Menlo"/>
              </a:rPr>
              <a:t>let</a:t>
            </a:r>
            <a:r>
              <a:rPr lang="de-DE" sz="1200" b="0" u="none" strike="noStrike">
                <a:solidFill>
                  <a:srgbClr val="000000"/>
                </a:solidFill>
                <a:uFillTx/>
                <a:latin typeface="Menlo"/>
              </a:rPr>
              <a:t> </a:t>
            </a:r>
            <a:r>
              <a:rPr lang="de-DE" sz="1200" b="0" u="none" strike="noStrike">
                <a:solidFill>
                  <a:srgbClr val="001080"/>
                </a:solidFill>
                <a:uFillTx/>
                <a:latin typeface="Menlo"/>
              </a:rPr>
              <a:t>b</a:t>
            </a:r>
            <a:r>
              <a:rPr lang="de-DE" sz="1200" b="0" u="none" strike="noStrike">
                <a:solidFill>
                  <a:srgbClr val="000000"/>
                </a:solidFill>
                <a:uFillTx/>
                <a:latin typeface="Menlo"/>
              </a:rPr>
              <a:t> = </a:t>
            </a:r>
            <a:r>
              <a:rPr lang="de-DE" sz="1200" b="0" u="none" strike="noStrike">
                <a:solidFill>
                  <a:srgbClr val="001080"/>
                </a:solidFill>
                <a:uFillTx/>
                <a:latin typeface="Menlo"/>
              </a:rPr>
              <a:t>a</a:t>
            </a:r>
            <a:r>
              <a:rPr lang="de-DE" sz="1200" b="0" u="none" strike="noStrike">
                <a:solidFill>
                  <a:srgbClr val="000000"/>
                </a:solidFill>
                <a:uFillTx/>
                <a:latin typeface="Menlo"/>
              </a:rPr>
              <a:t> + </a:t>
            </a:r>
            <a:r>
              <a:rPr lang="de-DE" sz="1200" b="0" u="none" strike="noStrike">
                <a:solidFill>
                  <a:srgbClr val="098658"/>
                </a:solidFill>
                <a:uFillTx/>
                <a:latin typeface="Menlo"/>
              </a:rPr>
              <a:t>1</a:t>
            </a:r>
            <a:r>
              <a:rPr lang="de-DE" sz="1200" b="0" u="none" strike="noStrike">
                <a:solidFill>
                  <a:srgbClr val="000000"/>
                </a:solidFill>
                <a:uFillTx/>
                <a:latin typeface="Menlo"/>
              </a:rPr>
              <a:t>;</a:t>
            </a:r>
            <a:endParaRPr lang="de-DE" sz="1200" b="0" u="none" strike="noStrike">
              <a:solidFill>
                <a:srgbClr val="000000"/>
              </a:solidFill>
              <a:uFillTx/>
              <a:latin typeface="Arial"/>
            </a:endParaRPr>
          </a:p>
          <a:p>
            <a:pPr marL="914400" indent="0" defTabSz="914400">
              <a:lnSpc>
                <a:spcPct val="90000"/>
              </a:lnSpc>
              <a:spcBef>
                <a:spcPts val="499"/>
              </a:spcBef>
              <a:buNone/>
              <a:tabLst>
                <a:tab pos="0" algn="l"/>
              </a:tabLst>
            </a:pPr>
            <a:r>
              <a:rPr lang="de-DE" sz="1200" b="0" u="none" strike="noStrike">
                <a:solidFill>
                  <a:srgbClr val="AF00DB"/>
                </a:solidFill>
                <a:uFillTx/>
                <a:latin typeface="Menlo"/>
              </a:rPr>
              <a:t>return</a:t>
            </a:r>
            <a:r>
              <a:rPr lang="de-DE" sz="1200" b="0" u="none" strike="noStrike">
                <a:solidFill>
                  <a:srgbClr val="000000"/>
                </a:solidFill>
                <a:uFillTx/>
                <a:latin typeface="Menlo"/>
              </a:rPr>
              <a:t> </a:t>
            </a:r>
            <a:r>
              <a:rPr lang="de-DE" sz="1200" b="0" u="none" strike="noStrike">
                <a:solidFill>
                  <a:srgbClr val="001080"/>
                </a:solidFill>
                <a:uFillTx/>
                <a:latin typeface="Menlo"/>
              </a:rPr>
              <a:t>b</a:t>
            </a:r>
            <a:r>
              <a:rPr lang="de-DE" sz="1200" b="0" u="none" strike="noStrike">
                <a:solidFill>
                  <a:srgbClr val="000000"/>
                </a:solidFill>
                <a:uFillTx/>
                <a:latin typeface="Menlo"/>
              </a:rPr>
              <a:t>;</a:t>
            </a:r>
            <a:endParaRPr lang="de-DE" sz="1200" b="0" u="none" strike="noStrike">
              <a:solidFill>
                <a:srgbClr val="000000"/>
              </a:solidFill>
              <a:uFillTx/>
              <a:latin typeface="Arial"/>
            </a:endParaRPr>
          </a:p>
          <a:p>
            <a:pPr marL="457200" indent="0" defTabSz="914400">
              <a:lnSpc>
                <a:spcPct val="90000"/>
              </a:lnSpc>
              <a:spcBef>
                <a:spcPts val="499"/>
              </a:spcBef>
              <a:buNone/>
              <a:tabLst>
                <a:tab pos="0" algn="l"/>
              </a:tabLst>
            </a:pPr>
            <a:r>
              <a:rPr lang="de-DE" sz="1600" b="0" u="none" strike="noStrike">
                <a:solidFill>
                  <a:srgbClr val="000000"/>
                </a:solidFill>
                <a:uFillTx/>
                <a:latin typeface="Menlo"/>
              </a:rPr>
              <a:t>}</a:t>
            </a:r>
            <a:endParaRPr lang="de-DE" sz="1600" b="0" u="none" strike="noStrike">
              <a:solidFill>
                <a:srgbClr val="000000"/>
              </a:solidFill>
              <a:uFillTx/>
              <a:latin typeface="Arial"/>
            </a:endParaRPr>
          </a:p>
          <a:p>
            <a:pPr marL="457200" indent="0" defTabSz="914400">
              <a:lnSpc>
                <a:spcPct val="90000"/>
              </a:lnSpc>
              <a:spcBef>
                <a:spcPts val="499"/>
              </a:spcBef>
              <a:buNone/>
              <a:tabLst>
                <a:tab pos="0" algn="l"/>
              </a:tabLst>
            </a:pPr>
            <a:br>
              <a:rPr sz="1600"/>
            </a:br>
            <a:r>
              <a:rPr lang="de-DE" sz="1600" b="0" u="none" strike="noStrike">
                <a:solidFill>
                  <a:srgbClr val="008000"/>
                </a:solidFill>
                <a:uFillTx/>
                <a:latin typeface="Menlo"/>
              </a:rPr>
              <a:t>// CompileError: 'b' doesn't exist</a:t>
            </a:r>
            <a:endParaRPr lang="de-DE" sz="1600" b="0" u="none" strike="noStrike">
              <a:solidFill>
                <a:srgbClr val="000000"/>
              </a:solidFill>
              <a:uFillTx/>
              <a:latin typeface="Arial"/>
            </a:endParaRPr>
          </a:p>
          <a:p>
            <a:pPr marL="457200" indent="0" defTabSz="914400">
              <a:lnSpc>
                <a:spcPct val="90000"/>
              </a:lnSpc>
              <a:spcBef>
                <a:spcPts val="499"/>
              </a:spcBef>
              <a:buNone/>
              <a:tabLst>
                <a:tab pos="0" algn="l"/>
              </a:tabLst>
            </a:pPr>
            <a:r>
              <a:rPr lang="de-DE" sz="1600" b="0" u="none" strike="noStrike">
                <a:solidFill>
                  <a:srgbClr val="AF00DB"/>
                </a:solidFill>
                <a:uFillTx/>
                <a:latin typeface="Menlo"/>
              </a:rPr>
              <a:t>return</a:t>
            </a:r>
            <a:r>
              <a:rPr lang="de-DE" sz="1600" b="0" u="none" strike="noStrike">
                <a:solidFill>
                  <a:srgbClr val="000000"/>
                </a:solidFill>
                <a:uFillTx/>
                <a:latin typeface="Menlo"/>
              </a:rPr>
              <a:t> </a:t>
            </a:r>
            <a:r>
              <a:rPr lang="de-DE" sz="1600" b="0" u="none" strike="noStrike">
                <a:solidFill>
                  <a:srgbClr val="001080"/>
                </a:solidFill>
                <a:uFillTx/>
                <a:latin typeface="Menlo"/>
              </a:rPr>
              <a:t>b</a:t>
            </a:r>
            <a:r>
              <a:rPr lang="de-DE" sz="1600" b="0" u="none" strike="noStrike">
                <a:solidFill>
                  <a:srgbClr val="000000"/>
                </a:solidFill>
                <a:uFillTx/>
                <a:latin typeface="Menlo"/>
              </a:rPr>
              <a:t>;</a:t>
            </a:r>
            <a:endParaRPr lang="de-DE" sz="1600" b="0" u="none" strike="noStrike">
              <a:solidFill>
                <a:srgbClr val="000000"/>
              </a:solidFill>
              <a:uFillTx/>
              <a:latin typeface="Arial"/>
            </a:endParaRPr>
          </a:p>
          <a:p>
            <a:pPr marL="457200" indent="0" defTabSz="914400">
              <a:lnSpc>
                <a:spcPct val="90000"/>
              </a:lnSpc>
              <a:spcBef>
                <a:spcPts val="1001"/>
              </a:spcBef>
              <a:buNone/>
              <a:tabLst>
                <a:tab pos="0" algn="l"/>
              </a:tabLst>
            </a:pPr>
            <a:r>
              <a:rPr lang="de-DE" sz="2000" b="0" u="none" strike="noStrike">
                <a:solidFill>
                  <a:srgbClr val="000000"/>
                </a:solidFill>
                <a:uFillTx/>
                <a:latin typeface="Menlo"/>
              </a:rPr>
              <a:t>}</a:t>
            </a:r>
            <a:endParaRPr lang="de-DE" sz="2000" b="0" u="none" strike="noStrike">
              <a:solidFill>
                <a:srgbClr val="000000"/>
              </a:solidFill>
              <a:uFillTx/>
              <a:latin typeface="Arial"/>
            </a:endParaRPr>
          </a:p>
          <a:p>
            <a:pPr marL="457200" indent="0" defTabSz="914400">
              <a:lnSpc>
                <a:spcPct val="90000"/>
              </a:lnSpc>
              <a:spcBef>
                <a:spcPts val="1001"/>
              </a:spcBef>
              <a:buNone/>
              <a:tabLst>
                <a:tab pos="0" algn="l"/>
              </a:tabLst>
            </a:pPr>
            <a:endParaRPr lang="de-DE" sz="2000" b="0" u="none" strike="noStrike">
              <a:solidFill>
                <a:srgbClr val="000000"/>
              </a:solidFill>
              <a:uFillTx/>
              <a:latin typeface="Arial"/>
            </a:endParaRPr>
          </a:p>
        </p:txBody>
      </p:sp>
      <p:pic>
        <p:nvPicPr>
          <p:cNvPr id="221" name="Picture 4"/>
          <p:cNvPicPr/>
          <p:nvPr/>
        </p:nvPicPr>
        <p:blipFill>
          <a:blip r:embed="rId2"/>
          <a:stretch/>
        </p:blipFill>
        <p:spPr>
          <a:xfrm>
            <a:off x="0" y="0"/>
            <a:ext cx="4634280" cy="6856560"/>
          </a:xfrm>
          <a:prstGeom prst="rect">
            <a:avLst/>
          </a:prstGeom>
          <a:noFill/>
          <a:ln w="0">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 name="PlaceHolder 1"/>
          <p:cNvSpPr>
            <a:spLocks noGrp="1"/>
          </p:cNvSpPr>
          <p:nvPr>
            <p:ph type="title"/>
          </p:nvPr>
        </p:nvSpPr>
        <p:spPr>
          <a:xfrm>
            <a:off x="4965480" y="629280"/>
            <a:ext cx="6585120" cy="1284840"/>
          </a:xfrm>
          <a:prstGeom prst="rect">
            <a:avLst/>
          </a:prstGeom>
          <a:noFill/>
          <a:ln w="0">
            <a:noFill/>
          </a:ln>
        </p:spPr>
        <p:txBody>
          <a:bodyPr lIns="91440" tIns="45720" rIns="91440" bIns="45720" anchor="b">
            <a:normAutofit/>
          </a:bodyPr>
          <a:lstStyle/>
          <a:p>
            <a:pPr indent="0" defTabSz="914400">
              <a:lnSpc>
                <a:spcPct val="90000"/>
              </a:lnSpc>
              <a:buNone/>
              <a:tabLst>
                <a:tab pos="0" algn="l"/>
              </a:tabLst>
            </a:pPr>
            <a:r>
              <a:rPr lang="de-DE" sz="4400" b="0" u="none" strike="noStrike">
                <a:solidFill>
                  <a:schemeClr val="dk1"/>
                </a:solidFill>
                <a:uFillTx/>
                <a:latin typeface="Calibri Light"/>
              </a:rPr>
              <a:t>Block Scoping 2	</a:t>
            </a:r>
            <a:endParaRPr lang="de-DE" sz="4400" b="0" u="none" strike="noStrike">
              <a:solidFill>
                <a:srgbClr val="000000"/>
              </a:solidFill>
              <a:uFillTx/>
              <a:latin typeface="Arial"/>
            </a:endParaRPr>
          </a:p>
        </p:txBody>
      </p:sp>
      <p:sp>
        <p:nvSpPr>
          <p:cNvPr id="223" name="PlaceHolder 2"/>
          <p:cNvSpPr>
            <a:spLocks noGrp="1"/>
          </p:cNvSpPr>
          <p:nvPr>
            <p:ph/>
          </p:nvPr>
        </p:nvSpPr>
        <p:spPr>
          <a:xfrm>
            <a:off x="4965480" y="2438280"/>
            <a:ext cx="6585120" cy="3783960"/>
          </a:xfrm>
          <a:prstGeom prst="rect">
            <a:avLst/>
          </a:prstGeom>
          <a:noFill/>
          <a:ln w="0">
            <a:noFill/>
          </a:ln>
        </p:spPr>
        <p:txBody>
          <a:bodyPr lIns="91440" tIns="45720" rIns="91440" bIns="45720" anchor="t">
            <a:normAutofit/>
          </a:bodyPr>
          <a:lstStyle/>
          <a:p>
            <a:pPr indent="0" defTabSz="914400">
              <a:lnSpc>
                <a:spcPct val="90000"/>
              </a:lnSpc>
              <a:spcBef>
                <a:spcPts val="1001"/>
              </a:spcBef>
              <a:buNone/>
              <a:tabLst>
                <a:tab pos="0" algn="l"/>
              </a:tabLst>
            </a:pPr>
            <a:r>
              <a:rPr lang="de-DE" sz="2000" b="0" u="none" strike="noStrike">
                <a:solidFill>
                  <a:srgbClr val="0000FF"/>
                </a:solidFill>
                <a:uFillTx/>
                <a:latin typeface="Menlo"/>
              </a:rPr>
              <a:t>function</a:t>
            </a:r>
            <a:r>
              <a:rPr lang="de-DE" sz="2000" b="0" u="none" strike="noStrike">
                <a:solidFill>
                  <a:srgbClr val="000000"/>
                </a:solidFill>
                <a:uFillTx/>
                <a:latin typeface="Menlo"/>
              </a:rPr>
              <a:t> </a:t>
            </a:r>
            <a:r>
              <a:rPr lang="de-DE" sz="2000" b="0" u="none" strike="noStrike">
                <a:solidFill>
                  <a:srgbClr val="795E26"/>
                </a:solidFill>
                <a:uFillTx/>
                <a:latin typeface="Menlo"/>
              </a:rPr>
              <a:t>foo</a:t>
            </a:r>
            <a:r>
              <a:rPr lang="de-DE" sz="2000" b="0" u="none" strike="noStrike">
                <a:solidFill>
                  <a:srgbClr val="000000"/>
                </a:solidFill>
                <a:uFillTx/>
                <a:latin typeface="Menlo"/>
              </a:rPr>
              <a:t>() {</a:t>
            </a:r>
            <a:endParaRPr lang="de-DE" sz="2000" b="0" u="none" strike="noStrike">
              <a:solidFill>
                <a:srgbClr val="000000"/>
              </a:solidFill>
              <a:uFillTx/>
              <a:latin typeface="Arial"/>
            </a:endParaRPr>
          </a:p>
          <a:p>
            <a:pPr indent="0" defTabSz="914400">
              <a:lnSpc>
                <a:spcPct val="90000"/>
              </a:lnSpc>
              <a:spcBef>
                <a:spcPts val="1001"/>
              </a:spcBef>
              <a:buNone/>
              <a:tabLst>
                <a:tab pos="0" algn="l"/>
              </a:tabLst>
            </a:pPr>
            <a:r>
              <a:rPr lang="de-DE" sz="2000" b="0" u="none" strike="noStrike">
                <a:solidFill>
                  <a:srgbClr val="000000"/>
                </a:solidFill>
                <a:uFillTx/>
                <a:latin typeface="Menlo"/>
              </a:rPr>
              <a:t>	</a:t>
            </a:r>
            <a:r>
              <a:rPr lang="de-DE" sz="2000" b="0" u="none" strike="noStrike">
                <a:solidFill>
                  <a:srgbClr val="AF00DB"/>
                </a:solidFill>
                <a:uFillTx/>
                <a:latin typeface="Menlo"/>
              </a:rPr>
              <a:t>return</a:t>
            </a:r>
            <a:r>
              <a:rPr lang="de-DE" sz="2000" b="0" u="none" strike="noStrike">
                <a:solidFill>
                  <a:srgbClr val="000000"/>
                </a:solidFill>
                <a:uFillTx/>
                <a:latin typeface="Menlo"/>
              </a:rPr>
              <a:t> </a:t>
            </a:r>
            <a:r>
              <a:rPr lang="de-DE" sz="2000" b="0" u="none" strike="noStrike">
                <a:solidFill>
                  <a:srgbClr val="001080"/>
                </a:solidFill>
                <a:uFillTx/>
                <a:latin typeface="Menlo"/>
              </a:rPr>
              <a:t>a</a:t>
            </a:r>
            <a:r>
              <a:rPr lang="de-DE" sz="2000" b="0" u="none" strike="noStrike">
                <a:solidFill>
                  <a:srgbClr val="000000"/>
                </a:solidFill>
                <a:uFillTx/>
                <a:latin typeface="Menlo"/>
              </a:rPr>
              <a:t>;</a:t>
            </a:r>
            <a:endParaRPr lang="de-DE" sz="2000" b="0" u="none" strike="noStrike">
              <a:solidFill>
                <a:srgbClr val="000000"/>
              </a:solidFill>
              <a:uFillTx/>
              <a:latin typeface="Arial"/>
            </a:endParaRPr>
          </a:p>
          <a:p>
            <a:pPr indent="0" defTabSz="914400">
              <a:lnSpc>
                <a:spcPct val="90000"/>
              </a:lnSpc>
              <a:spcBef>
                <a:spcPts val="1001"/>
              </a:spcBef>
              <a:buNone/>
              <a:tabLst>
                <a:tab pos="0" algn="l"/>
              </a:tabLst>
            </a:pPr>
            <a:r>
              <a:rPr lang="de-DE" sz="2000" b="0" u="none" strike="noStrike">
                <a:solidFill>
                  <a:srgbClr val="000000"/>
                </a:solidFill>
                <a:uFillTx/>
                <a:latin typeface="Menlo"/>
              </a:rPr>
              <a:t>}</a:t>
            </a:r>
            <a:endParaRPr lang="de-DE" sz="2000" b="0" u="none" strike="noStrike">
              <a:solidFill>
                <a:srgbClr val="000000"/>
              </a:solidFill>
              <a:uFillTx/>
              <a:latin typeface="Arial"/>
            </a:endParaRPr>
          </a:p>
          <a:p>
            <a:pPr indent="0" defTabSz="914400">
              <a:lnSpc>
                <a:spcPct val="90000"/>
              </a:lnSpc>
              <a:spcBef>
                <a:spcPts val="1001"/>
              </a:spcBef>
              <a:buNone/>
              <a:tabLst>
                <a:tab pos="0" algn="l"/>
              </a:tabLst>
            </a:pPr>
            <a:br>
              <a:rPr sz="2000"/>
            </a:br>
            <a:r>
              <a:rPr lang="de-DE" sz="2000" b="0" u="none" strike="noStrike">
                <a:solidFill>
                  <a:srgbClr val="008000"/>
                </a:solidFill>
                <a:uFillTx/>
                <a:latin typeface="Menlo"/>
              </a:rPr>
              <a:t>// undefined</a:t>
            </a:r>
            <a:endParaRPr lang="de-DE" sz="2000" b="0" u="none" strike="noStrike">
              <a:solidFill>
                <a:srgbClr val="000000"/>
              </a:solidFill>
              <a:uFillTx/>
              <a:latin typeface="Arial"/>
            </a:endParaRPr>
          </a:p>
          <a:p>
            <a:pPr indent="0" defTabSz="914400">
              <a:lnSpc>
                <a:spcPct val="90000"/>
              </a:lnSpc>
              <a:spcBef>
                <a:spcPts val="1001"/>
              </a:spcBef>
              <a:buNone/>
              <a:tabLst>
                <a:tab pos="0" algn="l"/>
              </a:tabLst>
            </a:pPr>
            <a:r>
              <a:rPr lang="de-DE" sz="2000" b="0" u="none" strike="noStrike">
                <a:solidFill>
                  <a:srgbClr val="267F99"/>
                </a:solidFill>
                <a:uFillTx/>
                <a:latin typeface="Menlo"/>
              </a:rPr>
              <a:t>console</a:t>
            </a:r>
            <a:r>
              <a:rPr lang="de-DE" sz="2000" b="0" u="none" strike="noStrike">
                <a:solidFill>
                  <a:srgbClr val="000000"/>
                </a:solidFill>
                <a:uFillTx/>
                <a:latin typeface="Menlo"/>
              </a:rPr>
              <a:t>.</a:t>
            </a:r>
            <a:r>
              <a:rPr lang="de-DE" sz="2000" b="0" u="none" strike="noStrike">
                <a:solidFill>
                  <a:srgbClr val="795E26"/>
                </a:solidFill>
                <a:uFillTx/>
                <a:latin typeface="Menlo"/>
              </a:rPr>
              <a:t>log</a:t>
            </a:r>
            <a:r>
              <a:rPr lang="de-DE" sz="2000" b="0" u="none" strike="noStrike">
                <a:solidFill>
                  <a:srgbClr val="000000"/>
                </a:solidFill>
                <a:uFillTx/>
                <a:latin typeface="Menlo"/>
              </a:rPr>
              <a:t>(</a:t>
            </a:r>
            <a:r>
              <a:rPr lang="de-DE" sz="2000" b="0" u="none" strike="noStrike">
                <a:solidFill>
                  <a:srgbClr val="795E26"/>
                </a:solidFill>
                <a:uFillTx/>
                <a:latin typeface="Menlo"/>
              </a:rPr>
              <a:t>foo</a:t>
            </a:r>
            <a:r>
              <a:rPr lang="de-DE" sz="2000" b="0" u="none" strike="noStrike">
                <a:solidFill>
                  <a:srgbClr val="000000"/>
                </a:solidFill>
                <a:uFillTx/>
                <a:latin typeface="Menlo"/>
              </a:rPr>
              <a:t>());</a:t>
            </a:r>
            <a:endParaRPr lang="de-DE" sz="2000" b="0" u="none" strike="noStrike">
              <a:solidFill>
                <a:srgbClr val="000000"/>
              </a:solidFill>
              <a:uFillTx/>
              <a:latin typeface="Arial"/>
            </a:endParaRPr>
          </a:p>
          <a:p>
            <a:pPr indent="0" defTabSz="914400">
              <a:lnSpc>
                <a:spcPct val="90000"/>
              </a:lnSpc>
              <a:spcBef>
                <a:spcPts val="1001"/>
              </a:spcBef>
              <a:buNone/>
              <a:tabLst>
                <a:tab pos="0" algn="l"/>
              </a:tabLst>
            </a:pPr>
            <a:br>
              <a:rPr sz="2000"/>
            </a:br>
            <a:r>
              <a:rPr lang="de-DE" sz="2000" b="0" u="none" strike="noStrike">
                <a:solidFill>
                  <a:srgbClr val="0000FF"/>
                </a:solidFill>
                <a:uFillTx/>
                <a:latin typeface="Menlo"/>
              </a:rPr>
              <a:t>let</a:t>
            </a:r>
            <a:r>
              <a:rPr lang="de-DE" sz="2000" b="0" u="none" strike="noStrike">
                <a:solidFill>
                  <a:srgbClr val="000000"/>
                </a:solidFill>
                <a:uFillTx/>
                <a:latin typeface="Menlo"/>
              </a:rPr>
              <a:t> </a:t>
            </a:r>
            <a:r>
              <a:rPr lang="de-DE" sz="2000" b="0" u="none" strike="noStrike">
                <a:solidFill>
                  <a:srgbClr val="001080"/>
                </a:solidFill>
                <a:uFillTx/>
                <a:latin typeface="Menlo"/>
              </a:rPr>
              <a:t>a</a:t>
            </a:r>
            <a:r>
              <a:rPr lang="de-DE" sz="2000" b="0" u="none" strike="noStrike">
                <a:solidFill>
                  <a:srgbClr val="000000"/>
                </a:solidFill>
                <a:uFillTx/>
                <a:latin typeface="Menlo"/>
              </a:rPr>
              <a:t>;</a:t>
            </a:r>
            <a:endParaRPr lang="de-DE" sz="2000" b="0" u="none" strike="noStrike">
              <a:solidFill>
                <a:srgbClr val="000000"/>
              </a:solidFill>
              <a:uFillTx/>
              <a:latin typeface="Arial"/>
            </a:endParaRPr>
          </a:p>
          <a:p>
            <a:pPr indent="0" defTabSz="914400">
              <a:lnSpc>
                <a:spcPct val="90000"/>
              </a:lnSpc>
              <a:spcBef>
                <a:spcPts val="1001"/>
              </a:spcBef>
              <a:buNone/>
              <a:tabLst>
                <a:tab pos="0" algn="l"/>
              </a:tabLst>
            </a:pPr>
            <a:endParaRPr lang="de-DE" sz="2000" b="0" u="none" strike="noStrike">
              <a:solidFill>
                <a:srgbClr val="000000"/>
              </a:solidFill>
              <a:uFillTx/>
              <a:latin typeface="Arial"/>
            </a:endParaRPr>
          </a:p>
        </p:txBody>
      </p:sp>
      <p:pic>
        <p:nvPicPr>
          <p:cNvPr id="224" name="Picture 4"/>
          <p:cNvPicPr/>
          <p:nvPr/>
        </p:nvPicPr>
        <p:blipFill>
          <a:blip r:embed="rId2"/>
          <a:stretch/>
        </p:blipFill>
        <p:spPr>
          <a:xfrm>
            <a:off x="0" y="0"/>
            <a:ext cx="4634280" cy="6856560"/>
          </a:xfrm>
          <a:prstGeom prst="rect">
            <a:avLst/>
          </a:prstGeom>
          <a:noFill/>
          <a:ln w="0">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 name="PlaceHolder 1"/>
          <p:cNvSpPr>
            <a:spLocks noGrp="1"/>
          </p:cNvSpPr>
          <p:nvPr>
            <p:ph type="title"/>
          </p:nvPr>
        </p:nvSpPr>
        <p:spPr>
          <a:xfrm>
            <a:off x="4965480" y="629280"/>
            <a:ext cx="6585120" cy="1284840"/>
          </a:xfrm>
          <a:prstGeom prst="rect">
            <a:avLst/>
          </a:prstGeom>
          <a:noFill/>
          <a:ln w="0">
            <a:noFill/>
          </a:ln>
        </p:spPr>
        <p:txBody>
          <a:bodyPr lIns="91440" tIns="45720" rIns="91440" bIns="45720" anchor="b">
            <a:normAutofit/>
          </a:bodyPr>
          <a:lstStyle/>
          <a:p>
            <a:pPr indent="0" defTabSz="914400">
              <a:lnSpc>
                <a:spcPct val="90000"/>
              </a:lnSpc>
              <a:buNone/>
              <a:tabLst>
                <a:tab pos="0" algn="l"/>
              </a:tabLst>
            </a:pPr>
            <a:r>
              <a:rPr lang="de-DE" sz="4400" b="0" u="none" strike="noStrike">
                <a:solidFill>
                  <a:schemeClr val="dk1"/>
                </a:solidFill>
                <a:uFillTx/>
                <a:latin typeface="Calibri Light"/>
              </a:rPr>
              <a:t>Block Scoping 3</a:t>
            </a:r>
            <a:endParaRPr lang="de-DE" sz="4400" b="0" u="none" strike="noStrike">
              <a:solidFill>
                <a:srgbClr val="000000"/>
              </a:solidFill>
              <a:uFillTx/>
              <a:latin typeface="Arial"/>
            </a:endParaRPr>
          </a:p>
        </p:txBody>
      </p:sp>
      <p:sp>
        <p:nvSpPr>
          <p:cNvPr id="226" name="PlaceHolder 2"/>
          <p:cNvSpPr>
            <a:spLocks noGrp="1"/>
          </p:cNvSpPr>
          <p:nvPr>
            <p:ph/>
          </p:nvPr>
        </p:nvSpPr>
        <p:spPr>
          <a:xfrm>
            <a:off x="4965480" y="2438280"/>
            <a:ext cx="6585120" cy="3783960"/>
          </a:xfrm>
          <a:prstGeom prst="rect">
            <a:avLst/>
          </a:prstGeom>
          <a:noFill/>
          <a:ln w="0">
            <a:noFill/>
          </a:ln>
        </p:spPr>
        <p:txBody>
          <a:bodyPr lIns="91440" tIns="45720" rIns="91440" bIns="45720" anchor="t">
            <a:normAutofit/>
          </a:bodyPr>
          <a:lstStyle/>
          <a:p>
            <a:pPr indent="0" defTabSz="914400">
              <a:lnSpc>
                <a:spcPct val="90000"/>
              </a:lnSpc>
              <a:spcBef>
                <a:spcPts val="1001"/>
              </a:spcBef>
              <a:buNone/>
              <a:tabLst>
                <a:tab pos="0" algn="l"/>
              </a:tabLst>
            </a:pPr>
            <a:r>
              <a:rPr lang="de-DE" sz="2000" b="0" u="none" strike="noStrike">
                <a:solidFill>
                  <a:srgbClr val="0000FF"/>
                </a:solidFill>
                <a:uFillTx/>
                <a:latin typeface="Menlo"/>
              </a:rPr>
              <a:t>function</a:t>
            </a:r>
            <a:r>
              <a:rPr lang="de-DE" sz="2000" b="0" u="none" strike="noStrike">
                <a:solidFill>
                  <a:srgbClr val="000000"/>
                </a:solidFill>
                <a:uFillTx/>
                <a:latin typeface="Menlo"/>
              </a:rPr>
              <a:t> </a:t>
            </a:r>
            <a:r>
              <a:rPr lang="de-DE" sz="2000" b="0" u="none" strike="noStrike">
                <a:solidFill>
                  <a:srgbClr val="795E26"/>
                </a:solidFill>
                <a:uFillTx/>
                <a:latin typeface="Menlo"/>
              </a:rPr>
              <a:t>sumOfWithLet</a:t>
            </a:r>
            <a:r>
              <a:rPr lang="de-DE" sz="2000" b="0" u="none" strike="noStrike">
                <a:solidFill>
                  <a:srgbClr val="000000"/>
                </a:solidFill>
                <a:uFillTx/>
                <a:latin typeface="Menlo"/>
              </a:rPr>
              <a:t>(</a:t>
            </a:r>
            <a:r>
              <a:rPr lang="de-DE" sz="2000" b="0" u="none" strike="noStrike">
                <a:solidFill>
                  <a:srgbClr val="001080"/>
                </a:solidFill>
                <a:uFillTx/>
                <a:latin typeface="Menlo"/>
              </a:rPr>
              <a:t>matrix</a:t>
            </a:r>
            <a:r>
              <a:rPr lang="de-DE" sz="2000" b="0" u="none" strike="noStrike">
                <a:solidFill>
                  <a:srgbClr val="000000"/>
                </a:solidFill>
                <a:uFillTx/>
                <a:latin typeface="Menlo"/>
              </a:rPr>
              <a:t>: </a:t>
            </a:r>
            <a:r>
              <a:rPr lang="de-DE" sz="2000" b="0" u="none" strike="noStrike">
                <a:solidFill>
                  <a:srgbClr val="267F99"/>
                </a:solidFill>
                <a:uFillTx/>
                <a:latin typeface="Menlo"/>
              </a:rPr>
              <a:t>number</a:t>
            </a:r>
            <a:r>
              <a:rPr lang="de-DE" sz="2000" b="0" u="none" strike="noStrike">
                <a:solidFill>
                  <a:srgbClr val="000000"/>
                </a:solidFill>
                <a:uFillTx/>
                <a:latin typeface="Menlo"/>
              </a:rPr>
              <a:t>[][]) {</a:t>
            </a:r>
            <a:endParaRPr lang="de-DE" sz="2000" b="0" u="none" strike="noStrike">
              <a:solidFill>
                <a:srgbClr val="000000"/>
              </a:solidFill>
              <a:uFillTx/>
              <a:latin typeface="Arial"/>
            </a:endParaRPr>
          </a:p>
          <a:p>
            <a:pPr marL="457200" indent="0" defTabSz="914400">
              <a:lnSpc>
                <a:spcPct val="90000"/>
              </a:lnSpc>
              <a:spcBef>
                <a:spcPts val="499"/>
              </a:spcBef>
              <a:buNone/>
              <a:tabLst>
                <a:tab pos="0" algn="l"/>
              </a:tabLst>
            </a:pPr>
            <a:r>
              <a:rPr lang="de-DE" sz="1600" b="0" u="none" strike="noStrike">
                <a:solidFill>
                  <a:srgbClr val="0000FF"/>
                </a:solidFill>
                <a:uFillTx/>
                <a:latin typeface="Menlo"/>
              </a:rPr>
              <a:t>let</a:t>
            </a:r>
            <a:r>
              <a:rPr lang="de-DE" sz="1600" b="0" u="none" strike="noStrike">
                <a:solidFill>
                  <a:srgbClr val="000000"/>
                </a:solidFill>
                <a:uFillTx/>
                <a:latin typeface="Menlo"/>
              </a:rPr>
              <a:t> </a:t>
            </a:r>
            <a:r>
              <a:rPr lang="de-DE" sz="1600" b="0" u="none" strike="noStrike">
                <a:solidFill>
                  <a:srgbClr val="001080"/>
                </a:solidFill>
                <a:uFillTx/>
                <a:latin typeface="Menlo"/>
              </a:rPr>
              <a:t>sum</a:t>
            </a:r>
            <a:r>
              <a:rPr lang="de-DE" sz="1600" b="0" u="none" strike="noStrike">
                <a:solidFill>
                  <a:srgbClr val="000000"/>
                </a:solidFill>
                <a:uFillTx/>
                <a:latin typeface="Menlo"/>
              </a:rPr>
              <a:t> = </a:t>
            </a:r>
            <a:r>
              <a:rPr lang="de-DE" sz="1600" b="0" u="none" strike="noStrike">
                <a:solidFill>
                  <a:srgbClr val="098658"/>
                </a:solidFill>
                <a:uFillTx/>
                <a:latin typeface="Menlo"/>
              </a:rPr>
              <a:t>0</a:t>
            </a:r>
            <a:r>
              <a:rPr lang="de-DE" sz="1600" b="0" u="none" strike="noStrike">
                <a:solidFill>
                  <a:srgbClr val="000000"/>
                </a:solidFill>
                <a:uFillTx/>
                <a:latin typeface="Menlo"/>
              </a:rPr>
              <a:t>;</a:t>
            </a:r>
            <a:endParaRPr lang="de-DE" sz="1600" b="0" u="none" strike="noStrike">
              <a:solidFill>
                <a:srgbClr val="000000"/>
              </a:solidFill>
              <a:uFillTx/>
              <a:latin typeface="Arial"/>
            </a:endParaRPr>
          </a:p>
          <a:p>
            <a:pPr marL="457200" indent="0" defTabSz="914400">
              <a:lnSpc>
                <a:spcPct val="90000"/>
              </a:lnSpc>
              <a:spcBef>
                <a:spcPts val="499"/>
              </a:spcBef>
              <a:buNone/>
              <a:tabLst>
                <a:tab pos="0" algn="l"/>
              </a:tabLst>
            </a:pPr>
            <a:r>
              <a:rPr lang="de-DE" sz="1600" b="0" u="none" strike="noStrike">
                <a:solidFill>
                  <a:srgbClr val="AF00DB"/>
                </a:solidFill>
                <a:uFillTx/>
                <a:latin typeface="Menlo"/>
              </a:rPr>
              <a:t>for</a:t>
            </a:r>
            <a:r>
              <a:rPr lang="de-DE" sz="1600" b="0" u="none" strike="noStrike">
                <a:solidFill>
                  <a:srgbClr val="000000"/>
                </a:solidFill>
                <a:uFillTx/>
                <a:latin typeface="Menlo"/>
              </a:rPr>
              <a:t> (</a:t>
            </a:r>
            <a:r>
              <a:rPr lang="de-DE" sz="1600" b="0" u="none" strike="noStrike">
                <a:solidFill>
                  <a:srgbClr val="0000FF"/>
                </a:solidFill>
                <a:uFillTx/>
                <a:latin typeface="Menlo"/>
              </a:rPr>
              <a:t>let</a:t>
            </a:r>
            <a:r>
              <a:rPr lang="de-DE" sz="1600" b="0" u="none" strike="noStrike">
                <a:solidFill>
                  <a:srgbClr val="000000"/>
                </a:solidFill>
                <a:uFillTx/>
                <a:latin typeface="Menlo"/>
              </a:rPr>
              <a:t> </a:t>
            </a:r>
            <a:r>
              <a:rPr lang="de-DE" sz="1600" b="0" u="none" strike="noStrike">
                <a:solidFill>
                  <a:srgbClr val="001080"/>
                </a:solidFill>
                <a:uFillTx/>
                <a:latin typeface="Menlo"/>
              </a:rPr>
              <a:t>i</a:t>
            </a:r>
            <a:r>
              <a:rPr lang="de-DE" sz="1600" b="0" u="none" strike="noStrike">
                <a:solidFill>
                  <a:srgbClr val="000000"/>
                </a:solidFill>
                <a:uFillTx/>
                <a:latin typeface="Menlo"/>
              </a:rPr>
              <a:t> = </a:t>
            </a:r>
            <a:r>
              <a:rPr lang="de-DE" sz="1600" b="0" u="none" strike="noStrike">
                <a:solidFill>
                  <a:srgbClr val="098658"/>
                </a:solidFill>
                <a:uFillTx/>
                <a:latin typeface="Menlo"/>
              </a:rPr>
              <a:t>0</a:t>
            </a:r>
            <a:r>
              <a:rPr lang="de-DE" sz="1600" b="0" u="none" strike="noStrike">
                <a:solidFill>
                  <a:srgbClr val="000000"/>
                </a:solidFill>
                <a:uFillTx/>
                <a:latin typeface="Menlo"/>
              </a:rPr>
              <a:t>; </a:t>
            </a:r>
            <a:r>
              <a:rPr lang="de-DE" sz="1600" b="0" u="none" strike="noStrike">
                <a:solidFill>
                  <a:srgbClr val="001080"/>
                </a:solidFill>
                <a:uFillTx/>
                <a:latin typeface="Menlo"/>
              </a:rPr>
              <a:t>i</a:t>
            </a:r>
            <a:r>
              <a:rPr lang="de-DE" sz="1600" b="0" u="none" strike="noStrike">
                <a:solidFill>
                  <a:srgbClr val="000000"/>
                </a:solidFill>
                <a:uFillTx/>
                <a:latin typeface="Menlo"/>
              </a:rPr>
              <a:t> &lt; </a:t>
            </a:r>
            <a:r>
              <a:rPr lang="de-DE" sz="1600" b="0" u="none" strike="noStrike">
                <a:solidFill>
                  <a:srgbClr val="001080"/>
                </a:solidFill>
                <a:uFillTx/>
                <a:latin typeface="Menlo"/>
              </a:rPr>
              <a:t>matrix</a:t>
            </a:r>
            <a:r>
              <a:rPr lang="de-DE" sz="1600" b="0" u="none" strike="noStrike">
                <a:solidFill>
                  <a:srgbClr val="000000"/>
                </a:solidFill>
                <a:uFillTx/>
                <a:latin typeface="Menlo"/>
              </a:rPr>
              <a:t>.</a:t>
            </a:r>
            <a:r>
              <a:rPr lang="de-DE" sz="1600" b="0" u="none" strike="noStrike">
                <a:solidFill>
                  <a:srgbClr val="001080"/>
                </a:solidFill>
                <a:uFillTx/>
                <a:latin typeface="Menlo"/>
              </a:rPr>
              <a:t>length</a:t>
            </a:r>
            <a:r>
              <a:rPr lang="de-DE" sz="1600" b="0" u="none" strike="noStrike">
                <a:solidFill>
                  <a:srgbClr val="000000"/>
                </a:solidFill>
                <a:uFillTx/>
                <a:latin typeface="Menlo"/>
              </a:rPr>
              <a:t>; </a:t>
            </a:r>
            <a:r>
              <a:rPr lang="de-DE" sz="1600" b="0" u="none" strike="noStrike">
                <a:solidFill>
                  <a:srgbClr val="001080"/>
                </a:solidFill>
                <a:uFillTx/>
                <a:latin typeface="Menlo"/>
              </a:rPr>
              <a:t>i</a:t>
            </a:r>
            <a:r>
              <a:rPr lang="de-DE" sz="1600" b="0" u="none" strike="noStrike">
                <a:solidFill>
                  <a:srgbClr val="000000"/>
                </a:solidFill>
                <a:uFillTx/>
                <a:latin typeface="Menlo"/>
              </a:rPr>
              <a:t>++) {</a:t>
            </a:r>
            <a:endParaRPr lang="de-DE" sz="1600" b="0" u="none" strike="noStrike">
              <a:solidFill>
                <a:srgbClr val="000000"/>
              </a:solidFill>
              <a:uFillTx/>
              <a:latin typeface="Arial"/>
            </a:endParaRPr>
          </a:p>
          <a:p>
            <a:pPr marL="457200" indent="0" defTabSz="914400">
              <a:lnSpc>
                <a:spcPct val="90000"/>
              </a:lnSpc>
              <a:spcBef>
                <a:spcPts val="499"/>
              </a:spcBef>
              <a:buNone/>
              <a:tabLst>
                <a:tab pos="0" algn="l"/>
              </a:tabLst>
            </a:pPr>
            <a:r>
              <a:rPr lang="de-DE" sz="1600" b="0" u="none" strike="noStrike">
                <a:solidFill>
                  <a:srgbClr val="0000FF"/>
                </a:solidFill>
                <a:uFillTx/>
                <a:latin typeface="Menlo"/>
              </a:rPr>
              <a:t>	let</a:t>
            </a:r>
            <a:r>
              <a:rPr lang="de-DE" sz="1600" b="0" u="none" strike="noStrike">
                <a:solidFill>
                  <a:srgbClr val="000000"/>
                </a:solidFill>
                <a:uFillTx/>
                <a:latin typeface="Menlo"/>
              </a:rPr>
              <a:t> </a:t>
            </a:r>
            <a:r>
              <a:rPr lang="de-DE" sz="1600" b="0" u="none" strike="noStrike">
                <a:solidFill>
                  <a:srgbClr val="001080"/>
                </a:solidFill>
                <a:uFillTx/>
                <a:latin typeface="Menlo"/>
              </a:rPr>
              <a:t>row</a:t>
            </a:r>
            <a:r>
              <a:rPr lang="de-DE" sz="1600" b="0" u="none" strike="noStrike">
                <a:solidFill>
                  <a:srgbClr val="000000"/>
                </a:solidFill>
                <a:uFillTx/>
                <a:latin typeface="Menlo"/>
              </a:rPr>
              <a:t> = </a:t>
            </a:r>
            <a:r>
              <a:rPr lang="de-DE" sz="1600" b="0" u="none" strike="noStrike">
                <a:solidFill>
                  <a:srgbClr val="001080"/>
                </a:solidFill>
                <a:uFillTx/>
                <a:latin typeface="Menlo"/>
              </a:rPr>
              <a:t>matrix</a:t>
            </a:r>
            <a:r>
              <a:rPr lang="de-DE" sz="1600" b="0" u="none" strike="noStrike">
                <a:solidFill>
                  <a:srgbClr val="000000"/>
                </a:solidFill>
                <a:uFillTx/>
                <a:latin typeface="Menlo"/>
              </a:rPr>
              <a:t>[</a:t>
            </a:r>
            <a:r>
              <a:rPr lang="de-DE" sz="1600" b="0" u="none" strike="noStrike">
                <a:solidFill>
                  <a:srgbClr val="001080"/>
                </a:solidFill>
                <a:uFillTx/>
                <a:latin typeface="Menlo"/>
              </a:rPr>
              <a:t>i</a:t>
            </a:r>
            <a:r>
              <a:rPr lang="de-DE" sz="1600" b="0" u="none" strike="noStrike">
                <a:solidFill>
                  <a:srgbClr val="000000"/>
                </a:solidFill>
                <a:uFillTx/>
                <a:latin typeface="Menlo"/>
              </a:rPr>
              <a:t>];</a:t>
            </a:r>
            <a:endParaRPr lang="de-DE" sz="1600" b="0" u="none" strike="noStrike">
              <a:solidFill>
                <a:srgbClr val="000000"/>
              </a:solidFill>
              <a:uFillTx/>
              <a:latin typeface="Arial"/>
            </a:endParaRPr>
          </a:p>
          <a:p>
            <a:pPr marL="457200" indent="0" defTabSz="914400">
              <a:lnSpc>
                <a:spcPct val="90000"/>
              </a:lnSpc>
              <a:spcBef>
                <a:spcPts val="499"/>
              </a:spcBef>
              <a:buNone/>
              <a:tabLst>
                <a:tab pos="0" algn="l"/>
              </a:tabLst>
            </a:pPr>
            <a:r>
              <a:rPr lang="de-DE" sz="1600" b="0" u="none" strike="noStrike">
                <a:solidFill>
                  <a:srgbClr val="AF00DB"/>
                </a:solidFill>
                <a:uFillTx/>
                <a:latin typeface="Menlo"/>
              </a:rPr>
              <a:t>	for</a:t>
            </a:r>
            <a:r>
              <a:rPr lang="de-DE" sz="1600" b="0" u="none" strike="noStrike">
                <a:solidFill>
                  <a:srgbClr val="000000"/>
                </a:solidFill>
                <a:uFillTx/>
                <a:latin typeface="Menlo"/>
              </a:rPr>
              <a:t> (</a:t>
            </a:r>
            <a:r>
              <a:rPr lang="de-DE" sz="1600" b="0" u="none" strike="noStrike">
                <a:solidFill>
                  <a:srgbClr val="0000FF"/>
                </a:solidFill>
                <a:uFillTx/>
                <a:latin typeface="Menlo"/>
              </a:rPr>
              <a:t>let</a:t>
            </a:r>
            <a:r>
              <a:rPr lang="de-DE" sz="1600" b="0" u="none" strike="noStrike">
                <a:solidFill>
                  <a:srgbClr val="000000"/>
                </a:solidFill>
                <a:uFillTx/>
                <a:latin typeface="Menlo"/>
              </a:rPr>
              <a:t> </a:t>
            </a:r>
            <a:r>
              <a:rPr lang="de-DE" sz="1600" b="0" u="none" strike="noStrike">
                <a:solidFill>
                  <a:srgbClr val="001080"/>
                </a:solidFill>
                <a:uFillTx/>
                <a:latin typeface="Menlo"/>
              </a:rPr>
              <a:t>i</a:t>
            </a:r>
            <a:r>
              <a:rPr lang="de-DE" sz="1600" b="0" u="none" strike="noStrike">
                <a:solidFill>
                  <a:srgbClr val="000000"/>
                </a:solidFill>
                <a:uFillTx/>
                <a:latin typeface="Menlo"/>
              </a:rPr>
              <a:t> = </a:t>
            </a:r>
            <a:r>
              <a:rPr lang="de-DE" sz="1600" b="0" u="none" strike="noStrike">
                <a:solidFill>
                  <a:srgbClr val="098658"/>
                </a:solidFill>
                <a:uFillTx/>
                <a:latin typeface="Menlo"/>
              </a:rPr>
              <a:t>0</a:t>
            </a:r>
            <a:r>
              <a:rPr lang="de-DE" sz="1600" b="0" u="none" strike="noStrike">
                <a:solidFill>
                  <a:srgbClr val="000000"/>
                </a:solidFill>
                <a:uFillTx/>
                <a:latin typeface="Menlo"/>
              </a:rPr>
              <a:t>; </a:t>
            </a:r>
            <a:r>
              <a:rPr lang="de-DE" sz="1600" b="0" u="none" strike="noStrike">
                <a:solidFill>
                  <a:srgbClr val="001080"/>
                </a:solidFill>
                <a:uFillTx/>
                <a:latin typeface="Menlo"/>
              </a:rPr>
              <a:t>i</a:t>
            </a:r>
            <a:r>
              <a:rPr lang="de-DE" sz="1600" b="0" u="none" strike="noStrike">
                <a:solidFill>
                  <a:srgbClr val="000000"/>
                </a:solidFill>
                <a:uFillTx/>
                <a:latin typeface="Menlo"/>
              </a:rPr>
              <a:t> &lt; </a:t>
            </a:r>
            <a:r>
              <a:rPr lang="de-DE" sz="1600" b="0" u="none" strike="noStrike">
                <a:solidFill>
                  <a:srgbClr val="001080"/>
                </a:solidFill>
                <a:uFillTx/>
                <a:latin typeface="Menlo"/>
              </a:rPr>
              <a:t>row</a:t>
            </a:r>
            <a:r>
              <a:rPr lang="de-DE" sz="1600" b="0" u="none" strike="noStrike">
                <a:solidFill>
                  <a:srgbClr val="000000"/>
                </a:solidFill>
                <a:uFillTx/>
                <a:latin typeface="Menlo"/>
              </a:rPr>
              <a:t>.</a:t>
            </a:r>
            <a:r>
              <a:rPr lang="de-DE" sz="1600" b="0" u="none" strike="noStrike">
                <a:solidFill>
                  <a:srgbClr val="001080"/>
                </a:solidFill>
                <a:uFillTx/>
                <a:latin typeface="Menlo"/>
              </a:rPr>
              <a:t>length</a:t>
            </a:r>
            <a:r>
              <a:rPr lang="de-DE" sz="1600" b="0" u="none" strike="noStrike">
                <a:solidFill>
                  <a:srgbClr val="000000"/>
                </a:solidFill>
                <a:uFillTx/>
                <a:latin typeface="Menlo"/>
              </a:rPr>
              <a:t>; </a:t>
            </a:r>
            <a:r>
              <a:rPr lang="de-DE" sz="1600" b="0" u="none" strike="noStrike">
                <a:solidFill>
                  <a:srgbClr val="001080"/>
                </a:solidFill>
                <a:uFillTx/>
                <a:latin typeface="Menlo"/>
              </a:rPr>
              <a:t>i</a:t>
            </a:r>
            <a:r>
              <a:rPr lang="de-DE" sz="1600" b="0" u="none" strike="noStrike">
                <a:solidFill>
                  <a:srgbClr val="000000"/>
                </a:solidFill>
                <a:uFillTx/>
                <a:latin typeface="Menlo"/>
              </a:rPr>
              <a:t>++) {</a:t>
            </a:r>
            <a:endParaRPr lang="de-DE" sz="1600" b="0" u="none" strike="noStrike">
              <a:solidFill>
                <a:srgbClr val="000000"/>
              </a:solidFill>
              <a:uFillTx/>
              <a:latin typeface="Arial"/>
            </a:endParaRPr>
          </a:p>
          <a:p>
            <a:pPr marL="457200" indent="0" defTabSz="914400">
              <a:lnSpc>
                <a:spcPct val="90000"/>
              </a:lnSpc>
              <a:spcBef>
                <a:spcPts val="499"/>
              </a:spcBef>
              <a:buNone/>
              <a:tabLst>
                <a:tab pos="0" algn="l"/>
              </a:tabLst>
            </a:pPr>
            <a:r>
              <a:rPr lang="de-DE" sz="1600" b="0" u="none" strike="noStrike">
                <a:solidFill>
                  <a:srgbClr val="001080"/>
                </a:solidFill>
                <a:uFillTx/>
                <a:latin typeface="Menlo"/>
              </a:rPr>
              <a:t>		sum</a:t>
            </a:r>
            <a:r>
              <a:rPr lang="de-DE" sz="1600" b="0" u="none" strike="noStrike">
                <a:solidFill>
                  <a:srgbClr val="000000"/>
                </a:solidFill>
                <a:uFillTx/>
                <a:latin typeface="Menlo"/>
              </a:rPr>
              <a:t> += </a:t>
            </a:r>
            <a:r>
              <a:rPr lang="de-DE" sz="1600" b="0" u="none" strike="noStrike">
                <a:solidFill>
                  <a:srgbClr val="001080"/>
                </a:solidFill>
                <a:uFillTx/>
                <a:latin typeface="Menlo"/>
              </a:rPr>
              <a:t>row</a:t>
            </a:r>
            <a:r>
              <a:rPr lang="de-DE" sz="1600" b="0" u="none" strike="noStrike">
                <a:solidFill>
                  <a:srgbClr val="000000"/>
                </a:solidFill>
                <a:uFillTx/>
                <a:latin typeface="Menlo"/>
              </a:rPr>
              <a:t>[</a:t>
            </a:r>
            <a:r>
              <a:rPr lang="de-DE" sz="1600" b="0" u="none" strike="noStrike">
                <a:solidFill>
                  <a:srgbClr val="001080"/>
                </a:solidFill>
                <a:uFillTx/>
                <a:latin typeface="Menlo"/>
              </a:rPr>
              <a:t>i</a:t>
            </a:r>
            <a:r>
              <a:rPr lang="de-DE" sz="1600" b="0" u="none" strike="noStrike">
                <a:solidFill>
                  <a:srgbClr val="000000"/>
                </a:solidFill>
                <a:uFillTx/>
                <a:latin typeface="Menlo"/>
              </a:rPr>
              <a:t>];</a:t>
            </a:r>
            <a:endParaRPr lang="de-DE" sz="1600" b="0" u="none" strike="noStrike">
              <a:solidFill>
                <a:srgbClr val="000000"/>
              </a:solidFill>
              <a:uFillTx/>
              <a:latin typeface="Arial"/>
            </a:endParaRPr>
          </a:p>
          <a:p>
            <a:pPr marL="457200" indent="0" defTabSz="914400">
              <a:lnSpc>
                <a:spcPct val="90000"/>
              </a:lnSpc>
              <a:spcBef>
                <a:spcPts val="499"/>
              </a:spcBef>
              <a:buNone/>
              <a:tabLst>
                <a:tab pos="0" algn="l"/>
              </a:tabLst>
            </a:pPr>
            <a:r>
              <a:rPr lang="de-DE" sz="1600" b="0" u="none" strike="noStrike">
                <a:solidFill>
                  <a:srgbClr val="000000"/>
                </a:solidFill>
                <a:uFillTx/>
                <a:latin typeface="Menlo"/>
              </a:rPr>
              <a:t>	}</a:t>
            </a:r>
            <a:endParaRPr lang="de-DE" sz="1600" b="0" u="none" strike="noStrike">
              <a:solidFill>
                <a:srgbClr val="000000"/>
              </a:solidFill>
              <a:uFillTx/>
              <a:latin typeface="Arial"/>
            </a:endParaRPr>
          </a:p>
          <a:p>
            <a:pPr marL="457200" indent="0" defTabSz="914400">
              <a:lnSpc>
                <a:spcPct val="90000"/>
              </a:lnSpc>
              <a:spcBef>
                <a:spcPts val="499"/>
              </a:spcBef>
              <a:buNone/>
              <a:tabLst>
                <a:tab pos="0" algn="l"/>
              </a:tabLst>
            </a:pPr>
            <a:r>
              <a:rPr lang="de-DE" sz="1600" b="0" u="none" strike="noStrike">
                <a:solidFill>
                  <a:srgbClr val="000000"/>
                </a:solidFill>
                <a:uFillTx/>
                <a:latin typeface="Menlo"/>
              </a:rPr>
              <a:t>}</a:t>
            </a:r>
            <a:endParaRPr lang="de-DE" sz="1600" b="0" u="none" strike="noStrike">
              <a:solidFill>
                <a:srgbClr val="000000"/>
              </a:solidFill>
              <a:uFillTx/>
              <a:latin typeface="Arial"/>
            </a:endParaRPr>
          </a:p>
          <a:p>
            <a:pPr marL="457200" indent="0" defTabSz="914400">
              <a:lnSpc>
                <a:spcPct val="90000"/>
              </a:lnSpc>
              <a:spcBef>
                <a:spcPts val="499"/>
              </a:spcBef>
              <a:buNone/>
              <a:tabLst>
                <a:tab pos="0" algn="l"/>
              </a:tabLst>
            </a:pPr>
            <a:br>
              <a:rPr sz="1600"/>
            </a:br>
            <a:r>
              <a:rPr lang="de-DE" sz="1600" b="0" u="none" strike="noStrike">
                <a:solidFill>
                  <a:srgbClr val="AF00DB"/>
                </a:solidFill>
                <a:uFillTx/>
                <a:latin typeface="Menlo"/>
              </a:rPr>
              <a:t>return</a:t>
            </a:r>
            <a:r>
              <a:rPr lang="de-DE" sz="1600" b="0" u="none" strike="noStrike">
                <a:solidFill>
                  <a:srgbClr val="000000"/>
                </a:solidFill>
                <a:uFillTx/>
                <a:latin typeface="Menlo"/>
              </a:rPr>
              <a:t> </a:t>
            </a:r>
            <a:r>
              <a:rPr lang="de-DE" sz="1600" b="0" u="none" strike="noStrike">
                <a:solidFill>
                  <a:srgbClr val="001080"/>
                </a:solidFill>
                <a:uFillTx/>
                <a:latin typeface="Menlo"/>
              </a:rPr>
              <a:t>sum</a:t>
            </a:r>
            <a:r>
              <a:rPr lang="de-DE" sz="1600" b="0" u="none" strike="noStrike">
                <a:solidFill>
                  <a:srgbClr val="000000"/>
                </a:solidFill>
                <a:uFillTx/>
                <a:latin typeface="Menlo"/>
              </a:rPr>
              <a:t>;</a:t>
            </a:r>
            <a:endParaRPr lang="de-DE" sz="1600" b="0" u="none" strike="noStrike">
              <a:solidFill>
                <a:srgbClr val="000000"/>
              </a:solidFill>
              <a:uFillTx/>
              <a:latin typeface="Arial"/>
            </a:endParaRPr>
          </a:p>
          <a:p>
            <a:pPr marL="457200" indent="0" defTabSz="914400">
              <a:lnSpc>
                <a:spcPct val="90000"/>
              </a:lnSpc>
              <a:spcBef>
                <a:spcPts val="1001"/>
              </a:spcBef>
              <a:buNone/>
              <a:tabLst>
                <a:tab pos="0" algn="l"/>
              </a:tabLst>
            </a:pPr>
            <a:r>
              <a:rPr lang="de-DE" sz="2000" b="0" u="none" strike="noStrike">
                <a:solidFill>
                  <a:srgbClr val="000000"/>
                </a:solidFill>
                <a:uFillTx/>
                <a:latin typeface="Menlo"/>
              </a:rPr>
              <a:t>}</a:t>
            </a:r>
            <a:endParaRPr lang="de-DE" sz="2000" b="0" u="none" strike="noStrike">
              <a:solidFill>
                <a:srgbClr val="000000"/>
              </a:solidFill>
              <a:uFillTx/>
              <a:latin typeface="Arial"/>
            </a:endParaRPr>
          </a:p>
        </p:txBody>
      </p:sp>
      <p:pic>
        <p:nvPicPr>
          <p:cNvPr id="227" name="Picture 4"/>
          <p:cNvPicPr/>
          <p:nvPr/>
        </p:nvPicPr>
        <p:blipFill>
          <a:blip r:embed="rId2"/>
          <a:stretch/>
        </p:blipFill>
        <p:spPr>
          <a:xfrm>
            <a:off x="0" y="0"/>
            <a:ext cx="4634280" cy="6856560"/>
          </a:xfrm>
          <a:prstGeom prst="rect">
            <a:avLst/>
          </a:prstGeom>
          <a:noFill/>
          <a:ln w="0">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 name="PlaceHolder 1"/>
          <p:cNvSpPr>
            <a:spLocks noGrp="1"/>
          </p:cNvSpPr>
          <p:nvPr>
            <p:ph type="title"/>
          </p:nvPr>
        </p:nvSpPr>
        <p:spPr>
          <a:xfrm>
            <a:off x="838080" y="291240"/>
            <a:ext cx="10514160" cy="931320"/>
          </a:xfrm>
          <a:prstGeom prst="rect">
            <a:avLst/>
          </a:prstGeom>
          <a:noFill/>
          <a:ln w="0">
            <a:noFill/>
          </a:ln>
        </p:spPr>
        <p:txBody>
          <a:bodyPr lIns="91440" tIns="45720" rIns="91440" bIns="45720" anchor="b">
            <a:normAutofit/>
          </a:bodyPr>
          <a:lstStyle/>
          <a:p>
            <a:pPr indent="0" algn="r" defTabSz="914400">
              <a:lnSpc>
                <a:spcPct val="90000"/>
              </a:lnSpc>
              <a:buNone/>
              <a:tabLst>
                <a:tab pos="0" algn="l"/>
              </a:tabLst>
            </a:pPr>
            <a:r>
              <a:rPr lang="en-US" sz="5400" b="0" u="none" strike="noStrike">
                <a:solidFill>
                  <a:schemeClr val="dk1"/>
                </a:solidFill>
                <a:uFillTx/>
                <a:latin typeface="Calibri Light"/>
              </a:rPr>
              <a:t>const</a:t>
            </a:r>
            <a:endParaRPr lang="de-DE" sz="5400" b="0" u="none" strike="noStrike">
              <a:solidFill>
                <a:srgbClr val="000000"/>
              </a:solidFill>
              <a:uFillTx/>
              <a:latin typeface="Arial"/>
            </a:endParaRPr>
          </a:p>
        </p:txBody>
      </p:sp>
      <p:pic>
        <p:nvPicPr>
          <p:cNvPr id="229" name="Picture 6" descr="A close up of a screen&#10;&#10;Description automatically generated"/>
          <p:cNvPicPr/>
          <p:nvPr/>
        </p:nvPicPr>
        <p:blipFill>
          <a:blip r:embed="rId2"/>
          <a:stretch/>
        </p:blipFill>
        <p:spPr>
          <a:xfrm>
            <a:off x="838080" y="3137760"/>
            <a:ext cx="10514160" cy="1891440"/>
          </a:xfrm>
          <a:prstGeom prst="rect">
            <a:avLst/>
          </a:prstGeom>
          <a:noFill/>
          <a:ln w="0">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 name="PlaceHolder 1"/>
          <p:cNvSpPr>
            <a:spLocks noGrp="1"/>
          </p:cNvSpPr>
          <p:nvPr>
            <p:ph type="title"/>
          </p:nvPr>
        </p:nvSpPr>
        <p:spPr>
          <a:xfrm>
            <a:off x="960840" y="498240"/>
            <a:ext cx="10268280" cy="1277640"/>
          </a:xfrm>
          <a:prstGeom prst="rect">
            <a:avLst/>
          </a:prstGeom>
          <a:noFill/>
          <a:ln w="0">
            <a:noFill/>
          </a:ln>
        </p:spPr>
        <p:txBody>
          <a:bodyPr lIns="91440" tIns="45720" rIns="91440" bIns="45720" anchor="ctr">
            <a:normAutofit/>
          </a:bodyPr>
          <a:lstStyle/>
          <a:p>
            <a:pPr indent="0" defTabSz="914400">
              <a:lnSpc>
                <a:spcPct val="90000"/>
              </a:lnSpc>
              <a:buNone/>
              <a:tabLst>
                <a:tab pos="0" algn="l"/>
              </a:tabLst>
            </a:pPr>
            <a:r>
              <a:rPr lang="de-DE" sz="4400" b="0" u="none" strike="noStrike">
                <a:solidFill>
                  <a:schemeClr val="lt1"/>
                </a:solidFill>
                <a:uFillTx/>
                <a:latin typeface="Calibri Light"/>
              </a:rPr>
              <a:t>Kontrollstrukturen</a:t>
            </a:r>
            <a:endParaRPr lang="de-DE" sz="4400" b="0" u="none" strike="noStrike">
              <a:solidFill>
                <a:srgbClr val="000000"/>
              </a:solidFill>
              <a:uFillTx/>
              <a:latin typeface="Arial"/>
            </a:endParaRPr>
          </a:p>
        </p:txBody>
      </p:sp>
      <p:sp>
        <p:nvSpPr>
          <p:cNvPr id="231" name="PlaceHolder 2"/>
          <p:cNvSpPr>
            <a:spLocks noGrp="1"/>
          </p:cNvSpPr>
          <p:nvPr>
            <p:ph/>
          </p:nvPr>
        </p:nvSpPr>
        <p:spPr>
          <a:xfrm>
            <a:off x="4389120" y="2944440"/>
            <a:ext cx="6840000" cy="2864880"/>
          </a:xfrm>
          <a:prstGeom prst="rect">
            <a:avLst/>
          </a:prstGeom>
          <a:noFill/>
          <a:ln w="0">
            <a:noFill/>
          </a:ln>
        </p:spPr>
        <p:txBody>
          <a:bodyPr lIns="91440" tIns="45720" rIns="91440" bIns="45720" anchor="t">
            <a:normAutofit lnSpcReduction="9999"/>
          </a:bodyPr>
          <a:lstStyle/>
          <a:p>
            <a:pPr indent="0" defTabSz="914400">
              <a:lnSpc>
                <a:spcPct val="90000"/>
              </a:lnSpc>
              <a:spcBef>
                <a:spcPts val="1001"/>
              </a:spcBef>
              <a:buNone/>
              <a:tabLst>
                <a:tab pos="0" algn="l"/>
              </a:tabLst>
            </a:pPr>
            <a:r>
              <a:rPr lang="de-DE" sz="2400" b="0" u="none" strike="noStrike">
                <a:solidFill>
                  <a:srgbClr val="AF00DB"/>
                </a:solidFill>
                <a:uFillTx/>
                <a:latin typeface="Menlo"/>
              </a:rPr>
              <a:t>if</a:t>
            </a:r>
            <a:r>
              <a:rPr lang="de-DE" sz="2400" b="0" u="none" strike="noStrike">
                <a:solidFill>
                  <a:srgbClr val="000000"/>
                </a:solidFill>
                <a:uFillTx/>
                <a:latin typeface="Menlo"/>
              </a:rPr>
              <a:t> (</a:t>
            </a:r>
            <a:r>
              <a:rPr lang="de-DE" sz="2400" b="0" u="none" strike="noStrike">
                <a:solidFill>
                  <a:srgbClr val="001080"/>
                </a:solidFill>
                <a:uFillTx/>
                <a:latin typeface="Menlo"/>
              </a:rPr>
              <a:t>boolean_expression1</a:t>
            </a:r>
            <a:r>
              <a:rPr lang="de-DE" sz="2400" b="0" u="none" strike="noStrike">
                <a:solidFill>
                  <a:srgbClr val="000000"/>
                </a:solidFill>
                <a:uFillTx/>
                <a:latin typeface="Menlo"/>
              </a:rPr>
              <a:t>) { </a:t>
            </a:r>
            <a:endParaRPr lang="de-DE" sz="2400" b="0" u="none" strike="noStrike">
              <a:solidFill>
                <a:srgbClr val="000000"/>
              </a:solidFill>
              <a:uFillTx/>
              <a:latin typeface="Arial"/>
            </a:endParaRPr>
          </a:p>
          <a:p>
            <a:pPr indent="0" defTabSz="914400">
              <a:lnSpc>
                <a:spcPct val="90000"/>
              </a:lnSpc>
              <a:spcBef>
                <a:spcPts val="1001"/>
              </a:spcBef>
              <a:buNone/>
              <a:tabLst>
                <a:tab pos="0" algn="l"/>
              </a:tabLst>
            </a:pPr>
            <a:r>
              <a:rPr lang="de-DE" sz="2400" b="0" u="none" strike="noStrike">
                <a:solidFill>
                  <a:srgbClr val="008000"/>
                </a:solidFill>
                <a:uFillTx/>
                <a:latin typeface="Menlo"/>
              </a:rPr>
              <a:t>	//some</a:t>
            </a:r>
            <a:endParaRPr lang="de-DE" sz="2400" b="0" u="none" strike="noStrike">
              <a:solidFill>
                <a:srgbClr val="000000"/>
              </a:solidFill>
              <a:uFillTx/>
              <a:latin typeface="Arial"/>
            </a:endParaRPr>
          </a:p>
          <a:p>
            <a:pPr indent="0" defTabSz="914400">
              <a:lnSpc>
                <a:spcPct val="90000"/>
              </a:lnSpc>
              <a:spcBef>
                <a:spcPts val="1001"/>
              </a:spcBef>
              <a:buNone/>
              <a:tabLst>
                <a:tab pos="0" algn="l"/>
              </a:tabLst>
            </a:pPr>
            <a:r>
              <a:rPr lang="de-DE" sz="2400" b="0" u="none" strike="noStrike">
                <a:solidFill>
                  <a:srgbClr val="000000"/>
                </a:solidFill>
                <a:uFillTx/>
                <a:latin typeface="Menlo"/>
              </a:rPr>
              <a:t>} </a:t>
            </a:r>
            <a:r>
              <a:rPr lang="de-DE" sz="2400" b="0" u="none" strike="noStrike">
                <a:solidFill>
                  <a:srgbClr val="AF00DB"/>
                </a:solidFill>
                <a:uFillTx/>
                <a:latin typeface="Menlo"/>
              </a:rPr>
              <a:t>else</a:t>
            </a:r>
            <a:r>
              <a:rPr lang="de-DE" sz="2400" b="0" u="none" strike="noStrike">
                <a:solidFill>
                  <a:srgbClr val="000000"/>
                </a:solidFill>
                <a:uFillTx/>
                <a:latin typeface="Menlo"/>
              </a:rPr>
              <a:t> </a:t>
            </a:r>
            <a:r>
              <a:rPr lang="de-DE" sz="2400" b="0" u="none" strike="noStrike">
                <a:solidFill>
                  <a:srgbClr val="AF00DB"/>
                </a:solidFill>
                <a:uFillTx/>
                <a:latin typeface="Menlo"/>
              </a:rPr>
              <a:t>if</a:t>
            </a:r>
            <a:r>
              <a:rPr lang="de-DE" sz="2400" b="0" u="none" strike="noStrike">
                <a:solidFill>
                  <a:srgbClr val="000000"/>
                </a:solidFill>
                <a:uFillTx/>
                <a:latin typeface="Menlo"/>
              </a:rPr>
              <a:t> (</a:t>
            </a:r>
            <a:r>
              <a:rPr lang="de-DE" sz="2400" b="0" u="none" strike="noStrike">
                <a:solidFill>
                  <a:srgbClr val="001080"/>
                </a:solidFill>
                <a:uFillTx/>
                <a:latin typeface="Menlo"/>
              </a:rPr>
              <a:t>boolean_expression2</a:t>
            </a:r>
            <a:r>
              <a:rPr lang="de-DE" sz="2400" b="0" u="none" strike="noStrike">
                <a:solidFill>
                  <a:srgbClr val="000000"/>
                </a:solidFill>
                <a:uFillTx/>
                <a:latin typeface="Menlo"/>
              </a:rPr>
              <a:t>) { </a:t>
            </a:r>
            <a:endParaRPr lang="de-DE" sz="2400" b="0" u="none" strike="noStrike">
              <a:solidFill>
                <a:srgbClr val="000000"/>
              </a:solidFill>
              <a:uFillTx/>
              <a:latin typeface="Arial"/>
            </a:endParaRPr>
          </a:p>
          <a:p>
            <a:pPr indent="0" defTabSz="914400">
              <a:lnSpc>
                <a:spcPct val="90000"/>
              </a:lnSpc>
              <a:spcBef>
                <a:spcPts val="1001"/>
              </a:spcBef>
              <a:buNone/>
              <a:tabLst>
                <a:tab pos="0" algn="l"/>
              </a:tabLst>
            </a:pPr>
            <a:r>
              <a:rPr lang="de-DE" sz="2400" b="0" u="none" strike="noStrike">
                <a:solidFill>
                  <a:srgbClr val="008000"/>
                </a:solidFill>
                <a:uFillTx/>
                <a:latin typeface="Menlo"/>
              </a:rPr>
              <a:t>	//someOther</a:t>
            </a:r>
            <a:endParaRPr lang="de-DE" sz="2400" b="0" u="none" strike="noStrike">
              <a:solidFill>
                <a:srgbClr val="000000"/>
              </a:solidFill>
              <a:uFillTx/>
              <a:latin typeface="Arial"/>
            </a:endParaRPr>
          </a:p>
          <a:p>
            <a:pPr indent="0" defTabSz="914400">
              <a:lnSpc>
                <a:spcPct val="90000"/>
              </a:lnSpc>
              <a:spcBef>
                <a:spcPts val="1001"/>
              </a:spcBef>
              <a:buNone/>
              <a:tabLst>
                <a:tab pos="0" algn="l"/>
              </a:tabLst>
            </a:pPr>
            <a:r>
              <a:rPr lang="de-DE" sz="2400" b="0" u="none" strike="noStrike">
                <a:solidFill>
                  <a:srgbClr val="000000"/>
                </a:solidFill>
                <a:uFillTx/>
                <a:latin typeface="Menlo"/>
              </a:rPr>
              <a:t>} </a:t>
            </a:r>
            <a:r>
              <a:rPr lang="de-DE" sz="2400" b="0" u="none" strike="noStrike">
                <a:solidFill>
                  <a:srgbClr val="AF00DB"/>
                </a:solidFill>
                <a:uFillTx/>
                <a:latin typeface="Menlo"/>
              </a:rPr>
              <a:t>else</a:t>
            </a:r>
            <a:r>
              <a:rPr lang="de-DE" sz="2400" b="0" u="none" strike="noStrike">
                <a:solidFill>
                  <a:srgbClr val="000000"/>
                </a:solidFill>
                <a:uFillTx/>
                <a:latin typeface="Menlo"/>
              </a:rPr>
              <a:t> { </a:t>
            </a:r>
            <a:endParaRPr lang="de-DE" sz="2400" b="0" u="none" strike="noStrike">
              <a:solidFill>
                <a:srgbClr val="000000"/>
              </a:solidFill>
              <a:uFillTx/>
              <a:latin typeface="Arial"/>
            </a:endParaRPr>
          </a:p>
          <a:p>
            <a:pPr indent="0" defTabSz="914400">
              <a:lnSpc>
                <a:spcPct val="90000"/>
              </a:lnSpc>
              <a:spcBef>
                <a:spcPts val="1001"/>
              </a:spcBef>
              <a:buNone/>
              <a:tabLst>
                <a:tab pos="0" algn="l"/>
              </a:tabLst>
            </a:pPr>
            <a:r>
              <a:rPr lang="de-DE" sz="2400" b="0" u="none" strike="noStrike">
                <a:solidFill>
                  <a:srgbClr val="008000"/>
                </a:solidFill>
                <a:uFillTx/>
                <a:latin typeface="Menlo"/>
              </a:rPr>
              <a:t>	//elsedo</a:t>
            </a:r>
            <a:endParaRPr lang="de-DE" sz="2400" b="0" u="none" strike="noStrike">
              <a:solidFill>
                <a:srgbClr val="000000"/>
              </a:solidFill>
              <a:uFillTx/>
              <a:latin typeface="Arial"/>
            </a:endParaRPr>
          </a:p>
          <a:p>
            <a:pPr indent="0" defTabSz="914400">
              <a:lnSpc>
                <a:spcPct val="90000"/>
              </a:lnSpc>
              <a:spcBef>
                <a:spcPts val="1001"/>
              </a:spcBef>
              <a:buNone/>
              <a:tabLst>
                <a:tab pos="0" algn="l"/>
              </a:tabLst>
            </a:pPr>
            <a:r>
              <a:rPr lang="de-DE" sz="2400" b="0" u="none" strike="noStrike">
                <a:solidFill>
                  <a:srgbClr val="000000"/>
                </a:solidFill>
                <a:uFillTx/>
                <a:latin typeface="Menlo"/>
              </a:rPr>
              <a:t>}</a:t>
            </a:r>
            <a:endParaRPr lang="de-DE" sz="2400" b="0" u="none" strike="noStrike">
              <a:solidFill>
                <a:srgbClr val="000000"/>
              </a:solidFill>
              <a:uFillTx/>
              <a:latin typeface="Arial"/>
            </a:endParaRPr>
          </a:p>
          <a:p>
            <a:pPr indent="0" defTabSz="914400">
              <a:lnSpc>
                <a:spcPct val="90000"/>
              </a:lnSpc>
              <a:spcBef>
                <a:spcPts val="1001"/>
              </a:spcBef>
              <a:buNone/>
              <a:tabLst>
                <a:tab pos="0" algn="l"/>
              </a:tabLst>
            </a:pPr>
            <a:endParaRPr lang="de-DE" sz="2200" b="0" u="none" strike="noStrike">
              <a:solidFill>
                <a:srgbClr val="000000"/>
              </a:solidFill>
              <a:uFillTx/>
              <a:latin typeface="Arial"/>
            </a:endParaRPr>
          </a:p>
        </p:txBody>
      </p:sp>
      <p:pic>
        <p:nvPicPr>
          <p:cNvPr id="232" name="Picture 4" descr="A blue and white sign&#10;&#10;Description automatically generated"/>
          <p:cNvPicPr/>
          <p:nvPr/>
        </p:nvPicPr>
        <p:blipFill>
          <a:blip r:embed="rId2"/>
          <a:srcRect l="17712" t="36590" r="25103"/>
          <a:stretch/>
        </p:blipFill>
        <p:spPr>
          <a:xfrm>
            <a:off x="1224000" y="2989440"/>
            <a:ext cx="2579040" cy="2602080"/>
          </a:xfrm>
          <a:prstGeom prst="rect">
            <a:avLst/>
          </a:prstGeom>
          <a:noFill/>
          <a:ln w="0">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PlaceHolder 1"/>
          <p:cNvSpPr>
            <a:spLocks noGrp="1"/>
          </p:cNvSpPr>
          <p:nvPr>
            <p:ph type="title"/>
          </p:nvPr>
        </p:nvSpPr>
        <p:spPr>
          <a:xfrm>
            <a:off x="960840" y="498240"/>
            <a:ext cx="10268280" cy="1277640"/>
          </a:xfrm>
          <a:prstGeom prst="rect">
            <a:avLst/>
          </a:prstGeom>
          <a:noFill/>
          <a:ln w="0">
            <a:noFill/>
          </a:ln>
        </p:spPr>
        <p:txBody>
          <a:bodyPr lIns="91440" tIns="45720" rIns="91440" bIns="45720" anchor="ctr">
            <a:normAutofit/>
          </a:bodyPr>
          <a:lstStyle/>
          <a:p>
            <a:pPr indent="0" defTabSz="914400">
              <a:lnSpc>
                <a:spcPct val="90000"/>
              </a:lnSpc>
              <a:buNone/>
              <a:tabLst>
                <a:tab pos="0" algn="l"/>
              </a:tabLst>
            </a:pPr>
            <a:r>
              <a:rPr lang="de-DE" sz="4400" b="0" u="none" strike="noStrike">
                <a:solidFill>
                  <a:schemeClr val="lt1"/>
                </a:solidFill>
                <a:uFillTx/>
                <a:latin typeface="Calibri Light"/>
              </a:rPr>
              <a:t>Kontrollstrukturen</a:t>
            </a:r>
            <a:endParaRPr lang="de-DE" sz="4400" b="0" u="none" strike="noStrike">
              <a:solidFill>
                <a:srgbClr val="000000"/>
              </a:solidFill>
              <a:uFillTx/>
              <a:latin typeface="Arial"/>
            </a:endParaRPr>
          </a:p>
        </p:txBody>
      </p:sp>
      <p:sp>
        <p:nvSpPr>
          <p:cNvPr id="234" name="PlaceHolder 2"/>
          <p:cNvSpPr>
            <a:spLocks noGrp="1"/>
          </p:cNvSpPr>
          <p:nvPr>
            <p:ph/>
          </p:nvPr>
        </p:nvSpPr>
        <p:spPr>
          <a:xfrm>
            <a:off x="4389120" y="2944440"/>
            <a:ext cx="6840000" cy="2864880"/>
          </a:xfrm>
          <a:prstGeom prst="rect">
            <a:avLst/>
          </a:prstGeom>
          <a:noFill/>
          <a:ln w="0">
            <a:noFill/>
          </a:ln>
        </p:spPr>
        <p:txBody>
          <a:bodyPr lIns="91440" tIns="45720" rIns="91440" bIns="45720" anchor="t">
            <a:normAutofit fontScale="70000" lnSpcReduction="20000"/>
          </a:bodyPr>
          <a:lstStyle/>
          <a:p>
            <a:pPr indent="0" defTabSz="914400">
              <a:lnSpc>
                <a:spcPct val="90000"/>
              </a:lnSpc>
              <a:spcBef>
                <a:spcPts val="1001"/>
              </a:spcBef>
              <a:buNone/>
              <a:tabLst>
                <a:tab pos="0" algn="l"/>
              </a:tabLst>
            </a:pPr>
            <a:r>
              <a:rPr lang="de-DE" sz="2400" b="0" u="none" strike="noStrike">
                <a:solidFill>
                  <a:srgbClr val="0000FF"/>
                </a:solidFill>
                <a:uFillTx/>
                <a:latin typeface="Menlo"/>
              </a:rPr>
              <a:t>var</a:t>
            </a:r>
            <a:r>
              <a:rPr lang="de-DE" sz="2400" b="0" u="none" strike="noStrike">
                <a:solidFill>
                  <a:srgbClr val="000000"/>
                </a:solidFill>
                <a:uFillTx/>
                <a:latin typeface="Menlo"/>
              </a:rPr>
              <a:t> </a:t>
            </a:r>
            <a:r>
              <a:rPr lang="de-DE" sz="2400" b="0" u="none" strike="noStrike">
                <a:solidFill>
                  <a:srgbClr val="001080"/>
                </a:solidFill>
                <a:uFillTx/>
                <a:latin typeface="Menlo"/>
              </a:rPr>
              <a:t>n</a:t>
            </a:r>
            <a:r>
              <a:rPr lang="de-DE" sz="2400" b="0" u="none" strike="noStrike">
                <a:solidFill>
                  <a:srgbClr val="000000"/>
                </a:solidFill>
                <a:uFillTx/>
                <a:latin typeface="Menlo"/>
              </a:rPr>
              <a:t>:</a:t>
            </a:r>
            <a:r>
              <a:rPr lang="de-DE" sz="2400" b="0" u="none" strike="noStrike">
                <a:solidFill>
                  <a:srgbClr val="267F99"/>
                </a:solidFill>
                <a:uFillTx/>
                <a:latin typeface="Menlo"/>
              </a:rPr>
              <a:t>number</a:t>
            </a:r>
            <a:r>
              <a:rPr lang="de-DE" sz="2400" b="0" u="none" strike="noStrike">
                <a:solidFill>
                  <a:srgbClr val="000000"/>
                </a:solidFill>
                <a:uFillTx/>
                <a:latin typeface="Menlo"/>
              </a:rPr>
              <a:t> = </a:t>
            </a:r>
            <a:r>
              <a:rPr lang="de-DE" sz="2400" b="0" u="none" strike="noStrike">
                <a:solidFill>
                  <a:srgbClr val="098658"/>
                </a:solidFill>
                <a:uFillTx/>
                <a:latin typeface="Menlo"/>
              </a:rPr>
              <a:t>1</a:t>
            </a:r>
            <a:r>
              <a:rPr lang="de-DE" sz="2400" b="0" u="none" strike="noStrike">
                <a:solidFill>
                  <a:srgbClr val="000000"/>
                </a:solidFill>
                <a:uFillTx/>
                <a:latin typeface="Menlo"/>
              </a:rPr>
              <a:t> </a:t>
            </a:r>
            <a:endParaRPr lang="de-DE" sz="2400" b="0" u="none" strike="noStrike">
              <a:solidFill>
                <a:srgbClr val="000000"/>
              </a:solidFill>
              <a:uFillTx/>
              <a:latin typeface="Arial"/>
            </a:endParaRPr>
          </a:p>
          <a:p>
            <a:pPr indent="0" defTabSz="914400">
              <a:lnSpc>
                <a:spcPct val="90000"/>
              </a:lnSpc>
              <a:spcBef>
                <a:spcPts val="1001"/>
              </a:spcBef>
              <a:buNone/>
              <a:tabLst>
                <a:tab pos="0" algn="l"/>
              </a:tabLst>
            </a:pPr>
            <a:r>
              <a:rPr lang="de-DE" sz="2400" b="0" u="none" strike="noStrike">
                <a:solidFill>
                  <a:srgbClr val="AF00DB"/>
                </a:solidFill>
                <a:uFillTx/>
                <a:latin typeface="Menlo"/>
              </a:rPr>
              <a:t>while</a:t>
            </a:r>
            <a:r>
              <a:rPr lang="de-DE" sz="2400" b="0" u="none" strike="noStrike">
                <a:solidFill>
                  <a:srgbClr val="000000"/>
                </a:solidFill>
                <a:uFillTx/>
                <a:latin typeface="Menlo"/>
              </a:rPr>
              <a:t>(</a:t>
            </a:r>
            <a:r>
              <a:rPr lang="de-DE" sz="2400" b="0" u="none" strike="noStrike">
                <a:solidFill>
                  <a:srgbClr val="001080"/>
                </a:solidFill>
                <a:uFillTx/>
                <a:latin typeface="Menlo"/>
              </a:rPr>
              <a:t>n</a:t>
            </a:r>
            <a:r>
              <a:rPr lang="de-DE" sz="2400" b="0" u="none" strike="noStrike">
                <a:solidFill>
                  <a:srgbClr val="000000"/>
                </a:solidFill>
                <a:uFillTx/>
                <a:latin typeface="Menlo"/>
              </a:rPr>
              <a:t> &gt; </a:t>
            </a:r>
            <a:r>
              <a:rPr lang="de-DE" sz="2400" b="0" u="none" strike="noStrike">
                <a:solidFill>
                  <a:srgbClr val="098658"/>
                </a:solidFill>
                <a:uFillTx/>
                <a:latin typeface="Menlo"/>
              </a:rPr>
              <a:t>5</a:t>
            </a:r>
            <a:r>
              <a:rPr lang="de-DE" sz="2400" b="0" u="none" strike="noStrike">
                <a:solidFill>
                  <a:srgbClr val="000000"/>
                </a:solidFill>
                <a:uFillTx/>
                <a:latin typeface="Menlo"/>
              </a:rPr>
              <a:t>) { </a:t>
            </a:r>
            <a:endParaRPr lang="de-DE" sz="2400" b="0" u="none" strike="noStrike">
              <a:solidFill>
                <a:srgbClr val="000000"/>
              </a:solidFill>
              <a:uFillTx/>
              <a:latin typeface="Arial"/>
            </a:endParaRPr>
          </a:p>
          <a:p>
            <a:pPr indent="0" defTabSz="914400">
              <a:lnSpc>
                <a:spcPct val="90000"/>
              </a:lnSpc>
              <a:spcBef>
                <a:spcPts val="1001"/>
              </a:spcBef>
              <a:buNone/>
              <a:tabLst>
                <a:tab pos="0" algn="l"/>
              </a:tabLst>
            </a:pPr>
            <a:r>
              <a:rPr lang="de-DE" sz="2400" b="0" u="none" strike="noStrike">
                <a:solidFill>
                  <a:srgbClr val="008000"/>
                </a:solidFill>
                <a:uFillTx/>
                <a:latin typeface="Menlo"/>
              </a:rPr>
              <a:t>	//some</a:t>
            </a:r>
            <a:endParaRPr lang="de-DE" sz="2400" b="0" u="none" strike="noStrike">
              <a:solidFill>
                <a:srgbClr val="000000"/>
              </a:solidFill>
              <a:uFillTx/>
              <a:latin typeface="Arial"/>
            </a:endParaRPr>
          </a:p>
          <a:p>
            <a:pPr indent="0" defTabSz="914400">
              <a:lnSpc>
                <a:spcPct val="90000"/>
              </a:lnSpc>
              <a:spcBef>
                <a:spcPts val="1001"/>
              </a:spcBef>
              <a:buNone/>
              <a:tabLst>
                <a:tab pos="0" algn="l"/>
              </a:tabLst>
            </a:pPr>
            <a:r>
              <a:rPr lang="de-DE" sz="2400" b="0" u="none" strike="noStrike">
                <a:solidFill>
                  <a:srgbClr val="000000"/>
                </a:solidFill>
                <a:uFillTx/>
                <a:latin typeface="Menlo"/>
              </a:rPr>
              <a:t>} </a:t>
            </a:r>
            <a:endParaRPr lang="de-DE" sz="2400" b="0" u="none" strike="noStrike">
              <a:solidFill>
                <a:srgbClr val="000000"/>
              </a:solidFill>
              <a:uFillTx/>
              <a:latin typeface="Arial"/>
            </a:endParaRPr>
          </a:p>
          <a:p>
            <a:pPr indent="0" defTabSz="914400">
              <a:lnSpc>
                <a:spcPct val="90000"/>
              </a:lnSpc>
              <a:spcBef>
                <a:spcPts val="1001"/>
              </a:spcBef>
              <a:buNone/>
              <a:tabLst>
                <a:tab pos="0" algn="l"/>
              </a:tabLst>
            </a:pPr>
            <a:endParaRPr lang="de-DE" sz="2400" b="0" u="none" strike="noStrike">
              <a:solidFill>
                <a:srgbClr val="000000"/>
              </a:solidFill>
              <a:uFillTx/>
              <a:latin typeface="Arial"/>
            </a:endParaRPr>
          </a:p>
          <a:p>
            <a:pPr indent="0" defTabSz="914400">
              <a:lnSpc>
                <a:spcPct val="90000"/>
              </a:lnSpc>
              <a:spcBef>
                <a:spcPts val="1001"/>
              </a:spcBef>
              <a:buNone/>
              <a:tabLst>
                <a:tab pos="0" algn="l"/>
              </a:tabLst>
            </a:pPr>
            <a:r>
              <a:rPr lang="de-DE" sz="2400" b="0" u="none" strike="noStrike">
                <a:solidFill>
                  <a:srgbClr val="AF00DB"/>
                </a:solidFill>
                <a:uFillTx/>
                <a:latin typeface="Menlo"/>
              </a:rPr>
              <a:t>do</a:t>
            </a:r>
            <a:r>
              <a:rPr lang="de-DE" sz="2400" b="0" u="none" strike="noStrike">
                <a:solidFill>
                  <a:srgbClr val="000000"/>
                </a:solidFill>
                <a:uFillTx/>
                <a:latin typeface="Menlo"/>
              </a:rPr>
              <a:t> { </a:t>
            </a:r>
            <a:endParaRPr lang="de-DE" sz="2400" b="0" u="none" strike="noStrike">
              <a:solidFill>
                <a:srgbClr val="000000"/>
              </a:solidFill>
              <a:uFillTx/>
              <a:latin typeface="Arial"/>
            </a:endParaRPr>
          </a:p>
          <a:p>
            <a:pPr indent="0" defTabSz="914400">
              <a:lnSpc>
                <a:spcPct val="90000"/>
              </a:lnSpc>
              <a:spcBef>
                <a:spcPts val="1001"/>
              </a:spcBef>
              <a:buNone/>
              <a:tabLst>
                <a:tab pos="0" algn="l"/>
              </a:tabLst>
            </a:pPr>
            <a:r>
              <a:rPr lang="de-DE" sz="2400" b="0" u="none" strike="noStrike">
                <a:solidFill>
                  <a:srgbClr val="008000"/>
                </a:solidFill>
                <a:uFillTx/>
                <a:latin typeface="Menlo"/>
              </a:rPr>
              <a:t>	//some </a:t>
            </a:r>
            <a:endParaRPr lang="de-DE" sz="2400" b="0" u="none" strike="noStrike">
              <a:solidFill>
                <a:srgbClr val="000000"/>
              </a:solidFill>
              <a:uFillTx/>
              <a:latin typeface="Arial"/>
            </a:endParaRPr>
          </a:p>
          <a:p>
            <a:pPr indent="0" defTabSz="914400">
              <a:lnSpc>
                <a:spcPct val="90000"/>
              </a:lnSpc>
              <a:spcBef>
                <a:spcPts val="1001"/>
              </a:spcBef>
              <a:buNone/>
              <a:tabLst>
                <a:tab pos="0" algn="l"/>
              </a:tabLst>
            </a:pPr>
            <a:r>
              <a:rPr lang="de-DE" sz="2400" b="0" u="none" strike="noStrike">
                <a:solidFill>
                  <a:srgbClr val="000000"/>
                </a:solidFill>
                <a:uFillTx/>
                <a:latin typeface="Menlo"/>
              </a:rPr>
              <a:t>} </a:t>
            </a:r>
            <a:endParaRPr lang="de-DE" sz="2400" b="0" u="none" strike="noStrike">
              <a:solidFill>
                <a:srgbClr val="000000"/>
              </a:solidFill>
              <a:uFillTx/>
              <a:latin typeface="Arial"/>
            </a:endParaRPr>
          </a:p>
          <a:p>
            <a:pPr indent="0" defTabSz="914400">
              <a:lnSpc>
                <a:spcPct val="90000"/>
              </a:lnSpc>
              <a:spcBef>
                <a:spcPts val="1001"/>
              </a:spcBef>
              <a:buNone/>
              <a:tabLst>
                <a:tab pos="0" algn="l"/>
              </a:tabLst>
            </a:pPr>
            <a:r>
              <a:rPr lang="de-DE" sz="2400" b="0" u="none" strike="noStrike">
                <a:solidFill>
                  <a:srgbClr val="AF00DB"/>
                </a:solidFill>
                <a:uFillTx/>
                <a:latin typeface="Menlo"/>
              </a:rPr>
              <a:t>while</a:t>
            </a:r>
            <a:r>
              <a:rPr lang="de-DE" sz="2400" b="0" u="none" strike="noStrike">
                <a:solidFill>
                  <a:srgbClr val="000000"/>
                </a:solidFill>
                <a:uFillTx/>
                <a:latin typeface="Menlo"/>
              </a:rPr>
              <a:t>(</a:t>
            </a:r>
            <a:r>
              <a:rPr lang="de-DE" sz="2400" b="0" u="none" strike="noStrike">
                <a:solidFill>
                  <a:srgbClr val="001080"/>
                </a:solidFill>
                <a:uFillTx/>
                <a:latin typeface="Menlo"/>
              </a:rPr>
              <a:t>n</a:t>
            </a:r>
            <a:r>
              <a:rPr lang="de-DE" sz="2400" b="0" u="none" strike="noStrike">
                <a:solidFill>
                  <a:srgbClr val="000000"/>
                </a:solidFill>
                <a:uFillTx/>
                <a:latin typeface="Menlo"/>
              </a:rPr>
              <a:t>&gt;</a:t>
            </a:r>
            <a:r>
              <a:rPr lang="de-DE" sz="2400" b="0" u="none" strike="noStrike">
                <a:solidFill>
                  <a:srgbClr val="098658"/>
                </a:solidFill>
                <a:uFillTx/>
                <a:latin typeface="Menlo"/>
              </a:rPr>
              <a:t>5</a:t>
            </a:r>
            <a:r>
              <a:rPr lang="de-DE" sz="2400" b="0" u="none" strike="noStrike">
                <a:solidFill>
                  <a:srgbClr val="000000"/>
                </a:solidFill>
                <a:uFillTx/>
                <a:latin typeface="Menlo"/>
              </a:rPr>
              <a:t>)</a:t>
            </a:r>
            <a:endParaRPr lang="de-DE" sz="2400" b="0" u="none" strike="noStrike">
              <a:solidFill>
                <a:srgbClr val="000000"/>
              </a:solidFill>
              <a:uFillTx/>
              <a:latin typeface="Arial"/>
            </a:endParaRPr>
          </a:p>
          <a:p>
            <a:pPr indent="0" defTabSz="914400">
              <a:lnSpc>
                <a:spcPct val="90000"/>
              </a:lnSpc>
              <a:spcBef>
                <a:spcPts val="1001"/>
              </a:spcBef>
              <a:buNone/>
              <a:tabLst>
                <a:tab pos="0" algn="l"/>
              </a:tabLst>
            </a:pPr>
            <a:endParaRPr lang="de-DE" sz="2400" b="0" u="none" strike="noStrike">
              <a:solidFill>
                <a:srgbClr val="000000"/>
              </a:solidFill>
              <a:uFillTx/>
              <a:latin typeface="Arial"/>
            </a:endParaRPr>
          </a:p>
          <a:p>
            <a:pPr indent="0" defTabSz="914400">
              <a:lnSpc>
                <a:spcPct val="90000"/>
              </a:lnSpc>
              <a:spcBef>
                <a:spcPts val="1001"/>
              </a:spcBef>
              <a:buNone/>
              <a:tabLst>
                <a:tab pos="0" algn="l"/>
              </a:tabLst>
            </a:pPr>
            <a:endParaRPr lang="de-DE" sz="2200" b="0" u="none" strike="noStrike">
              <a:solidFill>
                <a:srgbClr val="000000"/>
              </a:solidFill>
              <a:uFillTx/>
              <a:latin typeface="Arial"/>
            </a:endParaRPr>
          </a:p>
        </p:txBody>
      </p:sp>
      <p:pic>
        <p:nvPicPr>
          <p:cNvPr id="235" name="Picture 4" descr="A blue and white sign&#10;&#10;Description automatically generated"/>
          <p:cNvPicPr/>
          <p:nvPr/>
        </p:nvPicPr>
        <p:blipFill>
          <a:blip r:embed="rId2"/>
          <a:srcRect l="17712" t="36590" r="25103"/>
          <a:stretch/>
        </p:blipFill>
        <p:spPr>
          <a:xfrm>
            <a:off x="1224000" y="2989440"/>
            <a:ext cx="2579040" cy="2602080"/>
          </a:xfrm>
          <a:prstGeom prst="rect">
            <a:avLst/>
          </a:prstGeom>
          <a:noFill/>
          <a:ln w="0">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Number Datentyp</a:t>
            </a:r>
            <a:endParaRPr lang="de-DE" sz="4400" b="0" u="none" strike="noStrike">
              <a:solidFill>
                <a:srgbClr val="000000"/>
              </a:solidFill>
              <a:uFillTx/>
              <a:latin typeface="Arial"/>
            </a:endParaRPr>
          </a:p>
        </p:txBody>
      </p:sp>
      <p:graphicFrame>
        <p:nvGraphicFramePr>
          <p:cNvPr id="4" name="Diagram4"/>
          <p:cNvGraphicFramePr/>
          <p:nvPr>
            <p:extLst>
              <p:ext uri="{D42A27DB-BD31-4B8C-83A1-F6EECF244321}">
                <p14:modId xmlns:p14="http://schemas.microsoft.com/office/powerpoint/2010/main" val="3035454158"/>
              </p:ext>
            </p:extLst>
          </p:nvPr>
        </p:nvGraphicFramePr>
        <p:xfrm>
          <a:off x="859320" y="1846800"/>
          <a:ext cx="10514160" cy="43498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Number Funktionen</a:t>
            </a:r>
            <a:endParaRPr lang="de-DE" sz="4400" b="0" u="none" strike="noStrike">
              <a:solidFill>
                <a:srgbClr val="000000"/>
              </a:solidFill>
              <a:uFillTx/>
              <a:latin typeface="Arial"/>
            </a:endParaRPr>
          </a:p>
        </p:txBody>
      </p:sp>
      <p:sp>
        <p:nvSpPr>
          <p:cNvPr id="238"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toFixed()</a:t>
            </a:r>
            <a:endParaRPr lang="de-DE" sz="2800" b="0" u="none" strike="noStrike">
              <a:solidFill>
                <a:srgbClr val="000000"/>
              </a:solidFill>
              <a:uFillTx/>
              <a:latin typeface="Arial"/>
            </a:endParaRPr>
          </a:p>
          <a:p>
            <a:pPr marL="685800" lvl="1" indent="-228600" defTabSz="914400">
              <a:lnSpc>
                <a:spcPct val="90000"/>
              </a:lnSpc>
              <a:spcBef>
                <a:spcPts val="499"/>
              </a:spcBef>
              <a:buClr>
                <a:srgbClr val="569CD6"/>
              </a:buClr>
              <a:buFont typeface="Arial"/>
              <a:buChar char="•"/>
            </a:pPr>
            <a:r>
              <a:rPr lang="de-DE" sz="2000" b="0" u="none" strike="noStrike">
                <a:solidFill>
                  <a:srgbClr val="0000FF"/>
                </a:solidFill>
                <a:uFillTx/>
                <a:latin typeface="Menlo"/>
              </a:rPr>
              <a:t>const</a:t>
            </a:r>
            <a:r>
              <a:rPr lang="de-DE" sz="2000" b="0" u="none" strike="noStrike">
                <a:solidFill>
                  <a:srgbClr val="000000"/>
                </a:solidFill>
                <a:uFillTx/>
                <a:latin typeface="Menlo"/>
              </a:rPr>
              <a:t> </a:t>
            </a:r>
            <a:r>
              <a:rPr lang="de-DE" sz="2000" b="0" u="none" strike="noStrike">
                <a:solidFill>
                  <a:srgbClr val="001080"/>
                </a:solidFill>
                <a:uFillTx/>
                <a:latin typeface="Menlo"/>
              </a:rPr>
              <a:t>numToFixed</a:t>
            </a:r>
            <a:r>
              <a:rPr lang="de-DE" sz="2000" b="0" u="none" strike="noStrike">
                <a:solidFill>
                  <a:srgbClr val="000000"/>
                </a:solidFill>
                <a:uFillTx/>
                <a:latin typeface="Menlo"/>
              </a:rPr>
              <a:t> = </a:t>
            </a:r>
            <a:r>
              <a:rPr lang="de-DE" sz="2000" b="0" u="none" strike="noStrike">
                <a:solidFill>
                  <a:srgbClr val="098658"/>
                </a:solidFill>
                <a:uFillTx/>
                <a:latin typeface="Menlo"/>
              </a:rPr>
              <a:t>123.456</a:t>
            </a:r>
            <a:r>
              <a:rPr lang="de-DE" sz="2000" b="0" u="none" strike="noStrike">
                <a:solidFill>
                  <a:srgbClr val="000000"/>
                </a:solidFill>
                <a:uFillTx/>
                <a:latin typeface="Menlo"/>
              </a:rPr>
              <a:t>;</a:t>
            </a:r>
            <a:endParaRPr lang="de-DE" sz="2000" b="0" u="none" strike="noStrike">
              <a:solidFill>
                <a:srgbClr val="000000"/>
              </a:solidFill>
              <a:uFillTx/>
              <a:latin typeface="Arial"/>
            </a:endParaRPr>
          </a:p>
          <a:p>
            <a:pPr marL="685800" lvl="1" indent="-228600" defTabSz="914400">
              <a:lnSpc>
                <a:spcPct val="90000"/>
              </a:lnSpc>
              <a:spcBef>
                <a:spcPts val="499"/>
              </a:spcBef>
              <a:buClr>
                <a:srgbClr val="4EC9B0"/>
              </a:buClr>
              <a:buFont typeface="Arial"/>
              <a:buChar char="•"/>
            </a:pPr>
            <a:r>
              <a:rPr lang="de-DE" sz="2000" b="0" u="none" strike="noStrike">
                <a:solidFill>
                  <a:srgbClr val="267F99"/>
                </a:solidFill>
                <a:uFillTx/>
                <a:latin typeface="Menlo"/>
              </a:rPr>
              <a:t>console</a:t>
            </a:r>
            <a:r>
              <a:rPr lang="de-DE" sz="2000" b="0" u="none" strike="noStrike">
                <a:solidFill>
                  <a:srgbClr val="000000"/>
                </a:solidFill>
                <a:uFillTx/>
                <a:latin typeface="Menlo"/>
              </a:rPr>
              <a:t>.</a:t>
            </a:r>
            <a:r>
              <a:rPr lang="de-DE" sz="2000" b="0" u="none" strike="noStrike">
                <a:solidFill>
                  <a:srgbClr val="795E26"/>
                </a:solidFill>
                <a:uFillTx/>
                <a:latin typeface="Menlo"/>
              </a:rPr>
              <a:t>log</a:t>
            </a:r>
            <a:r>
              <a:rPr lang="de-DE" sz="2000" b="0" u="none" strike="noStrike">
                <a:solidFill>
                  <a:srgbClr val="000000"/>
                </a:solidFill>
                <a:uFillTx/>
                <a:latin typeface="Menlo"/>
              </a:rPr>
              <a:t>(</a:t>
            </a:r>
            <a:r>
              <a:rPr lang="de-DE" sz="2000" b="0" u="none" strike="noStrike">
                <a:solidFill>
                  <a:srgbClr val="A31515"/>
                </a:solidFill>
                <a:uFillTx/>
                <a:latin typeface="Menlo"/>
              </a:rPr>
              <a:t>"numToFixed.toFixed() is "</a:t>
            </a:r>
            <a:r>
              <a:rPr lang="de-DE" sz="2000" b="0" u="none" strike="noStrike">
                <a:solidFill>
                  <a:srgbClr val="000000"/>
                </a:solidFill>
                <a:uFillTx/>
                <a:latin typeface="Menlo"/>
              </a:rPr>
              <a:t>+</a:t>
            </a:r>
            <a:r>
              <a:rPr lang="de-DE" sz="2000" b="0" u="none" strike="noStrike">
                <a:solidFill>
                  <a:srgbClr val="001080"/>
                </a:solidFill>
                <a:uFillTx/>
                <a:latin typeface="Menlo"/>
              </a:rPr>
              <a:t>numToFixed</a:t>
            </a:r>
            <a:r>
              <a:rPr lang="de-DE" sz="2000" b="0" u="none" strike="noStrike">
                <a:solidFill>
                  <a:srgbClr val="000000"/>
                </a:solidFill>
                <a:uFillTx/>
                <a:latin typeface="Menlo"/>
              </a:rPr>
              <a:t>.</a:t>
            </a:r>
            <a:r>
              <a:rPr lang="de-DE" sz="2000" b="0" u="none" strike="noStrike">
                <a:solidFill>
                  <a:srgbClr val="795E26"/>
                </a:solidFill>
                <a:uFillTx/>
                <a:latin typeface="Menlo"/>
              </a:rPr>
              <a:t>toFixed</a:t>
            </a:r>
            <a:r>
              <a:rPr lang="de-DE" sz="2000" b="0" u="none" strike="noStrike">
                <a:solidFill>
                  <a:srgbClr val="000000"/>
                </a:solidFill>
                <a:uFillTx/>
                <a:latin typeface="Menlo"/>
              </a:rPr>
              <a:t>()) </a:t>
            </a:r>
            <a:endParaRPr lang="de-DE" sz="2000" b="0" u="none" strike="noStrike">
              <a:solidFill>
                <a:srgbClr val="000000"/>
              </a:solidFill>
              <a:uFillTx/>
              <a:latin typeface="Arial"/>
            </a:endParaRPr>
          </a:p>
          <a:p>
            <a:pPr marL="685800" lvl="1" indent="-228600" defTabSz="914400">
              <a:lnSpc>
                <a:spcPct val="90000"/>
              </a:lnSpc>
              <a:spcBef>
                <a:spcPts val="499"/>
              </a:spcBef>
              <a:buClr>
                <a:srgbClr val="4EC9B0"/>
              </a:buClr>
              <a:buFont typeface="Arial"/>
              <a:buChar char="•"/>
            </a:pPr>
            <a:r>
              <a:rPr lang="de-DE" sz="2000" b="0" u="none" strike="noStrike">
                <a:solidFill>
                  <a:srgbClr val="267F99"/>
                </a:solidFill>
                <a:uFillTx/>
                <a:latin typeface="Menlo"/>
              </a:rPr>
              <a:t>console</a:t>
            </a:r>
            <a:r>
              <a:rPr lang="de-DE" sz="2000" b="0" u="none" strike="noStrike">
                <a:solidFill>
                  <a:srgbClr val="000000"/>
                </a:solidFill>
                <a:uFillTx/>
                <a:latin typeface="Menlo"/>
              </a:rPr>
              <a:t>.</a:t>
            </a:r>
            <a:r>
              <a:rPr lang="de-DE" sz="2000" b="0" u="none" strike="noStrike">
                <a:solidFill>
                  <a:srgbClr val="795E26"/>
                </a:solidFill>
                <a:uFillTx/>
                <a:latin typeface="Menlo"/>
              </a:rPr>
              <a:t>log</a:t>
            </a:r>
            <a:r>
              <a:rPr lang="de-DE" sz="2000" b="0" u="none" strike="noStrike">
                <a:solidFill>
                  <a:srgbClr val="000000"/>
                </a:solidFill>
                <a:uFillTx/>
                <a:latin typeface="Menlo"/>
              </a:rPr>
              <a:t>(</a:t>
            </a:r>
            <a:r>
              <a:rPr lang="de-DE" sz="2000" b="0" u="none" strike="noStrike">
                <a:solidFill>
                  <a:srgbClr val="A31515"/>
                </a:solidFill>
                <a:uFillTx/>
                <a:latin typeface="Menlo"/>
              </a:rPr>
              <a:t>"numToFixed.toFixed(2) is "</a:t>
            </a:r>
            <a:r>
              <a:rPr lang="de-DE" sz="2000" b="0" u="none" strike="noStrike">
                <a:solidFill>
                  <a:srgbClr val="000000"/>
                </a:solidFill>
                <a:uFillTx/>
                <a:latin typeface="Menlo"/>
              </a:rPr>
              <a:t>+</a:t>
            </a:r>
            <a:r>
              <a:rPr lang="de-DE" sz="2000" b="0" u="none" strike="noStrike">
                <a:solidFill>
                  <a:srgbClr val="001080"/>
                </a:solidFill>
                <a:uFillTx/>
                <a:latin typeface="Menlo"/>
              </a:rPr>
              <a:t>numToFixed</a:t>
            </a:r>
            <a:r>
              <a:rPr lang="de-DE" sz="2000" b="0" u="none" strike="noStrike">
                <a:solidFill>
                  <a:srgbClr val="000000"/>
                </a:solidFill>
                <a:uFillTx/>
                <a:latin typeface="Menlo"/>
              </a:rPr>
              <a:t>.</a:t>
            </a:r>
            <a:r>
              <a:rPr lang="de-DE" sz="2000" b="0" u="none" strike="noStrike">
                <a:solidFill>
                  <a:srgbClr val="795E26"/>
                </a:solidFill>
                <a:uFillTx/>
                <a:latin typeface="Menlo"/>
              </a:rPr>
              <a:t>toFixed</a:t>
            </a:r>
            <a:r>
              <a:rPr lang="de-DE" sz="2000" b="0" u="none" strike="noStrike">
                <a:solidFill>
                  <a:srgbClr val="000000"/>
                </a:solidFill>
                <a:uFillTx/>
                <a:latin typeface="Menlo"/>
              </a:rPr>
              <a:t>(</a:t>
            </a:r>
            <a:r>
              <a:rPr lang="de-DE" sz="2000" b="0" u="none" strike="noStrike">
                <a:solidFill>
                  <a:srgbClr val="098658"/>
                </a:solidFill>
                <a:uFillTx/>
                <a:latin typeface="Menlo"/>
              </a:rPr>
              <a:t>2</a:t>
            </a:r>
            <a:r>
              <a:rPr lang="de-DE" sz="2000" b="0" u="none" strike="noStrike">
                <a:solidFill>
                  <a:srgbClr val="000000"/>
                </a:solidFill>
                <a:uFillTx/>
                <a:latin typeface="Menlo"/>
              </a:rPr>
              <a:t>)) </a:t>
            </a:r>
            <a:endParaRPr lang="de-DE" sz="2000" b="0" u="none" strike="noStrike">
              <a:solidFill>
                <a:srgbClr val="000000"/>
              </a:solidFill>
              <a:uFillTx/>
              <a:latin typeface="Arial"/>
            </a:endParaRPr>
          </a:p>
          <a:p>
            <a:pPr marL="685800" lvl="1" indent="-228600" defTabSz="914400">
              <a:lnSpc>
                <a:spcPct val="90000"/>
              </a:lnSpc>
              <a:spcBef>
                <a:spcPts val="499"/>
              </a:spcBef>
              <a:buClr>
                <a:srgbClr val="4EC9B0"/>
              </a:buClr>
              <a:buFont typeface="Arial"/>
              <a:buChar char="•"/>
            </a:pPr>
            <a:r>
              <a:rPr lang="de-DE" sz="2000" b="0" u="none" strike="noStrike">
                <a:solidFill>
                  <a:srgbClr val="267F99"/>
                </a:solidFill>
                <a:uFillTx/>
                <a:latin typeface="Menlo"/>
              </a:rPr>
              <a:t>console</a:t>
            </a:r>
            <a:r>
              <a:rPr lang="de-DE" sz="2000" b="0" u="none" strike="noStrike">
                <a:solidFill>
                  <a:srgbClr val="000000"/>
                </a:solidFill>
                <a:uFillTx/>
                <a:latin typeface="Menlo"/>
              </a:rPr>
              <a:t>.</a:t>
            </a:r>
            <a:r>
              <a:rPr lang="de-DE" sz="2000" b="0" u="none" strike="noStrike">
                <a:solidFill>
                  <a:srgbClr val="795E26"/>
                </a:solidFill>
                <a:uFillTx/>
                <a:latin typeface="Menlo"/>
              </a:rPr>
              <a:t>log</a:t>
            </a:r>
            <a:r>
              <a:rPr lang="de-DE" sz="2000" b="0" u="none" strike="noStrike">
                <a:solidFill>
                  <a:srgbClr val="000000"/>
                </a:solidFill>
                <a:uFillTx/>
                <a:latin typeface="Menlo"/>
              </a:rPr>
              <a:t>(</a:t>
            </a:r>
            <a:r>
              <a:rPr lang="de-DE" sz="2000" b="0" u="none" strike="noStrike">
                <a:solidFill>
                  <a:srgbClr val="A31515"/>
                </a:solidFill>
                <a:uFillTx/>
                <a:latin typeface="Menlo"/>
              </a:rPr>
              <a:t>"numToFixed.toFixed(6) is "</a:t>
            </a:r>
            <a:r>
              <a:rPr lang="de-DE" sz="2000" b="0" u="none" strike="noStrike">
                <a:solidFill>
                  <a:srgbClr val="000000"/>
                </a:solidFill>
                <a:uFillTx/>
                <a:latin typeface="Menlo"/>
              </a:rPr>
              <a:t>+</a:t>
            </a:r>
            <a:r>
              <a:rPr lang="de-DE" sz="2000" b="0" u="none" strike="noStrike">
                <a:solidFill>
                  <a:srgbClr val="001080"/>
                </a:solidFill>
                <a:uFillTx/>
                <a:latin typeface="Menlo"/>
              </a:rPr>
              <a:t>numToFixed</a:t>
            </a:r>
            <a:r>
              <a:rPr lang="de-DE" sz="2000" b="0" u="none" strike="noStrike">
                <a:solidFill>
                  <a:srgbClr val="000000"/>
                </a:solidFill>
                <a:uFillTx/>
                <a:latin typeface="Menlo"/>
              </a:rPr>
              <a:t>.</a:t>
            </a:r>
            <a:r>
              <a:rPr lang="de-DE" sz="2000" b="0" u="none" strike="noStrike">
                <a:solidFill>
                  <a:srgbClr val="795E26"/>
                </a:solidFill>
                <a:uFillTx/>
                <a:latin typeface="Menlo"/>
              </a:rPr>
              <a:t>toFixed</a:t>
            </a:r>
            <a:r>
              <a:rPr lang="de-DE" sz="2000" b="0" u="none" strike="noStrike">
                <a:solidFill>
                  <a:srgbClr val="000000"/>
                </a:solidFill>
                <a:uFillTx/>
                <a:latin typeface="Menlo"/>
              </a:rPr>
              <a:t>(</a:t>
            </a:r>
            <a:r>
              <a:rPr lang="de-DE" sz="2000" b="0" u="none" strike="noStrike">
                <a:solidFill>
                  <a:srgbClr val="098658"/>
                </a:solidFill>
                <a:uFillTx/>
                <a:latin typeface="Menlo"/>
              </a:rPr>
              <a:t>6</a:t>
            </a:r>
            <a:r>
              <a:rPr lang="de-DE" sz="2000" b="0" u="none" strike="noStrike">
                <a:solidFill>
                  <a:srgbClr val="000000"/>
                </a:solidFill>
                <a:uFillTx/>
                <a:latin typeface="Menlo"/>
              </a:rPr>
              <a:t>))</a:t>
            </a:r>
            <a:endParaRPr lang="de-DE" sz="20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toLocaleString()</a:t>
            </a:r>
            <a:endParaRPr lang="de-DE" sz="2800" b="0" u="none" strike="noStrike">
              <a:solidFill>
                <a:srgbClr val="000000"/>
              </a:solidFill>
              <a:uFillTx/>
              <a:latin typeface="Arial"/>
            </a:endParaRPr>
          </a:p>
          <a:p>
            <a:pPr marL="685800" lvl="1" indent="-228600" defTabSz="914400">
              <a:lnSpc>
                <a:spcPct val="90000"/>
              </a:lnSpc>
              <a:spcBef>
                <a:spcPts val="499"/>
              </a:spcBef>
              <a:buClr>
                <a:srgbClr val="569CD6"/>
              </a:buClr>
              <a:buFont typeface="Arial"/>
              <a:buChar char="•"/>
            </a:pPr>
            <a:r>
              <a:rPr lang="de-DE" sz="2000" b="0" u="none" strike="noStrike">
                <a:solidFill>
                  <a:srgbClr val="0000FF"/>
                </a:solidFill>
                <a:uFillTx/>
                <a:latin typeface="Menlo"/>
              </a:rPr>
              <a:t>const</a:t>
            </a:r>
            <a:r>
              <a:rPr lang="de-DE" sz="2000" b="0" u="none" strike="noStrike">
                <a:solidFill>
                  <a:srgbClr val="000000"/>
                </a:solidFill>
                <a:uFillTx/>
                <a:latin typeface="Menlo"/>
              </a:rPr>
              <a:t> </a:t>
            </a:r>
            <a:r>
              <a:rPr lang="de-DE" sz="2000" b="0" u="none" strike="noStrike">
                <a:solidFill>
                  <a:srgbClr val="001080"/>
                </a:solidFill>
                <a:uFillTx/>
                <a:latin typeface="Menlo"/>
              </a:rPr>
              <a:t>numTo</a:t>
            </a:r>
            <a:r>
              <a:rPr lang="de-DE" sz="2000" b="0" u="none" strike="noStrike">
                <a:solidFill>
                  <a:srgbClr val="000000"/>
                </a:solidFill>
                <a:uFillTx/>
                <a:latin typeface="Menlo"/>
              </a:rPr>
              <a:t> = </a:t>
            </a:r>
            <a:r>
              <a:rPr lang="de-DE" sz="2000" b="0" u="none" strike="noStrike">
                <a:solidFill>
                  <a:srgbClr val="098658"/>
                </a:solidFill>
                <a:uFillTx/>
                <a:latin typeface="Menlo"/>
              </a:rPr>
              <a:t>123.456</a:t>
            </a:r>
            <a:r>
              <a:rPr lang="de-DE" sz="2000" b="0" u="none" strike="noStrike">
                <a:solidFill>
                  <a:srgbClr val="000000"/>
                </a:solidFill>
                <a:uFillTx/>
                <a:latin typeface="Menlo"/>
              </a:rPr>
              <a:t>;</a:t>
            </a:r>
            <a:endParaRPr lang="de-DE" sz="2000" b="0" u="none" strike="noStrike">
              <a:solidFill>
                <a:srgbClr val="000000"/>
              </a:solidFill>
              <a:uFillTx/>
              <a:latin typeface="Arial"/>
            </a:endParaRPr>
          </a:p>
          <a:p>
            <a:pPr marL="685800" lvl="1" indent="-228600" defTabSz="914400">
              <a:lnSpc>
                <a:spcPct val="90000"/>
              </a:lnSpc>
              <a:spcBef>
                <a:spcPts val="499"/>
              </a:spcBef>
              <a:buClr>
                <a:srgbClr val="4EC9B0"/>
              </a:buClr>
              <a:buFont typeface="Arial"/>
              <a:buChar char="•"/>
            </a:pPr>
            <a:r>
              <a:rPr lang="de-DE" sz="2000" b="0" u="none" strike="noStrike">
                <a:solidFill>
                  <a:srgbClr val="267F99"/>
                </a:solidFill>
                <a:uFillTx/>
                <a:latin typeface="Menlo"/>
              </a:rPr>
              <a:t>console</a:t>
            </a:r>
            <a:r>
              <a:rPr lang="de-DE" sz="2000" b="0" u="none" strike="noStrike">
                <a:solidFill>
                  <a:srgbClr val="000000"/>
                </a:solidFill>
                <a:uFillTx/>
                <a:latin typeface="Menlo"/>
              </a:rPr>
              <a:t>.</a:t>
            </a:r>
            <a:r>
              <a:rPr lang="de-DE" sz="2000" b="0" u="none" strike="noStrike">
                <a:solidFill>
                  <a:srgbClr val="795E26"/>
                </a:solidFill>
                <a:uFillTx/>
                <a:latin typeface="Menlo"/>
              </a:rPr>
              <a:t>log</a:t>
            </a:r>
            <a:r>
              <a:rPr lang="de-DE" sz="2000" b="0" u="none" strike="noStrike">
                <a:solidFill>
                  <a:srgbClr val="000000"/>
                </a:solidFill>
                <a:uFillTx/>
                <a:latin typeface="Menlo"/>
              </a:rPr>
              <a:t>( </a:t>
            </a:r>
            <a:r>
              <a:rPr lang="de-DE" sz="2000" b="0" u="none" strike="noStrike">
                <a:solidFill>
                  <a:srgbClr val="001080"/>
                </a:solidFill>
                <a:uFillTx/>
                <a:latin typeface="Menlo"/>
              </a:rPr>
              <a:t>numTo</a:t>
            </a:r>
            <a:r>
              <a:rPr lang="de-DE" sz="2000" b="0" u="none" strike="noStrike">
                <a:solidFill>
                  <a:srgbClr val="000000"/>
                </a:solidFill>
                <a:uFillTx/>
                <a:latin typeface="Menlo"/>
              </a:rPr>
              <a:t>.</a:t>
            </a:r>
            <a:r>
              <a:rPr lang="de-DE" sz="2000" b="0" u="none" strike="noStrike">
                <a:solidFill>
                  <a:srgbClr val="795E26"/>
                </a:solidFill>
                <a:uFillTx/>
                <a:latin typeface="Menlo"/>
              </a:rPr>
              <a:t>toLocaleString</a:t>
            </a:r>
            <a:r>
              <a:rPr lang="de-DE" sz="2000" b="0" u="none" strike="noStrike">
                <a:solidFill>
                  <a:srgbClr val="000000"/>
                </a:solidFill>
                <a:uFillTx/>
                <a:latin typeface="Menlo"/>
              </a:rPr>
              <a:t>());</a:t>
            </a:r>
            <a:endParaRPr lang="de-DE" sz="2000" b="0" u="none" strike="noStrike">
              <a:solidFill>
                <a:srgbClr val="000000"/>
              </a:solidFill>
              <a:uFillTx/>
              <a:latin typeface="Arial"/>
            </a:endParaRPr>
          </a:p>
          <a:p>
            <a:pPr indent="0" defTabSz="914400">
              <a:lnSpc>
                <a:spcPct val="90000"/>
              </a:lnSpc>
              <a:spcBef>
                <a:spcPts val="499"/>
              </a:spcBef>
              <a:buNone/>
              <a:tabLst>
                <a:tab pos="0" algn="l"/>
              </a:tabLst>
            </a:pPr>
            <a:endParaRPr lang="de-DE" sz="2400" b="0" u="none" strike="noStrike">
              <a:solidFill>
                <a:srgbClr val="000000"/>
              </a:solidFill>
              <a:uFillTx/>
              <a:latin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String Funktionen	</a:t>
            </a:r>
            <a:endParaRPr lang="de-DE" sz="4400" b="0" u="none" strike="noStrike">
              <a:solidFill>
                <a:srgbClr val="000000"/>
              </a:solidFill>
              <a:uFillTx/>
              <a:latin typeface="Arial"/>
            </a:endParaRPr>
          </a:p>
        </p:txBody>
      </p:sp>
      <p:sp>
        <p:nvSpPr>
          <p:cNvPr id="240"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de-DE" sz="2800" b="0" u="none" strike="noStrike">
                <a:solidFill>
                  <a:srgbClr val="0000FF"/>
                </a:solidFill>
                <a:uFillTx/>
                <a:latin typeface="Menlo"/>
              </a:rPr>
              <a:t>const</a:t>
            </a:r>
            <a:r>
              <a:rPr lang="de-DE" sz="2800" b="0" u="none" strike="noStrike">
                <a:solidFill>
                  <a:srgbClr val="000000"/>
                </a:solidFill>
                <a:uFillTx/>
                <a:latin typeface="Menlo"/>
              </a:rPr>
              <a:t> </a:t>
            </a:r>
            <a:r>
              <a:rPr lang="de-DE" sz="2800" b="0" u="none" strike="noStrike">
                <a:solidFill>
                  <a:srgbClr val="001080"/>
                </a:solidFill>
                <a:uFillTx/>
                <a:latin typeface="Menlo"/>
              </a:rPr>
              <a:t>str1</a:t>
            </a:r>
            <a:r>
              <a:rPr lang="de-DE" sz="2800" b="0" u="none" strike="noStrike">
                <a:solidFill>
                  <a:srgbClr val="000000"/>
                </a:solidFill>
                <a:uFillTx/>
                <a:latin typeface="Menlo"/>
              </a:rPr>
              <a:t> = </a:t>
            </a:r>
            <a:r>
              <a:rPr lang="de-DE" sz="2800" b="0" u="none" strike="noStrike">
                <a:solidFill>
                  <a:srgbClr val="A31515"/>
                </a:solidFill>
                <a:uFillTx/>
                <a:latin typeface="Menlo"/>
              </a:rPr>
              <a:t>"The TS String"</a:t>
            </a:r>
            <a:r>
              <a:rPr lang="de-DE" sz="2800" b="0" u="none" strike="noStrike">
                <a:solidFill>
                  <a:srgbClr val="000000"/>
                </a:solidFill>
                <a:uFillTx/>
                <a:latin typeface="Menlo"/>
              </a:rPr>
              <a: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0000FF"/>
                </a:solidFill>
                <a:uFillTx/>
                <a:latin typeface="Menlo"/>
              </a:rPr>
              <a:t>const</a:t>
            </a:r>
            <a:r>
              <a:rPr lang="de-DE" sz="2800" b="0" u="none" strike="noStrike">
                <a:solidFill>
                  <a:srgbClr val="000000"/>
                </a:solidFill>
                <a:uFillTx/>
                <a:latin typeface="Menlo"/>
              </a:rPr>
              <a:t> </a:t>
            </a:r>
            <a:r>
              <a:rPr lang="de-DE" sz="2800" b="0" u="none" strike="noStrike">
                <a:solidFill>
                  <a:srgbClr val="001080"/>
                </a:solidFill>
                <a:uFillTx/>
                <a:latin typeface="Menlo"/>
              </a:rPr>
              <a:t>index</a:t>
            </a:r>
            <a:r>
              <a:rPr lang="de-DE" sz="2800" b="0" u="none" strike="noStrike">
                <a:solidFill>
                  <a:srgbClr val="000000"/>
                </a:solidFill>
                <a:uFillTx/>
                <a:latin typeface="Menlo"/>
              </a:rPr>
              <a:t> = </a:t>
            </a:r>
            <a:r>
              <a:rPr lang="de-DE" sz="2800" b="0" u="none" strike="noStrike">
                <a:solidFill>
                  <a:srgbClr val="001080"/>
                </a:solidFill>
                <a:uFillTx/>
                <a:latin typeface="Menlo"/>
              </a:rPr>
              <a:t>str1</a:t>
            </a:r>
            <a:r>
              <a:rPr lang="de-DE" sz="2800" b="0" u="none" strike="noStrike">
                <a:solidFill>
                  <a:srgbClr val="000000"/>
                </a:solidFill>
                <a:uFillTx/>
                <a:latin typeface="Menlo"/>
              </a:rPr>
              <a:t>.</a:t>
            </a:r>
            <a:r>
              <a:rPr lang="de-DE" sz="2800" b="0" u="none" strike="noStrike">
                <a:solidFill>
                  <a:srgbClr val="795E26"/>
                </a:solidFill>
                <a:uFillTx/>
                <a:latin typeface="Menlo"/>
              </a:rPr>
              <a:t>indexOf</a:t>
            </a:r>
            <a:r>
              <a:rPr lang="de-DE" sz="2800" b="0" u="none" strike="noStrike">
                <a:solidFill>
                  <a:srgbClr val="000000"/>
                </a:solidFill>
                <a:uFillTx/>
                <a:latin typeface="Menlo"/>
              </a:rPr>
              <a:t>( </a:t>
            </a:r>
            <a:r>
              <a:rPr lang="de-DE" sz="2800" b="0" u="none" strike="noStrike">
                <a:solidFill>
                  <a:srgbClr val="A31515"/>
                </a:solidFill>
                <a:uFillTx/>
                <a:latin typeface="Menlo"/>
              </a:rPr>
              <a:t>"String"</a:t>
            </a:r>
            <a:r>
              <a:rPr lang="de-DE" sz="2800" b="0" u="none" strike="noStrike">
                <a:solidFill>
                  <a:srgbClr val="000000"/>
                </a:solidFill>
                <a:uFillTx/>
                <a:latin typeface="Menlo"/>
              </a:rPr>
              <a:t> ); </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267F99"/>
                </a:solidFill>
                <a:uFillTx/>
                <a:latin typeface="Menlo"/>
              </a:rPr>
              <a:t>console</a:t>
            </a:r>
            <a:r>
              <a:rPr lang="de-DE" sz="2800" b="0" u="none" strike="noStrike">
                <a:solidFill>
                  <a:srgbClr val="000000"/>
                </a:solidFill>
                <a:uFillTx/>
                <a:latin typeface="Menlo"/>
              </a:rPr>
              <a:t>.</a:t>
            </a:r>
            <a:r>
              <a:rPr lang="de-DE" sz="2800" b="0" u="none" strike="noStrike">
                <a:solidFill>
                  <a:srgbClr val="795E26"/>
                </a:solidFill>
                <a:uFillTx/>
                <a:latin typeface="Menlo"/>
              </a:rPr>
              <a:t>log</a:t>
            </a:r>
            <a:r>
              <a:rPr lang="de-DE" sz="2800" b="0" u="none" strike="noStrike">
                <a:solidFill>
                  <a:srgbClr val="000000"/>
                </a:solidFill>
                <a:uFillTx/>
                <a:latin typeface="Menlo"/>
              </a:rPr>
              <a:t>(</a:t>
            </a:r>
            <a:r>
              <a:rPr lang="de-DE" sz="2800" b="0" u="none" strike="noStrike">
                <a:solidFill>
                  <a:srgbClr val="A31515"/>
                </a:solidFill>
                <a:uFillTx/>
                <a:latin typeface="Menlo"/>
              </a:rPr>
              <a:t>"indexOf found String :"</a:t>
            </a:r>
            <a:r>
              <a:rPr lang="de-DE" sz="2800" b="0" u="none" strike="noStrike">
                <a:solidFill>
                  <a:srgbClr val="000000"/>
                </a:solidFill>
                <a:uFillTx/>
                <a:latin typeface="Menlo"/>
              </a:rPr>
              <a:t> + </a:t>
            </a:r>
            <a:r>
              <a:rPr lang="de-DE" sz="2800" b="0" u="none" strike="noStrike">
                <a:solidFill>
                  <a:srgbClr val="001080"/>
                </a:solidFill>
                <a:uFillTx/>
                <a:latin typeface="Menlo"/>
              </a:rPr>
              <a:t>index</a:t>
            </a:r>
            <a:r>
              <a:rPr lang="de-DE" sz="2800" b="0" u="none" strike="noStrike">
                <a:solidFill>
                  <a:srgbClr val="000000"/>
                </a:solidFill>
                <a:uFillTx/>
                <a:latin typeface="Menlo"/>
              </a:rPr>
              <a:t> ); </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br>
              <a:rPr sz="2800"/>
            </a:br>
            <a:r>
              <a:rPr lang="de-DE" sz="2800" b="0" u="none" strike="noStrike">
                <a:solidFill>
                  <a:srgbClr val="267F99"/>
                </a:solidFill>
                <a:uFillTx/>
                <a:latin typeface="Menlo"/>
              </a:rPr>
              <a:t>console</a:t>
            </a:r>
            <a:r>
              <a:rPr lang="de-DE" sz="2800" b="0" u="none" strike="noStrike">
                <a:solidFill>
                  <a:srgbClr val="000000"/>
                </a:solidFill>
                <a:uFillTx/>
                <a:latin typeface="Menlo"/>
              </a:rPr>
              <a:t>.</a:t>
            </a:r>
            <a:r>
              <a:rPr lang="de-DE" sz="2800" b="0" u="none" strike="noStrike">
                <a:solidFill>
                  <a:srgbClr val="795E26"/>
                </a:solidFill>
                <a:uFillTx/>
                <a:latin typeface="Menlo"/>
              </a:rPr>
              <a:t>log</a:t>
            </a:r>
            <a:r>
              <a:rPr lang="de-DE" sz="2800" b="0" u="none" strike="noStrike">
                <a:solidFill>
                  <a:srgbClr val="000000"/>
                </a:solidFill>
                <a:uFillTx/>
                <a:latin typeface="Menlo"/>
              </a:rPr>
              <a:t>(</a:t>
            </a:r>
            <a:r>
              <a:rPr lang="de-DE" sz="2800" b="0" u="none" strike="noStrike">
                <a:solidFill>
                  <a:srgbClr val="A31515"/>
                </a:solidFill>
                <a:uFillTx/>
                <a:latin typeface="Menlo"/>
              </a:rPr>
              <a:t>"(1,2): "</a:t>
            </a:r>
            <a:r>
              <a:rPr lang="de-DE" sz="2800" b="0" u="none" strike="noStrike">
                <a:solidFill>
                  <a:srgbClr val="000000"/>
                </a:solidFill>
                <a:uFillTx/>
                <a:latin typeface="Menlo"/>
              </a:rPr>
              <a:t> + </a:t>
            </a:r>
            <a:r>
              <a:rPr lang="de-DE" sz="2800" b="0" u="none" strike="noStrike">
                <a:solidFill>
                  <a:srgbClr val="001080"/>
                </a:solidFill>
                <a:uFillTx/>
                <a:latin typeface="Menlo"/>
              </a:rPr>
              <a:t>str1</a:t>
            </a:r>
            <a:r>
              <a:rPr lang="de-DE" sz="2800" b="0" u="none" strike="noStrike">
                <a:solidFill>
                  <a:srgbClr val="000000"/>
                </a:solidFill>
                <a:uFillTx/>
                <a:latin typeface="Menlo"/>
              </a:rPr>
              <a:t>.</a:t>
            </a:r>
            <a:r>
              <a:rPr lang="de-DE" sz="2800" b="0" u="none" strike="noStrike">
                <a:solidFill>
                  <a:srgbClr val="795E26"/>
                </a:solidFill>
                <a:uFillTx/>
                <a:latin typeface="Menlo"/>
              </a:rPr>
              <a:t>substring</a:t>
            </a:r>
            <a:r>
              <a:rPr lang="de-DE" sz="2800" b="0" u="none" strike="noStrike">
                <a:solidFill>
                  <a:srgbClr val="000000"/>
                </a:solidFill>
                <a:uFillTx/>
                <a:latin typeface="Menlo"/>
              </a:rPr>
              <a:t>(</a:t>
            </a:r>
            <a:r>
              <a:rPr lang="de-DE" sz="2800" b="0" u="none" strike="noStrike">
                <a:solidFill>
                  <a:srgbClr val="098658"/>
                </a:solidFill>
                <a:uFillTx/>
                <a:latin typeface="Menlo"/>
              </a:rPr>
              <a:t>1</a:t>
            </a:r>
            <a:r>
              <a:rPr lang="de-DE" sz="2800" b="0" u="none" strike="noStrike">
                <a:solidFill>
                  <a:srgbClr val="000000"/>
                </a:solidFill>
                <a:uFillTx/>
                <a:latin typeface="Menlo"/>
              </a:rPr>
              <a:t>,</a:t>
            </a:r>
            <a:r>
              <a:rPr lang="de-DE" sz="2800" b="0" u="none" strike="noStrike">
                <a:solidFill>
                  <a:srgbClr val="098658"/>
                </a:solidFill>
                <a:uFillTx/>
                <a:latin typeface="Menlo"/>
              </a:rPr>
              <a:t>2</a:t>
            </a:r>
            <a:r>
              <a:rPr lang="de-DE" sz="2800" b="0" u="none" strike="noStrike">
                <a:solidFill>
                  <a:srgbClr val="000000"/>
                </a:solidFill>
                <a:uFillTx/>
                <a:latin typeface="Menlo"/>
              </a:rPr>
              <a:t>)); </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267F99"/>
                </a:solidFill>
                <a:uFillTx/>
                <a:latin typeface="Menlo"/>
              </a:rPr>
              <a:t>console</a:t>
            </a:r>
            <a:r>
              <a:rPr lang="de-DE" sz="2800" b="0" u="none" strike="noStrike">
                <a:solidFill>
                  <a:srgbClr val="000000"/>
                </a:solidFill>
                <a:uFillTx/>
                <a:latin typeface="Menlo"/>
              </a:rPr>
              <a:t>.</a:t>
            </a:r>
            <a:r>
              <a:rPr lang="de-DE" sz="2800" b="0" u="none" strike="noStrike">
                <a:solidFill>
                  <a:srgbClr val="795E26"/>
                </a:solidFill>
                <a:uFillTx/>
                <a:latin typeface="Menlo"/>
              </a:rPr>
              <a:t>log</a:t>
            </a:r>
            <a:r>
              <a:rPr lang="de-DE" sz="2800" b="0" u="none" strike="noStrike">
                <a:solidFill>
                  <a:srgbClr val="000000"/>
                </a:solidFill>
                <a:uFillTx/>
                <a:latin typeface="Menlo"/>
              </a:rPr>
              <a:t>(</a:t>
            </a:r>
            <a:r>
              <a:rPr lang="de-DE" sz="2800" b="0" u="none" strike="noStrike">
                <a:solidFill>
                  <a:srgbClr val="A31515"/>
                </a:solidFill>
                <a:uFillTx/>
                <a:latin typeface="Menlo"/>
              </a:rPr>
              <a:t>"(0,8): "</a:t>
            </a:r>
            <a:r>
              <a:rPr lang="de-DE" sz="2800" b="0" u="none" strike="noStrike">
                <a:solidFill>
                  <a:srgbClr val="000000"/>
                </a:solidFill>
                <a:uFillTx/>
                <a:latin typeface="Menlo"/>
              </a:rPr>
              <a:t> + </a:t>
            </a:r>
            <a:r>
              <a:rPr lang="de-DE" sz="2800" b="0" u="none" strike="noStrike">
                <a:solidFill>
                  <a:srgbClr val="001080"/>
                </a:solidFill>
                <a:uFillTx/>
                <a:latin typeface="Menlo"/>
              </a:rPr>
              <a:t>str1</a:t>
            </a:r>
            <a:r>
              <a:rPr lang="de-DE" sz="2800" b="0" u="none" strike="noStrike">
                <a:solidFill>
                  <a:srgbClr val="000000"/>
                </a:solidFill>
                <a:uFillTx/>
                <a:latin typeface="Menlo"/>
              </a:rPr>
              <a:t>.</a:t>
            </a:r>
            <a:r>
              <a:rPr lang="de-DE" sz="2800" b="0" u="none" strike="noStrike">
                <a:solidFill>
                  <a:srgbClr val="795E26"/>
                </a:solidFill>
                <a:uFillTx/>
                <a:latin typeface="Menlo"/>
              </a:rPr>
              <a:t>substring</a:t>
            </a:r>
            <a:r>
              <a:rPr lang="de-DE" sz="2800" b="0" u="none" strike="noStrike">
                <a:solidFill>
                  <a:srgbClr val="000000"/>
                </a:solidFill>
                <a:uFillTx/>
                <a:latin typeface="Menlo"/>
              </a:rPr>
              <a:t>(</a:t>
            </a:r>
            <a:r>
              <a:rPr lang="de-DE" sz="2800" b="0" u="none" strike="noStrike">
                <a:solidFill>
                  <a:srgbClr val="098658"/>
                </a:solidFill>
                <a:uFillTx/>
                <a:latin typeface="Menlo"/>
              </a:rPr>
              <a:t>0</a:t>
            </a:r>
            <a:r>
              <a:rPr lang="de-DE" sz="2800" b="0" u="none" strike="noStrike">
                <a:solidFill>
                  <a:srgbClr val="000000"/>
                </a:solidFill>
                <a:uFillTx/>
                <a:latin typeface="Menlo"/>
              </a:rPr>
              <a:t>, </a:t>
            </a:r>
            <a:r>
              <a:rPr lang="de-DE" sz="2800" b="0" u="none" strike="noStrike">
                <a:solidFill>
                  <a:srgbClr val="098658"/>
                </a:solidFill>
                <a:uFillTx/>
                <a:latin typeface="Menlo"/>
              </a:rPr>
              <a:t>8</a:t>
            </a:r>
            <a:r>
              <a:rPr lang="de-DE" sz="2800" b="0" u="none" strike="noStrike">
                <a:solidFill>
                  <a:srgbClr val="000000"/>
                </a:solidFill>
                <a:uFillTx/>
                <a:latin typeface="Menlo"/>
              </a:rPr>
              <a:t>)); </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endParaRPr lang="de-DE" sz="2800" b="0" u="none" strike="noStrike">
              <a:solidFill>
                <a:srgbClr val="000000"/>
              </a:solidFill>
              <a:uFillTx/>
              <a:latin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 name="PlaceHolder 1"/>
          <p:cNvSpPr>
            <a:spLocks noGrp="1"/>
          </p:cNvSpPr>
          <p:nvPr>
            <p:ph type="title"/>
          </p:nvPr>
        </p:nvSpPr>
        <p:spPr>
          <a:xfrm>
            <a:off x="838080" y="963720"/>
            <a:ext cx="3493080" cy="4928760"/>
          </a:xfrm>
          <a:prstGeom prst="rect">
            <a:avLst/>
          </a:prstGeom>
          <a:noFill/>
          <a:ln w="0">
            <a:noFill/>
          </a:ln>
        </p:spPr>
        <p:txBody>
          <a:bodyPr lIns="91440" tIns="45720" rIns="91440" bIns="45720" anchor="ctr">
            <a:normAutofit/>
          </a:bodyPr>
          <a:lstStyle/>
          <a:p>
            <a:pPr indent="0" algn="r" defTabSz="914400">
              <a:lnSpc>
                <a:spcPct val="90000"/>
              </a:lnSpc>
              <a:buNone/>
              <a:tabLst>
                <a:tab pos="0" algn="l"/>
              </a:tabLst>
            </a:pPr>
            <a:r>
              <a:rPr lang="de-DE" sz="4400" b="0" u="none" strike="noStrike">
                <a:solidFill>
                  <a:schemeClr val="accent1"/>
                </a:solidFill>
                <a:uFillTx/>
                <a:latin typeface="Calibri Light"/>
              </a:rPr>
              <a:t>Funktionen deklarieren</a:t>
            </a:r>
            <a:endParaRPr lang="de-DE" sz="4400" b="0" u="none" strike="noStrike">
              <a:solidFill>
                <a:srgbClr val="000000"/>
              </a:solidFill>
              <a:uFillTx/>
              <a:latin typeface="Arial"/>
            </a:endParaRPr>
          </a:p>
        </p:txBody>
      </p:sp>
      <p:sp>
        <p:nvSpPr>
          <p:cNvPr id="242" name="PlaceHolder 2"/>
          <p:cNvSpPr>
            <a:spLocks noGrp="1"/>
          </p:cNvSpPr>
          <p:nvPr>
            <p:ph/>
          </p:nvPr>
        </p:nvSpPr>
        <p:spPr>
          <a:xfrm>
            <a:off x="4975920" y="963720"/>
            <a:ext cx="6376320" cy="4928760"/>
          </a:xfrm>
          <a:prstGeom prst="rect">
            <a:avLst/>
          </a:prstGeom>
          <a:noFill/>
          <a:ln w="0">
            <a:noFill/>
          </a:ln>
        </p:spPr>
        <p:txBody>
          <a:bodyPr lIns="91440" tIns="45720" rIns="91440" bIns="45720" anchor="ctr">
            <a:normAutofit/>
          </a:bodyPr>
          <a:lstStyle/>
          <a:p>
            <a:pPr marL="228600" indent="-228600" defTabSz="914400">
              <a:lnSpc>
                <a:spcPct val="90000"/>
              </a:lnSpc>
              <a:spcBef>
                <a:spcPts val="1001"/>
              </a:spcBef>
              <a:buClr>
                <a:srgbClr val="000000"/>
              </a:buClr>
              <a:buFont typeface="Arial"/>
              <a:buChar char="•"/>
            </a:pPr>
            <a:r>
              <a:rPr lang="de-DE" sz="2400" b="0" u="none" strike="noStrike">
                <a:solidFill>
                  <a:schemeClr val="dk1"/>
                </a:solidFill>
                <a:uFillTx/>
                <a:latin typeface="Calibri"/>
              </a:rPr>
              <a:t>function name (param1[:type], param2?[:type])</a:t>
            </a:r>
            <a:endParaRPr lang="de-DE" sz="2400" b="0" u="none" strike="noStrike">
              <a:solidFill>
                <a:srgbClr val="000000"/>
              </a:solidFill>
              <a:uFillTx/>
              <a:latin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Varargs AKA Rest Parameters</a:t>
            </a:r>
            <a:endParaRPr lang="de-DE" sz="4400" b="0" u="none" strike="noStrike">
              <a:solidFill>
                <a:srgbClr val="000000"/>
              </a:solidFill>
              <a:uFillTx/>
              <a:latin typeface="Arial"/>
            </a:endParaRPr>
          </a:p>
        </p:txBody>
      </p:sp>
      <p:sp>
        <p:nvSpPr>
          <p:cNvPr id="244"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a:bodyPr>
          <a:lstStyle/>
          <a:p>
            <a:pPr indent="0" defTabSz="914400">
              <a:lnSpc>
                <a:spcPct val="90000"/>
              </a:lnSpc>
              <a:spcBef>
                <a:spcPts val="1001"/>
              </a:spcBef>
              <a:buNone/>
              <a:tabLst>
                <a:tab pos="0" algn="l"/>
              </a:tabLst>
            </a:pPr>
            <a:r>
              <a:rPr lang="de-DE" sz="2800" b="0" u="none" strike="noStrike">
                <a:solidFill>
                  <a:srgbClr val="0000FF"/>
                </a:solidFill>
                <a:uFillTx/>
                <a:latin typeface="Menlo"/>
              </a:rPr>
              <a:t>function</a:t>
            </a:r>
            <a:r>
              <a:rPr lang="de-DE" sz="2800" b="0" u="none" strike="noStrike">
                <a:solidFill>
                  <a:srgbClr val="000000"/>
                </a:solidFill>
                <a:uFillTx/>
                <a:latin typeface="Menlo"/>
              </a:rPr>
              <a:t> </a:t>
            </a:r>
            <a:r>
              <a:rPr lang="de-DE" sz="2800" b="0" u="none" strike="noStrike">
                <a:solidFill>
                  <a:srgbClr val="795E26"/>
                </a:solidFill>
                <a:uFillTx/>
                <a:latin typeface="Menlo"/>
              </a:rPr>
              <a:t>sumUp</a:t>
            </a:r>
            <a:r>
              <a:rPr lang="de-DE" sz="2800" b="0" u="none" strike="noStrike">
                <a:solidFill>
                  <a:srgbClr val="000000"/>
                </a:solidFill>
                <a:uFillTx/>
                <a:latin typeface="Menlo"/>
              </a:rPr>
              <a:t>(...</a:t>
            </a:r>
            <a:r>
              <a:rPr lang="de-DE" sz="2800" b="0" u="none" strike="noStrike">
                <a:solidFill>
                  <a:srgbClr val="001080"/>
                </a:solidFill>
                <a:uFillTx/>
                <a:latin typeface="Menlo"/>
              </a:rPr>
              <a:t>nums</a:t>
            </a:r>
            <a:r>
              <a:rPr lang="de-DE" sz="2800" b="0" u="none" strike="noStrike">
                <a:solidFill>
                  <a:srgbClr val="000000"/>
                </a:solidFill>
                <a:uFillTx/>
                <a:latin typeface="Menlo"/>
              </a:rPr>
              <a:t>:</a:t>
            </a:r>
            <a:r>
              <a:rPr lang="de-DE" sz="2800" b="0" u="none" strike="noStrike">
                <a:solidFill>
                  <a:srgbClr val="267F99"/>
                </a:solidFill>
                <a:uFillTx/>
                <a:latin typeface="Menlo"/>
              </a:rPr>
              <a:t>number</a:t>
            </a:r>
            <a:r>
              <a:rPr lang="de-DE" sz="2800" b="0" u="none" strike="noStrike">
                <a:solidFill>
                  <a:srgbClr val="000000"/>
                </a:solidFill>
                <a:uFillTx/>
                <a:latin typeface="Menlo"/>
              </a:rPr>
              <a:t>[]) { </a:t>
            </a:r>
            <a:endParaRPr lang="de-DE" sz="2800" b="0" u="none" strike="noStrike">
              <a:solidFill>
                <a:srgbClr val="000000"/>
              </a:solidFill>
              <a:uFillTx/>
              <a:latin typeface="Arial"/>
            </a:endParaRPr>
          </a:p>
          <a:p>
            <a:pPr marL="457200" indent="0" defTabSz="914400">
              <a:lnSpc>
                <a:spcPct val="90000"/>
              </a:lnSpc>
              <a:spcBef>
                <a:spcPts val="499"/>
              </a:spcBef>
              <a:buNone/>
              <a:tabLst>
                <a:tab pos="0" algn="l"/>
              </a:tabLst>
            </a:pPr>
            <a:r>
              <a:rPr lang="de-DE" sz="2400" b="0" u="none" strike="noStrike">
                <a:solidFill>
                  <a:srgbClr val="0000FF"/>
                </a:solidFill>
                <a:uFillTx/>
                <a:latin typeface="Menlo"/>
              </a:rPr>
              <a:t>var</a:t>
            </a:r>
            <a:r>
              <a:rPr lang="de-DE" sz="2400" b="0" u="none" strike="noStrike">
                <a:solidFill>
                  <a:srgbClr val="000000"/>
                </a:solidFill>
                <a:uFillTx/>
                <a:latin typeface="Menlo"/>
              </a:rPr>
              <a:t> </a:t>
            </a:r>
            <a:r>
              <a:rPr lang="de-DE" sz="2400" b="0" u="none" strike="noStrike">
                <a:solidFill>
                  <a:srgbClr val="001080"/>
                </a:solidFill>
                <a:uFillTx/>
                <a:latin typeface="Menlo"/>
              </a:rPr>
              <a:t>sum</a:t>
            </a:r>
            <a:r>
              <a:rPr lang="de-DE" sz="2400" b="0" u="none" strike="noStrike">
                <a:solidFill>
                  <a:srgbClr val="000000"/>
                </a:solidFill>
                <a:uFillTx/>
                <a:latin typeface="Menlo"/>
              </a:rPr>
              <a:t>:</a:t>
            </a:r>
            <a:r>
              <a:rPr lang="de-DE" sz="2400" b="0" u="none" strike="noStrike">
                <a:solidFill>
                  <a:srgbClr val="267F99"/>
                </a:solidFill>
                <a:uFillTx/>
                <a:latin typeface="Menlo"/>
              </a:rPr>
              <a:t>number</a:t>
            </a:r>
            <a:r>
              <a:rPr lang="de-DE" sz="2400" b="0" u="none" strike="noStrike">
                <a:solidFill>
                  <a:srgbClr val="000000"/>
                </a:solidFill>
                <a:uFillTx/>
                <a:latin typeface="Menlo"/>
              </a:rPr>
              <a:t> = </a:t>
            </a:r>
            <a:r>
              <a:rPr lang="de-DE" sz="2400" b="0" u="none" strike="noStrike">
                <a:solidFill>
                  <a:srgbClr val="098658"/>
                </a:solidFill>
                <a:uFillTx/>
                <a:latin typeface="Menlo"/>
              </a:rPr>
              <a:t>0</a:t>
            </a:r>
            <a:r>
              <a:rPr lang="de-DE" sz="2400" b="0" u="none" strike="noStrike">
                <a:solidFill>
                  <a:srgbClr val="000000"/>
                </a:solidFill>
                <a:uFillTx/>
                <a:latin typeface="Menlo"/>
              </a:rPr>
              <a:t>; </a:t>
            </a:r>
            <a:endParaRPr lang="de-DE" sz="2400" b="0" u="none" strike="noStrike">
              <a:solidFill>
                <a:srgbClr val="000000"/>
              </a:solidFill>
              <a:uFillTx/>
              <a:latin typeface="Arial"/>
            </a:endParaRPr>
          </a:p>
          <a:p>
            <a:pPr marL="457200" indent="0" defTabSz="914400">
              <a:lnSpc>
                <a:spcPct val="90000"/>
              </a:lnSpc>
              <a:spcBef>
                <a:spcPts val="499"/>
              </a:spcBef>
              <a:buNone/>
              <a:tabLst>
                <a:tab pos="0" algn="l"/>
              </a:tabLst>
            </a:pPr>
            <a:r>
              <a:rPr lang="de-DE" sz="2400" b="0" u="none" strike="noStrike">
                <a:solidFill>
                  <a:srgbClr val="AF00DB"/>
                </a:solidFill>
                <a:uFillTx/>
                <a:latin typeface="Menlo"/>
              </a:rPr>
              <a:t>for</a:t>
            </a:r>
            <a:r>
              <a:rPr lang="de-DE" sz="2400" b="0" u="none" strike="noStrike">
                <a:solidFill>
                  <a:srgbClr val="000000"/>
                </a:solidFill>
                <a:uFillTx/>
                <a:latin typeface="Menlo"/>
              </a:rPr>
              <a:t>(</a:t>
            </a:r>
            <a:r>
              <a:rPr lang="de-DE" sz="2400" b="0" u="none" strike="noStrike">
                <a:solidFill>
                  <a:srgbClr val="0000FF"/>
                </a:solidFill>
                <a:uFillTx/>
                <a:latin typeface="Menlo"/>
              </a:rPr>
              <a:t>var</a:t>
            </a:r>
            <a:r>
              <a:rPr lang="de-DE" sz="2400" b="0" u="none" strike="noStrike">
                <a:solidFill>
                  <a:srgbClr val="000000"/>
                </a:solidFill>
                <a:uFillTx/>
                <a:latin typeface="Menlo"/>
              </a:rPr>
              <a:t> </a:t>
            </a:r>
            <a:r>
              <a:rPr lang="de-DE" sz="2400" b="0" u="none" strike="noStrike">
                <a:solidFill>
                  <a:srgbClr val="001080"/>
                </a:solidFill>
                <a:uFillTx/>
                <a:latin typeface="Menlo"/>
              </a:rPr>
              <a:t>i</a:t>
            </a:r>
            <a:r>
              <a:rPr lang="de-DE" sz="2400" b="0" u="none" strike="noStrike">
                <a:solidFill>
                  <a:srgbClr val="000000"/>
                </a:solidFill>
                <a:uFillTx/>
                <a:latin typeface="Menlo"/>
              </a:rPr>
              <a:t> = </a:t>
            </a:r>
            <a:r>
              <a:rPr lang="de-DE" sz="2400" b="0" u="none" strike="noStrike">
                <a:solidFill>
                  <a:srgbClr val="098658"/>
                </a:solidFill>
                <a:uFillTx/>
                <a:latin typeface="Menlo"/>
              </a:rPr>
              <a:t>0</a:t>
            </a:r>
            <a:r>
              <a:rPr lang="de-DE" sz="2400" b="0" u="none" strike="noStrike">
                <a:solidFill>
                  <a:srgbClr val="000000"/>
                </a:solidFill>
                <a:uFillTx/>
                <a:latin typeface="Menlo"/>
              </a:rPr>
              <a:t>;</a:t>
            </a:r>
            <a:r>
              <a:rPr lang="de-DE" sz="2400" b="0" u="none" strike="noStrike">
                <a:solidFill>
                  <a:srgbClr val="001080"/>
                </a:solidFill>
                <a:uFillTx/>
                <a:latin typeface="Menlo"/>
              </a:rPr>
              <a:t>i</a:t>
            </a:r>
            <a:r>
              <a:rPr lang="de-DE" sz="2400" b="0" u="none" strike="noStrike">
                <a:solidFill>
                  <a:srgbClr val="000000"/>
                </a:solidFill>
                <a:uFillTx/>
                <a:latin typeface="Menlo"/>
              </a:rPr>
              <a:t>&lt;</a:t>
            </a:r>
            <a:r>
              <a:rPr lang="de-DE" sz="2400" b="0" u="none" strike="noStrike">
                <a:solidFill>
                  <a:srgbClr val="001080"/>
                </a:solidFill>
                <a:uFillTx/>
                <a:latin typeface="Menlo"/>
              </a:rPr>
              <a:t>nums</a:t>
            </a:r>
            <a:r>
              <a:rPr lang="de-DE" sz="2400" b="0" u="none" strike="noStrike">
                <a:solidFill>
                  <a:srgbClr val="000000"/>
                </a:solidFill>
                <a:uFillTx/>
                <a:latin typeface="Menlo"/>
              </a:rPr>
              <a:t>.</a:t>
            </a:r>
            <a:r>
              <a:rPr lang="de-DE" sz="2400" b="0" u="none" strike="noStrike">
                <a:solidFill>
                  <a:srgbClr val="001080"/>
                </a:solidFill>
                <a:uFillTx/>
                <a:latin typeface="Menlo"/>
              </a:rPr>
              <a:t>length</a:t>
            </a:r>
            <a:r>
              <a:rPr lang="de-DE" sz="2400" b="0" u="none" strike="noStrike">
                <a:solidFill>
                  <a:srgbClr val="000000"/>
                </a:solidFill>
                <a:uFillTx/>
                <a:latin typeface="Menlo"/>
              </a:rPr>
              <a:t>;</a:t>
            </a:r>
            <a:r>
              <a:rPr lang="de-DE" sz="2400" b="0" u="none" strike="noStrike">
                <a:solidFill>
                  <a:srgbClr val="001080"/>
                </a:solidFill>
                <a:uFillTx/>
                <a:latin typeface="Menlo"/>
              </a:rPr>
              <a:t>i</a:t>
            </a:r>
            <a:r>
              <a:rPr lang="de-DE" sz="2400" b="0" u="none" strike="noStrike">
                <a:solidFill>
                  <a:srgbClr val="000000"/>
                </a:solidFill>
                <a:uFillTx/>
                <a:latin typeface="Menlo"/>
              </a:rPr>
              <a:t>++) { </a:t>
            </a:r>
            <a:endParaRPr lang="de-DE" sz="2400" b="0" u="none" strike="noStrike">
              <a:solidFill>
                <a:srgbClr val="000000"/>
              </a:solidFill>
              <a:uFillTx/>
              <a:latin typeface="Arial"/>
            </a:endParaRPr>
          </a:p>
          <a:p>
            <a:pPr marL="457200" indent="0" defTabSz="914400">
              <a:lnSpc>
                <a:spcPct val="90000"/>
              </a:lnSpc>
              <a:spcBef>
                <a:spcPts val="499"/>
              </a:spcBef>
              <a:buNone/>
              <a:tabLst>
                <a:tab pos="0" algn="l"/>
              </a:tabLst>
            </a:pPr>
            <a:r>
              <a:rPr lang="de-DE" sz="2400" b="0" u="none" strike="noStrike">
                <a:solidFill>
                  <a:srgbClr val="001080"/>
                </a:solidFill>
                <a:uFillTx/>
                <a:latin typeface="Menlo"/>
              </a:rPr>
              <a:t>	sum</a:t>
            </a:r>
            <a:r>
              <a:rPr lang="de-DE" sz="2400" b="0" u="none" strike="noStrike">
                <a:solidFill>
                  <a:srgbClr val="000000"/>
                </a:solidFill>
                <a:uFillTx/>
                <a:latin typeface="Menlo"/>
              </a:rPr>
              <a:t> = </a:t>
            </a:r>
            <a:r>
              <a:rPr lang="de-DE" sz="2400" b="0" u="none" strike="noStrike">
                <a:solidFill>
                  <a:srgbClr val="001080"/>
                </a:solidFill>
                <a:uFillTx/>
                <a:latin typeface="Menlo"/>
              </a:rPr>
              <a:t>sum</a:t>
            </a:r>
            <a:r>
              <a:rPr lang="de-DE" sz="2400" b="0" u="none" strike="noStrike">
                <a:solidFill>
                  <a:srgbClr val="000000"/>
                </a:solidFill>
                <a:uFillTx/>
                <a:latin typeface="Menlo"/>
              </a:rPr>
              <a:t> + </a:t>
            </a:r>
            <a:r>
              <a:rPr lang="de-DE" sz="2400" b="0" u="none" strike="noStrike">
                <a:solidFill>
                  <a:srgbClr val="001080"/>
                </a:solidFill>
                <a:uFillTx/>
                <a:latin typeface="Menlo"/>
              </a:rPr>
              <a:t>nums</a:t>
            </a:r>
            <a:r>
              <a:rPr lang="de-DE" sz="2400" b="0" u="none" strike="noStrike">
                <a:solidFill>
                  <a:srgbClr val="000000"/>
                </a:solidFill>
                <a:uFillTx/>
                <a:latin typeface="Menlo"/>
              </a:rPr>
              <a:t>[</a:t>
            </a:r>
            <a:r>
              <a:rPr lang="de-DE" sz="2400" b="0" u="none" strike="noStrike">
                <a:solidFill>
                  <a:srgbClr val="001080"/>
                </a:solidFill>
                <a:uFillTx/>
                <a:latin typeface="Menlo"/>
              </a:rPr>
              <a:t>i</a:t>
            </a:r>
            <a:r>
              <a:rPr lang="de-DE" sz="2400" b="0" u="none" strike="noStrike">
                <a:solidFill>
                  <a:srgbClr val="000000"/>
                </a:solidFill>
                <a:uFillTx/>
                <a:latin typeface="Menlo"/>
              </a:rPr>
              <a:t>]; </a:t>
            </a:r>
            <a:endParaRPr lang="de-DE" sz="2400" b="0" u="none" strike="noStrike">
              <a:solidFill>
                <a:srgbClr val="000000"/>
              </a:solidFill>
              <a:uFillTx/>
              <a:latin typeface="Arial"/>
            </a:endParaRPr>
          </a:p>
          <a:p>
            <a:pPr marL="457200" indent="0" defTabSz="914400">
              <a:lnSpc>
                <a:spcPct val="90000"/>
              </a:lnSpc>
              <a:spcBef>
                <a:spcPts val="499"/>
              </a:spcBef>
              <a:buNone/>
              <a:tabLst>
                <a:tab pos="0" algn="l"/>
              </a:tabLst>
            </a:pPr>
            <a:r>
              <a:rPr lang="de-DE" sz="2400" b="0" u="none" strike="noStrike">
                <a:solidFill>
                  <a:srgbClr val="000000"/>
                </a:solidFill>
                <a:uFillTx/>
                <a:latin typeface="Menlo"/>
              </a:rPr>
              <a:t>} </a:t>
            </a:r>
            <a:endParaRPr lang="de-DE" sz="2400" b="0" u="none" strike="noStrike">
              <a:solidFill>
                <a:srgbClr val="000000"/>
              </a:solidFill>
              <a:uFillTx/>
              <a:latin typeface="Arial"/>
            </a:endParaRPr>
          </a:p>
          <a:p>
            <a:pPr marL="457200" indent="0" defTabSz="914400">
              <a:lnSpc>
                <a:spcPct val="90000"/>
              </a:lnSpc>
              <a:spcBef>
                <a:spcPts val="499"/>
              </a:spcBef>
              <a:buNone/>
              <a:tabLst>
                <a:tab pos="0" algn="l"/>
              </a:tabLst>
            </a:pPr>
            <a:r>
              <a:rPr lang="de-DE" sz="2400" b="0" u="none" strike="noStrike">
                <a:solidFill>
                  <a:srgbClr val="267F99"/>
                </a:solidFill>
                <a:uFillTx/>
                <a:latin typeface="Menlo"/>
              </a:rPr>
              <a:t>console</a:t>
            </a:r>
            <a:r>
              <a:rPr lang="de-DE" sz="2400" b="0" u="none" strike="noStrike">
                <a:solidFill>
                  <a:srgbClr val="000000"/>
                </a:solidFill>
                <a:uFillTx/>
                <a:latin typeface="Menlo"/>
              </a:rPr>
              <a:t>.</a:t>
            </a:r>
            <a:r>
              <a:rPr lang="de-DE" sz="2400" b="0" u="none" strike="noStrike">
                <a:solidFill>
                  <a:srgbClr val="795E26"/>
                </a:solidFill>
                <a:uFillTx/>
                <a:latin typeface="Menlo"/>
              </a:rPr>
              <a:t>log</a:t>
            </a:r>
            <a:r>
              <a:rPr lang="de-DE" sz="2400" b="0" u="none" strike="noStrike">
                <a:solidFill>
                  <a:srgbClr val="000000"/>
                </a:solidFill>
                <a:uFillTx/>
                <a:latin typeface="Menlo"/>
              </a:rPr>
              <a:t>(</a:t>
            </a:r>
            <a:r>
              <a:rPr lang="de-DE" sz="2400" b="0" u="none" strike="noStrike">
                <a:solidFill>
                  <a:srgbClr val="A31515"/>
                </a:solidFill>
                <a:uFillTx/>
                <a:latin typeface="Menlo"/>
              </a:rPr>
              <a:t>"sum of the numbers"</a:t>
            </a:r>
            <a:r>
              <a:rPr lang="de-DE" sz="2400" b="0" u="none" strike="noStrike">
                <a:solidFill>
                  <a:srgbClr val="000000"/>
                </a:solidFill>
                <a:uFillTx/>
                <a:latin typeface="Menlo"/>
              </a:rPr>
              <a:t>,</a:t>
            </a:r>
            <a:r>
              <a:rPr lang="de-DE" sz="2400" b="0" u="none" strike="noStrike">
                <a:solidFill>
                  <a:srgbClr val="001080"/>
                </a:solidFill>
                <a:uFillTx/>
                <a:latin typeface="Menlo"/>
              </a:rPr>
              <a:t>sum</a:t>
            </a:r>
            <a:r>
              <a:rPr lang="de-DE" sz="2400" b="0" u="none" strike="noStrike">
                <a:solidFill>
                  <a:srgbClr val="000000"/>
                </a:solidFill>
                <a:uFillTx/>
                <a:latin typeface="Menlo"/>
              </a:rPr>
              <a:t>) </a:t>
            </a:r>
            <a:endParaRPr lang="de-DE" sz="2400" b="0" u="none" strike="noStrike">
              <a:solidFill>
                <a:srgbClr val="000000"/>
              </a:solidFill>
              <a:uFillTx/>
              <a:latin typeface="Arial"/>
            </a:endParaRPr>
          </a:p>
          <a:p>
            <a:pPr marL="457200" indent="0" defTabSz="914400">
              <a:lnSpc>
                <a:spcPct val="90000"/>
              </a:lnSpc>
              <a:spcBef>
                <a:spcPts val="1001"/>
              </a:spcBef>
              <a:buNone/>
              <a:tabLst>
                <a:tab pos="0" algn="l"/>
              </a:tabLst>
            </a:pPr>
            <a:r>
              <a:rPr lang="de-DE" sz="2800" b="0" u="none" strike="noStrike">
                <a:solidFill>
                  <a:srgbClr val="000000"/>
                </a:solidFill>
                <a:uFillTx/>
                <a:latin typeface="Menlo"/>
              </a:rPr>
              <a:t>} </a:t>
            </a:r>
            <a:endParaRPr lang="de-DE" sz="2800" b="0" u="none" strike="noStrike">
              <a:solidFill>
                <a:srgbClr val="000000"/>
              </a:solidFill>
              <a:uFillTx/>
              <a:latin typeface="Arial"/>
            </a:endParaRPr>
          </a:p>
          <a:p>
            <a:pPr marL="457200" indent="0" defTabSz="914400">
              <a:lnSpc>
                <a:spcPct val="90000"/>
              </a:lnSpc>
              <a:spcBef>
                <a:spcPts val="1001"/>
              </a:spcBef>
              <a:buNone/>
              <a:tabLst>
                <a:tab pos="0" algn="l"/>
              </a:tabLst>
            </a:pPr>
            <a:r>
              <a:rPr lang="de-DE" sz="2800" b="0" u="none" strike="noStrike">
                <a:solidFill>
                  <a:srgbClr val="795E26"/>
                </a:solidFill>
                <a:uFillTx/>
                <a:latin typeface="Menlo"/>
              </a:rPr>
              <a:t>sumUp</a:t>
            </a:r>
            <a:r>
              <a:rPr lang="de-DE" sz="2800" b="0" u="none" strike="noStrike">
                <a:solidFill>
                  <a:srgbClr val="000000"/>
                </a:solidFill>
                <a:uFillTx/>
                <a:latin typeface="Menlo"/>
              </a:rPr>
              <a:t>(</a:t>
            </a:r>
            <a:r>
              <a:rPr lang="de-DE" sz="2800" b="0" u="none" strike="noStrike">
                <a:solidFill>
                  <a:srgbClr val="098658"/>
                </a:solidFill>
                <a:uFillTx/>
                <a:latin typeface="Menlo"/>
              </a:rPr>
              <a:t>1</a:t>
            </a:r>
            <a:r>
              <a:rPr lang="de-DE" sz="2800" b="0" u="none" strike="noStrike">
                <a:solidFill>
                  <a:srgbClr val="000000"/>
                </a:solidFill>
                <a:uFillTx/>
                <a:latin typeface="Menlo"/>
              </a:rPr>
              <a:t>,</a:t>
            </a:r>
            <a:r>
              <a:rPr lang="de-DE" sz="2800" b="0" u="none" strike="noStrike">
                <a:solidFill>
                  <a:srgbClr val="098658"/>
                </a:solidFill>
                <a:uFillTx/>
                <a:latin typeface="Menlo"/>
              </a:rPr>
              <a:t>2</a:t>
            </a:r>
            <a:r>
              <a:rPr lang="de-DE" sz="2800" b="0" u="none" strike="noStrike">
                <a:solidFill>
                  <a:srgbClr val="000000"/>
                </a:solidFill>
                <a:uFillTx/>
                <a:latin typeface="Menlo"/>
              </a:rPr>
              <a:t>,</a:t>
            </a:r>
            <a:r>
              <a:rPr lang="de-DE" sz="2800" b="0" u="none" strike="noStrike">
                <a:solidFill>
                  <a:srgbClr val="098658"/>
                </a:solidFill>
                <a:uFillTx/>
                <a:latin typeface="Menlo"/>
              </a:rPr>
              <a:t>3</a:t>
            </a:r>
            <a:r>
              <a:rPr lang="de-DE" sz="2800" b="0" u="none" strike="noStrike">
                <a:solidFill>
                  <a:srgbClr val="000000"/>
                </a:solidFill>
                <a:uFillTx/>
                <a:latin typeface="Menlo"/>
              </a:rPr>
              <a:t>) </a:t>
            </a:r>
            <a:endParaRPr lang="de-DE" sz="2800" b="0" u="none" strike="noStrike">
              <a:solidFill>
                <a:srgbClr val="000000"/>
              </a:solidFill>
              <a:uFillTx/>
              <a:latin typeface="Arial"/>
            </a:endParaRPr>
          </a:p>
          <a:p>
            <a:pPr marL="457200" indent="0" defTabSz="914400">
              <a:lnSpc>
                <a:spcPct val="90000"/>
              </a:lnSpc>
              <a:spcBef>
                <a:spcPts val="1001"/>
              </a:spcBef>
              <a:buNone/>
              <a:tabLst>
                <a:tab pos="0" algn="l"/>
              </a:tabLst>
            </a:pPr>
            <a:r>
              <a:rPr lang="de-DE" sz="2800" b="0" u="none" strike="noStrike">
                <a:solidFill>
                  <a:srgbClr val="795E26"/>
                </a:solidFill>
                <a:uFillTx/>
                <a:latin typeface="Menlo"/>
              </a:rPr>
              <a:t>sumUp</a:t>
            </a:r>
            <a:r>
              <a:rPr lang="de-DE" sz="2800" b="0" u="none" strike="noStrike">
                <a:solidFill>
                  <a:srgbClr val="000000"/>
                </a:solidFill>
                <a:uFillTx/>
                <a:latin typeface="Menlo"/>
              </a:rPr>
              <a:t>(</a:t>
            </a:r>
            <a:r>
              <a:rPr lang="de-DE" sz="2800" b="0" u="none" strike="noStrike">
                <a:solidFill>
                  <a:srgbClr val="098658"/>
                </a:solidFill>
                <a:uFillTx/>
                <a:latin typeface="Menlo"/>
              </a:rPr>
              <a:t>1</a:t>
            </a:r>
            <a:r>
              <a:rPr lang="de-DE" sz="2800" b="0" u="none" strike="noStrike">
                <a:solidFill>
                  <a:srgbClr val="000000"/>
                </a:solidFill>
                <a:uFillTx/>
                <a:latin typeface="Menlo"/>
              </a:rPr>
              <a:t>,</a:t>
            </a:r>
            <a:r>
              <a:rPr lang="de-DE" sz="2800" b="0" u="none" strike="noStrike">
                <a:solidFill>
                  <a:srgbClr val="098658"/>
                </a:solidFill>
                <a:uFillTx/>
                <a:latin typeface="Menlo"/>
              </a:rPr>
              <a:t>1</a:t>
            </a:r>
            <a:r>
              <a:rPr lang="de-DE" sz="2800" b="0" u="none" strike="noStrike">
                <a:solidFill>
                  <a:srgbClr val="000000"/>
                </a:solidFill>
                <a:uFillTx/>
                <a:latin typeface="Menlo"/>
              </a:rPr>
              <a:t>,</a:t>
            </a:r>
            <a:r>
              <a:rPr lang="de-DE" sz="2800" b="0" u="none" strike="noStrike">
                <a:solidFill>
                  <a:srgbClr val="098658"/>
                </a:solidFill>
                <a:uFillTx/>
                <a:latin typeface="Menlo"/>
              </a:rPr>
              <a:t>1</a:t>
            </a:r>
            <a:r>
              <a:rPr lang="de-DE" sz="2800" b="0" u="none" strike="noStrike">
                <a:solidFill>
                  <a:srgbClr val="000000"/>
                </a:solidFill>
                <a:uFillTx/>
                <a:latin typeface="Menlo"/>
              </a:rPr>
              <a:t>,</a:t>
            </a:r>
            <a:r>
              <a:rPr lang="de-DE" sz="2800" b="0" u="none" strike="noStrike">
                <a:solidFill>
                  <a:srgbClr val="098658"/>
                </a:solidFill>
                <a:uFillTx/>
                <a:latin typeface="Menlo"/>
              </a:rPr>
              <a:t>1</a:t>
            </a:r>
            <a:r>
              <a:rPr lang="de-DE" sz="2800" b="0" u="none" strike="noStrike">
                <a:solidFill>
                  <a:srgbClr val="000000"/>
                </a:solidFill>
                <a:uFillTx/>
                <a:latin typeface="Menlo"/>
              </a:rPr>
              <a:t>,</a:t>
            </a:r>
            <a:r>
              <a:rPr lang="de-DE" sz="2800" b="0" u="none" strike="noStrike">
                <a:solidFill>
                  <a:srgbClr val="098658"/>
                </a:solidFill>
                <a:uFillTx/>
                <a:latin typeface="Menlo"/>
              </a:rPr>
              <a:t>1</a:t>
            </a:r>
            <a:r>
              <a:rPr lang="de-DE" sz="2800" b="0" u="none" strike="noStrike">
                <a:solidFill>
                  <a:srgbClr val="000000"/>
                </a:solidFill>
                <a:uFillTx/>
                <a:latin typeface="Menlo"/>
              </a:rPr>
              <a:t>,</a:t>
            </a:r>
            <a:r>
              <a:rPr lang="de-DE" sz="2800" b="0" u="none" strike="noStrike">
                <a:solidFill>
                  <a:srgbClr val="098658"/>
                </a:solidFill>
                <a:uFillTx/>
                <a:latin typeface="Menlo"/>
              </a:rPr>
              <a:t>1</a:t>
            </a:r>
            <a:r>
              <a:rPr lang="de-DE" sz="2800" b="0" u="none" strike="noStrike">
                <a:solidFill>
                  <a:srgbClr val="000000"/>
                </a:solidFill>
                <a:uFillTx/>
                <a:latin typeface="Menlo"/>
              </a:rPr>
              <a:t>)</a:t>
            </a:r>
            <a:endParaRPr lang="de-DE" sz="2800" b="0" u="none" strike="noStrike">
              <a:solidFill>
                <a:srgbClr val="000000"/>
              </a:solidFill>
              <a:uFillTx/>
              <a:latin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 name="PlaceHolder 1"/>
          <p:cNvSpPr>
            <a:spLocks noGrp="1"/>
          </p:cNvSpPr>
          <p:nvPr>
            <p:ph type="title"/>
          </p:nvPr>
        </p:nvSpPr>
        <p:spPr>
          <a:xfrm>
            <a:off x="838080" y="963720"/>
            <a:ext cx="3493080" cy="4928760"/>
          </a:xfrm>
          <a:prstGeom prst="rect">
            <a:avLst/>
          </a:prstGeom>
          <a:noFill/>
          <a:ln w="0">
            <a:noFill/>
          </a:ln>
        </p:spPr>
        <p:txBody>
          <a:bodyPr lIns="91440" tIns="45720" rIns="91440" bIns="45720" anchor="ctr">
            <a:normAutofit/>
          </a:bodyPr>
          <a:lstStyle/>
          <a:p>
            <a:pPr indent="0" algn="r" defTabSz="914400">
              <a:lnSpc>
                <a:spcPct val="90000"/>
              </a:lnSpc>
              <a:buNone/>
              <a:tabLst>
                <a:tab pos="0" algn="l"/>
              </a:tabLst>
            </a:pPr>
            <a:r>
              <a:rPr lang="de-DE" sz="4400" b="0" u="none" strike="noStrike">
                <a:solidFill>
                  <a:schemeClr val="accent1"/>
                </a:solidFill>
                <a:uFillTx/>
                <a:latin typeface="Calibri Light"/>
              </a:rPr>
              <a:t>Default Parameter</a:t>
            </a:r>
            <a:endParaRPr lang="de-DE" sz="4400" b="0" u="none" strike="noStrike">
              <a:solidFill>
                <a:srgbClr val="000000"/>
              </a:solidFill>
              <a:uFillTx/>
              <a:latin typeface="Arial"/>
            </a:endParaRPr>
          </a:p>
        </p:txBody>
      </p:sp>
      <p:sp>
        <p:nvSpPr>
          <p:cNvPr id="246" name="PlaceHolder 2"/>
          <p:cNvSpPr>
            <a:spLocks noGrp="1"/>
          </p:cNvSpPr>
          <p:nvPr>
            <p:ph/>
          </p:nvPr>
        </p:nvSpPr>
        <p:spPr>
          <a:xfrm>
            <a:off x="4975920" y="963720"/>
            <a:ext cx="6376320" cy="4928760"/>
          </a:xfrm>
          <a:prstGeom prst="rect">
            <a:avLst/>
          </a:prstGeom>
          <a:noFill/>
          <a:ln w="0">
            <a:noFill/>
          </a:ln>
        </p:spPr>
        <p:txBody>
          <a:bodyPr lIns="91440" tIns="45720" rIns="91440" bIns="45720" anchor="ctr">
            <a:normAutofit/>
          </a:bodyPr>
          <a:lstStyle/>
          <a:p>
            <a:pPr marL="228600" indent="-228600" defTabSz="914400">
              <a:lnSpc>
                <a:spcPct val="90000"/>
              </a:lnSpc>
              <a:spcBef>
                <a:spcPts val="1001"/>
              </a:spcBef>
              <a:buClr>
                <a:srgbClr val="000000"/>
              </a:buClr>
              <a:buFont typeface="Arial"/>
              <a:buChar char="•"/>
            </a:pPr>
            <a:r>
              <a:rPr lang="de-DE" sz="2400" b="0" u="none" strike="noStrike">
                <a:solidFill>
                  <a:schemeClr val="dk1"/>
                </a:solidFill>
                <a:uFillTx/>
                <a:latin typeface="Calibri"/>
              </a:rPr>
              <a:t>function name(param1[:type],param2[:type] = default_value) { }</a:t>
            </a:r>
            <a:endParaRPr lang="de-DE" sz="2400" b="0" u="none" strike="noStrike">
              <a:solidFill>
                <a:srgbClr val="000000"/>
              </a:solidFill>
              <a:uFillTx/>
              <a:latin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 name="PlaceHolder 1"/>
          <p:cNvSpPr>
            <a:spLocks noGrp="1"/>
          </p:cNvSpPr>
          <p:nvPr>
            <p:ph type="title"/>
          </p:nvPr>
        </p:nvSpPr>
        <p:spPr>
          <a:xfrm>
            <a:off x="838080" y="963720"/>
            <a:ext cx="3493080" cy="4928760"/>
          </a:xfrm>
          <a:prstGeom prst="rect">
            <a:avLst/>
          </a:prstGeom>
          <a:noFill/>
          <a:ln w="0">
            <a:noFill/>
          </a:ln>
        </p:spPr>
        <p:txBody>
          <a:bodyPr lIns="91440" tIns="45720" rIns="91440" bIns="45720" anchor="ctr">
            <a:normAutofit/>
          </a:bodyPr>
          <a:lstStyle/>
          <a:p>
            <a:pPr indent="0" algn="r" defTabSz="914400">
              <a:lnSpc>
                <a:spcPct val="90000"/>
              </a:lnSpc>
              <a:buNone/>
              <a:tabLst>
                <a:tab pos="0" algn="l"/>
              </a:tabLst>
            </a:pPr>
            <a:r>
              <a:rPr lang="de-DE" sz="4400" b="0" u="none" strike="noStrike">
                <a:solidFill>
                  <a:schemeClr val="accent1"/>
                </a:solidFill>
                <a:uFillTx/>
                <a:latin typeface="Calibri Light"/>
              </a:rPr>
              <a:t>Anonyme Funktionen</a:t>
            </a:r>
            <a:endParaRPr lang="de-DE" sz="4400" b="0" u="none" strike="noStrike">
              <a:solidFill>
                <a:srgbClr val="000000"/>
              </a:solidFill>
              <a:uFillTx/>
              <a:latin typeface="Arial"/>
            </a:endParaRPr>
          </a:p>
        </p:txBody>
      </p:sp>
      <p:sp>
        <p:nvSpPr>
          <p:cNvPr id="248" name="PlaceHolder 2"/>
          <p:cNvSpPr>
            <a:spLocks noGrp="1"/>
          </p:cNvSpPr>
          <p:nvPr>
            <p:ph/>
          </p:nvPr>
        </p:nvSpPr>
        <p:spPr>
          <a:xfrm>
            <a:off x="4975920" y="963720"/>
            <a:ext cx="6633000" cy="4928760"/>
          </a:xfrm>
          <a:prstGeom prst="rect">
            <a:avLst/>
          </a:prstGeom>
          <a:noFill/>
          <a:ln w="0">
            <a:noFill/>
          </a:ln>
        </p:spPr>
        <p:txBody>
          <a:bodyPr lIns="91440" tIns="45720" rIns="91440" bIns="45720" anchor="ctr">
            <a:normAutofit/>
          </a:bodyPr>
          <a:lstStyle/>
          <a:p>
            <a:pPr indent="0" defTabSz="914400">
              <a:lnSpc>
                <a:spcPct val="90000"/>
              </a:lnSpc>
              <a:spcBef>
                <a:spcPts val="1001"/>
              </a:spcBef>
              <a:buNone/>
              <a:tabLst>
                <a:tab pos="0" algn="l"/>
              </a:tabLst>
            </a:pPr>
            <a:r>
              <a:rPr lang="de-DE" sz="2400" b="0" u="none" strike="noStrike">
                <a:solidFill>
                  <a:schemeClr val="dk1"/>
                </a:solidFill>
                <a:uFillTx/>
                <a:latin typeface="Calibri"/>
              </a:rPr>
              <a:t>var res = function( [arguments] ) { ... }</a:t>
            </a:r>
            <a:endParaRPr lang="de-DE" sz="2400" b="0" u="none" strike="noStrike">
              <a:solidFill>
                <a:srgbClr val="000000"/>
              </a:solidFill>
              <a:uFillTx/>
              <a:latin typeface="Arial"/>
            </a:endParaRPr>
          </a:p>
          <a:p>
            <a:pPr indent="0" defTabSz="914400">
              <a:lnSpc>
                <a:spcPct val="90000"/>
              </a:lnSpc>
              <a:spcBef>
                <a:spcPts val="1001"/>
              </a:spcBef>
              <a:buNone/>
              <a:tabLst>
                <a:tab pos="0" algn="l"/>
              </a:tabLst>
            </a:pPr>
            <a:endParaRPr lang="de-DE" sz="24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chemeClr val="dk1"/>
                </a:solidFill>
                <a:uFillTx/>
                <a:latin typeface="Calibri"/>
              </a:rPr>
              <a:t>( [param1, parma2,…param n] )=&gt;statement;</a:t>
            </a:r>
            <a:endParaRPr lang="de-DE" sz="2800" b="0" u="none" strike="noStrike">
              <a:solidFill>
                <a:srgbClr val="000000"/>
              </a:solidFill>
              <a:uFillTx/>
              <a:latin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Funktionen überladen</a:t>
            </a:r>
            <a:endParaRPr lang="de-DE" sz="4400" b="0" u="none" strike="noStrike">
              <a:solidFill>
                <a:srgbClr val="000000"/>
              </a:solidFill>
              <a:uFillTx/>
              <a:latin typeface="Arial"/>
            </a:endParaRPr>
          </a:p>
        </p:txBody>
      </p:sp>
      <p:sp>
        <p:nvSpPr>
          <p:cNvPr id="250"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fontScale="92500" lnSpcReduction="9999"/>
          </a:bodyPr>
          <a:lstStyle/>
          <a:p>
            <a:pPr indent="0" defTabSz="914400">
              <a:lnSpc>
                <a:spcPct val="90000"/>
              </a:lnSpc>
              <a:spcBef>
                <a:spcPts val="1001"/>
              </a:spcBef>
              <a:buNone/>
              <a:tabLst>
                <a:tab pos="0" algn="l"/>
              </a:tabLst>
            </a:pPr>
            <a:r>
              <a:rPr lang="de-DE" sz="2800" b="0" u="none" strike="noStrike">
                <a:solidFill>
                  <a:srgbClr val="000000"/>
                </a:solidFill>
                <a:uFillTx/>
                <a:latin typeface="Menlo"/>
              </a:rPr>
              <a:t>1.SIGNATURES</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br>
              <a:rPr sz="2800"/>
            </a:br>
            <a:r>
              <a:rPr lang="de-DE" sz="2800" b="0" u="none" strike="noStrike">
                <a:solidFill>
                  <a:srgbClr val="0000FF"/>
                </a:solidFill>
                <a:uFillTx/>
                <a:latin typeface="Menlo"/>
              </a:rPr>
              <a:t>function</a:t>
            </a:r>
            <a:r>
              <a:rPr lang="de-DE" sz="2800" b="0" u="none" strike="noStrike">
                <a:solidFill>
                  <a:srgbClr val="000000"/>
                </a:solidFill>
                <a:uFillTx/>
                <a:latin typeface="Menlo"/>
              </a:rPr>
              <a:t> </a:t>
            </a:r>
            <a:r>
              <a:rPr lang="de-DE" sz="2800" b="0" u="none" strike="noStrike">
                <a:solidFill>
                  <a:srgbClr val="795E26"/>
                </a:solidFill>
                <a:uFillTx/>
                <a:latin typeface="Menlo"/>
              </a:rPr>
              <a:t>someOverload</a:t>
            </a:r>
            <a:r>
              <a:rPr lang="de-DE" sz="2800" b="0" u="none" strike="noStrike">
                <a:solidFill>
                  <a:srgbClr val="000000"/>
                </a:solidFill>
                <a:uFillTx/>
                <a:latin typeface="Menlo"/>
              </a:rPr>
              <a:t>(</a:t>
            </a:r>
            <a:r>
              <a:rPr lang="de-DE" sz="2800" b="0" u="none" strike="noStrike">
                <a:solidFill>
                  <a:srgbClr val="001080"/>
                </a:solidFill>
                <a:uFillTx/>
                <a:latin typeface="Menlo"/>
              </a:rPr>
              <a:t>n</a:t>
            </a:r>
            <a:r>
              <a:rPr lang="de-DE" sz="2800" b="0" u="none" strike="noStrike">
                <a:solidFill>
                  <a:srgbClr val="000000"/>
                </a:solidFill>
                <a:uFillTx/>
                <a:latin typeface="Menlo"/>
              </a:rPr>
              <a:t>:</a:t>
            </a:r>
            <a:r>
              <a:rPr lang="de-DE" sz="2800" b="0" u="none" strike="noStrike">
                <a:solidFill>
                  <a:srgbClr val="267F99"/>
                </a:solidFill>
                <a:uFillTx/>
                <a:latin typeface="Menlo"/>
              </a:rPr>
              <a:t>number</a:t>
            </a:r>
            <a:r>
              <a:rPr lang="de-DE" sz="2800" b="0" u="none" strike="noStrike">
                <a:solidFill>
                  <a:srgbClr val="000000"/>
                </a:solidFill>
                <a:uFillTx/>
                <a:latin typeface="Menlo"/>
              </a:rPr>
              <a:t>) : </a:t>
            </a:r>
            <a:r>
              <a:rPr lang="de-DE" sz="2800" b="0" u="none" strike="noStrike">
                <a:solidFill>
                  <a:srgbClr val="267F99"/>
                </a:solidFill>
                <a:uFillTx/>
                <a:latin typeface="Menlo"/>
              </a:rPr>
              <a:t>void</a:t>
            </a:r>
            <a:r>
              <a:rPr lang="de-DE" sz="2800" b="0" u="none" strike="noStrike">
                <a:solidFill>
                  <a:srgbClr val="000000"/>
                </a:solidFill>
                <a:uFillTx/>
                <a:latin typeface="Menlo"/>
              </a:rPr>
              <a: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0000FF"/>
                </a:solidFill>
                <a:uFillTx/>
                <a:latin typeface="Menlo"/>
              </a:rPr>
              <a:t>function</a:t>
            </a:r>
            <a:r>
              <a:rPr lang="de-DE" sz="2800" b="0" u="none" strike="noStrike">
                <a:solidFill>
                  <a:srgbClr val="000000"/>
                </a:solidFill>
                <a:uFillTx/>
                <a:latin typeface="Menlo"/>
              </a:rPr>
              <a:t> </a:t>
            </a:r>
            <a:r>
              <a:rPr lang="de-DE" sz="2800" b="0" u="none" strike="noStrike">
                <a:solidFill>
                  <a:srgbClr val="795E26"/>
                </a:solidFill>
                <a:uFillTx/>
                <a:latin typeface="Menlo"/>
              </a:rPr>
              <a:t>someOverload</a:t>
            </a:r>
            <a:r>
              <a:rPr lang="de-DE" sz="2800" b="0" u="none" strike="noStrike">
                <a:solidFill>
                  <a:srgbClr val="000000"/>
                </a:solidFill>
                <a:uFillTx/>
                <a:latin typeface="Menlo"/>
              </a:rPr>
              <a:t>(</a:t>
            </a:r>
            <a:r>
              <a:rPr lang="de-DE" sz="2800" b="0" u="none" strike="noStrike">
                <a:solidFill>
                  <a:srgbClr val="001080"/>
                </a:solidFill>
                <a:uFillTx/>
                <a:latin typeface="Menlo"/>
              </a:rPr>
              <a:t>s</a:t>
            </a:r>
            <a:r>
              <a:rPr lang="de-DE" sz="2800" b="0" u="none" strike="noStrike">
                <a:solidFill>
                  <a:srgbClr val="000000"/>
                </a:solidFill>
                <a:uFillTx/>
                <a:latin typeface="Menlo"/>
              </a:rPr>
              <a:t>:</a:t>
            </a:r>
            <a:r>
              <a:rPr lang="de-DE" sz="2800" b="0" u="none" strike="noStrike">
                <a:solidFill>
                  <a:srgbClr val="267F99"/>
                </a:solidFill>
                <a:uFillTx/>
                <a:latin typeface="Menlo"/>
              </a:rPr>
              <a:t>string</a:t>
            </a:r>
            <a:r>
              <a:rPr lang="de-DE" sz="2800" b="0" u="none" strike="noStrike">
                <a:solidFill>
                  <a:srgbClr val="000000"/>
                </a:solidFill>
                <a:uFillTx/>
                <a:latin typeface="Menlo"/>
              </a:rPr>
              <a:t>) : </a:t>
            </a:r>
            <a:r>
              <a:rPr lang="de-DE" sz="2800" b="0" u="none" strike="noStrike">
                <a:solidFill>
                  <a:srgbClr val="267F99"/>
                </a:solidFill>
                <a:uFillTx/>
                <a:latin typeface="Menlo"/>
              </a:rPr>
              <a:t>void</a:t>
            </a:r>
            <a:r>
              <a:rPr lang="de-DE" sz="2800" b="0" u="none" strike="noStrike">
                <a:solidFill>
                  <a:srgbClr val="000000"/>
                </a:solidFill>
                <a:uFillTx/>
                <a:latin typeface="Menlo"/>
              </a:rPr>
              <a: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000000"/>
                </a:solidFill>
                <a:uFillTx/>
                <a:latin typeface="Menlo"/>
              </a:rPr>
              <a:t>2. 1 BODY FOR ALL</a:t>
            </a:r>
            <a:br>
              <a:rPr sz="2800"/>
            </a:br>
            <a:r>
              <a:rPr lang="de-DE" sz="2800" b="0" u="none" strike="noStrike">
                <a:solidFill>
                  <a:srgbClr val="0000FF"/>
                </a:solidFill>
                <a:uFillTx/>
                <a:latin typeface="Menlo"/>
              </a:rPr>
              <a:t>function</a:t>
            </a:r>
            <a:r>
              <a:rPr lang="de-DE" sz="2800" b="0" u="none" strike="noStrike">
                <a:solidFill>
                  <a:srgbClr val="000000"/>
                </a:solidFill>
                <a:uFillTx/>
                <a:latin typeface="Menlo"/>
              </a:rPr>
              <a:t> </a:t>
            </a:r>
            <a:r>
              <a:rPr lang="de-DE" sz="2800" b="0" u="none" strike="noStrike">
                <a:solidFill>
                  <a:srgbClr val="795E26"/>
                </a:solidFill>
                <a:uFillTx/>
                <a:latin typeface="Menlo"/>
              </a:rPr>
              <a:t>someOverload</a:t>
            </a:r>
            <a:r>
              <a:rPr lang="de-DE" sz="2800" b="0" u="none" strike="noStrike">
                <a:solidFill>
                  <a:srgbClr val="000000"/>
                </a:solidFill>
                <a:uFillTx/>
                <a:latin typeface="Menlo"/>
              </a:rPr>
              <a:t>(</a:t>
            </a:r>
            <a:r>
              <a:rPr lang="de-DE" sz="2800" b="0" u="none" strike="noStrike">
                <a:solidFill>
                  <a:srgbClr val="001080"/>
                </a:solidFill>
                <a:uFillTx/>
                <a:latin typeface="Menlo"/>
              </a:rPr>
              <a:t>x</a:t>
            </a:r>
            <a:r>
              <a:rPr lang="de-DE" sz="2800" b="0" u="none" strike="noStrike">
                <a:solidFill>
                  <a:srgbClr val="000000"/>
                </a:solidFill>
                <a:uFillTx/>
                <a:latin typeface="Menlo"/>
              </a:rPr>
              <a:t>:</a:t>
            </a:r>
            <a:r>
              <a:rPr lang="de-DE" sz="2800" b="0" u="none" strike="noStrike">
                <a:solidFill>
                  <a:srgbClr val="267F99"/>
                </a:solidFill>
                <a:uFillTx/>
                <a:latin typeface="Menlo"/>
              </a:rPr>
              <a:t>any</a:t>
            </a:r>
            <a:r>
              <a:rPr lang="de-DE" sz="2800" b="0" u="none" strike="noStrike">
                <a:solidFill>
                  <a:srgbClr val="000000"/>
                </a:solidFill>
                <a:uFillTx/>
                <a:latin typeface="Menlo"/>
              </a:rPr>
              <a:t>):</a:t>
            </a:r>
            <a:r>
              <a:rPr lang="de-DE" sz="2800" b="0" u="none" strike="noStrike">
                <a:solidFill>
                  <a:srgbClr val="267F99"/>
                </a:solidFill>
                <a:uFillTx/>
                <a:latin typeface="Menlo"/>
              </a:rPr>
              <a:t>void</a:t>
            </a:r>
            <a:r>
              <a:rPr lang="de-DE" sz="2800" b="0" u="none" strike="noStrike">
                <a:solidFill>
                  <a:srgbClr val="000000"/>
                </a:solidFill>
                <a:uFillTx/>
                <a:latin typeface="Menlo"/>
              </a:rPr>
              <a: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267F99"/>
                </a:solidFill>
                <a:uFillTx/>
                <a:latin typeface="Menlo"/>
              </a:rPr>
              <a:t>	console</a:t>
            </a:r>
            <a:r>
              <a:rPr lang="de-DE" sz="2800" b="0" u="none" strike="noStrike">
                <a:solidFill>
                  <a:srgbClr val="000000"/>
                </a:solidFill>
                <a:uFillTx/>
                <a:latin typeface="Menlo"/>
              </a:rPr>
              <a:t>.</a:t>
            </a:r>
            <a:r>
              <a:rPr lang="de-DE" sz="2800" b="0" u="none" strike="noStrike">
                <a:solidFill>
                  <a:srgbClr val="795E26"/>
                </a:solidFill>
                <a:uFillTx/>
                <a:latin typeface="Menlo"/>
              </a:rPr>
              <a:t>log</a:t>
            </a:r>
            <a:r>
              <a:rPr lang="de-DE" sz="2800" b="0" u="none" strike="noStrike">
                <a:solidFill>
                  <a:srgbClr val="000000"/>
                </a:solidFill>
                <a:uFillTx/>
                <a:latin typeface="Menlo"/>
              </a:rPr>
              <a:t>(</a:t>
            </a:r>
            <a:r>
              <a:rPr lang="de-DE" sz="2800" b="0" u="none" strike="noStrike">
                <a:solidFill>
                  <a:srgbClr val="001080"/>
                </a:solidFill>
                <a:uFillTx/>
                <a:latin typeface="Menlo"/>
              </a:rPr>
              <a:t>x</a:t>
            </a:r>
            <a:r>
              <a:rPr lang="de-DE" sz="2800" b="0" u="none" strike="noStrike">
                <a:solidFill>
                  <a:srgbClr val="000000"/>
                </a:solidFill>
                <a:uFillTx/>
                <a:latin typeface="Menlo"/>
              </a:rPr>
              <a: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000000"/>
                </a:solidFill>
                <a:uFillTx/>
                <a:latin typeface="Menlo"/>
              </a:rPr>
              <a: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endParaRPr lang="de-DE" sz="2800" b="0" u="none" strike="noStrike">
              <a:solidFill>
                <a:srgbClr val="000000"/>
              </a:solidFill>
              <a:uFillTx/>
              <a:latin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251" name="Rectangle 7">
            <a:extLst>
              <a:ext uri="{C183D7F6-B498-43B3-948B-1728B52AA6E4}">
                <adec:decorative xmlns:adec="http://schemas.microsoft.com/office/drawing/2017/decorative" val="1"/>
              </a:ext>
            </a:extLst>
          </p:cNvPr>
          <p:cNvSpPr/>
          <p:nvPr/>
        </p:nvSpPr>
        <p:spPr>
          <a:xfrm>
            <a:off x="0" y="0"/>
            <a:ext cx="12190680" cy="685656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252" name="Rectangle 9">
            <a:extLst>
              <a:ext uri="{C183D7F6-B498-43B3-948B-1728B52AA6E4}">
                <adec:decorative xmlns:adec="http://schemas.microsoft.com/office/drawing/2017/decorative" val="1"/>
              </a:ext>
            </a:extLst>
          </p:cNvPr>
          <p:cNvSpPr/>
          <p:nvPr/>
        </p:nvSpPr>
        <p:spPr>
          <a:xfrm flipH="1">
            <a:off x="-1440" y="0"/>
            <a:ext cx="12190680" cy="1589400"/>
          </a:xfrm>
          <a:prstGeom prst="rect">
            <a:avLst/>
          </a:prstGeom>
          <a:gradFill rotWithShape="0">
            <a:gsLst>
              <a:gs pos="0">
                <a:srgbClr val="000000"/>
              </a:gs>
              <a:gs pos="100000">
                <a:srgbClr val="16735A"/>
              </a:gs>
            </a:gsLst>
            <a:lin ang="84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253" name="Rectangle 11">
            <a:extLst>
              <a:ext uri="{C183D7F6-B498-43B3-948B-1728B52AA6E4}">
                <adec:decorative xmlns:adec="http://schemas.microsoft.com/office/drawing/2017/decorative" val="1"/>
              </a:ext>
            </a:extLst>
          </p:cNvPr>
          <p:cNvSpPr/>
          <p:nvPr/>
        </p:nvSpPr>
        <p:spPr>
          <a:xfrm rot="10800000" flipH="1">
            <a:off x="0" y="1440"/>
            <a:ext cx="8114040" cy="1589400"/>
          </a:xfrm>
          <a:prstGeom prst="rect">
            <a:avLst/>
          </a:prstGeom>
          <a:gradFill rotWithShape="0">
            <a:gsLst>
              <a:gs pos="20000">
                <a:srgbClr val="1D9A78">
                  <a:alpha val="0"/>
                </a:srgbClr>
              </a:gs>
              <a:gs pos="100000">
                <a:srgbClr val="0E4D3C">
                  <a:alpha val="55000"/>
                </a:srgbClr>
              </a:gs>
            </a:gsLst>
            <a:lin ang="3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254" name="Rectangle 13">
            <a:extLst>
              <a:ext uri="{C183D7F6-B498-43B3-948B-1728B52AA6E4}">
                <adec:decorative xmlns:adec="http://schemas.microsoft.com/office/drawing/2017/decorative" val="1"/>
              </a:ext>
            </a:extLst>
          </p:cNvPr>
          <p:cNvSpPr/>
          <p:nvPr/>
        </p:nvSpPr>
        <p:spPr>
          <a:xfrm flipH="1">
            <a:off x="8113680" y="0"/>
            <a:ext cx="4075200" cy="1589400"/>
          </a:xfrm>
          <a:prstGeom prst="rect">
            <a:avLst/>
          </a:prstGeom>
          <a:gradFill rotWithShape="0">
            <a:gsLst>
              <a:gs pos="0">
                <a:srgbClr val="1D9A78">
                  <a:alpha val="66000"/>
                </a:srgbClr>
              </a:gs>
              <a:gs pos="100000">
                <a:srgbClr val="000000">
                  <a:alpha val="30000"/>
                </a:srgbClr>
              </a:gs>
            </a:gsLst>
            <a:lin ang="132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255" name="Rectangle 15">
            <a:extLst>
              <a:ext uri="{C183D7F6-B498-43B3-948B-1728B52AA6E4}">
                <adec:decorative xmlns:adec="http://schemas.microsoft.com/office/drawing/2017/decorative" val="1"/>
              </a:ext>
            </a:extLst>
          </p:cNvPr>
          <p:cNvSpPr/>
          <p:nvPr/>
        </p:nvSpPr>
        <p:spPr>
          <a:xfrm>
            <a:off x="459360" y="0"/>
            <a:ext cx="11731320" cy="1595880"/>
          </a:xfrm>
          <a:prstGeom prst="rect">
            <a:avLst/>
          </a:prstGeom>
          <a:gradFill rotWithShape="0">
            <a:gsLst>
              <a:gs pos="50000">
                <a:srgbClr val="000000">
                  <a:alpha val="0"/>
                </a:srgbClr>
              </a:gs>
              <a:gs pos="99000">
                <a:srgbClr val="0E4D3C">
                  <a:alpha val="52000"/>
                </a:srgbClr>
              </a:gs>
            </a:gsLst>
            <a:lin ang="168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256" name="PlaceHolder 1"/>
          <p:cNvSpPr>
            <a:spLocks noGrp="1"/>
          </p:cNvSpPr>
          <p:nvPr>
            <p:ph type="title"/>
          </p:nvPr>
        </p:nvSpPr>
        <p:spPr>
          <a:xfrm>
            <a:off x="1371600" y="294480"/>
            <a:ext cx="9894600" cy="1032120"/>
          </a:xfrm>
          <a:prstGeom prst="rect">
            <a:avLst/>
          </a:prstGeom>
          <a:noFill/>
          <a:ln w="0">
            <a:noFill/>
          </a:ln>
        </p:spPr>
        <p:txBody>
          <a:bodyPr lIns="91440" tIns="45720" rIns="91440" bIns="45720" anchor="ctr">
            <a:normAutofit/>
          </a:bodyPr>
          <a:lstStyle/>
          <a:p>
            <a:pPr indent="0" defTabSz="914400">
              <a:lnSpc>
                <a:spcPct val="90000"/>
              </a:lnSpc>
              <a:buNone/>
              <a:tabLst>
                <a:tab pos="0" algn="l"/>
              </a:tabLst>
            </a:pPr>
            <a:r>
              <a:rPr lang="de-DE" sz="4000" b="0" u="none" strike="noStrike">
                <a:solidFill>
                  <a:srgbClr val="FFFFFF"/>
                </a:solidFill>
                <a:uFillTx/>
                <a:latin typeface="Calibri Light"/>
              </a:rPr>
              <a:t>Container</a:t>
            </a:r>
            <a:endParaRPr lang="de-DE" sz="4000" b="0" u="none" strike="noStrike">
              <a:solidFill>
                <a:srgbClr val="000000"/>
              </a:solidFill>
              <a:uFillTx/>
              <a:latin typeface="Arial"/>
            </a:endParaRPr>
          </a:p>
        </p:txBody>
      </p:sp>
      <p:sp>
        <p:nvSpPr>
          <p:cNvPr id="257" name="PlaceHolder 2"/>
          <p:cNvSpPr>
            <a:spLocks noGrp="1"/>
          </p:cNvSpPr>
          <p:nvPr>
            <p:ph/>
          </p:nvPr>
        </p:nvSpPr>
        <p:spPr>
          <a:xfrm>
            <a:off x="1371600" y="2318040"/>
            <a:ext cx="9722520" cy="3682080"/>
          </a:xfrm>
          <a:prstGeom prst="rect">
            <a:avLst/>
          </a:prstGeom>
          <a:noFill/>
          <a:ln w="0">
            <a:noFill/>
          </a:ln>
        </p:spPr>
        <p:txBody>
          <a:bodyPr lIns="91440" tIns="45720" rIns="91440" bIns="45720" anchor="ctr">
            <a:normAutofit/>
          </a:bodyPr>
          <a:lstStyle/>
          <a:p>
            <a:pPr marL="228600" indent="-228600" defTabSz="914400">
              <a:lnSpc>
                <a:spcPct val="90000"/>
              </a:lnSpc>
              <a:spcBef>
                <a:spcPts val="1001"/>
              </a:spcBef>
              <a:buClr>
                <a:srgbClr val="000000"/>
              </a:buClr>
              <a:buFont typeface="Arial"/>
              <a:buChar char="•"/>
            </a:pPr>
            <a:r>
              <a:rPr lang="de-DE" sz="2000" b="0" u="none" strike="noStrike">
                <a:solidFill>
                  <a:schemeClr val="dk1"/>
                </a:solidFill>
                <a:uFillTx/>
                <a:latin typeface="Courier New"/>
              </a:rPr>
              <a:t>array</a:t>
            </a:r>
            <a:endParaRPr lang="de-DE" sz="20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000" b="0" u="none" strike="noStrike">
                <a:solidFill>
                  <a:schemeClr val="dk1"/>
                </a:solidFill>
                <a:uFillTx/>
                <a:latin typeface="Calibri"/>
              </a:rPr>
              <a:t>Eine Liste</a:t>
            </a:r>
            <a:endParaRPr lang="de-DE" sz="20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000" b="0" u="none" strike="noStrike">
                <a:solidFill>
                  <a:schemeClr val="dk1"/>
                </a:solidFill>
                <a:uFillTx/>
                <a:latin typeface="Courier New"/>
              </a:rPr>
              <a:t>tuple</a:t>
            </a:r>
            <a:endParaRPr lang="de-DE" sz="20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000" b="0" u="none" strike="noStrike">
                <a:solidFill>
                  <a:schemeClr val="dk1"/>
                </a:solidFill>
                <a:uFillTx/>
                <a:latin typeface="Calibri"/>
              </a:rPr>
              <a:t>Eine feste Menge von anderen Basis-Typen</a:t>
            </a:r>
            <a:endParaRPr lang="de-DE" sz="20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000" b="0" u="none" strike="noStrike">
                <a:solidFill>
                  <a:schemeClr val="dk1"/>
                </a:solidFill>
                <a:uFillTx/>
                <a:latin typeface="Courier New"/>
              </a:rPr>
              <a:t>enum</a:t>
            </a:r>
            <a:endParaRPr lang="de-DE" sz="20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000" b="0" u="none" strike="noStrike">
                <a:solidFill>
                  <a:schemeClr val="dk1"/>
                </a:solidFill>
                <a:uFillTx/>
                <a:latin typeface="Calibri"/>
              </a:rPr>
              <a:t>Eine feste Menge von Werten</a:t>
            </a:r>
            <a:endParaRPr lang="de-DE" sz="2000" b="0" u="none" strike="noStrike">
              <a:solidFill>
                <a:srgbClr val="000000"/>
              </a:solidFill>
              <a:uFillTx/>
              <a:latin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 name="Rounded Rectangle 3"/>
          <p:cNvSpPr/>
          <p:nvPr/>
        </p:nvSpPr>
        <p:spPr>
          <a:xfrm>
            <a:off x="794160" y="4908960"/>
            <a:ext cx="9479520" cy="1057320"/>
          </a:xfrm>
          <a:prstGeom prst="roundRect">
            <a:avLst>
              <a:gd name="adj" fmla="val 16667"/>
            </a:avLst>
          </a:prstGeom>
          <a:solidFill>
            <a:srgbClr val="1D9A78"/>
          </a:solidFill>
          <a:ln>
            <a:solidFill>
              <a:srgbClr val="157158"/>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de-DE" sz="1800" b="0" u="none" strike="noStrike">
              <a:solidFill>
                <a:schemeClr val="lt1"/>
              </a:solidFill>
              <a:uFillTx/>
              <a:latin typeface="Calibri"/>
            </a:endParaRPr>
          </a:p>
        </p:txBody>
      </p:sp>
      <p:cxnSp>
        <p:nvCxnSpPr>
          <p:cNvPr id="259" name="Straight Connector 5"/>
          <p:cNvCxnSpPr/>
          <p:nvPr/>
        </p:nvCxnSpPr>
        <p:spPr>
          <a:xfrm>
            <a:off x="2045160" y="4908600"/>
            <a:ext cx="1440" cy="1072440"/>
          </a:xfrm>
          <a:prstGeom prst="straightConnector1">
            <a:avLst/>
          </a:prstGeom>
          <a:ln w="0">
            <a:solidFill>
              <a:srgbClr val="000000"/>
            </a:solidFill>
          </a:ln>
        </p:spPr>
      </p:cxnSp>
      <p:cxnSp>
        <p:nvCxnSpPr>
          <p:cNvPr id="260" name="Straight Connector 6"/>
          <p:cNvCxnSpPr/>
          <p:nvPr/>
        </p:nvCxnSpPr>
        <p:spPr>
          <a:xfrm>
            <a:off x="3160080" y="4880520"/>
            <a:ext cx="1440" cy="1072440"/>
          </a:xfrm>
          <a:prstGeom prst="straightConnector1">
            <a:avLst/>
          </a:prstGeom>
          <a:ln w="0">
            <a:solidFill>
              <a:srgbClr val="000000"/>
            </a:solidFill>
          </a:ln>
        </p:spPr>
      </p:cxnSp>
      <p:cxnSp>
        <p:nvCxnSpPr>
          <p:cNvPr id="261" name="Straight Connector 7"/>
          <p:cNvCxnSpPr/>
          <p:nvPr/>
        </p:nvCxnSpPr>
        <p:spPr>
          <a:xfrm>
            <a:off x="4443480" y="4896720"/>
            <a:ext cx="1440" cy="1072080"/>
          </a:xfrm>
          <a:prstGeom prst="straightConnector1">
            <a:avLst/>
          </a:prstGeom>
          <a:ln w="0">
            <a:solidFill>
              <a:srgbClr val="000000"/>
            </a:solidFill>
          </a:ln>
        </p:spPr>
      </p:cxnSp>
      <p:cxnSp>
        <p:nvCxnSpPr>
          <p:cNvPr id="262" name="Straight Connector 8"/>
          <p:cNvCxnSpPr/>
          <p:nvPr/>
        </p:nvCxnSpPr>
        <p:spPr>
          <a:xfrm>
            <a:off x="8458200" y="4880520"/>
            <a:ext cx="1440" cy="1072440"/>
          </a:xfrm>
          <a:prstGeom prst="straightConnector1">
            <a:avLst/>
          </a:prstGeom>
          <a:ln w="0">
            <a:solidFill>
              <a:srgbClr val="000000"/>
            </a:solidFill>
          </a:ln>
        </p:spPr>
      </p:cxnSp>
      <p:cxnSp>
        <p:nvCxnSpPr>
          <p:cNvPr id="263" name="Straight Connector 9"/>
          <p:cNvCxnSpPr/>
          <p:nvPr/>
        </p:nvCxnSpPr>
        <p:spPr>
          <a:xfrm>
            <a:off x="7166520" y="4908600"/>
            <a:ext cx="1440" cy="1072440"/>
          </a:xfrm>
          <a:prstGeom prst="straightConnector1">
            <a:avLst/>
          </a:prstGeom>
          <a:ln w="0">
            <a:solidFill>
              <a:srgbClr val="000000"/>
            </a:solidFill>
          </a:ln>
        </p:spPr>
      </p:cxnSp>
      <p:cxnSp>
        <p:nvCxnSpPr>
          <p:cNvPr id="264" name="Straight Connector 10"/>
          <p:cNvCxnSpPr/>
          <p:nvPr/>
        </p:nvCxnSpPr>
        <p:spPr>
          <a:xfrm>
            <a:off x="5766840" y="4908600"/>
            <a:ext cx="1440" cy="1072440"/>
          </a:xfrm>
          <a:prstGeom prst="straightConnector1">
            <a:avLst/>
          </a:prstGeom>
          <a:ln w="0">
            <a:solidFill>
              <a:srgbClr val="000000"/>
            </a:solidFill>
          </a:ln>
        </p:spPr>
      </p:cxnSp>
      <p:sp>
        <p:nvSpPr>
          <p:cNvPr id="265" name="TextBox 11"/>
          <p:cNvSpPr/>
          <p:nvPr/>
        </p:nvSpPr>
        <p:spPr>
          <a:xfrm>
            <a:off x="1375920" y="4511880"/>
            <a:ext cx="7817760" cy="363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de-DE" sz="1800" b="0" u="none" strike="noStrike">
                <a:solidFill>
                  <a:schemeClr val="dk1"/>
                </a:solidFill>
                <a:uFillTx/>
                <a:latin typeface="Calibri"/>
              </a:rPr>
              <a:t>0	1	         2		3	      4		5	    6</a:t>
            </a:r>
            <a:endParaRPr lang="de-DE" sz="1800" b="0" u="none" strike="noStrike">
              <a:solidFill>
                <a:srgbClr val="000000"/>
              </a:solidFill>
              <a:uFillTx/>
              <a:latin typeface="Arial"/>
            </a:endParaRPr>
          </a:p>
        </p:txBody>
      </p:sp>
      <p:sp>
        <p:nvSpPr>
          <p:cNvPr id="266" name="Rectangle 13"/>
          <p:cNvSpPr/>
          <p:nvPr/>
        </p:nvSpPr>
        <p:spPr>
          <a:xfrm>
            <a:off x="6244560" y="3238200"/>
            <a:ext cx="4390200" cy="1461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de-DE" sz="1800" b="0" u="none" strike="noStrike">
                <a:solidFill>
                  <a:srgbClr val="0000FF"/>
                </a:solidFill>
                <a:uFillTx/>
                <a:latin typeface="Menlo"/>
              </a:rPr>
              <a:t>var</a:t>
            </a:r>
            <a:r>
              <a:rPr lang="de-DE" sz="1800" b="0" u="none" strike="noStrike">
                <a:solidFill>
                  <a:srgbClr val="000000"/>
                </a:solidFill>
                <a:uFillTx/>
                <a:latin typeface="Menlo"/>
              </a:rPr>
              <a:t> </a:t>
            </a:r>
            <a:r>
              <a:rPr lang="de-DE" sz="1800" b="0" u="none" strike="noStrike">
                <a:solidFill>
                  <a:srgbClr val="001080"/>
                </a:solidFill>
                <a:uFillTx/>
                <a:latin typeface="Menlo"/>
              </a:rPr>
              <a:t>nummern</a:t>
            </a:r>
            <a:r>
              <a:rPr lang="de-DE" sz="1800" b="0" u="none" strike="noStrike">
                <a:solidFill>
                  <a:srgbClr val="000000"/>
                </a:solidFill>
                <a:uFillTx/>
                <a:latin typeface="Menlo"/>
              </a:rPr>
              <a:t>:</a:t>
            </a:r>
            <a:r>
              <a:rPr lang="de-DE" sz="1800" b="0" u="none" strike="noStrike">
                <a:solidFill>
                  <a:srgbClr val="267F99"/>
                </a:solidFill>
                <a:uFillTx/>
                <a:latin typeface="Menlo"/>
              </a:rPr>
              <a:t>number</a:t>
            </a:r>
            <a:r>
              <a:rPr lang="de-DE" sz="1800" b="0" u="none" strike="noStrike">
                <a:solidFill>
                  <a:srgbClr val="000000"/>
                </a:solidFill>
                <a:uFillTx/>
                <a:latin typeface="Menlo"/>
              </a:rPr>
              <a:t>[]; </a:t>
            </a:r>
            <a:endParaRPr lang="de-DE" sz="1800" b="0" u="none" strike="noStrike">
              <a:solidFill>
                <a:srgbClr val="000000"/>
              </a:solidFill>
              <a:uFillTx/>
              <a:latin typeface="Arial"/>
            </a:endParaRPr>
          </a:p>
          <a:p>
            <a:pPr defTabSz="914400">
              <a:lnSpc>
                <a:spcPct val="100000"/>
              </a:lnSpc>
            </a:pPr>
            <a:r>
              <a:rPr lang="de-DE" sz="1800" b="0" u="none" strike="noStrike">
                <a:solidFill>
                  <a:srgbClr val="001080"/>
                </a:solidFill>
                <a:uFillTx/>
                <a:latin typeface="Menlo"/>
              </a:rPr>
              <a:t>nummern</a:t>
            </a:r>
            <a:r>
              <a:rPr lang="de-DE" sz="1800" b="0" u="none" strike="noStrike">
                <a:solidFill>
                  <a:srgbClr val="000000"/>
                </a:solidFill>
                <a:uFillTx/>
                <a:latin typeface="Menlo"/>
              </a:rPr>
              <a:t> = [</a:t>
            </a:r>
            <a:r>
              <a:rPr lang="de-DE" sz="1800" b="0" u="none" strike="noStrike">
                <a:solidFill>
                  <a:srgbClr val="098658"/>
                </a:solidFill>
                <a:uFillTx/>
                <a:latin typeface="Menlo"/>
              </a:rPr>
              <a:t>1</a:t>
            </a:r>
            <a:r>
              <a:rPr lang="de-DE" sz="1800" b="0" u="none" strike="noStrike">
                <a:solidFill>
                  <a:srgbClr val="000000"/>
                </a:solidFill>
                <a:uFillTx/>
                <a:latin typeface="Menlo"/>
              </a:rPr>
              <a:t>,</a:t>
            </a:r>
            <a:r>
              <a:rPr lang="de-DE" sz="1800" b="0" u="none" strike="noStrike">
                <a:solidFill>
                  <a:srgbClr val="098658"/>
                </a:solidFill>
                <a:uFillTx/>
                <a:latin typeface="Menlo"/>
              </a:rPr>
              <a:t>3</a:t>
            </a:r>
            <a:r>
              <a:rPr lang="de-DE" sz="1800" b="0" u="none" strike="noStrike">
                <a:solidFill>
                  <a:srgbClr val="000000"/>
                </a:solidFill>
                <a:uFillTx/>
                <a:latin typeface="Menlo"/>
              </a:rPr>
              <a:t>,</a:t>
            </a:r>
            <a:r>
              <a:rPr lang="de-DE" sz="1800" b="0" u="none" strike="noStrike">
                <a:solidFill>
                  <a:srgbClr val="098658"/>
                </a:solidFill>
                <a:uFillTx/>
                <a:latin typeface="Menlo"/>
              </a:rPr>
              <a:t>5</a:t>
            </a:r>
            <a:r>
              <a:rPr lang="de-DE" sz="1800" b="0" u="none" strike="noStrike">
                <a:solidFill>
                  <a:srgbClr val="000000"/>
                </a:solidFill>
                <a:uFillTx/>
                <a:latin typeface="Menlo"/>
              </a:rPr>
              <a:t>,</a:t>
            </a:r>
            <a:r>
              <a:rPr lang="de-DE" sz="1800" b="0" u="none" strike="noStrike">
                <a:solidFill>
                  <a:srgbClr val="098658"/>
                </a:solidFill>
                <a:uFillTx/>
                <a:latin typeface="Menlo"/>
              </a:rPr>
              <a:t>7</a:t>
            </a:r>
            <a:r>
              <a:rPr lang="de-DE" sz="1800" b="0" u="none" strike="noStrike">
                <a:solidFill>
                  <a:srgbClr val="000000"/>
                </a:solidFill>
                <a:uFillTx/>
                <a:latin typeface="Menlo"/>
              </a:rPr>
              <a:t>];</a:t>
            </a:r>
            <a:endParaRPr lang="de-DE" sz="1800" b="0" u="none" strike="noStrike">
              <a:solidFill>
                <a:srgbClr val="000000"/>
              </a:solidFill>
              <a:uFillTx/>
              <a:latin typeface="Arial"/>
            </a:endParaRPr>
          </a:p>
          <a:p>
            <a:pPr defTabSz="914400">
              <a:lnSpc>
                <a:spcPct val="100000"/>
              </a:lnSpc>
            </a:pPr>
            <a:endParaRPr lang="de-DE" sz="1800" b="0" u="none" strike="noStrike">
              <a:solidFill>
                <a:srgbClr val="000000"/>
              </a:solidFill>
              <a:uFillTx/>
              <a:latin typeface="Arial"/>
            </a:endParaRPr>
          </a:p>
          <a:p>
            <a:pPr defTabSz="914400">
              <a:lnSpc>
                <a:spcPct val="100000"/>
              </a:lnSpc>
            </a:pPr>
            <a:r>
              <a:rPr lang="de-DE" sz="1800" b="0" u="none" strike="noStrike">
                <a:solidFill>
                  <a:srgbClr val="0000FF"/>
                </a:solidFill>
                <a:uFillTx/>
                <a:latin typeface="Menlo"/>
              </a:rPr>
              <a:t>var</a:t>
            </a:r>
            <a:r>
              <a:rPr lang="de-DE" sz="1800" b="0" u="none" strike="noStrike">
                <a:solidFill>
                  <a:srgbClr val="000000"/>
                </a:solidFill>
                <a:uFillTx/>
                <a:latin typeface="Menlo"/>
              </a:rPr>
              <a:t> </a:t>
            </a:r>
            <a:r>
              <a:rPr lang="de-DE" sz="1800" b="0" u="none" strike="noStrike">
                <a:solidFill>
                  <a:srgbClr val="001080"/>
                </a:solidFill>
                <a:uFillTx/>
                <a:latin typeface="Menlo"/>
              </a:rPr>
              <a:t>secondEntry</a:t>
            </a:r>
            <a:r>
              <a:rPr lang="de-DE" sz="1800" b="0" u="none" strike="noStrike">
                <a:solidFill>
                  <a:srgbClr val="000000"/>
                </a:solidFill>
                <a:uFillTx/>
                <a:latin typeface="Menlo"/>
              </a:rPr>
              <a:t> = </a:t>
            </a:r>
            <a:r>
              <a:rPr lang="de-DE" sz="1800" b="0" u="none" strike="noStrike">
                <a:solidFill>
                  <a:srgbClr val="001080"/>
                </a:solidFill>
                <a:uFillTx/>
                <a:latin typeface="Menlo"/>
              </a:rPr>
              <a:t>nummern</a:t>
            </a:r>
            <a:r>
              <a:rPr lang="de-DE" sz="1800" b="0" u="none" strike="noStrike">
                <a:solidFill>
                  <a:srgbClr val="000000"/>
                </a:solidFill>
                <a:uFillTx/>
                <a:latin typeface="Menlo"/>
              </a:rPr>
              <a:t>[</a:t>
            </a:r>
            <a:r>
              <a:rPr lang="de-DE" sz="1800" b="0" u="none" strike="noStrike">
                <a:solidFill>
                  <a:srgbClr val="098658"/>
                </a:solidFill>
                <a:uFillTx/>
                <a:latin typeface="Menlo"/>
              </a:rPr>
              <a:t>1</a:t>
            </a:r>
            <a:r>
              <a:rPr lang="de-DE" sz="1800" b="0" u="none" strike="noStrike">
                <a:solidFill>
                  <a:srgbClr val="000000"/>
                </a:solidFill>
                <a:uFillTx/>
                <a:latin typeface="Menlo"/>
              </a:rPr>
              <a:t>];</a:t>
            </a:r>
            <a:endParaRPr lang="de-DE" sz="1800" b="0" u="none" strike="noStrike">
              <a:solidFill>
                <a:srgbClr val="000000"/>
              </a:solidFill>
              <a:uFillTx/>
              <a:latin typeface="Arial"/>
            </a:endParaRPr>
          </a:p>
          <a:p>
            <a:pPr defTabSz="914400">
              <a:lnSpc>
                <a:spcPct val="100000"/>
              </a:lnSpc>
            </a:pPr>
            <a:r>
              <a:rPr lang="de-DE" sz="1800" b="0" u="none" strike="noStrike">
                <a:solidFill>
                  <a:srgbClr val="000000"/>
                </a:solidFill>
                <a:uFillTx/>
                <a:latin typeface="Menlo"/>
              </a:rPr>
              <a:t> </a:t>
            </a:r>
            <a:endParaRPr lang="de-DE" sz="1800" b="0" u="none" strike="noStrike">
              <a:solidFill>
                <a:srgbClr val="000000"/>
              </a:solidFill>
              <a:uFillTx/>
              <a:latin typeface="Arial"/>
            </a:endParaRPr>
          </a:p>
        </p:txBody>
      </p:sp>
      <p:sp>
        <p:nvSpPr>
          <p:cNvPr id="267" name="Rectangle 14"/>
          <p:cNvSpPr/>
          <p:nvPr/>
        </p:nvSpPr>
        <p:spPr>
          <a:xfrm>
            <a:off x="908640" y="878400"/>
            <a:ext cx="5834520" cy="4554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de-DE" sz="2400" b="0" u="none" strike="noStrike">
                <a:solidFill>
                  <a:schemeClr val="dk1"/>
                </a:solidFill>
                <a:uFillTx/>
                <a:latin typeface="Calibri"/>
              </a:rPr>
              <a:t>var array_name[:data type] = [val1,val2…valn]</a:t>
            </a:r>
            <a:endParaRPr lang="de-DE" sz="2400" b="0" u="none" strike="noStrike">
              <a:solidFill>
                <a:srgbClr val="000000"/>
              </a:solidFill>
              <a:uFillTx/>
              <a:latin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 name="Rectangle 1"/>
          <p:cNvSpPr/>
          <p:nvPr/>
        </p:nvSpPr>
        <p:spPr>
          <a:xfrm>
            <a:off x="4523760" y="3947400"/>
            <a:ext cx="7409880" cy="1735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de-DE" sz="1800" b="0" u="none" strike="noStrike">
                <a:solidFill>
                  <a:srgbClr val="0000FF"/>
                </a:solidFill>
                <a:uFillTx/>
                <a:latin typeface="Menlo"/>
              </a:rPr>
              <a:t>var</a:t>
            </a:r>
            <a:r>
              <a:rPr lang="de-DE" sz="1800" b="0" u="none" strike="noStrike">
                <a:solidFill>
                  <a:srgbClr val="000000"/>
                </a:solidFill>
                <a:uFillTx/>
                <a:latin typeface="Menlo"/>
              </a:rPr>
              <a:t> </a:t>
            </a:r>
            <a:r>
              <a:rPr lang="de-DE" sz="1800" b="0" u="none" strike="noStrike">
                <a:solidFill>
                  <a:srgbClr val="001080"/>
                </a:solidFill>
                <a:uFillTx/>
                <a:latin typeface="Menlo"/>
              </a:rPr>
              <a:t>nummern2</a:t>
            </a:r>
            <a:r>
              <a:rPr lang="de-DE" sz="1800" b="0" u="none" strike="noStrike">
                <a:solidFill>
                  <a:srgbClr val="000000"/>
                </a:solidFill>
                <a:uFillTx/>
                <a:latin typeface="Menlo"/>
              </a:rPr>
              <a:t>:</a:t>
            </a:r>
            <a:r>
              <a:rPr lang="de-DE" sz="1800" b="0" u="none" strike="noStrike">
                <a:solidFill>
                  <a:srgbClr val="267F99"/>
                </a:solidFill>
                <a:uFillTx/>
                <a:latin typeface="Menlo"/>
              </a:rPr>
              <a:t>number</a:t>
            </a:r>
            <a:r>
              <a:rPr lang="de-DE" sz="1800" b="0" u="none" strike="noStrike">
                <a:solidFill>
                  <a:srgbClr val="000000"/>
                </a:solidFill>
                <a:uFillTx/>
                <a:latin typeface="Menlo"/>
              </a:rPr>
              <a:t>[] = </a:t>
            </a:r>
            <a:r>
              <a:rPr lang="de-DE" sz="1800" b="0" u="none" strike="noStrike">
                <a:solidFill>
                  <a:srgbClr val="0000FF"/>
                </a:solidFill>
                <a:uFillTx/>
                <a:latin typeface="Menlo"/>
              </a:rPr>
              <a:t>new</a:t>
            </a:r>
            <a:r>
              <a:rPr lang="de-DE" sz="1800" b="0" u="none" strike="noStrike">
                <a:solidFill>
                  <a:srgbClr val="000000"/>
                </a:solidFill>
                <a:uFillTx/>
                <a:latin typeface="Menlo"/>
              </a:rPr>
              <a:t> </a:t>
            </a:r>
            <a:r>
              <a:rPr lang="de-DE" sz="1800" b="0" u="none" strike="noStrike">
                <a:solidFill>
                  <a:srgbClr val="267F99"/>
                </a:solidFill>
                <a:uFillTx/>
                <a:latin typeface="Menlo"/>
              </a:rPr>
              <a:t>Array</a:t>
            </a:r>
            <a:r>
              <a:rPr lang="de-DE" sz="1800" b="0" u="none" strike="noStrike">
                <a:solidFill>
                  <a:srgbClr val="000000"/>
                </a:solidFill>
                <a:uFillTx/>
                <a:latin typeface="Menlo"/>
              </a:rPr>
              <a:t>(</a:t>
            </a:r>
            <a:r>
              <a:rPr lang="de-DE" sz="1800" b="0" u="none" strike="noStrike">
                <a:solidFill>
                  <a:srgbClr val="098658"/>
                </a:solidFill>
                <a:uFillTx/>
                <a:latin typeface="Menlo"/>
              </a:rPr>
              <a:t>4</a:t>
            </a:r>
            <a:r>
              <a:rPr lang="de-DE" sz="1800" b="0" u="none" strike="noStrike">
                <a:solidFill>
                  <a:srgbClr val="000000"/>
                </a:solidFill>
                <a:uFillTx/>
                <a:latin typeface="Menlo"/>
              </a:rPr>
              <a:t>) </a:t>
            </a:r>
            <a:endParaRPr lang="de-DE" sz="1800" b="0" u="none" strike="noStrike">
              <a:solidFill>
                <a:srgbClr val="000000"/>
              </a:solidFill>
              <a:uFillTx/>
              <a:latin typeface="Arial"/>
            </a:endParaRPr>
          </a:p>
          <a:p>
            <a:pPr defTabSz="914400">
              <a:lnSpc>
                <a:spcPct val="100000"/>
              </a:lnSpc>
            </a:pPr>
            <a:br>
              <a:rPr sz="1800"/>
            </a:br>
            <a:r>
              <a:rPr lang="de-DE" sz="1800" b="0" u="none" strike="noStrike">
                <a:solidFill>
                  <a:srgbClr val="AF00DB"/>
                </a:solidFill>
                <a:uFillTx/>
                <a:latin typeface="Menlo"/>
              </a:rPr>
              <a:t>for</a:t>
            </a:r>
            <a:r>
              <a:rPr lang="de-DE" sz="1800" b="0" u="none" strike="noStrike">
                <a:solidFill>
                  <a:srgbClr val="000000"/>
                </a:solidFill>
                <a:uFillTx/>
                <a:latin typeface="Menlo"/>
              </a:rPr>
              <a:t>(</a:t>
            </a:r>
            <a:r>
              <a:rPr lang="de-DE" sz="1800" b="0" u="none" strike="noStrike">
                <a:solidFill>
                  <a:srgbClr val="0000FF"/>
                </a:solidFill>
                <a:uFillTx/>
                <a:latin typeface="Menlo"/>
              </a:rPr>
              <a:t>var</a:t>
            </a:r>
            <a:r>
              <a:rPr lang="de-DE" sz="1800" b="0" u="none" strike="noStrike">
                <a:solidFill>
                  <a:srgbClr val="000000"/>
                </a:solidFill>
                <a:uFillTx/>
                <a:latin typeface="Menlo"/>
              </a:rPr>
              <a:t> </a:t>
            </a:r>
            <a:r>
              <a:rPr lang="de-DE" sz="1800" b="0" u="none" strike="noStrike">
                <a:solidFill>
                  <a:srgbClr val="001080"/>
                </a:solidFill>
                <a:uFillTx/>
                <a:latin typeface="Menlo"/>
              </a:rPr>
              <a:t>i</a:t>
            </a:r>
            <a:r>
              <a:rPr lang="de-DE" sz="1800" b="0" u="none" strike="noStrike">
                <a:solidFill>
                  <a:srgbClr val="000000"/>
                </a:solidFill>
                <a:uFillTx/>
                <a:latin typeface="Menlo"/>
              </a:rPr>
              <a:t> = </a:t>
            </a:r>
            <a:r>
              <a:rPr lang="de-DE" sz="1800" b="0" u="none" strike="noStrike">
                <a:solidFill>
                  <a:srgbClr val="098658"/>
                </a:solidFill>
                <a:uFillTx/>
                <a:latin typeface="Menlo"/>
              </a:rPr>
              <a:t>0</a:t>
            </a:r>
            <a:r>
              <a:rPr lang="de-DE" sz="1800" b="0" u="none" strike="noStrike">
                <a:solidFill>
                  <a:srgbClr val="000000"/>
                </a:solidFill>
                <a:uFillTx/>
                <a:latin typeface="Menlo"/>
              </a:rPr>
              <a:t>;</a:t>
            </a:r>
            <a:r>
              <a:rPr lang="de-DE" sz="1800" b="0" u="none" strike="noStrike">
                <a:solidFill>
                  <a:srgbClr val="001080"/>
                </a:solidFill>
                <a:uFillTx/>
                <a:latin typeface="Menlo"/>
              </a:rPr>
              <a:t>i</a:t>
            </a:r>
            <a:r>
              <a:rPr lang="de-DE" sz="1800" b="0" u="none" strike="noStrike">
                <a:solidFill>
                  <a:srgbClr val="000000"/>
                </a:solidFill>
                <a:uFillTx/>
                <a:latin typeface="Menlo"/>
              </a:rPr>
              <a:t>&lt;</a:t>
            </a:r>
            <a:r>
              <a:rPr lang="de-DE" sz="1800" b="0" u="none" strike="noStrike">
                <a:solidFill>
                  <a:srgbClr val="001080"/>
                </a:solidFill>
                <a:uFillTx/>
                <a:latin typeface="Menlo"/>
              </a:rPr>
              <a:t>nummern2</a:t>
            </a:r>
            <a:r>
              <a:rPr lang="de-DE" sz="1800" b="0" u="none" strike="noStrike">
                <a:solidFill>
                  <a:srgbClr val="000000"/>
                </a:solidFill>
                <a:uFillTx/>
                <a:latin typeface="Menlo"/>
              </a:rPr>
              <a:t>.</a:t>
            </a:r>
            <a:r>
              <a:rPr lang="de-DE" sz="1800" b="0" u="none" strike="noStrike">
                <a:solidFill>
                  <a:srgbClr val="001080"/>
                </a:solidFill>
                <a:uFillTx/>
                <a:latin typeface="Menlo"/>
              </a:rPr>
              <a:t>length</a:t>
            </a:r>
            <a:r>
              <a:rPr lang="de-DE" sz="1800" b="0" u="none" strike="noStrike">
                <a:solidFill>
                  <a:srgbClr val="000000"/>
                </a:solidFill>
                <a:uFillTx/>
                <a:latin typeface="Menlo"/>
              </a:rPr>
              <a:t>;</a:t>
            </a:r>
            <a:r>
              <a:rPr lang="de-DE" sz="1800" b="0" u="none" strike="noStrike">
                <a:solidFill>
                  <a:srgbClr val="001080"/>
                </a:solidFill>
                <a:uFillTx/>
                <a:latin typeface="Menlo"/>
              </a:rPr>
              <a:t>i</a:t>
            </a:r>
            <a:r>
              <a:rPr lang="de-DE" sz="1800" b="0" u="none" strike="noStrike">
                <a:solidFill>
                  <a:srgbClr val="000000"/>
                </a:solidFill>
                <a:uFillTx/>
                <a:latin typeface="Menlo"/>
              </a:rPr>
              <a:t>++) { </a:t>
            </a:r>
            <a:endParaRPr lang="de-DE" sz="1800" b="0" u="none" strike="noStrike">
              <a:solidFill>
                <a:srgbClr val="000000"/>
              </a:solidFill>
              <a:uFillTx/>
              <a:latin typeface="Arial"/>
            </a:endParaRPr>
          </a:p>
          <a:p>
            <a:pPr defTabSz="914400">
              <a:lnSpc>
                <a:spcPct val="100000"/>
              </a:lnSpc>
            </a:pPr>
            <a:r>
              <a:rPr lang="de-DE" sz="1800" b="0" u="none" strike="noStrike">
                <a:solidFill>
                  <a:srgbClr val="001080"/>
                </a:solidFill>
                <a:uFillTx/>
                <a:latin typeface="Menlo"/>
              </a:rPr>
              <a:t>	nummern2</a:t>
            </a:r>
            <a:r>
              <a:rPr lang="de-DE" sz="1800" b="0" u="none" strike="noStrike">
                <a:solidFill>
                  <a:srgbClr val="000000"/>
                </a:solidFill>
                <a:uFillTx/>
                <a:latin typeface="Menlo"/>
              </a:rPr>
              <a:t>[</a:t>
            </a:r>
            <a:r>
              <a:rPr lang="de-DE" sz="1800" b="0" u="none" strike="noStrike">
                <a:solidFill>
                  <a:srgbClr val="001080"/>
                </a:solidFill>
                <a:uFillTx/>
                <a:latin typeface="Menlo"/>
              </a:rPr>
              <a:t>i</a:t>
            </a:r>
            <a:r>
              <a:rPr lang="de-DE" sz="1800" b="0" u="none" strike="noStrike">
                <a:solidFill>
                  <a:srgbClr val="000000"/>
                </a:solidFill>
                <a:uFillTx/>
                <a:latin typeface="Menlo"/>
              </a:rPr>
              <a:t>] = </a:t>
            </a:r>
            <a:r>
              <a:rPr lang="de-DE" sz="1800" b="0" u="none" strike="noStrike">
                <a:solidFill>
                  <a:srgbClr val="001080"/>
                </a:solidFill>
                <a:uFillTx/>
                <a:latin typeface="Menlo"/>
              </a:rPr>
              <a:t>i</a:t>
            </a:r>
            <a:r>
              <a:rPr lang="de-DE" sz="1800" b="0" u="none" strike="noStrike">
                <a:solidFill>
                  <a:srgbClr val="000000"/>
                </a:solidFill>
                <a:uFillTx/>
                <a:latin typeface="Menlo"/>
              </a:rPr>
              <a:t> * </a:t>
            </a:r>
            <a:r>
              <a:rPr lang="de-DE" sz="1800" b="0" u="none" strike="noStrike">
                <a:solidFill>
                  <a:srgbClr val="098658"/>
                </a:solidFill>
                <a:uFillTx/>
                <a:latin typeface="Menlo"/>
              </a:rPr>
              <a:t>10</a:t>
            </a:r>
            <a:r>
              <a:rPr lang="de-DE" sz="1800" b="0" u="none" strike="noStrike">
                <a:solidFill>
                  <a:srgbClr val="000000"/>
                </a:solidFill>
                <a:uFillTx/>
                <a:latin typeface="Menlo"/>
              </a:rPr>
              <a:t>; </a:t>
            </a:r>
            <a:endParaRPr lang="de-DE" sz="1800" b="0" u="none" strike="noStrike">
              <a:solidFill>
                <a:srgbClr val="000000"/>
              </a:solidFill>
              <a:uFillTx/>
              <a:latin typeface="Arial"/>
            </a:endParaRPr>
          </a:p>
          <a:p>
            <a:pPr defTabSz="914400">
              <a:lnSpc>
                <a:spcPct val="100000"/>
              </a:lnSpc>
            </a:pPr>
            <a:r>
              <a:rPr lang="de-DE" sz="1800" b="0" u="none" strike="noStrike">
                <a:solidFill>
                  <a:srgbClr val="267F99"/>
                </a:solidFill>
                <a:uFillTx/>
                <a:latin typeface="Menlo"/>
              </a:rPr>
              <a:t>	console</a:t>
            </a:r>
            <a:r>
              <a:rPr lang="de-DE" sz="1800" b="0" u="none" strike="noStrike">
                <a:solidFill>
                  <a:srgbClr val="000000"/>
                </a:solidFill>
                <a:uFillTx/>
                <a:latin typeface="Menlo"/>
              </a:rPr>
              <a:t>.</a:t>
            </a:r>
            <a:r>
              <a:rPr lang="de-DE" sz="1800" b="0" u="none" strike="noStrike">
                <a:solidFill>
                  <a:srgbClr val="795E26"/>
                </a:solidFill>
                <a:uFillTx/>
                <a:latin typeface="Menlo"/>
              </a:rPr>
              <a:t>log</a:t>
            </a:r>
            <a:r>
              <a:rPr lang="de-DE" sz="1800" b="0" u="none" strike="noStrike">
                <a:solidFill>
                  <a:srgbClr val="000000"/>
                </a:solidFill>
                <a:uFillTx/>
                <a:latin typeface="Menlo"/>
              </a:rPr>
              <a:t>(</a:t>
            </a:r>
            <a:r>
              <a:rPr lang="de-DE" sz="1800" b="0" u="none" strike="noStrike">
                <a:solidFill>
                  <a:srgbClr val="001080"/>
                </a:solidFill>
                <a:uFillTx/>
                <a:latin typeface="Menlo"/>
              </a:rPr>
              <a:t>nummern2</a:t>
            </a:r>
            <a:r>
              <a:rPr lang="de-DE" sz="1800" b="0" u="none" strike="noStrike">
                <a:solidFill>
                  <a:srgbClr val="000000"/>
                </a:solidFill>
                <a:uFillTx/>
                <a:latin typeface="Menlo"/>
              </a:rPr>
              <a:t>[</a:t>
            </a:r>
            <a:r>
              <a:rPr lang="de-DE" sz="1800" b="0" u="none" strike="noStrike">
                <a:solidFill>
                  <a:srgbClr val="001080"/>
                </a:solidFill>
                <a:uFillTx/>
                <a:latin typeface="Menlo"/>
              </a:rPr>
              <a:t>i</a:t>
            </a:r>
            <a:r>
              <a:rPr lang="de-DE" sz="1800" b="0" u="none" strike="noStrike">
                <a:solidFill>
                  <a:srgbClr val="000000"/>
                </a:solidFill>
                <a:uFillTx/>
                <a:latin typeface="Menlo"/>
              </a:rPr>
              <a:t>]) </a:t>
            </a:r>
            <a:endParaRPr lang="de-DE" sz="1800" b="0" u="none" strike="noStrike">
              <a:solidFill>
                <a:srgbClr val="000000"/>
              </a:solidFill>
              <a:uFillTx/>
              <a:latin typeface="Arial"/>
            </a:endParaRPr>
          </a:p>
          <a:p>
            <a:pPr defTabSz="914400">
              <a:lnSpc>
                <a:spcPct val="100000"/>
              </a:lnSpc>
            </a:pPr>
            <a:r>
              <a:rPr lang="de-DE" sz="1800" b="0" u="none" strike="noStrike">
                <a:solidFill>
                  <a:srgbClr val="000000"/>
                </a:solidFill>
                <a:uFillTx/>
                <a:latin typeface="Menlo"/>
              </a:rPr>
              <a:t>}</a:t>
            </a:r>
            <a:endParaRPr lang="de-DE" sz="1800" b="0" u="none" strike="noStrike">
              <a:solidFill>
                <a:srgbClr val="000000"/>
              </a:solidFill>
              <a:uFillTx/>
              <a:latin typeface="Arial"/>
            </a:endParaRPr>
          </a:p>
        </p:txBody>
      </p:sp>
      <p:pic>
        <p:nvPicPr>
          <p:cNvPr id="269" name="Picture 5" descr="A crowd of people in a room&#10;&#10;Description automatically generated"/>
          <p:cNvPicPr/>
          <p:nvPr/>
        </p:nvPicPr>
        <p:blipFill>
          <a:blip r:embed="rId2"/>
          <a:stretch/>
        </p:blipFill>
        <p:spPr>
          <a:xfrm>
            <a:off x="885960" y="990720"/>
            <a:ext cx="3046680" cy="2208240"/>
          </a:xfrm>
          <a:prstGeom prst="rect">
            <a:avLst/>
          </a:prstGeom>
          <a:noFill/>
          <a:ln w="0">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70" name="Rectangle 72">
            <a:extLst>
              <a:ext uri="{C183D7F6-B498-43B3-948B-1728B52AA6E4}">
                <adec:decorative xmlns:adec="http://schemas.microsoft.com/office/drawing/2017/decorative" val="1"/>
              </a:ext>
            </a:extLst>
          </p:cNvPr>
          <p:cNvSpPr/>
          <p:nvPr/>
        </p:nvSpPr>
        <p:spPr>
          <a:xfrm>
            <a:off x="0" y="0"/>
            <a:ext cx="12187440" cy="685656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271" name="PlaceHolder 1"/>
          <p:cNvSpPr>
            <a:spLocks noGrp="1"/>
          </p:cNvSpPr>
          <p:nvPr>
            <p:ph type="title"/>
          </p:nvPr>
        </p:nvSpPr>
        <p:spPr>
          <a:xfrm>
            <a:off x="5297760" y="329040"/>
            <a:ext cx="6249600" cy="1781640"/>
          </a:xfrm>
          <a:prstGeom prst="rect">
            <a:avLst/>
          </a:prstGeom>
          <a:noFill/>
          <a:ln w="0">
            <a:noFill/>
          </a:ln>
        </p:spPr>
        <p:txBody>
          <a:bodyPr lIns="91440" tIns="45720" rIns="91440" bIns="45720" anchor="b">
            <a:normAutofit fontScale="92500"/>
          </a:bodyPr>
          <a:lstStyle/>
          <a:p>
            <a:pPr indent="0" defTabSz="914400">
              <a:lnSpc>
                <a:spcPct val="90000"/>
              </a:lnSpc>
              <a:buNone/>
              <a:tabLst>
                <a:tab pos="0" algn="l"/>
              </a:tabLst>
            </a:pPr>
            <a:r>
              <a:rPr lang="en-US" sz="5400" b="0" u="none" strike="noStrike">
                <a:solidFill>
                  <a:schemeClr val="dk1"/>
                </a:solidFill>
                <a:uFillTx/>
                <a:latin typeface="Calibri Light"/>
              </a:rPr>
              <a:t>Array Schnittstellen Auszug </a:t>
            </a:r>
            <a:endParaRPr lang="de-DE" sz="5400" b="0" u="none" strike="noStrike">
              <a:solidFill>
                <a:srgbClr val="000000"/>
              </a:solidFill>
              <a:uFillTx/>
              <a:latin typeface="Arial"/>
            </a:endParaRPr>
          </a:p>
        </p:txBody>
      </p:sp>
      <p:pic>
        <p:nvPicPr>
          <p:cNvPr id="272" name="Picture 4" descr="NewSpringcollection2007_"/>
          <p:cNvPicPr/>
          <p:nvPr/>
        </p:nvPicPr>
        <p:blipFill>
          <a:blip r:embed="rId2"/>
          <a:srcRect l="21422" r="10668"/>
          <a:stretch/>
        </p:blipFill>
        <p:spPr>
          <a:xfrm>
            <a:off x="0" y="0"/>
            <a:ext cx="4655880" cy="6856560"/>
          </a:xfrm>
          <a:prstGeom prst="rect">
            <a:avLst/>
          </a:prstGeom>
          <a:noFill/>
          <a:ln w="0">
            <a:noFill/>
          </a:ln>
        </p:spPr>
      </p:pic>
      <p:sp>
        <p:nvSpPr>
          <p:cNvPr id="273" name="sketchy line">
            <a:extLst>
              <a:ext uri="{C183D7F6-B498-43B3-948B-1728B52AA6E4}">
                <adec:decorative xmlns:adec="http://schemas.microsoft.com/office/drawing/2017/decorative" val="1"/>
              </a:ext>
            </a:extLst>
          </p:cNvPr>
          <p:cNvSpPr/>
          <p:nvPr/>
        </p:nvSpPr>
        <p:spPr>
          <a:xfrm>
            <a:off x="5297760" y="2374920"/>
            <a:ext cx="4242240" cy="16920"/>
          </a:xfrm>
          <a:custGeom>
            <a:avLst/>
            <a:gdLst>
              <a:gd name="textAreaLeft" fmla="*/ 0 w 4242240"/>
              <a:gd name="textAreaRight" fmla="*/ 4243680 w 4242240"/>
              <a:gd name="textAreaTop" fmla="*/ 0 h 16920"/>
              <a:gd name="textAreaBottom" fmla="*/ 18360 h 16920"/>
            </a:gdLst>
            <a:ahLst/>
            <a:cxnLst/>
            <a:rect l="textAreaLeft" t="textAreaTop" r="textAreaRight" b="textAreaBottom"/>
            <a:pathLst>
              <a:path w="4243589" h="18288" fill="none">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rgbClr val="8BC145"/>
            </a:solidFill>
            <a:round/>
          </a:ln>
        </p:spPr>
        <p:style>
          <a:lnRef idx="2">
            <a:schemeClr val="accent1">
              <a:shade val="50000"/>
            </a:schemeClr>
          </a:lnRef>
          <a:fillRef idx="1">
            <a:schemeClr val="accent1"/>
          </a:fillRef>
          <a:effectRef idx="0">
            <a:schemeClr val="accent1"/>
          </a:effectRef>
          <a:fontRef idx="minor"/>
        </p:style>
        <p:txBody>
          <a:bodyPr lIns="90000" tIns="-26640" rIns="90000" bIns="-2664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274" name="PlaceHolder 2"/>
          <p:cNvSpPr>
            <a:spLocks noGrp="1"/>
          </p:cNvSpPr>
          <p:nvPr>
            <p:ph/>
          </p:nvPr>
        </p:nvSpPr>
        <p:spPr>
          <a:xfrm>
            <a:off x="5297760" y="2706480"/>
            <a:ext cx="6249600" cy="3482280"/>
          </a:xfrm>
          <a:prstGeom prst="rect">
            <a:avLst/>
          </a:prstGeom>
          <a:noFill/>
          <a:ln w="0">
            <a:noFill/>
          </a:ln>
        </p:spPr>
        <p:txBody>
          <a:bodyPr lIns="91440" tIns="45720" rIns="91440" bIns="45720" anchor="t">
            <a:normAutofit/>
          </a:bodyPr>
          <a:lstStyle/>
          <a:p>
            <a:pPr marL="228600" indent="-228600" defTabSz="914400">
              <a:lnSpc>
                <a:spcPct val="90000"/>
              </a:lnSpc>
              <a:spcBef>
                <a:spcPts val="1001"/>
              </a:spcBef>
              <a:buClr>
                <a:srgbClr val="000000"/>
              </a:buClr>
              <a:buFont typeface="Arial"/>
              <a:buChar char="•"/>
            </a:pPr>
            <a:r>
              <a:rPr lang="en-US" sz="2200" b="0" u="none" strike="noStrike">
                <a:solidFill>
                  <a:schemeClr val="dk1"/>
                </a:solidFill>
                <a:uFillTx/>
                <a:latin typeface="Calibri"/>
              </a:rPr>
              <a:t>concat(value1, value2, ..., valueN) : T[];</a:t>
            </a:r>
            <a:endParaRPr lang="de-DE" sz="22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en-US" sz="2200" b="0" u="none" strike="noStrike">
                <a:solidFill>
                  <a:schemeClr val="dk1"/>
                </a:solidFill>
                <a:uFillTx/>
                <a:latin typeface="Calibri"/>
              </a:rPr>
              <a:t>indexOf(o) : number;</a:t>
            </a:r>
            <a:endParaRPr lang="de-DE" sz="22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en-US" sz="2200" b="0" u="none" strike="noStrike">
                <a:solidFill>
                  <a:schemeClr val="dk1"/>
                </a:solidFill>
                <a:uFillTx/>
                <a:latin typeface="Calibri"/>
              </a:rPr>
              <a:t>lastIndexOf(o) : number;</a:t>
            </a:r>
            <a:r>
              <a:rPr lang="en-US" sz="2200" b="1" u="none" strike="noStrike">
                <a:solidFill>
                  <a:schemeClr val="dk1"/>
                </a:solidFill>
                <a:uFillTx/>
                <a:latin typeface="Calibri"/>
              </a:rPr>
              <a:t> </a:t>
            </a:r>
            <a:endParaRPr lang="de-DE" sz="2200" b="0" u="none" strike="noStrike">
              <a:solidFill>
                <a:srgbClr val="000000"/>
              </a:solidFill>
              <a:uFillTx/>
              <a:latin typeface="Arial"/>
            </a:endParaRPr>
          </a:p>
          <a:p>
            <a:pPr indent="0" defTabSz="914400">
              <a:lnSpc>
                <a:spcPct val="90000"/>
              </a:lnSpc>
              <a:spcBef>
                <a:spcPts val="1001"/>
              </a:spcBef>
              <a:buNone/>
              <a:tabLst>
                <a:tab pos="0" algn="l"/>
              </a:tabLst>
            </a:pPr>
            <a:endParaRPr lang="de-DE" sz="22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tabLst>
                <a:tab pos="0" algn="l"/>
              </a:tabLst>
            </a:pPr>
            <a:r>
              <a:rPr lang="en-US" sz="2200" b="0" u="none" strike="noStrike">
                <a:solidFill>
                  <a:schemeClr val="dk1"/>
                </a:solidFill>
                <a:uFillTx/>
                <a:latin typeface="Calibri"/>
              </a:rPr>
              <a:t>push(e1,e2,..en) : number;</a:t>
            </a:r>
            <a:endParaRPr lang="de-DE" sz="22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tabLst>
                <a:tab pos="0" algn="l"/>
              </a:tabLst>
            </a:pPr>
            <a:r>
              <a:rPr lang="en-US" sz="2200" b="0" u="none" strike="noStrike">
                <a:solidFill>
                  <a:schemeClr val="dk1"/>
                </a:solidFill>
                <a:uFillTx/>
                <a:latin typeface="Calibri"/>
              </a:rPr>
              <a:t>unshift(e1,e2,..en) : number;</a:t>
            </a:r>
            <a:endParaRPr lang="de-DE" sz="22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tabLst>
                <a:tab pos="0" algn="l"/>
              </a:tabLst>
            </a:pPr>
            <a:r>
              <a:rPr lang="en-US" sz="2200" b="0" u="none" strike="noStrike">
                <a:solidFill>
                  <a:schemeClr val="dk1"/>
                </a:solidFill>
                <a:uFillTx/>
                <a:latin typeface="Calibri"/>
              </a:rPr>
              <a:t>pop() : T;</a:t>
            </a:r>
            <a:endParaRPr lang="de-DE" sz="22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tabLst>
                <a:tab pos="0" algn="l"/>
              </a:tabLst>
            </a:pPr>
            <a:r>
              <a:rPr lang="en-US" sz="2200" b="0" u="none" strike="noStrike">
                <a:solidFill>
                  <a:schemeClr val="dk1"/>
                </a:solidFill>
                <a:uFillTx/>
                <a:latin typeface="Calibri"/>
              </a:rPr>
              <a:t>shift() : T;</a:t>
            </a:r>
            <a:endParaRPr lang="de-DE" sz="2200" b="0" u="none" strike="noStrike">
              <a:solidFill>
                <a:srgbClr val="000000"/>
              </a:solidFill>
              <a:uFillTx/>
              <a:latin typeface="Arial"/>
            </a:endParaRPr>
          </a:p>
        </p:txBody>
      </p:sp>
      <p:sp>
        <p:nvSpPr>
          <p:cNvPr id="275" name="Rectangle 1"/>
          <p:cNvSpPr/>
          <p:nvPr/>
        </p:nvSpPr>
        <p:spPr>
          <a:xfrm>
            <a:off x="5297760" y="6319080"/>
            <a:ext cx="635112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spcAft>
                <a:spcPts val="601"/>
              </a:spcAft>
            </a:pPr>
            <a:r>
              <a:rPr lang="en-DE" sz="1800" b="0" u="none" strike="noStrike">
                <a:solidFill>
                  <a:schemeClr val="dk1"/>
                </a:solidFill>
                <a:uFillTx/>
                <a:latin typeface="Calibri"/>
              </a:rPr>
              <a:t>https://www.tutorialspoint.com/typescript/typescript_arrays.htm</a:t>
            </a:r>
            <a:endParaRPr lang="de-DE" sz="1800" b="0" u="none" strike="noStrike">
              <a:solidFill>
                <a:srgbClr val="000000"/>
              </a:solidFill>
              <a:uFillTx/>
              <a:latin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concat()</a:t>
            </a:r>
            <a:endParaRPr lang="de-DE" sz="4400" b="0" u="none" strike="noStrike">
              <a:solidFill>
                <a:srgbClr val="000000"/>
              </a:solidFill>
              <a:uFillTx/>
              <a:latin typeface="Arial"/>
            </a:endParaRPr>
          </a:p>
        </p:txBody>
      </p:sp>
      <p:sp>
        <p:nvSpPr>
          <p:cNvPr id="277"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de-DE" sz="2800" b="0" u="none" strike="noStrike">
                <a:solidFill>
                  <a:srgbClr val="0000FF"/>
                </a:solidFill>
                <a:uFillTx/>
                <a:latin typeface="Menlo"/>
              </a:rPr>
              <a:t>var</a:t>
            </a:r>
            <a:r>
              <a:rPr lang="de-DE" sz="2800" b="0" u="none" strike="noStrike">
                <a:solidFill>
                  <a:srgbClr val="000000"/>
                </a:solidFill>
                <a:uFillTx/>
                <a:latin typeface="Menlo"/>
              </a:rPr>
              <a:t> </a:t>
            </a:r>
            <a:r>
              <a:rPr lang="de-DE" sz="2800" b="0" u="none" strike="noStrike">
                <a:solidFill>
                  <a:srgbClr val="001080"/>
                </a:solidFill>
                <a:uFillTx/>
                <a:latin typeface="Menlo"/>
              </a:rPr>
              <a:t>chars</a:t>
            </a:r>
            <a:r>
              <a:rPr lang="de-DE" sz="2800" b="0" u="none" strike="noStrike">
                <a:solidFill>
                  <a:srgbClr val="000000"/>
                </a:solidFill>
                <a:uFillTx/>
                <a:latin typeface="Menlo"/>
              </a:rPr>
              <a:t>:</a:t>
            </a:r>
            <a:r>
              <a:rPr lang="de-DE" sz="2800" b="0" u="none" strike="noStrike">
                <a:solidFill>
                  <a:srgbClr val="267F99"/>
                </a:solidFill>
                <a:uFillTx/>
                <a:latin typeface="Menlo"/>
              </a:rPr>
              <a:t>any</a:t>
            </a:r>
            <a:r>
              <a:rPr lang="de-DE" sz="2800" b="0" u="none" strike="noStrike">
                <a:solidFill>
                  <a:srgbClr val="000000"/>
                </a:solidFill>
                <a:uFillTx/>
                <a:latin typeface="Menlo"/>
              </a:rPr>
              <a:t>[] = [</a:t>
            </a:r>
            <a:r>
              <a:rPr lang="de-DE" sz="2800" b="0" u="none" strike="noStrike">
                <a:solidFill>
                  <a:srgbClr val="A31515"/>
                </a:solidFill>
                <a:uFillTx/>
                <a:latin typeface="Menlo"/>
              </a:rPr>
              <a:t>"a"</a:t>
            </a:r>
            <a:r>
              <a:rPr lang="de-DE" sz="2800" b="0" u="none" strike="noStrike">
                <a:solidFill>
                  <a:srgbClr val="000000"/>
                </a:solidFill>
                <a:uFillTx/>
                <a:latin typeface="Menlo"/>
              </a:rPr>
              <a:t>, </a:t>
            </a:r>
            <a:r>
              <a:rPr lang="de-DE" sz="2800" b="0" u="none" strike="noStrike">
                <a:solidFill>
                  <a:srgbClr val="A31515"/>
                </a:solidFill>
                <a:uFillTx/>
                <a:latin typeface="Menlo"/>
              </a:rPr>
              <a:t>"b"</a:t>
            </a:r>
            <a:r>
              <a:rPr lang="de-DE" sz="2800" b="0" u="none" strike="noStrike">
                <a:solidFill>
                  <a:srgbClr val="000000"/>
                </a:solidFill>
                <a:uFillTx/>
                <a:latin typeface="Menlo"/>
              </a:rPr>
              <a:t>, </a:t>
            </a:r>
            <a:r>
              <a:rPr lang="de-DE" sz="2800" b="0" u="none" strike="noStrike">
                <a:solidFill>
                  <a:srgbClr val="A31515"/>
                </a:solidFill>
                <a:uFillTx/>
                <a:latin typeface="Menlo"/>
              </a:rPr>
              <a:t>"c"</a:t>
            </a:r>
            <a:r>
              <a:rPr lang="de-DE" sz="2800" b="0" u="none" strike="noStrike">
                <a:solidFill>
                  <a:srgbClr val="000000"/>
                </a:solidFill>
                <a:uFillTx/>
                <a:latin typeface="Menlo"/>
              </a:rPr>
              <a:t>]; </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0000FF"/>
                </a:solidFill>
                <a:uFillTx/>
                <a:latin typeface="Menlo"/>
              </a:rPr>
              <a:t>var</a:t>
            </a:r>
            <a:r>
              <a:rPr lang="de-DE" sz="2800" b="0" u="none" strike="noStrike">
                <a:solidFill>
                  <a:srgbClr val="000000"/>
                </a:solidFill>
                <a:uFillTx/>
                <a:latin typeface="Menlo"/>
              </a:rPr>
              <a:t> </a:t>
            </a:r>
            <a:r>
              <a:rPr lang="de-DE" sz="2800" b="0" u="none" strike="noStrike">
                <a:solidFill>
                  <a:srgbClr val="001080"/>
                </a:solidFill>
                <a:uFillTx/>
                <a:latin typeface="Menlo"/>
              </a:rPr>
              <a:t>nummern2</a:t>
            </a:r>
            <a:r>
              <a:rPr lang="de-DE" sz="2800" b="0" u="none" strike="noStrike">
                <a:solidFill>
                  <a:srgbClr val="000000"/>
                </a:solidFill>
                <a:uFillTx/>
                <a:latin typeface="Menlo"/>
              </a:rPr>
              <a:t> = [</a:t>
            </a:r>
            <a:r>
              <a:rPr lang="de-DE" sz="2800" b="0" u="none" strike="noStrike">
                <a:solidFill>
                  <a:srgbClr val="098658"/>
                </a:solidFill>
                <a:uFillTx/>
                <a:latin typeface="Menlo"/>
              </a:rPr>
              <a:t>1</a:t>
            </a:r>
            <a:r>
              <a:rPr lang="de-DE" sz="2800" b="0" u="none" strike="noStrike">
                <a:solidFill>
                  <a:srgbClr val="000000"/>
                </a:solidFill>
                <a:uFillTx/>
                <a:latin typeface="Menlo"/>
              </a:rPr>
              <a:t>, </a:t>
            </a:r>
            <a:r>
              <a:rPr lang="de-DE" sz="2800" b="0" u="none" strike="noStrike">
                <a:solidFill>
                  <a:srgbClr val="098658"/>
                </a:solidFill>
                <a:uFillTx/>
                <a:latin typeface="Menlo"/>
              </a:rPr>
              <a:t>2</a:t>
            </a:r>
            <a:r>
              <a:rPr lang="de-DE" sz="2800" b="0" u="none" strike="noStrike">
                <a:solidFill>
                  <a:srgbClr val="000000"/>
                </a:solidFill>
                <a:uFillTx/>
                <a:latin typeface="Menlo"/>
              </a:rPr>
              <a:t>, </a:t>
            </a:r>
            <a:r>
              <a:rPr lang="de-DE" sz="2800" b="0" u="none" strike="noStrike">
                <a:solidFill>
                  <a:srgbClr val="098658"/>
                </a:solidFill>
                <a:uFillTx/>
                <a:latin typeface="Menlo"/>
              </a:rPr>
              <a:t>3</a:t>
            </a:r>
            <a:r>
              <a:rPr lang="de-DE" sz="2800" b="0" u="none" strike="noStrike">
                <a:solidFill>
                  <a:srgbClr val="000000"/>
                </a:solidFill>
                <a:uFillTx/>
                <a:latin typeface="Menlo"/>
              </a:rPr>
              <a: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br>
              <a:rPr sz="2800"/>
            </a:br>
            <a:r>
              <a:rPr lang="de-DE" sz="2800" b="0" u="none" strike="noStrike">
                <a:solidFill>
                  <a:srgbClr val="0000FF"/>
                </a:solidFill>
                <a:uFillTx/>
                <a:latin typeface="Menlo"/>
              </a:rPr>
              <a:t>var</a:t>
            </a:r>
            <a:r>
              <a:rPr lang="de-DE" sz="2800" b="0" u="none" strike="noStrike">
                <a:solidFill>
                  <a:srgbClr val="000000"/>
                </a:solidFill>
                <a:uFillTx/>
                <a:latin typeface="Menlo"/>
              </a:rPr>
              <a:t> </a:t>
            </a:r>
            <a:r>
              <a:rPr lang="de-DE" sz="2800" b="0" u="none" strike="noStrike">
                <a:solidFill>
                  <a:srgbClr val="001080"/>
                </a:solidFill>
                <a:uFillTx/>
                <a:latin typeface="Menlo"/>
              </a:rPr>
              <a:t>alphaNumeric</a:t>
            </a:r>
            <a:r>
              <a:rPr lang="de-DE" sz="2800" b="0" u="none" strike="noStrike">
                <a:solidFill>
                  <a:srgbClr val="000000"/>
                </a:solidFill>
                <a:uFillTx/>
                <a:latin typeface="Menlo"/>
              </a:rPr>
              <a:t> = </a:t>
            </a:r>
            <a:r>
              <a:rPr lang="de-DE" sz="2800" b="0" u="none" strike="noStrike">
                <a:solidFill>
                  <a:srgbClr val="001080"/>
                </a:solidFill>
                <a:uFillTx/>
                <a:latin typeface="Menlo"/>
              </a:rPr>
              <a:t>chars</a:t>
            </a:r>
            <a:r>
              <a:rPr lang="de-DE" sz="2800" b="0" u="none" strike="noStrike">
                <a:solidFill>
                  <a:srgbClr val="000000"/>
                </a:solidFill>
                <a:uFillTx/>
                <a:latin typeface="Menlo"/>
              </a:rPr>
              <a:t>.</a:t>
            </a:r>
            <a:r>
              <a:rPr lang="de-DE" sz="2800" b="0" u="none" strike="noStrike">
                <a:solidFill>
                  <a:srgbClr val="795E26"/>
                </a:solidFill>
                <a:uFillTx/>
                <a:latin typeface="Menlo"/>
              </a:rPr>
              <a:t>concat</a:t>
            </a:r>
            <a:r>
              <a:rPr lang="de-DE" sz="2800" b="0" u="none" strike="noStrike">
                <a:solidFill>
                  <a:srgbClr val="000000"/>
                </a:solidFill>
                <a:uFillTx/>
                <a:latin typeface="Menlo"/>
              </a:rPr>
              <a:t>(</a:t>
            </a:r>
            <a:r>
              <a:rPr lang="de-DE" sz="2800" b="0" u="none" strike="noStrike">
                <a:solidFill>
                  <a:srgbClr val="001080"/>
                </a:solidFill>
                <a:uFillTx/>
                <a:latin typeface="Menlo"/>
              </a:rPr>
              <a:t>nummern2</a:t>
            </a:r>
            <a:r>
              <a:rPr lang="de-DE" sz="2800" b="0" u="none" strike="noStrike">
                <a:solidFill>
                  <a:srgbClr val="000000"/>
                </a:solidFill>
                <a:uFillTx/>
                <a:latin typeface="Menlo"/>
              </a:rPr>
              <a:t>); </a:t>
            </a:r>
            <a:endParaRPr lang="de-DE" sz="2800" b="0" u="none" strike="noStrike">
              <a:solidFill>
                <a:srgbClr val="000000"/>
              </a:solidFill>
              <a:uFillTx/>
              <a:latin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Pop und push</a:t>
            </a:r>
            <a:endParaRPr lang="de-DE" sz="4400" b="0" u="none" strike="noStrike">
              <a:solidFill>
                <a:srgbClr val="000000"/>
              </a:solidFill>
              <a:uFillTx/>
              <a:latin typeface="Arial"/>
            </a:endParaRPr>
          </a:p>
        </p:txBody>
      </p:sp>
      <p:sp>
        <p:nvSpPr>
          <p:cNvPr id="279" name="PlaceHolder 2"/>
          <p:cNvSpPr>
            <a:spLocks noGrp="1"/>
          </p:cNvSpPr>
          <p:nvPr>
            <p:ph/>
          </p:nvPr>
        </p:nvSpPr>
        <p:spPr>
          <a:xfrm>
            <a:off x="3473280" y="3073320"/>
            <a:ext cx="8717040" cy="1503360"/>
          </a:xfrm>
          <a:prstGeom prst="rect">
            <a:avLst/>
          </a:prstGeom>
          <a:noFill/>
          <a:ln w="0">
            <a:noFill/>
          </a:ln>
        </p:spPr>
        <p:txBody>
          <a:bodyPr lIns="91440" tIns="45720" rIns="91440" bIns="45720" anchor="t">
            <a:normAutofit/>
          </a:bodyPr>
          <a:lstStyle/>
          <a:p>
            <a:pPr indent="0" defTabSz="914400">
              <a:lnSpc>
                <a:spcPct val="90000"/>
              </a:lnSpc>
              <a:spcBef>
                <a:spcPts val="1001"/>
              </a:spcBef>
              <a:buNone/>
              <a:tabLst>
                <a:tab pos="0" algn="l"/>
              </a:tabLst>
            </a:pPr>
            <a:r>
              <a:rPr lang="en-GB" sz="2000" b="0" u="none" strike="noStrike">
                <a:solidFill>
                  <a:srgbClr val="0000FF"/>
                </a:solidFill>
                <a:uFillTx/>
                <a:latin typeface="Menlo"/>
              </a:rPr>
              <a:t>const</a:t>
            </a:r>
            <a:r>
              <a:rPr lang="en-GB" sz="2000" b="0" u="none" strike="noStrike">
                <a:solidFill>
                  <a:srgbClr val="000000"/>
                </a:solidFill>
                <a:uFillTx/>
                <a:latin typeface="Menlo"/>
              </a:rPr>
              <a:t> </a:t>
            </a:r>
            <a:r>
              <a:rPr lang="en-GB" sz="2000" b="0" u="none" strike="noStrike">
                <a:solidFill>
                  <a:srgbClr val="001080"/>
                </a:solidFill>
                <a:uFillTx/>
                <a:latin typeface="Menlo"/>
              </a:rPr>
              <a:t>lengthAfterPush</a:t>
            </a:r>
            <a:r>
              <a:rPr lang="en-GB" sz="2000" b="0" u="none" strike="noStrike">
                <a:solidFill>
                  <a:srgbClr val="000000"/>
                </a:solidFill>
                <a:uFillTx/>
                <a:latin typeface="Menlo"/>
              </a:rPr>
              <a:t> = </a:t>
            </a:r>
            <a:r>
              <a:rPr lang="en-GB" sz="2000" b="0" u="none" strike="noStrike">
                <a:solidFill>
                  <a:srgbClr val="001080"/>
                </a:solidFill>
                <a:uFillTx/>
                <a:latin typeface="Menlo"/>
              </a:rPr>
              <a:t>v</a:t>
            </a:r>
            <a:r>
              <a:rPr lang="en-GB" sz="2000" b="0" u="none" strike="noStrike">
                <a:solidFill>
                  <a:srgbClr val="000000"/>
                </a:solidFill>
                <a:uFillTx/>
                <a:latin typeface="Menlo"/>
              </a:rPr>
              <a:t>.</a:t>
            </a:r>
            <a:r>
              <a:rPr lang="en-GB" sz="2000" b="0" u="none" strike="noStrike">
                <a:solidFill>
                  <a:srgbClr val="795E26"/>
                </a:solidFill>
                <a:uFillTx/>
                <a:latin typeface="Menlo"/>
              </a:rPr>
              <a:t>push</a:t>
            </a:r>
            <a:r>
              <a:rPr lang="en-GB" sz="2000" b="0" u="none" strike="noStrike">
                <a:solidFill>
                  <a:srgbClr val="000000"/>
                </a:solidFill>
                <a:uFillTx/>
                <a:latin typeface="Menlo"/>
              </a:rPr>
              <a:t>(</a:t>
            </a:r>
            <a:endParaRPr lang="de-DE" sz="2000" b="0" u="none" strike="noStrike">
              <a:solidFill>
                <a:srgbClr val="000000"/>
              </a:solidFill>
              <a:uFillTx/>
              <a:latin typeface="Arial"/>
            </a:endParaRPr>
          </a:p>
          <a:p>
            <a:pPr marL="457200" indent="0" defTabSz="914400">
              <a:lnSpc>
                <a:spcPct val="90000"/>
              </a:lnSpc>
              <a:spcBef>
                <a:spcPts val="499"/>
              </a:spcBef>
              <a:buNone/>
              <a:tabLst>
                <a:tab pos="0" algn="l"/>
              </a:tabLst>
            </a:pPr>
            <a:r>
              <a:rPr lang="en-GB" sz="2000" b="0" u="none" strike="noStrike">
                <a:solidFill>
                  <a:srgbClr val="0000FF"/>
                </a:solidFill>
                <a:uFillTx/>
                <a:latin typeface="Menlo"/>
              </a:rPr>
              <a:t>new</a:t>
            </a:r>
            <a:r>
              <a:rPr lang="en-GB" sz="2000" b="0" u="none" strike="noStrike">
                <a:solidFill>
                  <a:srgbClr val="000000"/>
                </a:solidFill>
                <a:uFillTx/>
                <a:latin typeface="Menlo"/>
              </a:rPr>
              <a:t> </a:t>
            </a:r>
            <a:r>
              <a:rPr lang="en-GB" sz="2000" b="0" u="none" strike="noStrike">
                <a:solidFill>
                  <a:srgbClr val="267F99"/>
                </a:solidFill>
                <a:uFillTx/>
                <a:latin typeface="Menlo"/>
              </a:rPr>
              <a:t>Fahrzeug</a:t>
            </a:r>
            <a:r>
              <a:rPr lang="en-GB" sz="2000" b="0" u="none" strike="noStrike">
                <a:solidFill>
                  <a:srgbClr val="000000"/>
                </a:solidFill>
                <a:uFillTx/>
                <a:latin typeface="Menlo"/>
              </a:rPr>
              <a:t>(</a:t>
            </a:r>
            <a:r>
              <a:rPr lang="en-GB" sz="2000" b="0" u="none" strike="noStrike">
                <a:solidFill>
                  <a:srgbClr val="A31515"/>
                </a:solidFill>
                <a:uFillTx/>
                <a:latin typeface="Menlo"/>
              </a:rPr>
              <a:t>"Cybertruck Dual Motor"</a:t>
            </a:r>
            <a:r>
              <a:rPr lang="en-GB" sz="2000" b="0" u="none" strike="noStrike">
                <a:solidFill>
                  <a:srgbClr val="000000"/>
                </a:solidFill>
                <a:uFillTx/>
                <a:latin typeface="Menlo"/>
              </a:rPr>
              <a:t>,</a:t>
            </a:r>
            <a:r>
              <a:rPr lang="en-GB" sz="2000" b="0" u="none" strike="noStrike">
                <a:solidFill>
                  <a:srgbClr val="A31515"/>
                </a:solidFill>
                <a:uFillTx/>
                <a:latin typeface="Menlo"/>
              </a:rPr>
              <a:t>"Tesla"</a:t>
            </a:r>
            <a:r>
              <a:rPr lang="en-GB" sz="2000" b="0" u="none" strike="noStrike">
                <a:solidFill>
                  <a:srgbClr val="000000"/>
                </a:solidFill>
                <a:uFillTx/>
                <a:latin typeface="Menlo"/>
              </a:rPr>
              <a:t>));</a:t>
            </a:r>
            <a:endParaRPr lang="de-DE" sz="2000" b="0" u="none" strike="noStrike">
              <a:solidFill>
                <a:srgbClr val="000000"/>
              </a:solidFill>
              <a:uFillTx/>
              <a:latin typeface="Arial"/>
            </a:endParaRPr>
          </a:p>
          <a:p>
            <a:pPr marL="457200" indent="0" defTabSz="914400">
              <a:lnSpc>
                <a:spcPct val="90000"/>
              </a:lnSpc>
              <a:spcBef>
                <a:spcPts val="1001"/>
              </a:spcBef>
              <a:buNone/>
              <a:tabLst>
                <a:tab pos="0" algn="l"/>
              </a:tabLst>
            </a:pPr>
            <a:r>
              <a:rPr lang="en-GB" sz="2000" b="0" u="none" strike="noStrike">
                <a:solidFill>
                  <a:srgbClr val="0000FF"/>
                </a:solidFill>
                <a:uFillTx/>
                <a:latin typeface="Menlo"/>
              </a:rPr>
              <a:t>const</a:t>
            </a:r>
            <a:r>
              <a:rPr lang="en-GB" sz="2000" b="0" u="none" strike="noStrike">
                <a:solidFill>
                  <a:srgbClr val="000000"/>
                </a:solidFill>
                <a:uFillTx/>
                <a:latin typeface="Menlo"/>
              </a:rPr>
              <a:t> </a:t>
            </a:r>
            <a:r>
              <a:rPr lang="en-GB" sz="2000" b="0" u="none" strike="noStrike">
                <a:solidFill>
                  <a:srgbClr val="001080"/>
                </a:solidFill>
                <a:uFillTx/>
                <a:latin typeface="Menlo"/>
              </a:rPr>
              <a:t>fahrzeug</a:t>
            </a:r>
            <a:r>
              <a:rPr lang="en-GB" sz="2000" b="0" u="none" strike="noStrike">
                <a:solidFill>
                  <a:srgbClr val="000000"/>
                </a:solidFill>
                <a:uFillTx/>
                <a:latin typeface="Menlo"/>
              </a:rPr>
              <a:t> = </a:t>
            </a:r>
            <a:r>
              <a:rPr lang="en-GB" sz="2000" b="0" u="none" strike="noStrike">
                <a:solidFill>
                  <a:srgbClr val="001080"/>
                </a:solidFill>
                <a:uFillTx/>
                <a:latin typeface="Menlo"/>
              </a:rPr>
              <a:t>v</a:t>
            </a:r>
            <a:r>
              <a:rPr lang="en-GB" sz="2000" b="0" u="none" strike="noStrike">
                <a:solidFill>
                  <a:srgbClr val="000000"/>
                </a:solidFill>
                <a:uFillTx/>
                <a:latin typeface="Menlo"/>
              </a:rPr>
              <a:t>.</a:t>
            </a:r>
            <a:r>
              <a:rPr lang="en-GB" sz="2000" b="0" u="none" strike="noStrike">
                <a:solidFill>
                  <a:srgbClr val="795E26"/>
                </a:solidFill>
                <a:uFillTx/>
                <a:latin typeface="Menlo"/>
              </a:rPr>
              <a:t>pop</a:t>
            </a:r>
            <a:r>
              <a:rPr lang="en-GB" sz="2000" b="0" u="none" strike="noStrike">
                <a:solidFill>
                  <a:srgbClr val="000000"/>
                </a:solidFill>
                <a:uFillTx/>
                <a:latin typeface="Menlo"/>
              </a:rPr>
              <a:t>();</a:t>
            </a:r>
            <a:r>
              <a:rPr lang="en-GB" sz="2000" b="0" u="none" strike="noStrike">
                <a:solidFill>
                  <a:srgbClr val="008000"/>
                </a:solidFill>
                <a:uFillTx/>
                <a:latin typeface="Menlo"/>
              </a:rPr>
              <a:t>   // Typ: Fahrzeug | undefined</a:t>
            </a:r>
            <a:endParaRPr lang="de-DE" sz="2000" b="0" u="none" strike="noStrike">
              <a:solidFill>
                <a:srgbClr val="000000"/>
              </a:solidFill>
              <a:uFillTx/>
              <a:latin typeface="Arial"/>
            </a:endParaRPr>
          </a:p>
          <a:p>
            <a:pPr marL="457200" indent="0" defTabSz="914400">
              <a:lnSpc>
                <a:spcPct val="90000"/>
              </a:lnSpc>
              <a:spcBef>
                <a:spcPts val="1001"/>
              </a:spcBef>
              <a:buNone/>
              <a:tabLst>
                <a:tab pos="0" algn="l"/>
              </a:tabLst>
            </a:pPr>
            <a:endParaRPr lang="de-DE" sz="1400" b="0" u="none" strike="noStrike">
              <a:solidFill>
                <a:srgbClr val="000000"/>
              </a:solidFill>
              <a:uFillTx/>
              <a:latin typeface="Arial"/>
            </a:endParaRPr>
          </a:p>
        </p:txBody>
      </p:sp>
      <p:sp>
        <p:nvSpPr>
          <p:cNvPr id="280" name="Rectangle 27"/>
          <p:cNvSpPr/>
          <p:nvPr/>
        </p:nvSpPr>
        <p:spPr>
          <a:xfrm>
            <a:off x="6095880" y="4149720"/>
            <a:ext cx="912960" cy="912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defTabSz="914400">
              <a:lnSpc>
                <a:spcPct val="100000"/>
              </a:lnSpc>
            </a:pPr>
            <a:endParaRPr lang="de-DE" sz="1800" b="0" u="none" strike="noStrike">
              <a:solidFill>
                <a:schemeClr val="dk1"/>
              </a:solidFill>
              <a:uFillTx/>
              <a:latin typeface="Calibri"/>
            </a:endParaRPr>
          </a:p>
        </p:txBody>
      </p:sp>
      <p:sp>
        <p:nvSpPr>
          <p:cNvPr id="281" name="Rectangle 28"/>
          <p:cNvSpPr/>
          <p:nvPr/>
        </p:nvSpPr>
        <p:spPr>
          <a:xfrm>
            <a:off x="2063880" y="4724280"/>
            <a:ext cx="1582920" cy="1871640"/>
          </a:xfrm>
          <a:prstGeom prst="rect">
            <a:avLst/>
          </a:prstGeom>
          <a:no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defTabSz="914400">
              <a:lnSpc>
                <a:spcPct val="100000"/>
              </a:lnSpc>
            </a:pPr>
            <a:endParaRPr lang="de-DE" sz="1800" b="0" u="none" strike="noStrike">
              <a:solidFill>
                <a:schemeClr val="dk1"/>
              </a:solidFill>
              <a:uFillTx/>
              <a:latin typeface="Calibri"/>
            </a:endParaRPr>
          </a:p>
        </p:txBody>
      </p:sp>
      <p:sp>
        <p:nvSpPr>
          <p:cNvPr id="282" name="Line 29"/>
          <p:cNvSpPr/>
          <p:nvPr/>
        </p:nvSpPr>
        <p:spPr>
          <a:xfrm>
            <a:off x="2063520" y="5013000"/>
            <a:ext cx="1584360" cy="360"/>
          </a:xfrm>
          <a:prstGeom prst="line">
            <a:avLst/>
          </a:prstGeom>
          <a:ln w="9525">
            <a:solidFill>
              <a:srgbClr val="000000"/>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de-DE" sz="1800" b="0" u="none" strike="noStrike">
              <a:solidFill>
                <a:schemeClr val="dk1"/>
              </a:solidFill>
              <a:uFillTx/>
              <a:latin typeface="Calibri"/>
            </a:endParaRPr>
          </a:p>
        </p:txBody>
      </p:sp>
      <p:sp>
        <p:nvSpPr>
          <p:cNvPr id="283" name="Line 30"/>
          <p:cNvSpPr/>
          <p:nvPr/>
        </p:nvSpPr>
        <p:spPr>
          <a:xfrm>
            <a:off x="2063520" y="5373360"/>
            <a:ext cx="1584360" cy="360"/>
          </a:xfrm>
          <a:prstGeom prst="line">
            <a:avLst/>
          </a:prstGeom>
          <a:ln w="9525">
            <a:solidFill>
              <a:srgbClr val="000000"/>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de-DE" sz="1800" b="0" u="none" strike="noStrike">
              <a:solidFill>
                <a:schemeClr val="dk1"/>
              </a:solidFill>
              <a:uFillTx/>
              <a:latin typeface="Calibri"/>
            </a:endParaRPr>
          </a:p>
        </p:txBody>
      </p:sp>
      <p:sp>
        <p:nvSpPr>
          <p:cNvPr id="284" name="Line 31"/>
          <p:cNvSpPr/>
          <p:nvPr/>
        </p:nvSpPr>
        <p:spPr>
          <a:xfrm>
            <a:off x="2063520" y="5733720"/>
            <a:ext cx="1584360" cy="360"/>
          </a:xfrm>
          <a:prstGeom prst="line">
            <a:avLst/>
          </a:prstGeom>
          <a:ln w="9525">
            <a:solidFill>
              <a:srgbClr val="000000"/>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de-DE" sz="1800" b="0" u="none" strike="noStrike">
              <a:solidFill>
                <a:schemeClr val="dk1"/>
              </a:solidFill>
              <a:uFillTx/>
              <a:latin typeface="Calibri"/>
            </a:endParaRPr>
          </a:p>
        </p:txBody>
      </p:sp>
      <p:sp>
        <p:nvSpPr>
          <p:cNvPr id="285" name="Line 32"/>
          <p:cNvSpPr/>
          <p:nvPr/>
        </p:nvSpPr>
        <p:spPr>
          <a:xfrm>
            <a:off x="2063520" y="6165720"/>
            <a:ext cx="1584360" cy="360"/>
          </a:xfrm>
          <a:prstGeom prst="line">
            <a:avLst/>
          </a:prstGeom>
          <a:ln w="9525">
            <a:solidFill>
              <a:srgbClr val="000000"/>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de-DE" sz="1800" b="0" u="none" strike="noStrike">
              <a:solidFill>
                <a:schemeClr val="dk1"/>
              </a:solidFill>
              <a:uFillTx/>
              <a:latin typeface="Calibri"/>
            </a:endParaRPr>
          </a:p>
        </p:txBody>
      </p:sp>
      <p:sp>
        <p:nvSpPr>
          <p:cNvPr id="286" name="Text Box 33"/>
          <p:cNvSpPr/>
          <p:nvPr/>
        </p:nvSpPr>
        <p:spPr>
          <a:xfrm>
            <a:off x="2424600" y="4724280"/>
            <a:ext cx="843840" cy="3031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de-DE" sz="1400" b="0" u="none" strike="noStrike">
                <a:solidFill>
                  <a:schemeClr val="dk1"/>
                </a:solidFill>
                <a:uFillTx/>
                <a:latin typeface="Arial"/>
              </a:rPr>
              <a:t>VW Golf</a:t>
            </a:r>
            <a:endParaRPr lang="de-DE" sz="1400" b="0" u="none" strike="noStrike">
              <a:solidFill>
                <a:srgbClr val="000000"/>
              </a:solidFill>
              <a:uFillTx/>
              <a:latin typeface="Arial"/>
            </a:endParaRPr>
          </a:p>
        </p:txBody>
      </p:sp>
      <p:sp>
        <p:nvSpPr>
          <p:cNvPr id="287" name="Text Box 34"/>
          <p:cNvSpPr/>
          <p:nvPr/>
        </p:nvSpPr>
        <p:spPr>
          <a:xfrm>
            <a:off x="2352600" y="5084640"/>
            <a:ext cx="1001880" cy="3031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de-DE" sz="1400" b="0" u="none" strike="noStrike">
                <a:solidFill>
                  <a:schemeClr val="dk1"/>
                </a:solidFill>
                <a:uFillTx/>
                <a:latin typeface="Arial"/>
              </a:rPr>
              <a:t>BMW 323i</a:t>
            </a:r>
            <a:endParaRPr lang="de-DE" sz="1400" b="0" u="none" strike="noStrike">
              <a:solidFill>
                <a:srgbClr val="000000"/>
              </a:solidFill>
              <a:uFillTx/>
              <a:latin typeface="Arial"/>
            </a:endParaRPr>
          </a:p>
        </p:txBody>
      </p:sp>
      <p:sp>
        <p:nvSpPr>
          <p:cNvPr id="288" name="Text Box 35"/>
          <p:cNvSpPr/>
          <p:nvPr/>
        </p:nvSpPr>
        <p:spPr>
          <a:xfrm>
            <a:off x="2207160" y="5373720"/>
            <a:ext cx="1359000" cy="3031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de-DE" sz="1400" b="0" u="none" strike="noStrike">
                <a:solidFill>
                  <a:schemeClr val="dk1"/>
                </a:solidFill>
                <a:uFillTx/>
                <a:latin typeface="Arial"/>
              </a:rPr>
              <a:t>Mercedes CLK</a:t>
            </a:r>
            <a:endParaRPr lang="de-DE" sz="1400" b="0" u="none" strike="noStrike">
              <a:solidFill>
                <a:srgbClr val="000000"/>
              </a:solidFill>
              <a:uFillTx/>
              <a:latin typeface="Arial"/>
            </a:endParaRPr>
          </a:p>
        </p:txBody>
      </p:sp>
      <p:sp>
        <p:nvSpPr>
          <p:cNvPr id="289" name="Text Box 36"/>
          <p:cNvSpPr/>
          <p:nvPr/>
        </p:nvSpPr>
        <p:spPr>
          <a:xfrm>
            <a:off x="2356200" y="5805360"/>
            <a:ext cx="1111680" cy="3031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de-DE" sz="1400" b="0" u="none" strike="noStrike">
                <a:solidFill>
                  <a:schemeClr val="dk1"/>
                </a:solidFill>
                <a:uFillTx/>
                <a:latin typeface="Arial"/>
              </a:rPr>
              <a:t>Opel Vectra</a:t>
            </a:r>
            <a:endParaRPr lang="de-DE" sz="1400" b="0" u="none" strike="noStrike">
              <a:solidFill>
                <a:srgbClr val="000000"/>
              </a:solidFill>
              <a:uFillTx/>
              <a:latin typeface="Arial"/>
            </a:endParaRPr>
          </a:p>
        </p:txBody>
      </p:sp>
      <p:cxnSp>
        <p:nvCxnSpPr>
          <p:cNvPr id="290" name="AutoShape 46"/>
          <p:cNvCxnSpPr>
            <a:stCxn id="281" idx="3"/>
          </p:cNvCxnSpPr>
          <p:nvPr/>
        </p:nvCxnSpPr>
        <p:spPr>
          <a:xfrm>
            <a:off x="3646800" y="5659920"/>
            <a:ext cx="1874160" cy="2520"/>
          </a:xfrm>
          <a:prstGeom prst="straightConnector1">
            <a:avLst/>
          </a:prstGeom>
          <a:ln w="9525">
            <a:solidFill>
              <a:srgbClr val="000000"/>
            </a:solidFill>
            <a:round/>
            <a:tailEnd type="triangle" w="med" len="med"/>
          </a:ln>
        </p:spPr>
      </p:cxnSp>
      <p:sp>
        <p:nvSpPr>
          <p:cNvPr id="291" name="Rectangle 49"/>
          <p:cNvSpPr/>
          <p:nvPr/>
        </p:nvSpPr>
        <p:spPr>
          <a:xfrm>
            <a:off x="8616960" y="4797360"/>
            <a:ext cx="1582920" cy="1871640"/>
          </a:xfrm>
          <a:prstGeom prst="rect">
            <a:avLst/>
          </a:prstGeom>
          <a:no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defTabSz="914400">
              <a:lnSpc>
                <a:spcPct val="100000"/>
              </a:lnSpc>
            </a:pPr>
            <a:endParaRPr lang="de-DE" sz="1800" b="0" u="none" strike="noStrike">
              <a:solidFill>
                <a:schemeClr val="dk1"/>
              </a:solidFill>
              <a:uFillTx/>
              <a:latin typeface="Calibri"/>
            </a:endParaRPr>
          </a:p>
        </p:txBody>
      </p:sp>
      <p:sp>
        <p:nvSpPr>
          <p:cNvPr id="292" name="Line 50"/>
          <p:cNvSpPr/>
          <p:nvPr/>
        </p:nvSpPr>
        <p:spPr>
          <a:xfrm>
            <a:off x="8616600" y="5086080"/>
            <a:ext cx="1584360" cy="360"/>
          </a:xfrm>
          <a:prstGeom prst="line">
            <a:avLst/>
          </a:prstGeom>
          <a:ln w="9525">
            <a:solidFill>
              <a:srgbClr val="000000"/>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de-DE" sz="1800" b="0" u="none" strike="noStrike">
              <a:solidFill>
                <a:schemeClr val="dk1"/>
              </a:solidFill>
              <a:uFillTx/>
              <a:latin typeface="Calibri"/>
            </a:endParaRPr>
          </a:p>
        </p:txBody>
      </p:sp>
      <p:sp>
        <p:nvSpPr>
          <p:cNvPr id="293" name="Line 51"/>
          <p:cNvSpPr/>
          <p:nvPr/>
        </p:nvSpPr>
        <p:spPr>
          <a:xfrm>
            <a:off x="8616600" y="5446440"/>
            <a:ext cx="1584360" cy="360"/>
          </a:xfrm>
          <a:prstGeom prst="line">
            <a:avLst/>
          </a:prstGeom>
          <a:ln w="9525">
            <a:solidFill>
              <a:srgbClr val="000000"/>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de-DE" sz="1800" b="0" u="none" strike="noStrike">
              <a:solidFill>
                <a:schemeClr val="dk1"/>
              </a:solidFill>
              <a:uFillTx/>
              <a:latin typeface="Calibri"/>
            </a:endParaRPr>
          </a:p>
        </p:txBody>
      </p:sp>
      <p:sp>
        <p:nvSpPr>
          <p:cNvPr id="294" name="Line 52"/>
          <p:cNvSpPr/>
          <p:nvPr/>
        </p:nvSpPr>
        <p:spPr>
          <a:xfrm>
            <a:off x="8616600" y="5806800"/>
            <a:ext cx="1584360" cy="360"/>
          </a:xfrm>
          <a:prstGeom prst="line">
            <a:avLst/>
          </a:prstGeom>
          <a:ln w="9525">
            <a:solidFill>
              <a:srgbClr val="000000"/>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de-DE" sz="1800" b="0" u="none" strike="noStrike">
              <a:solidFill>
                <a:schemeClr val="dk1"/>
              </a:solidFill>
              <a:uFillTx/>
              <a:latin typeface="Calibri"/>
            </a:endParaRPr>
          </a:p>
        </p:txBody>
      </p:sp>
      <p:sp>
        <p:nvSpPr>
          <p:cNvPr id="295" name="Line 53"/>
          <p:cNvSpPr/>
          <p:nvPr/>
        </p:nvSpPr>
        <p:spPr>
          <a:xfrm>
            <a:off x="8616600" y="6238800"/>
            <a:ext cx="1584360" cy="360"/>
          </a:xfrm>
          <a:prstGeom prst="line">
            <a:avLst/>
          </a:prstGeom>
          <a:ln w="9525">
            <a:solidFill>
              <a:srgbClr val="000000"/>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de-DE" sz="1800" b="0" u="none" strike="noStrike">
              <a:solidFill>
                <a:schemeClr val="dk1"/>
              </a:solidFill>
              <a:uFillTx/>
              <a:latin typeface="Calibri"/>
            </a:endParaRPr>
          </a:p>
        </p:txBody>
      </p:sp>
      <p:sp>
        <p:nvSpPr>
          <p:cNvPr id="296" name="Text Box 54"/>
          <p:cNvSpPr/>
          <p:nvPr/>
        </p:nvSpPr>
        <p:spPr>
          <a:xfrm>
            <a:off x="8977680" y="4797360"/>
            <a:ext cx="843840" cy="3031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de-DE" sz="1400" b="0" u="none" strike="noStrike">
                <a:solidFill>
                  <a:schemeClr val="dk1"/>
                </a:solidFill>
                <a:uFillTx/>
                <a:latin typeface="Arial"/>
              </a:rPr>
              <a:t>VW Golf</a:t>
            </a:r>
            <a:endParaRPr lang="de-DE" sz="1400" b="0" u="none" strike="noStrike">
              <a:solidFill>
                <a:srgbClr val="000000"/>
              </a:solidFill>
              <a:uFillTx/>
              <a:latin typeface="Arial"/>
            </a:endParaRPr>
          </a:p>
        </p:txBody>
      </p:sp>
      <p:sp>
        <p:nvSpPr>
          <p:cNvPr id="297" name="Text Box 55"/>
          <p:cNvSpPr/>
          <p:nvPr/>
        </p:nvSpPr>
        <p:spPr>
          <a:xfrm>
            <a:off x="8906040" y="5157720"/>
            <a:ext cx="1001880" cy="3031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de-DE" sz="1400" b="0" u="none" strike="noStrike">
                <a:solidFill>
                  <a:schemeClr val="dk1"/>
                </a:solidFill>
                <a:uFillTx/>
                <a:latin typeface="Arial"/>
              </a:rPr>
              <a:t>BMW 323i</a:t>
            </a:r>
            <a:endParaRPr lang="de-DE" sz="1400" b="0" u="none" strike="noStrike">
              <a:solidFill>
                <a:srgbClr val="000000"/>
              </a:solidFill>
              <a:uFillTx/>
              <a:latin typeface="Arial"/>
            </a:endParaRPr>
          </a:p>
        </p:txBody>
      </p:sp>
      <p:sp>
        <p:nvSpPr>
          <p:cNvPr id="298" name="Text Box 56"/>
          <p:cNvSpPr/>
          <p:nvPr/>
        </p:nvSpPr>
        <p:spPr>
          <a:xfrm>
            <a:off x="8760240" y="5446800"/>
            <a:ext cx="1359000" cy="3031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de-DE" sz="1400" b="0" u="none" strike="noStrike">
                <a:solidFill>
                  <a:schemeClr val="dk1"/>
                </a:solidFill>
                <a:uFillTx/>
                <a:latin typeface="Arial"/>
              </a:rPr>
              <a:t>Mercedes CLK</a:t>
            </a:r>
            <a:endParaRPr lang="de-DE" sz="1400" b="0" u="none" strike="noStrike">
              <a:solidFill>
                <a:srgbClr val="000000"/>
              </a:solidFill>
              <a:uFillTx/>
              <a:latin typeface="Arial"/>
            </a:endParaRPr>
          </a:p>
        </p:txBody>
      </p:sp>
      <p:sp>
        <p:nvSpPr>
          <p:cNvPr id="299" name="Text Box 57"/>
          <p:cNvSpPr/>
          <p:nvPr/>
        </p:nvSpPr>
        <p:spPr>
          <a:xfrm>
            <a:off x="8909640" y="5878440"/>
            <a:ext cx="1111680" cy="3031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de-DE" sz="1400" b="0" u="none" strike="noStrike">
                <a:solidFill>
                  <a:schemeClr val="dk1"/>
                </a:solidFill>
                <a:uFillTx/>
                <a:latin typeface="Arial"/>
              </a:rPr>
              <a:t>Opel Vectra</a:t>
            </a:r>
            <a:endParaRPr lang="de-DE" sz="1400" b="0" u="none" strike="noStrike">
              <a:solidFill>
                <a:srgbClr val="000000"/>
              </a:solidFill>
              <a:uFillTx/>
              <a:latin typeface="Arial"/>
            </a:endParaRPr>
          </a:p>
        </p:txBody>
      </p:sp>
      <p:cxnSp>
        <p:nvCxnSpPr>
          <p:cNvPr id="300" name="AutoShape 59"/>
          <p:cNvCxnSpPr>
            <a:endCxn id="291" idx="1"/>
          </p:cNvCxnSpPr>
          <p:nvPr/>
        </p:nvCxnSpPr>
        <p:spPr>
          <a:xfrm>
            <a:off x="7103880" y="5661000"/>
            <a:ext cx="1513440" cy="72360"/>
          </a:xfrm>
          <a:prstGeom prst="bentConnector3">
            <a:avLst>
              <a:gd name="adj1" fmla="val 49964"/>
            </a:avLst>
          </a:prstGeom>
          <a:ln w="9525">
            <a:solidFill>
              <a:srgbClr val="000000"/>
            </a:solidFill>
            <a:miter/>
            <a:tailEnd type="triangle" w="med" len="med"/>
          </a:ln>
        </p:spPr>
      </p:cxnSp>
      <p:sp>
        <p:nvSpPr>
          <p:cNvPr id="301" name="Text Box 61"/>
          <p:cNvSpPr/>
          <p:nvPr/>
        </p:nvSpPr>
        <p:spPr>
          <a:xfrm>
            <a:off x="7086240" y="5083200"/>
            <a:ext cx="1275120" cy="5166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de-DE" sz="1400" b="0" u="none" strike="noStrike">
                <a:solidFill>
                  <a:schemeClr val="dk1"/>
                </a:solidFill>
                <a:uFillTx/>
                <a:latin typeface="Arial"/>
              </a:rPr>
              <a:t>const ct =</a:t>
            </a:r>
            <a:endParaRPr lang="de-DE" sz="1400" b="0" u="none" strike="noStrike">
              <a:solidFill>
                <a:srgbClr val="000000"/>
              </a:solidFill>
              <a:uFillTx/>
              <a:latin typeface="Arial"/>
            </a:endParaRPr>
          </a:p>
          <a:p>
            <a:pPr defTabSz="914400">
              <a:lnSpc>
                <a:spcPct val="100000"/>
              </a:lnSpc>
            </a:pPr>
            <a:r>
              <a:rPr lang="de-DE" sz="1400" b="0" u="none" strike="noStrike">
                <a:solidFill>
                  <a:schemeClr val="dk1"/>
                </a:solidFill>
                <a:uFillTx/>
                <a:latin typeface="Arial"/>
              </a:rPr>
              <a:t>v.pop();</a:t>
            </a:r>
            <a:endParaRPr lang="de-DE" sz="1400" b="0" u="none" strike="noStrike">
              <a:solidFill>
                <a:srgbClr val="000000"/>
              </a:solidFill>
              <a:uFillTx/>
              <a:latin typeface="Arial"/>
            </a:endParaRPr>
          </a:p>
        </p:txBody>
      </p:sp>
      <p:sp>
        <p:nvSpPr>
          <p:cNvPr id="302" name="Text Box 48"/>
          <p:cNvSpPr/>
          <p:nvPr/>
        </p:nvSpPr>
        <p:spPr>
          <a:xfrm>
            <a:off x="5547960" y="6257520"/>
            <a:ext cx="1507680" cy="3031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de-DE" sz="1400" b="0" u="none" strike="noStrike">
                <a:solidFill>
                  <a:schemeClr val="dk1"/>
                </a:solidFill>
                <a:uFillTx/>
                <a:latin typeface="Arial"/>
              </a:rPr>
              <a:t>Tesla Cybertruck</a:t>
            </a:r>
            <a:endParaRPr lang="de-DE" sz="1400" b="0" u="none" strike="noStrike">
              <a:solidFill>
                <a:srgbClr val="000000"/>
              </a:solidFill>
              <a:uFillTx/>
              <a:latin typeface="Arial"/>
            </a:endParaRPr>
          </a:p>
        </p:txBody>
      </p:sp>
      <p:sp>
        <p:nvSpPr>
          <p:cNvPr id="303" name="Rectangle 28"/>
          <p:cNvSpPr/>
          <p:nvPr/>
        </p:nvSpPr>
        <p:spPr>
          <a:xfrm>
            <a:off x="5519880" y="4770360"/>
            <a:ext cx="1582920" cy="1871640"/>
          </a:xfrm>
          <a:prstGeom prst="rect">
            <a:avLst/>
          </a:prstGeom>
          <a:no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defTabSz="914400">
              <a:lnSpc>
                <a:spcPct val="100000"/>
              </a:lnSpc>
            </a:pPr>
            <a:endParaRPr lang="de-DE" sz="1800" b="0" u="none" strike="noStrike">
              <a:solidFill>
                <a:schemeClr val="dk1"/>
              </a:solidFill>
              <a:uFillTx/>
              <a:latin typeface="Calibri"/>
            </a:endParaRPr>
          </a:p>
        </p:txBody>
      </p:sp>
      <p:sp>
        <p:nvSpPr>
          <p:cNvPr id="304" name="Line 29"/>
          <p:cNvSpPr/>
          <p:nvPr/>
        </p:nvSpPr>
        <p:spPr>
          <a:xfrm>
            <a:off x="5519520" y="5059080"/>
            <a:ext cx="1584360" cy="360"/>
          </a:xfrm>
          <a:prstGeom prst="line">
            <a:avLst/>
          </a:prstGeom>
          <a:ln w="9525">
            <a:solidFill>
              <a:srgbClr val="000000"/>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de-DE" sz="1800" b="0" u="none" strike="noStrike">
              <a:solidFill>
                <a:schemeClr val="dk1"/>
              </a:solidFill>
              <a:uFillTx/>
              <a:latin typeface="Calibri"/>
            </a:endParaRPr>
          </a:p>
        </p:txBody>
      </p:sp>
      <p:sp>
        <p:nvSpPr>
          <p:cNvPr id="305" name="Line 30"/>
          <p:cNvSpPr/>
          <p:nvPr/>
        </p:nvSpPr>
        <p:spPr>
          <a:xfrm>
            <a:off x="5519520" y="5419440"/>
            <a:ext cx="1584360" cy="360"/>
          </a:xfrm>
          <a:prstGeom prst="line">
            <a:avLst/>
          </a:prstGeom>
          <a:ln w="9525">
            <a:solidFill>
              <a:srgbClr val="000000"/>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de-DE" sz="1800" b="0" u="none" strike="noStrike">
              <a:solidFill>
                <a:schemeClr val="dk1"/>
              </a:solidFill>
              <a:uFillTx/>
              <a:latin typeface="Calibri"/>
            </a:endParaRPr>
          </a:p>
        </p:txBody>
      </p:sp>
      <p:sp>
        <p:nvSpPr>
          <p:cNvPr id="306" name="Line 31"/>
          <p:cNvSpPr/>
          <p:nvPr/>
        </p:nvSpPr>
        <p:spPr>
          <a:xfrm>
            <a:off x="5519520" y="5779800"/>
            <a:ext cx="1584360" cy="360"/>
          </a:xfrm>
          <a:prstGeom prst="line">
            <a:avLst/>
          </a:prstGeom>
          <a:ln w="9525">
            <a:solidFill>
              <a:srgbClr val="000000"/>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de-DE" sz="1800" b="0" u="none" strike="noStrike">
              <a:solidFill>
                <a:schemeClr val="dk1"/>
              </a:solidFill>
              <a:uFillTx/>
              <a:latin typeface="Calibri"/>
            </a:endParaRPr>
          </a:p>
        </p:txBody>
      </p:sp>
      <p:sp>
        <p:nvSpPr>
          <p:cNvPr id="307" name="Line 32"/>
          <p:cNvSpPr/>
          <p:nvPr/>
        </p:nvSpPr>
        <p:spPr>
          <a:xfrm>
            <a:off x="5519520" y="6211800"/>
            <a:ext cx="1584360" cy="360"/>
          </a:xfrm>
          <a:prstGeom prst="line">
            <a:avLst/>
          </a:prstGeom>
          <a:ln w="9525">
            <a:solidFill>
              <a:srgbClr val="000000"/>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de-DE" sz="1800" b="0" u="none" strike="noStrike">
              <a:solidFill>
                <a:schemeClr val="dk1"/>
              </a:solidFill>
              <a:uFillTx/>
              <a:latin typeface="Calibri"/>
            </a:endParaRPr>
          </a:p>
        </p:txBody>
      </p:sp>
      <p:sp>
        <p:nvSpPr>
          <p:cNvPr id="308" name="Text Box 33"/>
          <p:cNvSpPr/>
          <p:nvPr/>
        </p:nvSpPr>
        <p:spPr>
          <a:xfrm>
            <a:off x="5880600" y="4770360"/>
            <a:ext cx="843840" cy="3031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de-DE" sz="1400" b="0" u="none" strike="noStrike">
                <a:solidFill>
                  <a:schemeClr val="dk1"/>
                </a:solidFill>
                <a:uFillTx/>
                <a:latin typeface="Arial"/>
              </a:rPr>
              <a:t>VW Golf</a:t>
            </a:r>
            <a:endParaRPr lang="de-DE" sz="1400" b="0" u="none" strike="noStrike">
              <a:solidFill>
                <a:srgbClr val="000000"/>
              </a:solidFill>
              <a:uFillTx/>
              <a:latin typeface="Arial"/>
            </a:endParaRPr>
          </a:p>
        </p:txBody>
      </p:sp>
      <p:sp>
        <p:nvSpPr>
          <p:cNvPr id="309" name="Text Box 34"/>
          <p:cNvSpPr/>
          <p:nvPr/>
        </p:nvSpPr>
        <p:spPr>
          <a:xfrm>
            <a:off x="5808600" y="5130720"/>
            <a:ext cx="1001880" cy="3031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de-DE" sz="1400" b="0" u="none" strike="noStrike">
                <a:solidFill>
                  <a:schemeClr val="dk1"/>
                </a:solidFill>
                <a:uFillTx/>
                <a:latin typeface="Arial"/>
              </a:rPr>
              <a:t>BMW 323i</a:t>
            </a:r>
            <a:endParaRPr lang="de-DE" sz="1400" b="0" u="none" strike="noStrike">
              <a:solidFill>
                <a:srgbClr val="000000"/>
              </a:solidFill>
              <a:uFillTx/>
              <a:latin typeface="Arial"/>
            </a:endParaRPr>
          </a:p>
        </p:txBody>
      </p:sp>
      <p:sp>
        <p:nvSpPr>
          <p:cNvPr id="310" name="Text Box 35"/>
          <p:cNvSpPr/>
          <p:nvPr/>
        </p:nvSpPr>
        <p:spPr>
          <a:xfrm>
            <a:off x="5663160" y="5419800"/>
            <a:ext cx="1359000" cy="3031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de-DE" sz="1400" b="0" u="none" strike="noStrike">
                <a:solidFill>
                  <a:schemeClr val="dk1"/>
                </a:solidFill>
                <a:uFillTx/>
                <a:latin typeface="Arial"/>
              </a:rPr>
              <a:t>Mercedes CLK</a:t>
            </a:r>
            <a:endParaRPr lang="de-DE" sz="1400" b="0" u="none" strike="noStrike">
              <a:solidFill>
                <a:srgbClr val="000000"/>
              </a:solidFill>
              <a:uFillTx/>
              <a:latin typeface="Arial"/>
            </a:endParaRPr>
          </a:p>
        </p:txBody>
      </p:sp>
      <p:sp>
        <p:nvSpPr>
          <p:cNvPr id="311" name="Text Box 36"/>
          <p:cNvSpPr/>
          <p:nvPr/>
        </p:nvSpPr>
        <p:spPr>
          <a:xfrm>
            <a:off x="5812200" y="5851440"/>
            <a:ext cx="1111680" cy="3031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de-DE" sz="1400" b="0" u="none" strike="noStrike">
                <a:solidFill>
                  <a:schemeClr val="dk1"/>
                </a:solidFill>
                <a:uFillTx/>
                <a:latin typeface="Arial"/>
              </a:rPr>
              <a:t>Opel Vectra</a:t>
            </a:r>
            <a:endParaRPr lang="de-DE" sz="1400" b="0" u="none" strike="noStrike">
              <a:solidFill>
                <a:srgbClr val="000000"/>
              </a:solidFill>
              <a:uFillTx/>
              <a:latin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 name="Rectangle 5"/>
          <p:cNvSpPr/>
          <p:nvPr/>
        </p:nvSpPr>
        <p:spPr>
          <a:xfrm>
            <a:off x="655200" y="365040"/>
            <a:ext cx="5118840" cy="1691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defTabSz="914400">
              <a:lnSpc>
                <a:spcPct val="90000"/>
              </a:lnSpc>
              <a:spcAft>
                <a:spcPts val="601"/>
              </a:spcAft>
            </a:pPr>
            <a:r>
              <a:rPr lang="en-US" sz="4400" b="1" u="none" strike="noStrike" spc="51">
                <a:solidFill>
                  <a:schemeClr val="dk1"/>
                </a:solidFill>
                <a:uFillTx/>
                <a:latin typeface="Calibri Light"/>
              </a:rPr>
              <a:t>UNION TYPES</a:t>
            </a:r>
            <a:endParaRPr lang="de-DE" sz="4400" b="0" u="none" strike="noStrike">
              <a:solidFill>
                <a:srgbClr val="000000"/>
              </a:solidFill>
              <a:uFillTx/>
              <a:latin typeface="Arial"/>
            </a:endParaRPr>
          </a:p>
        </p:txBody>
      </p:sp>
      <p:sp>
        <p:nvSpPr>
          <p:cNvPr id="313" name="Rectangle 6"/>
          <p:cNvSpPr/>
          <p:nvPr/>
        </p:nvSpPr>
        <p:spPr>
          <a:xfrm>
            <a:off x="529560" y="3549600"/>
            <a:ext cx="6311880" cy="2380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a:bodyPr>
          <a:lstStyle/>
          <a:p>
            <a:pPr defTabSz="914400">
              <a:lnSpc>
                <a:spcPct val="100000"/>
              </a:lnSpc>
            </a:pPr>
            <a:br>
              <a:rPr sz="1800"/>
            </a:br>
            <a:r>
              <a:rPr lang="en-GB" sz="1800" b="0" u="none" strike="noStrike">
                <a:solidFill>
                  <a:srgbClr val="0000FF"/>
                </a:solidFill>
                <a:uFillTx/>
                <a:latin typeface="Menlo"/>
              </a:rPr>
              <a:t>var</a:t>
            </a:r>
            <a:r>
              <a:rPr lang="en-GB" sz="1800" b="0" u="none" strike="noStrike">
                <a:solidFill>
                  <a:srgbClr val="000000"/>
                </a:solidFill>
                <a:uFillTx/>
                <a:latin typeface="Menlo"/>
              </a:rPr>
              <a:t> </a:t>
            </a:r>
            <a:r>
              <a:rPr lang="en-GB" sz="1800" b="0" u="none" strike="noStrike">
                <a:solidFill>
                  <a:srgbClr val="001080"/>
                </a:solidFill>
                <a:uFillTx/>
                <a:latin typeface="Menlo"/>
              </a:rPr>
              <a:t>someUnionValue</a:t>
            </a:r>
            <a:r>
              <a:rPr lang="en-GB" sz="1800" b="0" u="none" strike="noStrike">
                <a:solidFill>
                  <a:srgbClr val="000000"/>
                </a:solidFill>
                <a:uFillTx/>
                <a:latin typeface="Menlo"/>
              </a:rPr>
              <a:t>:</a:t>
            </a:r>
            <a:r>
              <a:rPr lang="en-GB" sz="1800" b="0" u="none" strike="noStrike">
                <a:solidFill>
                  <a:srgbClr val="267F99"/>
                </a:solidFill>
                <a:uFillTx/>
                <a:latin typeface="Menlo"/>
              </a:rPr>
              <a:t>string</a:t>
            </a:r>
            <a:r>
              <a:rPr lang="en-GB" sz="1800" b="0" u="none" strike="noStrike">
                <a:solidFill>
                  <a:srgbClr val="000000"/>
                </a:solidFill>
                <a:uFillTx/>
                <a:latin typeface="Menlo"/>
              </a:rPr>
              <a:t>|</a:t>
            </a:r>
            <a:r>
              <a:rPr lang="en-GB" sz="1800" b="0" u="none" strike="noStrike">
                <a:solidFill>
                  <a:srgbClr val="267F99"/>
                </a:solidFill>
                <a:uFillTx/>
                <a:latin typeface="Menlo"/>
              </a:rPr>
              <a:t>number</a:t>
            </a:r>
            <a:r>
              <a:rPr lang="en-GB" sz="1800" b="0" u="none" strike="noStrike">
                <a:solidFill>
                  <a:srgbClr val="000000"/>
                </a:solidFill>
                <a:uFillTx/>
                <a:latin typeface="Menlo"/>
              </a:rPr>
              <a:t> </a:t>
            </a:r>
            <a:endParaRPr lang="de-DE" sz="1800" b="0" u="none" strike="noStrike">
              <a:solidFill>
                <a:srgbClr val="000000"/>
              </a:solidFill>
              <a:uFillTx/>
              <a:latin typeface="Arial"/>
            </a:endParaRPr>
          </a:p>
          <a:p>
            <a:pPr defTabSz="914400">
              <a:lnSpc>
                <a:spcPct val="100000"/>
              </a:lnSpc>
            </a:pPr>
            <a:r>
              <a:rPr lang="en-GB" sz="1800" b="0" u="none" strike="noStrike">
                <a:solidFill>
                  <a:srgbClr val="001080"/>
                </a:solidFill>
                <a:uFillTx/>
                <a:latin typeface="Menlo"/>
              </a:rPr>
              <a:t>someUnionValue</a:t>
            </a:r>
            <a:r>
              <a:rPr lang="en-GB" sz="1800" b="0" u="none" strike="noStrike">
                <a:solidFill>
                  <a:srgbClr val="000000"/>
                </a:solidFill>
                <a:uFillTx/>
                <a:latin typeface="Menlo"/>
              </a:rPr>
              <a:t> = </a:t>
            </a:r>
            <a:r>
              <a:rPr lang="en-GB" sz="1800" b="0" u="none" strike="noStrike">
                <a:solidFill>
                  <a:srgbClr val="098658"/>
                </a:solidFill>
                <a:uFillTx/>
                <a:latin typeface="Menlo"/>
              </a:rPr>
              <a:t>42</a:t>
            </a:r>
            <a:r>
              <a:rPr lang="en-GB" sz="1800" b="0" u="none" strike="noStrike">
                <a:solidFill>
                  <a:srgbClr val="000000"/>
                </a:solidFill>
                <a:uFillTx/>
                <a:latin typeface="Menlo"/>
              </a:rPr>
              <a:t> </a:t>
            </a:r>
            <a:endParaRPr lang="de-DE" sz="1800" b="0" u="none" strike="noStrike">
              <a:solidFill>
                <a:srgbClr val="000000"/>
              </a:solidFill>
              <a:uFillTx/>
              <a:latin typeface="Arial"/>
            </a:endParaRPr>
          </a:p>
          <a:p>
            <a:pPr defTabSz="914400">
              <a:lnSpc>
                <a:spcPct val="100000"/>
              </a:lnSpc>
            </a:pPr>
            <a:r>
              <a:rPr lang="en-GB" sz="1800" b="0" u="none" strike="noStrike">
                <a:solidFill>
                  <a:srgbClr val="267F99"/>
                </a:solidFill>
                <a:uFillTx/>
                <a:latin typeface="Menlo"/>
              </a:rPr>
              <a:t>console</a:t>
            </a:r>
            <a:r>
              <a:rPr lang="en-GB" sz="1800" b="0" u="none" strike="noStrike">
                <a:solidFill>
                  <a:srgbClr val="000000"/>
                </a:solidFill>
                <a:uFillTx/>
                <a:latin typeface="Menlo"/>
              </a:rPr>
              <a:t>.</a:t>
            </a:r>
            <a:r>
              <a:rPr lang="en-GB" sz="1800" b="0" u="none" strike="noStrike">
                <a:solidFill>
                  <a:srgbClr val="795E26"/>
                </a:solidFill>
                <a:uFillTx/>
                <a:latin typeface="Menlo"/>
              </a:rPr>
              <a:t>log</a:t>
            </a:r>
            <a:r>
              <a:rPr lang="en-GB" sz="1800" b="0" u="none" strike="noStrike">
                <a:solidFill>
                  <a:srgbClr val="000000"/>
                </a:solidFill>
                <a:uFillTx/>
                <a:latin typeface="Menlo"/>
              </a:rPr>
              <a:t>(</a:t>
            </a:r>
            <a:r>
              <a:rPr lang="en-GB" sz="1800" b="0" u="none" strike="noStrike">
                <a:solidFill>
                  <a:srgbClr val="A31515"/>
                </a:solidFill>
                <a:uFillTx/>
                <a:latin typeface="Menlo"/>
              </a:rPr>
              <a:t>"numeric value "</a:t>
            </a:r>
            <a:r>
              <a:rPr lang="en-GB" sz="1800" b="0" u="none" strike="noStrike">
                <a:solidFill>
                  <a:srgbClr val="000000"/>
                </a:solidFill>
                <a:uFillTx/>
                <a:latin typeface="Menlo"/>
              </a:rPr>
              <a:t>+</a:t>
            </a:r>
            <a:r>
              <a:rPr lang="en-GB" sz="1800" b="0" u="none" strike="noStrike">
                <a:solidFill>
                  <a:srgbClr val="001080"/>
                </a:solidFill>
                <a:uFillTx/>
                <a:latin typeface="Menlo"/>
              </a:rPr>
              <a:t>someUnionValue</a:t>
            </a:r>
            <a:r>
              <a:rPr lang="en-GB" sz="1800" b="0" u="none" strike="noStrike">
                <a:solidFill>
                  <a:srgbClr val="000000"/>
                </a:solidFill>
                <a:uFillTx/>
                <a:latin typeface="Menlo"/>
              </a:rPr>
              <a:t>) </a:t>
            </a:r>
            <a:endParaRPr lang="de-DE" sz="1800" b="0" u="none" strike="noStrike">
              <a:solidFill>
                <a:srgbClr val="000000"/>
              </a:solidFill>
              <a:uFillTx/>
              <a:latin typeface="Arial"/>
            </a:endParaRPr>
          </a:p>
          <a:p>
            <a:pPr defTabSz="914400">
              <a:lnSpc>
                <a:spcPct val="100000"/>
              </a:lnSpc>
            </a:pPr>
            <a:r>
              <a:rPr lang="en-GB" sz="1800" b="0" u="none" strike="noStrike">
                <a:solidFill>
                  <a:srgbClr val="001080"/>
                </a:solidFill>
                <a:uFillTx/>
                <a:latin typeface="Menlo"/>
              </a:rPr>
              <a:t>someUnionValue</a:t>
            </a:r>
            <a:r>
              <a:rPr lang="en-GB" sz="1800" b="0" u="none" strike="noStrike">
                <a:solidFill>
                  <a:srgbClr val="000000"/>
                </a:solidFill>
                <a:uFillTx/>
                <a:latin typeface="Menlo"/>
              </a:rPr>
              <a:t> = </a:t>
            </a:r>
            <a:r>
              <a:rPr lang="en-GB" sz="1800" b="0" u="none" strike="noStrike">
                <a:solidFill>
                  <a:srgbClr val="A31515"/>
                </a:solidFill>
                <a:uFillTx/>
                <a:latin typeface="Menlo"/>
              </a:rPr>
              <a:t>"42 as string"</a:t>
            </a:r>
            <a:r>
              <a:rPr lang="en-GB" sz="1800" b="0" u="none" strike="noStrike">
                <a:solidFill>
                  <a:srgbClr val="000000"/>
                </a:solidFill>
                <a:uFillTx/>
                <a:latin typeface="Menlo"/>
              </a:rPr>
              <a:t> </a:t>
            </a:r>
            <a:endParaRPr lang="de-DE" sz="1800" b="0" u="none" strike="noStrike">
              <a:solidFill>
                <a:srgbClr val="000000"/>
              </a:solidFill>
              <a:uFillTx/>
              <a:latin typeface="Arial"/>
            </a:endParaRPr>
          </a:p>
          <a:p>
            <a:pPr defTabSz="914400">
              <a:lnSpc>
                <a:spcPct val="100000"/>
              </a:lnSpc>
            </a:pPr>
            <a:r>
              <a:rPr lang="en-GB" sz="1800" b="0" u="none" strike="noStrike">
                <a:solidFill>
                  <a:srgbClr val="267F99"/>
                </a:solidFill>
                <a:uFillTx/>
                <a:latin typeface="Menlo"/>
              </a:rPr>
              <a:t>console</a:t>
            </a:r>
            <a:r>
              <a:rPr lang="en-GB" sz="1800" b="0" u="none" strike="noStrike">
                <a:solidFill>
                  <a:srgbClr val="000000"/>
                </a:solidFill>
                <a:uFillTx/>
                <a:latin typeface="Menlo"/>
              </a:rPr>
              <a:t>.</a:t>
            </a:r>
            <a:r>
              <a:rPr lang="en-GB" sz="1800" b="0" u="none" strike="noStrike">
                <a:solidFill>
                  <a:srgbClr val="795E26"/>
                </a:solidFill>
                <a:uFillTx/>
                <a:latin typeface="Menlo"/>
              </a:rPr>
              <a:t>log</a:t>
            </a:r>
            <a:r>
              <a:rPr lang="en-GB" sz="1800" b="0" u="none" strike="noStrike">
                <a:solidFill>
                  <a:srgbClr val="000000"/>
                </a:solidFill>
                <a:uFillTx/>
                <a:latin typeface="Menlo"/>
              </a:rPr>
              <a:t>(</a:t>
            </a:r>
            <a:r>
              <a:rPr lang="en-GB" sz="1800" b="0" u="none" strike="noStrike">
                <a:solidFill>
                  <a:srgbClr val="A31515"/>
                </a:solidFill>
                <a:uFillTx/>
                <a:latin typeface="Menlo"/>
              </a:rPr>
              <a:t>"string value "</a:t>
            </a:r>
            <a:r>
              <a:rPr lang="en-GB" sz="1800" b="0" u="none" strike="noStrike">
                <a:solidFill>
                  <a:srgbClr val="000000"/>
                </a:solidFill>
                <a:uFillTx/>
                <a:latin typeface="Menlo"/>
              </a:rPr>
              <a:t>+</a:t>
            </a:r>
            <a:r>
              <a:rPr lang="en-GB" sz="1800" b="0" u="none" strike="noStrike">
                <a:solidFill>
                  <a:srgbClr val="001080"/>
                </a:solidFill>
                <a:uFillTx/>
                <a:latin typeface="Menlo"/>
              </a:rPr>
              <a:t>someUnionValue</a:t>
            </a:r>
            <a:r>
              <a:rPr lang="en-GB" sz="1800" b="0" u="none" strike="noStrike">
                <a:solidFill>
                  <a:srgbClr val="000000"/>
                </a:solidFill>
                <a:uFillTx/>
                <a:latin typeface="Menlo"/>
              </a:rPr>
              <a:t>)</a:t>
            </a:r>
            <a:endParaRPr lang="de-DE" sz="1800" b="0" u="none" strike="noStrike">
              <a:solidFill>
                <a:srgbClr val="000000"/>
              </a:solidFill>
              <a:uFillTx/>
              <a:latin typeface="Arial"/>
            </a:endParaRPr>
          </a:p>
        </p:txBody>
      </p:sp>
      <p:sp>
        <p:nvSpPr>
          <p:cNvPr id="314" name="Picture 4"/>
          <p:cNvSpPr/>
          <p:nvPr/>
        </p:nvSpPr>
        <p:spPr>
          <a:xfrm>
            <a:off x="5878800" y="0"/>
            <a:ext cx="6311880" cy="6856560"/>
          </a:xfrm>
          <a:custGeom>
            <a:avLst/>
            <a:gdLst>
              <a:gd name="textAreaLeft" fmla="*/ 0 w 6311880"/>
              <a:gd name="textAreaRight" fmla="*/ 6313320 w 6311880"/>
              <a:gd name="textAreaTop" fmla="*/ 0 h 6856560"/>
              <a:gd name="textAreaBottom" fmla="*/ 6858000 h 6856560"/>
            </a:gdLst>
            <a:ahLst/>
            <a:cxnLst/>
            <a:rect l="textAreaLeft" t="textAreaTop" r="textAreaRight" b="textAreaBottom"/>
            <a:pathLst>
              <a:path w="6313150" h="6857997">
                <a:moveTo>
                  <a:pt x="65565" y="0"/>
                </a:moveTo>
                <a:lnTo>
                  <a:pt x="6313150" y="0"/>
                </a:lnTo>
                <a:lnTo>
                  <a:pt x="6313150" y="6857997"/>
                </a:lnTo>
                <a:lnTo>
                  <a:pt x="3293946" y="6857997"/>
                </a:lnTo>
                <a:lnTo>
                  <a:pt x="3235857" y="6823061"/>
                </a:lnTo>
                <a:cubicBezTo>
                  <a:pt x="1291240" y="5592803"/>
                  <a:pt x="0" y="3423096"/>
                  <a:pt x="0" y="951803"/>
                </a:cubicBezTo>
                <a:cubicBezTo>
                  <a:pt x="0" y="727140"/>
                  <a:pt x="10673" y="504970"/>
                  <a:pt x="31536" y="285771"/>
                </a:cubicBezTo>
                <a:close/>
              </a:path>
            </a:pathLst>
          </a:cu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de-DE" sz="1800" b="0" u="none" strike="noStrike">
              <a:solidFill>
                <a:srgbClr val="000000"/>
              </a:solidFill>
              <a:uFillTx/>
              <a:latin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 name="PlaceHolder 1"/>
          <p:cNvSpPr>
            <a:spLocks noGrp="1"/>
          </p:cNvSpPr>
          <p:nvPr>
            <p:ph type="title"/>
          </p:nvPr>
        </p:nvSpPr>
        <p:spPr>
          <a:xfrm>
            <a:off x="838080" y="963720"/>
            <a:ext cx="3493080" cy="4928760"/>
          </a:xfrm>
          <a:prstGeom prst="rect">
            <a:avLst/>
          </a:prstGeom>
          <a:noFill/>
          <a:ln w="0">
            <a:noFill/>
          </a:ln>
        </p:spPr>
        <p:txBody>
          <a:bodyPr lIns="91440" tIns="45720" rIns="91440" bIns="45720" anchor="ctr">
            <a:normAutofit/>
          </a:bodyPr>
          <a:lstStyle/>
          <a:p>
            <a:pPr indent="0" algn="r" defTabSz="914400">
              <a:lnSpc>
                <a:spcPct val="90000"/>
              </a:lnSpc>
              <a:buNone/>
              <a:tabLst>
                <a:tab pos="0" algn="l"/>
              </a:tabLst>
            </a:pPr>
            <a:r>
              <a:rPr lang="de-DE" sz="4400" b="0" u="none" strike="noStrike">
                <a:solidFill>
                  <a:schemeClr val="accent1"/>
                </a:solidFill>
                <a:uFillTx/>
                <a:latin typeface="Calibri Light"/>
              </a:rPr>
              <a:t>Schnittstellen - Interfaces</a:t>
            </a:r>
            <a:endParaRPr lang="de-DE" sz="4400" b="0" u="none" strike="noStrike">
              <a:solidFill>
                <a:srgbClr val="000000"/>
              </a:solidFill>
              <a:uFillTx/>
              <a:latin typeface="Arial"/>
            </a:endParaRPr>
          </a:p>
        </p:txBody>
      </p:sp>
      <p:sp>
        <p:nvSpPr>
          <p:cNvPr id="316" name="PlaceHolder 2"/>
          <p:cNvSpPr>
            <a:spLocks noGrp="1"/>
          </p:cNvSpPr>
          <p:nvPr>
            <p:ph/>
          </p:nvPr>
        </p:nvSpPr>
        <p:spPr>
          <a:xfrm>
            <a:off x="4975920" y="963720"/>
            <a:ext cx="6376320" cy="4928760"/>
          </a:xfrm>
          <a:prstGeom prst="rect">
            <a:avLst/>
          </a:prstGeom>
          <a:noFill/>
          <a:ln w="0">
            <a:noFill/>
          </a:ln>
        </p:spPr>
        <p:txBody>
          <a:bodyPr lIns="91440" tIns="45720" rIns="91440" bIns="45720" anchor="ctr">
            <a:normAutofit/>
          </a:bodyPr>
          <a:lstStyle/>
          <a:p>
            <a:pPr marL="228600" indent="-228600" defTabSz="914400">
              <a:lnSpc>
                <a:spcPct val="90000"/>
              </a:lnSpc>
              <a:spcBef>
                <a:spcPts val="1001"/>
              </a:spcBef>
              <a:buClr>
                <a:srgbClr val="000000"/>
              </a:buClr>
              <a:buFont typeface="Arial"/>
              <a:buChar char="•"/>
            </a:pPr>
            <a:r>
              <a:rPr lang="de-DE" sz="2400" b="0" u="none" strike="noStrike">
                <a:solidFill>
                  <a:schemeClr val="dk1"/>
                </a:solidFill>
                <a:uFillTx/>
                <a:latin typeface="Calibri"/>
              </a:rPr>
              <a:t>Eine Schnittstelle beschreibt eine Menge von Signaturen und Attributen</a:t>
            </a:r>
            <a:endParaRPr lang="de-DE" sz="24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400" b="0" u="none" strike="noStrike">
                <a:solidFill>
                  <a:schemeClr val="dk1"/>
                </a:solidFill>
                <a:uFillTx/>
                <a:latin typeface="Calibri"/>
              </a:rPr>
              <a:t>Externe </a:t>
            </a:r>
            <a:r>
              <a:rPr lang="de-DE" sz="2400" b="0" i="1" u="none" strike="noStrike">
                <a:solidFill>
                  <a:schemeClr val="dk1"/>
                </a:solidFill>
                <a:uFillTx/>
                <a:latin typeface="Calibri"/>
              </a:rPr>
              <a:t>Sicht</a:t>
            </a:r>
            <a:r>
              <a:rPr lang="de-DE" sz="2400" b="0" u="none" strike="noStrike">
                <a:solidFill>
                  <a:schemeClr val="dk1"/>
                </a:solidFill>
                <a:uFillTx/>
                <a:latin typeface="Calibri"/>
              </a:rPr>
              <a:t> auf eine Klasse</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Verhalten der Klasse</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Enthält in der Regel nicht alle Attribute/Methoden der Klasse</a:t>
            </a:r>
            <a:endParaRPr lang="de-DE" sz="24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400" b="0" u="none" strike="noStrike">
                <a:solidFill>
                  <a:schemeClr val="dk1"/>
                </a:solidFill>
                <a:uFillTx/>
                <a:latin typeface="Calibri"/>
              </a:rPr>
              <a:t>Eine Klasse kann mehrere Interfaces </a:t>
            </a:r>
            <a:r>
              <a:rPr lang="de-DE" sz="2400" b="0" i="1" u="none" strike="noStrike">
                <a:solidFill>
                  <a:schemeClr val="dk1"/>
                </a:solidFill>
                <a:uFillTx/>
                <a:latin typeface="Calibri"/>
              </a:rPr>
              <a:t>implementieren</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Muss alle in der Schnittstelle deklarierten Methoden implementieren</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Schnittstellenmethoden sind de facto abstrakt</a:t>
            </a:r>
            <a:endParaRPr lang="de-DE" sz="2400" b="0" u="none" strike="noStrike">
              <a:solidFill>
                <a:srgbClr val="000000"/>
              </a:solidFill>
              <a:uFillTx/>
              <a:latin typeface="Arial"/>
            </a:endParaRPr>
          </a:p>
          <a:p>
            <a:pPr indent="0" defTabSz="914400">
              <a:lnSpc>
                <a:spcPct val="90000"/>
              </a:lnSpc>
              <a:spcBef>
                <a:spcPts val="1001"/>
              </a:spcBef>
              <a:buNone/>
              <a:tabLst>
                <a:tab pos="0" algn="l"/>
              </a:tabLst>
            </a:pPr>
            <a:endParaRPr lang="de-DE" sz="2400" b="0" u="none" strike="noStrike">
              <a:solidFill>
                <a:srgbClr val="000000"/>
              </a:solidFill>
              <a:uFillTx/>
              <a:latin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en-DE" sz="4400" b="0" u="none" strike="noStrike">
                <a:solidFill>
                  <a:schemeClr val="dk1"/>
                </a:solidFill>
                <a:uFillTx/>
                <a:latin typeface="Calibri Light"/>
              </a:rPr>
              <a:t>Enum</a:t>
            </a:r>
            <a:endParaRPr lang="de-DE" sz="4400" b="0" u="none" strike="noStrike">
              <a:solidFill>
                <a:srgbClr val="000000"/>
              </a:solidFill>
              <a:uFillTx/>
              <a:latin typeface="Arial"/>
            </a:endParaRPr>
          </a:p>
        </p:txBody>
      </p:sp>
      <p:sp>
        <p:nvSpPr>
          <p:cNvPr id="318"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a:bodyPr>
          <a:lstStyle/>
          <a:p>
            <a:pPr indent="0" defTabSz="914400">
              <a:lnSpc>
                <a:spcPct val="90000"/>
              </a:lnSpc>
              <a:spcBef>
                <a:spcPts val="1001"/>
              </a:spcBef>
              <a:buNone/>
              <a:tabLst>
                <a:tab pos="0" algn="l"/>
              </a:tabLst>
            </a:pPr>
            <a:r>
              <a:rPr lang="en-GB" sz="2800" b="0" u="none" strike="noStrike">
                <a:solidFill>
                  <a:srgbClr val="0000FF"/>
                </a:solidFill>
                <a:uFillTx/>
                <a:latin typeface="Menlo"/>
              </a:rPr>
              <a:t>enum</a:t>
            </a:r>
            <a:r>
              <a:rPr lang="en-GB" sz="2800" b="0" u="none" strike="noStrike">
                <a:solidFill>
                  <a:srgbClr val="000000"/>
                </a:solidFill>
                <a:uFillTx/>
                <a:latin typeface="Menlo"/>
              </a:rPr>
              <a:t> </a:t>
            </a:r>
            <a:r>
              <a:rPr lang="en-GB" sz="2800" b="0" u="none" strike="noStrike">
                <a:solidFill>
                  <a:srgbClr val="267F99"/>
                </a:solidFill>
                <a:uFillTx/>
                <a:latin typeface="Menlo"/>
              </a:rPr>
              <a:t>Direction</a:t>
            </a:r>
            <a:r>
              <a:rPr lang="en-GB" sz="2800" b="0" u="none" strike="noStrike">
                <a:solidFill>
                  <a:srgbClr val="000000"/>
                </a:solidFill>
                <a:uFillTx/>
                <a:latin typeface="Menlo"/>
              </a:rPr>
              <a:t> {</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en-GB" sz="2800" b="0" u="none" strike="noStrike">
                <a:solidFill>
                  <a:srgbClr val="098658"/>
                </a:solidFill>
                <a:uFillTx/>
                <a:latin typeface="Menlo"/>
              </a:rPr>
              <a:t>	Up</a:t>
            </a:r>
            <a:r>
              <a:rPr lang="en-GB" sz="2800" b="0" u="none" strike="noStrike">
                <a:solidFill>
                  <a:srgbClr val="000000"/>
                </a:solidFill>
                <a:uFillTx/>
                <a:latin typeface="Menlo"/>
              </a:rPr>
              <a:t> = </a:t>
            </a:r>
            <a:r>
              <a:rPr lang="en-GB" sz="2800" b="0" u="none" strike="noStrike">
                <a:solidFill>
                  <a:srgbClr val="098658"/>
                </a:solidFill>
                <a:uFillTx/>
                <a:latin typeface="Menlo"/>
              </a:rPr>
              <a:t>1</a:t>
            </a:r>
            <a:r>
              <a:rPr lang="en-GB" sz="2800" b="0" u="none" strike="noStrike">
                <a:solidFill>
                  <a:srgbClr val="000000"/>
                </a:solidFill>
                <a:uFillTx/>
                <a:latin typeface="Menlo"/>
              </a:rPr>
              <a:t>, </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en-GB" sz="2800" b="0" u="none" strike="noStrike">
                <a:solidFill>
                  <a:srgbClr val="098658"/>
                </a:solidFill>
                <a:uFillTx/>
                <a:latin typeface="Menlo"/>
              </a:rPr>
              <a:t>	Down</a:t>
            </a:r>
            <a:r>
              <a:rPr lang="en-GB" sz="2800" b="0" u="none" strike="noStrike">
                <a:solidFill>
                  <a:srgbClr val="000000"/>
                </a:solidFill>
                <a:uFillTx/>
                <a:latin typeface="Menlo"/>
              </a:rPr>
              <a:t>, </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en-GB" sz="2800" b="0" u="none" strike="noStrike">
                <a:solidFill>
                  <a:srgbClr val="000000"/>
                </a:solidFill>
                <a:uFillTx/>
                <a:latin typeface="Menlo"/>
              </a:rPr>
              <a:t>	</a:t>
            </a:r>
            <a:r>
              <a:rPr lang="en-GB" sz="2800" b="0" u="none" strike="noStrike">
                <a:solidFill>
                  <a:srgbClr val="098658"/>
                </a:solidFill>
                <a:uFillTx/>
                <a:latin typeface="Menlo"/>
              </a:rPr>
              <a:t>Left</a:t>
            </a:r>
            <a:r>
              <a:rPr lang="en-GB" sz="2800" b="0" u="none" strike="noStrike">
                <a:solidFill>
                  <a:srgbClr val="000000"/>
                </a:solidFill>
                <a:uFillTx/>
                <a:latin typeface="Menlo"/>
              </a:rPr>
              <a:t>, </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en-GB" sz="2800" b="0" u="none" strike="noStrike">
                <a:solidFill>
                  <a:srgbClr val="000000"/>
                </a:solidFill>
                <a:uFillTx/>
                <a:latin typeface="Menlo"/>
              </a:rPr>
              <a:t>	</a:t>
            </a:r>
            <a:r>
              <a:rPr lang="en-GB" sz="2800" b="0" u="none" strike="noStrike">
                <a:solidFill>
                  <a:srgbClr val="098658"/>
                </a:solidFill>
                <a:uFillTx/>
                <a:latin typeface="Menlo"/>
              </a:rPr>
              <a:t>Right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en-GB" sz="2800" b="0" u="none" strike="noStrike">
                <a:solidFill>
                  <a:srgbClr val="000000"/>
                </a:solidFill>
                <a:uFillTx/>
                <a:latin typeface="Menlo"/>
              </a:rPr>
              <a: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en-GB" sz="2800" b="0" u="none" strike="noStrike">
                <a:solidFill>
                  <a:srgbClr val="0000FF"/>
                </a:solidFill>
                <a:uFillTx/>
                <a:latin typeface="Menlo"/>
              </a:rPr>
              <a:t>var</a:t>
            </a:r>
            <a:r>
              <a:rPr lang="en-GB" sz="2800" b="0" u="none" strike="noStrike">
                <a:solidFill>
                  <a:srgbClr val="000000"/>
                </a:solidFill>
                <a:uFillTx/>
                <a:latin typeface="Menlo"/>
              </a:rPr>
              <a:t> </a:t>
            </a:r>
            <a:r>
              <a:rPr lang="en-GB" sz="2800" b="0" u="none" strike="noStrike">
                <a:solidFill>
                  <a:srgbClr val="001080"/>
                </a:solidFill>
                <a:uFillTx/>
                <a:latin typeface="Menlo"/>
              </a:rPr>
              <a:t>dir</a:t>
            </a:r>
            <a:r>
              <a:rPr lang="en-GB" sz="2800" b="0" u="none" strike="noStrike">
                <a:solidFill>
                  <a:srgbClr val="000000"/>
                </a:solidFill>
                <a:uFillTx/>
                <a:latin typeface="Menlo"/>
              </a:rPr>
              <a:t>: </a:t>
            </a:r>
            <a:r>
              <a:rPr lang="en-GB" sz="2800" b="0" u="none" strike="noStrike">
                <a:solidFill>
                  <a:srgbClr val="267F99"/>
                </a:solidFill>
                <a:uFillTx/>
                <a:latin typeface="Menlo"/>
              </a:rPr>
              <a:t>Direction</a:t>
            </a:r>
            <a:r>
              <a:rPr lang="en-GB" sz="2800" b="0" u="none" strike="noStrike">
                <a:solidFill>
                  <a:srgbClr val="000000"/>
                </a:solidFill>
                <a:uFillTx/>
                <a:latin typeface="Menlo"/>
              </a:rPr>
              <a:t> = </a:t>
            </a:r>
            <a:r>
              <a:rPr lang="en-GB" sz="2800" b="0" u="none" strike="noStrike">
                <a:solidFill>
                  <a:srgbClr val="001080"/>
                </a:solidFill>
                <a:uFillTx/>
                <a:latin typeface="Menlo"/>
              </a:rPr>
              <a:t>Direction</a:t>
            </a:r>
            <a:r>
              <a:rPr lang="en-GB" sz="2800" b="0" u="none" strike="noStrike">
                <a:solidFill>
                  <a:srgbClr val="000000"/>
                </a:solidFill>
                <a:uFillTx/>
                <a:latin typeface="Menlo"/>
              </a:rPr>
              <a:t>.</a:t>
            </a:r>
            <a:r>
              <a:rPr lang="en-GB" sz="2800" b="0" u="none" strike="noStrike">
                <a:solidFill>
                  <a:srgbClr val="001080"/>
                </a:solidFill>
                <a:uFillTx/>
                <a:latin typeface="Menlo"/>
              </a:rPr>
              <a:t>Up</a:t>
            </a:r>
            <a:r>
              <a:rPr lang="en-GB" sz="2800" b="0" u="none" strike="noStrike">
                <a:solidFill>
                  <a:srgbClr val="000000"/>
                </a:solidFill>
                <a:uFillTx/>
                <a:latin typeface="Menlo"/>
              </a:rPr>
              <a: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endParaRPr lang="de-DE" sz="2800" b="0" u="none" strike="noStrike">
              <a:solidFill>
                <a:srgbClr val="000000"/>
              </a:solidFill>
              <a:uFillTx/>
              <a:latin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en-DE" sz="4400" b="0" u="none" strike="noStrike">
                <a:solidFill>
                  <a:schemeClr val="dk1"/>
                </a:solidFill>
                <a:uFillTx/>
                <a:latin typeface="Calibri Light"/>
              </a:rPr>
              <a:t>Nonsens Code</a:t>
            </a:r>
            <a:endParaRPr lang="de-DE" sz="4400" b="0" u="none" strike="noStrike">
              <a:solidFill>
                <a:srgbClr val="000000"/>
              </a:solidFill>
              <a:uFillTx/>
              <a:latin typeface="Arial"/>
            </a:endParaRPr>
          </a:p>
        </p:txBody>
      </p:sp>
      <p:sp>
        <p:nvSpPr>
          <p:cNvPr id="320"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569CD6"/>
              </a:buClr>
              <a:buFont typeface="Arial"/>
              <a:buChar char="•"/>
            </a:pPr>
            <a:r>
              <a:rPr lang="en-GB" sz="2800" b="0" u="none" strike="noStrike">
                <a:solidFill>
                  <a:srgbClr val="0000FF"/>
                </a:solidFill>
                <a:uFillTx/>
                <a:latin typeface="Menlo"/>
              </a:rPr>
              <a:t>function</a:t>
            </a:r>
            <a:r>
              <a:rPr lang="en-GB" sz="2800" b="0" u="none" strike="noStrike">
                <a:solidFill>
                  <a:srgbClr val="000000"/>
                </a:solidFill>
                <a:uFillTx/>
                <a:latin typeface="Menlo"/>
              </a:rPr>
              <a:t> </a:t>
            </a:r>
            <a:r>
              <a:rPr lang="en-GB" sz="2800" b="0" u="none" strike="noStrike">
                <a:solidFill>
                  <a:srgbClr val="795E26"/>
                </a:solidFill>
                <a:uFillTx/>
                <a:latin typeface="Menlo"/>
              </a:rPr>
              <a:t>some</a:t>
            </a:r>
            <a:r>
              <a:rPr lang="en-GB" sz="2800" b="0" u="none" strike="noStrike">
                <a:solidFill>
                  <a:srgbClr val="000000"/>
                </a:solidFill>
                <a:uFillTx/>
                <a:latin typeface="Menlo"/>
              </a:rPr>
              <a:t>(</a:t>
            </a:r>
            <a:r>
              <a:rPr lang="en-GB" sz="2800" b="0" u="none" strike="noStrike">
                <a:solidFill>
                  <a:srgbClr val="001080"/>
                </a:solidFill>
                <a:uFillTx/>
                <a:latin typeface="Menlo"/>
              </a:rPr>
              <a:t>x</a:t>
            </a:r>
            <a:r>
              <a:rPr lang="en-GB" sz="2800" b="0" u="none" strike="noStrike">
                <a:solidFill>
                  <a:srgbClr val="000000"/>
                </a:solidFill>
                <a:uFillTx/>
                <a:latin typeface="Menlo"/>
              </a:rPr>
              <a:t>: </a:t>
            </a:r>
            <a:r>
              <a:rPr lang="en-GB" sz="2800" b="0" u="none" strike="noStrike">
                <a:solidFill>
                  <a:srgbClr val="267F99"/>
                </a:solidFill>
                <a:uFillTx/>
                <a:latin typeface="Menlo"/>
              </a:rPr>
              <a:t>Direction</a:t>
            </a:r>
            <a:r>
              <a:rPr lang="en-GB" sz="2800" b="0" u="none" strike="noStrike">
                <a:solidFill>
                  <a:srgbClr val="000000"/>
                </a:solidFill>
                <a:uFillTx/>
                <a:latin typeface="Menlo"/>
              </a:rPr>
              <a:t>) {</a:t>
            </a:r>
            <a:endParaRPr lang="de-DE" sz="2800" b="0" u="none" strike="noStrike">
              <a:solidFill>
                <a:srgbClr val="000000"/>
              </a:solidFill>
              <a:uFillTx/>
              <a:latin typeface="Arial"/>
            </a:endParaRPr>
          </a:p>
          <a:p>
            <a:pPr marL="228600" indent="-228600" defTabSz="914400">
              <a:lnSpc>
                <a:spcPct val="90000"/>
              </a:lnSpc>
              <a:spcBef>
                <a:spcPts val="1001"/>
              </a:spcBef>
              <a:buClr>
                <a:srgbClr val="C586C0"/>
              </a:buClr>
              <a:buFont typeface="Arial"/>
              <a:buChar char="•"/>
            </a:pPr>
            <a:r>
              <a:rPr lang="en-GB" sz="2800" b="0" u="none" strike="noStrike">
                <a:solidFill>
                  <a:srgbClr val="AF00DB"/>
                </a:solidFill>
                <a:uFillTx/>
                <a:latin typeface="Menlo"/>
              </a:rPr>
              <a:t>if</a:t>
            </a:r>
            <a:r>
              <a:rPr lang="en-GB" sz="2800" b="0" u="none" strike="noStrike">
                <a:solidFill>
                  <a:srgbClr val="000000"/>
                </a:solidFill>
                <a:uFillTx/>
                <a:latin typeface="Menlo"/>
              </a:rPr>
              <a:t> (</a:t>
            </a:r>
            <a:r>
              <a:rPr lang="en-GB" sz="2800" b="0" u="none" strike="noStrike">
                <a:solidFill>
                  <a:srgbClr val="001080"/>
                </a:solidFill>
                <a:uFillTx/>
                <a:latin typeface="Menlo"/>
              </a:rPr>
              <a:t>x</a:t>
            </a:r>
            <a:r>
              <a:rPr lang="en-GB" sz="2800" b="0" u="none" strike="noStrike">
                <a:solidFill>
                  <a:srgbClr val="000000"/>
                </a:solidFill>
                <a:uFillTx/>
                <a:latin typeface="Menlo"/>
              </a:rPr>
              <a:t> !== </a:t>
            </a:r>
            <a:r>
              <a:rPr lang="en-GB" sz="2800" b="0" u="none" strike="noStrike">
                <a:solidFill>
                  <a:srgbClr val="001080"/>
                </a:solidFill>
                <a:uFillTx/>
                <a:latin typeface="Menlo"/>
              </a:rPr>
              <a:t>Direction</a:t>
            </a:r>
            <a:r>
              <a:rPr lang="en-GB" sz="2800" b="0" u="none" strike="noStrike">
                <a:solidFill>
                  <a:srgbClr val="000000"/>
                </a:solidFill>
                <a:uFillTx/>
                <a:latin typeface="Menlo"/>
              </a:rPr>
              <a:t>.</a:t>
            </a:r>
            <a:r>
              <a:rPr lang="en-GB" sz="2800" b="0" u="none" strike="noStrike">
                <a:solidFill>
                  <a:srgbClr val="001080"/>
                </a:solidFill>
                <a:uFillTx/>
                <a:latin typeface="Menlo"/>
              </a:rPr>
              <a:t>Up</a:t>
            </a:r>
            <a:r>
              <a:rPr lang="en-GB" sz="2800" b="0" u="none" strike="noStrike">
                <a:solidFill>
                  <a:srgbClr val="000000"/>
                </a:solidFill>
                <a:uFillTx/>
                <a:latin typeface="Menlo"/>
              </a:rPr>
              <a:t> || </a:t>
            </a:r>
            <a:r>
              <a:rPr lang="en-GB" sz="2800" b="0" u="none" strike="noStrike">
                <a:solidFill>
                  <a:srgbClr val="001080"/>
                </a:solidFill>
                <a:uFillTx/>
                <a:latin typeface="Menlo"/>
              </a:rPr>
              <a:t>x</a:t>
            </a:r>
            <a:r>
              <a:rPr lang="en-GB" sz="2800" b="0" u="none" strike="noStrike">
                <a:solidFill>
                  <a:srgbClr val="000000"/>
                </a:solidFill>
                <a:uFillTx/>
                <a:latin typeface="Menlo"/>
              </a:rPr>
              <a:t> !== </a:t>
            </a:r>
            <a:r>
              <a:rPr lang="en-GB" sz="2800" b="0" u="none" strike="noStrike">
                <a:solidFill>
                  <a:srgbClr val="001080"/>
                </a:solidFill>
                <a:uFillTx/>
                <a:latin typeface="Menlo"/>
              </a:rPr>
              <a:t>Direction</a:t>
            </a:r>
            <a:r>
              <a:rPr lang="en-GB" sz="2800" b="0" u="none" strike="noStrike">
                <a:solidFill>
                  <a:srgbClr val="000000"/>
                </a:solidFill>
                <a:uFillTx/>
                <a:latin typeface="Menlo"/>
              </a:rPr>
              <a:t>.</a:t>
            </a:r>
            <a:r>
              <a:rPr lang="en-GB" sz="2800" b="0" u="none" strike="noStrike">
                <a:solidFill>
                  <a:srgbClr val="001080"/>
                </a:solidFill>
                <a:uFillTx/>
                <a:latin typeface="Menlo"/>
              </a:rPr>
              <a:t>Down</a:t>
            </a:r>
            <a:r>
              <a:rPr lang="en-GB" sz="2800" b="0" u="none" strike="noStrike">
                <a:solidFill>
                  <a:srgbClr val="000000"/>
                </a:solidFill>
                <a:uFillTx/>
                <a:latin typeface="Menlo"/>
              </a:rPr>
              <a:t>) {</a:t>
            </a:r>
            <a:endParaRPr lang="de-DE" sz="2800" b="0" u="none" strike="noStrike">
              <a:solidFill>
                <a:srgbClr val="000000"/>
              </a:solidFill>
              <a:uFillTx/>
              <a:latin typeface="Arial"/>
            </a:endParaRPr>
          </a:p>
          <a:p>
            <a:pPr marL="228600" indent="-228600" defTabSz="914400">
              <a:lnSpc>
                <a:spcPct val="90000"/>
              </a:lnSpc>
              <a:spcBef>
                <a:spcPts val="1001"/>
              </a:spcBef>
              <a:buClr>
                <a:srgbClr val="6A9955"/>
              </a:buClr>
              <a:buFont typeface="Arial"/>
              <a:buChar char="•"/>
            </a:pPr>
            <a:r>
              <a:rPr lang="en-GB" sz="2800" b="0" u="none" strike="noStrike">
                <a:solidFill>
                  <a:srgbClr val="008000"/>
                </a:solidFill>
                <a:uFillTx/>
                <a:latin typeface="Menlo"/>
              </a:rPr>
              <a:t>// ~~~~~~~~~~~</a:t>
            </a:r>
            <a:endParaRPr lang="de-DE" sz="2800" b="0" u="none" strike="noStrike">
              <a:solidFill>
                <a:srgbClr val="000000"/>
              </a:solidFill>
              <a:uFillTx/>
              <a:latin typeface="Arial"/>
            </a:endParaRPr>
          </a:p>
          <a:p>
            <a:pPr marL="228600" indent="-228600" defTabSz="914400">
              <a:lnSpc>
                <a:spcPct val="90000"/>
              </a:lnSpc>
              <a:spcBef>
                <a:spcPts val="1001"/>
              </a:spcBef>
              <a:buClr>
                <a:srgbClr val="6A9955"/>
              </a:buClr>
              <a:buFont typeface="Arial"/>
              <a:buChar char="•"/>
            </a:pPr>
            <a:r>
              <a:rPr lang="en-GB" sz="2800" b="0" u="none" strike="noStrike">
                <a:solidFill>
                  <a:srgbClr val="008000"/>
                </a:solidFill>
                <a:uFillTx/>
                <a:latin typeface="Menlo"/>
              </a:rPr>
              <a:t>// Error! This condition will always return 'true' since the types 'Direction.Up' and 'Direction.Down' have no overlap.</a:t>
            </a:r>
            <a:endParaRPr lang="de-DE" sz="2800" b="0" u="none" strike="noStrike">
              <a:solidFill>
                <a:srgbClr val="000000"/>
              </a:solidFill>
              <a:uFillTx/>
              <a:latin typeface="Arial"/>
            </a:endParaRPr>
          </a:p>
          <a:p>
            <a:pPr marL="228600" indent="-228600" defTabSz="914400">
              <a:lnSpc>
                <a:spcPct val="90000"/>
              </a:lnSpc>
              <a:spcBef>
                <a:spcPts val="1001"/>
              </a:spcBef>
              <a:buClr>
                <a:srgbClr val="D4D4D4"/>
              </a:buClr>
              <a:buFont typeface="Arial"/>
              <a:buChar char="•"/>
            </a:pPr>
            <a:r>
              <a:rPr lang="en-GB" sz="2800" b="0" u="none" strike="noStrike">
                <a:solidFill>
                  <a:srgbClr val="000000"/>
                </a:solidFill>
                <a:uFillTx/>
                <a:latin typeface="Menlo"/>
              </a:rPr>
              <a:t>}</a:t>
            </a:r>
            <a:endParaRPr lang="de-DE" sz="2800" b="0" u="none" strike="noStrike">
              <a:solidFill>
                <a:srgbClr val="000000"/>
              </a:solidFill>
              <a:uFillTx/>
              <a:latin typeface="Arial"/>
            </a:endParaRPr>
          </a:p>
          <a:p>
            <a:pPr marL="228600" indent="-228600" defTabSz="914400">
              <a:lnSpc>
                <a:spcPct val="90000"/>
              </a:lnSpc>
              <a:spcBef>
                <a:spcPts val="1001"/>
              </a:spcBef>
              <a:buClr>
                <a:srgbClr val="D4D4D4"/>
              </a:buClr>
              <a:buFont typeface="Arial"/>
              <a:buChar char="•"/>
            </a:pPr>
            <a:r>
              <a:rPr lang="en-GB" sz="2800" b="0" u="none" strike="noStrike">
                <a:solidFill>
                  <a:srgbClr val="000000"/>
                </a:solidFill>
                <a:uFillTx/>
                <a:latin typeface="Menlo"/>
              </a:rPr>
              <a: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endParaRPr lang="de-DE" sz="2800" b="0" u="none" strike="noStrike">
              <a:solidFill>
                <a:srgbClr val="000000"/>
              </a:solidFill>
              <a:uFillTx/>
              <a:latin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321" name="Rectangle 71">
            <a:extLst>
              <a:ext uri="{C183D7F6-B498-43B3-948B-1728B52AA6E4}">
                <adec:decorative xmlns:adec="http://schemas.microsoft.com/office/drawing/2017/decorative" val="1"/>
              </a:ext>
            </a:extLst>
          </p:cNvPr>
          <p:cNvSpPr/>
          <p:nvPr/>
        </p:nvSpPr>
        <p:spPr>
          <a:xfrm>
            <a:off x="0" y="0"/>
            <a:ext cx="12190680" cy="685656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322" name="Rectangle 73">
            <a:extLst>
              <a:ext uri="{C183D7F6-B498-43B3-948B-1728B52AA6E4}">
                <adec:decorative xmlns:adec="http://schemas.microsoft.com/office/drawing/2017/decorative" val="1"/>
              </a:ext>
            </a:extLst>
          </p:cNvPr>
          <p:cNvSpPr/>
          <p:nvPr/>
        </p:nvSpPr>
        <p:spPr>
          <a:xfrm rot="5400000" flipH="1">
            <a:off x="-1418760" y="1418760"/>
            <a:ext cx="6874200" cy="4039200"/>
          </a:xfrm>
          <a:prstGeom prst="rect">
            <a:avLst/>
          </a:prstGeom>
          <a:gradFill rotWithShape="0">
            <a:gsLst>
              <a:gs pos="0">
                <a:srgbClr val="000000"/>
              </a:gs>
              <a:gs pos="100000">
                <a:srgbClr val="16735A"/>
              </a:gs>
            </a:gsLst>
            <a:lin ang="132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323" name="Rectangle 75">
            <a:extLst>
              <a:ext uri="{C183D7F6-B498-43B3-948B-1728B52AA6E4}">
                <adec:decorative xmlns:adec="http://schemas.microsoft.com/office/drawing/2017/decorative" val="1"/>
              </a:ext>
            </a:extLst>
          </p:cNvPr>
          <p:cNvSpPr/>
          <p:nvPr/>
        </p:nvSpPr>
        <p:spPr>
          <a:xfrm rot="16200000">
            <a:off x="-157320" y="2661840"/>
            <a:ext cx="4354200" cy="4037040"/>
          </a:xfrm>
          <a:prstGeom prst="rect">
            <a:avLst/>
          </a:prstGeom>
          <a:gradFill rotWithShape="0">
            <a:gsLst>
              <a:gs pos="0">
                <a:srgbClr val="1D9A78">
                  <a:alpha val="50000"/>
                </a:srgbClr>
              </a:gs>
              <a:gs pos="100000">
                <a:srgbClr val="0E4D3C">
                  <a:alpha val="0"/>
                </a:srgbClr>
              </a:gs>
            </a:gsLst>
            <a:lin ang="6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324" name="Rectangle 77">
            <a:extLst>
              <a:ext uri="{C183D7F6-B498-43B3-948B-1728B52AA6E4}">
                <adec:decorative xmlns:adec="http://schemas.microsoft.com/office/drawing/2017/decorative" val="1"/>
              </a:ext>
            </a:extLst>
          </p:cNvPr>
          <p:cNvSpPr/>
          <p:nvPr/>
        </p:nvSpPr>
        <p:spPr>
          <a:xfrm rot="16200000" flipH="1">
            <a:off x="-1179720" y="1636920"/>
            <a:ext cx="6856200" cy="3579840"/>
          </a:xfrm>
          <a:prstGeom prst="rect">
            <a:avLst/>
          </a:prstGeom>
          <a:gradFill rotWithShape="0">
            <a:gsLst>
              <a:gs pos="0">
                <a:srgbClr val="000000">
                  <a:alpha val="59000"/>
                </a:srgbClr>
              </a:gs>
              <a:gs pos="69000">
                <a:srgbClr val="1D9A78">
                  <a:alpha val="0"/>
                </a:srgbClr>
              </a:gs>
            </a:gsLst>
            <a:lin ang="186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325" name="Freeform: Shape 79">
            <a:extLst>
              <a:ext uri="{C183D7F6-B498-43B3-948B-1728B52AA6E4}">
                <adec:decorative xmlns:adec="http://schemas.microsoft.com/office/drawing/2017/decorative" val="1"/>
              </a:ext>
            </a:extLst>
          </p:cNvPr>
          <p:cNvSpPr/>
          <p:nvPr/>
        </p:nvSpPr>
        <p:spPr>
          <a:xfrm rot="6097800">
            <a:off x="-744480" y="1200240"/>
            <a:ext cx="4806720" cy="4087080"/>
          </a:xfrm>
          <a:custGeom>
            <a:avLst/>
            <a:gdLst>
              <a:gd name="textAreaLeft" fmla="*/ 0 w 4806720"/>
              <a:gd name="textAreaRight" fmla="*/ 4808160 w 4806720"/>
              <a:gd name="textAreaTop" fmla="*/ 0 h 4087080"/>
              <a:gd name="textAreaBottom" fmla="*/ 4088520 h 4087080"/>
            </a:gdLst>
            <a:ahLst/>
            <a:cxnLst/>
            <a:rect l="textAreaLeft" t="textAreaTop" r="textAreaRight" b="textAreaBottom"/>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rotWithShape="0">
            <a:gsLst>
              <a:gs pos="39000">
                <a:srgbClr val="5AE0BB">
                  <a:alpha val="0"/>
                </a:srgbClr>
              </a:gs>
              <a:gs pos="100000">
                <a:srgbClr val="16735A">
                  <a:alpha val="26000"/>
                </a:srgbClr>
              </a:gs>
            </a:gsLst>
            <a:lin ang="3096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326" name="PlaceHolder 1"/>
          <p:cNvSpPr>
            <a:spLocks noGrp="1"/>
          </p:cNvSpPr>
          <p:nvPr>
            <p:ph type="title"/>
          </p:nvPr>
        </p:nvSpPr>
        <p:spPr>
          <a:xfrm>
            <a:off x="659880" y="2766960"/>
            <a:ext cx="2879280" cy="3070440"/>
          </a:xfrm>
          <a:prstGeom prst="rect">
            <a:avLst/>
          </a:prstGeom>
          <a:noFill/>
          <a:ln w="0">
            <a:noFill/>
          </a:ln>
        </p:spPr>
        <p:txBody>
          <a:bodyPr lIns="91440" tIns="45720" rIns="91440" bIns="45720" anchor="t">
            <a:normAutofit/>
          </a:bodyPr>
          <a:lstStyle/>
          <a:p>
            <a:pPr indent="0" defTabSz="914400">
              <a:lnSpc>
                <a:spcPct val="90000"/>
              </a:lnSpc>
              <a:buNone/>
              <a:tabLst>
                <a:tab pos="0" algn="l"/>
              </a:tabLst>
            </a:pPr>
            <a:r>
              <a:rPr lang="en-US" sz="4000" b="0" u="none" strike="noStrike">
                <a:solidFill>
                  <a:srgbClr val="FFFFFF"/>
                </a:solidFill>
                <a:uFillTx/>
                <a:latin typeface="Calibri Light"/>
              </a:rPr>
              <a:t>Beispiel Interface</a:t>
            </a:r>
            <a:endParaRPr lang="de-DE" sz="4000" b="0" u="none" strike="noStrike">
              <a:solidFill>
                <a:srgbClr val="000000"/>
              </a:solidFill>
              <a:uFillTx/>
              <a:latin typeface="Arial"/>
            </a:endParaRPr>
          </a:p>
        </p:txBody>
      </p:sp>
      <p:pic>
        <p:nvPicPr>
          <p:cNvPr id="327" name="Inhaltsplatzhalter 4" descr="schnittstelle.jpg"/>
          <p:cNvPicPr/>
          <p:nvPr/>
        </p:nvPicPr>
        <p:blipFill>
          <a:blip r:embed="rId3"/>
          <a:stretch/>
        </p:blipFill>
        <p:spPr>
          <a:xfrm>
            <a:off x="6464160" y="467280"/>
            <a:ext cx="3300840" cy="5922000"/>
          </a:xfrm>
          <a:prstGeom prst="rect">
            <a:avLst/>
          </a:prstGeom>
          <a:noFill/>
          <a:ln w="0">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 name="Rectangle 3"/>
          <p:cNvSpPr/>
          <p:nvPr/>
        </p:nvSpPr>
        <p:spPr>
          <a:xfrm>
            <a:off x="1514520" y="2780280"/>
            <a:ext cx="8913960" cy="3381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GB" sz="1800" b="0" u="none" strike="noStrike">
                <a:solidFill>
                  <a:srgbClr val="0000FF"/>
                </a:solidFill>
                <a:uFillTx/>
                <a:latin typeface="Menlo"/>
              </a:rPr>
              <a:t>interface</a:t>
            </a:r>
            <a:r>
              <a:rPr lang="en-GB" sz="1800" b="0" u="none" strike="noStrike">
                <a:solidFill>
                  <a:srgbClr val="000000"/>
                </a:solidFill>
                <a:uFillTx/>
                <a:latin typeface="Menlo"/>
              </a:rPr>
              <a:t> </a:t>
            </a:r>
            <a:r>
              <a:rPr lang="en-GB" sz="1800" b="0" u="none" strike="noStrike">
                <a:solidFill>
                  <a:srgbClr val="267F99"/>
                </a:solidFill>
                <a:uFillTx/>
                <a:latin typeface="Menlo"/>
              </a:rPr>
              <a:t>Schmutzfink</a:t>
            </a:r>
            <a:r>
              <a:rPr lang="en-GB" sz="1800" b="0" u="none" strike="noStrike">
                <a:solidFill>
                  <a:srgbClr val="000000"/>
                </a:solidFill>
                <a:uFillTx/>
                <a:latin typeface="Menlo"/>
              </a:rPr>
              <a:t>{</a:t>
            </a:r>
            <a:endParaRPr lang="de-DE" sz="1800" b="0" u="none" strike="noStrike">
              <a:solidFill>
                <a:srgbClr val="000000"/>
              </a:solidFill>
              <a:uFillTx/>
              <a:latin typeface="Arial"/>
            </a:endParaRPr>
          </a:p>
          <a:p>
            <a:pPr marL="457200" defTabSz="914400">
              <a:lnSpc>
                <a:spcPct val="100000"/>
              </a:lnSpc>
            </a:pPr>
            <a:r>
              <a:rPr lang="en-GB" sz="1800" b="0" u="none" strike="noStrike">
                <a:solidFill>
                  <a:srgbClr val="001080"/>
                </a:solidFill>
                <a:uFillTx/>
                <a:latin typeface="Menlo"/>
              </a:rPr>
              <a:t>name</a:t>
            </a:r>
            <a:r>
              <a:rPr lang="en-GB" sz="1800" b="0" u="none" strike="noStrike">
                <a:solidFill>
                  <a:srgbClr val="000000"/>
                </a:solidFill>
                <a:uFillTx/>
                <a:latin typeface="Menlo"/>
              </a:rPr>
              <a:t>: </a:t>
            </a:r>
            <a:r>
              <a:rPr lang="en-GB" sz="1800" b="0" u="none" strike="noStrike">
                <a:solidFill>
                  <a:srgbClr val="267F99"/>
                </a:solidFill>
                <a:uFillTx/>
                <a:latin typeface="Menlo"/>
              </a:rPr>
              <a:t>string</a:t>
            </a:r>
            <a:r>
              <a:rPr lang="en-GB" sz="1800" b="0" u="none" strike="noStrike">
                <a:solidFill>
                  <a:srgbClr val="000000"/>
                </a:solidFill>
                <a:uFillTx/>
                <a:latin typeface="Menlo"/>
              </a:rPr>
              <a:t>,</a:t>
            </a:r>
            <a:endParaRPr lang="de-DE" sz="1800" b="0" u="none" strike="noStrike">
              <a:solidFill>
                <a:srgbClr val="000000"/>
              </a:solidFill>
              <a:uFillTx/>
              <a:latin typeface="Arial"/>
            </a:endParaRPr>
          </a:p>
          <a:p>
            <a:pPr marL="457200" defTabSz="914400">
              <a:lnSpc>
                <a:spcPct val="100000"/>
              </a:lnSpc>
            </a:pPr>
            <a:r>
              <a:rPr lang="en-GB" sz="1800" b="0" u="none" strike="noStrike">
                <a:solidFill>
                  <a:srgbClr val="001080"/>
                </a:solidFill>
                <a:uFillTx/>
                <a:latin typeface="Menlo"/>
              </a:rPr>
              <a:t>suhlen</a:t>
            </a:r>
            <a:r>
              <a:rPr lang="en-GB" sz="1800" b="0" u="none" strike="noStrike">
                <a:solidFill>
                  <a:srgbClr val="000000"/>
                </a:solidFill>
                <a:uFillTx/>
                <a:latin typeface="Menlo"/>
              </a:rPr>
              <a:t> : () </a:t>
            </a:r>
            <a:r>
              <a:rPr lang="en-GB" sz="1800" b="0" u="none" strike="noStrike">
                <a:solidFill>
                  <a:srgbClr val="0000FF"/>
                </a:solidFill>
                <a:uFillTx/>
                <a:latin typeface="Menlo"/>
              </a:rPr>
              <a:t>=&gt;</a:t>
            </a:r>
            <a:r>
              <a:rPr lang="en-GB" sz="1800" b="0" u="none" strike="noStrike">
                <a:solidFill>
                  <a:srgbClr val="000000"/>
                </a:solidFill>
                <a:uFillTx/>
                <a:latin typeface="Menlo"/>
              </a:rPr>
              <a:t> </a:t>
            </a:r>
            <a:r>
              <a:rPr lang="en-GB" sz="1800" b="0" u="none" strike="noStrike">
                <a:solidFill>
                  <a:srgbClr val="267F99"/>
                </a:solidFill>
                <a:uFillTx/>
                <a:latin typeface="Menlo"/>
              </a:rPr>
              <a:t>string</a:t>
            </a:r>
            <a:r>
              <a:rPr lang="en-GB" sz="1800" b="0" u="none" strike="noStrike">
                <a:solidFill>
                  <a:srgbClr val="000000"/>
                </a:solidFill>
                <a:uFillTx/>
                <a:latin typeface="Menlo"/>
              </a:rPr>
              <a:t>;</a:t>
            </a:r>
            <a:endParaRPr lang="de-DE" sz="1800" b="0" u="none" strike="noStrike">
              <a:solidFill>
                <a:srgbClr val="000000"/>
              </a:solidFill>
              <a:uFillTx/>
              <a:latin typeface="Arial"/>
            </a:endParaRPr>
          </a:p>
          <a:p>
            <a:pPr marL="457200" defTabSz="914400">
              <a:lnSpc>
                <a:spcPct val="100000"/>
              </a:lnSpc>
            </a:pPr>
            <a:r>
              <a:rPr lang="en-GB" sz="1800" b="0" u="none" strike="noStrike">
                <a:solidFill>
                  <a:srgbClr val="000000"/>
                </a:solidFill>
                <a:uFillTx/>
                <a:latin typeface="Menlo"/>
              </a:rPr>
              <a:t>}</a:t>
            </a:r>
            <a:endParaRPr lang="de-DE" sz="1800" b="0" u="none" strike="noStrike">
              <a:solidFill>
                <a:srgbClr val="000000"/>
              </a:solidFill>
              <a:uFillTx/>
              <a:latin typeface="Arial"/>
            </a:endParaRPr>
          </a:p>
          <a:p>
            <a:pPr marL="457200" defTabSz="914400">
              <a:lnSpc>
                <a:spcPct val="100000"/>
              </a:lnSpc>
            </a:pPr>
            <a:br>
              <a:rPr sz="1800"/>
            </a:br>
            <a:r>
              <a:rPr lang="en-GB" sz="1800" b="0" u="none" strike="noStrike">
                <a:solidFill>
                  <a:srgbClr val="267F99"/>
                </a:solidFill>
                <a:uFillTx/>
                <a:latin typeface="Menlo"/>
              </a:rPr>
              <a:t>console</a:t>
            </a:r>
            <a:r>
              <a:rPr lang="en-GB" sz="1800" b="0" u="none" strike="noStrike">
                <a:solidFill>
                  <a:srgbClr val="000000"/>
                </a:solidFill>
                <a:uFillTx/>
                <a:latin typeface="Menlo"/>
              </a:rPr>
              <a:t>.</a:t>
            </a:r>
            <a:r>
              <a:rPr lang="en-GB" sz="1800" b="0" u="none" strike="noStrike">
                <a:solidFill>
                  <a:srgbClr val="795E26"/>
                </a:solidFill>
                <a:uFillTx/>
                <a:latin typeface="Menlo"/>
              </a:rPr>
              <a:t>log</a:t>
            </a:r>
            <a:r>
              <a:rPr lang="en-GB" sz="1800" b="0" u="none" strike="noStrike">
                <a:solidFill>
                  <a:srgbClr val="000000"/>
                </a:solidFill>
                <a:uFillTx/>
                <a:latin typeface="Menlo"/>
              </a:rPr>
              <a:t>(</a:t>
            </a:r>
            <a:endParaRPr lang="de-DE" sz="1800" b="0" u="none" strike="noStrike">
              <a:solidFill>
                <a:srgbClr val="000000"/>
              </a:solidFill>
              <a:uFillTx/>
              <a:latin typeface="Arial"/>
            </a:endParaRPr>
          </a:p>
          <a:p>
            <a:pPr marL="457200" defTabSz="914400">
              <a:lnSpc>
                <a:spcPct val="100000"/>
              </a:lnSpc>
            </a:pPr>
            <a:r>
              <a:rPr lang="en-GB" sz="1800" b="0" u="none" strike="noStrike">
                <a:solidFill>
                  <a:srgbClr val="000000"/>
                </a:solidFill>
                <a:uFillTx/>
                <a:latin typeface="Menlo"/>
              </a:rPr>
              <a:t>	{</a:t>
            </a:r>
            <a:r>
              <a:rPr lang="en-GB" sz="1800" b="0" u="none" strike="noStrike">
                <a:solidFill>
                  <a:srgbClr val="001080"/>
                </a:solidFill>
                <a:uFillTx/>
                <a:latin typeface="Menlo"/>
              </a:rPr>
              <a:t>name:</a:t>
            </a:r>
            <a:r>
              <a:rPr lang="en-GB" sz="1800" b="0" u="none" strike="noStrike">
                <a:solidFill>
                  <a:srgbClr val="A31515"/>
                </a:solidFill>
                <a:uFillTx/>
                <a:latin typeface="Menlo"/>
              </a:rPr>
              <a:t>"Miss Piggy"</a:t>
            </a:r>
            <a:r>
              <a:rPr lang="en-GB" sz="1800" b="0" u="none" strike="noStrike">
                <a:solidFill>
                  <a:srgbClr val="000000"/>
                </a:solidFill>
                <a:uFillTx/>
                <a:latin typeface="Menlo"/>
              </a:rPr>
              <a:t>, </a:t>
            </a:r>
            <a:endParaRPr lang="de-DE" sz="1800" b="0" u="none" strike="noStrike">
              <a:solidFill>
                <a:srgbClr val="000000"/>
              </a:solidFill>
              <a:uFillTx/>
              <a:latin typeface="Arial"/>
            </a:endParaRPr>
          </a:p>
          <a:p>
            <a:pPr marL="457200" defTabSz="914400">
              <a:lnSpc>
                <a:spcPct val="100000"/>
              </a:lnSpc>
            </a:pPr>
            <a:r>
              <a:rPr lang="en-GB" sz="1800" b="0" u="none" strike="noStrike">
                <a:solidFill>
                  <a:srgbClr val="000000"/>
                </a:solidFill>
                <a:uFillTx/>
                <a:latin typeface="Menlo"/>
              </a:rPr>
              <a:t>	</a:t>
            </a:r>
            <a:r>
              <a:rPr lang="en-GB" sz="1800" b="0" u="none" strike="noStrike">
                <a:solidFill>
                  <a:srgbClr val="795E26"/>
                </a:solidFill>
                <a:uFillTx/>
                <a:latin typeface="Menlo"/>
              </a:rPr>
              <a:t>suhlen</a:t>
            </a:r>
            <a:r>
              <a:rPr lang="en-GB" sz="1800" b="0" u="none" strike="noStrike">
                <a:solidFill>
                  <a:srgbClr val="001080"/>
                </a:solidFill>
                <a:uFillTx/>
                <a:latin typeface="Menlo"/>
              </a:rPr>
              <a:t>:</a:t>
            </a:r>
            <a:r>
              <a:rPr lang="en-GB" sz="1800" b="0" u="none" strike="noStrike">
                <a:solidFill>
                  <a:srgbClr val="000000"/>
                </a:solidFill>
                <a:uFillTx/>
                <a:latin typeface="Menlo"/>
              </a:rPr>
              <a:t>():</a:t>
            </a:r>
            <a:r>
              <a:rPr lang="en-GB" sz="1800" b="0" u="none" strike="noStrike">
                <a:solidFill>
                  <a:srgbClr val="267F99"/>
                </a:solidFill>
                <a:uFillTx/>
                <a:latin typeface="Menlo"/>
              </a:rPr>
              <a:t>string</a:t>
            </a:r>
            <a:r>
              <a:rPr lang="en-GB" sz="1800" b="0" u="none" strike="noStrike">
                <a:solidFill>
                  <a:srgbClr val="000000"/>
                </a:solidFill>
                <a:uFillTx/>
                <a:latin typeface="Menlo"/>
              </a:rPr>
              <a:t> </a:t>
            </a:r>
            <a:r>
              <a:rPr lang="en-GB" sz="1800" b="0" u="none" strike="noStrike">
                <a:solidFill>
                  <a:srgbClr val="0000FF"/>
                </a:solidFill>
                <a:uFillTx/>
                <a:latin typeface="Menlo"/>
              </a:rPr>
              <a:t>=&gt;</a:t>
            </a:r>
            <a:r>
              <a:rPr lang="en-GB" sz="1800" b="0" u="none" strike="noStrike">
                <a:solidFill>
                  <a:srgbClr val="000000"/>
                </a:solidFill>
                <a:uFillTx/>
                <a:latin typeface="Menlo"/>
              </a:rPr>
              <a:t> </a:t>
            </a:r>
            <a:r>
              <a:rPr lang="en-GB" sz="1800" b="0" u="none" strike="noStrike">
                <a:solidFill>
                  <a:srgbClr val="A31515"/>
                </a:solidFill>
                <a:uFillTx/>
                <a:latin typeface="Menlo"/>
              </a:rPr>
              <a:t>"Ich mag nicht schmutzig sein"</a:t>
            </a:r>
            <a:r>
              <a:rPr lang="en-GB" sz="1800" b="0" u="none" strike="noStrike">
                <a:solidFill>
                  <a:srgbClr val="000000"/>
                </a:solidFill>
                <a:uFillTx/>
                <a:latin typeface="Menlo"/>
              </a:rPr>
              <a:t>}</a:t>
            </a:r>
            <a:endParaRPr lang="de-DE" sz="1800" b="0" u="none" strike="noStrike">
              <a:solidFill>
                <a:srgbClr val="000000"/>
              </a:solidFill>
              <a:uFillTx/>
              <a:latin typeface="Arial"/>
            </a:endParaRPr>
          </a:p>
          <a:p>
            <a:pPr marL="457200" defTabSz="914400">
              <a:lnSpc>
                <a:spcPct val="100000"/>
              </a:lnSpc>
            </a:pPr>
            <a:r>
              <a:rPr lang="en-GB" sz="1800" b="0" u="none" strike="noStrike">
                <a:solidFill>
                  <a:srgbClr val="000000"/>
                </a:solidFill>
                <a:uFillTx/>
                <a:latin typeface="Menlo"/>
              </a:rPr>
              <a:t>);</a:t>
            </a:r>
            <a:endParaRPr lang="de-DE" sz="1800" b="0" u="none" strike="noStrike">
              <a:solidFill>
                <a:srgbClr val="000000"/>
              </a:solidFill>
              <a:uFillTx/>
              <a:latin typeface="Arial"/>
            </a:endParaRPr>
          </a:p>
          <a:p>
            <a:pPr marL="457200" defTabSz="914400">
              <a:lnSpc>
                <a:spcPct val="100000"/>
              </a:lnSpc>
            </a:pPr>
            <a:br>
              <a:rPr sz="1800"/>
            </a:br>
            <a:br>
              <a:rPr sz="1800"/>
            </a:br>
            <a:endParaRPr lang="de-DE" sz="1800" b="0" u="none" strike="noStrike">
              <a:solidFill>
                <a:srgbClr val="000000"/>
              </a:solidFill>
              <a:uFillTx/>
              <a:latin typeface="Arial"/>
            </a:endParaRPr>
          </a:p>
        </p:txBody>
      </p:sp>
      <p:sp>
        <p:nvSpPr>
          <p:cNvPr id="329"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en-DE" sz="4400" b="0" u="none" strike="noStrike">
                <a:solidFill>
                  <a:schemeClr val="dk1"/>
                </a:solidFill>
                <a:uFillTx/>
                <a:latin typeface="Calibri Light"/>
              </a:rPr>
              <a:t>Interface Beispiel</a:t>
            </a:r>
            <a:endParaRPr lang="de-DE" sz="4400" b="0" u="none" strike="noStrike">
              <a:solidFill>
                <a:srgbClr val="000000"/>
              </a:solidFill>
              <a:uFillTx/>
              <a:latin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 name="Rectangle 3"/>
          <p:cNvSpPr/>
          <p:nvPr/>
        </p:nvSpPr>
        <p:spPr>
          <a:xfrm>
            <a:off x="1514520" y="2780280"/>
            <a:ext cx="8913960" cy="2832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GB" sz="1800" b="0" u="none" strike="noStrike">
                <a:solidFill>
                  <a:srgbClr val="0000FF"/>
                </a:solidFill>
                <a:uFillTx/>
                <a:latin typeface="Menlo"/>
              </a:rPr>
              <a:t>const</a:t>
            </a:r>
            <a:r>
              <a:rPr lang="en-GB" sz="1800" b="0" u="none" strike="noStrike">
                <a:solidFill>
                  <a:srgbClr val="000000"/>
                </a:solidFill>
                <a:uFillTx/>
                <a:latin typeface="Menlo"/>
              </a:rPr>
              <a:t> </a:t>
            </a:r>
            <a:r>
              <a:rPr lang="en-GB" sz="1800" b="0" u="none" strike="noStrike">
                <a:solidFill>
                  <a:srgbClr val="001080"/>
                </a:solidFill>
                <a:uFillTx/>
                <a:latin typeface="Menlo"/>
              </a:rPr>
              <a:t>schweinchenDick</a:t>
            </a:r>
            <a:r>
              <a:rPr lang="en-GB" sz="1800" b="0" u="none" strike="noStrike">
                <a:solidFill>
                  <a:srgbClr val="000000"/>
                </a:solidFill>
                <a:uFillTx/>
                <a:latin typeface="Menlo"/>
              </a:rPr>
              <a:t>:</a:t>
            </a:r>
            <a:r>
              <a:rPr lang="en-GB" sz="1800" b="0" u="none" strike="noStrike">
                <a:solidFill>
                  <a:srgbClr val="267F99"/>
                </a:solidFill>
                <a:uFillTx/>
                <a:latin typeface="Menlo"/>
              </a:rPr>
              <a:t>Schmutzfink</a:t>
            </a:r>
            <a:r>
              <a:rPr lang="en-GB" sz="1800" b="0" u="none" strike="noStrike">
                <a:solidFill>
                  <a:srgbClr val="000000"/>
                </a:solidFill>
                <a:uFillTx/>
                <a:latin typeface="Menlo"/>
              </a:rPr>
              <a:t> = {</a:t>
            </a:r>
            <a:endParaRPr lang="de-DE" sz="1800" b="0" u="none" strike="noStrike">
              <a:solidFill>
                <a:srgbClr val="000000"/>
              </a:solidFill>
              <a:uFillTx/>
              <a:latin typeface="Arial"/>
            </a:endParaRPr>
          </a:p>
          <a:p>
            <a:pPr marL="457200" defTabSz="914400">
              <a:lnSpc>
                <a:spcPct val="100000"/>
              </a:lnSpc>
            </a:pPr>
            <a:r>
              <a:rPr lang="en-GB" sz="1800" b="0" u="none" strike="noStrike">
                <a:solidFill>
                  <a:srgbClr val="001080"/>
                </a:solidFill>
                <a:uFillTx/>
                <a:latin typeface="Menlo"/>
              </a:rPr>
              <a:t>name :</a:t>
            </a:r>
            <a:r>
              <a:rPr lang="en-GB" sz="1800" b="0" u="none" strike="noStrike">
                <a:solidFill>
                  <a:srgbClr val="000000"/>
                </a:solidFill>
                <a:uFillTx/>
                <a:latin typeface="Menlo"/>
              </a:rPr>
              <a:t> </a:t>
            </a:r>
            <a:r>
              <a:rPr lang="en-GB" sz="1800" b="0" u="none" strike="noStrike">
                <a:solidFill>
                  <a:srgbClr val="A31515"/>
                </a:solidFill>
                <a:uFillTx/>
                <a:latin typeface="Menlo"/>
              </a:rPr>
              <a:t>"schweinchenDick"</a:t>
            </a:r>
            <a:r>
              <a:rPr lang="en-GB" sz="1800" b="0" u="none" strike="noStrike">
                <a:solidFill>
                  <a:srgbClr val="000000"/>
                </a:solidFill>
                <a:uFillTx/>
                <a:latin typeface="Menlo"/>
              </a:rPr>
              <a:t>,</a:t>
            </a:r>
            <a:endParaRPr lang="de-DE" sz="1800" b="0" u="none" strike="noStrike">
              <a:solidFill>
                <a:srgbClr val="000000"/>
              </a:solidFill>
              <a:uFillTx/>
              <a:latin typeface="Arial"/>
            </a:endParaRPr>
          </a:p>
          <a:p>
            <a:pPr marL="457200" defTabSz="914400">
              <a:lnSpc>
                <a:spcPct val="100000"/>
              </a:lnSpc>
            </a:pPr>
            <a:r>
              <a:rPr lang="en-GB" sz="1800" b="0" u="none" strike="noStrike">
                <a:solidFill>
                  <a:srgbClr val="795E26"/>
                </a:solidFill>
                <a:uFillTx/>
                <a:latin typeface="Menlo"/>
              </a:rPr>
              <a:t>suhlen</a:t>
            </a:r>
            <a:r>
              <a:rPr lang="en-GB" sz="1800" b="0" u="none" strike="noStrike">
                <a:solidFill>
                  <a:srgbClr val="000000"/>
                </a:solidFill>
                <a:uFillTx/>
                <a:latin typeface="Menlo"/>
              </a:rPr>
              <a:t>() { </a:t>
            </a:r>
            <a:r>
              <a:rPr lang="en-GB" sz="1800" b="0" u="none" strike="noStrike">
                <a:solidFill>
                  <a:srgbClr val="AF00DB"/>
                </a:solidFill>
                <a:uFillTx/>
                <a:latin typeface="Menlo"/>
              </a:rPr>
              <a:t>return</a:t>
            </a:r>
            <a:r>
              <a:rPr lang="en-GB" sz="1800" b="0" u="none" strike="noStrike">
                <a:solidFill>
                  <a:srgbClr val="000000"/>
                </a:solidFill>
                <a:uFillTx/>
                <a:latin typeface="Menlo"/>
              </a:rPr>
              <a:t> </a:t>
            </a:r>
            <a:r>
              <a:rPr lang="en-GB" sz="1800" b="0" u="none" strike="noStrike">
                <a:solidFill>
                  <a:srgbClr val="0000FF"/>
                </a:solidFill>
                <a:uFillTx/>
                <a:latin typeface="Menlo"/>
              </a:rPr>
              <a:t>this</a:t>
            </a:r>
            <a:r>
              <a:rPr lang="en-GB" sz="1800" b="0" u="none" strike="noStrike">
                <a:solidFill>
                  <a:srgbClr val="000000"/>
                </a:solidFill>
                <a:uFillTx/>
                <a:latin typeface="Menlo"/>
              </a:rPr>
              <a:t>.</a:t>
            </a:r>
            <a:r>
              <a:rPr lang="en-GB" sz="1800" b="0" u="none" strike="noStrike">
                <a:solidFill>
                  <a:srgbClr val="001080"/>
                </a:solidFill>
                <a:uFillTx/>
                <a:latin typeface="Menlo"/>
              </a:rPr>
              <a:t>name</a:t>
            </a:r>
            <a:r>
              <a:rPr lang="en-GB" sz="1800" b="0" u="none" strike="noStrike">
                <a:solidFill>
                  <a:srgbClr val="000000"/>
                </a:solidFill>
                <a:uFillTx/>
                <a:latin typeface="Menlo"/>
              </a:rPr>
              <a:t> + </a:t>
            </a:r>
            <a:r>
              <a:rPr lang="en-GB" sz="1800" b="0" u="none" strike="noStrike">
                <a:solidFill>
                  <a:srgbClr val="A31515"/>
                </a:solidFill>
                <a:uFillTx/>
                <a:latin typeface="Menlo"/>
              </a:rPr>
              <a:t>" ist gerne im Dreck"</a:t>
            </a:r>
            <a:r>
              <a:rPr lang="en-GB" sz="1800" b="0" u="none" strike="noStrike">
                <a:solidFill>
                  <a:srgbClr val="000000"/>
                </a:solidFill>
                <a:uFillTx/>
                <a:latin typeface="Menlo"/>
              </a:rPr>
              <a:t>; }</a:t>
            </a:r>
            <a:endParaRPr lang="de-DE" sz="1800" b="0" u="none" strike="noStrike">
              <a:solidFill>
                <a:srgbClr val="000000"/>
              </a:solidFill>
              <a:uFillTx/>
              <a:latin typeface="Arial"/>
            </a:endParaRPr>
          </a:p>
          <a:p>
            <a:pPr marL="457200" defTabSz="914400">
              <a:lnSpc>
                <a:spcPct val="100000"/>
              </a:lnSpc>
            </a:pPr>
            <a:r>
              <a:rPr lang="en-GB" sz="1800" b="0" u="none" strike="noStrike">
                <a:solidFill>
                  <a:srgbClr val="000000"/>
                </a:solidFill>
                <a:uFillTx/>
                <a:latin typeface="Menlo"/>
              </a:rPr>
              <a:t>}</a:t>
            </a:r>
            <a:endParaRPr lang="de-DE" sz="1800" b="0" u="none" strike="noStrike">
              <a:solidFill>
                <a:srgbClr val="000000"/>
              </a:solidFill>
              <a:uFillTx/>
              <a:latin typeface="Arial"/>
            </a:endParaRPr>
          </a:p>
          <a:p>
            <a:pPr marL="457200" defTabSz="914400">
              <a:lnSpc>
                <a:spcPct val="100000"/>
              </a:lnSpc>
            </a:pPr>
            <a:br>
              <a:rPr sz="1800"/>
            </a:br>
            <a:r>
              <a:rPr lang="en-GB" sz="1800" b="0" u="none" strike="noStrike">
                <a:solidFill>
                  <a:srgbClr val="267F99"/>
                </a:solidFill>
                <a:uFillTx/>
                <a:latin typeface="Menlo"/>
              </a:rPr>
              <a:t>console</a:t>
            </a:r>
            <a:r>
              <a:rPr lang="en-GB" sz="1800" b="0" u="none" strike="noStrike">
                <a:solidFill>
                  <a:srgbClr val="000000"/>
                </a:solidFill>
                <a:uFillTx/>
                <a:latin typeface="Menlo"/>
              </a:rPr>
              <a:t>.</a:t>
            </a:r>
            <a:r>
              <a:rPr lang="en-GB" sz="1800" b="0" u="none" strike="noStrike">
                <a:solidFill>
                  <a:srgbClr val="795E26"/>
                </a:solidFill>
                <a:uFillTx/>
                <a:latin typeface="Menlo"/>
              </a:rPr>
              <a:t>log</a:t>
            </a:r>
            <a:r>
              <a:rPr lang="en-GB" sz="1800" b="0" u="none" strike="noStrike">
                <a:solidFill>
                  <a:srgbClr val="000000"/>
                </a:solidFill>
                <a:uFillTx/>
                <a:latin typeface="Menlo"/>
              </a:rPr>
              <a:t>(</a:t>
            </a:r>
            <a:r>
              <a:rPr lang="en-GB" sz="1800" b="0" u="none" strike="noStrike">
                <a:solidFill>
                  <a:srgbClr val="001080"/>
                </a:solidFill>
                <a:uFillTx/>
                <a:latin typeface="Menlo"/>
              </a:rPr>
              <a:t>schweinchenDick</a:t>
            </a:r>
            <a:r>
              <a:rPr lang="en-GB" sz="1800" b="0" u="none" strike="noStrike">
                <a:solidFill>
                  <a:srgbClr val="000000"/>
                </a:solidFill>
                <a:uFillTx/>
                <a:latin typeface="Menlo"/>
              </a:rPr>
              <a:t>.</a:t>
            </a:r>
            <a:r>
              <a:rPr lang="en-GB" sz="1800" b="0" u="none" strike="noStrike">
                <a:solidFill>
                  <a:srgbClr val="795E26"/>
                </a:solidFill>
                <a:uFillTx/>
                <a:latin typeface="Menlo"/>
              </a:rPr>
              <a:t>suhlen</a:t>
            </a:r>
            <a:r>
              <a:rPr lang="en-GB" sz="1800" b="0" u="none" strike="noStrike">
                <a:solidFill>
                  <a:srgbClr val="000000"/>
                </a:solidFill>
                <a:uFillTx/>
                <a:latin typeface="Menlo"/>
              </a:rPr>
              <a:t>());</a:t>
            </a:r>
            <a:endParaRPr lang="de-DE" sz="1800" b="0" u="none" strike="noStrike">
              <a:solidFill>
                <a:srgbClr val="000000"/>
              </a:solidFill>
              <a:uFillTx/>
              <a:latin typeface="Arial"/>
            </a:endParaRPr>
          </a:p>
          <a:p>
            <a:pPr marL="457200" defTabSz="914400">
              <a:lnSpc>
                <a:spcPct val="100000"/>
              </a:lnSpc>
            </a:pPr>
            <a:endParaRPr lang="de-DE" sz="1800" b="0" u="none" strike="noStrike">
              <a:solidFill>
                <a:srgbClr val="000000"/>
              </a:solidFill>
              <a:uFillTx/>
              <a:latin typeface="Arial"/>
            </a:endParaRPr>
          </a:p>
          <a:p>
            <a:pPr marL="457200" defTabSz="914400">
              <a:lnSpc>
                <a:spcPct val="100000"/>
              </a:lnSpc>
            </a:pPr>
            <a:br>
              <a:rPr sz="1800"/>
            </a:br>
            <a:br>
              <a:rPr sz="1800"/>
            </a:br>
            <a:endParaRPr lang="de-DE" sz="1800" b="0" u="none" strike="noStrike">
              <a:solidFill>
                <a:srgbClr val="000000"/>
              </a:solidFill>
              <a:uFillTx/>
              <a:latin typeface="Arial"/>
            </a:endParaRPr>
          </a:p>
        </p:txBody>
      </p:sp>
      <p:sp>
        <p:nvSpPr>
          <p:cNvPr id="331"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en-DE" sz="4400" b="0" u="none" strike="noStrike">
                <a:solidFill>
                  <a:schemeClr val="dk1"/>
                </a:solidFill>
                <a:uFillTx/>
                <a:latin typeface="Calibri Light"/>
              </a:rPr>
              <a:t>Interface Beispiel mit Variable</a:t>
            </a:r>
            <a:endParaRPr lang="de-DE" sz="4400" b="0" u="none" strike="noStrike">
              <a:solidFill>
                <a:srgbClr val="000000"/>
              </a:solidFill>
              <a:uFillTx/>
              <a:latin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en-DE" sz="4400" b="0" u="none" strike="noStrike">
                <a:solidFill>
                  <a:schemeClr val="dk1"/>
                </a:solidFill>
                <a:uFillTx/>
                <a:latin typeface="Calibri Light"/>
              </a:rPr>
              <a:t>Inline Interface Def</a:t>
            </a:r>
            <a:endParaRPr lang="de-DE" sz="4400" b="0" u="none" strike="noStrike">
              <a:solidFill>
                <a:srgbClr val="000000"/>
              </a:solidFill>
              <a:uFillTx/>
              <a:latin typeface="Arial"/>
            </a:endParaRPr>
          </a:p>
        </p:txBody>
      </p:sp>
      <p:sp>
        <p:nvSpPr>
          <p:cNvPr id="333" name="Rectangle 2"/>
          <p:cNvSpPr/>
          <p:nvPr/>
        </p:nvSpPr>
        <p:spPr>
          <a:xfrm>
            <a:off x="2683080" y="2828880"/>
            <a:ext cx="6459480" cy="1186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GB" sz="1800" b="0" u="none" strike="noStrike">
                <a:solidFill>
                  <a:srgbClr val="0000FF"/>
                </a:solidFill>
                <a:uFillTx/>
                <a:latin typeface="Menlo"/>
              </a:rPr>
              <a:t>function</a:t>
            </a:r>
            <a:r>
              <a:rPr lang="en-GB" sz="1800" b="0" u="none" strike="noStrike">
                <a:solidFill>
                  <a:srgbClr val="000000"/>
                </a:solidFill>
                <a:uFillTx/>
                <a:latin typeface="Menlo"/>
              </a:rPr>
              <a:t> </a:t>
            </a:r>
            <a:r>
              <a:rPr lang="en-GB" sz="1800" b="0" u="none" strike="noStrike">
                <a:solidFill>
                  <a:srgbClr val="795E26"/>
                </a:solidFill>
                <a:uFillTx/>
                <a:latin typeface="Menlo"/>
              </a:rPr>
              <a:t>printName</a:t>
            </a:r>
            <a:r>
              <a:rPr lang="en-GB" sz="1800" b="0" u="none" strike="noStrike">
                <a:solidFill>
                  <a:srgbClr val="000000"/>
                </a:solidFill>
                <a:uFillTx/>
                <a:latin typeface="Menlo"/>
              </a:rPr>
              <a:t>(</a:t>
            </a:r>
            <a:r>
              <a:rPr lang="en-GB" sz="1800" b="0" u="none" strike="noStrike">
                <a:solidFill>
                  <a:srgbClr val="001080"/>
                </a:solidFill>
                <a:uFillTx/>
                <a:latin typeface="Menlo"/>
              </a:rPr>
              <a:t>named</a:t>
            </a:r>
            <a:r>
              <a:rPr lang="en-GB" sz="1800" b="0" u="none" strike="noStrike">
                <a:solidFill>
                  <a:srgbClr val="000000"/>
                </a:solidFill>
                <a:uFillTx/>
                <a:latin typeface="Menlo"/>
              </a:rPr>
              <a:t> : {</a:t>
            </a:r>
            <a:r>
              <a:rPr lang="en-GB" sz="1800" b="0" u="none" strike="noStrike">
                <a:solidFill>
                  <a:srgbClr val="001080"/>
                </a:solidFill>
                <a:uFillTx/>
                <a:latin typeface="Menlo"/>
              </a:rPr>
              <a:t>name</a:t>
            </a:r>
            <a:r>
              <a:rPr lang="en-GB" sz="1800" b="0" u="none" strike="noStrike">
                <a:solidFill>
                  <a:srgbClr val="000000"/>
                </a:solidFill>
                <a:uFillTx/>
                <a:latin typeface="Menlo"/>
              </a:rPr>
              <a:t>:</a:t>
            </a:r>
            <a:r>
              <a:rPr lang="en-GB" sz="1800" b="0" u="none" strike="noStrike">
                <a:solidFill>
                  <a:srgbClr val="267F99"/>
                </a:solidFill>
                <a:uFillTx/>
                <a:latin typeface="Menlo"/>
              </a:rPr>
              <a:t>String</a:t>
            </a:r>
            <a:r>
              <a:rPr lang="en-GB" sz="1800" b="0" u="none" strike="noStrike">
                <a:solidFill>
                  <a:srgbClr val="000000"/>
                </a:solidFill>
                <a:uFillTx/>
                <a:latin typeface="Menlo"/>
              </a:rPr>
              <a:t>}){</a:t>
            </a:r>
            <a:endParaRPr lang="de-DE" sz="1800" b="0" u="none" strike="noStrike">
              <a:solidFill>
                <a:srgbClr val="000000"/>
              </a:solidFill>
              <a:uFillTx/>
              <a:latin typeface="Arial"/>
            </a:endParaRPr>
          </a:p>
          <a:p>
            <a:pPr defTabSz="914400">
              <a:lnSpc>
                <a:spcPct val="100000"/>
              </a:lnSpc>
            </a:pPr>
            <a:r>
              <a:rPr lang="en-GB" sz="1800" b="0" u="none" strike="noStrike">
                <a:solidFill>
                  <a:srgbClr val="267F99"/>
                </a:solidFill>
                <a:uFillTx/>
                <a:latin typeface="Menlo"/>
              </a:rPr>
              <a:t>	console</a:t>
            </a:r>
            <a:r>
              <a:rPr lang="en-GB" sz="1800" b="0" u="none" strike="noStrike">
                <a:solidFill>
                  <a:srgbClr val="000000"/>
                </a:solidFill>
                <a:uFillTx/>
                <a:latin typeface="Menlo"/>
              </a:rPr>
              <a:t>.</a:t>
            </a:r>
            <a:r>
              <a:rPr lang="en-GB" sz="1800" b="0" u="none" strike="noStrike">
                <a:solidFill>
                  <a:srgbClr val="795E26"/>
                </a:solidFill>
                <a:uFillTx/>
                <a:latin typeface="Menlo"/>
              </a:rPr>
              <a:t>log</a:t>
            </a:r>
            <a:r>
              <a:rPr lang="en-GB" sz="1800" b="0" u="none" strike="noStrike">
                <a:solidFill>
                  <a:srgbClr val="000000"/>
                </a:solidFill>
                <a:uFillTx/>
                <a:latin typeface="Menlo"/>
              </a:rPr>
              <a:t>(</a:t>
            </a:r>
            <a:r>
              <a:rPr lang="en-GB" sz="1800" b="0" u="none" strike="noStrike">
                <a:solidFill>
                  <a:srgbClr val="001080"/>
                </a:solidFill>
                <a:uFillTx/>
                <a:latin typeface="Menlo"/>
              </a:rPr>
              <a:t>named</a:t>
            </a:r>
            <a:r>
              <a:rPr lang="en-GB" sz="1800" b="0" u="none" strike="noStrike">
                <a:solidFill>
                  <a:srgbClr val="000000"/>
                </a:solidFill>
                <a:uFillTx/>
                <a:latin typeface="Menlo"/>
              </a:rPr>
              <a:t>.</a:t>
            </a:r>
            <a:r>
              <a:rPr lang="en-GB" sz="1800" b="0" u="none" strike="noStrike">
                <a:solidFill>
                  <a:srgbClr val="001080"/>
                </a:solidFill>
                <a:uFillTx/>
                <a:latin typeface="Menlo"/>
              </a:rPr>
              <a:t>name</a:t>
            </a:r>
            <a:r>
              <a:rPr lang="en-GB" sz="1800" b="0" u="none" strike="noStrike">
                <a:solidFill>
                  <a:srgbClr val="000000"/>
                </a:solidFill>
                <a:uFillTx/>
                <a:latin typeface="Menlo"/>
              </a:rPr>
              <a:t>);</a:t>
            </a:r>
            <a:endParaRPr lang="de-DE" sz="1800" b="0" u="none" strike="noStrike">
              <a:solidFill>
                <a:srgbClr val="000000"/>
              </a:solidFill>
              <a:uFillTx/>
              <a:latin typeface="Arial"/>
            </a:endParaRPr>
          </a:p>
          <a:p>
            <a:pPr defTabSz="914400">
              <a:lnSpc>
                <a:spcPct val="100000"/>
              </a:lnSpc>
            </a:pPr>
            <a:r>
              <a:rPr lang="en-GB" sz="1800" b="0" u="none" strike="noStrike">
                <a:solidFill>
                  <a:srgbClr val="000000"/>
                </a:solidFill>
                <a:uFillTx/>
                <a:latin typeface="Menlo"/>
              </a:rPr>
              <a:t>}</a:t>
            </a:r>
            <a:endParaRPr lang="de-DE" sz="1800" b="0" u="none" strike="noStrike">
              <a:solidFill>
                <a:srgbClr val="000000"/>
              </a:solidFill>
              <a:uFillTx/>
              <a:latin typeface="Arial"/>
            </a:endParaRPr>
          </a:p>
          <a:p>
            <a:pPr defTabSz="914400">
              <a:lnSpc>
                <a:spcPct val="100000"/>
              </a:lnSpc>
            </a:pPr>
            <a:r>
              <a:rPr lang="en-GB" sz="1800" b="0" u="none" strike="noStrike">
                <a:solidFill>
                  <a:srgbClr val="795E26"/>
                </a:solidFill>
                <a:uFillTx/>
                <a:latin typeface="Menlo"/>
              </a:rPr>
              <a:t>printName</a:t>
            </a:r>
            <a:r>
              <a:rPr lang="en-GB" sz="1800" b="0" u="none" strike="noStrike">
                <a:solidFill>
                  <a:srgbClr val="000000"/>
                </a:solidFill>
                <a:uFillTx/>
                <a:latin typeface="Menlo"/>
              </a:rPr>
              <a:t>(</a:t>
            </a:r>
            <a:r>
              <a:rPr lang="en-GB" sz="1800" b="0" u="none" strike="noStrike">
                <a:solidFill>
                  <a:srgbClr val="001080"/>
                </a:solidFill>
                <a:uFillTx/>
                <a:latin typeface="Menlo"/>
              </a:rPr>
              <a:t>schweinchenDick</a:t>
            </a:r>
            <a:r>
              <a:rPr lang="en-GB" sz="1800" b="0" u="none" strike="noStrike">
                <a:solidFill>
                  <a:srgbClr val="000000"/>
                </a:solidFill>
                <a:uFillTx/>
                <a:latin typeface="Menlo"/>
              </a:rPr>
              <a:t>);</a:t>
            </a:r>
            <a:endParaRPr lang="de-DE" sz="1800" b="0" u="none" strike="noStrike">
              <a:solidFill>
                <a:srgbClr val="000000"/>
              </a:solidFill>
              <a:uFillTx/>
              <a:latin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en-DE" sz="4400" b="0" u="none" strike="noStrike">
                <a:solidFill>
                  <a:schemeClr val="dk1"/>
                </a:solidFill>
                <a:uFillTx/>
                <a:latin typeface="Calibri Light"/>
              </a:rPr>
              <a:t>Optional und Readonly</a:t>
            </a:r>
            <a:endParaRPr lang="de-DE" sz="4400" b="0" u="none" strike="noStrike">
              <a:solidFill>
                <a:srgbClr val="000000"/>
              </a:solidFill>
              <a:uFillTx/>
              <a:latin typeface="Arial"/>
            </a:endParaRPr>
          </a:p>
        </p:txBody>
      </p:sp>
      <p:sp>
        <p:nvSpPr>
          <p:cNvPr id="335" name="Rectangle 2"/>
          <p:cNvSpPr/>
          <p:nvPr/>
        </p:nvSpPr>
        <p:spPr>
          <a:xfrm>
            <a:off x="1154880" y="3285360"/>
            <a:ext cx="8938080" cy="2284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br>
              <a:rPr sz="1800"/>
            </a:br>
            <a:r>
              <a:rPr lang="en-GB" sz="1800" b="0" u="none" strike="noStrike">
                <a:solidFill>
                  <a:srgbClr val="0000FF"/>
                </a:solidFill>
                <a:uFillTx/>
                <a:latin typeface="Menlo"/>
              </a:rPr>
              <a:t>interface</a:t>
            </a:r>
            <a:r>
              <a:rPr lang="en-GB" sz="1800" b="0" u="none" strike="noStrike">
                <a:solidFill>
                  <a:srgbClr val="000000"/>
                </a:solidFill>
                <a:uFillTx/>
                <a:latin typeface="Menlo"/>
              </a:rPr>
              <a:t> </a:t>
            </a:r>
            <a:r>
              <a:rPr lang="en-GB" sz="1800" b="0" u="none" strike="noStrike">
                <a:solidFill>
                  <a:srgbClr val="267F99"/>
                </a:solidFill>
                <a:uFillTx/>
                <a:latin typeface="Menlo"/>
              </a:rPr>
              <a:t>Animal</a:t>
            </a:r>
            <a:r>
              <a:rPr lang="en-GB" sz="1800" b="0" u="none" strike="noStrike">
                <a:solidFill>
                  <a:srgbClr val="000000"/>
                </a:solidFill>
                <a:uFillTx/>
                <a:latin typeface="Menlo"/>
              </a:rPr>
              <a:t>{</a:t>
            </a:r>
            <a:endParaRPr lang="de-DE" sz="1800" b="0" u="none" strike="noStrike">
              <a:solidFill>
                <a:srgbClr val="000000"/>
              </a:solidFill>
              <a:uFillTx/>
              <a:latin typeface="Arial"/>
            </a:endParaRPr>
          </a:p>
          <a:p>
            <a:pPr defTabSz="914400">
              <a:lnSpc>
                <a:spcPct val="100000"/>
              </a:lnSpc>
            </a:pPr>
            <a:r>
              <a:rPr lang="en-GB" sz="1800" b="0" u="none" strike="noStrike">
                <a:solidFill>
                  <a:srgbClr val="0000FF"/>
                </a:solidFill>
                <a:uFillTx/>
                <a:latin typeface="Menlo"/>
              </a:rPr>
              <a:t>	readonly</a:t>
            </a:r>
            <a:r>
              <a:rPr lang="en-GB" sz="1800" b="0" u="none" strike="noStrike">
                <a:solidFill>
                  <a:srgbClr val="000000"/>
                </a:solidFill>
                <a:uFillTx/>
                <a:latin typeface="Menlo"/>
              </a:rPr>
              <a:t> </a:t>
            </a:r>
            <a:r>
              <a:rPr lang="en-GB" sz="1800" b="0" u="none" strike="noStrike">
                <a:solidFill>
                  <a:srgbClr val="001080"/>
                </a:solidFill>
                <a:uFillTx/>
                <a:latin typeface="Menlo"/>
              </a:rPr>
              <a:t>name</a:t>
            </a:r>
            <a:r>
              <a:rPr lang="en-GB" sz="1800" b="0" u="none" strike="noStrike">
                <a:solidFill>
                  <a:srgbClr val="000000"/>
                </a:solidFill>
                <a:uFillTx/>
                <a:latin typeface="Menlo"/>
              </a:rPr>
              <a:t>: </a:t>
            </a:r>
            <a:r>
              <a:rPr lang="en-GB" sz="1800" b="0" u="none" strike="noStrike">
                <a:solidFill>
                  <a:srgbClr val="267F99"/>
                </a:solidFill>
                <a:uFillTx/>
                <a:latin typeface="Menlo"/>
              </a:rPr>
              <a:t>String</a:t>
            </a:r>
            <a:r>
              <a:rPr lang="en-GB" sz="1800" b="0" u="none" strike="noStrike">
                <a:solidFill>
                  <a:srgbClr val="000000"/>
                </a:solidFill>
                <a:uFillTx/>
                <a:latin typeface="Menlo"/>
              </a:rPr>
              <a:t>,</a:t>
            </a:r>
            <a:endParaRPr lang="de-DE" sz="1800" b="0" u="none" strike="noStrike">
              <a:solidFill>
                <a:srgbClr val="000000"/>
              </a:solidFill>
              <a:uFillTx/>
              <a:latin typeface="Arial"/>
            </a:endParaRPr>
          </a:p>
          <a:p>
            <a:pPr defTabSz="914400">
              <a:lnSpc>
                <a:spcPct val="100000"/>
              </a:lnSpc>
            </a:pPr>
            <a:r>
              <a:rPr lang="en-GB" sz="1800" b="0" u="none" strike="noStrike">
                <a:solidFill>
                  <a:srgbClr val="001080"/>
                </a:solidFill>
                <a:uFillTx/>
                <a:latin typeface="Menlo"/>
              </a:rPr>
              <a:t>	weight</a:t>
            </a:r>
            <a:r>
              <a:rPr lang="en-GB" sz="1800" b="0" u="none" strike="noStrike">
                <a:solidFill>
                  <a:srgbClr val="000000"/>
                </a:solidFill>
                <a:uFillTx/>
                <a:latin typeface="Menlo"/>
              </a:rPr>
              <a:t>?: </a:t>
            </a:r>
            <a:r>
              <a:rPr lang="en-GB" sz="1800" b="0" u="none" strike="noStrike">
                <a:solidFill>
                  <a:srgbClr val="267F99"/>
                </a:solidFill>
                <a:uFillTx/>
                <a:latin typeface="Menlo"/>
              </a:rPr>
              <a:t>number</a:t>
            </a:r>
            <a:r>
              <a:rPr lang="en-GB" sz="1800" b="0" u="none" strike="noStrike">
                <a:solidFill>
                  <a:srgbClr val="000000"/>
                </a:solidFill>
                <a:uFillTx/>
                <a:latin typeface="Menlo"/>
              </a:rPr>
              <a:t>;</a:t>
            </a:r>
            <a:endParaRPr lang="de-DE" sz="1800" b="0" u="none" strike="noStrike">
              <a:solidFill>
                <a:srgbClr val="000000"/>
              </a:solidFill>
              <a:uFillTx/>
              <a:latin typeface="Arial"/>
            </a:endParaRPr>
          </a:p>
          <a:p>
            <a:pPr defTabSz="914400">
              <a:lnSpc>
                <a:spcPct val="100000"/>
              </a:lnSpc>
            </a:pPr>
            <a:r>
              <a:rPr lang="en-GB" sz="1800" b="0" u="none" strike="noStrike">
                <a:solidFill>
                  <a:srgbClr val="000000"/>
                </a:solidFill>
                <a:uFillTx/>
                <a:latin typeface="Menlo"/>
              </a:rPr>
              <a:t>}</a:t>
            </a:r>
            <a:endParaRPr lang="de-DE" sz="1800" b="0" u="none" strike="noStrike">
              <a:solidFill>
                <a:srgbClr val="000000"/>
              </a:solidFill>
              <a:uFillTx/>
              <a:latin typeface="Arial"/>
            </a:endParaRPr>
          </a:p>
          <a:p>
            <a:pPr defTabSz="914400">
              <a:lnSpc>
                <a:spcPct val="100000"/>
              </a:lnSpc>
            </a:pPr>
            <a:br>
              <a:rPr sz="1800"/>
            </a:br>
            <a:r>
              <a:rPr lang="en-GB" sz="1800" b="0" u="none" strike="noStrike">
                <a:solidFill>
                  <a:srgbClr val="0000FF"/>
                </a:solidFill>
                <a:uFillTx/>
                <a:latin typeface="Menlo"/>
              </a:rPr>
              <a:t>var</a:t>
            </a:r>
            <a:r>
              <a:rPr lang="en-GB" sz="1800" b="0" u="none" strike="noStrike">
                <a:solidFill>
                  <a:srgbClr val="000000"/>
                </a:solidFill>
                <a:uFillTx/>
                <a:latin typeface="Menlo"/>
              </a:rPr>
              <a:t> </a:t>
            </a:r>
            <a:r>
              <a:rPr lang="en-GB" sz="1800" b="0" u="none" strike="noStrike">
                <a:solidFill>
                  <a:srgbClr val="001080"/>
                </a:solidFill>
                <a:uFillTx/>
                <a:latin typeface="Menlo"/>
              </a:rPr>
              <a:t>missPiggy2</a:t>
            </a:r>
            <a:r>
              <a:rPr lang="en-GB" sz="1800" b="0" u="none" strike="noStrike">
                <a:solidFill>
                  <a:srgbClr val="000000"/>
                </a:solidFill>
                <a:uFillTx/>
                <a:latin typeface="Menlo"/>
              </a:rPr>
              <a:t> : </a:t>
            </a:r>
            <a:r>
              <a:rPr lang="en-GB" sz="1800" b="0" u="none" strike="noStrike">
                <a:solidFill>
                  <a:srgbClr val="267F99"/>
                </a:solidFill>
                <a:uFillTx/>
                <a:latin typeface="Menlo"/>
              </a:rPr>
              <a:t>Animal</a:t>
            </a:r>
            <a:r>
              <a:rPr lang="en-GB" sz="1800" b="0" u="none" strike="noStrike">
                <a:solidFill>
                  <a:srgbClr val="000000"/>
                </a:solidFill>
                <a:uFillTx/>
                <a:latin typeface="Menlo"/>
              </a:rPr>
              <a:t> = { </a:t>
            </a:r>
            <a:r>
              <a:rPr lang="en-GB" sz="1800" b="0" u="none" strike="noStrike">
                <a:solidFill>
                  <a:srgbClr val="001080"/>
                </a:solidFill>
                <a:uFillTx/>
                <a:latin typeface="Menlo"/>
              </a:rPr>
              <a:t>name:</a:t>
            </a:r>
            <a:r>
              <a:rPr lang="en-GB" sz="1800" b="0" u="none" strike="noStrike">
                <a:solidFill>
                  <a:srgbClr val="000000"/>
                </a:solidFill>
                <a:uFillTx/>
                <a:latin typeface="Menlo"/>
              </a:rPr>
              <a:t> </a:t>
            </a:r>
            <a:r>
              <a:rPr lang="en-GB" sz="1800" b="0" u="none" strike="noStrike">
                <a:solidFill>
                  <a:srgbClr val="A31515"/>
                </a:solidFill>
                <a:uFillTx/>
                <a:latin typeface="Menlo"/>
              </a:rPr>
              <a:t>"Miss Piggy"</a:t>
            </a:r>
            <a:r>
              <a:rPr lang="en-GB" sz="1800" b="0" u="none" strike="noStrike">
                <a:solidFill>
                  <a:srgbClr val="000000"/>
                </a:solidFill>
                <a:uFillTx/>
                <a:latin typeface="Menlo"/>
              </a:rPr>
              <a:t>};</a:t>
            </a:r>
            <a:endParaRPr lang="de-DE" sz="1800" b="0" u="none" strike="noStrike">
              <a:solidFill>
                <a:srgbClr val="000000"/>
              </a:solidFill>
              <a:uFillTx/>
              <a:latin typeface="Arial"/>
            </a:endParaRPr>
          </a:p>
          <a:p>
            <a:pPr defTabSz="914400">
              <a:lnSpc>
                <a:spcPct val="100000"/>
              </a:lnSpc>
            </a:pPr>
            <a:r>
              <a:rPr lang="en-GB" sz="1800" b="0" u="none" strike="noStrike">
                <a:solidFill>
                  <a:srgbClr val="0000FF"/>
                </a:solidFill>
                <a:uFillTx/>
                <a:latin typeface="Menlo"/>
              </a:rPr>
              <a:t>var</a:t>
            </a:r>
            <a:r>
              <a:rPr lang="en-GB" sz="1800" b="0" u="none" strike="noStrike">
                <a:solidFill>
                  <a:srgbClr val="000000"/>
                </a:solidFill>
                <a:uFillTx/>
                <a:latin typeface="Menlo"/>
              </a:rPr>
              <a:t> </a:t>
            </a:r>
            <a:r>
              <a:rPr lang="en-GB" sz="1800" b="0" u="none" strike="noStrike">
                <a:solidFill>
                  <a:srgbClr val="001080"/>
                </a:solidFill>
                <a:uFillTx/>
                <a:latin typeface="Menlo"/>
              </a:rPr>
              <a:t>missPiggy2_1</a:t>
            </a:r>
            <a:r>
              <a:rPr lang="en-GB" sz="1800" b="0" u="none" strike="noStrike">
                <a:solidFill>
                  <a:srgbClr val="000000"/>
                </a:solidFill>
                <a:uFillTx/>
                <a:latin typeface="Menlo"/>
              </a:rPr>
              <a:t> : </a:t>
            </a:r>
            <a:r>
              <a:rPr lang="en-GB" sz="1800" b="0" u="none" strike="noStrike">
                <a:solidFill>
                  <a:srgbClr val="267F99"/>
                </a:solidFill>
                <a:uFillTx/>
                <a:latin typeface="Menlo"/>
              </a:rPr>
              <a:t>Animal</a:t>
            </a:r>
            <a:r>
              <a:rPr lang="en-GB" sz="1800" b="0" u="none" strike="noStrike">
                <a:solidFill>
                  <a:srgbClr val="000000"/>
                </a:solidFill>
                <a:uFillTx/>
                <a:latin typeface="Menlo"/>
              </a:rPr>
              <a:t> = { </a:t>
            </a:r>
            <a:r>
              <a:rPr lang="en-GB" sz="1800" b="0" u="none" strike="noStrike">
                <a:solidFill>
                  <a:srgbClr val="001080"/>
                </a:solidFill>
                <a:uFillTx/>
                <a:latin typeface="Menlo"/>
              </a:rPr>
              <a:t>name:</a:t>
            </a:r>
            <a:r>
              <a:rPr lang="en-GB" sz="1800" b="0" u="none" strike="noStrike">
                <a:solidFill>
                  <a:srgbClr val="000000"/>
                </a:solidFill>
                <a:uFillTx/>
                <a:latin typeface="Menlo"/>
              </a:rPr>
              <a:t> </a:t>
            </a:r>
            <a:r>
              <a:rPr lang="en-GB" sz="1800" b="0" u="none" strike="noStrike">
                <a:solidFill>
                  <a:srgbClr val="A31515"/>
                </a:solidFill>
                <a:uFillTx/>
                <a:latin typeface="Menlo"/>
              </a:rPr>
              <a:t>"Miss Piggy"</a:t>
            </a:r>
            <a:r>
              <a:rPr lang="en-GB" sz="1800" b="0" u="none" strike="noStrike">
                <a:solidFill>
                  <a:srgbClr val="000000"/>
                </a:solidFill>
                <a:uFillTx/>
                <a:latin typeface="Menlo"/>
              </a:rPr>
              <a:t>, </a:t>
            </a:r>
            <a:r>
              <a:rPr lang="en-GB" sz="1800" b="0" u="none" strike="noStrike">
                <a:solidFill>
                  <a:srgbClr val="001080"/>
                </a:solidFill>
                <a:uFillTx/>
                <a:latin typeface="Menlo"/>
              </a:rPr>
              <a:t>weight:</a:t>
            </a:r>
            <a:r>
              <a:rPr lang="en-GB" sz="1800" b="0" u="none" strike="noStrike">
                <a:solidFill>
                  <a:srgbClr val="000000"/>
                </a:solidFill>
                <a:uFillTx/>
                <a:latin typeface="Menlo"/>
              </a:rPr>
              <a:t> </a:t>
            </a:r>
            <a:r>
              <a:rPr lang="en-GB" sz="1800" b="0" u="none" strike="noStrike">
                <a:solidFill>
                  <a:srgbClr val="098658"/>
                </a:solidFill>
                <a:uFillTx/>
                <a:latin typeface="Menlo"/>
              </a:rPr>
              <a:t>100</a:t>
            </a:r>
            <a:r>
              <a:rPr lang="en-GB" sz="1800" b="0" u="none" strike="noStrike">
                <a:solidFill>
                  <a:srgbClr val="000000"/>
                </a:solidFill>
                <a:uFillTx/>
                <a:latin typeface="Menlo"/>
              </a:rPr>
              <a:t>};</a:t>
            </a:r>
            <a:endParaRPr lang="de-DE" sz="1800" b="0" u="none" strike="noStrike">
              <a:solidFill>
                <a:srgbClr val="000000"/>
              </a:solidFill>
              <a:uFillTx/>
              <a:latin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 name="PlaceHolder 1"/>
          <p:cNvSpPr>
            <a:spLocks noGrp="1"/>
          </p:cNvSpPr>
          <p:nvPr>
            <p:ph type="title"/>
          </p:nvPr>
        </p:nvSpPr>
        <p:spPr>
          <a:xfrm>
            <a:off x="838080" y="963720"/>
            <a:ext cx="3493080" cy="4928760"/>
          </a:xfrm>
          <a:prstGeom prst="rect">
            <a:avLst/>
          </a:prstGeom>
          <a:noFill/>
          <a:ln w="0">
            <a:noFill/>
          </a:ln>
        </p:spPr>
        <p:txBody>
          <a:bodyPr lIns="91440" tIns="45720" rIns="91440" bIns="45720" anchor="ctr">
            <a:normAutofit/>
          </a:bodyPr>
          <a:lstStyle/>
          <a:p>
            <a:pPr indent="0" algn="r" defTabSz="914400">
              <a:lnSpc>
                <a:spcPct val="90000"/>
              </a:lnSpc>
              <a:buNone/>
              <a:tabLst>
                <a:tab pos="0" algn="l"/>
              </a:tabLst>
            </a:pPr>
            <a:r>
              <a:rPr lang="de-DE" sz="4400" b="0" u="none" strike="noStrike">
                <a:solidFill>
                  <a:schemeClr val="accent1"/>
                </a:solidFill>
                <a:uFillTx/>
                <a:latin typeface="Calibri Light"/>
              </a:rPr>
              <a:t>Klassen deklarieren</a:t>
            </a:r>
            <a:endParaRPr lang="de-DE" sz="4400" b="0" u="none" strike="noStrike">
              <a:solidFill>
                <a:srgbClr val="000000"/>
              </a:solidFill>
              <a:uFillTx/>
              <a:latin typeface="Arial"/>
            </a:endParaRPr>
          </a:p>
        </p:txBody>
      </p:sp>
      <p:sp>
        <p:nvSpPr>
          <p:cNvPr id="337" name="PlaceHolder 2"/>
          <p:cNvSpPr>
            <a:spLocks noGrp="1"/>
          </p:cNvSpPr>
          <p:nvPr>
            <p:ph/>
          </p:nvPr>
        </p:nvSpPr>
        <p:spPr>
          <a:xfrm>
            <a:off x="4975920" y="963720"/>
            <a:ext cx="6376320" cy="4928760"/>
          </a:xfrm>
          <a:prstGeom prst="rect">
            <a:avLst/>
          </a:prstGeom>
          <a:noFill/>
          <a:ln w="0">
            <a:noFill/>
          </a:ln>
        </p:spPr>
        <p:txBody>
          <a:bodyPr lIns="91440" tIns="45720" rIns="91440" bIns="45720" anchor="ctr">
            <a:normAutofit/>
          </a:bodyPr>
          <a:lstStyle/>
          <a:p>
            <a:pPr indent="0" defTabSz="914400">
              <a:lnSpc>
                <a:spcPct val="90000"/>
              </a:lnSpc>
              <a:spcBef>
                <a:spcPts val="1001"/>
              </a:spcBef>
              <a:buNone/>
              <a:tabLst>
                <a:tab pos="0" algn="l"/>
              </a:tabLst>
            </a:pPr>
            <a:r>
              <a:rPr lang="en-GB" sz="2400" b="0" u="none" strike="noStrike">
                <a:solidFill>
                  <a:schemeClr val="dk1"/>
                </a:solidFill>
                <a:uFillTx/>
                <a:latin typeface="Calibri"/>
              </a:rPr>
              <a:t>	class class_name { </a:t>
            </a:r>
            <a:endParaRPr lang="de-DE" sz="2400" b="0" u="none" strike="noStrike">
              <a:solidFill>
                <a:srgbClr val="000000"/>
              </a:solidFill>
              <a:uFillTx/>
              <a:latin typeface="Arial"/>
            </a:endParaRPr>
          </a:p>
          <a:p>
            <a:pPr indent="0" defTabSz="914400">
              <a:lnSpc>
                <a:spcPct val="90000"/>
              </a:lnSpc>
              <a:spcBef>
                <a:spcPts val="1001"/>
              </a:spcBef>
              <a:buNone/>
              <a:tabLst>
                <a:tab pos="0" algn="l"/>
              </a:tabLst>
            </a:pPr>
            <a:r>
              <a:rPr lang="en-GB" sz="2400" b="0" u="none" strike="noStrike">
                <a:solidFill>
                  <a:schemeClr val="dk1"/>
                </a:solidFill>
                <a:uFillTx/>
                <a:latin typeface="Calibri"/>
              </a:rPr>
              <a:t>		//class scope </a:t>
            </a:r>
            <a:endParaRPr lang="de-DE" sz="2400" b="0" u="none" strike="noStrike">
              <a:solidFill>
                <a:srgbClr val="000000"/>
              </a:solidFill>
              <a:uFillTx/>
              <a:latin typeface="Arial"/>
            </a:endParaRPr>
          </a:p>
          <a:p>
            <a:pPr indent="0" defTabSz="914400">
              <a:lnSpc>
                <a:spcPct val="90000"/>
              </a:lnSpc>
              <a:spcBef>
                <a:spcPts val="1001"/>
              </a:spcBef>
              <a:buNone/>
              <a:tabLst>
                <a:tab pos="0" algn="l"/>
              </a:tabLst>
            </a:pPr>
            <a:r>
              <a:rPr lang="en-GB" sz="2400" b="0" u="none" strike="noStrike">
                <a:solidFill>
                  <a:schemeClr val="dk1"/>
                </a:solidFill>
                <a:uFillTx/>
                <a:latin typeface="Calibri"/>
              </a:rPr>
              <a:t>	}</a:t>
            </a:r>
            <a:endParaRPr lang="de-DE" sz="2400" b="0" u="none" strike="noStrike">
              <a:solidFill>
                <a:srgbClr val="000000"/>
              </a:solidFill>
              <a:uFillTx/>
              <a:latin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en-DE" sz="4400" b="0" u="none" strike="noStrike">
                <a:solidFill>
                  <a:schemeClr val="dk1"/>
                </a:solidFill>
                <a:uFillTx/>
                <a:latin typeface="Calibri Light"/>
              </a:rPr>
              <a:t>Member von Klassen</a:t>
            </a:r>
            <a:endParaRPr lang="de-DE" sz="4400" b="0" u="none" strike="noStrike">
              <a:solidFill>
                <a:srgbClr val="000000"/>
              </a:solidFill>
              <a:uFillTx/>
              <a:latin typeface="Arial"/>
            </a:endParaRPr>
          </a:p>
        </p:txBody>
      </p:sp>
      <p:graphicFrame>
        <p:nvGraphicFramePr>
          <p:cNvPr id="5" name="Diagram5"/>
          <p:cNvGraphicFramePr/>
          <p:nvPr>
            <p:extLst>
              <p:ext uri="{D42A27DB-BD31-4B8C-83A1-F6EECF244321}">
                <p14:modId xmlns:p14="http://schemas.microsoft.com/office/powerpoint/2010/main" val="1693529396"/>
              </p:ext>
            </p:extLst>
          </p:nvPr>
        </p:nvGraphicFramePr>
        <p:xfrm>
          <a:off x="838080" y="1825560"/>
          <a:ext cx="10514160" cy="43498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en-DE" sz="4400" b="0" u="none" strike="noStrike">
                <a:solidFill>
                  <a:schemeClr val="dk1"/>
                </a:solidFill>
                <a:uFillTx/>
                <a:latin typeface="Calibri Light"/>
              </a:rPr>
              <a:t>Klassen Definition</a:t>
            </a:r>
            <a:endParaRPr lang="de-DE" sz="4400" b="0" u="none" strike="noStrike">
              <a:solidFill>
                <a:srgbClr val="000000"/>
              </a:solidFill>
              <a:uFillTx/>
              <a:latin typeface="Arial"/>
            </a:endParaRPr>
          </a:p>
        </p:txBody>
      </p:sp>
      <p:sp>
        <p:nvSpPr>
          <p:cNvPr id="340"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fontScale="92500" lnSpcReduction="9999"/>
          </a:bodyPr>
          <a:lstStyle/>
          <a:p>
            <a:pPr indent="0" defTabSz="914400">
              <a:lnSpc>
                <a:spcPct val="90000"/>
              </a:lnSpc>
              <a:spcBef>
                <a:spcPts val="1001"/>
              </a:spcBef>
              <a:buNone/>
              <a:tabLst>
                <a:tab pos="0" algn="l"/>
              </a:tabLst>
            </a:pP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en-GB" sz="2800" b="0" u="none" strike="noStrike">
                <a:solidFill>
                  <a:srgbClr val="0000FF"/>
                </a:solidFill>
                <a:uFillTx/>
                <a:latin typeface="Menlo"/>
              </a:rPr>
              <a:t>class</a:t>
            </a:r>
            <a:r>
              <a:rPr lang="en-GB" sz="2800" b="0" u="none" strike="noStrike">
                <a:solidFill>
                  <a:srgbClr val="000000"/>
                </a:solidFill>
                <a:uFillTx/>
                <a:latin typeface="Menlo"/>
              </a:rPr>
              <a:t> </a:t>
            </a:r>
            <a:r>
              <a:rPr lang="en-GB" sz="2800" b="0" u="none" strike="noStrike">
                <a:solidFill>
                  <a:srgbClr val="267F99"/>
                </a:solidFill>
                <a:uFillTx/>
                <a:latin typeface="Menlo"/>
              </a:rPr>
              <a:t>Schwein</a:t>
            </a:r>
            <a:r>
              <a:rPr lang="en-GB" sz="2800" b="0" u="none" strike="noStrike">
                <a:solidFill>
                  <a:srgbClr val="000000"/>
                </a:solidFill>
                <a:uFillTx/>
                <a:latin typeface="Menlo"/>
              </a:rPr>
              <a:t>{</a:t>
            </a:r>
            <a:endParaRPr lang="de-DE" sz="2800" b="0" u="none" strike="noStrike">
              <a:solidFill>
                <a:srgbClr val="000000"/>
              </a:solidFill>
              <a:uFillTx/>
              <a:latin typeface="Arial"/>
            </a:endParaRPr>
          </a:p>
          <a:p>
            <a:pPr marL="457200" indent="0" defTabSz="914400">
              <a:lnSpc>
                <a:spcPct val="90000"/>
              </a:lnSpc>
              <a:spcBef>
                <a:spcPts val="499"/>
              </a:spcBef>
              <a:buNone/>
              <a:tabLst>
                <a:tab pos="0" algn="l"/>
              </a:tabLst>
            </a:pPr>
            <a:r>
              <a:rPr lang="en-GB" sz="2400" b="0" u="none" strike="noStrike">
                <a:solidFill>
                  <a:srgbClr val="001080"/>
                </a:solidFill>
                <a:uFillTx/>
                <a:latin typeface="Menlo"/>
              </a:rPr>
              <a:t>name</a:t>
            </a:r>
            <a:r>
              <a:rPr lang="en-GB" sz="2400" b="0" u="none" strike="noStrike">
                <a:solidFill>
                  <a:srgbClr val="000000"/>
                </a:solidFill>
                <a:uFillTx/>
                <a:latin typeface="Menlo"/>
              </a:rPr>
              <a:t> : </a:t>
            </a:r>
            <a:r>
              <a:rPr lang="en-GB" sz="2400" b="0" u="none" strike="noStrike">
                <a:solidFill>
                  <a:srgbClr val="267F99"/>
                </a:solidFill>
                <a:uFillTx/>
                <a:latin typeface="Menlo"/>
              </a:rPr>
              <a:t>String</a:t>
            </a:r>
            <a:r>
              <a:rPr lang="en-GB" sz="2400" b="0" u="none" strike="noStrike">
                <a:solidFill>
                  <a:srgbClr val="000000"/>
                </a:solidFill>
                <a:uFillTx/>
                <a:latin typeface="Menlo"/>
              </a:rPr>
              <a:t>;</a:t>
            </a:r>
            <a:endParaRPr lang="de-DE" sz="2400" b="0" u="none" strike="noStrike">
              <a:solidFill>
                <a:srgbClr val="000000"/>
              </a:solidFill>
              <a:uFillTx/>
              <a:latin typeface="Arial"/>
            </a:endParaRPr>
          </a:p>
          <a:p>
            <a:pPr marL="457200" indent="0" defTabSz="914400">
              <a:lnSpc>
                <a:spcPct val="90000"/>
              </a:lnSpc>
              <a:spcBef>
                <a:spcPts val="499"/>
              </a:spcBef>
              <a:buNone/>
              <a:tabLst>
                <a:tab pos="0" algn="l"/>
              </a:tabLst>
            </a:pPr>
            <a:endParaRPr lang="de-DE" sz="2400" b="0" u="none" strike="noStrike">
              <a:solidFill>
                <a:srgbClr val="000000"/>
              </a:solidFill>
              <a:uFillTx/>
              <a:latin typeface="Arial"/>
            </a:endParaRPr>
          </a:p>
          <a:p>
            <a:pPr marL="457200" indent="0" defTabSz="914400">
              <a:lnSpc>
                <a:spcPct val="90000"/>
              </a:lnSpc>
              <a:spcBef>
                <a:spcPts val="499"/>
              </a:spcBef>
              <a:buNone/>
              <a:tabLst>
                <a:tab pos="0" algn="l"/>
              </a:tabLst>
            </a:pPr>
            <a:r>
              <a:rPr lang="en-GB" sz="2400" b="0" u="none" strike="noStrike">
                <a:solidFill>
                  <a:srgbClr val="0000FF"/>
                </a:solidFill>
                <a:uFillTx/>
                <a:latin typeface="Menlo"/>
              </a:rPr>
              <a:t>constructor</a:t>
            </a:r>
            <a:r>
              <a:rPr lang="en-GB" sz="2400" b="0" u="none" strike="noStrike">
                <a:solidFill>
                  <a:srgbClr val="000000"/>
                </a:solidFill>
                <a:uFillTx/>
                <a:latin typeface="Menlo"/>
              </a:rPr>
              <a:t> (</a:t>
            </a:r>
            <a:r>
              <a:rPr lang="en-GB" sz="2400" b="0" u="none" strike="noStrike">
                <a:solidFill>
                  <a:srgbClr val="001080"/>
                </a:solidFill>
                <a:uFillTx/>
                <a:latin typeface="Menlo"/>
              </a:rPr>
              <a:t>name</a:t>
            </a:r>
            <a:r>
              <a:rPr lang="en-GB" sz="2400" b="0" u="none" strike="noStrike">
                <a:solidFill>
                  <a:srgbClr val="000000"/>
                </a:solidFill>
                <a:uFillTx/>
                <a:latin typeface="Menlo"/>
              </a:rPr>
              <a:t>:</a:t>
            </a:r>
            <a:r>
              <a:rPr lang="en-GB" sz="2400" b="0" u="none" strike="noStrike">
                <a:solidFill>
                  <a:srgbClr val="267F99"/>
                </a:solidFill>
                <a:uFillTx/>
                <a:latin typeface="Menlo"/>
              </a:rPr>
              <a:t>String</a:t>
            </a:r>
            <a:r>
              <a:rPr lang="en-GB" sz="2400" b="0" u="none" strike="noStrike">
                <a:solidFill>
                  <a:srgbClr val="000000"/>
                </a:solidFill>
                <a:uFillTx/>
                <a:latin typeface="Menlo"/>
              </a:rPr>
              <a:t>){</a:t>
            </a:r>
            <a:endParaRPr lang="de-DE" sz="2400" b="0" u="none" strike="noStrike">
              <a:solidFill>
                <a:srgbClr val="000000"/>
              </a:solidFill>
              <a:uFillTx/>
              <a:latin typeface="Arial"/>
            </a:endParaRPr>
          </a:p>
          <a:p>
            <a:pPr marL="457200" indent="0" defTabSz="914400">
              <a:lnSpc>
                <a:spcPct val="90000"/>
              </a:lnSpc>
              <a:spcBef>
                <a:spcPts val="499"/>
              </a:spcBef>
              <a:buNone/>
              <a:tabLst>
                <a:tab pos="0" algn="l"/>
              </a:tabLst>
            </a:pPr>
            <a:r>
              <a:rPr lang="en-GB" sz="2400" b="0" u="none" strike="noStrike">
                <a:solidFill>
                  <a:srgbClr val="0000FF"/>
                </a:solidFill>
                <a:uFillTx/>
                <a:latin typeface="Menlo"/>
              </a:rPr>
              <a:t>	this</a:t>
            </a:r>
            <a:r>
              <a:rPr lang="en-GB" sz="2400" b="0" u="none" strike="noStrike">
                <a:solidFill>
                  <a:srgbClr val="000000"/>
                </a:solidFill>
                <a:uFillTx/>
                <a:latin typeface="Menlo"/>
              </a:rPr>
              <a:t>.</a:t>
            </a:r>
            <a:r>
              <a:rPr lang="en-GB" sz="2400" b="0" u="none" strike="noStrike">
                <a:solidFill>
                  <a:srgbClr val="001080"/>
                </a:solidFill>
                <a:uFillTx/>
                <a:latin typeface="Menlo"/>
              </a:rPr>
              <a:t>name</a:t>
            </a:r>
            <a:r>
              <a:rPr lang="en-GB" sz="2400" b="0" u="none" strike="noStrike">
                <a:solidFill>
                  <a:srgbClr val="000000"/>
                </a:solidFill>
                <a:uFillTx/>
                <a:latin typeface="Menlo"/>
              </a:rPr>
              <a:t> = </a:t>
            </a:r>
            <a:r>
              <a:rPr lang="en-GB" sz="2400" b="0" u="none" strike="noStrike">
                <a:solidFill>
                  <a:srgbClr val="001080"/>
                </a:solidFill>
                <a:uFillTx/>
                <a:latin typeface="Menlo"/>
              </a:rPr>
              <a:t>name</a:t>
            </a:r>
            <a:r>
              <a:rPr lang="en-GB" sz="2400" b="0" u="none" strike="noStrike">
                <a:solidFill>
                  <a:srgbClr val="000000"/>
                </a:solidFill>
                <a:uFillTx/>
                <a:latin typeface="Menlo"/>
              </a:rPr>
              <a:t>;</a:t>
            </a:r>
            <a:endParaRPr lang="de-DE" sz="2400" b="0" u="none" strike="noStrike">
              <a:solidFill>
                <a:srgbClr val="000000"/>
              </a:solidFill>
              <a:uFillTx/>
              <a:latin typeface="Arial"/>
            </a:endParaRPr>
          </a:p>
          <a:p>
            <a:pPr marL="457200" indent="0" defTabSz="914400">
              <a:lnSpc>
                <a:spcPct val="90000"/>
              </a:lnSpc>
              <a:spcBef>
                <a:spcPts val="499"/>
              </a:spcBef>
              <a:buNone/>
              <a:tabLst>
                <a:tab pos="0" algn="l"/>
              </a:tabLst>
            </a:pPr>
            <a:r>
              <a:rPr lang="en-GB" sz="2400" b="0" u="none" strike="noStrike">
                <a:solidFill>
                  <a:srgbClr val="000000"/>
                </a:solidFill>
                <a:uFillTx/>
                <a:latin typeface="Menlo"/>
              </a:rPr>
              <a:t>}</a:t>
            </a:r>
            <a:endParaRPr lang="de-DE" sz="2400" b="0" u="none" strike="noStrike">
              <a:solidFill>
                <a:srgbClr val="000000"/>
              </a:solidFill>
              <a:uFillTx/>
              <a:latin typeface="Arial"/>
            </a:endParaRPr>
          </a:p>
          <a:p>
            <a:pPr marL="457200" indent="0" defTabSz="914400">
              <a:lnSpc>
                <a:spcPct val="90000"/>
              </a:lnSpc>
              <a:spcBef>
                <a:spcPts val="499"/>
              </a:spcBef>
              <a:buNone/>
              <a:tabLst>
                <a:tab pos="0" algn="l"/>
              </a:tabLst>
            </a:pPr>
            <a:br>
              <a:rPr sz="2400"/>
            </a:br>
            <a:r>
              <a:rPr lang="en-GB" sz="2400" b="0" u="none" strike="noStrike">
                <a:solidFill>
                  <a:srgbClr val="795E26"/>
                </a:solidFill>
                <a:uFillTx/>
                <a:latin typeface="Menlo"/>
              </a:rPr>
              <a:t>gibLaut</a:t>
            </a:r>
            <a:r>
              <a:rPr lang="en-GB" sz="2400" b="0" u="none" strike="noStrike">
                <a:solidFill>
                  <a:srgbClr val="000000"/>
                </a:solidFill>
                <a:uFillTx/>
                <a:latin typeface="Menlo"/>
              </a:rPr>
              <a:t>():</a:t>
            </a:r>
            <a:r>
              <a:rPr lang="en-GB" sz="2400" b="0" u="none" strike="noStrike">
                <a:solidFill>
                  <a:srgbClr val="267F99"/>
                </a:solidFill>
                <a:uFillTx/>
                <a:latin typeface="Menlo"/>
              </a:rPr>
              <a:t>String</a:t>
            </a:r>
            <a:r>
              <a:rPr lang="en-GB" sz="2400" b="0" u="none" strike="noStrike">
                <a:solidFill>
                  <a:srgbClr val="000000"/>
                </a:solidFill>
                <a:uFillTx/>
                <a:latin typeface="Menlo"/>
              </a:rPr>
              <a:t>{</a:t>
            </a:r>
            <a:endParaRPr lang="de-DE" sz="2400" b="0" u="none" strike="noStrike">
              <a:solidFill>
                <a:srgbClr val="000000"/>
              </a:solidFill>
              <a:uFillTx/>
              <a:latin typeface="Arial"/>
            </a:endParaRPr>
          </a:p>
          <a:p>
            <a:pPr marL="457200" indent="0" defTabSz="914400">
              <a:lnSpc>
                <a:spcPct val="90000"/>
              </a:lnSpc>
              <a:spcBef>
                <a:spcPts val="499"/>
              </a:spcBef>
              <a:buNone/>
              <a:tabLst>
                <a:tab pos="0" algn="l"/>
              </a:tabLst>
            </a:pPr>
            <a:r>
              <a:rPr lang="en-GB" sz="2400" b="0" u="none" strike="noStrike">
                <a:solidFill>
                  <a:srgbClr val="AF00DB"/>
                </a:solidFill>
                <a:uFillTx/>
                <a:latin typeface="Menlo"/>
              </a:rPr>
              <a:t>	return</a:t>
            </a:r>
            <a:r>
              <a:rPr lang="en-GB" sz="2400" b="0" u="none" strike="noStrike">
                <a:solidFill>
                  <a:srgbClr val="000000"/>
                </a:solidFill>
                <a:uFillTx/>
                <a:latin typeface="Menlo"/>
              </a:rPr>
              <a:t> </a:t>
            </a:r>
            <a:r>
              <a:rPr lang="en-GB" sz="2400" b="0" u="none" strike="noStrike">
                <a:solidFill>
                  <a:srgbClr val="A31515"/>
                </a:solidFill>
                <a:uFillTx/>
                <a:latin typeface="Menlo"/>
              </a:rPr>
              <a:t>"Ich bin "</a:t>
            </a:r>
            <a:r>
              <a:rPr lang="en-GB" sz="2400" b="0" u="none" strike="noStrike">
                <a:solidFill>
                  <a:srgbClr val="000000"/>
                </a:solidFill>
                <a:uFillTx/>
                <a:latin typeface="Menlo"/>
              </a:rPr>
              <a:t> + </a:t>
            </a:r>
            <a:r>
              <a:rPr lang="en-GB" sz="2400" b="0" u="none" strike="noStrike">
                <a:solidFill>
                  <a:srgbClr val="0000FF"/>
                </a:solidFill>
                <a:uFillTx/>
                <a:latin typeface="Menlo"/>
              </a:rPr>
              <a:t>this</a:t>
            </a:r>
            <a:r>
              <a:rPr lang="en-GB" sz="2400" b="0" u="none" strike="noStrike">
                <a:solidFill>
                  <a:srgbClr val="000000"/>
                </a:solidFill>
                <a:uFillTx/>
                <a:latin typeface="Menlo"/>
              </a:rPr>
              <a:t>.</a:t>
            </a:r>
            <a:r>
              <a:rPr lang="en-GB" sz="2400" b="0" u="none" strike="noStrike">
                <a:solidFill>
                  <a:srgbClr val="001080"/>
                </a:solidFill>
                <a:uFillTx/>
                <a:latin typeface="Menlo"/>
              </a:rPr>
              <a:t>name</a:t>
            </a:r>
            <a:r>
              <a:rPr lang="en-GB" sz="2400" b="0" u="none" strike="noStrike">
                <a:solidFill>
                  <a:srgbClr val="000000"/>
                </a:solidFill>
                <a:uFillTx/>
                <a:latin typeface="Menlo"/>
              </a:rPr>
              <a:t>;</a:t>
            </a:r>
            <a:endParaRPr lang="de-DE" sz="2400" b="0" u="none" strike="noStrike">
              <a:solidFill>
                <a:srgbClr val="000000"/>
              </a:solidFill>
              <a:uFillTx/>
              <a:latin typeface="Arial"/>
            </a:endParaRPr>
          </a:p>
          <a:p>
            <a:pPr marL="457200" indent="0" defTabSz="914400">
              <a:lnSpc>
                <a:spcPct val="90000"/>
              </a:lnSpc>
              <a:spcBef>
                <a:spcPts val="499"/>
              </a:spcBef>
              <a:buNone/>
              <a:tabLst>
                <a:tab pos="0" algn="l"/>
              </a:tabLst>
            </a:pPr>
            <a:r>
              <a:rPr lang="en-GB" sz="2400" b="0" u="none" strike="noStrike">
                <a:solidFill>
                  <a:srgbClr val="000000"/>
                </a:solidFill>
                <a:uFillTx/>
                <a:latin typeface="Menlo"/>
              </a:rPr>
              <a:t>}</a:t>
            </a:r>
            <a:endParaRPr lang="de-DE" sz="2400" b="0" u="none" strike="noStrike">
              <a:solidFill>
                <a:srgbClr val="000000"/>
              </a:solidFill>
              <a:uFillTx/>
              <a:latin typeface="Arial"/>
            </a:endParaRPr>
          </a:p>
          <a:p>
            <a:pPr marL="457200" indent="0" defTabSz="914400">
              <a:lnSpc>
                <a:spcPct val="90000"/>
              </a:lnSpc>
              <a:spcBef>
                <a:spcPts val="1001"/>
              </a:spcBef>
              <a:buNone/>
              <a:tabLst>
                <a:tab pos="0" algn="l"/>
              </a:tabLst>
            </a:pPr>
            <a:r>
              <a:rPr lang="en-GB" sz="2800" b="0" u="none" strike="noStrike">
                <a:solidFill>
                  <a:srgbClr val="000000"/>
                </a:solidFill>
                <a:uFillTx/>
                <a:latin typeface="Menlo"/>
              </a:rPr>
              <a:t>}</a:t>
            </a:r>
            <a:endParaRPr lang="de-DE" sz="2800" b="0" u="none" strike="noStrike">
              <a:solidFill>
                <a:srgbClr val="000000"/>
              </a:solidFill>
              <a:uFillTx/>
              <a:latin typeface="Arial"/>
            </a:endParaRPr>
          </a:p>
          <a:p>
            <a:pPr marL="457200" indent="0" defTabSz="914400">
              <a:lnSpc>
                <a:spcPct val="90000"/>
              </a:lnSpc>
              <a:spcBef>
                <a:spcPts val="1001"/>
              </a:spcBef>
              <a:buNone/>
              <a:tabLst>
                <a:tab pos="0" algn="l"/>
              </a:tabLst>
            </a:pPr>
            <a:endParaRPr lang="de-DE" sz="2800" b="0" u="none" strike="noStrike">
              <a:solidFill>
                <a:srgbClr val="000000"/>
              </a:solidFill>
              <a:uFillTx/>
              <a:latin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1"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Klassen: readonly</a:t>
            </a:r>
            <a:endParaRPr lang="de-DE" sz="4400" b="0" u="none" strike="noStrike">
              <a:solidFill>
                <a:srgbClr val="000000"/>
              </a:solidFill>
              <a:uFillTx/>
              <a:latin typeface="Arial"/>
            </a:endParaRPr>
          </a:p>
        </p:txBody>
      </p:sp>
      <p:sp>
        <p:nvSpPr>
          <p:cNvPr id="342"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ourier New"/>
              </a:rPr>
              <a:t>readonly</a:t>
            </a:r>
            <a:r>
              <a:rPr lang="de-DE" sz="2800" b="0" u="none" strike="noStrike">
                <a:solidFill>
                  <a:schemeClr val="dk1"/>
                </a:solidFill>
                <a:uFillTx/>
                <a:latin typeface="Calibri"/>
              </a:rPr>
              <a:t>-Attribute sind möglich</a:t>
            </a:r>
            <a:endParaRPr lang="de-DE" sz="28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Verkürzter Konstruktor durch "Parameter properties"</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ourier New"/>
              </a:rPr>
              <a:t>constructor(readonly attr:type) </a:t>
            </a:r>
            <a:r>
              <a:rPr lang="de-DE" sz="2400" b="0" u="none" strike="noStrike">
                <a:solidFill>
                  <a:schemeClr val="dk1"/>
                </a:solidFill>
                <a:uFillTx/>
                <a:latin typeface="Calibri"/>
              </a:rPr>
              <a:t>deklariert und setzt ein Attribut</a:t>
            </a:r>
            <a:endParaRPr lang="de-DE" sz="2400" b="0" u="none" strike="noStrike">
              <a:solidFill>
                <a:srgbClr val="000000"/>
              </a:solidFill>
              <a:uFillTx/>
              <a:latin typeface="Arial"/>
            </a:endParaRPr>
          </a:p>
          <a:p>
            <a:pPr indent="0" defTabSz="914400">
              <a:lnSpc>
                <a:spcPct val="90000"/>
              </a:lnSpc>
              <a:spcBef>
                <a:spcPts val="1001"/>
              </a:spcBef>
              <a:buNone/>
              <a:tabLst>
                <a:tab pos="0" algn="l"/>
              </a:tabLst>
            </a:pPr>
            <a:endParaRPr lang="de-DE" sz="2800" b="0" u="none" strike="noStrike">
              <a:solidFill>
                <a:srgbClr val="000000"/>
              </a:solidFill>
              <a:uFillTx/>
              <a:latin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Sichtbarkeit</a:t>
            </a:r>
            <a:endParaRPr lang="de-DE" sz="4400" b="0" u="none" strike="noStrike">
              <a:solidFill>
                <a:srgbClr val="000000"/>
              </a:solidFill>
              <a:uFillTx/>
              <a:latin typeface="Arial"/>
            </a:endParaRPr>
          </a:p>
        </p:txBody>
      </p:sp>
      <p:sp>
        <p:nvSpPr>
          <p:cNvPr id="344"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Sichtbarkeiten von Exemplarvariablen und Methoden</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public	Zugriff von allen Klassen möglich (</a:t>
            </a:r>
            <a:r>
              <a:rPr lang="de-DE" sz="2400" b="1" u="none" strike="noStrike">
                <a:solidFill>
                  <a:schemeClr val="dk1"/>
                </a:solidFill>
                <a:uFillTx/>
                <a:latin typeface="Calibri"/>
              </a:rPr>
              <a:t>+</a:t>
            </a:r>
            <a:r>
              <a:rPr lang="de-DE" sz="2400" b="0" u="none" strike="noStrike">
                <a:solidFill>
                  <a:schemeClr val="dk1"/>
                </a:solidFill>
                <a:uFillTx/>
                <a:latin typeface="Calibri"/>
              </a:rPr>
              <a:t>)</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protected	Zugriff von Unterklassen (</a:t>
            </a:r>
            <a:r>
              <a:rPr lang="de-DE" sz="2400" b="1" u="none" strike="noStrike">
                <a:solidFill>
                  <a:schemeClr val="dk1"/>
                </a:solidFill>
                <a:uFillTx/>
                <a:latin typeface="Calibri"/>
              </a:rPr>
              <a:t>#</a:t>
            </a:r>
            <a:r>
              <a:rPr lang="de-DE" sz="2400" b="0" u="none" strike="noStrike">
                <a:solidFill>
                  <a:schemeClr val="dk1"/>
                </a:solidFill>
                <a:uFillTx/>
                <a:latin typeface="Calibri"/>
              </a:rPr>
              <a:t>)</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private	Zugriff nur innerhalb Klasse  (</a:t>
            </a:r>
            <a:r>
              <a:rPr lang="de-DE" sz="2400" b="1" u="none" strike="noStrike">
                <a:solidFill>
                  <a:schemeClr val="dk1"/>
                </a:solidFill>
                <a:uFillTx/>
                <a:latin typeface="Calibri"/>
              </a:rPr>
              <a:t>-</a:t>
            </a:r>
            <a:r>
              <a:rPr lang="de-DE" sz="2400" b="0" u="none" strike="noStrike">
                <a:solidFill>
                  <a:schemeClr val="dk1"/>
                </a:solidFill>
                <a:uFillTx/>
                <a:latin typeface="Calibri"/>
              </a:rPr>
              <a:t>)</a:t>
            </a:r>
            <a:endParaRPr lang="de-DE" sz="2400" b="0" u="none" strike="noStrike">
              <a:solidFill>
                <a:srgbClr val="000000"/>
              </a:solidFill>
              <a:uFillTx/>
              <a:latin typeface="Arial"/>
            </a:endParaRPr>
          </a:p>
        </p:txBody>
      </p:sp>
      <p:pic>
        <p:nvPicPr>
          <p:cNvPr id="345" name="Picture 4" descr="cd_bild_sichtbarkeit"/>
          <p:cNvPicPr/>
          <p:nvPr/>
        </p:nvPicPr>
        <p:blipFill>
          <a:blip r:embed="rId3"/>
          <a:stretch/>
        </p:blipFill>
        <p:spPr>
          <a:xfrm>
            <a:off x="5238720" y="4500720"/>
            <a:ext cx="2157480" cy="2065320"/>
          </a:xfrm>
          <a:prstGeom prst="rect">
            <a:avLst/>
          </a:prstGeom>
          <a:noFill/>
          <a:ln w="0">
            <a:noFill/>
          </a:ln>
        </p:spPr>
      </p:pic>
      <p:sp>
        <p:nvSpPr>
          <p:cNvPr id="346" name="Line 5"/>
          <p:cNvSpPr/>
          <p:nvPr/>
        </p:nvSpPr>
        <p:spPr>
          <a:xfrm flipV="1">
            <a:off x="4511520" y="4952880"/>
            <a:ext cx="746280" cy="131760"/>
          </a:xfrm>
          <a:prstGeom prst="line">
            <a:avLst/>
          </a:prstGeom>
          <a:ln w="9525">
            <a:solidFill>
              <a:srgbClr val="00000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chemeClr val="dk1"/>
              </a:solidFill>
              <a:uFillTx/>
              <a:latin typeface="Calibri"/>
            </a:endParaRPr>
          </a:p>
        </p:txBody>
      </p:sp>
      <p:sp>
        <p:nvSpPr>
          <p:cNvPr id="347" name="Text Box 6"/>
          <p:cNvSpPr/>
          <p:nvPr/>
        </p:nvSpPr>
        <p:spPr>
          <a:xfrm>
            <a:off x="3270600" y="4940280"/>
            <a:ext cx="1081800" cy="5166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de-DE" sz="1400" b="0" u="none" strike="noStrike">
                <a:solidFill>
                  <a:schemeClr val="dk1"/>
                </a:solidFill>
                <a:uFillTx/>
                <a:latin typeface="Arial"/>
              </a:rPr>
              <a:t>sichtbarkeit</a:t>
            </a:r>
            <a:endParaRPr lang="de-DE" sz="1400" b="0" u="none" strike="noStrike">
              <a:solidFill>
                <a:srgbClr val="000000"/>
              </a:solidFill>
              <a:uFillTx/>
              <a:latin typeface="Arial"/>
            </a:endParaRPr>
          </a:p>
          <a:p>
            <a:pPr defTabSz="914400">
              <a:lnSpc>
                <a:spcPct val="100000"/>
              </a:lnSpc>
            </a:pPr>
            <a:r>
              <a:rPr lang="de-DE" sz="1400" b="0" u="none" strike="noStrike">
                <a:solidFill>
                  <a:schemeClr val="dk1"/>
                </a:solidFill>
                <a:uFillTx/>
                <a:latin typeface="Arial"/>
              </a:rPr>
              <a:t>private</a:t>
            </a:r>
            <a:endParaRPr lang="de-DE" sz="1400" b="0" u="none" strike="noStrike">
              <a:solidFill>
                <a:srgbClr val="000000"/>
              </a:solidFill>
              <a:uFillTx/>
              <a:latin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en-DE" sz="4400" b="0" u="none" strike="noStrike">
                <a:solidFill>
                  <a:schemeClr val="dk1"/>
                </a:solidFill>
                <a:uFillTx/>
                <a:latin typeface="Calibri Light"/>
              </a:rPr>
              <a:t>Sichtbarkeit Beispiel</a:t>
            </a:r>
            <a:endParaRPr lang="de-DE" sz="4400" b="0" u="none" strike="noStrike">
              <a:solidFill>
                <a:srgbClr val="000000"/>
              </a:solidFill>
              <a:uFillTx/>
              <a:latin typeface="Arial"/>
            </a:endParaRPr>
          </a:p>
        </p:txBody>
      </p:sp>
      <p:sp>
        <p:nvSpPr>
          <p:cNvPr id="349"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n-GB" sz="2800" b="0" u="none" strike="noStrike">
                <a:solidFill>
                  <a:srgbClr val="0000FF"/>
                </a:solidFill>
                <a:uFillTx/>
                <a:latin typeface="Menlo"/>
              </a:rPr>
              <a:t>class</a:t>
            </a:r>
            <a:r>
              <a:rPr lang="en-GB" sz="2800" b="0" u="none" strike="noStrike">
                <a:solidFill>
                  <a:srgbClr val="000000"/>
                </a:solidFill>
                <a:uFillTx/>
                <a:latin typeface="Menlo"/>
              </a:rPr>
              <a:t> </a:t>
            </a:r>
            <a:r>
              <a:rPr lang="en-GB" sz="2800" b="0" u="none" strike="noStrike">
                <a:solidFill>
                  <a:srgbClr val="267F99"/>
                </a:solidFill>
                <a:uFillTx/>
                <a:latin typeface="Menlo"/>
              </a:rPr>
              <a:t>Schwein</a:t>
            </a:r>
            <a:r>
              <a:rPr lang="en-GB" sz="2800" b="0" u="none" strike="noStrike">
                <a:solidFill>
                  <a:srgbClr val="000000"/>
                </a:solidFill>
                <a:uFillTx/>
                <a:latin typeface="Menlo"/>
              </a:rPr>
              <a: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en-GB" sz="2800" b="0" u="none" strike="noStrike">
                <a:solidFill>
                  <a:srgbClr val="0000FF"/>
                </a:solidFill>
                <a:uFillTx/>
                <a:latin typeface="Menlo"/>
              </a:rPr>
              <a:t>	private</a:t>
            </a:r>
            <a:r>
              <a:rPr lang="en-GB" sz="2800" b="0" u="none" strike="noStrike">
                <a:solidFill>
                  <a:srgbClr val="000000"/>
                </a:solidFill>
                <a:uFillTx/>
                <a:latin typeface="Menlo"/>
              </a:rPr>
              <a:t> </a:t>
            </a:r>
            <a:r>
              <a:rPr lang="en-GB" sz="2800" b="0" u="none" strike="noStrike">
                <a:solidFill>
                  <a:srgbClr val="001080"/>
                </a:solidFill>
                <a:uFillTx/>
                <a:latin typeface="Menlo"/>
              </a:rPr>
              <a:t>name</a:t>
            </a:r>
            <a:r>
              <a:rPr lang="en-GB" sz="2800" b="0" u="none" strike="noStrike">
                <a:solidFill>
                  <a:srgbClr val="000000"/>
                </a:solidFill>
                <a:uFillTx/>
                <a:latin typeface="Menlo"/>
              </a:rPr>
              <a:t> : </a:t>
            </a:r>
            <a:r>
              <a:rPr lang="en-GB" sz="2800" b="0" u="none" strike="noStrike">
                <a:solidFill>
                  <a:srgbClr val="267F99"/>
                </a:solidFill>
                <a:uFillTx/>
                <a:latin typeface="Menlo"/>
              </a:rPr>
              <a:t>String</a:t>
            </a:r>
            <a:r>
              <a:rPr lang="en-GB" sz="2800" b="0" u="none" strike="noStrike">
                <a:solidFill>
                  <a:srgbClr val="000000"/>
                </a:solidFill>
                <a:uFillTx/>
                <a:latin typeface="Menlo"/>
              </a:rPr>
              <a: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endParaRPr lang="de-DE" sz="2800" b="0" u="none" strike="noStrike">
              <a:solidFill>
                <a:srgbClr val="000000"/>
              </a:solidFill>
              <a:uFillTx/>
              <a:latin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rmAutofit/>
          </a:bodyPr>
          <a:lstStyle/>
          <a:p>
            <a:pPr indent="0" defTabSz="914400">
              <a:lnSpc>
                <a:spcPct val="90000"/>
              </a:lnSpc>
              <a:buNone/>
              <a:tabLst>
                <a:tab pos="0" algn="l"/>
              </a:tabLst>
            </a:pPr>
            <a:r>
              <a:rPr lang="de-DE" sz="4400" b="0" u="none" strike="noStrike">
                <a:solidFill>
                  <a:schemeClr val="dk1"/>
                </a:solidFill>
                <a:uFillTx/>
                <a:latin typeface="Calibri Light"/>
              </a:rPr>
              <a:t>Übung 1: Erstelle die Klasse Student,</a:t>
            </a:r>
            <a:br>
              <a:rPr sz="4400"/>
            </a:br>
            <a:r>
              <a:rPr lang="de-DE" sz="4400" b="0" u="none" strike="noStrike">
                <a:solidFill>
                  <a:schemeClr val="dk1"/>
                </a:solidFill>
                <a:uFillTx/>
                <a:latin typeface="Calibri Light"/>
              </a:rPr>
              <a:t>so dass sie wie hier arbeitet</a:t>
            </a:r>
            <a:endParaRPr lang="de-DE" sz="4400" b="0" u="none" strike="noStrike">
              <a:solidFill>
                <a:srgbClr val="000000"/>
              </a:solidFill>
              <a:uFillTx/>
              <a:latin typeface="Arial"/>
            </a:endParaRPr>
          </a:p>
        </p:txBody>
      </p:sp>
      <p:sp>
        <p:nvSpPr>
          <p:cNvPr id="351"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de-DE" sz="2800" b="0" u="none" strike="noStrike">
                <a:solidFill>
                  <a:srgbClr val="1E347B"/>
                </a:solidFill>
                <a:uFillTx/>
                <a:latin typeface="SourceCodePro"/>
              </a:rPr>
              <a:t>let</a:t>
            </a:r>
            <a:r>
              <a:rPr lang="de-DE" sz="2800" b="0" u="none" strike="noStrike">
                <a:solidFill>
                  <a:srgbClr val="48484C"/>
                </a:solidFill>
                <a:uFillTx/>
                <a:latin typeface="SourceCodePro"/>
              </a:rPr>
              <a:t> s</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a:t>
            </a:r>
            <a:r>
              <a:rPr lang="de-DE" sz="2800" b="0" u="none" strike="noStrike">
                <a:solidFill>
                  <a:srgbClr val="008080"/>
                </a:solidFill>
                <a:uFillTx/>
                <a:latin typeface="SourceCodePro"/>
              </a:rPr>
              <a:t>Student</a:t>
            </a:r>
            <a:r>
              <a:rPr lang="de-DE" sz="2800" b="0" u="none" strike="noStrike">
                <a:solidFill>
                  <a:srgbClr val="48484C"/>
                </a:solidFill>
                <a:uFillTx/>
                <a:latin typeface="SourceCodePro"/>
              </a:rPr>
              <a:t> </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a:t>
            </a:r>
            <a:r>
              <a:rPr lang="de-DE" sz="2800" b="0" u="none" strike="noStrike">
                <a:solidFill>
                  <a:srgbClr val="1E347B"/>
                </a:solidFill>
                <a:uFillTx/>
                <a:latin typeface="SourceCodePro"/>
              </a:rPr>
              <a:t>new</a:t>
            </a:r>
            <a:r>
              <a:rPr lang="de-DE" sz="2800" b="0" u="none" strike="noStrike">
                <a:solidFill>
                  <a:srgbClr val="48484C"/>
                </a:solidFill>
                <a:uFillTx/>
                <a:latin typeface="SourceCodePro"/>
              </a:rPr>
              <a:t> </a:t>
            </a:r>
            <a:r>
              <a:rPr lang="de-DE" sz="2800" b="0" u="none" strike="noStrike">
                <a:solidFill>
                  <a:srgbClr val="008080"/>
                </a:solidFill>
                <a:uFillTx/>
                <a:latin typeface="SourceCodePro"/>
              </a:rPr>
              <a:t>Student</a:t>
            </a:r>
            <a:r>
              <a:rPr lang="de-DE" sz="2800" b="0" u="none" strike="noStrike">
                <a:solidFill>
                  <a:srgbClr val="93A1A1"/>
                </a:solidFill>
                <a:uFillTx/>
                <a:latin typeface="SourceCodePro"/>
              </a:rPr>
              <a: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1E347B"/>
                </a:solidFill>
                <a:uFillTx/>
                <a:latin typeface="SourceCodePro"/>
              </a:rPr>
              <a:t>let</a:t>
            </a:r>
            <a:r>
              <a:rPr lang="de-DE" sz="2800" b="0" u="none" strike="noStrike">
                <a:solidFill>
                  <a:srgbClr val="48484C"/>
                </a:solidFill>
                <a:uFillTx/>
                <a:latin typeface="SourceCodePro"/>
              </a:rPr>
              <a:t> label</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a:t>
            </a:r>
            <a:r>
              <a:rPr lang="de-DE" sz="2800" b="0" u="none" strike="noStrike">
                <a:solidFill>
                  <a:srgbClr val="1E347B"/>
                </a:solidFill>
                <a:uFillTx/>
                <a:latin typeface="SourceCodePro"/>
              </a:rPr>
              <a:t>string</a:t>
            </a:r>
            <a:r>
              <a:rPr lang="de-DE" sz="2800" b="0" u="none" strike="noStrike">
                <a:solidFill>
                  <a:srgbClr val="48484C"/>
                </a:solidFill>
                <a:uFillTx/>
                <a:latin typeface="SourceCodePro"/>
              </a:rPr>
              <a:t> </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s</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getLabel</a:t>
            </a:r>
            <a:r>
              <a:rPr lang="de-DE" sz="2800" b="0" u="none" strike="noStrike">
                <a:solidFill>
                  <a:srgbClr val="93A1A1"/>
                </a:solidFill>
                <a:uFillTx/>
                <a:latin typeface="SourceCodePro"/>
              </a:rPr>
              <a:t>(</a:t>
            </a:r>
            <a:r>
              <a:rPr lang="de-DE" sz="2800" b="0" u="none" strike="noStrike">
                <a:solidFill>
                  <a:srgbClr val="195F91"/>
                </a:solidFill>
                <a:uFillTx/>
                <a:latin typeface="SourceCodePro"/>
              </a:rPr>
              <a:t>123456</a:t>
            </a:r>
            <a:r>
              <a:rPr lang="de-DE" sz="2800" b="0" u="none" strike="noStrike">
                <a:solidFill>
                  <a:srgbClr val="93A1A1"/>
                </a:solidFill>
                <a:uFillTx/>
                <a:latin typeface="SourceCodePro"/>
              </a:rPr>
              <a: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48484C"/>
                </a:solidFill>
                <a:uFillTx/>
                <a:latin typeface="SourceCodePro"/>
              </a:rPr>
              <a:t>console</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log</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label</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a:t>
            </a:r>
            <a:r>
              <a:rPr lang="de-DE" sz="2800" b="0" u="none" strike="noStrike">
                <a:solidFill>
                  <a:srgbClr val="93A1A1"/>
                </a:solidFill>
                <a:uFillTx/>
                <a:latin typeface="SourceCodePro"/>
              </a:rPr>
              <a:t>// "Student mit Matrikelnummer: 123456"</a:t>
            </a:r>
            <a:endParaRPr lang="de-DE" sz="2800" b="0" u="none" strike="noStrike">
              <a:solidFill>
                <a:srgbClr val="000000"/>
              </a:solidFill>
              <a:uFillTx/>
              <a:latin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2"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rmAutofit/>
          </a:bodyPr>
          <a:lstStyle/>
          <a:p>
            <a:pPr indent="0" defTabSz="914400">
              <a:lnSpc>
                <a:spcPct val="90000"/>
              </a:lnSpc>
              <a:buNone/>
              <a:tabLst>
                <a:tab pos="0" algn="l"/>
              </a:tabLst>
            </a:pPr>
            <a:r>
              <a:rPr lang="de-DE" sz="4400" b="0" u="none" strike="noStrike">
                <a:solidFill>
                  <a:schemeClr val="dk1"/>
                </a:solidFill>
                <a:uFillTx/>
                <a:latin typeface="Calibri Light"/>
              </a:rPr>
              <a:t>Übung 2: Erstelle einen Konstruktor,</a:t>
            </a:r>
            <a:br>
              <a:rPr sz="4400"/>
            </a:br>
            <a:r>
              <a:rPr lang="de-DE" sz="4400" b="0" u="none" strike="noStrike">
                <a:solidFill>
                  <a:schemeClr val="dk1"/>
                </a:solidFill>
                <a:uFillTx/>
                <a:latin typeface="Calibri Light"/>
              </a:rPr>
              <a:t>so dass die Klasse wie hier arbeitet</a:t>
            </a:r>
            <a:endParaRPr lang="de-DE" sz="4400" b="0" u="none" strike="noStrike">
              <a:solidFill>
                <a:srgbClr val="000000"/>
              </a:solidFill>
              <a:uFillTx/>
              <a:latin typeface="Arial"/>
            </a:endParaRPr>
          </a:p>
        </p:txBody>
      </p:sp>
      <p:sp>
        <p:nvSpPr>
          <p:cNvPr id="353"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de-DE" sz="2800" b="0" u="none" strike="noStrike">
                <a:solidFill>
                  <a:srgbClr val="1E347B"/>
                </a:solidFill>
                <a:uFillTx/>
                <a:latin typeface="SourceCodePro"/>
              </a:rPr>
              <a:t>let</a:t>
            </a:r>
            <a:r>
              <a:rPr lang="de-DE" sz="2800" b="0" u="none" strike="noStrike">
                <a:solidFill>
                  <a:srgbClr val="48484C"/>
                </a:solidFill>
                <a:uFillTx/>
                <a:latin typeface="SourceCodePro"/>
              </a:rPr>
              <a:t> s</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a:t>
            </a:r>
            <a:r>
              <a:rPr lang="de-DE" sz="2800" b="0" u="none" strike="noStrike">
                <a:solidFill>
                  <a:srgbClr val="008080"/>
                </a:solidFill>
                <a:uFillTx/>
                <a:latin typeface="SourceCodePro"/>
              </a:rPr>
              <a:t>Student</a:t>
            </a:r>
            <a:r>
              <a:rPr lang="de-DE" sz="2800" b="0" u="none" strike="noStrike">
                <a:solidFill>
                  <a:srgbClr val="48484C"/>
                </a:solidFill>
                <a:uFillTx/>
                <a:latin typeface="SourceCodePro"/>
              </a:rPr>
              <a:t> </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a:t>
            </a:r>
            <a:r>
              <a:rPr lang="de-DE" sz="2800" b="0" u="none" strike="noStrike">
                <a:solidFill>
                  <a:srgbClr val="1E347B"/>
                </a:solidFill>
                <a:uFillTx/>
                <a:latin typeface="SourceCodePro"/>
              </a:rPr>
              <a:t>new</a:t>
            </a:r>
            <a:r>
              <a:rPr lang="de-DE" sz="2800" b="0" u="none" strike="noStrike">
                <a:solidFill>
                  <a:srgbClr val="48484C"/>
                </a:solidFill>
                <a:uFillTx/>
                <a:latin typeface="SourceCodePro"/>
              </a:rPr>
              <a:t> </a:t>
            </a:r>
            <a:r>
              <a:rPr lang="de-DE" sz="2800" b="0" u="none" strike="noStrike">
                <a:solidFill>
                  <a:srgbClr val="008080"/>
                </a:solidFill>
                <a:uFillTx/>
                <a:latin typeface="SourceCodePro"/>
              </a:rPr>
              <a:t>Student</a:t>
            </a:r>
            <a:r>
              <a:rPr lang="de-DE" sz="2800" b="0" u="none" strike="noStrike">
                <a:solidFill>
                  <a:srgbClr val="93A1A1"/>
                </a:solidFill>
                <a:uFillTx/>
                <a:latin typeface="SourceCodePro"/>
              </a:rPr>
              <a:t>(</a:t>
            </a:r>
            <a:r>
              <a:rPr lang="de-DE" sz="2800" b="0" u="none" strike="noStrike">
                <a:solidFill>
                  <a:srgbClr val="DD1144"/>
                </a:solidFill>
                <a:uFillTx/>
                <a:latin typeface="SourceCodePro"/>
              </a:rPr>
              <a:t>"Max"</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a:t>
            </a:r>
            <a:r>
              <a:rPr lang="de-DE" sz="2800" b="0" u="none" strike="noStrike">
                <a:solidFill>
                  <a:srgbClr val="195F91"/>
                </a:solidFill>
                <a:uFillTx/>
                <a:latin typeface="SourceCodePro"/>
              </a:rPr>
              <a:t>123456</a:t>
            </a:r>
            <a:r>
              <a:rPr lang="de-DE" sz="2800" b="0" u="none" strike="noStrike">
                <a:solidFill>
                  <a:srgbClr val="93A1A1"/>
                </a:solidFill>
                <a:uFillTx/>
                <a:latin typeface="SourceCodePro"/>
              </a:rPr>
              <a: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1E347B"/>
                </a:solidFill>
                <a:uFillTx/>
                <a:latin typeface="SourceCodePro"/>
              </a:rPr>
              <a:t>let</a:t>
            </a:r>
            <a:r>
              <a:rPr lang="de-DE" sz="2800" b="0" u="none" strike="noStrike">
                <a:solidFill>
                  <a:srgbClr val="48484C"/>
                </a:solidFill>
                <a:uFillTx/>
                <a:latin typeface="SourceCodePro"/>
              </a:rPr>
              <a:t> label</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a:t>
            </a:r>
            <a:r>
              <a:rPr lang="de-DE" sz="2800" b="0" u="none" strike="noStrike">
                <a:solidFill>
                  <a:srgbClr val="1E347B"/>
                </a:solidFill>
                <a:uFillTx/>
                <a:latin typeface="SourceCodePro"/>
              </a:rPr>
              <a:t>string</a:t>
            </a:r>
            <a:r>
              <a:rPr lang="de-DE" sz="2800" b="0" u="none" strike="noStrike">
                <a:solidFill>
                  <a:srgbClr val="48484C"/>
                </a:solidFill>
                <a:uFillTx/>
                <a:latin typeface="SourceCodePro"/>
              </a:rPr>
              <a:t> </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s</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getLabel</a:t>
            </a:r>
            <a:r>
              <a:rPr lang="de-DE" sz="2800" b="0" u="none" strike="noStrike">
                <a:solidFill>
                  <a:srgbClr val="93A1A1"/>
                </a:solidFill>
                <a:uFillTx/>
                <a:latin typeface="SourceCodePro"/>
              </a:rPr>
              <a: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48484C"/>
                </a:solidFill>
                <a:uFillTx/>
                <a:latin typeface="SourceCodePro"/>
              </a:rPr>
              <a:t>console</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log</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label</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a:t>
            </a:r>
            <a:r>
              <a:rPr lang="de-DE" sz="2800" b="0" u="none" strike="noStrike">
                <a:solidFill>
                  <a:srgbClr val="93A1A1"/>
                </a:solidFill>
                <a:uFillTx/>
                <a:latin typeface="SourceCodePro"/>
              </a:rPr>
              <a:t>// "Student Max mit Matrikelnummer: 123456"</a:t>
            </a:r>
            <a:endParaRPr lang="de-DE" sz="2800" b="0" u="none" strike="noStrike">
              <a:solidFill>
                <a:srgbClr val="000000"/>
              </a:solidFill>
              <a:uFillTx/>
              <a:latin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en-DE" sz="4400" b="0" u="none" strike="noStrike">
                <a:solidFill>
                  <a:schemeClr val="dk1"/>
                </a:solidFill>
                <a:uFillTx/>
                <a:latin typeface="Calibri Light"/>
              </a:rPr>
              <a:t>Getter Setter</a:t>
            </a:r>
            <a:endParaRPr lang="de-DE" sz="4400" b="0" u="none" strike="noStrike">
              <a:solidFill>
                <a:srgbClr val="000000"/>
              </a:solidFill>
              <a:uFillTx/>
              <a:latin typeface="Arial"/>
            </a:endParaRPr>
          </a:p>
        </p:txBody>
      </p:sp>
      <p:sp>
        <p:nvSpPr>
          <p:cNvPr id="355" name="Rectangle 2"/>
          <p:cNvSpPr/>
          <p:nvPr/>
        </p:nvSpPr>
        <p:spPr>
          <a:xfrm>
            <a:off x="3336840" y="2171880"/>
            <a:ext cx="6094440" cy="3930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GB" sz="1800" b="0" u="none" strike="noStrike">
                <a:solidFill>
                  <a:srgbClr val="0000FF"/>
                </a:solidFill>
                <a:uFillTx/>
                <a:latin typeface="Menlo"/>
              </a:rPr>
              <a:t>private</a:t>
            </a:r>
            <a:r>
              <a:rPr lang="en-GB" sz="1800" b="0" u="none" strike="noStrike">
                <a:solidFill>
                  <a:srgbClr val="000000"/>
                </a:solidFill>
                <a:uFillTx/>
                <a:latin typeface="Menlo"/>
              </a:rPr>
              <a:t> </a:t>
            </a:r>
            <a:r>
              <a:rPr lang="en-GB" sz="1800" b="0" u="none" strike="noStrike">
                <a:solidFill>
                  <a:srgbClr val="001080"/>
                </a:solidFill>
                <a:uFillTx/>
                <a:latin typeface="Menlo"/>
              </a:rPr>
              <a:t>_name</a:t>
            </a:r>
            <a:r>
              <a:rPr lang="en-GB" sz="1800" b="0" u="none" strike="noStrike">
                <a:solidFill>
                  <a:srgbClr val="000000"/>
                </a:solidFill>
                <a:uFillTx/>
                <a:latin typeface="Menlo"/>
              </a:rPr>
              <a:t> : </a:t>
            </a:r>
            <a:r>
              <a:rPr lang="en-GB" sz="1800" b="0" u="none" strike="noStrike">
                <a:solidFill>
                  <a:srgbClr val="267F99"/>
                </a:solidFill>
                <a:uFillTx/>
                <a:latin typeface="Menlo"/>
              </a:rPr>
              <a:t>string</a:t>
            </a:r>
            <a:r>
              <a:rPr lang="en-GB" sz="1800" b="0" u="none" strike="noStrike">
                <a:solidFill>
                  <a:srgbClr val="000000"/>
                </a:solidFill>
                <a:uFillTx/>
                <a:latin typeface="Menlo"/>
              </a:rPr>
              <a:t>;</a:t>
            </a:r>
            <a:endParaRPr lang="de-DE" sz="1800" b="0" u="none" strike="noStrike">
              <a:solidFill>
                <a:srgbClr val="000000"/>
              </a:solidFill>
              <a:uFillTx/>
              <a:latin typeface="Arial"/>
            </a:endParaRPr>
          </a:p>
          <a:p>
            <a:pPr defTabSz="914400">
              <a:lnSpc>
                <a:spcPct val="100000"/>
              </a:lnSpc>
            </a:pPr>
            <a:endParaRPr lang="de-DE" sz="1800" b="0" u="none" strike="noStrike">
              <a:solidFill>
                <a:srgbClr val="000000"/>
              </a:solidFill>
              <a:uFillTx/>
              <a:latin typeface="Arial"/>
            </a:endParaRPr>
          </a:p>
          <a:p>
            <a:pPr defTabSz="914400">
              <a:lnSpc>
                <a:spcPct val="100000"/>
              </a:lnSpc>
            </a:pPr>
            <a:r>
              <a:rPr lang="en-GB" sz="1800" b="0" u="none" strike="noStrike">
                <a:solidFill>
                  <a:srgbClr val="0000FF"/>
                </a:solidFill>
                <a:uFillTx/>
                <a:latin typeface="Menlo"/>
              </a:rPr>
              <a:t>constructor</a:t>
            </a:r>
            <a:r>
              <a:rPr lang="en-GB" sz="1800" b="0" u="none" strike="noStrike">
                <a:solidFill>
                  <a:srgbClr val="000000"/>
                </a:solidFill>
                <a:uFillTx/>
                <a:latin typeface="Menlo"/>
              </a:rPr>
              <a:t> (</a:t>
            </a:r>
            <a:r>
              <a:rPr lang="en-GB" sz="1800" b="0" u="none" strike="noStrike">
                <a:solidFill>
                  <a:srgbClr val="001080"/>
                </a:solidFill>
                <a:uFillTx/>
                <a:latin typeface="Menlo"/>
              </a:rPr>
              <a:t>name</a:t>
            </a:r>
            <a:r>
              <a:rPr lang="en-GB" sz="1800" b="0" u="none" strike="noStrike">
                <a:solidFill>
                  <a:srgbClr val="000000"/>
                </a:solidFill>
                <a:uFillTx/>
                <a:latin typeface="Menlo"/>
              </a:rPr>
              <a:t>:</a:t>
            </a:r>
            <a:r>
              <a:rPr lang="en-GB" sz="1800" b="0" u="none" strike="noStrike">
                <a:solidFill>
                  <a:srgbClr val="267F99"/>
                </a:solidFill>
                <a:uFillTx/>
                <a:latin typeface="Menlo"/>
              </a:rPr>
              <a:t>string</a:t>
            </a:r>
            <a:r>
              <a:rPr lang="en-GB" sz="1800" b="0" u="none" strike="noStrike">
                <a:solidFill>
                  <a:srgbClr val="000000"/>
                </a:solidFill>
                <a:uFillTx/>
                <a:latin typeface="Menlo"/>
              </a:rPr>
              <a:t>){</a:t>
            </a:r>
            <a:endParaRPr lang="de-DE" sz="1800" b="0" u="none" strike="noStrike">
              <a:solidFill>
                <a:srgbClr val="000000"/>
              </a:solidFill>
              <a:uFillTx/>
              <a:latin typeface="Arial"/>
            </a:endParaRPr>
          </a:p>
          <a:p>
            <a:pPr defTabSz="914400">
              <a:lnSpc>
                <a:spcPct val="100000"/>
              </a:lnSpc>
            </a:pPr>
            <a:r>
              <a:rPr lang="en-GB" sz="1800" b="0" u="none" strike="noStrike">
                <a:solidFill>
                  <a:srgbClr val="0000FF"/>
                </a:solidFill>
                <a:uFillTx/>
                <a:latin typeface="Menlo"/>
              </a:rPr>
              <a:t>	this</a:t>
            </a:r>
            <a:r>
              <a:rPr lang="en-GB" sz="1800" b="0" u="none" strike="noStrike">
                <a:solidFill>
                  <a:srgbClr val="000000"/>
                </a:solidFill>
                <a:uFillTx/>
                <a:latin typeface="Menlo"/>
              </a:rPr>
              <a:t>.</a:t>
            </a:r>
            <a:r>
              <a:rPr lang="en-GB" sz="1800" b="0" u="none" strike="noStrike">
                <a:solidFill>
                  <a:srgbClr val="001080"/>
                </a:solidFill>
                <a:uFillTx/>
                <a:latin typeface="Menlo"/>
              </a:rPr>
              <a:t>_name</a:t>
            </a:r>
            <a:r>
              <a:rPr lang="en-GB" sz="1800" b="0" u="none" strike="noStrike">
                <a:solidFill>
                  <a:srgbClr val="000000"/>
                </a:solidFill>
                <a:uFillTx/>
                <a:latin typeface="Menlo"/>
              </a:rPr>
              <a:t> = </a:t>
            </a:r>
            <a:r>
              <a:rPr lang="en-GB" sz="1800" b="0" u="none" strike="noStrike">
                <a:solidFill>
                  <a:srgbClr val="001080"/>
                </a:solidFill>
                <a:uFillTx/>
                <a:latin typeface="Menlo"/>
              </a:rPr>
              <a:t>name</a:t>
            </a:r>
            <a:r>
              <a:rPr lang="en-GB" sz="1800" b="0" u="none" strike="noStrike">
                <a:solidFill>
                  <a:srgbClr val="000000"/>
                </a:solidFill>
                <a:uFillTx/>
                <a:latin typeface="Menlo"/>
              </a:rPr>
              <a:t>;</a:t>
            </a:r>
            <a:endParaRPr lang="de-DE" sz="1800" b="0" u="none" strike="noStrike">
              <a:solidFill>
                <a:srgbClr val="000000"/>
              </a:solidFill>
              <a:uFillTx/>
              <a:latin typeface="Arial"/>
            </a:endParaRPr>
          </a:p>
          <a:p>
            <a:pPr defTabSz="914400">
              <a:lnSpc>
                <a:spcPct val="100000"/>
              </a:lnSpc>
            </a:pPr>
            <a:r>
              <a:rPr lang="en-GB" sz="1800" b="0" u="none" strike="noStrike">
                <a:solidFill>
                  <a:srgbClr val="000000"/>
                </a:solidFill>
                <a:uFillTx/>
                <a:latin typeface="Menlo"/>
              </a:rPr>
              <a:t>}</a:t>
            </a:r>
            <a:endParaRPr lang="de-DE" sz="1800" b="0" u="none" strike="noStrike">
              <a:solidFill>
                <a:srgbClr val="000000"/>
              </a:solidFill>
              <a:uFillTx/>
              <a:latin typeface="Arial"/>
            </a:endParaRPr>
          </a:p>
          <a:p>
            <a:pPr defTabSz="914400">
              <a:lnSpc>
                <a:spcPct val="100000"/>
              </a:lnSpc>
            </a:pPr>
            <a:br>
              <a:rPr sz="1800"/>
            </a:br>
            <a:endParaRPr lang="de-DE" sz="1800" b="0" u="none" strike="noStrike">
              <a:solidFill>
                <a:srgbClr val="000000"/>
              </a:solidFill>
              <a:uFillTx/>
              <a:latin typeface="Arial"/>
            </a:endParaRPr>
          </a:p>
          <a:p>
            <a:pPr defTabSz="914400">
              <a:lnSpc>
                <a:spcPct val="100000"/>
              </a:lnSpc>
            </a:pPr>
            <a:r>
              <a:rPr lang="en-GB" sz="1800" b="0" u="none" strike="noStrike">
                <a:solidFill>
                  <a:srgbClr val="0000FF"/>
                </a:solidFill>
                <a:uFillTx/>
                <a:latin typeface="Menlo"/>
              </a:rPr>
              <a:t>get</a:t>
            </a:r>
            <a:r>
              <a:rPr lang="en-GB" sz="1800" b="0" u="none" strike="noStrike">
                <a:solidFill>
                  <a:srgbClr val="000000"/>
                </a:solidFill>
                <a:uFillTx/>
                <a:latin typeface="Menlo"/>
              </a:rPr>
              <a:t> </a:t>
            </a:r>
            <a:r>
              <a:rPr lang="en-GB" sz="1800" b="0" u="none" strike="noStrike">
                <a:solidFill>
                  <a:srgbClr val="795E26"/>
                </a:solidFill>
                <a:uFillTx/>
                <a:latin typeface="Menlo"/>
              </a:rPr>
              <a:t>name</a:t>
            </a:r>
            <a:r>
              <a:rPr lang="en-GB" sz="1800" b="0" u="none" strike="noStrike">
                <a:solidFill>
                  <a:srgbClr val="000000"/>
                </a:solidFill>
                <a:uFillTx/>
                <a:latin typeface="Menlo"/>
              </a:rPr>
              <a:t>():</a:t>
            </a:r>
            <a:r>
              <a:rPr lang="en-GB" sz="1800" b="0" u="none" strike="noStrike">
                <a:solidFill>
                  <a:srgbClr val="267F99"/>
                </a:solidFill>
                <a:uFillTx/>
                <a:latin typeface="Menlo"/>
              </a:rPr>
              <a:t>string</a:t>
            </a:r>
            <a:r>
              <a:rPr lang="en-GB" sz="1800" b="0" u="none" strike="noStrike">
                <a:solidFill>
                  <a:srgbClr val="000000"/>
                </a:solidFill>
                <a:uFillTx/>
                <a:latin typeface="Menlo"/>
              </a:rPr>
              <a:t>{	</a:t>
            </a:r>
            <a:endParaRPr lang="de-DE" sz="1800" b="0" u="none" strike="noStrike">
              <a:solidFill>
                <a:srgbClr val="000000"/>
              </a:solidFill>
              <a:uFillTx/>
              <a:latin typeface="Arial"/>
            </a:endParaRPr>
          </a:p>
          <a:p>
            <a:pPr defTabSz="914400">
              <a:lnSpc>
                <a:spcPct val="100000"/>
              </a:lnSpc>
            </a:pPr>
            <a:r>
              <a:rPr lang="en-GB" sz="1800" b="0" u="none" strike="noStrike">
                <a:solidFill>
                  <a:srgbClr val="AF00DB"/>
                </a:solidFill>
                <a:uFillTx/>
                <a:latin typeface="Menlo"/>
              </a:rPr>
              <a:t>	return</a:t>
            </a:r>
            <a:r>
              <a:rPr lang="en-GB" sz="1800" b="0" u="none" strike="noStrike">
                <a:solidFill>
                  <a:srgbClr val="000000"/>
                </a:solidFill>
                <a:uFillTx/>
                <a:latin typeface="Menlo"/>
              </a:rPr>
              <a:t> </a:t>
            </a:r>
            <a:r>
              <a:rPr lang="en-GB" sz="1800" b="0" u="none" strike="noStrike">
                <a:solidFill>
                  <a:srgbClr val="0000FF"/>
                </a:solidFill>
                <a:uFillTx/>
                <a:latin typeface="Menlo"/>
              </a:rPr>
              <a:t>this</a:t>
            </a:r>
            <a:r>
              <a:rPr lang="en-GB" sz="1800" b="0" u="none" strike="noStrike">
                <a:solidFill>
                  <a:srgbClr val="000000"/>
                </a:solidFill>
                <a:uFillTx/>
                <a:latin typeface="Menlo"/>
              </a:rPr>
              <a:t>.</a:t>
            </a:r>
            <a:r>
              <a:rPr lang="en-GB" sz="1800" b="0" u="none" strike="noStrike">
                <a:solidFill>
                  <a:srgbClr val="001080"/>
                </a:solidFill>
                <a:uFillTx/>
                <a:latin typeface="Menlo"/>
              </a:rPr>
              <a:t>_name</a:t>
            </a:r>
            <a:r>
              <a:rPr lang="en-GB" sz="1800" b="0" u="none" strike="noStrike">
                <a:solidFill>
                  <a:srgbClr val="000000"/>
                </a:solidFill>
                <a:uFillTx/>
                <a:latin typeface="Menlo"/>
              </a:rPr>
              <a:t>;</a:t>
            </a:r>
            <a:endParaRPr lang="de-DE" sz="1800" b="0" u="none" strike="noStrike">
              <a:solidFill>
                <a:srgbClr val="000000"/>
              </a:solidFill>
              <a:uFillTx/>
              <a:latin typeface="Arial"/>
            </a:endParaRPr>
          </a:p>
          <a:p>
            <a:pPr defTabSz="914400">
              <a:lnSpc>
                <a:spcPct val="100000"/>
              </a:lnSpc>
            </a:pPr>
            <a:r>
              <a:rPr lang="en-GB" sz="1800" b="0" u="none" strike="noStrike">
                <a:solidFill>
                  <a:srgbClr val="000000"/>
                </a:solidFill>
                <a:uFillTx/>
                <a:latin typeface="Menlo"/>
              </a:rPr>
              <a:t>}</a:t>
            </a:r>
            <a:endParaRPr lang="de-DE" sz="1800" b="0" u="none" strike="noStrike">
              <a:solidFill>
                <a:srgbClr val="000000"/>
              </a:solidFill>
              <a:uFillTx/>
              <a:latin typeface="Arial"/>
            </a:endParaRPr>
          </a:p>
          <a:p>
            <a:pPr defTabSz="914400">
              <a:lnSpc>
                <a:spcPct val="100000"/>
              </a:lnSpc>
            </a:pPr>
            <a:br>
              <a:rPr sz="1800"/>
            </a:br>
            <a:r>
              <a:rPr lang="en-GB" sz="1800" b="0" u="none" strike="noStrike">
                <a:solidFill>
                  <a:srgbClr val="0000FF"/>
                </a:solidFill>
                <a:uFillTx/>
                <a:latin typeface="Menlo"/>
              </a:rPr>
              <a:t>set </a:t>
            </a:r>
            <a:r>
              <a:rPr lang="en-GB" sz="1800" b="0" u="none" strike="noStrike">
                <a:solidFill>
                  <a:srgbClr val="795E26"/>
                </a:solidFill>
                <a:uFillTx/>
                <a:latin typeface="Menlo"/>
              </a:rPr>
              <a:t>name</a:t>
            </a:r>
            <a:r>
              <a:rPr lang="en-GB" sz="1800" b="0" u="none" strike="noStrike">
                <a:solidFill>
                  <a:srgbClr val="000000"/>
                </a:solidFill>
                <a:uFillTx/>
                <a:latin typeface="Menlo"/>
              </a:rPr>
              <a:t>(</a:t>
            </a:r>
            <a:r>
              <a:rPr lang="en-GB" sz="1800" b="0" u="none" strike="noStrike">
                <a:solidFill>
                  <a:srgbClr val="001080"/>
                </a:solidFill>
                <a:uFillTx/>
                <a:latin typeface="Menlo"/>
              </a:rPr>
              <a:t>new_name</a:t>
            </a:r>
            <a:r>
              <a:rPr lang="en-GB" sz="1800" b="0" u="none" strike="noStrike">
                <a:solidFill>
                  <a:srgbClr val="000000"/>
                </a:solidFill>
                <a:uFillTx/>
                <a:latin typeface="Menlo"/>
              </a:rPr>
              <a:t>:</a:t>
            </a:r>
            <a:r>
              <a:rPr lang="en-GB" sz="1800" b="0" u="none" strike="noStrike">
                <a:solidFill>
                  <a:srgbClr val="267F99"/>
                </a:solidFill>
                <a:uFillTx/>
                <a:latin typeface="Menlo"/>
              </a:rPr>
              <a:t>string</a:t>
            </a:r>
            <a:r>
              <a:rPr lang="en-GB" sz="1800" b="0" u="none" strike="noStrike">
                <a:solidFill>
                  <a:srgbClr val="000000"/>
                </a:solidFill>
                <a:uFillTx/>
                <a:latin typeface="Menlo"/>
              </a:rPr>
              <a:t>){</a:t>
            </a:r>
            <a:endParaRPr lang="de-DE" sz="1800" b="0" u="none" strike="noStrike">
              <a:solidFill>
                <a:srgbClr val="000000"/>
              </a:solidFill>
              <a:uFillTx/>
              <a:latin typeface="Arial"/>
            </a:endParaRPr>
          </a:p>
          <a:p>
            <a:pPr defTabSz="914400">
              <a:lnSpc>
                <a:spcPct val="100000"/>
              </a:lnSpc>
            </a:pPr>
            <a:r>
              <a:rPr lang="en-GB" sz="1800" b="0" u="none" strike="noStrike">
                <a:solidFill>
                  <a:srgbClr val="0000FF"/>
                </a:solidFill>
                <a:uFillTx/>
                <a:latin typeface="Menlo"/>
              </a:rPr>
              <a:t>	this</a:t>
            </a:r>
            <a:r>
              <a:rPr lang="en-GB" sz="1800" b="0" u="none" strike="noStrike">
                <a:solidFill>
                  <a:srgbClr val="000000"/>
                </a:solidFill>
                <a:uFillTx/>
                <a:latin typeface="Menlo"/>
              </a:rPr>
              <a:t>.</a:t>
            </a:r>
            <a:r>
              <a:rPr lang="en-GB" sz="1800" b="0" u="none" strike="noStrike">
                <a:solidFill>
                  <a:srgbClr val="001080"/>
                </a:solidFill>
                <a:uFillTx/>
                <a:latin typeface="Menlo"/>
              </a:rPr>
              <a:t>_name</a:t>
            </a:r>
            <a:r>
              <a:rPr lang="en-GB" sz="1800" b="0" u="none" strike="noStrike">
                <a:solidFill>
                  <a:srgbClr val="000000"/>
                </a:solidFill>
                <a:uFillTx/>
                <a:latin typeface="Menlo"/>
              </a:rPr>
              <a:t> = </a:t>
            </a:r>
            <a:r>
              <a:rPr lang="en-GB" sz="1800" b="0" u="none" strike="noStrike">
                <a:solidFill>
                  <a:srgbClr val="001080"/>
                </a:solidFill>
                <a:uFillTx/>
                <a:latin typeface="Menlo"/>
              </a:rPr>
              <a:t>new_name</a:t>
            </a:r>
            <a:r>
              <a:rPr lang="en-GB" sz="1800" b="0" u="none" strike="noStrike">
                <a:solidFill>
                  <a:srgbClr val="000000"/>
                </a:solidFill>
                <a:uFillTx/>
                <a:latin typeface="Menlo"/>
              </a:rPr>
              <a:t>;</a:t>
            </a:r>
            <a:endParaRPr lang="de-DE" sz="1800" b="0" u="none" strike="noStrike">
              <a:solidFill>
                <a:srgbClr val="000000"/>
              </a:solidFill>
              <a:uFillTx/>
              <a:latin typeface="Arial"/>
            </a:endParaRPr>
          </a:p>
          <a:p>
            <a:pPr defTabSz="914400">
              <a:lnSpc>
                <a:spcPct val="100000"/>
              </a:lnSpc>
            </a:pPr>
            <a:r>
              <a:rPr lang="en-GB" sz="1800" b="0" u="none" strike="noStrike">
                <a:solidFill>
                  <a:srgbClr val="000000"/>
                </a:solidFill>
                <a:uFillTx/>
                <a:latin typeface="Menlo"/>
              </a:rPr>
              <a:t>}</a:t>
            </a:r>
            <a:endParaRPr lang="de-DE" sz="1800" b="0" u="none" strike="noStrike">
              <a:solidFill>
                <a:srgbClr val="000000"/>
              </a:solidFill>
              <a:uFillTx/>
              <a:latin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6" name="Inhaltsplatzhalter 7" descr="2schnittstelle.jpg"/>
          <p:cNvPicPr/>
          <p:nvPr/>
        </p:nvPicPr>
        <p:blipFill>
          <a:blip r:embed="rId3"/>
          <a:stretch/>
        </p:blipFill>
        <p:spPr>
          <a:xfrm>
            <a:off x="3645720" y="677880"/>
            <a:ext cx="5297760" cy="5500440"/>
          </a:xfrm>
          <a:prstGeom prst="rect">
            <a:avLst/>
          </a:prstGeom>
          <a:noFill/>
          <a:ln w="0">
            <a:noFill/>
          </a:ln>
        </p:spPr>
      </p:pic>
    </p:spTree>
  </p:cSld>
  <p:clrMapOvr>
    <a:masterClrMapping/>
  </p:clrMapOvr>
  <p:transition spd="med">
    <p:dissolv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en-DE" sz="4400" b="0" u="none" strike="noStrike">
                <a:solidFill>
                  <a:schemeClr val="dk1"/>
                </a:solidFill>
                <a:uFillTx/>
                <a:latin typeface="Calibri Light"/>
              </a:rPr>
              <a:t>Beispiel</a:t>
            </a:r>
            <a:endParaRPr lang="de-DE" sz="4400" b="0" u="none" strike="noStrike">
              <a:solidFill>
                <a:srgbClr val="000000"/>
              </a:solidFill>
              <a:uFillTx/>
              <a:latin typeface="Arial"/>
            </a:endParaRPr>
          </a:p>
        </p:txBody>
      </p:sp>
      <p:sp>
        <p:nvSpPr>
          <p:cNvPr id="358"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fontScale="70000" lnSpcReduction="20000"/>
          </a:bodyPr>
          <a:lstStyle/>
          <a:p>
            <a:pPr indent="0" defTabSz="914400">
              <a:lnSpc>
                <a:spcPct val="90000"/>
              </a:lnSpc>
              <a:spcBef>
                <a:spcPts val="1001"/>
              </a:spcBef>
              <a:buNone/>
              <a:tabLst>
                <a:tab pos="0" algn="l"/>
              </a:tabLst>
            </a:pPr>
            <a:r>
              <a:rPr lang="en-GB" sz="2800" b="0" u="none" strike="noStrike">
                <a:solidFill>
                  <a:srgbClr val="0000FF"/>
                </a:solidFill>
                <a:uFillTx/>
                <a:latin typeface="Menlo"/>
              </a:rPr>
              <a:t>interface</a:t>
            </a:r>
            <a:r>
              <a:rPr lang="en-GB" sz="2800" b="0" u="none" strike="noStrike">
                <a:solidFill>
                  <a:srgbClr val="000000"/>
                </a:solidFill>
                <a:uFillTx/>
                <a:latin typeface="Menlo"/>
              </a:rPr>
              <a:t> </a:t>
            </a:r>
            <a:r>
              <a:rPr lang="en-GB" sz="2800" b="0" u="none" strike="noStrike">
                <a:solidFill>
                  <a:srgbClr val="267F99"/>
                </a:solidFill>
                <a:uFillTx/>
                <a:latin typeface="Menlo"/>
              </a:rPr>
              <a:t>Schmutzfink</a:t>
            </a:r>
            <a:r>
              <a:rPr lang="en-GB" sz="2800" b="0" u="none" strike="noStrike">
                <a:solidFill>
                  <a:srgbClr val="000000"/>
                </a:solidFill>
                <a:uFillTx/>
                <a:latin typeface="Menlo"/>
              </a:rPr>
              <a: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en-GB" sz="2800" b="0" u="none" strike="noStrike">
                <a:solidFill>
                  <a:srgbClr val="001080"/>
                </a:solidFill>
                <a:uFillTx/>
                <a:latin typeface="Menlo"/>
              </a:rPr>
              <a:t>	suhlen</a:t>
            </a:r>
            <a:r>
              <a:rPr lang="en-GB" sz="2800" b="0" u="none" strike="noStrike">
                <a:solidFill>
                  <a:srgbClr val="000000"/>
                </a:solidFill>
                <a:uFillTx/>
                <a:latin typeface="Menlo"/>
              </a:rPr>
              <a:t> : () </a:t>
            </a:r>
            <a:r>
              <a:rPr lang="en-GB" sz="2800" b="0" u="none" strike="noStrike">
                <a:solidFill>
                  <a:srgbClr val="0000FF"/>
                </a:solidFill>
                <a:uFillTx/>
                <a:latin typeface="Menlo"/>
              </a:rPr>
              <a:t>=&gt;</a:t>
            </a:r>
            <a:r>
              <a:rPr lang="en-GB" sz="2800" b="0" u="none" strike="noStrike">
                <a:solidFill>
                  <a:srgbClr val="000000"/>
                </a:solidFill>
                <a:uFillTx/>
                <a:latin typeface="Menlo"/>
              </a:rPr>
              <a:t> </a:t>
            </a:r>
            <a:r>
              <a:rPr lang="en-GB" sz="2800" b="0" u="none" strike="noStrike">
                <a:solidFill>
                  <a:srgbClr val="267F99"/>
                </a:solidFill>
                <a:uFillTx/>
                <a:latin typeface="Menlo"/>
              </a:rPr>
              <a:t>string</a:t>
            </a:r>
            <a:r>
              <a:rPr lang="en-GB" sz="2800" b="0" u="none" strike="noStrike">
                <a:solidFill>
                  <a:srgbClr val="000000"/>
                </a:solidFill>
                <a:uFillTx/>
                <a:latin typeface="Menlo"/>
              </a:rPr>
              <a: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en-GB" sz="2800" b="0" u="none" strike="noStrike">
                <a:solidFill>
                  <a:srgbClr val="000000"/>
                </a:solidFill>
                <a:uFillTx/>
                <a:latin typeface="Menlo"/>
              </a:rPr>
              <a: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en-GB" sz="2800" b="0" u="none" strike="noStrike">
                <a:solidFill>
                  <a:srgbClr val="0000FF"/>
                </a:solidFill>
                <a:uFillTx/>
                <a:latin typeface="Menlo"/>
              </a:rPr>
              <a:t>class</a:t>
            </a:r>
            <a:r>
              <a:rPr lang="en-GB" sz="2800" b="0" u="none" strike="noStrike">
                <a:solidFill>
                  <a:srgbClr val="000000"/>
                </a:solidFill>
                <a:uFillTx/>
                <a:latin typeface="Menlo"/>
              </a:rPr>
              <a:t> </a:t>
            </a:r>
            <a:r>
              <a:rPr lang="en-GB" sz="2800" b="0" u="none" strike="noStrike">
                <a:solidFill>
                  <a:srgbClr val="267F99"/>
                </a:solidFill>
                <a:uFillTx/>
                <a:latin typeface="Menlo"/>
              </a:rPr>
              <a:t>Schwein</a:t>
            </a:r>
            <a:r>
              <a:rPr lang="en-GB" sz="2800" b="0" u="none" strike="noStrike">
                <a:solidFill>
                  <a:srgbClr val="000000"/>
                </a:solidFill>
                <a:uFillTx/>
                <a:latin typeface="Menlo"/>
              </a:rPr>
              <a:t> </a:t>
            </a:r>
            <a:r>
              <a:rPr lang="en-GB" sz="2800" b="0" u="none" strike="noStrike">
                <a:solidFill>
                  <a:srgbClr val="0000FF"/>
                </a:solidFill>
                <a:uFillTx/>
                <a:latin typeface="Menlo"/>
              </a:rPr>
              <a:t>implements</a:t>
            </a:r>
            <a:r>
              <a:rPr lang="en-GB" sz="2800" b="0" u="none" strike="noStrike">
                <a:solidFill>
                  <a:srgbClr val="000000"/>
                </a:solidFill>
                <a:uFillTx/>
                <a:latin typeface="Menlo"/>
              </a:rPr>
              <a:t> </a:t>
            </a:r>
            <a:r>
              <a:rPr lang="en-GB" sz="2800" b="0" u="none" strike="noStrike">
                <a:solidFill>
                  <a:srgbClr val="267F99"/>
                </a:solidFill>
                <a:uFillTx/>
                <a:latin typeface="Menlo"/>
              </a:rPr>
              <a:t>Schmutzfink</a:t>
            </a:r>
            <a:r>
              <a:rPr lang="en-GB" sz="2800" b="0" u="none" strike="noStrike">
                <a:solidFill>
                  <a:srgbClr val="000000"/>
                </a:solidFill>
                <a:uFillTx/>
                <a:latin typeface="Menlo"/>
              </a:rPr>
              <a:t>{</a:t>
            </a:r>
            <a:endParaRPr lang="de-DE" sz="2800" b="0" u="none" strike="noStrike">
              <a:solidFill>
                <a:srgbClr val="000000"/>
              </a:solidFill>
              <a:uFillTx/>
              <a:latin typeface="Arial"/>
            </a:endParaRPr>
          </a:p>
          <a:p>
            <a:pPr marL="457200" indent="0" defTabSz="914400">
              <a:lnSpc>
                <a:spcPct val="90000"/>
              </a:lnSpc>
              <a:spcBef>
                <a:spcPts val="499"/>
              </a:spcBef>
              <a:buNone/>
              <a:tabLst>
                <a:tab pos="0" algn="l"/>
              </a:tabLst>
            </a:pPr>
            <a:r>
              <a:rPr lang="en-GB" sz="2400" b="0" u="none" strike="noStrike">
                <a:solidFill>
                  <a:srgbClr val="0000FF"/>
                </a:solidFill>
                <a:uFillTx/>
                <a:latin typeface="Menlo"/>
              </a:rPr>
              <a:t>private</a:t>
            </a:r>
            <a:r>
              <a:rPr lang="en-GB" sz="2400" b="0" u="none" strike="noStrike">
                <a:solidFill>
                  <a:srgbClr val="000000"/>
                </a:solidFill>
                <a:uFillTx/>
                <a:latin typeface="Menlo"/>
              </a:rPr>
              <a:t> </a:t>
            </a:r>
            <a:r>
              <a:rPr lang="en-GB" sz="2400" b="0" u="none" strike="noStrike">
                <a:solidFill>
                  <a:srgbClr val="001080"/>
                </a:solidFill>
                <a:uFillTx/>
                <a:latin typeface="Menlo"/>
              </a:rPr>
              <a:t>name</a:t>
            </a:r>
            <a:r>
              <a:rPr lang="en-GB" sz="2400" b="0" u="none" strike="noStrike">
                <a:solidFill>
                  <a:srgbClr val="000000"/>
                </a:solidFill>
                <a:uFillTx/>
                <a:latin typeface="Menlo"/>
              </a:rPr>
              <a:t> : </a:t>
            </a:r>
            <a:r>
              <a:rPr lang="en-GB" sz="2400" b="0" u="none" strike="noStrike">
                <a:solidFill>
                  <a:srgbClr val="267F99"/>
                </a:solidFill>
                <a:uFillTx/>
                <a:latin typeface="Menlo"/>
              </a:rPr>
              <a:t>string</a:t>
            </a:r>
            <a:r>
              <a:rPr lang="en-GB" sz="2400" b="0" u="none" strike="noStrike">
                <a:solidFill>
                  <a:srgbClr val="000000"/>
                </a:solidFill>
                <a:uFillTx/>
                <a:latin typeface="Menlo"/>
              </a:rPr>
              <a:t>;</a:t>
            </a:r>
            <a:endParaRPr lang="de-DE" sz="2400" b="0" u="none" strike="noStrike">
              <a:solidFill>
                <a:srgbClr val="000000"/>
              </a:solidFill>
              <a:uFillTx/>
              <a:latin typeface="Arial"/>
            </a:endParaRPr>
          </a:p>
          <a:p>
            <a:pPr marL="457200" indent="0" defTabSz="914400">
              <a:lnSpc>
                <a:spcPct val="90000"/>
              </a:lnSpc>
              <a:spcBef>
                <a:spcPts val="499"/>
              </a:spcBef>
              <a:buNone/>
              <a:tabLst>
                <a:tab pos="0" algn="l"/>
              </a:tabLst>
            </a:pPr>
            <a:r>
              <a:rPr lang="en-GB" sz="2400" b="0" u="none" strike="noStrike">
                <a:solidFill>
                  <a:srgbClr val="0000FF"/>
                </a:solidFill>
                <a:uFillTx/>
                <a:latin typeface="Menlo"/>
              </a:rPr>
              <a:t>constructor</a:t>
            </a:r>
            <a:r>
              <a:rPr lang="en-GB" sz="2400" b="0" u="none" strike="noStrike">
                <a:solidFill>
                  <a:srgbClr val="000000"/>
                </a:solidFill>
                <a:uFillTx/>
                <a:latin typeface="Menlo"/>
              </a:rPr>
              <a:t> (</a:t>
            </a:r>
            <a:r>
              <a:rPr lang="en-GB" sz="2400" b="0" u="none" strike="noStrike">
                <a:solidFill>
                  <a:srgbClr val="001080"/>
                </a:solidFill>
                <a:uFillTx/>
                <a:latin typeface="Menlo"/>
              </a:rPr>
              <a:t>name</a:t>
            </a:r>
            <a:r>
              <a:rPr lang="en-GB" sz="2400" b="0" u="none" strike="noStrike">
                <a:solidFill>
                  <a:srgbClr val="000000"/>
                </a:solidFill>
                <a:uFillTx/>
                <a:latin typeface="Menlo"/>
              </a:rPr>
              <a:t>:</a:t>
            </a:r>
            <a:r>
              <a:rPr lang="en-GB" sz="2400" b="0" u="none" strike="noStrike">
                <a:solidFill>
                  <a:srgbClr val="267F99"/>
                </a:solidFill>
                <a:uFillTx/>
                <a:latin typeface="Menlo"/>
              </a:rPr>
              <a:t>string</a:t>
            </a:r>
            <a:r>
              <a:rPr lang="en-GB" sz="2400" b="0" u="none" strike="noStrike">
                <a:solidFill>
                  <a:srgbClr val="000000"/>
                </a:solidFill>
                <a:uFillTx/>
                <a:latin typeface="Menlo"/>
              </a:rPr>
              <a:t>){</a:t>
            </a:r>
            <a:endParaRPr lang="de-DE" sz="2400" b="0" u="none" strike="noStrike">
              <a:solidFill>
                <a:srgbClr val="000000"/>
              </a:solidFill>
              <a:uFillTx/>
              <a:latin typeface="Arial"/>
            </a:endParaRPr>
          </a:p>
          <a:p>
            <a:pPr marL="457200" indent="0" defTabSz="914400">
              <a:lnSpc>
                <a:spcPct val="90000"/>
              </a:lnSpc>
              <a:spcBef>
                <a:spcPts val="499"/>
              </a:spcBef>
              <a:buNone/>
              <a:tabLst>
                <a:tab pos="0" algn="l"/>
              </a:tabLst>
            </a:pPr>
            <a:r>
              <a:rPr lang="en-GB" sz="2400" b="0" u="none" strike="noStrike">
                <a:solidFill>
                  <a:srgbClr val="0000FF"/>
                </a:solidFill>
                <a:uFillTx/>
                <a:latin typeface="Menlo"/>
              </a:rPr>
              <a:t>	this</a:t>
            </a:r>
            <a:r>
              <a:rPr lang="en-GB" sz="2400" b="0" u="none" strike="noStrike">
                <a:solidFill>
                  <a:srgbClr val="000000"/>
                </a:solidFill>
                <a:uFillTx/>
                <a:latin typeface="Menlo"/>
              </a:rPr>
              <a:t>.</a:t>
            </a:r>
            <a:r>
              <a:rPr lang="en-GB" sz="2400" b="0" u="none" strike="noStrike">
                <a:solidFill>
                  <a:srgbClr val="001080"/>
                </a:solidFill>
                <a:uFillTx/>
                <a:latin typeface="Menlo"/>
              </a:rPr>
              <a:t>name</a:t>
            </a:r>
            <a:r>
              <a:rPr lang="en-GB" sz="2400" b="0" u="none" strike="noStrike">
                <a:solidFill>
                  <a:srgbClr val="000000"/>
                </a:solidFill>
                <a:uFillTx/>
                <a:latin typeface="Menlo"/>
              </a:rPr>
              <a:t> = </a:t>
            </a:r>
            <a:r>
              <a:rPr lang="en-GB" sz="2400" b="0" u="none" strike="noStrike">
                <a:solidFill>
                  <a:srgbClr val="001080"/>
                </a:solidFill>
                <a:uFillTx/>
                <a:latin typeface="Menlo"/>
              </a:rPr>
              <a:t>name</a:t>
            </a:r>
            <a:r>
              <a:rPr lang="en-GB" sz="2400" b="0" u="none" strike="noStrike">
                <a:solidFill>
                  <a:srgbClr val="000000"/>
                </a:solidFill>
                <a:uFillTx/>
                <a:latin typeface="Menlo"/>
              </a:rPr>
              <a:t>;</a:t>
            </a:r>
            <a:endParaRPr lang="de-DE" sz="2400" b="0" u="none" strike="noStrike">
              <a:solidFill>
                <a:srgbClr val="000000"/>
              </a:solidFill>
              <a:uFillTx/>
              <a:latin typeface="Arial"/>
            </a:endParaRPr>
          </a:p>
          <a:p>
            <a:pPr marL="457200" indent="0" defTabSz="914400">
              <a:lnSpc>
                <a:spcPct val="90000"/>
              </a:lnSpc>
              <a:spcBef>
                <a:spcPts val="499"/>
              </a:spcBef>
              <a:buNone/>
              <a:tabLst>
                <a:tab pos="0" algn="l"/>
              </a:tabLst>
            </a:pPr>
            <a:r>
              <a:rPr lang="en-GB" sz="2400" b="0" u="none" strike="noStrike">
                <a:solidFill>
                  <a:srgbClr val="000000"/>
                </a:solidFill>
                <a:uFillTx/>
                <a:latin typeface="Menlo"/>
              </a:rPr>
              <a:t>}</a:t>
            </a:r>
            <a:endParaRPr lang="de-DE" sz="2400" b="0" u="none" strike="noStrike">
              <a:solidFill>
                <a:srgbClr val="000000"/>
              </a:solidFill>
              <a:uFillTx/>
              <a:latin typeface="Arial"/>
            </a:endParaRPr>
          </a:p>
          <a:p>
            <a:pPr marL="457200" indent="0" defTabSz="914400">
              <a:lnSpc>
                <a:spcPct val="90000"/>
              </a:lnSpc>
              <a:spcBef>
                <a:spcPts val="499"/>
              </a:spcBef>
              <a:buNone/>
              <a:tabLst>
                <a:tab pos="0" algn="l"/>
              </a:tabLst>
            </a:pPr>
            <a:br>
              <a:rPr sz="2400"/>
            </a:br>
            <a:r>
              <a:rPr lang="en-GB" sz="2400" b="0" u="none" strike="noStrike">
                <a:solidFill>
                  <a:srgbClr val="795E26"/>
                </a:solidFill>
                <a:uFillTx/>
                <a:latin typeface="Menlo"/>
              </a:rPr>
              <a:t>suhlen</a:t>
            </a:r>
            <a:r>
              <a:rPr lang="en-GB" sz="2400" b="0" u="none" strike="noStrike">
                <a:solidFill>
                  <a:srgbClr val="000000"/>
                </a:solidFill>
                <a:uFillTx/>
                <a:latin typeface="Menlo"/>
              </a:rPr>
              <a:t>():</a:t>
            </a:r>
            <a:r>
              <a:rPr lang="en-GB" sz="2400" b="0" u="none" strike="noStrike">
                <a:solidFill>
                  <a:srgbClr val="267F99"/>
                </a:solidFill>
                <a:uFillTx/>
                <a:latin typeface="Menlo"/>
              </a:rPr>
              <a:t>string</a:t>
            </a:r>
            <a:r>
              <a:rPr lang="en-GB" sz="2400" b="0" u="none" strike="noStrike">
                <a:solidFill>
                  <a:srgbClr val="000000"/>
                </a:solidFill>
                <a:uFillTx/>
                <a:latin typeface="Menlo"/>
              </a:rPr>
              <a:t>{</a:t>
            </a:r>
            <a:endParaRPr lang="de-DE" sz="2400" b="0" u="none" strike="noStrike">
              <a:solidFill>
                <a:srgbClr val="000000"/>
              </a:solidFill>
              <a:uFillTx/>
              <a:latin typeface="Arial"/>
            </a:endParaRPr>
          </a:p>
          <a:p>
            <a:pPr marL="457200" indent="0" defTabSz="914400">
              <a:lnSpc>
                <a:spcPct val="90000"/>
              </a:lnSpc>
              <a:spcBef>
                <a:spcPts val="499"/>
              </a:spcBef>
              <a:buNone/>
              <a:tabLst>
                <a:tab pos="0" algn="l"/>
              </a:tabLst>
            </a:pPr>
            <a:r>
              <a:rPr lang="en-GB" sz="2400" b="0" u="none" strike="noStrike">
                <a:solidFill>
                  <a:srgbClr val="AF00DB"/>
                </a:solidFill>
                <a:uFillTx/>
                <a:latin typeface="Menlo"/>
              </a:rPr>
              <a:t>	return</a:t>
            </a:r>
            <a:r>
              <a:rPr lang="en-GB" sz="2400" b="0" u="none" strike="noStrike">
                <a:solidFill>
                  <a:srgbClr val="000000"/>
                </a:solidFill>
                <a:uFillTx/>
                <a:latin typeface="Menlo"/>
              </a:rPr>
              <a:t> </a:t>
            </a:r>
            <a:r>
              <a:rPr lang="en-GB" sz="2400" b="0" u="none" strike="noStrike">
                <a:solidFill>
                  <a:srgbClr val="A31515"/>
                </a:solidFill>
                <a:uFillTx/>
                <a:latin typeface="Menlo"/>
              </a:rPr>
              <a:t>"Ich bin "</a:t>
            </a:r>
            <a:r>
              <a:rPr lang="en-GB" sz="2400" b="0" u="none" strike="noStrike">
                <a:solidFill>
                  <a:srgbClr val="000000"/>
                </a:solidFill>
                <a:uFillTx/>
                <a:latin typeface="Menlo"/>
              </a:rPr>
              <a:t> + </a:t>
            </a:r>
            <a:r>
              <a:rPr lang="en-GB" sz="2400" b="0" u="none" strike="noStrike">
                <a:solidFill>
                  <a:srgbClr val="0000FF"/>
                </a:solidFill>
                <a:uFillTx/>
                <a:latin typeface="Menlo"/>
              </a:rPr>
              <a:t>this</a:t>
            </a:r>
            <a:r>
              <a:rPr lang="en-GB" sz="2400" b="0" u="none" strike="noStrike">
                <a:solidFill>
                  <a:srgbClr val="000000"/>
                </a:solidFill>
                <a:uFillTx/>
                <a:latin typeface="Menlo"/>
              </a:rPr>
              <a:t>.</a:t>
            </a:r>
            <a:r>
              <a:rPr lang="en-GB" sz="2400" b="0" u="none" strike="noStrike">
                <a:solidFill>
                  <a:srgbClr val="001080"/>
                </a:solidFill>
                <a:uFillTx/>
                <a:latin typeface="Menlo"/>
              </a:rPr>
              <a:t>name</a:t>
            </a:r>
            <a:r>
              <a:rPr lang="en-GB" sz="2400" b="0" u="none" strike="noStrike">
                <a:solidFill>
                  <a:srgbClr val="000000"/>
                </a:solidFill>
                <a:uFillTx/>
                <a:latin typeface="Menlo"/>
              </a:rPr>
              <a:t>;</a:t>
            </a:r>
            <a:endParaRPr lang="de-DE" sz="2400" b="0" u="none" strike="noStrike">
              <a:solidFill>
                <a:srgbClr val="000000"/>
              </a:solidFill>
              <a:uFillTx/>
              <a:latin typeface="Arial"/>
            </a:endParaRPr>
          </a:p>
          <a:p>
            <a:pPr marL="457200" indent="0" defTabSz="914400">
              <a:lnSpc>
                <a:spcPct val="90000"/>
              </a:lnSpc>
              <a:spcBef>
                <a:spcPts val="499"/>
              </a:spcBef>
              <a:buNone/>
              <a:tabLst>
                <a:tab pos="0" algn="l"/>
              </a:tabLst>
            </a:pPr>
            <a:r>
              <a:rPr lang="en-GB" sz="2400" b="0" u="none" strike="noStrike">
                <a:solidFill>
                  <a:srgbClr val="000000"/>
                </a:solidFill>
                <a:uFillTx/>
                <a:latin typeface="Menlo"/>
              </a:rPr>
              <a:t>}</a:t>
            </a:r>
            <a:endParaRPr lang="de-DE" sz="2400" b="0" u="none" strike="noStrike">
              <a:solidFill>
                <a:srgbClr val="000000"/>
              </a:solidFill>
              <a:uFillTx/>
              <a:latin typeface="Arial"/>
            </a:endParaRPr>
          </a:p>
          <a:p>
            <a:pPr marL="457200" indent="0" defTabSz="914400">
              <a:lnSpc>
                <a:spcPct val="90000"/>
              </a:lnSpc>
              <a:spcBef>
                <a:spcPts val="1001"/>
              </a:spcBef>
              <a:buNone/>
              <a:tabLst>
                <a:tab pos="0" algn="l"/>
              </a:tabLst>
            </a:pPr>
            <a:r>
              <a:rPr lang="en-GB" sz="2800" b="0" u="none" strike="noStrike">
                <a:solidFill>
                  <a:srgbClr val="000000"/>
                </a:solidFill>
                <a:uFillTx/>
                <a:latin typeface="Menlo"/>
              </a:rPr>
              <a:t>}</a:t>
            </a:r>
            <a:endParaRPr lang="de-DE" sz="2800" b="0" u="none" strike="noStrike">
              <a:solidFill>
                <a:srgbClr val="000000"/>
              </a:solidFill>
              <a:uFillTx/>
              <a:latin typeface="Arial"/>
            </a:endParaRPr>
          </a:p>
          <a:p>
            <a:pPr marL="457200" indent="0" defTabSz="914400">
              <a:lnSpc>
                <a:spcPct val="90000"/>
              </a:lnSpc>
              <a:spcBef>
                <a:spcPts val="1001"/>
              </a:spcBef>
              <a:buNone/>
              <a:tabLst>
                <a:tab pos="0" algn="l"/>
              </a:tabLst>
            </a:pPr>
            <a:r>
              <a:rPr lang="en-GB" sz="2800" b="0" u="none" strike="noStrike">
                <a:solidFill>
                  <a:srgbClr val="0000FF"/>
                </a:solidFill>
                <a:uFillTx/>
                <a:latin typeface="Menlo"/>
              </a:rPr>
              <a:t>var</a:t>
            </a:r>
            <a:r>
              <a:rPr lang="en-GB" sz="2800" b="0" u="none" strike="noStrike">
                <a:solidFill>
                  <a:srgbClr val="000000"/>
                </a:solidFill>
                <a:uFillTx/>
                <a:latin typeface="Menlo"/>
              </a:rPr>
              <a:t> </a:t>
            </a:r>
            <a:r>
              <a:rPr lang="en-GB" sz="2800" b="0" u="none" strike="noStrike">
                <a:solidFill>
                  <a:srgbClr val="001080"/>
                </a:solidFill>
                <a:uFillTx/>
                <a:latin typeface="Menlo"/>
              </a:rPr>
              <a:t>miss_piggy</a:t>
            </a:r>
            <a:r>
              <a:rPr lang="en-GB" sz="2800" b="0" u="none" strike="noStrike">
                <a:solidFill>
                  <a:srgbClr val="000000"/>
                </a:solidFill>
                <a:uFillTx/>
                <a:latin typeface="Menlo"/>
              </a:rPr>
              <a:t> : </a:t>
            </a:r>
            <a:r>
              <a:rPr lang="en-GB" sz="2800" b="0" u="none" strike="noStrike">
                <a:solidFill>
                  <a:srgbClr val="267F99"/>
                </a:solidFill>
                <a:uFillTx/>
                <a:latin typeface="Menlo"/>
              </a:rPr>
              <a:t>Schmutzfink</a:t>
            </a:r>
            <a:r>
              <a:rPr lang="en-GB" sz="2800" b="0" u="none" strike="noStrike">
                <a:solidFill>
                  <a:srgbClr val="000000"/>
                </a:solidFill>
                <a:uFillTx/>
                <a:latin typeface="Menlo"/>
              </a:rPr>
              <a:t> = </a:t>
            </a:r>
            <a:r>
              <a:rPr lang="en-GB" sz="2800" b="0" u="none" strike="noStrike">
                <a:solidFill>
                  <a:srgbClr val="0000FF"/>
                </a:solidFill>
                <a:uFillTx/>
                <a:latin typeface="Menlo"/>
              </a:rPr>
              <a:t>new</a:t>
            </a:r>
            <a:r>
              <a:rPr lang="en-GB" sz="2800" b="0" u="none" strike="noStrike">
                <a:solidFill>
                  <a:srgbClr val="000000"/>
                </a:solidFill>
                <a:uFillTx/>
                <a:latin typeface="Menlo"/>
              </a:rPr>
              <a:t> </a:t>
            </a:r>
            <a:r>
              <a:rPr lang="en-GB" sz="2800" b="0" u="none" strike="noStrike">
                <a:solidFill>
                  <a:srgbClr val="267F99"/>
                </a:solidFill>
                <a:uFillTx/>
                <a:latin typeface="Menlo"/>
              </a:rPr>
              <a:t>Schwein</a:t>
            </a:r>
            <a:r>
              <a:rPr lang="en-GB" sz="2800" b="0" u="none" strike="noStrike">
                <a:solidFill>
                  <a:srgbClr val="000000"/>
                </a:solidFill>
                <a:uFillTx/>
                <a:latin typeface="Menlo"/>
              </a:rPr>
              <a:t>(</a:t>
            </a:r>
            <a:r>
              <a:rPr lang="en-GB" sz="2800" b="0" u="none" strike="noStrike">
                <a:solidFill>
                  <a:srgbClr val="A31515"/>
                </a:solidFill>
                <a:uFillTx/>
                <a:latin typeface="Menlo"/>
              </a:rPr>
              <a:t>"Miss Piggy"</a:t>
            </a:r>
            <a:r>
              <a:rPr lang="en-GB" sz="2800" b="0" u="none" strike="noStrike">
                <a:solidFill>
                  <a:srgbClr val="000000"/>
                </a:solidFill>
                <a:uFillTx/>
                <a:latin typeface="Menlo"/>
              </a:rPr>
              <a:t>);</a:t>
            </a:r>
            <a:endParaRPr lang="de-DE" sz="2800" b="0" u="none" strike="noStrike">
              <a:solidFill>
                <a:srgbClr val="000000"/>
              </a:solidFill>
              <a:uFillTx/>
              <a:latin typeface="Arial"/>
            </a:endParaRPr>
          </a:p>
          <a:p>
            <a:pPr marL="457200" indent="0" defTabSz="914400">
              <a:lnSpc>
                <a:spcPct val="90000"/>
              </a:lnSpc>
              <a:spcBef>
                <a:spcPts val="1001"/>
              </a:spcBef>
              <a:buNone/>
              <a:tabLst>
                <a:tab pos="0" algn="l"/>
              </a:tabLst>
            </a:pPr>
            <a:r>
              <a:rPr lang="en-GB" sz="2800" b="0" u="none" strike="noStrike">
                <a:solidFill>
                  <a:srgbClr val="001080"/>
                </a:solidFill>
                <a:uFillTx/>
                <a:latin typeface="Menlo"/>
              </a:rPr>
              <a:t>miss_piggy</a:t>
            </a:r>
            <a:r>
              <a:rPr lang="en-GB" sz="2800" b="0" u="none" strike="noStrike">
                <a:solidFill>
                  <a:srgbClr val="000000"/>
                </a:solidFill>
                <a:uFillTx/>
                <a:latin typeface="Menlo"/>
              </a:rPr>
              <a:t>.</a:t>
            </a:r>
            <a:r>
              <a:rPr lang="en-GB" sz="2800" b="0" u="none" strike="noStrike">
                <a:solidFill>
                  <a:srgbClr val="795E26"/>
                </a:solidFill>
                <a:uFillTx/>
                <a:latin typeface="Menlo"/>
              </a:rPr>
              <a:t>suhlen</a:t>
            </a:r>
            <a:r>
              <a:rPr lang="en-GB" sz="2800" b="0" u="none" strike="noStrike">
                <a:solidFill>
                  <a:srgbClr val="000000"/>
                </a:solidFill>
                <a:uFillTx/>
                <a:latin typeface="Menlo"/>
              </a:rPr>
              <a:t>();</a:t>
            </a:r>
            <a:endParaRPr lang="de-DE" sz="2800" b="0" u="none" strike="noStrike">
              <a:solidFill>
                <a:srgbClr val="000000"/>
              </a:solidFill>
              <a:uFillTx/>
              <a:latin typeface="Arial"/>
            </a:endParaRPr>
          </a:p>
          <a:p>
            <a:pPr marL="457200" indent="0" defTabSz="914400">
              <a:lnSpc>
                <a:spcPct val="90000"/>
              </a:lnSpc>
              <a:spcBef>
                <a:spcPts val="1001"/>
              </a:spcBef>
              <a:buNone/>
              <a:tabLst>
                <a:tab pos="0" algn="l"/>
              </a:tabLst>
            </a:pPr>
            <a:endParaRPr lang="de-DE" sz="2800" b="0" u="none" strike="noStrike">
              <a:solidFill>
                <a:srgbClr val="000000"/>
              </a:solidFill>
              <a:uFillTx/>
              <a:latin typeface="Arial"/>
            </a:endParaRPr>
          </a:p>
          <a:p>
            <a:pPr marL="457200" indent="0" defTabSz="914400">
              <a:lnSpc>
                <a:spcPct val="90000"/>
              </a:lnSpc>
              <a:spcBef>
                <a:spcPts val="1001"/>
              </a:spcBef>
              <a:buNone/>
              <a:tabLst>
                <a:tab pos="0" algn="l"/>
              </a:tabLst>
            </a:pPr>
            <a:endParaRPr lang="de-DE" sz="2800" b="0" u="none" strike="noStrike">
              <a:solidFill>
                <a:srgbClr val="000000"/>
              </a:solidFill>
              <a:uFillTx/>
              <a:latin typeface="Arial"/>
            </a:endParaRPr>
          </a:p>
          <a:p>
            <a:pPr marL="457200" indent="0" defTabSz="914400">
              <a:lnSpc>
                <a:spcPct val="90000"/>
              </a:lnSpc>
              <a:spcBef>
                <a:spcPts val="1001"/>
              </a:spcBef>
              <a:buNone/>
              <a:tabLst>
                <a:tab pos="0" algn="l"/>
              </a:tabLst>
            </a:pPr>
            <a:endParaRPr lang="de-DE" sz="2800" b="0" u="none" strike="noStrike">
              <a:solidFill>
                <a:srgbClr val="000000"/>
              </a:solidFill>
              <a:uFillTx/>
              <a:latin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359" name="Rectangle 70">
            <a:extLst>
              <a:ext uri="{C183D7F6-B498-43B3-948B-1728B52AA6E4}">
                <adec:decorative xmlns:adec="http://schemas.microsoft.com/office/drawing/2017/decorative" val="1"/>
              </a:ext>
            </a:extLst>
          </p:cNvPr>
          <p:cNvSpPr/>
          <p:nvPr/>
        </p:nvSpPr>
        <p:spPr>
          <a:xfrm>
            <a:off x="0" y="0"/>
            <a:ext cx="12190680" cy="685656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360" name="Rectangle 72">
            <a:extLst>
              <a:ext uri="{C183D7F6-B498-43B3-948B-1728B52AA6E4}">
                <adec:decorative xmlns:adec="http://schemas.microsoft.com/office/drawing/2017/decorative" val="1"/>
              </a:ext>
            </a:extLst>
          </p:cNvPr>
          <p:cNvSpPr/>
          <p:nvPr/>
        </p:nvSpPr>
        <p:spPr>
          <a:xfrm rot="5400000" flipH="1">
            <a:off x="-1418760" y="1418760"/>
            <a:ext cx="6874200" cy="4039200"/>
          </a:xfrm>
          <a:prstGeom prst="rect">
            <a:avLst/>
          </a:prstGeom>
          <a:gradFill rotWithShape="0">
            <a:gsLst>
              <a:gs pos="0">
                <a:srgbClr val="000000"/>
              </a:gs>
              <a:gs pos="100000">
                <a:srgbClr val="16735A"/>
              </a:gs>
            </a:gsLst>
            <a:lin ang="132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361" name="Rectangle 74">
            <a:extLst>
              <a:ext uri="{C183D7F6-B498-43B3-948B-1728B52AA6E4}">
                <adec:decorative xmlns:adec="http://schemas.microsoft.com/office/drawing/2017/decorative" val="1"/>
              </a:ext>
            </a:extLst>
          </p:cNvPr>
          <p:cNvSpPr/>
          <p:nvPr/>
        </p:nvSpPr>
        <p:spPr>
          <a:xfrm rot="16200000">
            <a:off x="-157320" y="2661840"/>
            <a:ext cx="4354200" cy="4037040"/>
          </a:xfrm>
          <a:prstGeom prst="rect">
            <a:avLst/>
          </a:prstGeom>
          <a:gradFill rotWithShape="0">
            <a:gsLst>
              <a:gs pos="0">
                <a:srgbClr val="1D9A78">
                  <a:alpha val="50000"/>
                </a:srgbClr>
              </a:gs>
              <a:gs pos="100000">
                <a:srgbClr val="0E4D3C">
                  <a:alpha val="0"/>
                </a:srgbClr>
              </a:gs>
            </a:gsLst>
            <a:lin ang="6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362" name="Rectangle 76">
            <a:extLst>
              <a:ext uri="{C183D7F6-B498-43B3-948B-1728B52AA6E4}">
                <adec:decorative xmlns:adec="http://schemas.microsoft.com/office/drawing/2017/decorative" val="1"/>
              </a:ext>
            </a:extLst>
          </p:cNvPr>
          <p:cNvSpPr/>
          <p:nvPr/>
        </p:nvSpPr>
        <p:spPr>
          <a:xfrm rot="16200000" flipH="1">
            <a:off x="-1179720" y="1636920"/>
            <a:ext cx="6856200" cy="3579840"/>
          </a:xfrm>
          <a:prstGeom prst="rect">
            <a:avLst/>
          </a:prstGeom>
          <a:gradFill rotWithShape="0">
            <a:gsLst>
              <a:gs pos="0">
                <a:srgbClr val="000000">
                  <a:alpha val="59000"/>
                </a:srgbClr>
              </a:gs>
              <a:gs pos="69000">
                <a:srgbClr val="1D9A78">
                  <a:alpha val="0"/>
                </a:srgbClr>
              </a:gs>
            </a:gsLst>
            <a:lin ang="186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363" name="Freeform: Shape 78">
            <a:extLst>
              <a:ext uri="{C183D7F6-B498-43B3-948B-1728B52AA6E4}">
                <adec:decorative xmlns:adec="http://schemas.microsoft.com/office/drawing/2017/decorative" val="1"/>
              </a:ext>
            </a:extLst>
          </p:cNvPr>
          <p:cNvSpPr/>
          <p:nvPr/>
        </p:nvSpPr>
        <p:spPr>
          <a:xfrm rot="6097800">
            <a:off x="-744480" y="1200240"/>
            <a:ext cx="4806720" cy="4087080"/>
          </a:xfrm>
          <a:custGeom>
            <a:avLst/>
            <a:gdLst>
              <a:gd name="textAreaLeft" fmla="*/ 0 w 4806720"/>
              <a:gd name="textAreaRight" fmla="*/ 4808160 w 4806720"/>
              <a:gd name="textAreaTop" fmla="*/ 0 h 4087080"/>
              <a:gd name="textAreaBottom" fmla="*/ 4088520 h 4087080"/>
            </a:gdLst>
            <a:ahLst/>
            <a:cxnLst/>
            <a:rect l="textAreaLeft" t="textAreaTop" r="textAreaRight" b="textAreaBottom"/>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rotWithShape="0">
            <a:gsLst>
              <a:gs pos="39000">
                <a:srgbClr val="5AE0BB">
                  <a:alpha val="0"/>
                </a:srgbClr>
              </a:gs>
              <a:gs pos="100000">
                <a:srgbClr val="16735A">
                  <a:alpha val="26000"/>
                </a:srgbClr>
              </a:gs>
            </a:gsLst>
            <a:lin ang="3096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364" name="Rectangle 1"/>
          <p:cNvSpPr/>
          <p:nvPr/>
        </p:nvSpPr>
        <p:spPr>
          <a:xfrm>
            <a:off x="659880" y="2766960"/>
            <a:ext cx="2879280" cy="3070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a:bodyPr>
          <a:lstStyle/>
          <a:p>
            <a:pPr defTabSz="914400">
              <a:lnSpc>
                <a:spcPct val="90000"/>
              </a:lnSpc>
              <a:spcAft>
                <a:spcPts val="601"/>
              </a:spcAft>
            </a:pPr>
            <a:r>
              <a:rPr lang="en-US" sz="4000" b="1" u="none" strike="noStrike" spc="51">
                <a:solidFill>
                  <a:srgbClr val="FFFFFF"/>
                </a:solidFill>
                <a:uFillTx/>
                <a:latin typeface="Calibri Light"/>
              </a:rPr>
              <a:t>Vererbung</a:t>
            </a:r>
            <a:endParaRPr lang="de-DE" sz="4000" b="0" u="none" strike="noStrike">
              <a:solidFill>
                <a:srgbClr val="000000"/>
              </a:solidFill>
              <a:uFillTx/>
              <a:latin typeface="Arial"/>
            </a:endParaRPr>
          </a:p>
        </p:txBody>
      </p:sp>
      <p:pic>
        <p:nvPicPr>
          <p:cNvPr id="365" name="Inhaltsplatzhalter 3" descr="lineWriter.jpg"/>
          <p:cNvPicPr/>
          <p:nvPr/>
        </p:nvPicPr>
        <p:blipFill>
          <a:blip r:embed="rId3"/>
          <a:stretch/>
        </p:blipFill>
        <p:spPr>
          <a:xfrm>
            <a:off x="4502520" y="1116720"/>
            <a:ext cx="7224480" cy="4623120"/>
          </a:xfrm>
          <a:prstGeom prst="rect">
            <a:avLst/>
          </a:prstGeom>
          <a:noFill/>
          <a:ln w="0">
            <a:noFill/>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6"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Klassen: Vererbung</a:t>
            </a:r>
            <a:endParaRPr lang="de-DE" sz="4400" b="0" u="none" strike="noStrike">
              <a:solidFill>
                <a:srgbClr val="000000"/>
              </a:solidFill>
              <a:uFillTx/>
              <a:latin typeface="Arial"/>
            </a:endParaRPr>
          </a:p>
        </p:txBody>
      </p:sp>
      <p:sp>
        <p:nvSpPr>
          <p:cNvPr id="367"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Auch Klassen unterstützen das Konzept der Vererbung</a:t>
            </a:r>
            <a:endParaRPr lang="de-DE" sz="28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Methoden einer Klasse können auch abstrakt sein</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Analog zu Definition einer Interface-Funktion</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Eine Klasse, die mit </a:t>
            </a:r>
            <a:r>
              <a:rPr lang="de-DE" sz="2400" b="0" u="none" strike="noStrike">
                <a:solidFill>
                  <a:schemeClr val="dk1"/>
                </a:solidFill>
                <a:uFillTx/>
                <a:latin typeface="Courier New"/>
              </a:rPr>
              <a:t>new</a:t>
            </a:r>
            <a:r>
              <a:rPr lang="de-DE" sz="2400" b="0" u="none" strike="noStrike">
                <a:solidFill>
                  <a:schemeClr val="dk1"/>
                </a:solidFill>
                <a:uFillTx/>
                <a:latin typeface="Calibri"/>
              </a:rPr>
              <a:t> instanziiert werden soll darf keine abstrakten Methoden enthalten</a:t>
            </a:r>
            <a:endParaRPr lang="de-DE" sz="24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Ein Interface kann eine Klasse erweitern (kommt selten vor)</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Es übernimmt die Mitglieder der Klasse, aber nicht deren Implementierung</a:t>
            </a:r>
            <a:endParaRPr lang="de-DE" sz="24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Eine Klasse kann eine Schnittstelle implementieren</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Schlüsselwort </a:t>
            </a:r>
            <a:r>
              <a:rPr lang="de-DE" sz="2400" b="0" u="none" strike="noStrike">
                <a:solidFill>
                  <a:schemeClr val="dk1"/>
                </a:solidFill>
                <a:uFillTx/>
                <a:latin typeface="Courier New"/>
              </a:rPr>
              <a:t>implements</a:t>
            </a:r>
            <a:endParaRPr lang="de-DE" sz="2400" b="0" u="none" strike="noStrike">
              <a:solidFill>
                <a:srgbClr val="000000"/>
              </a:solidFill>
              <a:uFillTx/>
              <a:latin typeface="Aria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 name="Rectangle 1"/>
          <p:cNvSpPr/>
          <p:nvPr/>
        </p:nvSpPr>
        <p:spPr>
          <a:xfrm>
            <a:off x="1082880" y="612720"/>
            <a:ext cx="8348400" cy="5301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GB" sz="1800" b="0" u="none" strike="noStrike">
                <a:solidFill>
                  <a:srgbClr val="0000FF"/>
                </a:solidFill>
                <a:uFillTx/>
                <a:latin typeface="Menlo"/>
              </a:rPr>
              <a:t>class</a:t>
            </a:r>
            <a:r>
              <a:rPr lang="en-GB" sz="1800" b="0" u="none" strike="noStrike">
                <a:solidFill>
                  <a:srgbClr val="000000"/>
                </a:solidFill>
                <a:uFillTx/>
                <a:latin typeface="Menlo"/>
              </a:rPr>
              <a:t> </a:t>
            </a:r>
            <a:r>
              <a:rPr lang="en-GB" sz="1800" b="0" u="none" strike="noStrike">
                <a:solidFill>
                  <a:srgbClr val="267F99"/>
                </a:solidFill>
                <a:uFillTx/>
                <a:latin typeface="Menlo"/>
              </a:rPr>
              <a:t>Schwein</a:t>
            </a:r>
            <a:r>
              <a:rPr lang="en-GB" sz="1800" b="0" u="none" strike="noStrike">
                <a:solidFill>
                  <a:srgbClr val="000000"/>
                </a:solidFill>
                <a:uFillTx/>
                <a:latin typeface="Menlo"/>
              </a:rPr>
              <a:t> </a:t>
            </a:r>
            <a:r>
              <a:rPr lang="en-GB" sz="1800" b="0" u="none" strike="noStrike">
                <a:solidFill>
                  <a:srgbClr val="0000FF"/>
                </a:solidFill>
                <a:uFillTx/>
                <a:latin typeface="Menlo"/>
              </a:rPr>
              <a:t>implements</a:t>
            </a:r>
            <a:r>
              <a:rPr lang="en-GB" sz="1800" b="0" u="none" strike="noStrike">
                <a:solidFill>
                  <a:srgbClr val="000000"/>
                </a:solidFill>
                <a:uFillTx/>
                <a:latin typeface="Menlo"/>
              </a:rPr>
              <a:t> </a:t>
            </a:r>
            <a:r>
              <a:rPr lang="en-GB" sz="1800" b="0" u="none" strike="noStrike">
                <a:solidFill>
                  <a:srgbClr val="267F99"/>
                </a:solidFill>
                <a:uFillTx/>
                <a:latin typeface="Menlo"/>
              </a:rPr>
              <a:t>Schmutzfink</a:t>
            </a:r>
            <a:r>
              <a:rPr lang="en-GB" sz="1800" b="0" u="none" strike="noStrike">
                <a:solidFill>
                  <a:srgbClr val="000000"/>
                </a:solidFill>
                <a:uFillTx/>
                <a:latin typeface="Menlo"/>
              </a:rPr>
              <a:t>{</a:t>
            </a:r>
            <a:endParaRPr lang="de-DE" sz="1800" b="0" u="none" strike="noStrike">
              <a:solidFill>
                <a:srgbClr val="000000"/>
              </a:solidFill>
              <a:uFillTx/>
              <a:latin typeface="Arial"/>
            </a:endParaRPr>
          </a:p>
          <a:p>
            <a:pPr marL="457200" defTabSz="914400">
              <a:lnSpc>
                <a:spcPct val="100000"/>
              </a:lnSpc>
            </a:pPr>
            <a:r>
              <a:rPr lang="en-GB" sz="1800" b="0" u="none" strike="noStrike">
                <a:solidFill>
                  <a:srgbClr val="0000FF"/>
                </a:solidFill>
                <a:uFillTx/>
                <a:latin typeface="Menlo"/>
              </a:rPr>
              <a:t>private</a:t>
            </a:r>
            <a:r>
              <a:rPr lang="en-GB" sz="1800" b="0" u="none" strike="noStrike">
                <a:solidFill>
                  <a:srgbClr val="000000"/>
                </a:solidFill>
                <a:uFillTx/>
                <a:latin typeface="Menlo"/>
              </a:rPr>
              <a:t> </a:t>
            </a:r>
            <a:r>
              <a:rPr lang="en-GB" sz="1800" b="0" u="none" strike="noStrike">
                <a:solidFill>
                  <a:srgbClr val="001080"/>
                </a:solidFill>
                <a:uFillTx/>
                <a:latin typeface="Menlo"/>
              </a:rPr>
              <a:t>name</a:t>
            </a:r>
            <a:r>
              <a:rPr lang="en-GB" sz="1800" b="0" u="none" strike="noStrike">
                <a:solidFill>
                  <a:srgbClr val="000000"/>
                </a:solidFill>
                <a:uFillTx/>
                <a:latin typeface="Menlo"/>
              </a:rPr>
              <a:t> : </a:t>
            </a:r>
            <a:r>
              <a:rPr lang="en-GB" sz="1800" b="0" u="none" strike="noStrike">
                <a:solidFill>
                  <a:srgbClr val="267F99"/>
                </a:solidFill>
                <a:uFillTx/>
                <a:latin typeface="Menlo"/>
              </a:rPr>
              <a:t>string</a:t>
            </a:r>
            <a:r>
              <a:rPr lang="en-GB" sz="1800" b="0" u="none" strike="noStrike">
                <a:solidFill>
                  <a:srgbClr val="000000"/>
                </a:solidFill>
                <a:uFillTx/>
                <a:latin typeface="Menlo"/>
              </a:rPr>
              <a:t>;</a:t>
            </a:r>
            <a:endParaRPr lang="de-DE" sz="1800" b="0" u="none" strike="noStrike">
              <a:solidFill>
                <a:srgbClr val="000000"/>
              </a:solidFill>
              <a:uFillTx/>
              <a:latin typeface="Arial"/>
            </a:endParaRPr>
          </a:p>
          <a:p>
            <a:pPr marL="457200" defTabSz="914400">
              <a:lnSpc>
                <a:spcPct val="100000"/>
              </a:lnSpc>
            </a:pPr>
            <a:r>
              <a:rPr lang="en-GB" sz="1800" b="0" u="none" strike="noStrike">
                <a:solidFill>
                  <a:srgbClr val="0000FF"/>
                </a:solidFill>
                <a:uFillTx/>
                <a:latin typeface="Menlo"/>
              </a:rPr>
              <a:t>	constructor</a:t>
            </a:r>
            <a:r>
              <a:rPr lang="en-GB" sz="1800" b="0" u="none" strike="noStrike">
                <a:solidFill>
                  <a:srgbClr val="000000"/>
                </a:solidFill>
                <a:uFillTx/>
                <a:latin typeface="Menlo"/>
              </a:rPr>
              <a:t> (</a:t>
            </a:r>
            <a:r>
              <a:rPr lang="en-GB" sz="1800" b="0" u="none" strike="noStrike">
                <a:solidFill>
                  <a:srgbClr val="001080"/>
                </a:solidFill>
                <a:uFillTx/>
                <a:latin typeface="Menlo"/>
              </a:rPr>
              <a:t>name</a:t>
            </a:r>
            <a:r>
              <a:rPr lang="en-GB" sz="1800" b="0" u="none" strike="noStrike">
                <a:solidFill>
                  <a:srgbClr val="000000"/>
                </a:solidFill>
                <a:uFillTx/>
                <a:latin typeface="Menlo"/>
              </a:rPr>
              <a:t>:</a:t>
            </a:r>
            <a:r>
              <a:rPr lang="en-GB" sz="1800" b="0" u="none" strike="noStrike">
                <a:solidFill>
                  <a:srgbClr val="267F99"/>
                </a:solidFill>
                <a:uFillTx/>
                <a:latin typeface="Menlo"/>
              </a:rPr>
              <a:t>string</a:t>
            </a:r>
            <a:r>
              <a:rPr lang="en-GB" sz="1800" b="0" u="none" strike="noStrike">
                <a:solidFill>
                  <a:srgbClr val="000000"/>
                </a:solidFill>
                <a:uFillTx/>
                <a:latin typeface="Menlo"/>
              </a:rPr>
              <a:t>){</a:t>
            </a:r>
            <a:endParaRPr lang="de-DE" sz="1800" b="0" u="none" strike="noStrike">
              <a:solidFill>
                <a:srgbClr val="000000"/>
              </a:solidFill>
              <a:uFillTx/>
              <a:latin typeface="Arial"/>
            </a:endParaRPr>
          </a:p>
          <a:p>
            <a:pPr marL="457200" defTabSz="914400">
              <a:lnSpc>
                <a:spcPct val="100000"/>
              </a:lnSpc>
            </a:pPr>
            <a:r>
              <a:rPr lang="en-GB" sz="1800" b="0" u="none" strike="noStrike">
                <a:solidFill>
                  <a:srgbClr val="0000FF"/>
                </a:solidFill>
                <a:uFillTx/>
                <a:latin typeface="Menlo"/>
              </a:rPr>
              <a:t>	this</a:t>
            </a:r>
            <a:r>
              <a:rPr lang="en-GB" sz="1800" b="0" u="none" strike="noStrike">
                <a:solidFill>
                  <a:srgbClr val="000000"/>
                </a:solidFill>
                <a:uFillTx/>
                <a:latin typeface="Menlo"/>
              </a:rPr>
              <a:t>.</a:t>
            </a:r>
            <a:r>
              <a:rPr lang="en-GB" sz="1800" b="0" u="none" strike="noStrike">
                <a:solidFill>
                  <a:srgbClr val="001080"/>
                </a:solidFill>
                <a:uFillTx/>
                <a:latin typeface="Menlo"/>
              </a:rPr>
              <a:t>name</a:t>
            </a:r>
            <a:r>
              <a:rPr lang="en-GB" sz="1800" b="0" u="none" strike="noStrike">
                <a:solidFill>
                  <a:srgbClr val="000000"/>
                </a:solidFill>
                <a:uFillTx/>
                <a:latin typeface="Menlo"/>
              </a:rPr>
              <a:t> = </a:t>
            </a:r>
            <a:r>
              <a:rPr lang="en-GB" sz="1800" b="0" u="none" strike="noStrike">
                <a:solidFill>
                  <a:srgbClr val="001080"/>
                </a:solidFill>
                <a:uFillTx/>
                <a:latin typeface="Menlo"/>
              </a:rPr>
              <a:t>name</a:t>
            </a:r>
            <a:r>
              <a:rPr lang="en-GB" sz="1800" b="0" u="none" strike="noStrike">
                <a:solidFill>
                  <a:srgbClr val="000000"/>
                </a:solidFill>
                <a:uFillTx/>
                <a:latin typeface="Menlo"/>
              </a:rPr>
              <a:t>;</a:t>
            </a:r>
            <a:endParaRPr lang="de-DE" sz="1800" b="0" u="none" strike="noStrike">
              <a:solidFill>
                <a:srgbClr val="000000"/>
              </a:solidFill>
              <a:uFillTx/>
              <a:latin typeface="Arial"/>
            </a:endParaRPr>
          </a:p>
          <a:p>
            <a:pPr marL="457200" defTabSz="914400">
              <a:lnSpc>
                <a:spcPct val="100000"/>
              </a:lnSpc>
            </a:pPr>
            <a:r>
              <a:rPr lang="en-GB" sz="1800" b="0" u="none" strike="noStrike">
                <a:solidFill>
                  <a:srgbClr val="000000"/>
                </a:solidFill>
                <a:uFillTx/>
                <a:latin typeface="Menlo"/>
              </a:rPr>
              <a:t>}</a:t>
            </a:r>
            <a:endParaRPr lang="de-DE" sz="1800" b="0" u="none" strike="noStrike">
              <a:solidFill>
                <a:srgbClr val="000000"/>
              </a:solidFill>
              <a:uFillTx/>
              <a:latin typeface="Arial"/>
            </a:endParaRPr>
          </a:p>
          <a:p>
            <a:pPr marL="457200" defTabSz="914400">
              <a:lnSpc>
                <a:spcPct val="100000"/>
              </a:lnSpc>
            </a:pPr>
            <a:br>
              <a:rPr sz="1800"/>
            </a:br>
            <a:r>
              <a:rPr lang="en-GB" sz="1800" b="0" u="none" strike="noStrike">
                <a:solidFill>
                  <a:srgbClr val="795E26"/>
                </a:solidFill>
                <a:uFillTx/>
                <a:latin typeface="Menlo"/>
              </a:rPr>
              <a:t>suhlen</a:t>
            </a:r>
            <a:r>
              <a:rPr lang="en-GB" sz="1800" b="0" u="none" strike="noStrike">
                <a:solidFill>
                  <a:srgbClr val="000000"/>
                </a:solidFill>
                <a:uFillTx/>
                <a:latin typeface="Menlo"/>
              </a:rPr>
              <a:t>():</a:t>
            </a:r>
            <a:r>
              <a:rPr lang="en-GB" sz="1800" b="0" u="none" strike="noStrike">
                <a:solidFill>
                  <a:srgbClr val="267F99"/>
                </a:solidFill>
                <a:uFillTx/>
                <a:latin typeface="Menlo"/>
              </a:rPr>
              <a:t>string</a:t>
            </a:r>
            <a:r>
              <a:rPr lang="en-GB" sz="1800" b="0" u="none" strike="noStrike">
                <a:solidFill>
                  <a:srgbClr val="000000"/>
                </a:solidFill>
                <a:uFillTx/>
                <a:latin typeface="Menlo"/>
              </a:rPr>
              <a:t>{</a:t>
            </a:r>
            <a:endParaRPr lang="de-DE" sz="1800" b="0" u="none" strike="noStrike">
              <a:solidFill>
                <a:srgbClr val="000000"/>
              </a:solidFill>
              <a:uFillTx/>
              <a:latin typeface="Arial"/>
            </a:endParaRPr>
          </a:p>
          <a:p>
            <a:pPr marL="457200" defTabSz="914400">
              <a:lnSpc>
                <a:spcPct val="100000"/>
              </a:lnSpc>
            </a:pPr>
            <a:r>
              <a:rPr lang="en-GB" sz="1800" b="0" u="none" strike="noStrike">
                <a:solidFill>
                  <a:srgbClr val="AF00DB"/>
                </a:solidFill>
                <a:uFillTx/>
                <a:latin typeface="Menlo"/>
              </a:rPr>
              <a:t>	return</a:t>
            </a:r>
            <a:r>
              <a:rPr lang="en-GB" sz="1800" b="0" u="none" strike="noStrike">
                <a:solidFill>
                  <a:srgbClr val="000000"/>
                </a:solidFill>
                <a:uFillTx/>
                <a:latin typeface="Menlo"/>
              </a:rPr>
              <a:t> </a:t>
            </a:r>
            <a:r>
              <a:rPr lang="en-GB" sz="1800" b="0" u="none" strike="noStrike">
                <a:solidFill>
                  <a:srgbClr val="A31515"/>
                </a:solidFill>
                <a:uFillTx/>
                <a:latin typeface="Menlo"/>
              </a:rPr>
              <a:t>"Ich bin "</a:t>
            </a:r>
            <a:r>
              <a:rPr lang="en-GB" sz="1800" b="0" u="none" strike="noStrike">
                <a:solidFill>
                  <a:srgbClr val="000000"/>
                </a:solidFill>
                <a:uFillTx/>
                <a:latin typeface="Menlo"/>
              </a:rPr>
              <a:t> + </a:t>
            </a:r>
            <a:r>
              <a:rPr lang="en-GB" sz="1800" b="0" u="none" strike="noStrike">
                <a:solidFill>
                  <a:srgbClr val="0000FF"/>
                </a:solidFill>
                <a:uFillTx/>
                <a:latin typeface="Menlo"/>
              </a:rPr>
              <a:t>this</a:t>
            </a:r>
            <a:r>
              <a:rPr lang="en-GB" sz="1800" b="0" u="none" strike="noStrike">
                <a:solidFill>
                  <a:srgbClr val="000000"/>
                </a:solidFill>
                <a:uFillTx/>
                <a:latin typeface="Menlo"/>
              </a:rPr>
              <a:t>.</a:t>
            </a:r>
            <a:r>
              <a:rPr lang="en-GB" sz="1800" b="0" u="none" strike="noStrike">
                <a:solidFill>
                  <a:srgbClr val="001080"/>
                </a:solidFill>
                <a:uFillTx/>
                <a:latin typeface="Menlo"/>
              </a:rPr>
              <a:t>name</a:t>
            </a:r>
            <a:r>
              <a:rPr lang="en-GB" sz="1800" b="0" u="none" strike="noStrike">
                <a:solidFill>
                  <a:srgbClr val="000000"/>
                </a:solidFill>
                <a:uFillTx/>
                <a:latin typeface="Menlo"/>
              </a:rPr>
              <a:t>;</a:t>
            </a:r>
            <a:endParaRPr lang="de-DE" sz="1800" b="0" u="none" strike="noStrike">
              <a:solidFill>
                <a:srgbClr val="000000"/>
              </a:solidFill>
              <a:uFillTx/>
              <a:latin typeface="Arial"/>
            </a:endParaRPr>
          </a:p>
          <a:p>
            <a:pPr marL="457200" defTabSz="914400">
              <a:lnSpc>
                <a:spcPct val="100000"/>
              </a:lnSpc>
            </a:pPr>
            <a:r>
              <a:rPr lang="en-GB" sz="1800" b="0" u="none" strike="noStrike">
                <a:solidFill>
                  <a:srgbClr val="000000"/>
                </a:solidFill>
                <a:uFillTx/>
                <a:latin typeface="Menlo"/>
              </a:rPr>
              <a:t>}</a:t>
            </a:r>
            <a:endParaRPr lang="de-DE" sz="1800" b="0" u="none" strike="noStrike">
              <a:solidFill>
                <a:srgbClr val="000000"/>
              </a:solidFill>
              <a:uFillTx/>
              <a:latin typeface="Arial"/>
            </a:endParaRPr>
          </a:p>
          <a:p>
            <a:pPr marL="457200" defTabSz="914400">
              <a:lnSpc>
                <a:spcPct val="100000"/>
              </a:lnSpc>
            </a:pPr>
            <a:r>
              <a:rPr lang="en-GB" sz="1800" b="0" u="none" strike="noStrike">
                <a:solidFill>
                  <a:srgbClr val="000000"/>
                </a:solidFill>
                <a:uFillTx/>
                <a:latin typeface="Menlo"/>
              </a:rPr>
              <a:t>}</a:t>
            </a:r>
            <a:endParaRPr lang="de-DE" sz="1800" b="0" u="none" strike="noStrike">
              <a:solidFill>
                <a:srgbClr val="000000"/>
              </a:solidFill>
              <a:uFillTx/>
              <a:latin typeface="Arial"/>
            </a:endParaRPr>
          </a:p>
          <a:p>
            <a:pPr marL="457200" defTabSz="914400">
              <a:lnSpc>
                <a:spcPct val="100000"/>
              </a:lnSpc>
            </a:pPr>
            <a:br>
              <a:rPr sz="1800"/>
            </a:br>
            <a:r>
              <a:rPr lang="en-GB" sz="1800" b="0" u="none" strike="noStrike">
                <a:solidFill>
                  <a:srgbClr val="0000FF"/>
                </a:solidFill>
                <a:uFillTx/>
                <a:latin typeface="Menlo"/>
              </a:rPr>
              <a:t>class</a:t>
            </a:r>
            <a:r>
              <a:rPr lang="en-GB" sz="1800" b="0" u="none" strike="noStrike">
                <a:solidFill>
                  <a:srgbClr val="000000"/>
                </a:solidFill>
                <a:uFillTx/>
                <a:latin typeface="Menlo"/>
              </a:rPr>
              <a:t> </a:t>
            </a:r>
            <a:r>
              <a:rPr lang="en-GB" sz="1800" b="0" u="none" strike="noStrike">
                <a:solidFill>
                  <a:srgbClr val="267F99"/>
                </a:solidFill>
                <a:uFillTx/>
                <a:latin typeface="Menlo"/>
              </a:rPr>
              <a:t>Mastschwein</a:t>
            </a:r>
            <a:r>
              <a:rPr lang="en-GB" sz="1800" b="0" u="none" strike="noStrike">
                <a:solidFill>
                  <a:srgbClr val="000000"/>
                </a:solidFill>
                <a:uFillTx/>
                <a:latin typeface="Menlo"/>
              </a:rPr>
              <a:t> </a:t>
            </a:r>
            <a:r>
              <a:rPr lang="en-GB" sz="1800" b="0" u="none" strike="noStrike">
                <a:solidFill>
                  <a:srgbClr val="0000FF"/>
                </a:solidFill>
                <a:uFillTx/>
                <a:latin typeface="Menlo"/>
              </a:rPr>
              <a:t>extends</a:t>
            </a:r>
            <a:r>
              <a:rPr lang="en-GB" sz="1800" b="0" u="none" strike="noStrike">
                <a:solidFill>
                  <a:srgbClr val="000000"/>
                </a:solidFill>
                <a:uFillTx/>
                <a:latin typeface="Menlo"/>
              </a:rPr>
              <a:t> </a:t>
            </a:r>
            <a:r>
              <a:rPr lang="en-GB" sz="1800" b="0" u="none" strike="noStrike">
                <a:solidFill>
                  <a:srgbClr val="267F99"/>
                </a:solidFill>
                <a:uFillTx/>
                <a:latin typeface="Menlo"/>
              </a:rPr>
              <a:t>Schwein</a:t>
            </a:r>
            <a:r>
              <a:rPr lang="en-GB" sz="1800" b="0" u="none" strike="noStrike">
                <a:solidFill>
                  <a:srgbClr val="000000"/>
                </a:solidFill>
                <a:uFillTx/>
                <a:latin typeface="Menlo"/>
              </a:rPr>
              <a:t>{</a:t>
            </a:r>
            <a:endParaRPr lang="de-DE" sz="1800" b="0" u="none" strike="noStrike">
              <a:solidFill>
                <a:srgbClr val="000000"/>
              </a:solidFill>
              <a:uFillTx/>
              <a:latin typeface="Arial"/>
            </a:endParaRPr>
          </a:p>
          <a:p>
            <a:pPr marL="457200" defTabSz="914400">
              <a:lnSpc>
                <a:spcPct val="100000"/>
              </a:lnSpc>
            </a:pPr>
            <a:r>
              <a:rPr lang="en-GB" sz="1800" b="0" u="none" strike="noStrike">
                <a:solidFill>
                  <a:srgbClr val="001080"/>
                </a:solidFill>
                <a:uFillTx/>
                <a:latin typeface="Menlo"/>
              </a:rPr>
              <a:t>	genmodifikation</a:t>
            </a:r>
            <a:r>
              <a:rPr lang="en-GB" sz="1800" b="0" u="none" strike="noStrike">
                <a:solidFill>
                  <a:srgbClr val="000000"/>
                </a:solidFill>
                <a:uFillTx/>
                <a:latin typeface="Menlo"/>
              </a:rPr>
              <a:t>: </a:t>
            </a:r>
            <a:r>
              <a:rPr lang="en-GB" sz="1800" b="0" u="none" strike="noStrike">
                <a:solidFill>
                  <a:srgbClr val="267F99"/>
                </a:solidFill>
                <a:uFillTx/>
                <a:latin typeface="Menlo"/>
              </a:rPr>
              <a:t>number</a:t>
            </a:r>
            <a:r>
              <a:rPr lang="en-GB" sz="1800" b="0" u="none" strike="noStrike">
                <a:solidFill>
                  <a:srgbClr val="000000"/>
                </a:solidFill>
                <a:uFillTx/>
                <a:latin typeface="Menlo"/>
              </a:rPr>
              <a:t>;</a:t>
            </a:r>
            <a:endParaRPr lang="de-DE" sz="1800" b="0" u="none" strike="noStrike">
              <a:solidFill>
                <a:srgbClr val="000000"/>
              </a:solidFill>
              <a:uFillTx/>
              <a:latin typeface="Arial"/>
            </a:endParaRPr>
          </a:p>
          <a:p>
            <a:pPr marL="457200" defTabSz="914400">
              <a:lnSpc>
                <a:spcPct val="100000"/>
              </a:lnSpc>
            </a:pPr>
            <a:endParaRPr lang="de-DE" sz="1800" b="0" u="none" strike="noStrike">
              <a:solidFill>
                <a:srgbClr val="000000"/>
              </a:solidFill>
              <a:uFillTx/>
              <a:latin typeface="Arial"/>
            </a:endParaRPr>
          </a:p>
          <a:p>
            <a:pPr marL="457200" defTabSz="914400">
              <a:lnSpc>
                <a:spcPct val="100000"/>
              </a:lnSpc>
            </a:pPr>
            <a:r>
              <a:rPr lang="en-GB" sz="1800" b="0" u="none" strike="noStrike">
                <a:solidFill>
                  <a:srgbClr val="0000FF"/>
                </a:solidFill>
                <a:uFillTx/>
                <a:latin typeface="Menlo"/>
              </a:rPr>
              <a:t>	constructor</a:t>
            </a:r>
            <a:r>
              <a:rPr lang="en-GB" sz="1800" b="0" u="none" strike="noStrike">
                <a:solidFill>
                  <a:srgbClr val="000000"/>
                </a:solidFill>
                <a:uFillTx/>
                <a:latin typeface="Menlo"/>
              </a:rPr>
              <a:t>(</a:t>
            </a:r>
            <a:r>
              <a:rPr lang="en-GB" sz="1800" b="0" u="none" strike="noStrike">
                <a:solidFill>
                  <a:srgbClr val="001080"/>
                </a:solidFill>
                <a:uFillTx/>
                <a:latin typeface="Menlo"/>
              </a:rPr>
              <a:t>name</a:t>
            </a:r>
            <a:r>
              <a:rPr lang="en-GB" sz="1800" b="0" u="none" strike="noStrike">
                <a:solidFill>
                  <a:srgbClr val="000000"/>
                </a:solidFill>
                <a:uFillTx/>
                <a:latin typeface="Menlo"/>
              </a:rPr>
              <a:t>:</a:t>
            </a:r>
            <a:r>
              <a:rPr lang="en-GB" sz="1800" b="0" u="none" strike="noStrike">
                <a:solidFill>
                  <a:srgbClr val="267F99"/>
                </a:solidFill>
                <a:uFillTx/>
                <a:latin typeface="Menlo"/>
              </a:rPr>
              <a:t>string</a:t>
            </a:r>
            <a:r>
              <a:rPr lang="en-GB" sz="1800" b="0" u="none" strike="noStrike">
                <a:solidFill>
                  <a:srgbClr val="000000"/>
                </a:solidFill>
                <a:uFillTx/>
                <a:latin typeface="Menlo"/>
              </a:rPr>
              <a:t>, </a:t>
            </a:r>
            <a:r>
              <a:rPr lang="en-GB" sz="1800" b="0" u="none" strike="noStrike">
                <a:solidFill>
                  <a:srgbClr val="001080"/>
                </a:solidFill>
                <a:uFillTx/>
                <a:latin typeface="Menlo"/>
              </a:rPr>
              <a:t>genmodifikation</a:t>
            </a:r>
            <a:r>
              <a:rPr lang="en-GB" sz="1800" b="0" u="none" strike="noStrike">
                <a:solidFill>
                  <a:srgbClr val="000000"/>
                </a:solidFill>
                <a:uFillTx/>
                <a:latin typeface="Menlo"/>
              </a:rPr>
              <a:t>:</a:t>
            </a:r>
            <a:r>
              <a:rPr lang="en-GB" sz="1800" b="0" u="none" strike="noStrike">
                <a:solidFill>
                  <a:srgbClr val="267F99"/>
                </a:solidFill>
                <a:uFillTx/>
                <a:latin typeface="Menlo"/>
              </a:rPr>
              <a:t>number</a:t>
            </a:r>
            <a:r>
              <a:rPr lang="en-GB" sz="1800" b="0" u="none" strike="noStrike">
                <a:solidFill>
                  <a:srgbClr val="000000"/>
                </a:solidFill>
                <a:uFillTx/>
                <a:latin typeface="Menlo"/>
              </a:rPr>
              <a:t>){</a:t>
            </a:r>
            <a:endParaRPr lang="de-DE" sz="1800" b="0" u="none" strike="noStrike">
              <a:solidFill>
                <a:srgbClr val="000000"/>
              </a:solidFill>
              <a:uFillTx/>
              <a:latin typeface="Arial"/>
            </a:endParaRPr>
          </a:p>
          <a:p>
            <a:pPr marL="457200" defTabSz="914400">
              <a:lnSpc>
                <a:spcPct val="100000"/>
              </a:lnSpc>
            </a:pPr>
            <a:r>
              <a:rPr lang="en-GB" sz="1800" b="0" u="none" strike="noStrike">
                <a:solidFill>
                  <a:srgbClr val="0000FF"/>
                </a:solidFill>
                <a:uFillTx/>
                <a:latin typeface="Menlo"/>
              </a:rPr>
              <a:t>		super</a:t>
            </a:r>
            <a:r>
              <a:rPr lang="en-GB" sz="1800" b="0" u="none" strike="noStrike">
                <a:solidFill>
                  <a:srgbClr val="000000"/>
                </a:solidFill>
                <a:uFillTx/>
                <a:latin typeface="Menlo"/>
              </a:rPr>
              <a:t>(</a:t>
            </a:r>
            <a:r>
              <a:rPr lang="en-GB" sz="1800" b="0" u="none" strike="noStrike">
                <a:solidFill>
                  <a:srgbClr val="001080"/>
                </a:solidFill>
                <a:uFillTx/>
                <a:latin typeface="Menlo"/>
              </a:rPr>
              <a:t>name</a:t>
            </a:r>
            <a:r>
              <a:rPr lang="en-GB" sz="1800" b="0" u="none" strike="noStrike">
                <a:solidFill>
                  <a:srgbClr val="000000"/>
                </a:solidFill>
                <a:uFillTx/>
                <a:latin typeface="Menlo"/>
              </a:rPr>
              <a:t>);</a:t>
            </a:r>
            <a:endParaRPr lang="de-DE" sz="1800" b="0" u="none" strike="noStrike">
              <a:solidFill>
                <a:srgbClr val="000000"/>
              </a:solidFill>
              <a:uFillTx/>
              <a:latin typeface="Arial"/>
            </a:endParaRPr>
          </a:p>
          <a:p>
            <a:pPr marL="457200" defTabSz="914400">
              <a:lnSpc>
                <a:spcPct val="100000"/>
              </a:lnSpc>
            </a:pPr>
            <a:r>
              <a:rPr lang="en-GB" sz="1800" b="0" u="none" strike="noStrike">
                <a:solidFill>
                  <a:srgbClr val="0000FF"/>
                </a:solidFill>
                <a:uFillTx/>
                <a:latin typeface="Menlo"/>
              </a:rPr>
              <a:t>		this</a:t>
            </a:r>
            <a:r>
              <a:rPr lang="en-GB" sz="1800" b="0" u="none" strike="noStrike">
                <a:solidFill>
                  <a:srgbClr val="000000"/>
                </a:solidFill>
                <a:uFillTx/>
                <a:latin typeface="Menlo"/>
              </a:rPr>
              <a:t>.</a:t>
            </a:r>
            <a:r>
              <a:rPr lang="en-GB" sz="1800" b="0" u="none" strike="noStrike">
                <a:solidFill>
                  <a:srgbClr val="001080"/>
                </a:solidFill>
                <a:uFillTx/>
                <a:latin typeface="Menlo"/>
              </a:rPr>
              <a:t>genmodifikation</a:t>
            </a:r>
            <a:r>
              <a:rPr lang="en-GB" sz="1800" b="0" u="none" strike="noStrike">
                <a:solidFill>
                  <a:srgbClr val="000000"/>
                </a:solidFill>
                <a:uFillTx/>
                <a:latin typeface="Menlo"/>
              </a:rPr>
              <a:t> = </a:t>
            </a:r>
            <a:r>
              <a:rPr lang="en-GB" sz="1800" b="0" u="none" strike="noStrike">
                <a:solidFill>
                  <a:srgbClr val="001080"/>
                </a:solidFill>
                <a:uFillTx/>
                <a:latin typeface="Menlo"/>
              </a:rPr>
              <a:t>genmodifikation</a:t>
            </a:r>
            <a:r>
              <a:rPr lang="en-GB" sz="1800" b="0" u="none" strike="noStrike">
                <a:solidFill>
                  <a:srgbClr val="000000"/>
                </a:solidFill>
                <a:uFillTx/>
                <a:latin typeface="Menlo"/>
              </a:rPr>
              <a:t>;</a:t>
            </a:r>
            <a:br>
              <a:rPr sz="1800"/>
            </a:br>
            <a:r>
              <a:rPr lang="en-GB" sz="1800" b="0" u="none" strike="noStrike">
                <a:solidFill>
                  <a:srgbClr val="000000"/>
                </a:solidFill>
                <a:uFillTx/>
                <a:latin typeface="Menlo"/>
              </a:rPr>
              <a:t>	}</a:t>
            </a:r>
            <a:endParaRPr lang="de-DE" sz="1800" b="0" u="none" strike="noStrike">
              <a:solidFill>
                <a:srgbClr val="000000"/>
              </a:solidFill>
              <a:uFillTx/>
              <a:latin typeface="Arial"/>
            </a:endParaRPr>
          </a:p>
          <a:p>
            <a:pPr marL="457200" defTabSz="914400">
              <a:lnSpc>
                <a:spcPct val="100000"/>
              </a:lnSpc>
            </a:pPr>
            <a:r>
              <a:rPr lang="en-GB" sz="1800" b="0" u="none" strike="noStrike">
                <a:solidFill>
                  <a:srgbClr val="000000"/>
                </a:solidFill>
                <a:uFillTx/>
                <a:latin typeface="Menlo"/>
              </a:rPr>
              <a:t>}</a:t>
            </a:r>
            <a:endParaRPr lang="de-DE" sz="1800" b="0" u="none" strike="noStrike">
              <a:solidFill>
                <a:srgbClr val="000000"/>
              </a:solidFill>
              <a:uFillTx/>
              <a:latin typeface="Aria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Klassen im Detail: Attribute und Methoden </a:t>
            </a:r>
            <a:endParaRPr lang="de-DE" sz="4400" b="0" u="none" strike="noStrike">
              <a:solidFill>
                <a:srgbClr val="000000"/>
              </a:solidFill>
              <a:uFillTx/>
              <a:latin typeface="Arial"/>
            </a:endParaRPr>
          </a:p>
        </p:txBody>
      </p:sp>
      <p:sp>
        <p:nvSpPr>
          <p:cNvPr id="370"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Methoden können überschrieben werden</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Eine Subklasse implementiert die selbe Signatur einer Methode wie die Superklasse</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Die Aufrufe von überschriebenen Methoden werden zur Laufzeit ausgewertet</a:t>
            </a:r>
            <a:endParaRPr lang="de-DE" sz="2400" b="0" u="none" strike="noStrike">
              <a:solidFill>
                <a:srgbClr val="000000"/>
              </a:solidFill>
              <a:uFillTx/>
              <a:latin typeface="Arial"/>
            </a:endParaRPr>
          </a:p>
          <a:p>
            <a:pPr marL="1143000" lvl="2" indent="-228600" defTabSz="914400">
              <a:lnSpc>
                <a:spcPct val="90000"/>
              </a:lnSpc>
              <a:spcBef>
                <a:spcPts val="499"/>
              </a:spcBef>
              <a:buClr>
                <a:srgbClr val="000000"/>
              </a:buClr>
              <a:buFont typeface="Arial"/>
              <a:buChar char="•"/>
            </a:pPr>
            <a:r>
              <a:rPr lang="de-DE" sz="2000" b="0" u="none" strike="noStrike">
                <a:solidFill>
                  <a:schemeClr val="dk1"/>
                </a:solidFill>
                <a:uFillTx/>
                <a:latin typeface="Calibri"/>
              </a:rPr>
              <a:t>Polymorphie</a:t>
            </a:r>
            <a:endParaRPr lang="de-DE" sz="20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Der Zugriff auf eine Methode der Superklassen-Hierarchie ist mit der Referenz </a:t>
            </a:r>
            <a:r>
              <a:rPr lang="de-DE" sz="2400" b="0" u="none" strike="noStrike">
                <a:solidFill>
                  <a:schemeClr val="dk1"/>
                </a:solidFill>
                <a:uFillTx/>
                <a:latin typeface="Courier New"/>
              </a:rPr>
              <a:t>super</a:t>
            </a:r>
            <a:r>
              <a:rPr lang="de-DE" sz="2400" b="0" u="none" strike="noStrike">
                <a:solidFill>
                  <a:schemeClr val="dk1"/>
                </a:solidFill>
                <a:uFillTx/>
                <a:latin typeface="Calibri"/>
              </a:rPr>
              <a:t> möglich</a:t>
            </a:r>
            <a:endParaRPr lang="de-DE" sz="2400" b="0" u="none" strike="noStrike">
              <a:solidFill>
                <a:srgbClr val="000000"/>
              </a:solidFill>
              <a:uFillTx/>
              <a:latin typeface="Arial"/>
            </a:endParaRPr>
          </a:p>
          <a:p>
            <a:pPr indent="0" defTabSz="914400">
              <a:lnSpc>
                <a:spcPct val="90000"/>
              </a:lnSpc>
              <a:spcBef>
                <a:spcPts val="1001"/>
              </a:spcBef>
              <a:buNone/>
              <a:tabLst>
                <a:tab pos="0" algn="l"/>
              </a:tabLst>
            </a:pPr>
            <a:endParaRPr lang="de-DE" sz="2800" b="0" u="none" strike="noStrike">
              <a:solidFill>
                <a:srgbClr val="000000"/>
              </a:solidFill>
              <a:uFillTx/>
              <a:latin typeface="Aria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en-DE" sz="4400" b="0" u="none" strike="noStrike">
                <a:solidFill>
                  <a:schemeClr val="dk1"/>
                </a:solidFill>
                <a:uFillTx/>
                <a:latin typeface="Calibri Light"/>
              </a:rPr>
              <a:t>Namespaces</a:t>
            </a:r>
            <a:endParaRPr lang="de-DE" sz="4400" b="0" u="none" strike="noStrike">
              <a:solidFill>
                <a:srgbClr val="000000"/>
              </a:solidFill>
              <a:uFillTx/>
              <a:latin typeface="Arial"/>
            </a:endParaRPr>
          </a:p>
        </p:txBody>
      </p:sp>
      <p:sp>
        <p:nvSpPr>
          <p:cNvPr id="372" name="Rectangle 2"/>
          <p:cNvSpPr/>
          <p:nvPr/>
        </p:nvSpPr>
        <p:spPr>
          <a:xfrm>
            <a:off x="3878280" y="2967480"/>
            <a:ext cx="4433400" cy="9126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scene3d>
              <a:camera prst="orthographicFront"/>
              <a:lightRig rig="harsh" dir="t"/>
            </a:scene3d>
            <a:sp3d extrusionH="57150" prstMaterial="matte">
              <a:bevelT w="63500" h="12700" prst="angle"/>
              <a:contourClr>
                <a:schemeClr val="bg1"/>
              </a:contourClr>
            </a:sp3d>
          </a:bodyPr>
          <a:lstStyle/>
          <a:p>
            <a:pPr algn="ctr" defTabSz="914400">
              <a:lnSpc>
                <a:spcPct val="100000"/>
              </a:lnSpc>
            </a:pPr>
            <a:r>
              <a:rPr lang="en-GB" sz="5400" b="1" u="none" strike="noStrike">
                <a:solidFill>
                  <a:schemeClr val="accent3"/>
                </a:solidFill>
                <a:uFillTx/>
                <a:latin typeface="Calibri"/>
              </a:rPr>
              <a:t>Code Gruppen </a:t>
            </a:r>
            <a:endParaRPr lang="de-DE" sz="5400" b="0" u="none" strike="noStrike">
              <a:solidFill>
                <a:srgbClr val="000000"/>
              </a:solidFill>
              <a:uFillTx/>
              <a:latin typeface="Arial"/>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Namespaces</a:t>
            </a:r>
            <a:endParaRPr lang="de-DE" sz="4400" b="0" u="none" strike="noStrike">
              <a:solidFill>
                <a:srgbClr val="000000"/>
              </a:solidFill>
              <a:uFillTx/>
              <a:latin typeface="Arial"/>
            </a:endParaRPr>
          </a:p>
        </p:txBody>
      </p:sp>
      <p:sp>
        <p:nvSpPr>
          <p:cNvPr id="374"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Namespaces gruppieren Deklarationen</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Diese sind nur innerhalb des Namespaces direkt ansprechbar</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Damit wird die Wahrscheinlichkeit von Namenskollisionen vermieden</a:t>
            </a:r>
            <a:endParaRPr lang="de-DE" sz="24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Deklarationen werden mit Hilfe des Schlüsselworts </a:t>
            </a:r>
            <a:r>
              <a:rPr lang="de-DE" sz="2800" b="0" u="none" strike="noStrike">
                <a:solidFill>
                  <a:schemeClr val="dk1"/>
                </a:solidFill>
                <a:uFillTx/>
                <a:latin typeface="Courier New"/>
              </a:rPr>
              <a:t>export</a:t>
            </a:r>
            <a:r>
              <a:rPr lang="de-DE" sz="2800" b="0" u="none" strike="noStrike">
                <a:solidFill>
                  <a:schemeClr val="dk1"/>
                </a:solidFill>
                <a:uFillTx/>
                <a:latin typeface="Calibri"/>
              </a:rPr>
              <a:t> anderen Namespaces zur Verfügung gestellt</a:t>
            </a:r>
            <a:endParaRPr lang="de-DE" sz="28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Aus einem anderen Namespace müssen die Variablen mit dem Namespace angesprochen werden</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"Qualifizierte Namen"</a:t>
            </a:r>
            <a:endParaRPr lang="de-DE" sz="2400" b="0" u="none" strike="noStrike">
              <a:solidFill>
                <a:srgbClr val="000000"/>
              </a:solidFill>
              <a:uFillTx/>
              <a:latin typeface="Arial"/>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 name="Rectangle 2"/>
          <p:cNvSpPr/>
          <p:nvPr/>
        </p:nvSpPr>
        <p:spPr>
          <a:xfrm>
            <a:off x="786240" y="789480"/>
            <a:ext cx="6094440" cy="1461240"/>
          </a:xfrm>
          <a:prstGeom prst="rect">
            <a:avLst/>
          </a:prstGeom>
          <a:noFill/>
          <a:ln w="0">
            <a:solidFill>
              <a:srgbClr val="1D9A78"/>
            </a:solid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GB" sz="1800" b="0" u="none" strike="noStrike">
                <a:solidFill>
                  <a:srgbClr val="0000FF"/>
                </a:solidFill>
                <a:uFillTx/>
                <a:latin typeface="Menlo"/>
              </a:rPr>
              <a:t>namespace</a:t>
            </a:r>
            <a:r>
              <a:rPr lang="en-GB" sz="1800" b="0" u="none" strike="noStrike">
                <a:solidFill>
                  <a:srgbClr val="000000"/>
                </a:solidFill>
                <a:uFillTx/>
                <a:latin typeface="Menlo"/>
              </a:rPr>
              <a:t> </a:t>
            </a:r>
            <a:r>
              <a:rPr lang="en-GB" sz="1800" b="0" u="none" strike="noStrike">
                <a:solidFill>
                  <a:srgbClr val="267F99"/>
                </a:solidFill>
                <a:uFillTx/>
                <a:latin typeface="Menlo"/>
              </a:rPr>
              <a:t>Animals</a:t>
            </a:r>
            <a:r>
              <a:rPr lang="en-GB" sz="1800" b="0" u="none" strike="noStrike">
                <a:solidFill>
                  <a:srgbClr val="000000"/>
                </a:solidFill>
                <a:uFillTx/>
                <a:latin typeface="Menlo"/>
              </a:rPr>
              <a:t>{</a:t>
            </a:r>
            <a:endParaRPr lang="de-DE" sz="1800" b="0" u="none" strike="noStrike">
              <a:solidFill>
                <a:srgbClr val="000000"/>
              </a:solidFill>
              <a:uFillTx/>
              <a:latin typeface="Arial"/>
            </a:endParaRPr>
          </a:p>
          <a:p>
            <a:pPr marL="457200" defTabSz="914400">
              <a:lnSpc>
                <a:spcPct val="100000"/>
              </a:lnSpc>
            </a:pPr>
            <a:r>
              <a:rPr lang="en-GB" sz="1800" b="0" u="none" strike="noStrike">
                <a:solidFill>
                  <a:srgbClr val="AF00DB"/>
                </a:solidFill>
                <a:uFillTx/>
                <a:latin typeface="Menlo"/>
              </a:rPr>
              <a:t>export</a:t>
            </a:r>
            <a:r>
              <a:rPr lang="en-GB" sz="1800" b="0" u="none" strike="noStrike">
                <a:solidFill>
                  <a:srgbClr val="000000"/>
                </a:solidFill>
                <a:uFillTx/>
                <a:latin typeface="Menlo"/>
              </a:rPr>
              <a:t> </a:t>
            </a:r>
            <a:r>
              <a:rPr lang="en-GB" sz="1800" b="0" u="none" strike="noStrike">
                <a:solidFill>
                  <a:srgbClr val="0000FF"/>
                </a:solidFill>
                <a:uFillTx/>
                <a:latin typeface="Menlo"/>
              </a:rPr>
              <a:t>interface</a:t>
            </a:r>
            <a:r>
              <a:rPr lang="en-GB" sz="1800" b="0" u="none" strike="noStrike">
                <a:solidFill>
                  <a:srgbClr val="000000"/>
                </a:solidFill>
                <a:uFillTx/>
                <a:latin typeface="Menlo"/>
              </a:rPr>
              <a:t> </a:t>
            </a:r>
            <a:r>
              <a:rPr lang="en-GB" sz="1800" b="0" u="none" strike="noStrike">
                <a:solidFill>
                  <a:srgbClr val="267F99"/>
                </a:solidFill>
                <a:uFillTx/>
                <a:latin typeface="Menlo"/>
              </a:rPr>
              <a:t>Animal</a:t>
            </a:r>
            <a:r>
              <a:rPr lang="en-GB" sz="1800" b="0" u="none" strike="noStrike">
                <a:solidFill>
                  <a:srgbClr val="000000"/>
                </a:solidFill>
                <a:uFillTx/>
                <a:latin typeface="Menlo"/>
              </a:rPr>
              <a:t>{</a:t>
            </a:r>
            <a:endParaRPr lang="de-DE" sz="1800" b="0" u="none" strike="noStrike">
              <a:solidFill>
                <a:srgbClr val="000000"/>
              </a:solidFill>
              <a:uFillTx/>
              <a:latin typeface="Arial"/>
            </a:endParaRPr>
          </a:p>
          <a:p>
            <a:pPr marL="457200" defTabSz="914400">
              <a:lnSpc>
                <a:spcPct val="100000"/>
              </a:lnSpc>
            </a:pPr>
            <a:r>
              <a:rPr lang="en-GB" sz="1800" b="0" u="none" strike="noStrike">
                <a:solidFill>
                  <a:srgbClr val="795E26"/>
                </a:solidFill>
                <a:uFillTx/>
                <a:latin typeface="Menlo"/>
              </a:rPr>
              <a:t>	makeSomeNoise</a:t>
            </a:r>
            <a:r>
              <a:rPr lang="en-GB" sz="1800" b="0" u="none" strike="noStrike">
                <a:solidFill>
                  <a:srgbClr val="000000"/>
                </a:solidFill>
                <a:uFillTx/>
                <a:latin typeface="Menlo"/>
              </a:rPr>
              <a:t>():</a:t>
            </a:r>
            <a:r>
              <a:rPr lang="en-GB" sz="1800" b="0" u="none" strike="noStrike">
                <a:solidFill>
                  <a:srgbClr val="267F99"/>
                </a:solidFill>
                <a:uFillTx/>
                <a:latin typeface="Menlo"/>
              </a:rPr>
              <a:t>void</a:t>
            </a:r>
            <a:r>
              <a:rPr lang="en-GB" sz="1800" b="0" u="none" strike="noStrike">
                <a:solidFill>
                  <a:srgbClr val="000000"/>
                </a:solidFill>
                <a:uFillTx/>
                <a:latin typeface="Menlo"/>
              </a:rPr>
              <a:t>;</a:t>
            </a:r>
            <a:endParaRPr lang="de-DE" sz="1800" b="0" u="none" strike="noStrike">
              <a:solidFill>
                <a:srgbClr val="000000"/>
              </a:solidFill>
              <a:uFillTx/>
              <a:latin typeface="Arial"/>
            </a:endParaRPr>
          </a:p>
          <a:p>
            <a:pPr marL="457200" defTabSz="914400">
              <a:lnSpc>
                <a:spcPct val="100000"/>
              </a:lnSpc>
            </a:pPr>
            <a:r>
              <a:rPr lang="en-GB" sz="1800" b="0" u="none" strike="noStrike">
                <a:solidFill>
                  <a:srgbClr val="000000"/>
                </a:solidFill>
                <a:uFillTx/>
                <a:latin typeface="Menlo"/>
              </a:rPr>
              <a:t>}</a:t>
            </a:r>
            <a:endParaRPr lang="de-DE" sz="1800" b="0" u="none" strike="noStrike">
              <a:solidFill>
                <a:srgbClr val="000000"/>
              </a:solidFill>
              <a:uFillTx/>
              <a:latin typeface="Arial"/>
            </a:endParaRPr>
          </a:p>
          <a:p>
            <a:pPr marL="457200" defTabSz="914400">
              <a:lnSpc>
                <a:spcPct val="100000"/>
              </a:lnSpc>
            </a:pPr>
            <a:r>
              <a:rPr lang="en-GB" sz="1800" b="0" u="none" strike="noStrike">
                <a:solidFill>
                  <a:srgbClr val="000000"/>
                </a:solidFill>
                <a:uFillTx/>
                <a:latin typeface="Menlo"/>
              </a:rPr>
              <a:t>}</a:t>
            </a:r>
            <a:endParaRPr lang="de-DE" sz="1800" b="0" u="none" strike="noStrike">
              <a:solidFill>
                <a:srgbClr val="000000"/>
              </a:solidFill>
              <a:uFillTx/>
              <a:latin typeface="Arial"/>
            </a:endParaRPr>
          </a:p>
        </p:txBody>
      </p:sp>
      <p:sp>
        <p:nvSpPr>
          <p:cNvPr id="376" name="TextBox 3"/>
          <p:cNvSpPr/>
          <p:nvPr/>
        </p:nvSpPr>
        <p:spPr>
          <a:xfrm>
            <a:off x="791280" y="420120"/>
            <a:ext cx="1048320" cy="363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DE" sz="1800" b="0" u="none" strike="noStrike">
                <a:solidFill>
                  <a:schemeClr val="dk1"/>
                </a:solidFill>
                <a:uFillTx/>
                <a:latin typeface="Calibri"/>
              </a:rPr>
              <a:t>Animal.ts</a:t>
            </a:r>
            <a:endParaRPr lang="de-DE" sz="1800" b="0" u="none" strike="noStrike">
              <a:solidFill>
                <a:srgbClr val="000000"/>
              </a:solidFill>
              <a:uFillTx/>
              <a:latin typeface="Arial"/>
            </a:endParaRPr>
          </a:p>
        </p:txBody>
      </p:sp>
      <p:sp>
        <p:nvSpPr>
          <p:cNvPr id="377" name="Rectangle 4"/>
          <p:cNvSpPr/>
          <p:nvPr/>
        </p:nvSpPr>
        <p:spPr>
          <a:xfrm>
            <a:off x="786240" y="3114000"/>
            <a:ext cx="6094440" cy="3107160"/>
          </a:xfrm>
          <a:prstGeom prst="rect">
            <a:avLst/>
          </a:prstGeom>
          <a:noFill/>
          <a:ln w="0">
            <a:solidFill>
              <a:srgbClr val="1D9A78"/>
            </a:solid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GB" sz="1800" b="0" u="none" strike="noStrike">
                <a:solidFill>
                  <a:srgbClr val="008000"/>
                </a:solidFill>
                <a:uFillTx/>
                <a:latin typeface="Menlo"/>
              </a:rPr>
              <a:t>/// </a:t>
            </a:r>
            <a:r>
              <a:rPr lang="en-GB" sz="1800" b="0" u="none" strike="noStrike">
                <a:solidFill>
                  <a:srgbClr val="808080"/>
                </a:solidFill>
                <a:uFillTx/>
                <a:latin typeface="Menlo"/>
              </a:rPr>
              <a:t>&lt;</a:t>
            </a:r>
            <a:r>
              <a:rPr lang="en-GB" sz="1800" b="0" u="none" strike="noStrike">
                <a:solidFill>
                  <a:srgbClr val="0000FF"/>
                </a:solidFill>
                <a:uFillTx/>
                <a:latin typeface="Menlo"/>
              </a:rPr>
              <a:t>reference</a:t>
            </a:r>
            <a:r>
              <a:rPr lang="en-GB" sz="1800" b="0" u="none" strike="noStrike">
                <a:solidFill>
                  <a:srgbClr val="008000"/>
                </a:solidFill>
                <a:uFillTx/>
                <a:latin typeface="Menlo"/>
              </a:rPr>
              <a:t> </a:t>
            </a:r>
            <a:r>
              <a:rPr lang="en-GB" sz="1800" b="0" u="none" strike="noStrike">
                <a:solidFill>
                  <a:srgbClr val="001080"/>
                </a:solidFill>
                <a:uFillTx/>
                <a:latin typeface="Menlo"/>
              </a:rPr>
              <a:t>path</a:t>
            </a:r>
            <a:r>
              <a:rPr lang="en-GB" sz="1800" b="0" u="none" strike="noStrike">
                <a:solidFill>
                  <a:srgbClr val="000000"/>
                </a:solidFill>
                <a:uFillTx/>
                <a:latin typeface="Menlo"/>
              </a:rPr>
              <a:t>=</a:t>
            </a:r>
            <a:r>
              <a:rPr lang="en-GB" sz="1800" b="0" u="none" strike="noStrike">
                <a:solidFill>
                  <a:srgbClr val="A31515"/>
                </a:solidFill>
                <a:uFillTx/>
                <a:latin typeface="Menlo"/>
              </a:rPr>
              <a:t>"Animal.ts"</a:t>
            </a:r>
            <a:r>
              <a:rPr lang="en-GB" sz="1800" b="0" u="none" strike="noStrike">
                <a:solidFill>
                  <a:srgbClr val="008000"/>
                </a:solidFill>
                <a:uFillTx/>
                <a:latin typeface="Menlo"/>
              </a:rPr>
              <a:t> </a:t>
            </a:r>
            <a:r>
              <a:rPr lang="en-GB" sz="1800" b="0" u="none" strike="noStrike">
                <a:solidFill>
                  <a:srgbClr val="808080"/>
                </a:solidFill>
                <a:uFillTx/>
                <a:latin typeface="Menlo"/>
              </a:rPr>
              <a:t>/&gt;</a:t>
            </a:r>
            <a:endParaRPr lang="de-DE" sz="1800" b="0" u="none" strike="noStrike">
              <a:solidFill>
                <a:srgbClr val="000000"/>
              </a:solidFill>
              <a:uFillTx/>
              <a:latin typeface="Arial"/>
            </a:endParaRPr>
          </a:p>
          <a:p>
            <a:pPr defTabSz="914400">
              <a:lnSpc>
                <a:spcPct val="100000"/>
              </a:lnSpc>
            </a:pPr>
            <a:r>
              <a:rPr lang="en-GB" sz="1800" b="0" u="none" strike="noStrike">
                <a:solidFill>
                  <a:srgbClr val="0000FF"/>
                </a:solidFill>
                <a:uFillTx/>
                <a:latin typeface="Menlo"/>
              </a:rPr>
              <a:t>namespace</a:t>
            </a:r>
            <a:r>
              <a:rPr lang="en-GB" sz="1800" b="0" u="none" strike="noStrike">
                <a:solidFill>
                  <a:srgbClr val="000000"/>
                </a:solidFill>
                <a:uFillTx/>
                <a:latin typeface="Menlo"/>
              </a:rPr>
              <a:t> </a:t>
            </a:r>
            <a:r>
              <a:rPr lang="en-GB" sz="1800" b="0" u="none" strike="noStrike">
                <a:solidFill>
                  <a:srgbClr val="267F99"/>
                </a:solidFill>
                <a:uFillTx/>
                <a:latin typeface="Menlo"/>
              </a:rPr>
              <a:t>Animals</a:t>
            </a:r>
            <a:r>
              <a:rPr lang="en-GB" sz="1800" b="0" u="none" strike="noStrike">
                <a:solidFill>
                  <a:srgbClr val="000000"/>
                </a:solidFill>
                <a:uFillTx/>
                <a:latin typeface="Menlo"/>
              </a:rPr>
              <a:t>{</a:t>
            </a:r>
            <a:endParaRPr lang="de-DE" sz="1800" b="0" u="none" strike="noStrike">
              <a:solidFill>
                <a:srgbClr val="000000"/>
              </a:solidFill>
              <a:uFillTx/>
              <a:latin typeface="Arial"/>
            </a:endParaRPr>
          </a:p>
          <a:p>
            <a:pPr marL="457200" defTabSz="914400">
              <a:lnSpc>
                <a:spcPct val="100000"/>
              </a:lnSpc>
            </a:pPr>
            <a:r>
              <a:rPr lang="en-GB" sz="1800" b="0" u="none" strike="noStrike">
                <a:solidFill>
                  <a:srgbClr val="AF00DB"/>
                </a:solidFill>
                <a:uFillTx/>
                <a:latin typeface="Menlo"/>
              </a:rPr>
              <a:t>export</a:t>
            </a:r>
            <a:r>
              <a:rPr lang="en-GB" sz="1800" b="0" u="none" strike="noStrike">
                <a:solidFill>
                  <a:srgbClr val="000000"/>
                </a:solidFill>
                <a:uFillTx/>
                <a:latin typeface="Menlo"/>
              </a:rPr>
              <a:t> </a:t>
            </a:r>
            <a:r>
              <a:rPr lang="en-GB" sz="1800" b="0" u="none" strike="noStrike">
                <a:solidFill>
                  <a:srgbClr val="0000FF"/>
                </a:solidFill>
                <a:uFillTx/>
                <a:latin typeface="Menlo"/>
              </a:rPr>
              <a:t>class</a:t>
            </a:r>
            <a:r>
              <a:rPr lang="en-GB" sz="1800" b="0" u="none" strike="noStrike">
                <a:solidFill>
                  <a:srgbClr val="000000"/>
                </a:solidFill>
                <a:uFillTx/>
                <a:latin typeface="Menlo"/>
              </a:rPr>
              <a:t> </a:t>
            </a:r>
            <a:r>
              <a:rPr lang="en-GB" sz="1800" b="0" u="none" strike="noStrike">
                <a:solidFill>
                  <a:srgbClr val="267F99"/>
                </a:solidFill>
                <a:uFillTx/>
                <a:latin typeface="Menlo"/>
              </a:rPr>
              <a:t>Pig</a:t>
            </a:r>
            <a:r>
              <a:rPr lang="en-GB" sz="1800" b="0" u="none" strike="noStrike">
                <a:solidFill>
                  <a:srgbClr val="000000"/>
                </a:solidFill>
                <a:uFillTx/>
                <a:latin typeface="Menlo"/>
              </a:rPr>
              <a:t> </a:t>
            </a:r>
            <a:r>
              <a:rPr lang="en-GB" sz="1800" b="0" u="none" strike="noStrike">
                <a:solidFill>
                  <a:srgbClr val="0000FF"/>
                </a:solidFill>
                <a:uFillTx/>
                <a:latin typeface="Menlo"/>
              </a:rPr>
              <a:t>implements</a:t>
            </a:r>
            <a:r>
              <a:rPr lang="en-GB" sz="1800" b="0" u="none" strike="noStrike">
                <a:solidFill>
                  <a:srgbClr val="000000"/>
                </a:solidFill>
                <a:uFillTx/>
                <a:latin typeface="Menlo"/>
              </a:rPr>
              <a:t> </a:t>
            </a:r>
            <a:r>
              <a:rPr lang="en-GB" sz="1800" b="0" u="none" strike="noStrike">
                <a:solidFill>
                  <a:srgbClr val="267F99"/>
                </a:solidFill>
                <a:uFillTx/>
                <a:latin typeface="Menlo"/>
              </a:rPr>
              <a:t>Animal</a:t>
            </a:r>
            <a:r>
              <a:rPr lang="en-GB" sz="1800" b="0" u="none" strike="noStrike">
                <a:solidFill>
                  <a:srgbClr val="000000"/>
                </a:solidFill>
                <a:uFillTx/>
                <a:latin typeface="Menlo"/>
              </a:rPr>
              <a:t>{</a:t>
            </a:r>
            <a:endParaRPr lang="de-DE" sz="1800" b="0" u="none" strike="noStrike">
              <a:solidFill>
                <a:srgbClr val="000000"/>
              </a:solidFill>
              <a:uFillTx/>
              <a:latin typeface="Arial"/>
            </a:endParaRPr>
          </a:p>
          <a:p>
            <a:pPr marL="914400" defTabSz="914400">
              <a:lnSpc>
                <a:spcPct val="100000"/>
              </a:lnSpc>
            </a:pPr>
            <a:r>
              <a:rPr lang="en-GB" sz="1800" b="0" u="none" strike="noStrike">
                <a:solidFill>
                  <a:srgbClr val="0000FF"/>
                </a:solidFill>
                <a:uFillTx/>
                <a:latin typeface="Menlo"/>
              </a:rPr>
              <a:t>constructor</a:t>
            </a:r>
            <a:r>
              <a:rPr lang="en-GB" sz="1800" b="0" u="none" strike="noStrike">
                <a:solidFill>
                  <a:srgbClr val="000000"/>
                </a:solidFill>
                <a:uFillTx/>
                <a:latin typeface="Menlo"/>
              </a:rPr>
              <a:t>(){</a:t>
            </a:r>
            <a:endParaRPr lang="de-DE" sz="1800" b="0" u="none" strike="noStrike">
              <a:solidFill>
                <a:srgbClr val="000000"/>
              </a:solidFill>
              <a:uFillTx/>
              <a:latin typeface="Arial"/>
            </a:endParaRPr>
          </a:p>
          <a:p>
            <a:pPr marL="914400" defTabSz="914400">
              <a:lnSpc>
                <a:spcPct val="100000"/>
              </a:lnSpc>
            </a:pPr>
            <a:r>
              <a:rPr lang="en-GB" sz="1800" b="0" u="none" strike="noStrike">
                <a:solidFill>
                  <a:srgbClr val="000000"/>
                </a:solidFill>
                <a:uFillTx/>
                <a:latin typeface="Menlo"/>
              </a:rPr>
              <a:t>}</a:t>
            </a:r>
            <a:endParaRPr lang="de-DE" sz="1800" b="0" u="none" strike="noStrike">
              <a:solidFill>
                <a:srgbClr val="000000"/>
              </a:solidFill>
              <a:uFillTx/>
              <a:latin typeface="Arial"/>
            </a:endParaRPr>
          </a:p>
          <a:p>
            <a:pPr marL="914400" defTabSz="914400">
              <a:lnSpc>
                <a:spcPct val="100000"/>
              </a:lnSpc>
            </a:pPr>
            <a:r>
              <a:rPr lang="en-GB" sz="1800" b="0" u="none" strike="noStrike">
                <a:solidFill>
                  <a:srgbClr val="795E26"/>
                </a:solidFill>
                <a:uFillTx/>
                <a:latin typeface="Menlo"/>
              </a:rPr>
              <a:t>makeSomeNoise</a:t>
            </a:r>
            <a:r>
              <a:rPr lang="en-GB" sz="1800" b="0" u="none" strike="noStrike">
                <a:solidFill>
                  <a:srgbClr val="000000"/>
                </a:solidFill>
                <a:uFillTx/>
                <a:latin typeface="Menlo"/>
              </a:rPr>
              <a:t>(): </a:t>
            </a:r>
            <a:r>
              <a:rPr lang="en-GB" sz="1800" b="0" u="none" strike="noStrike">
                <a:solidFill>
                  <a:srgbClr val="267F99"/>
                </a:solidFill>
                <a:uFillTx/>
                <a:latin typeface="Menlo"/>
              </a:rPr>
              <a:t>void</a:t>
            </a:r>
            <a:r>
              <a:rPr lang="en-GB" sz="1800" b="0" u="none" strike="noStrike">
                <a:solidFill>
                  <a:srgbClr val="000000"/>
                </a:solidFill>
                <a:uFillTx/>
                <a:latin typeface="Menlo"/>
              </a:rPr>
              <a:t> {</a:t>
            </a:r>
            <a:endParaRPr lang="de-DE" sz="1800" b="0" u="none" strike="noStrike">
              <a:solidFill>
                <a:srgbClr val="000000"/>
              </a:solidFill>
              <a:uFillTx/>
              <a:latin typeface="Arial"/>
            </a:endParaRPr>
          </a:p>
          <a:p>
            <a:pPr marL="914400" defTabSz="914400">
              <a:lnSpc>
                <a:spcPct val="100000"/>
              </a:lnSpc>
            </a:pPr>
            <a:r>
              <a:rPr lang="en-GB" sz="1800" b="0" u="none" strike="noStrike">
                <a:solidFill>
                  <a:srgbClr val="267F99"/>
                </a:solidFill>
                <a:uFillTx/>
                <a:latin typeface="Menlo"/>
              </a:rPr>
              <a:t>	console</a:t>
            </a:r>
            <a:r>
              <a:rPr lang="en-GB" sz="1800" b="0" u="none" strike="noStrike">
                <a:solidFill>
                  <a:srgbClr val="000000"/>
                </a:solidFill>
                <a:uFillTx/>
                <a:latin typeface="Menlo"/>
              </a:rPr>
              <a:t>.</a:t>
            </a:r>
            <a:r>
              <a:rPr lang="en-GB" sz="1800" b="0" u="none" strike="noStrike">
                <a:solidFill>
                  <a:srgbClr val="795E26"/>
                </a:solidFill>
                <a:uFillTx/>
                <a:latin typeface="Menlo"/>
              </a:rPr>
              <a:t>log</a:t>
            </a:r>
            <a:r>
              <a:rPr lang="en-GB" sz="1800" b="0" u="none" strike="noStrike">
                <a:solidFill>
                  <a:srgbClr val="000000"/>
                </a:solidFill>
                <a:uFillTx/>
                <a:latin typeface="Menlo"/>
              </a:rPr>
              <a:t>(</a:t>
            </a:r>
            <a:r>
              <a:rPr lang="en-GB" sz="1800" b="0" u="none" strike="noStrike">
                <a:solidFill>
                  <a:srgbClr val="A31515"/>
                </a:solidFill>
                <a:uFillTx/>
                <a:latin typeface="Menlo"/>
              </a:rPr>
              <a:t>"Oink"</a:t>
            </a:r>
            <a:r>
              <a:rPr lang="en-GB" sz="1800" b="0" u="none" strike="noStrike">
                <a:solidFill>
                  <a:srgbClr val="000000"/>
                </a:solidFill>
                <a:uFillTx/>
                <a:latin typeface="Menlo"/>
              </a:rPr>
              <a:t>);</a:t>
            </a:r>
            <a:endParaRPr lang="de-DE" sz="1800" b="0" u="none" strike="noStrike">
              <a:solidFill>
                <a:srgbClr val="000000"/>
              </a:solidFill>
              <a:uFillTx/>
              <a:latin typeface="Arial"/>
            </a:endParaRPr>
          </a:p>
          <a:p>
            <a:pPr marL="914400" defTabSz="914400">
              <a:lnSpc>
                <a:spcPct val="100000"/>
              </a:lnSpc>
            </a:pPr>
            <a:r>
              <a:rPr lang="en-GB" sz="1800" b="0" u="none" strike="noStrike">
                <a:solidFill>
                  <a:srgbClr val="000000"/>
                </a:solidFill>
                <a:uFillTx/>
                <a:latin typeface="Menlo"/>
              </a:rPr>
              <a:t>}</a:t>
            </a:r>
            <a:endParaRPr lang="de-DE" sz="1800" b="0" u="none" strike="noStrike">
              <a:solidFill>
                <a:srgbClr val="000000"/>
              </a:solidFill>
              <a:uFillTx/>
              <a:latin typeface="Arial"/>
            </a:endParaRPr>
          </a:p>
          <a:p>
            <a:pPr marL="457200" defTabSz="914400">
              <a:lnSpc>
                <a:spcPct val="100000"/>
              </a:lnSpc>
            </a:pPr>
            <a:br>
              <a:rPr sz="1800"/>
            </a:br>
            <a:r>
              <a:rPr lang="en-GB" sz="1800" b="0" u="none" strike="noStrike">
                <a:solidFill>
                  <a:srgbClr val="000000"/>
                </a:solidFill>
                <a:uFillTx/>
                <a:latin typeface="Menlo"/>
              </a:rPr>
              <a:t>}</a:t>
            </a:r>
            <a:endParaRPr lang="de-DE" sz="1800" b="0" u="none" strike="noStrike">
              <a:solidFill>
                <a:srgbClr val="000000"/>
              </a:solidFill>
              <a:uFillTx/>
              <a:latin typeface="Arial"/>
            </a:endParaRPr>
          </a:p>
          <a:p>
            <a:pPr marL="457200" defTabSz="914400">
              <a:lnSpc>
                <a:spcPct val="100000"/>
              </a:lnSpc>
            </a:pPr>
            <a:r>
              <a:rPr lang="en-GB" sz="1800" b="0" u="none" strike="noStrike">
                <a:solidFill>
                  <a:srgbClr val="000000"/>
                </a:solidFill>
                <a:uFillTx/>
                <a:latin typeface="Menlo"/>
              </a:rPr>
              <a:t>}</a:t>
            </a:r>
            <a:endParaRPr lang="de-DE" sz="1800" b="0" u="none" strike="noStrike">
              <a:solidFill>
                <a:srgbClr val="000000"/>
              </a:solidFill>
              <a:uFillTx/>
              <a:latin typeface="Arial"/>
            </a:endParaRPr>
          </a:p>
        </p:txBody>
      </p:sp>
      <p:sp>
        <p:nvSpPr>
          <p:cNvPr id="378" name="TextBox 5"/>
          <p:cNvSpPr/>
          <p:nvPr/>
        </p:nvSpPr>
        <p:spPr>
          <a:xfrm>
            <a:off x="789480" y="2744640"/>
            <a:ext cx="676800" cy="363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DE" sz="1800" b="0" u="none" strike="noStrike">
                <a:solidFill>
                  <a:schemeClr val="dk1"/>
                </a:solidFill>
                <a:uFillTx/>
                <a:latin typeface="Calibri"/>
              </a:rPr>
              <a:t>Pig.ts</a:t>
            </a:r>
            <a:endParaRPr lang="de-DE" sz="1800" b="0" u="none" strike="noStrike">
              <a:solidFill>
                <a:srgbClr val="000000"/>
              </a:solidFill>
              <a:uFillTx/>
              <a:latin typeface="Arial"/>
            </a:endParaRPr>
          </a:p>
        </p:txBody>
      </p:sp>
      <p:sp>
        <p:nvSpPr>
          <p:cNvPr id="379" name="Rectangle 6"/>
          <p:cNvSpPr/>
          <p:nvPr/>
        </p:nvSpPr>
        <p:spPr>
          <a:xfrm>
            <a:off x="7115040" y="1812960"/>
            <a:ext cx="5075280" cy="2284200"/>
          </a:xfrm>
          <a:prstGeom prst="rect">
            <a:avLst/>
          </a:prstGeom>
          <a:noFill/>
          <a:ln w="0">
            <a:solidFill>
              <a:srgbClr val="1D9A78"/>
            </a:solid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GB" sz="1800" b="0" u="none" strike="noStrike">
                <a:solidFill>
                  <a:srgbClr val="008000"/>
                </a:solidFill>
                <a:uFillTx/>
                <a:latin typeface="Menlo"/>
              </a:rPr>
              <a:t>/// </a:t>
            </a:r>
            <a:r>
              <a:rPr lang="en-GB" sz="1800" b="0" u="none" strike="noStrike">
                <a:solidFill>
                  <a:srgbClr val="808080"/>
                </a:solidFill>
                <a:uFillTx/>
                <a:latin typeface="Menlo"/>
              </a:rPr>
              <a:t>&lt;</a:t>
            </a:r>
            <a:r>
              <a:rPr lang="en-GB" sz="1800" b="0" u="none" strike="noStrike">
                <a:solidFill>
                  <a:srgbClr val="0000FF"/>
                </a:solidFill>
                <a:uFillTx/>
                <a:latin typeface="Menlo"/>
              </a:rPr>
              <a:t>reference</a:t>
            </a:r>
            <a:r>
              <a:rPr lang="en-GB" sz="1800" b="0" u="none" strike="noStrike">
                <a:solidFill>
                  <a:srgbClr val="008000"/>
                </a:solidFill>
                <a:uFillTx/>
                <a:latin typeface="Menlo"/>
              </a:rPr>
              <a:t> </a:t>
            </a:r>
            <a:r>
              <a:rPr lang="en-GB" sz="1800" b="0" u="none" strike="noStrike">
                <a:solidFill>
                  <a:srgbClr val="001080"/>
                </a:solidFill>
                <a:uFillTx/>
                <a:latin typeface="Menlo"/>
              </a:rPr>
              <a:t>path</a:t>
            </a:r>
            <a:r>
              <a:rPr lang="en-GB" sz="1800" b="0" u="none" strike="noStrike">
                <a:solidFill>
                  <a:srgbClr val="000000"/>
                </a:solidFill>
                <a:uFillTx/>
                <a:latin typeface="Menlo"/>
              </a:rPr>
              <a:t>=</a:t>
            </a:r>
            <a:r>
              <a:rPr lang="en-GB" sz="1800" b="0" u="none" strike="noStrike">
                <a:solidFill>
                  <a:srgbClr val="A31515"/>
                </a:solidFill>
                <a:uFillTx/>
                <a:latin typeface="Menlo"/>
              </a:rPr>
              <a:t>"Animal.ts"</a:t>
            </a:r>
            <a:r>
              <a:rPr lang="en-GB" sz="1800" b="0" u="none" strike="noStrike">
                <a:solidFill>
                  <a:srgbClr val="008000"/>
                </a:solidFill>
                <a:uFillTx/>
                <a:latin typeface="Menlo"/>
              </a:rPr>
              <a:t> </a:t>
            </a:r>
            <a:r>
              <a:rPr lang="en-GB" sz="1800" b="0" u="none" strike="noStrike">
                <a:solidFill>
                  <a:srgbClr val="808080"/>
                </a:solidFill>
                <a:uFillTx/>
                <a:latin typeface="Menlo"/>
              </a:rPr>
              <a:t>/&gt;</a:t>
            </a:r>
            <a:endParaRPr lang="de-DE" sz="1800" b="0" u="none" strike="noStrike">
              <a:solidFill>
                <a:srgbClr val="000000"/>
              </a:solidFill>
              <a:uFillTx/>
              <a:latin typeface="Arial"/>
            </a:endParaRPr>
          </a:p>
          <a:p>
            <a:pPr defTabSz="914400">
              <a:lnSpc>
                <a:spcPct val="100000"/>
              </a:lnSpc>
            </a:pPr>
            <a:r>
              <a:rPr lang="en-GB" sz="1800" b="0" u="none" strike="noStrike">
                <a:solidFill>
                  <a:srgbClr val="008000"/>
                </a:solidFill>
                <a:uFillTx/>
                <a:latin typeface="Menlo"/>
              </a:rPr>
              <a:t>/// </a:t>
            </a:r>
            <a:r>
              <a:rPr lang="en-GB" sz="1800" b="0" u="none" strike="noStrike">
                <a:solidFill>
                  <a:srgbClr val="808080"/>
                </a:solidFill>
                <a:uFillTx/>
                <a:latin typeface="Menlo"/>
              </a:rPr>
              <a:t>&lt;</a:t>
            </a:r>
            <a:r>
              <a:rPr lang="en-GB" sz="1800" b="0" u="none" strike="noStrike">
                <a:solidFill>
                  <a:srgbClr val="0000FF"/>
                </a:solidFill>
                <a:uFillTx/>
                <a:latin typeface="Menlo"/>
              </a:rPr>
              <a:t>reference</a:t>
            </a:r>
            <a:r>
              <a:rPr lang="en-GB" sz="1800" b="0" u="none" strike="noStrike">
                <a:solidFill>
                  <a:srgbClr val="008000"/>
                </a:solidFill>
                <a:uFillTx/>
                <a:latin typeface="Menlo"/>
              </a:rPr>
              <a:t> </a:t>
            </a:r>
            <a:r>
              <a:rPr lang="en-GB" sz="1800" b="0" u="none" strike="noStrike">
                <a:solidFill>
                  <a:srgbClr val="001080"/>
                </a:solidFill>
                <a:uFillTx/>
                <a:latin typeface="Menlo"/>
              </a:rPr>
              <a:t>path</a:t>
            </a:r>
            <a:r>
              <a:rPr lang="en-GB" sz="1800" b="0" u="none" strike="noStrike">
                <a:solidFill>
                  <a:srgbClr val="000000"/>
                </a:solidFill>
                <a:uFillTx/>
                <a:latin typeface="Menlo"/>
              </a:rPr>
              <a:t>=</a:t>
            </a:r>
            <a:r>
              <a:rPr lang="en-GB" sz="1800" b="0" u="none" strike="noStrike">
                <a:solidFill>
                  <a:srgbClr val="A31515"/>
                </a:solidFill>
                <a:uFillTx/>
                <a:latin typeface="Menlo"/>
              </a:rPr>
              <a:t>"Pig.ts"</a:t>
            </a:r>
            <a:r>
              <a:rPr lang="en-GB" sz="1800" b="0" u="none" strike="noStrike">
                <a:solidFill>
                  <a:srgbClr val="008000"/>
                </a:solidFill>
                <a:uFillTx/>
                <a:latin typeface="Menlo"/>
              </a:rPr>
              <a:t> </a:t>
            </a:r>
            <a:r>
              <a:rPr lang="en-GB" sz="1800" b="0" u="none" strike="noStrike">
                <a:solidFill>
                  <a:srgbClr val="808080"/>
                </a:solidFill>
                <a:uFillTx/>
                <a:latin typeface="Menlo"/>
              </a:rPr>
              <a:t>/&gt;</a:t>
            </a:r>
            <a:endParaRPr lang="de-DE" sz="1800" b="0" u="none" strike="noStrike">
              <a:solidFill>
                <a:srgbClr val="000000"/>
              </a:solidFill>
              <a:uFillTx/>
              <a:latin typeface="Arial"/>
            </a:endParaRPr>
          </a:p>
          <a:p>
            <a:pPr defTabSz="914400">
              <a:lnSpc>
                <a:spcPct val="100000"/>
              </a:lnSpc>
            </a:pPr>
            <a:br>
              <a:rPr sz="1800"/>
            </a:br>
            <a:br>
              <a:rPr sz="1800"/>
            </a:br>
            <a:r>
              <a:rPr lang="en-GB" sz="1800" b="0" u="none" strike="noStrike">
                <a:solidFill>
                  <a:srgbClr val="0000FF"/>
                </a:solidFill>
                <a:uFillTx/>
                <a:latin typeface="Menlo"/>
              </a:rPr>
              <a:t>let</a:t>
            </a:r>
            <a:r>
              <a:rPr lang="en-GB" sz="1800" b="0" u="none" strike="noStrike">
                <a:solidFill>
                  <a:srgbClr val="000000"/>
                </a:solidFill>
                <a:uFillTx/>
                <a:latin typeface="Menlo"/>
              </a:rPr>
              <a:t> </a:t>
            </a:r>
            <a:r>
              <a:rPr lang="en-GB" sz="1800" b="0" u="none" strike="noStrike">
                <a:solidFill>
                  <a:srgbClr val="001080"/>
                </a:solidFill>
                <a:uFillTx/>
                <a:latin typeface="Menlo"/>
              </a:rPr>
              <a:t>pig</a:t>
            </a:r>
            <a:r>
              <a:rPr lang="en-GB" sz="1800" b="0" u="none" strike="noStrike">
                <a:solidFill>
                  <a:srgbClr val="000000"/>
                </a:solidFill>
                <a:uFillTx/>
                <a:latin typeface="Menlo"/>
              </a:rPr>
              <a:t> = </a:t>
            </a:r>
            <a:r>
              <a:rPr lang="en-GB" sz="1800" b="0" u="none" strike="noStrike">
                <a:solidFill>
                  <a:srgbClr val="0000FF"/>
                </a:solidFill>
                <a:uFillTx/>
                <a:latin typeface="Menlo"/>
              </a:rPr>
              <a:t>new</a:t>
            </a:r>
            <a:r>
              <a:rPr lang="en-GB" sz="1800" b="0" u="none" strike="noStrike">
                <a:solidFill>
                  <a:srgbClr val="000000"/>
                </a:solidFill>
                <a:uFillTx/>
                <a:latin typeface="Menlo"/>
              </a:rPr>
              <a:t> </a:t>
            </a:r>
            <a:r>
              <a:rPr lang="en-GB" sz="1800" b="0" u="none" strike="noStrike">
                <a:solidFill>
                  <a:srgbClr val="267F99"/>
                </a:solidFill>
                <a:uFillTx/>
                <a:latin typeface="Menlo"/>
              </a:rPr>
              <a:t>Animals</a:t>
            </a:r>
            <a:r>
              <a:rPr lang="en-GB" sz="1800" b="0" u="none" strike="noStrike">
                <a:solidFill>
                  <a:srgbClr val="000000"/>
                </a:solidFill>
                <a:uFillTx/>
                <a:latin typeface="Menlo"/>
              </a:rPr>
              <a:t>.</a:t>
            </a:r>
            <a:r>
              <a:rPr lang="en-GB" sz="1800" b="0" u="none" strike="noStrike">
                <a:solidFill>
                  <a:srgbClr val="267F99"/>
                </a:solidFill>
                <a:uFillTx/>
                <a:latin typeface="Menlo"/>
              </a:rPr>
              <a:t>Pig</a:t>
            </a:r>
            <a:r>
              <a:rPr lang="en-GB" sz="1800" b="0" u="none" strike="noStrike">
                <a:solidFill>
                  <a:srgbClr val="000000"/>
                </a:solidFill>
                <a:uFillTx/>
                <a:latin typeface="Menlo"/>
              </a:rPr>
              <a:t>();</a:t>
            </a:r>
            <a:endParaRPr lang="de-DE" sz="1800" b="0" u="none" strike="noStrike">
              <a:solidFill>
                <a:srgbClr val="000000"/>
              </a:solidFill>
              <a:uFillTx/>
              <a:latin typeface="Arial"/>
            </a:endParaRPr>
          </a:p>
          <a:p>
            <a:pPr defTabSz="914400">
              <a:lnSpc>
                <a:spcPct val="100000"/>
              </a:lnSpc>
            </a:pPr>
            <a:r>
              <a:rPr lang="en-GB" sz="1800" b="0" u="none" strike="noStrike">
                <a:solidFill>
                  <a:srgbClr val="267F99"/>
                </a:solidFill>
                <a:uFillTx/>
                <a:latin typeface="Menlo"/>
              </a:rPr>
              <a:t>console</a:t>
            </a:r>
            <a:r>
              <a:rPr lang="en-GB" sz="1800" b="0" u="none" strike="noStrike">
                <a:solidFill>
                  <a:srgbClr val="000000"/>
                </a:solidFill>
                <a:uFillTx/>
                <a:latin typeface="Menlo"/>
              </a:rPr>
              <a:t>.</a:t>
            </a:r>
            <a:r>
              <a:rPr lang="en-GB" sz="1800" b="0" u="none" strike="noStrike">
                <a:solidFill>
                  <a:srgbClr val="795E26"/>
                </a:solidFill>
                <a:uFillTx/>
                <a:latin typeface="Menlo"/>
              </a:rPr>
              <a:t>log</a:t>
            </a:r>
            <a:r>
              <a:rPr lang="en-GB" sz="1800" b="0" u="none" strike="noStrike">
                <a:solidFill>
                  <a:srgbClr val="000000"/>
                </a:solidFill>
                <a:uFillTx/>
                <a:latin typeface="Menlo"/>
              </a:rPr>
              <a:t>(</a:t>
            </a:r>
            <a:r>
              <a:rPr lang="en-GB" sz="1800" b="0" u="none" strike="noStrike">
                <a:solidFill>
                  <a:srgbClr val="001080"/>
                </a:solidFill>
                <a:uFillTx/>
                <a:latin typeface="Menlo"/>
              </a:rPr>
              <a:t>pig</a:t>
            </a:r>
            <a:r>
              <a:rPr lang="en-GB" sz="1800" b="0" u="none" strike="noStrike">
                <a:solidFill>
                  <a:srgbClr val="000000"/>
                </a:solidFill>
                <a:uFillTx/>
                <a:latin typeface="Menlo"/>
              </a:rPr>
              <a:t>.</a:t>
            </a:r>
            <a:r>
              <a:rPr lang="en-GB" sz="1800" b="0" u="none" strike="noStrike">
                <a:solidFill>
                  <a:srgbClr val="795E26"/>
                </a:solidFill>
                <a:uFillTx/>
                <a:latin typeface="Menlo"/>
              </a:rPr>
              <a:t>makeSomeNoise</a:t>
            </a:r>
            <a:r>
              <a:rPr lang="en-GB" sz="1800" b="0" u="none" strike="noStrike">
                <a:solidFill>
                  <a:srgbClr val="000000"/>
                </a:solidFill>
                <a:uFillTx/>
                <a:latin typeface="Menlo"/>
              </a:rPr>
              <a:t>());</a:t>
            </a:r>
            <a:endParaRPr lang="de-DE" sz="1800" b="0" u="none" strike="noStrike">
              <a:solidFill>
                <a:srgbClr val="000000"/>
              </a:solidFill>
              <a:uFillTx/>
              <a:latin typeface="Arial"/>
            </a:endParaRPr>
          </a:p>
          <a:p>
            <a:pPr defTabSz="914400">
              <a:lnSpc>
                <a:spcPct val="100000"/>
              </a:lnSpc>
            </a:pPr>
            <a:br>
              <a:rPr sz="1800"/>
            </a:br>
            <a:endParaRPr lang="de-DE" sz="1800" b="0" u="none" strike="noStrike">
              <a:solidFill>
                <a:srgbClr val="000000"/>
              </a:solidFill>
              <a:uFillTx/>
              <a:latin typeface="Arial"/>
            </a:endParaRPr>
          </a:p>
        </p:txBody>
      </p:sp>
      <p:sp>
        <p:nvSpPr>
          <p:cNvPr id="380" name="TextBox 9"/>
          <p:cNvSpPr/>
          <p:nvPr/>
        </p:nvSpPr>
        <p:spPr>
          <a:xfrm>
            <a:off x="7133040" y="1443600"/>
            <a:ext cx="876240" cy="363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de-DE" sz="1800" b="0" u="none" strike="noStrike">
                <a:solidFill>
                  <a:schemeClr val="dk1"/>
                </a:solidFill>
                <a:uFillTx/>
                <a:latin typeface="Calibri"/>
              </a:rPr>
              <a:t>Main</a:t>
            </a:r>
            <a:r>
              <a:rPr lang="en-DE" sz="1800" b="0" u="none" strike="noStrike">
                <a:solidFill>
                  <a:schemeClr val="dk1"/>
                </a:solidFill>
                <a:uFillTx/>
                <a:latin typeface="Calibri"/>
              </a:rPr>
              <a:t>.ts</a:t>
            </a:r>
            <a:endParaRPr lang="de-DE" sz="1800" b="0" u="none" strike="noStrike">
              <a:solidFill>
                <a:srgbClr val="000000"/>
              </a:solidFill>
              <a:uFillTx/>
              <a:latin typeface="Arial"/>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Weitere Exporte </a:t>
            </a:r>
            <a:endParaRPr lang="de-DE" sz="4400" b="0" u="none" strike="noStrike">
              <a:solidFill>
                <a:srgbClr val="000000"/>
              </a:solidFill>
              <a:uFillTx/>
              <a:latin typeface="Arial"/>
            </a:endParaRPr>
          </a:p>
        </p:txBody>
      </p:sp>
      <p:sp>
        <p:nvSpPr>
          <p:cNvPr id="382"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fontScale="85000" lnSpcReduction="19999"/>
          </a:bodyPr>
          <a:lstStyle/>
          <a:p>
            <a:pPr marL="228600" indent="-228600" defTabSz="914400">
              <a:lnSpc>
                <a:spcPct val="90000"/>
              </a:lnSpc>
              <a:spcBef>
                <a:spcPts val="1001"/>
              </a:spcBef>
              <a:buClr>
                <a:srgbClr val="1E347B"/>
              </a:buClr>
              <a:buFont typeface="Arial"/>
              <a:buChar char="•"/>
            </a:pPr>
            <a:r>
              <a:rPr lang="de-DE" sz="2800" b="0" u="none" strike="noStrike">
                <a:solidFill>
                  <a:srgbClr val="1E347B"/>
                </a:solidFill>
                <a:uFillTx/>
                <a:latin typeface="SourceCodePro"/>
              </a:rPr>
              <a:t>let</a:t>
            </a:r>
            <a:r>
              <a:rPr lang="de-DE" sz="2800" b="0" u="none" strike="noStrike">
                <a:solidFill>
                  <a:srgbClr val="48484C"/>
                </a:solidFill>
                <a:uFillTx/>
                <a:latin typeface="SourceCodePro"/>
              </a:rPr>
              <a:t> aPrivate </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a:t>
            </a:r>
            <a:r>
              <a:rPr lang="de-DE" sz="2800" b="0" u="none" strike="noStrike">
                <a:solidFill>
                  <a:srgbClr val="195F91"/>
                </a:solidFill>
                <a:uFillTx/>
                <a:latin typeface="SourceCodePro"/>
              </a:rPr>
              <a:t>2</a:t>
            </a:r>
            <a:r>
              <a:rPr lang="de-DE" sz="2800" b="0" u="none" strike="noStrike">
                <a:solidFill>
                  <a:srgbClr val="93A1A1"/>
                </a:solidFill>
                <a:uFillTx/>
                <a:latin typeface="SourceCodePro"/>
              </a:rPr>
              <a:t>;</a:t>
            </a:r>
            <a:endParaRPr lang="de-DE" sz="2800" b="0" u="none" strike="noStrike">
              <a:solidFill>
                <a:srgbClr val="000000"/>
              </a:solidFill>
              <a:uFillTx/>
              <a:latin typeface="Arial"/>
            </a:endParaRPr>
          </a:p>
          <a:p>
            <a:pPr marL="228600" indent="-228600" defTabSz="914400">
              <a:lnSpc>
                <a:spcPct val="90000"/>
              </a:lnSpc>
              <a:spcBef>
                <a:spcPts val="1001"/>
              </a:spcBef>
              <a:buClr>
                <a:srgbClr val="48484C"/>
              </a:buClr>
              <a:buFont typeface="Arial"/>
              <a:buChar char="•"/>
            </a:pPr>
            <a:r>
              <a:rPr lang="de-DE" sz="2800" b="0" u="none" strike="noStrike">
                <a:solidFill>
                  <a:srgbClr val="48484C"/>
                </a:solidFill>
                <a:uFillTx/>
                <a:latin typeface="SourceCodePro"/>
              </a:rPr>
              <a:t> </a:t>
            </a:r>
            <a:endParaRPr lang="de-DE" sz="2800" b="0" u="none" strike="noStrike">
              <a:solidFill>
                <a:srgbClr val="000000"/>
              </a:solidFill>
              <a:uFillTx/>
              <a:latin typeface="Arial"/>
            </a:endParaRPr>
          </a:p>
          <a:p>
            <a:pPr marL="228600" indent="-228600" defTabSz="914400">
              <a:lnSpc>
                <a:spcPct val="90000"/>
              </a:lnSpc>
              <a:spcBef>
                <a:spcPts val="1001"/>
              </a:spcBef>
              <a:buClr>
                <a:srgbClr val="1E347B"/>
              </a:buClr>
              <a:buFont typeface="Arial"/>
              <a:buChar char="•"/>
            </a:pPr>
            <a:r>
              <a:rPr lang="de-DE" sz="2800" b="0" u="none" strike="noStrike">
                <a:solidFill>
                  <a:srgbClr val="1E347B"/>
                </a:solidFill>
                <a:uFillTx/>
                <a:latin typeface="SourceCodePro"/>
              </a:rPr>
              <a:t>export</a:t>
            </a:r>
            <a:r>
              <a:rPr lang="de-DE" sz="2800" b="0" u="none" strike="noStrike">
                <a:solidFill>
                  <a:srgbClr val="48484C"/>
                </a:solidFill>
                <a:uFillTx/>
                <a:latin typeface="SourceCodePro"/>
              </a:rPr>
              <a:t> </a:t>
            </a:r>
            <a:r>
              <a:rPr lang="de-DE" sz="2800" b="0" u="none" strike="noStrike">
                <a:solidFill>
                  <a:srgbClr val="1E347B"/>
                </a:solidFill>
                <a:uFillTx/>
                <a:latin typeface="SourceCodePro"/>
              </a:rPr>
              <a:t>let</a:t>
            </a:r>
            <a:r>
              <a:rPr lang="de-DE" sz="2800" b="0" u="none" strike="noStrike">
                <a:solidFill>
                  <a:srgbClr val="48484C"/>
                </a:solidFill>
                <a:uFillTx/>
                <a:latin typeface="SourceCodePro"/>
              </a:rPr>
              <a:t> publicA </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a:t>
            </a:r>
            <a:r>
              <a:rPr lang="de-DE" sz="2800" b="0" u="none" strike="noStrike">
                <a:solidFill>
                  <a:srgbClr val="195F91"/>
                </a:solidFill>
                <a:uFillTx/>
                <a:latin typeface="SourceCodePro"/>
              </a:rPr>
              <a:t>1</a:t>
            </a:r>
            <a:r>
              <a:rPr lang="de-DE" sz="2800" b="0" u="none" strike="noStrike">
                <a:solidFill>
                  <a:srgbClr val="93A1A1"/>
                </a:solidFill>
                <a:uFillTx/>
                <a:latin typeface="SourceCodePro"/>
              </a:rPr>
              <a:t>;</a:t>
            </a:r>
            <a:endParaRPr lang="de-DE" sz="2800" b="0" u="none" strike="noStrike">
              <a:solidFill>
                <a:srgbClr val="000000"/>
              </a:solidFill>
              <a:uFillTx/>
              <a:latin typeface="Arial"/>
            </a:endParaRPr>
          </a:p>
          <a:p>
            <a:pPr marL="228600" indent="-228600" defTabSz="914400">
              <a:lnSpc>
                <a:spcPct val="90000"/>
              </a:lnSpc>
              <a:spcBef>
                <a:spcPts val="1001"/>
              </a:spcBef>
              <a:buClr>
                <a:srgbClr val="1E347B"/>
              </a:buClr>
              <a:buFont typeface="Arial"/>
              <a:buChar char="•"/>
            </a:pPr>
            <a:r>
              <a:rPr lang="de-DE" sz="2800" b="0" u="none" strike="noStrike">
                <a:solidFill>
                  <a:srgbClr val="1E347B"/>
                </a:solidFill>
                <a:uFillTx/>
                <a:latin typeface="SourceCodePro"/>
              </a:rPr>
              <a:t>export</a:t>
            </a:r>
            <a:r>
              <a:rPr lang="de-DE" sz="2800" b="0" u="none" strike="noStrike">
                <a:solidFill>
                  <a:srgbClr val="48484C"/>
                </a:solidFill>
                <a:uFillTx/>
                <a:latin typeface="SourceCodePro"/>
              </a:rPr>
              <a:t> </a:t>
            </a:r>
            <a:r>
              <a:rPr lang="de-DE" sz="2800" b="0" u="none" strike="noStrike">
                <a:solidFill>
                  <a:srgbClr val="1E347B"/>
                </a:solidFill>
                <a:uFillTx/>
                <a:latin typeface="SourceCodePro"/>
              </a:rPr>
              <a:t>let</a:t>
            </a:r>
            <a:r>
              <a:rPr lang="de-DE" sz="2800" b="0" u="none" strike="noStrike">
                <a:solidFill>
                  <a:srgbClr val="48484C"/>
                </a:solidFill>
                <a:uFillTx/>
                <a:latin typeface="SourceCodePro"/>
              </a:rPr>
              <a:t> publicB </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a:t>
            </a:r>
            <a:r>
              <a:rPr lang="de-DE" sz="2800" b="0" u="none" strike="noStrike">
                <a:solidFill>
                  <a:srgbClr val="93A1A1"/>
                </a:solidFill>
                <a:uFillTx/>
                <a:latin typeface="SourceCodePro"/>
              </a:rPr>
              <a:t>=&gt;</a:t>
            </a:r>
            <a:r>
              <a:rPr lang="de-DE" sz="2800" b="0" u="none" strike="noStrike">
                <a:solidFill>
                  <a:srgbClr val="48484C"/>
                </a:solidFill>
                <a:uFillTx/>
                <a:latin typeface="SourceCodePro"/>
              </a:rPr>
              <a:t> </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a:t>
            </a:r>
            <a:r>
              <a:rPr lang="de-DE" sz="2800" b="0" u="none" strike="noStrike">
                <a:solidFill>
                  <a:srgbClr val="93A1A1"/>
                </a:solidFill>
                <a:uFillTx/>
                <a:latin typeface="SourceCodePro"/>
              </a:rPr>
              <a:t>};</a:t>
            </a:r>
            <a:endParaRPr lang="de-DE" sz="2800" b="0" u="none" strike="noStrike">
              <a:solidFill>
                <a:srgbClr val="000000"/>
              </a:solidFill>
              <a:uFillTx/>
              <a:latin typeface="Arial"/>
            </a:endParaRPr>
          </a:p>
          <a:p>
            <a:pPr marL="228600" indent="-228600" defTabSz="914400">
              <a:lnSpc>
                <a:spcPct val="90000"/>
              </a:lnSpc>
              <a:spcBef>
                <a:spcPts val="1001"/>
              </a:spcBef>
              <a:buClr>
                <a:srgbClr val="1E347B"/>
              </a:buClr>
              <a:buFont typeface="Arial"/>
              <a:buChar char="•"/>
            </a:pPr>
            <a:r>
              <a:rPr lang="de-DE" sz="2800" b="0" u="none" strike="noStrike">
                <a:solidFill>
                  <a:srgbClr val="1E347B"/>
                </a:solidFill>
                <a:uFillTx/>
                <a:latin typeface="SourceCodePro"/>
              </a:rPr>
              <a:t>export</a:t>
            </a:r>
            <a:r>
              <a:rPr lang="de-DE" sz="2800" b="0" u="none" strike="noStrike">
                <a:solidFill>
                  <a:srgbClr val="48484C"/>
                </a:solidFill>
                <a:uFillTx/>
                <a:latin typeface="SourceCodePro"/>
              </a:rPr>
              <a:t> </a:t>
            </a:r>
            <a:r>
              <a:rPr lang="de-DE" sz="2800" b="0" u="none" strike="noStrike">
                <a:solidFill>
                  <a:srgbClr val="1E347B"/>
                </a:solidFill>
                <a:uFillTx/>
                <a:latin typeface="SourceCodePro"/>
              </a:rPr>
              <a:t>function</a:t>
            </a:r>
            <a:r>
              <a:rPr lang="de-DE" sz="2800" b="0" u="none" strike="noStrike">
                <a:solidFill>
                  <a:srgbClr val="48484C"/>
                </a:solidFill>
                <a:uFillTx/>
                <a:latin typeface="SourceCodePro"/>
              </a:rPr>
              <a:t> publicC</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a:t>
            </a:r>
            <a:r>
              <a:rPr lang="de-DE" sz="2800" b="0" u="none" strike="noStrike">
                <a:solidFill>
                  <a:srgbClr val="93A1A1"/>
                </a:solidFill>
                <a:uFillTx/>
                <a:latin typeface="SourceCodePro"/>
              </a:rPr>
              <a:t>{</a:t>
            </a:r>
            <a:endParaRPr lang="de-DE" sz="2800" b="0" u="none" strike="noStrike">
              <a:solidFill>
                <a:srgbClr val="000000"/>
              </a:solidFill>
              <a:uFillTx/>
              <a:latin typeface="Arial"/>
            </a:endParaRPr>
          </a:p>
          <a:p>
            <a:pPr marL="228600" indent="-228600" defTabSz="914400">
              <a:lnSpc>
                <a:spcPct val="90000"/>
              </a:lnSpc>
              <a:spcBef>
                <a:spcPts val="1001"/>
              </a:spcBef>
              <a:buClr>
                <a:srgbClr val="93A1A1"/>
              </a:buClr>
              <a:buFont typeface="Arial"/>
              <a:buChar char="•"/>
            </a:pPr>
            <a:r>
              <a:rPr lang="de-DE" sz="2800" b="0" u="none" strike="noStrike">
                <a:solidFill>
                  <a:srgbClr val="93A1A1"/>
                </a:solidFill>
                <a:uFillTx/>
                <a:latin typeface="SourceCodePro"/>
              </a:rPr>
              <a:t>// ...</a:t>
            </a:r>
            <a:endParaRPr lang="de-DE" sz="2800" b="0" u="none" strike="noStrike">
              <a:solidFill>
                <a:srgbClr val="000000"/>
              </a:solidFill>
              <a:uFillTx/>
              <a:latin typeface="Arial"/>
            </a:endParaRPr>
          </a:p>
          <a:p>
            <a:pPr marL="228600" indent="-228600" defTabSz="914400">
              <a:lnSpc>
                <a:spcPct val="90000"/>
              </a:lnSpc>
              <a:spcBef>
                <a:spcPts val="1001"/>
              </a:spcBef>
              <a:buClr>
                <a:srgbClr val="93A1A1"/>
              </a:buClr>
              <a:buFont typeface="Arial"/>
              <a:buChar char="•"/>
            </a:pPr>
            <a:r>
              <a:rPr lang="de-DE" sz="2800" b="0" u="none" strike="noStrike">
                <a:solidFill>
                  <a:srgbClr val="93A1A1"/>
                </a:solidFill>
                <a:uFillTx/>
                <a:latin typeface="SourceCodePro"/>
              </a:rPr>
              <a:t>};</a:t>
            </a:r>
            <a:endParaRPr lang="de-DE" sz="2800" b="0" u="none" strike="noStrike">
              <a:solidFill>
                <a:srgbClr val="000000"/>
              </a:solidFill>
              <a:uFillTx/>
              <a:latin typeface="Arial"/>
            </a:endParaRPr>
          </a:p>
          <a:p>
            <a:pPr marL="228600" indent="-228600" defTabSz="914400">
              <a:lnSpc>
                <a:spcPct val="90000"/>
              </a:lnSpc>
              <a:spcBef>
                <a:spcPts val="1001"/>
              </a:spcBef>
              <a:buClr>
                <a:srgbClr val="48484C"/>
              </a:buClr>
              <a:buFont typeface="Arial"/>
              <a:buChar char="•"/>
            </a:pPr>
            <a:r>
              <a:rPr lang="de-DE" sz="2800" b="0" u="none" strike="noStrike">
                <a:solidFill>
                  <a:srgbClr val="48484C"/>
                </a:solidFill>
                <a:uFillTx/>
                <a:latin typeface="SourceCodePro"/>
              </a:rPr>
              <a:t> </a:t>
            </a:r>
            <a:endParaRPr lang="de-DE" sz="2800" b="0" u="none" strike="noStrike">
              <a:solidFill>
                <a:srgbClr val="000000"/>
              </a:solidFill>
              <a:uFillTx/>
              <a:latin typeface="Arial"/>
            </a:endParaRPr>
          </a:p>
          <a:p>
            <a:pPr marL="228600" indent="-228600" defTabSz="914400">
              <a:lnSpc>
                <a:spcPct val="90000"/>
              </a:lnSpc>
              <a:spcBef>
                <a:spcPts val="1001"/>
              </a:spcBef>
              <a:buClr>
                <a:srgbClr val="1E347B"/>
              </a:buClr>
              <a:buFont typeface="Arial"/>
              <a:buChar char="•"/>
            </a:pPr>
            <a:r>
              <a:rPr lang="de-DE" sz="2800" b="0" u="none" strike="noStrike">
                <a:solidFill>
                  <a:srgbClr val="1E347B"/>
                </a:solidFill>
                <a:uFillTx/>
                <a:latin typeface="SourceCodePro"/>
              </a:rPr>
              <a:t>export</a:t>
            </a:r>
            <a:r>
              <a:rPr lang="de-DE" sz="2800" b="0" u="none" strike="noStrike">
                <a:solidFill>
                  <a:srgbClr val="48484C"/>
                </a:solidFill>
                <a:uFillTx/>
                <a:latin typeface="SourceCodePro"/>
              </a:rPr>
              <a:t> </a:t>
            </a:r>
            <a:r>
              <a:rPr lang="de-DE" sz="2800" b="0" u="none" strike="noStrike">
                <a:solidFill>
                  <a:srgbClr val="1E347B"/>
                </a:solidFill>
                <a:uFillTx/>
                <a:latin typeface="SourceCodePro"/>
              </a:rPr>
              <a:t>class</a:t>
            </a:r>
            <a:r>
              <a:rPr lang="de-DE" sz="2800" b="0" u="none" strike="noStrike">
                <a:solidFill>
                  <a:srgbClr val="48484C"/>
                </a:solidFill>
                <a:uFillTx/>
                <a:latin typeface="SourceCodePro"/>
              </a:rPr>
              <a:t> </a:t>
            </a:r>
            <a:r>
              <a:rPr lang="de-DE" sz="2800" b="0" u="none" strike="noStrike">
                <a:solidFill>
                  <a:srgbClr val="008080"/>
                </a:solidFill>
                <a:uFillTx/>
                <a:latin typeface="SourceCodePro"/>
              </a:rPr>
              <a:t>PublicD</a:t>
            </a:r>
            <a:r>
              <a:rPr lang="de-DE" sz="2800" b="0" u="none" strike="noStrike">
                <a:solidFill>
                  <a:srgbClr val="48484C"/>
                </a:solidFill>
                <a:uFillTx/>
                <a:latin typeface="SourceCodePro"/>
              </a:rPr>
              <a:t> </a:t>
            </a:r>
            <a:r>
              <a:rPr lang="de-DE" sz="2800" b="0" u="none" strike="noStrike">
                <a:solidFill>
                  <a:srgbClr val="93A1A1"/>
                </a:solidFill>
                <a:uFillTx/>
                <a:latin typeface="SourceCodePro"/>
              </a:rPr>
              <a:t>{</a:t>
            </a:r>
            <a:endParaRPr lang="de-DE" sz="2800" b="0" u="none" strike="noStrike">
              <a:solidFill>
                <a:srgbClr val="000000"/>
              </a:solidFill>
              <a:uFillTx/>
              <a:latin typeface="Arial"/>
            </a:endParaRPr>
          </a:p>
          <a:p>
            <a:pPr marL="228600" indent="-228600" defTabSz="914400">
              <a:lnSpc>
                <a:spcPct val="90000"/>
              </a:lnSpc>
              <a:spcBef>
                <a:spcPts val="1001"/>
              </a:spcBef>
              <a:buClr>
                <a:srgbClr val="93A1A1"/>
              </a:buClr>
              <a:buFont typeface="Arial"/>
              <a:buChar char="•"/>
            </a:pPr>
            <a:r>
              <a:rPr lang="de-DE" sz="2800" b="0" u="none" strike="noStrike">
                <a:solidFill>
                  <a:srgbClr val="93A1A1"/>
                </a:solidFill>
                <a:uFillTx/>
                <a:latin typeface="SourceCodePro"/>
              </a:rPr>
              <a:t>// ...</a:t>
            </a:r>
            <a:endParaRPr lang="de-DE" sz="2800" b="0" u="none" strike="noStrike">
              <a:solidFill>
                <a:srgbClr val="000000"/>
              </a:solidFill>
              <a:uFillTx/>
              <a:latin typeface="Arial"/>
            </a:endParaRPr>
          </a:p>
          <a:p>
            <a:pPr marL="228600" indent="-228600" defTabSz="914400">
              <a:lnSpc>
                <a:spcPct val="90000"/>
              </a:lnSpc>
              <a:spcBef>
                <a:spcPts val="1001"/>
              </a:spcBef>
              <a:buClr>
                <a:srgbClr val="93A1A1"/>
              </a:buClr>
              <a:buFont typeface="Arial"/>
              <a:buChar char="•"/>
            </a:pPr>
            <a:r>
              <a:rPr lang="de-DE" sz="2800" b="0" u="none" strike="noStrike">
                <a:solidFill>
                  <a:srgbClr val="93A1A1"/>
                </a:solidFill>
                <a:uFillTx/>
                <a:latin typeface="SourceCodePro"/>
              </a:rPr>
              <a: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endParaRPr lang="de-DE" sz="2800" b="0" u="none" strike="noStrike">
              <a:solidFill>
                <a:srgbClr val="000000"/>
              </a:solidFill>
              <a:uFillTx/>
              <a:latin typeface="Arial"/>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3"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Named importieren</a:t>
            </a:r>
            <a:endParaRPr lang="de-DE" sz="4400" b="0" u="none" strike="noStrike">
              <a:solidFill>
                <a:srgbClr val="000000"/>
              </a:solidFill>
              <a:uFillTx/>
              <a:latin typeface="Arial"/>
            </a:endParaRPr>
          </a:p>
        </p:txBody>
      </p:sp>
      <p:sp>
        <p:nvSpPr>
          <p:cNvPr id="384"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333333"/>
              </a:buClr>
              <a:buFont typeface="Arial"/>
              <a:buChar char="•"/>
            </a:pPr>
            <a:r>
              <a:rPr lang="de-DE" sz="2800" b="1" u="none" strike="noStrike">
                <a:solidFill>
                  <a:srgbClr val="333333"/>
                </a:solidFill>
                <a:uFillTx/>
                <a:latin typeface="Aller"/>
              </a:rPr>
              <a:t>named exports</a:t>
            </a:r>
            <a:r>
              <a:rPr lang="de-DE" sz="2800" b="0" u="none" strike="noStrike">
                <a:solidFill>
                  <a:srgbClr val="333333"/>
                </a:solidFill>
                <a:uFillTx/>
                <a:latin typeface="Aller"/>
              </a:rPr>
              <a:t> importieren</a:t>
            </a:r>
            <a:endParaRPr lang="de-DE" sz="2800" b="0" u="none" strike="noStrike">
              <a:solidFill>
                <a:srgbClr val="000000"/>
              </a:solidFill>
              <a:uFillTx/>
              <a:latin typeface="Arial"/>
            </a:endParaRPr>
          </a:p>
          <a:p>
            <a:pPr marL="685800" lvl="1" indent="-228600" defTabSz="914400">
              <a:lnSpc>
                <a:spcPct val="90000"/>
              </a:lnSpc>
              <a:spcBef>
                <a:spcPts val="499"/>
              </a:spcBef>
              <a:buClr>
                <a:srgbClr val="1E347B"/>
              </a:buClr>
              <a:buFont typeface="Arial"/>
              <a:buChar char="•"/>
            </a:pPr>
            <a:r>
              <a:rPr lang="de-DE" sz="2400" b="0" u="none" strike="noStrike">
                <a:solidFill>
                  <a:srgbClr val="1E347B"/>
                </a:solidFill>
                <a:uFillTx/>
                <a:latin typeface="SourceCodePro"/>
              </a:rPr>
              <a:t>import</a:t>
            </a:r>
            <a:r>
              <a:rPr lang="de-DE" sz="2400" b="0" u="none" strike="noStrike">
                <a:solidFill>
                  <a:srgbClr val="48484C"/>
                </a:solidFill>
                <a:uFillTx/>
                <a:latin typeface="SourceCodePro"/>
              </a:rPr>
              <a:t> </a:t>
            </a:r>
            <a:r>
              <a:rPr lang="de-DE" sz="2400" b="0" u="none" strike="noStrike">
                <a:solidFill>
                  <a:srgbClr val="93A1A1"/>
                </a:solidFill>
                <a:uFillTx/>
                <a:latin typeface="SourceCodePro"/>
              </a:rPr>
              <a:t>{</a:t>
            </a:r>
            <a:r>
              <a:rPr lang="de-DE" sz="2400" b="0" u="none" strike="noStrike">
                <a:solidFill>
                  <a:srgbClr val="48484C"/>
                </a:solidFill>
                <a:uFillTx/>
                <a:latin typeface="SourceCodePro"/>
              </a:rPr>
              <a:t>publicA</a:t>
            </a:r>
            <a:r>
              <a:rPr lang="de-DE" sz="2400" b="0" u="none" strike="noStrike">
                <a:solidFill>
                  <a:srgbClr val="93A1A1"/>
                </a:solidFill>
                <a:uFillTx/>
                <a:latin typeface="SourceCodePro"/>
              </a:rPr>
              <a:t>,</a:t>
            </a:r>
            <a:r>
              <a:rPr lang="de-DE" sz="2400" b="0" u="none" strike="noStrike">
                <a:solidFill>
                  <a:srgbClr val="48484C"/>
                </a:solidFill>
                <a:uFillTx/>
                <a:latin typeface="SourceCodePro"/>
              </a:rPr>
              <a:t> publicB</a:t>
            </a:r>
            <a:r>
              <a:rPr lang="de-DE" sz="2400" b="0" u="none" strike="noStrike">
                <a:solidFill>
                  <a:srgbClr val="93A1A1"/>
                </a:solidFill>
                <a:uFillTx/>
                <a:latin typeface="SourceCodePro"/>
              </a:rPr>
              <a:t>}</a:t>
            </a:r>
            <a:r>
              <a:rPr lang="de-DE" sz="2400" b="0" u="none" strike="noStrike">
                <a:solidFill>
                  <a:srgbClr val="48484C"/>
                </a:solidFill>
                <a:uFillTx/>
                <a:latin typeface="SourceCodePro"/>
              </a:rPr>
              <a:t> </a:t>
            </a:r>
            <a:r>
              <a:rPr lang="de-DE" sz="2400" b="0" u="none" strike="noStrike">
                <a:solidFill>
                  <a:srgbClr val="1E347B"/>
                </a:solidFill>
                <a:uFillTx/>
                <a:latin typeface="SourceCodePro"/>
              </a:rPr>
              <a:t>from</a:t>
            </a:r>
            <a:r>
              <a:rPr lang="de-DE" sz="2400" b="0" u="none" strike="noStrike">
                <a:solidFill>
                  <a:srgbClr val="48484C"/>
                </a:solidFill>
                <a:uFillTx/>
                <a:latin typeface="SourceCodePro"/>
              </a:rPr>
              <a:t> </a:t>
            </a:r>
            <a:r>
              <a:rPr lang="de-DE" sz="2400" b="0" u="none" strike="noStrike">
                <a:solidFill>
                  <a:srgbClr val="DD1144"/>
                </a:solidFill>
                <a:uFillTx/>
                <a:latin typeface="SourceCodePro"/>
              </a:rPr>
              <a:t>"./lib"</a:t>
            </a:r>
            <a:r>
              <a:rPr lang="de-DE" sz="2400" b="0" u="none" strike="noStrike">
                <a:solidFill>
                  <a:srgbClr val="93A1A1"/>
                </a:solidFill>
                <a:uFillTx/>
                <a:latin typeface="SourceCodePro"/>
              </a:rPr>
              <a:t>;</a:t>
            </a:r>
            <a:endParaRPr lang="de-DE" sz="2400" b="0" u="none" strike="noStrike">
              <a:solidFill>
                <a:srgbClr val="000000"/>
              </a:solidFill>
              <a:uFillTx/>
              <a:latin typeface="Arial"/>
            </a:endParaRPr>
          </a:p>
          <a:p>
            <a:pPr indent="0" defTabSz="914400">
              <a:lnSpc>
                <a:spcPct val="90000"/>
              </a:lnSpc>
              <a:spcBef>
                <a:spcPts val="1001"/>
              </a:spcBef>
              <a:buNone/>
              <a:tabLst>
                <a:tab pos="0" algn="l"/>
              </a:tabLst>
            </a:pPr>
            <a:endParaRPr lang="de-DE" sz="2800" b="0" u="none" strike="noStrike">
              <a:solidFill>
                <a:srgbClr val="000000"/>
              </a:solidFill>
              <a:uFillTx/>
              <a:latin typeface="Arial"/>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Imports</a:t>
            </a:r>
            <a:endParaRPr lang="de-DE" sz="4400" b="0" u="none" strike="noStrike">
              <a:solidFill>
                <a:srgbClr val="000000"/>
              </a:solidFill>
              <a:uFillTx/>
              <a:latin typeface="Arial"/>
            </a:endParaRPr>
          </a:p>
        </p:txBody>
      </p:sp>
      <p:sp>
        <p:nvSpPr>
          <p:cNvPr id="386"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333333"/>
              </a:buClr>
              <a:buFont typeface="Arial"/>
              <a:buChar char="•"/>
            </a:pPr>
            <a:r>
              <a:rPr lang="de-DE" sz="2800" b="0" u="none" strike="noStrike">
                <a:solidFill>
                  <a:srgbClr val="333333"/>
                </a:solidFill>
                <a:uFillTx/>
                <a:latin typeface="Aller"/>
              </a:rPr>
              <a:t>Alle import Statements sind </a:t>
            </a:r>
            <a:r>
              <a:rPr lang="de-DE" sz="2800" b="0" i="1" u="none" strike="noStrike">
                <a:solidFill>
                  <a:srgbClr val="333333"/>
                </a:solidFill>
                <a:uFillTx/>
                <a:latin typeface="Aller"/>
              </a:rPr>
              <a:t>hoisted</a:t>
            </a:r>
            <a:endParaRPr lang="de-DE" sz="2800" b="0" u="none" strike="noStrike">
              <a:solidFill>
                <a:srgbClr val="000000"/>
              </a:solidFill>
              <a:uFillTx/>
              <a:latin typeface="Arial"/>
            </a:endParaRPr>
          </a:p>
          <a:p>
            <a:pPr marL="228600" indent="-228600" defTabSz="914400">
              <a:lnSpc>
                <a:spcPct val="90000"/>
              </a:lnSpc>
              <a:spcBef>
                <a:spcPts val="1001"/>
              </a:spcBef>
              <a:buClr>
                <a:srgbClr val="333333"/>
              </a:buClr>
              <a:buFont typeface="Arial"/>
              <a:buChar char="•"/>
            </a:pPr>
            <a:r>
              <a:rPr lang="de-DE" sz="2800" b="0" u="none" strike="noStrike">
                <a:solidFill>
                  <a:srgbClr val="333333"/>
                </a:solidFill>
                <a:uFillTx/>
                <a:latin typeface="Aller"/>
              </a:rPr>
              <a:t>import/export Statements dürfen nicht ...</a:t>
            </a:r>
            <a:endParaRPr lang="de-DE" sz="2800" b="0" u="none" strike="noStrike">
              <a:solidFill>
                <a:srgbClr val="000000"/>
              </a:solidFill>
              <a:uFillTx/>
              <a:latin typeface="Arial"/>
            </a:endParaRPr>
          </a:p>
          <a:p>
            <a:pPr marL="743040" lvl="1" indent="-285840" defTabSz="914400">
              <a:lnSpc>
                <a:spcPct val="90000"/>
              </a:lnSpc>
              <a:spcBef>
                <a:spcPts val="499"/>
              </a:spcBef>
              <a:buClr>
                <a:srgbClr val="333333"/>
              </a:buClr>
              <a:buFont typeface="Arial"/>
              <a:buChar char="•"/>
            </a:pPr>
            <a:r>
              <a:rPr lang="de-DE" sz="2400" b="0" u="none" strike="noStrike">
                <a:solidFill>
                  <a:srgbClr val="333333"/>
                </a:solidFill>
                <a:uFillTx/>
                <a:latin typeface="Aller"/>
              </a:rPr>
              <a:t>variabel sein</a:t>
            </a:r>
            <a:endParaRPr lang="de-DE" sz="2400" b="0" u="none" strike="noStrike">
              <a:solidFill>
                <a:srgbClr val="000000"/>
              </a:solidFill>
              <a:uFillTx/>
              <a:latin typeface="Arial"/>
            </a:endParaRPr>
          </a:p>
          <a:p>
            <a:pPr marL="743040" lvl="1" indent="-285840" defTabSz="914400">
              <a:lnSpc>
                <a:spcPct val="90000"/>
              </a:lnSpc>
              <a:spcBef>
                <a:spcPts val="499"/>
              </a:spcBef>
              <a:buClr>
                <a:srgbClr val="333333"/>
              </a:buClr>
              <a:buFont typeface="Arial"/>
              <a:buChar char="•"/>
            </a:pPr>
            <a:r>
              <a:rPr lang="de-DE" sz="2400" b="0" u="none" strike="noStrike">
                <a:solidFill>
                  <a:srgbClr val="333333"/>
                </a:solidFill>
                <a:uFillTx/>
                <a:latin typeface="Aller"/>
              </a:rPr>
              <a:t>conditional sein (if, case, etc.)</a:t>
            </a:r>
            <a:endParaRPr lang="de-DE" sz="2400" b="0" u="none" strike="noStrike">
              <a:solidFill>
                <a:srgbClr val="000000"/>
              </a:solidFill>
              <a:uFillTx/>
              <a:latin typeface="Arial"/>
            </a:endParaRPr>
          </a:p>
          <a:p>
            <a:pPr marL="228600" indent="-228600" defTabSz="914400">
              <a:lnSpc>
                <a:spcPct val="90000"/>
              </a:lnSpc>
              <a:spcBef>
                <a:spcPts val="1001"/>
              </a:spcBef>
              <a:buClr>
                <a:srgbClr val="333333"/>
              </a:buClr>
              <a:buFont typeface="Arial"/>
              <a:buChar char="•"/>
            </a:pPr>
            <a:r>
              <a:rPr lang="de-DE" sz="2800" b="0" u="none" strike="noStrike">
                <a:solidFill>
                  <a:srgbClr val="333333"/>
                </a:solidFill>
                <a:uFillTx/>
                <a:latin typeface="Aller"/>
              </a:rPr>
              <a:t>Erlaubt statische Analyse</a:t>
            </a:r>
            <a:endParaRPr lang="de-DE" sz="2800" b="0" u="none" strike="noStrike">
              <a:solidFill>
                <a:srgbClr val="000000"/>
              </a:solidFill>
              <a:uFillTx/>
              <a:latin typeface="Arial"/>
            </a:endParaRPr>
          </a:p>
          <a:p>
            <a:pPr marL="743040" lvl="1" indent="-285840" defTabSz="914400">
              <a:lnSpc>
                <a:spcPct val="90000"/>
              </a:lnSpc>
              <a:spcBef>
                <a:spcPts val="499"/>
              </a:spcBef>
              <a:buClr>
                <a:srgbClr val="333333"/>
              </a:buClr>
              <a:buFont typeface="Arial"/>
              <a:buChar char="•"/>
            </a:pPr>
            <a:r>
              <a:rPr lang="de-DE" sz="2400" b="0" u="none" strike="noStrike">
                <a:solidFill>
                  <a:srgbClr val="333333"/>
                </a:solidFill>
                <a:uFillTx/>
                <a:latin typeface="Aller"/>
              </a:rPr>
              <a:t>Bundling</a:t>
            </a:r>
            <a:endParaRPr lang="de-DE" sz="2400" b="0" u="none" strike="noStrike">
              <a:solidFill>
                <a:srgbClr val="000000"/>
              </a:solidFill>
              <a:uFillTx/>
              <a:latin typeface="Arial"/>
            </a:endParaRPr>
          </a:p>
          <a:p>
            <a:pPr marL="743040" lvl="1" indent="-285840" defTabSz="914400">
              <a:lnSpc>
                <a:spcPct val="90000"/>
              </a:lnSpc>
              <a:spcBef>
                <a:spcPts val="499"/>
              </a:spcBef>
              <a:buClr>
                <a:srgbClr val="333333"/>
              </a:buClr>
              <a:buFont typeface="Arial"/>
              <a:buChar char="•"/>
            </a:pPr>
            <a:r>
              <a:rPr lang="de-DE" sz="2400" b="0" u="none" strike="noStrike">
                <a:solidFill>
                  <a:srgbClr val="333333"/>
                </a:solidFill>
                <a:uFillTx/>
                <a:latin typeface="Aller"/>
              </a:rPr>
              <a:t>Code Navigation in IDE</a:t>
            </a:r>
            <a:endParaRPr lang="de-DE" sz="2400" b="0" u="none" strike="noStrike">
              <a:solidFill>
                <a:srgbClr val="000000"/>
              </a:solidFill>
              <a:uFillTx/>
              <a:latin typeface="Arial"/>
            </a:endParaRPr>
          </a:p>
          <a:p>
            <a:pPr indent="0" defTabSz="914400">
              <a:lnSpc>
                <a:spcPct val="90000"/>
              </a:lnSpc>
              <a:spcBef>
                <a:spcPts val="1001"/>
              </a:spcBef>
              <a:buNone/>
              <a:tabLst>
                <a:tab pos="0" algn="l"/>
              </a:tabLst>
            </a:pPr>
            <a:endParaRPr lang="de-DE" sz="2800" b="0" u="none" strike="noStrike">
              <a:solidFill>
                <a:srgbClr val="000000"/>
              </a:solidFill>
              <a:uFillTx/>
              <a:latin typeface="Arial"/>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387" name="Rectangle 7">
            <a:extLst>
              <a:ext uri="{C183D7F6-B498-43B3-948B-1728B52AA6E4}">
                <adec:decorative xmlns:adec="http://schemas.microsoft.com/office/drawing/2017/decorative" val="1"/>
              </a:ext>
            </a:extLst>
          </p:cNvPr>
          <p:cNvSpPr/>
          <p:nvPr/>
        </p:nvSpPr>
        <p:spPr>
          <a:xfrm>
            <a:off x="0" y="0"/>
            <a:ext cx="12190320" cy="685656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388" name="Rectangle 9">
            <a:extLst>
              <a:ext uri="{C183D7F6-B498-43B3-948B-1728B52AA6E4}">
                <adec:decorative xmlns:adec="http://schemas.microsoft.com/office/drawing/2017/decorative" val="1"/>
              </a:ext>
            </a:extLst>
          </p:cNvPr>
          <p:cNvSpPr/>
          <p:nvPr/>
        </p:nvSpPr>
        <p:spPr>
          <a:xfrm>
            <a:off x="360" y="0"/>
            <a:ext cx="12190320" cy="68565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800" b="0" u="none" strike="noStrike">
              <a:solidFill>
                <a:schemeClr val="lt1"/>
              </a:solidFill>
              <a:uFillTx/>
              <a:latin typeface="Calibri"/>
            </a:endParaRPr>
          </a:p>
        </p:txBody>
      </p:sp>
      <p:sp>
        <p:nvSpPr>
          <p:cNvPr id="389" name="PlaceHolder 1"/>
          <p:cNvSpPr>
            <a:spLocks noGrp="1"/>
          </p:cNvSpPr>
          <p:nvPr>
            <p:ph type="title"/>
          </p:nvPr>
        </p:nvSpPr>
        <p:spPr>
          <a:xfrm>
            <a:off x="1179360" y="1594800"/>
            <a:ext cx="9831960" cy="1324080"/>
          </a:xfrm>
          <a:prstGeom prst="rect">
            <a:avLst/>
          </a:prstGeom>
          <a:noFill/>
          <a:ln w="0">
            <a:noFill/>
          </a:ln>
        </p:spPr>
        <p:txBody>
          <a:bodyPr lIns="91440" tIns="45720" rIns="91440" bIns="45720" anchor="b">
            <a:normAutofit/>
          </a:bodyPr>
          <a:lstStyle/>
          <a:p>
            <a:pPr indent="0" algn="ctr" defTabSz="914400">
              <a:lnSpc>
                <a:spcPct val="90000"/>
              </a:lnSpc>
              <a:buNone/>
              <a:tabLst>
                <a:tab pos="0" algn="l"/>
              </a:tabLst>
            </a:pPr>
            <a:r>
              <a:rPr lang="de-DE" sz="3600" b="0" u="none" strike="noStrike">
                <a:solidFill>
                  <a:schemeClr val="dk2"/>
                </a:solidFill>
                <a:uFillTx/>
                <a:latin typeface="Calibri Light"/>
              </a:rPr>
              <a:t>Übung 3: Module</a:t>
            </a:r>
            <a:endParaRPr lang="de-DE" sz="3600" b="0" u="none" strike="noStrike">
              <a:solidFill>
                <a:srgbClr val="000000"/>
              </a:solidFill>
              <a:uFillTx/>
              <a:latin typeface="Arial"/>
            </a:endParaRPr>
          </a:p>
        </p:txBody>
      </p:sp>
      <p:grpSp>
        <p:nvGrpSpPr>
          <p:cNvPr id="390" name="Group 11">
            <a:extLst>
              <a:ext uri="{C183D7F6-B498-43B3-948B-1728B52AA6E4}">
                <adec:decorative xmlns:adec="http://schemas.microsoft.com/office/drawing/2017/decorative" val="1"/>
              </a:ext>
            </a:extLst>
          </p:cNvPr>
          <p:cNvGrpSpPr/>
          <p:nvPr/>
        </p:nvGrpSpPr>
        <p:grpSpPr>
          <a:xfrm>
            <a:off x="0" y="0"/>
            <a:ext cx="3344400" cy="2509560"/>
            <a:chOff x="0" y="0"/>
            <a:chExt cx="3344400" cy="2509560"/>
          </a:xfrm>
        </p:grpSpPr>
        <p:sp>
          <p:nvSpPr>
            <p:cNvPr id="391" name="Freeform: Shape 12">
              <a:extLst>
                <a:ext uri="{C183D7F6-B498-43B3-948B-1728B52AA6E4}">
                  <adec:decorative xmlns:adec="http://schemas.microsoft.com/office/drawing/2017/decorative" val="1"/>
                </a:ext>
              </a:extLst>
            </p:cNvPr>
            <p:cNvSpPr/>
            <p:nvPr/>
          </p:nvSpPr>
          <p:spPr>
            <a:xfrm>
              <a:off x="360" y="0"/>
              <a:ext cx="3329280" cy="2315160"/>
            </a:xfrm>
            <a:custGeom>
              <a:avLst/>
              <a:gdLst>
                <a:gd name="textAreaLeft" fmla="*/ 0 w 3329280"/>
                <a:gd name="textAreaRight" fmla="*/ 3330720 w 3329280"/>
                <a:gd name="textAreaTop" fmla="*/ 0 h 2315160"/>
                <a:gd name="textAreaBottom" fmla="*/ 2316600 h 2315160"/>
              </a:gdLst>
              <a:ahLst/>
              <a:cxnLst/>
              <a:rect l="textAreaLeft" t="textAreaTop" r="textAreaRight" b="textAreaBottom"/>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392" name="Freeform: Shape 13">
              <a:extLst>
                <a:ext uri="{C183D7F6-B498-43B3-948B-1728B52AA6E4}">
                  <adec:decorative xmlns:adec="http://schemas.microsoft.com/office/drawing/2017/decorative" val="1"/>
                </a:ext>
              </a:extLst>
            </p:cNvPr>
            <p:cNvSpPr/>
            <p:nvPr/>
          </p:nvSpPr>
          <p:spPr>
            <a:xfrm>
              <a:off x="360" y="0"/>
              <a:ext cx="3329280" cy="2315160"/>
            </a:xfrm>
            <a:custGeom>
              <a:avLst/>
              <a:gdLst>
                <a:gd name="textAreaLeft" fmla="*/ 0 w 3329280"/>
                <a:gd name="textAreaRight" fmla="*/ 3330720 w 3329280"/>
                <a:gd name="textAreaTop" fmla="*/ 0 h 2315160"/>
                <a:gd name="textAreaBottom" fmla="*/ 2316600 h 2315160"/>
              </a:gdLst>
              <a:ahLst/>
              <a:cxnLst/>
              <a:rect l="textAreaLeft" t="textAreaTop" r="textAreaRight" b="textAreaBottom"/>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393" name="Freeform: Shape 14">
              <a:extLst>
                <a:ext uri="{C183D7F6-B498-43B3-948B-1728B52AA6E4}">
                  <adec:decorative xmlns:adec="http://schemas.microsoft.com/office/drawing/2017/decorative" val="1"/>
                </a:ext>
              </a:extLst>
            </p:cNvPr>
            <p:cNvSpPr/>
            <p:nvPr/>
          </p:nvSpPr>
          <p:spPr>
            <a:xfrm>
              <a:off x="0" y="0"/>
              <a:ext cx="3330000" cy="2334600"/>
            </a:xfrm>
            <a:custGeom>
              <a:avLst/>
              <a:gdLst>
                <a:gd name="textAreaLeft" fmla="*/ 0 w 3330000"/>
                <a:gd name="textAreaRight" fmla="*/ 3331440 w 3330000"/>
                <a:gd name="textAreaTop" fmla="*/ 0 h 2334600"/>
                <a:gd name="textAreaBottom" fmla="*/ 2336040 h 2334600"/>
              </a:gdLst>
              <a:ahLst/>
              <a:cxnLst/>
              <a:rect l="textAreaLeft" t="textAreaTop" r="textAreaRight" b="textAreaBottom"/>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394" name="Freeform: Shape 15">
              <a:extLst>
                <a:ext uri="{C183D7F6-B498-43B3-948B-1728B52AA6E4}">
                  <adec:decorative xmlns:adec="http://schemas.microsoft.com/office/drawing/2017/decorative" val="1"/>
                </a:ext>
              </a:extLst>
            </p:cNvPr>
            <p:cNvSpPr/>
            <p:nvPr/>
          </p:nvSpPr>
          <p:spPr>
            <a:xfrm>
              <a:off x="360" y="0"/>
              <a:ext cx="3344040" cy="2509560"/>
            </a:xfrm>
            <a:custGeom>
              <a:avLst/>
              <a:gdLst>
                <a:gd name="textAreaLeft" fmla="*/ 0 w 3344040"/>
                <a:gd name="textAreaRight" fmla="*/ 3345480 w 3344040"/>
                <a:gd name="textAreaTop" fmla="*/ 0 h 2509560"/>
                <a:gd name="textAreaBottom" fmla="*/ 2511000 h 2509560"/>
              </a:gdLst>
              <a:ahLst/>
              <a:cxnLst/>
              <a:rect l="textAreaLeft" t="textAreaTop" r="textAreaRight" b="textAreaBottom"/>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grpSp>
      <p:sp>
        <p:nvSpPr>
          <p:cNvPr id="395" name="PlaceHolder 2"/>
          <p:cNvSpPr>
            <a:spLocks noGrp="1"/>
          </p:cNvSpPr>
          <p:nvPr>
            <p:ph/>
          </p:nvPr>
        </p:nvSpPr>
        <p:spPr>
          <a:xfrm>
            <a:off x="1179360" y="3329640"/>
            <a:ext cx="9831960" cy="2455920"/>
          </a:xfrm>
          <a:prstGeom prst="rect">
            <a:avLst/>
          </a:prstGeom>
          <a:noFill/>
          <a:ln w="0">
            <a:noFill/>
          </a:ln>
        </p:spPr>
        <p:txBody>
          <a:bodyPr lIns="91440" tIns="45720" rIns="91440" bIns="45720" anchor="t">
            <a:normAutofit/>
          </a:bodyPr>
          <a:lstStyle/>
          <a:p>
            <a:pPr marL="228600" indent="-228600" defTabSz="914400">
              <a:lnSpc>
                <a:spcPct val="90000"/>
              </a:lnSpc>
              <a:spcBef>
                <a:spcPts val="1001"/>
              </a:spcBef>
              <a:buClr>
                <a:srgbClr val="44546A"/>
              </a:buClr>
              <a:buFont typeface="Arial"/>
              <a:buChar char="•"/>
            </a:pPr>
            <a:r>
              <a:rPr lang="de-DE" sz="1800" b="0" u="none" strike="noStrike">
                <a:solidFill>
                  <a:schemeClr val="dk2"/>
                </a:solidFill>
                <a:uFillTx/>
                <a:latin typeface="Calibri"/>
              </a:rPr>
              <a:t>Lagere die Klasse Student in ein Module aus</a:t>
            </a:r>
            <a:endParaRPr lang="de-DE" sz="18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800" b="0" u="none" strike="noStrike">
                <a:solidFill>
                  <a:schemeClr val="dk2"/>
                </a:solidFill>
                <a:uFillTx/>
                <a:latin typeface="Calibri"/>
              </a:rPr>
              <a:t>Erstelle eine Datei student.ts</a:t>
            </a:r>
            <a:endParaRPr lang="de-DE" sz="18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800" b="0" u="none" strike="noStrike">
                <a:solidFill>
                  <a:schemeClr val="dk2"/>
                </a:solidFill>
                <a:uFillTx/>
                <a:latin typeface="Calibri"/>
              </a:rPr>
              <a:t>Verschiebe die Klasse dort hin und exportiere sie</a:t>
            </a:r>
            <a:endParaRPr lang="de-DE" sz="1800" b="0" u="none" strike="noStrike">
              <a:solidFill>
                <a:srgbClr val="000000"/>
              </a:solidFill>
              <a:uFillTx/>
              <a:latin typeface="Arial"/>
            </a:endParaRPr>
          </a:p>
          <a:p>
            <a:pPr marL="228600" indent="-228600" defTabSz="914400">
              <a:lnSpc>
                <a:spcPct val="90000"/>
              </a:lnSpc>
              <a:spcBef>
                <a:spcPts val="1001"/>
              </a:spcBef>
              <a:buClr>
                <a:srgbClr val="44546A"/>
              </a:buClr>
              <a:buFont typeface="Arial"/>
              <a:buChar char="•"/>
            </a:pPr>
            <a:r>
              <a:rPr lang="de-DE" sz="1800" b="0" u="none" strike="noStrike">
                <a:solidFill>
                  <a:schemeClr val="dk2"/>
                </a:solidFill>
                <a:uFillTx/>
                <a:latin typeface="Calibri"/>
              </a:rPr>
              <a:t>Importiere die Klasse in der ursprünglichen Datei</a:t>
            </a:r>
            <a:endParaRPr lang="de-DE" sz="1800" b="0" u="none" strike="noStrike">
              <a:solidFill>
                <a:srgbClr val="000000"/>
              </a:solidFill>
              <a:uFillTx/>
              <a:latin typeface="Arial"/>
            </a:endParaRPr>
          </a:p>
          <a:p>
            <a:pPr indent="0" defTabSz="914400">
              <a:lnSpc>
                <a:spcPct val="90000"/>
              </a:lnSpc>
              <a:spcBef>
                <a:spcPts val="1001"/>
              </a:spcBef>
              <a:buNone/>
              <a:tabLst>
                <a:tab pos="0" algn="l"/>
              </a:tabLst>
            </a:pPr>
            <a:endParaRPr lang="de-DE" sz="1800" b="0" u="none" strike="noStrike">
              <a:solidFill>
                <a:srgbClr val="000000"/>
              </a:solidFill>
              <a:uFillTx/>
              <a:latin typeface="Arial"/>
            </a:endParaRPr>
          </a:p>
        </p:txBody>
      </p:sp>
      <p:grpSp>
        <p:nvGrpSpPr>
          <p:cNvPr id="396" name="Group 17">
            <a:extLst>
              <a:ext uri="{C183D7F6-B498-43B3-948B-1728B52AA6E4}">
                <adec:decorative xmlns:adec="http://schemas.microsoft.com/office/drawing/2017/decorative" val="1"/>
              </a:ext>
            </a:extLst>
          </p:cNvPr>
          <p:cNvGrpSpPr/>
          <p:nvPr/>
        </p:nvGrpSpPr>
        <p:grpSpPr>
          <a:xfrm>
            <a:off x="9829080" y="2979360"/>
            <a:ext cx="2367360" cy="3877200"/>
            <a:chOff x="9829080" y="2979360"/>
            <a:chExt cx="2367360" cy="3877200"/>
          </a:xfrm>
        </p:grpSpPr>
        <p:sp>
          <p:nvSpPr>
            <p:cNvPr id="397" name="Freeform: Shape 18">
              <a:extLst>
                <a:ext uri="{C183D7F6-B498-43B3-948B-1728B52AA6E4}">
                  <adec:decorative xmlns:adec="http://schemas.microsoft.com/office/drawing/2017/decorative" val="1"/>
                </a:ext>
              </a:extLst>
            </p:cNvPr>
            <p:cNvSpPr/>
            <p:nvPr/>
          </p:nvSpPr>
          <p:spPr>
            <a:xfrm rot="5400000">
              <a:off x="9074160" y="3734280"/>
              <a:ext cx="3877200" cy="2367360"/>
            </a:xfrm>
            <a:custGeom>
              <a:avLst/>
              <a:gdLst>
                <a:gd name="textAreaLeft" fmla="*/ 0 w 3877200"/>
                <a:gd name="textAreaRight" fmla="*/ 3878640 w 3877200"/>
                <a:gd name="textAreaTop" fmla="*/ 0 h 2367360"/>
                <a:gd name="textAreaBottom" fmla="*/ 2368800 h 2367360"/>
              </a:gdLst>
              <a:ahLst/>
              <a:cxnLst/>
              <a:rect l="textAreaLeft" t="textAreaTop" r="textAreaRight" b="textAreaBottom"/>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398" name="Freeform: Shape 19">
              <a:extLst>
                <a:ext uri="{C183D7F6-B498-43B3-948B-1728B52AA6E4}">
                  <adec:decorative xmlns:adec="http://schemas.microsoft.com/office/drawing/2017/decorative" val="1"/>
                </a:ext>
              </a:extLst>
            </p:cNvPr>
            <p:cNvSpPr/>
            <p:nvPr/>
          </p:nvSpPr>
          <p:spPr>
            <a:xfrm rot="5400000">
              <a:off x="9190800" y="3850920"/>
              <a:ext cx="3841200" cy="2169720"/>
            </a:xfrm>
            <a:custGeom>
              <a:avLst/>
              <a:gdLst>
                <a:gd name="textAreaLeft" fmla="*/ 0 w 3841200"/>
                <a:gd name="textAreaRight" fmla="*/ 3842640 w 3841200"/>
                <a:gd name="textAreaTop" fmla="*/ 0 h 2169720"/>
                <a:gd name="textAreaBottom" fmla="*/ 2171160 h 2169720"/>
              </a:gdLst>
              <a:ahLst/>
              <a:cxnLst/>
              <a:rect l="textAreaLeft" t="textAreaTop" r="textAreaRight" b="textAreaBottom"/>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399" name="Freeform: Shape 20">
              <a:extLst>
                <a:ext uri="{C183D7F6-B498-43B3-948B-1728B52AA6E4}">
                  <adec:decorative xmlns:adec="http://schemas.microsoft.com/office/drawing/2017/decorative" val="1"/>
                </a:ext>
              </a:extLst>
            </p:cNvPr>
            <p:cNvSpPr/>
            <p:nvPr/>
          </p:nvSpPr>
          <p:spPr>
            <a:xfrm rot="5400000">
              <a:off x="9212040" y="3872160"/>
              <a:ext cx="3837600" cy="2131200"/>
            </a:xfrm>
            <a:custGeom>
              <a:avLst/>
              <a:gdLst>
                <a:gd name="textAreaLeft" fmla="*/ 0 w 3837600"/>
                <a:gd name="textAreaRight" fmla="*/ 3839040 w 3837600"/>
                <a:gd name="textAreaTop" fmla="*/ 0 h 2131200"/>
                <a:gd name="textAreaBottom" fmla="*/ 2132640 h 2131200"/>
              </a:gdLst>
              <a:ahLst/>
              <a:cxnLst/>
              <a:rect l="textAreaLeft" t="textAreaTop" r="textAreaRight" b="textAreaBottom"/>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400" name="Freeform: Shape 21">
              <a:extLst>
                <a:ext uri="{C183D7F6-B498-43B3-948B-1728B52AA6E4}">
                  <adec:decorative xmlns:adec="http://schemas.microsoft.com/office/drawing/2017/decorative" val="1"/>
                </a:ext>
              </a:extLst>
            </p:cNvPr>
            <p:cNvSpPr/>
            <p:nvPr/>
          </p:nvSpPr>
          <p:spPr>
            <a:xfrm rot="5400000">
              <a:off x="9212040" y="3872160"/>
              <a:ext cx="3837600" cy="2131200"/>
            </a:xfrm>
            <a:custGeom>
              <a:avLst/>
              <a:gdLst>
                <a:gd name="textAreaLeft" fmla="*/ 0 w 3837600"/>
                <a:gd name="textAreaRight" fmla="*/ 3839040 w 3837600"/>
                <a:gd name="textAreaTop" fmla="*/ 0 h 2131200"/>
                <a:gd name="textAreaBottom" fmla="*/ 2132640 h 2131200"/>
              </a:gdLst>
              <a:ahLst/>
              <a:cxnLst/>
              <a:rect l="textAreaLeft" t="textAreaTop" r="textAreaRight" b="textAreaBottom"/>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gr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401" name="Rectangle 70">
            <a:extLst>
              <a:ext uri="{C183D7F6-B498-43B3-948B-1728B52AA6E4}">
                <adec:decorative xmlns:adec="http://schemas.microsoft.com/office/drawing/2017/decorative" val="1"/>
              </a:ext>
            </a:extLst>
          </p:cNvPr>
          <p:cNvSpPr/>
          <p:nvPr/>
        </p:nvSpPr>
        <p:spPr>
          <a:xfrm>
            <a:off x="0" y="0"/>
            <a:ext cx="12190680" cy="685656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pic>
        <p:nvPicPr>
          <p:cNvPr id="402" name="Picture 2" descr="Angular – Wikipedia"/>
          <p:cNvPicPr/>
          <p:nvPr/>
        </p:nvPicPr>
        <p:blipFill>
          <a:blip r:embed="rId2">
            <a:alphaModFix amt="50000"/>
          </a:blip>
          <a:srcRect t="22643" b="21083"/>
          <a:stretch/>
        </p:blipFill>
        <p:spPr>
          <a:xfrm>
            <a:off x="0" y="0"/>
            <a:ext cx="12190680" cy="6856560"/>
          </a:xfrm>
          <a:prstGeom prst="rect">
            <a:avLst/>
          </a:prstGeom>
          <a:noFill/>
          <a:ln w="0">
            <a:noFill/>
          </a:ln>
        </p:spPr>
      </p:pic>
      <p:sp>
        <p:nvSpPr>
          <p:cNvPr id="403" name="PlaceHolder 1"/>
          <p:cNvSpPr>
            <a:spLocks noGrp="1"/>
          </p:cNvSpPr>
          <p:nvPr>
            <p:ph type="title"/>
          </p:nvPr>
        </p:nvSpPr>
        <p:spPr>
          <a:xfrm>
            <a:off x="1523880" y="1122480"/>
            <a:ext cx="9142560" cy="2899080"/>
          </a:xfrm>
          <a:prstGeom prst="rect">
            <a:avLst/>
          </a:prstGeom>
          <a:noFill/>
          <a:ln w="0">
            <a:noFill/>
          </a:ln>
        </p:spPr>
        <p:txBody>
          <a:bodyPr lIns="91440" tIns="45720" rIns="91440" bIns="45720" anchor="b">
            <a:normAutofit/>
          </a:bodyPr>
          <a:lstStyle/>
          <a:p>
            <a:pPr indent="0" algn="ctr" defTabSz="914400">
              <a:lnSpc>
                <a:spcPct val="90000"/>
              </a:lnSpc>
              <a:buNone/>
              <a:tabLst>
                <a:tab pos="0" algn="l"/>
              </a:tabLst>
            </a:pPr>
            <a:r>
              <a:rPr lang="en-US" sz="6000" b="0" u="none" strike="noStrike">
                <a:solidFill>
                  <a:srgbClr val="FFFFFF"/>
                </a:solidFill>
                <a:uFillTx/>
                <a:latin typeface="Calibri Light"/>
              </a:rPr>
              <a:t>Angular</a:t>
            </a:r>
            <a:endParaRPr lang="de-DE" sz="6000" b="0" u="none" strike="noStrike">
              <a:solidFill>
                <a:srgbClr val="FFFFFF"/>
              </a:solidFill>
              <a:uFillTx/>
              <a:latin typeface="Arial"/>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404" name="Rectangle 70">
            <a:extLst>
              <a:ext uri="{C183D7F6-B498-43B3-948B-1728B52AA6E4}">
                <adec:decorative xmlns:adec="http://schemas.microsoft.com/office/drawing/2017/decorative" val="1"/>
              </a:ext>
            </a:extLst>
          </p:cNvPr>
          <p:cNvSpPr/>
          <p:nvPr/>
        </p:nvSpPr>
        <p:spPr>
          <a:xfrm>
            <a:off x="0" y="0"/>
            <a:ext cx="12190680" cy="685656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405" name="PlaceHolder 1"/>
          <p:cNvSpPr>
            <a:spLocks noGrp="1"/>
          </p:cNvSpPr>
          <p:nvPr>
            <p:ph type="title"/>
          </p:nvPr>
        </p:nvSpPr>
        <p:spPr>
          <a:xfrm>
            <a:off x="639000" y="639360"/>
            <a:ext cx="3570480" cy="3571920"/>
          </a:xfrm>
          <a:prstGeom prst="rect">
            <a:avLst/>
          </a:prstGeom>
          <a:noFill/>
          <a:ln w="0">
            <a:noFill/>
          </a:ln>
        </p:spPr>
        <p:txBody>
          <a:bodyPr lIns="91440" tIns="45720" rIns="91440" bIns="45720" anchor="b">
            <a:normAutofit/>
          </a:bodyPr>
          <a:lstStyle/>
          <a:p>
            <a:pPr indent="0" defTabSz="914400">
              <a:lnSpc>
                <a:spcPct val="90000"/>
              </a:lnSpc>
              <a:buNone/>
              <a:tabLst>
                <a:tab pos="0" algn="l"/>
              </a:tabLst>
            </a:pPr>
            <a:r>
              <a:rPr lang="en-US" sz="5600" b="0" u="none" strike="noStrike">
                <a:solidFill>
                  <a:schemeClr val="dk1"/>
                </a:solidFill>
                <a:uFillTx/>
                <a:latin typeface="Calibri Light"/>
              </a:rPr>
              <a:t>Architektur Überblick</a:t>
            </a:r>
            <a:endParaRPr lang="de-DE" sz="5600" b="0" u="none" strike="noStrike">
              <a:solidFill>
                <a:srgbClr val="000000"/>
              </a:solidFill>
              <a:uFillTx/>
              <a:latin typeface="Arial"/>
            </a:endParaRPr>
          </a:p>
        </p:txBody>
      </p:sp>
      <p:sp>
        <p:nvSpPr>
          <p:cNvPr id="406" name="sketch line">
            <a:extLst>
              <a:ext uri="{C183D7F6-B498-43B3-948B-1728B52AA6E4}">
                <adec:decorative xmlns:adec="http://schemas.microsoft.com/office/drawing/2017/decorative" val="1"/>
              </a:ext>
            </a:extLst>
          </p:cNvPr>
          <p:cNvSpPr/>
          <p:nvPr/>
        </p:nvSpPr>
        <p:spPr>
          <a:xfrm>
            <a:off x="643320" y="4409280"/>
            <a:ext cx="3253680" cy="16920"/>
          </a:xfrm>
          <a:custGeom>
            <a:avLst/>
            <a:gdLst>
              <a:gd name="textAreaLeft" fmla="*/ 0 w 3253680"/>
              <a:gd name="textAreaRight" fmla="*/ 3255120 w 3253680"/>
              <a:gd name="textAreaTop" fmla="*/ 0 h 16920"/>
              <a:gd name="textAreaBottom" fmla="*/ 18360 h 16920"/>
            </a:gdLst>
            <a:ahLst/>
            <a:cxnLst/>
            <a:rect l="textAreaLeft" t="textAreaTop" r="textAreaRight" b="textAreaBottom"/>
            <a:pathLst>
              <a:path w="3255095" h="18288" fill="none">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rgbClr val="8BC145"/>
            </a:solidFill>
            <a:round/>
          </a:ln>
        </p:spPr>
        <p:style>
          <a:lnRef idx="2">
            <a:schemeClr val="accent1">
              <a:shade val="50000"/>
            </a:schemeClr>
          </a:lnRef>
          <a:fillRef idx="1">
            <a:schemeClr val="accent1"/>
          </a:fillRef>
          <a:effectRef idx="0">
            <a:schemeClr val="accent1"/>
          </a:effectRef>
          <a:fontRef idx="minor"/>
        </p:style>
        <p:txBody>
          <a:bodyPr lIns="90000" tIns="-26640" rIns="90000" bIns="-26640" anchor="ctr">
            <a:noAutofit/>
          </a:bodyPr>
          <a:lstStyle/>
          <a:p>
            <a:pPr algn="ctr" defTabSz="914400">
              <a:lnSpc>
                <a:spcPct val="100000"/>
              </a:lnSpc>
            </a:pPr>
            <a:endParaRPr lang="en-US" sz="1800" b="0" u="none" strike="noStrike">
              <a:solidFill>
                <a:schemeClr val="lt1"/>
              </a:solidFill>
              <a:uFillTx/>
              <a:latin typeface="Calibri"/>
            </a:endParaRPr>
          </a:p>
        </p:txBody>
      </p:sp>
      <p:pic>
        <p:nvPicPr>
          <p:cNvPr id="407" name="Picture 2" descr="overview"/>
          <p:cNvPicPr/>
          <p:nvPr/>
        </p:nvPicPr>
        <p:blipFill>
          <a:blip r:embed="rId2"/>
          <a:stretch/>
        </p:blipFill>
        <p:spPr>
          <a:xfrm>
            <a:off x="4654440" y="1581480"/>
            <a:ext cx="7213320" cy="3666240"/>
          </a:xfrm>
          <a:prstGeom prst="rect">
            <a:avLst/>
          </a:prstGeom>
          <a:noFill/>
          <a:ln w="0">
            <a:noFill/>
          </a:ln>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8" name="Text Box 3"/>
          <p:cNvSpPr/>
          <p:nvPr/>
        </p:nvSpPr>
        <p:spPr>
          <a:xfrm>
            <a:off x="1523880" y="0"/>
            <a:ext cx="6913800" cy="946440"/>
          </a:xfrm>
          <a:prstGeom prst="rect">
            <a:avLst/>
          </a:prstGeom>
          <a:noFill/>
          <a:ln w="0">
            <a:noFill/>
          </a:ln>
        </p:spPr>
        <p:style>
          <a:lnRef idx="0">
            <a:scrgbClr r="0" g="0" b="0"/>
          </a:lnRef>
          <a:fillRef idx="0">
            <a:scrgbClr r="0" g="0" b="0"/>
          </a:fillRef>
          <a:effectRef idx="0">
            <a:scrgbClr r="0" g="0" b="0"/>
          </a:effectRef>
          <a:fontRef idx="minor"/>
        </p:style>
        <p:txBody>
          <a:bodyPr lIns="144000" tIns="0" rIns="0" bIns="0" anchor="ctr">
            <a:noAutofit/>
          </a:bodyPr>
          <a:lstStyle/>
          <a:p>
            <a:pPr defTabSz="914400">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de-DE" sz="2400" b="0" u="none" strike="noStrike">
              <a:solidFill>
                <a:srgbClr val="B51621"/>
              </a:solidFill>
              <a:uFillTx/>
              <a:latin typeface="Arial"/>
              <a:ea typeface="DejaVu Sans"/>
            </a:endParaRPr>
          </a:p>
        </p:txBody>
      </p:sp>
      <p:sp>
        <p:nvSpPr>
          <p:cNvPr id="409"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Literatur und Quellen</a:t>
            </a:r>
            <a:endParaRPr lang="de-DE" sz="4400" b="0" u="none" strike="noStrike">
              <a:solidFill>
                <a:srgbClr val="000000"/>
              </a:solidFill>
              <a:uFillTx/>
              <a:latin typeface="Arial"/>
            </a:endParaRPr>
          </a:p>
        </p:txBody>
      </p:sp>
      <p:pic>
        <p:nvPicPr>
          <p:cNvPr id="410" name="Picture 2"/>
          <p:cNvPicPr/>
          <p:nvPr/>
        </p:nvPicPr>
        <p:blipFill>
          <a:blip r:embed="rId2"/>
          <a:stretch/>
        </p:blipFill>
        <p:spPr>
          <a:xfrm>
            <a:off x="5987880" y="1160640"/>
            <a:ext cx="4462560" cy="3274920"/>
          </a:xfrm>
          <a:prstGeom prst="rect">
            <a:avLst/>
          </a:prstGeom>
          <a:noFill/>
          <a:ln w="0">
            <a:noFill/>
          </a:ln>
        </p:spPr>
      </p:pic>
      <p:pic>
        <p:nvPicPr>
          <p:cNvPr id="411" name="Picture 2"/>
          <p:cNvPicPr/>
          <p:nvPr/>
        </p:nvPicPr>
        <p:blipFill>
          <a:blip r:embed="rId3"/>
          <a:stretch/>
        </p:blipFill>
        <p:spPr>
          <a:xfrm>
            <a:off x="1100160" y="1492920"/>
            <a:ext cx="3880080" cy="4852800"/>
          </a:xfrm>
          <a:prstGeom prst="rect">
            <a:avLst/>
          </a:prstGeom>
          <a:noFill/>
          <a:ln w="0">
            <a:noFill/>
          </a:ln>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412" name="Rectangle 12">
            <a:extLst>
              <a:ext uri="{C183D7F6-B498-43B3-948B-1728B52AA6E4}">
                <adec:decorative xmlns:adec="http://schemas.microsoft.com/office/drawing/2017/decorative" val="1"/>
              </a:ext>
            </a:extLst>
          </p:cNvPr>
          <p:cNvSpPr/>
          <p:nvPr/>
        </p:nvSpPr>
        <p:spPr>
          <a:xfrm>
            <a:off x="0" y="0"/>
            <a:ext cx="12190680" cy="68565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tabLst>
                <a:tab pos="0" algn="l"/>
              </a:tabLst>
            </a:pPr>
            <a:endParaRPr lang="en-US" sz="1800" b="0" u="none" strike="noStrike">
              <a:solidFill>
                <a:srgbClr val="FFFFFF"/>
              </a:solidFill>
              <a:uFillTx/>
              <a:latin typeface="Calibri"/>
            </a:endParaRPr>
          </a:p>
        </p:txBody>
      </p:sp>
      <p:sp>
        <p:nvSpPr>
          <p:cNvPr id="413" name="PlaceHolder 1"/>
          <p:cNvSpPr>
            <a:spLocks noGrp="1"/>
          </p:cNvSpPr>
          <p:nvPr>
            <p:ph type="title"/>
          </p:nvPr>
        </p:nvSpPr>
        <p:spPr>
          <a:xfrm>
            <a:off x="1848600" y="3298680"/>
            <a:ext cx="8493480" cy="1783080"/>
          </a:xfrm>
          <a:prstGeom prst="rect">
            <a:avLst/>
          </a:prstGeom>
          <a:noFill/>
          <a:ln w="0">
            <a:noFill/>
          </a:ln>
        </p:spPr>
        <p:txBody>
          <a:bodyPr lIns="91440" tIns="45720" rIns="91440" bIns="45720" anchor="b">
            <a:normAutofit/>
          </a:bodyPr>
          <a:lstStyle/>
          <a:p>
            <a:pPr indent="0" algn="ctr" defTabSz="914400">
              <a:lnSpc>
                <a:spcPct val="90000"/>
              </a:lnSpc>
              <a:buNone/>
              <a:tabLst>
                <a:tab pos="0" algn="l"/>
              </a:tabLst>
            </a:pPr>
            <a:r>
              <a:rPr lang="en-US" sz="6000" b="0" u="none" strike="noStrike">
                <a:solidFill>
                  <a:srgbClr val="FFFFFF"/>
                </a:solidFill>
                <a:uFillTx/>
                <a:latin typeface="Calibri Light"/>
              </a:rPr>
              <a:t>Installation und Setup</a:t>
            </a:r>
            <a:endParaRPr lang="de-DE" sz="6000" b="0" u="none" strike="noStrike">
              <a:solidFill>
                <a:srgbClr val="000000"/>
              </a:solidFill>
              <a:uFillTx/>
              <a:latin typeface="Arial"/>
            </a:endParaRPr>
          </a:p>
        </p:txBody>
      </p:sp>
      <p:sp>
        <p:nvSpPr>
          <p:cNvPr id="414" name="Oval 14">
            <a:extLst>
              <a:ext uri="{C183D7F6-B498-43B3-948B-1728B52AA6E4}">
                <adec:decorative xmlns:adec="http://schemas.microsoft.com/office/drawing/2017/decorative" val="1"/>
              </a:ext>
            </a:extLst>
          </p:cNvPr>
          <p:cNvSpPr/>
          <p:nvPr/>
        </p:nvSpPr>
        <p:spPr>
          <a:xfrm>
            <a:off x="5025960" y="889200"/>
            <a:ext cx="2138760" cy="2138760"/>
          </a:xfrm>
          <a:prstGeom prst="ellipse">
            <a:avLst/>
          </a:prstGeom>
          <a:solidFill>
            <a:srgbClr val="FFFFFF"/>
          </a:solidFill>
          <a:ln w="19050">
            <a:solidFill>
              <a:srgbClr val="1D9A78"/>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tabLst>
                <a:tab pos="0" algn="l"/>
              </a:tabLst>
            </a:pPr>
            <a:endParaRPr lang="en-US" sz="1800" b="0" u="none" strike="noStrike">
              <a:solidFill>
                <a:srgbClr val="FFFFFF"/>
              </a:solidFill>
              <a:uFillTx/>
              <a:latin typeface="Calibri"/>
            </a:endParaRPr>
          </a:p>
        </p:txBody>
      </p:sp>
      <p:pic>
        <p:nvPicPr>
          <p:cNvPr id="415" name="Graphic 9" descr="Tools"/>
          <p:cNvPicPr/>
          <p:nvPr/>
        </p:nvPicPr>
        <p:blipFill>
          <a:blip>
            <a:extLst>
              <a:ext uri="{96DAC541-7B7A-43D3-8B79-37D633B846F1}">
                <asvg:svgBlip xmlns:asvg="http://schemas.microsoft.com/office/drawing/2016/SVG/main" r:embed="rId2"/>
              </a:ext>
            </a:extLst>
          </a:blip>
          <a:stretch/>
        </p:blipFill>
        <p:spPr>
          <a:xfrm>
            <a:off x="5508360" y="1371600"/>
            <a:ext cx="1173960" cy="1173960"/>
          </a:xfrm>
          <a:prstGeom prst="rect">
            <a:avLst/>
          </a:prstGeom>
          <a:noFill/>
          <a:ln w="0">
            <a:noFill/>
          </a:ln>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416" name="Rectangle 11">
            <a:extLst>
              <a:ext uri="{C183D7F6-B498-43B3-948B-1728B52AA6E4}">
                <adec:decorative xmlns:adec="http://schemas.microsoft.com/office/drawing/2017/decorative" val="1"/>
              </a:ext>
            </a:extLst>
          </p:cNvPr>
          <p:cNvSpPr/>
          <p:nvPr/>
        </p:nvSpPr>
        <p:spPr>
          <a:xfrm>
            <a:off x="0" y="0"/>
            <a:ext cx="5091840" cy="68565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417" name="PlaceHolder 1"/>
          <p:cNvSpPr>
            <a:spLocks noGrp="1"/>
          </p:cNvSpPr>
          <p:nvPr>
            <p:ph type="title"/>
          </p:nvPr>
        </p:nvSpPr>
        <p:spPr>
          <a:xfrm>
            <a:off x="524880" y="620280"/>
            <a:ext cx="3807000" cy="5503320"/>
          </a:xfrm>
          <a:prstGeom prst="rect">
            <a:avLst/>
          </a:prstGeom>
          <a:noFill/>
          <a:ln w="0">
            <a:noFill/>
          </a:ln>
        </p:spPr>
        <p:txBody>
          <a:bodyPr lIns="91440" tIns="45720" rIns="91440" bIns="45720" anchor="ctr">
            <a:normAutofit/>
          </a:bodyPr>
          <a:lstStyle/>
          <a:p>
            <a:pPr indent="0" defTabSz="914400">
              <a:lnSpc>
                <a:spcPct val="90000"/>
              </a:lnSpc>
              <a:buNone/>
              <a:tabLst>
                <a:tab pos="0" algn="l"/>
              </a:tabLst>
            </a:pPr>
            <a:r>
              <a:rPr lang="de-DE" sz="3800" b="0" u="none" strike="noStrike">
                <a:solidFill>
                  <a:schemeClr val="lt1"/>
                </a:solidFill>
                <a:uFillTx/>
                <a:latin typeface="Calibri Light"/>
              </a:rPr>
              <a:t>JavaScript-Grundinstallation</a:t>
            </a:r>
            <a:endParaRPr lang="de-DE" sz="3800" b="0" u="none" strike="noStrike">
              <a:solidFill>
                <a:srgbClr val="000000"/>
              </a:solidFill>
              <a:uFillTx/>
              <a:latin typeface="Arial"/>
            </a:endParaRPr>
          </a:p>
        </p:txBody>
      </p:sp>
      <p:graphicFrame>
        <p:nvGraphicFramePr>
          <p:cNvPr id="6" name="Diagram6"/>
          <p:cNvGraphicFramePr/>
          <p:nvPr>
            <p:extLst>
              <p:ext uri="{D42A27DB-BD31-4B8C-83A1-F6EECF244321}">
                <p14:modId xmlns:p14="http://schemas.microsoft.com/office/powerpoint/2010/main" val="3420338397"/>
              </p:ext>
            </p:extLst>
          </p:nvPr>
        </p:nvGraphicFramePr>
        <p:xfrm>
          <a:off x="5468400" y="620280"/>
          <a:ext cx="6262200" cy="55033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418" name="Rectangle 12">
            <a:extLst>
              <a:ext uri="{C183D7F6-B498-43B3-948B-1728B52AA6E4}">
                <adec:decorative xmlns:adec="http://schemas.microsoft.com/office/drawing/2017/decorative" val="1"/>
              </a:ext>
            </a:extLst>
          </p:cNvPr>
          <p:cNvSpPr/>
          <p:nvPr/>
        </p:nvSpPr>
        <p:spPr>
          <a:xfrm>
            <a:off x="0" y="0"/>
            <a:ext cx="12190680" cy="685656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419" name="Rectangle 14">
            <a:extLst>
              <a:ext uri="{C183D7F6-B498-43B3-948B-1728B52AA6E4}">
                <adec:decorative xmlns:adec="http://schemas.microsoft.com/office/drawing/2017/decorative" val="1"/>
              </a:ext>
            </a:extLst>
          </p:cNvPr>
          <p:cNvSpPr/>
          <p:nvPr/>
        </p:nvSpPr>
        <p:spPr>
          <a:xfrm flipH="1">
            <a:off x="-1440" y="0"/>
            <a:ext cx="12190680" cy="1589400"/>
          </a:xfrm>
          <a:prstGeom prst="rect">
            <a:avLst/>
          </a:prstGeom>
          <a:gradFill rotWithShape="0">
            <a:gsLst>
              <a:gs pos="0">
                <a:srgbClr val="000000"/>
              </a:gs>
              <a:gs pos="100000">
                <a:srgbClr val="16735A"/>
              </a:gs>
            </a:gsLst>
            <a:lin ang="84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420" name="Rectangle 16">
            <a:extLst>
              <a:ext uri="{C183D7F6-B498-43B3-948B-1728B52AA6E4}">
                <adec:decorative xmlns:adec="http://schemas.microsoft.com/office/drawing/2017/decorative" val="1"/>
              </a:ext>
            </a:extLst>
          </p:cNvPr>
          <p:cNvSpPr/>
          <p:nvPr/>
        </p:nvSpPr>
        <p:spPr>
          <a:xfrm rot="10800000" flipH="1">
            <a:off x="0" y="1440"/>
            <a:ext cx="8114040" cy="1589400"/>
          </a:xfrm>
          <a:prstGeom prst="rect">
            <a:avLst/>
          </a:prstGeom>
          <a:gradFill rotWithShape="0">
            <a:gsLst>
              <a:gs pos="20000">
                <a:srgbClr val="1D9A78">
                  <a:alpha val="0"/>
                </a:srgbClr>
              </a:gs>
              <a:gs pos="100000">
                <a:srgbClr val="0E4D3C">
                  <a:alpha val="55000"/>
                </a:srgbClr>
              </a:gs>
            </a:gsLst>
            <a:lin ang="3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421" name="Rectangle 18">
            <a:extLst>
              <a:ext uri="{C183D7F6-B498-43B3-948B-1728B52AA6E4}">
                <adec:decorative xmlns:adec="http://schemas.microsoft.com/office/drawing/2017/decorative" val="1"/>
              </a:ext>
            </a:extLst>
          </p:cNvPr>
          <p:cNvSpPr/>
          <p:nvPr/>
        </p:nvSpPr>
        <p:spPr>
          <a:xfrm flipH="1">
            <a:off x="8113680" y="0"/>
            <a:ext cx="4075200" cy="1589400"/>
          </a:xfrm>
          <a:prstGeom prst="rect">
            <a:avLst/>
          </a:prstGeom>
          <a:gradFill rotWithShape="0">
            <a:gsLst>
              <a:gs pos="0">
                <a:srgbClr val="1D9A78">
                  <a:alpha val="66000"/>
                </a:srgbClr>
              </a:gs>
              <a:gs pos="100000">
                <a:srgbClr val="000000">
                  <a:alpha val="30000"/>
                </a:srgbClr>
              </a:gs>
            </a:gsLst>
            <a:lin ang="132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422" name="Rectangle 20">
            <a:extLst>
              <a:ext uri="{C183D7F6-B498-43B3-948B-1728B52AA6E4}">
                <adec:decorative xmlns:adec="http://schemas.microsoft.com/office/drawing/2017/decorative" val="1"/>
              </a:ext>
            </a:extLst>
          </p:cNvPr>
          <p:cNvSpPr/>
          <p:nvPr/>
        </p:nvSpPr>
        <p:spPr>
          <a:xfrm>
            <a:off x="459360" y="0"/>
            <a:ext cx="11731320" cy="1595880"/>
          </a:xfrm>
          <a:prstGeom prst="rect">
            <a:avLst/>
          </a:prstGeom>
          <a:gradFill rotWithShape="0">
            <a:gsLst>
              <a:gs pos="50000">
                <a:srgbClr val="000000">
                  <a:alpha val="0"/>
                </a:srgbClr>
              </a:gs>
              <a:gs pos="99000">
                <a:srgbClr val="0E4D3C">
                  <a:alpha val="52000"/>
                </a:srgbClr>
              </a:gs>
            </a:gsLst>
            <a:lin ang="168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423" name="PlaceHolder 1"/>
          <p:cNvSpPr>
            <a:spLocks noGrp="1"/>
          </p:cNvSpPr>
          <p:nvPr>
            <p:ph type="title"/>
          </p:nvPr>
        </p:nvSpPr>
        <p:spPr>
          <a:xfrm>
            <a:off x="1371600" y="294480"/>
            <a:ext cx="9894600" cy="1032120"/>
          </a:xfrm>
          <a:prstGeom prst="rect">
            <a:avLst/>
          </a:prstGeom>
          <a:noFill/>
          <a:ln w="0">
            <a:noFill/>
          </a:ln>
        </p:spPr>
        <p:txBody>
          <a:bodyPr lIns="91440" tIns="45720" rIns="91440" bIns="45720" anchor="ctr">
            <a:normAutofit/>
          </a:bodyPr>
          <a:lstStyle/>
          <a:p>
            <a:pPr indent="0" defTabSz="914400">
              <a:lnSpc>
                <a:spcPct val="90000"/>
              </a:lnSpc>
              <a:buNone/>
              <a:tabLst>
                <a:tab pos="0" algn="l"/>
              </a:tabLst>
            </a:pPr>
            <a:r>
              <a:rPr lang="de-DE" sz="3700" b="0" u="none" strike="noStrike">
                <a:solidFill>
                  <a:srgbClr val="FFFFFF"/>
                </a:solidFill>
                <a:uFillTx/>
                <a:latin typeface="Calibri Light"/>
              </a:rPr>
              <a:t>Installation des Angular Command Line Interfaces</a:t>
            </a:r>
            <a:endParaRPr lang="de-DE" sz="3700" b="0" u="none" strike="noStrike">
              <a:solidFill>
                <a:srgbClr val="000000"/>
              </a:solidFill>
              <a:uFillTx/>
              <a:latin typeface="Arial"/>
            </a:endParaRPr>
          </a:p>
        </p:txBody>
      </p:sp>
      <p:sp>
        <p:nvSpPr>
          <p:cNvPr id="424" name="PlaceHolder 2"/>
          <p:cNvSpPr>
            <a:spLocks noGrp="1"/>
          </p:cNvSpPr>
          <p:nvPr>
            <p:ph/>
          </p:nvPr>
        </p:nvSpPr>
        <p:spPr>
          <a:xfrm>
            <a:off x="1371600" y="2318040"/>
            <a:ext cx="9722520" cy="3682080"/>
          </a:xfrm>
          <a:prstGeom prst="rect">
            <a:avLst/>
          </a:prstGeom>
          <a:noFill/>
          <a:ln w="0">
            <a:noFill/>
          </a:ln>
        </p:spPr>
        <p:txBody>
          <a:bodyPr lIns="91440" tIns="45720" rIns="91440" bIns="45720" anchor="ctr">
            <a:normAutofit/>
          </a:bodyPr>
          <a:lstStyle/>
          <a:p>
            <a:pPr marL="228600" indent="-228600" defTabSz="914400">
              <a:lnSpc>
                <a:spcPct val="90000"/>
              </a:lnSpc>
              <a:spcBef>
                <a:spcPts val="1001"/>
              </a:spcBef>
              <a:buClr>
                <a:srgbClr val="000000"/>
              </a:buClr>
              <a:buFont typeface="Arial"/>
              <a:buChar char="•"/>
            </a:pPr>
            <a:r>
              <a:rPr lang="de-DE" sz="1900" b="0" u="none" strike="noStrike" dirty="0" err="1">
                <a:solidFill>
                  <a:schemeClr val="dk1"/>
                </a:solidFill>
                <a:uFillTx/>
                <a:latin typeface="Courier New"/>
              </a:rPr>
              <a:t>npm</a:t>
            </a:r>
            <a:r>
              <a:rPr lang="de-DE" sz="1900" b="0" u="none" strike="noStrike" dirty="0">
                <a:solidFill>
                  <a:schemeClr val="dk1"/>
                </a:solidFill>
                <a:uFillTx/>
                <a:latin typeface="Courier New"/>
              </a:rPr>
              <a:t> </a:t>
            </a:r>
            <a:r>
              <a:rPr lang="de-DE" sz="1900" b="0" u="none" strike="noStrike" dirty="0" err="1">
                <a:solidFill>
                  <a:schemeClr val="dk1"/>
                </a:solidFill>
                <a:uFillTx/>
                <a:latin typeface="Courier New"/>
              </a:rPr>
              <a:t>install</a:t>
            </a:r>
            <a:r>
              <a:rPr lang="de-DE" sz="1900" b="0" u="none" strike="noStrike" dirty="0">
                <a:solidFill>
                  <a:schemeClr val="dk1"/>
                </a:solidFill>
                <a:uFillTx/>
                <a:latin typeface="Courier New"/>
              </a:rPr>
              <a:t> -</a:t>
            </a:r>
            <a:r>
              <a:rPr lang="de-DE" sz="1900" b="0" u="none" strike="noStrike" dirty="0" err="1">
                <a:solidFill>
                  <a:schemeClr val="dk1"/>
                </a:solidFill>
                <a:uFillTx/>
                <a:latin typeface="Courier New"/>
              </a:rPr>
              <a:t>g</a:t>
            </a:r>
            <a:r>
              <a:rPr lang="de-DE" sz="1900" b="0" u="none" strike="noStrike" dirty="0">
                <a:solidFill>
                  <a:schemeClr val="dk1"/>
                </a:solidFill>
                <a:uFillTx/>
                <a:latin typeface="Courier New"/>
              </a:rPr>
              <a:t> @angular/cli</a:t>
            </a:r>
            <a:endParaRPr lang="de-DE" sz="1900" b="0" u="none" strike="noStrike" dirty="0">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1900" b="0" u="none" strike="noStrike" dirty="0">
                <a:solidFill>
                  <a:schemeClr val="dk1"/>
                </a:solidFill>
                <a:uFillTx/>
                <a:latin typeface="Calibri"/>
              </a:rPr>
              <a:t>Damit ist der Angular-Projektassistent </a:t>
            </a:r>
            <a:r>
              <a:rPr lang="de-DE" sz="1900" b="0" u="none" strike="noStrike" dirty="0" err="1">
                <a:solidFill>
                  <a:schemeClr val="dk1"/>
                </a:solidFill>
                <a:uFillTx/>
                <a:latin typeface="Courier New"/>
              </a:rPr>
              <a:t>ng</a:t>
            </a:r>
            <a:r>
              <a:rPr lang="de-DE" sz="1900" b="0" u="none" strike="noStrike" dirty="0">
                <a:solidFill>
                  <a:schemeClr val="dk1"/>
                </a:solidFill>
                <a:uFillTx/>
                <a:latin typeface="Calibri"/>
              </a:rPr>
              <a:t> installiert</a:t>
            </a:r>
            <a:endParaRPr lang="de-DE" sz="1900" b="0" u="none" strike="noStrike" dirty="0">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1900" b="0" u="none" strike="noStrike" dirty="0">
                <a:solidFill>
                  <a:schemeClr val="dk1"/>
                </a:solidFill>
                <a:uFillTx/>
                <a:latin typeface="Calibri"/>
              </a:rPr>
              <a:t>Anlegen eines neuen Projekts</a:t>
            </a:r>
            <a:endParaRPr lang="de-DE" sz="1900" b="0" u="none" strike="noStrike" dirty="0">
              <a:solidFill>
                <a:srgbClr val="000000"/>
              </a:solidFill>
              <a:uFillTx/>
              <a:latin typeface="Arial"/>
            </a:endParaRPr>
          </a:p>
          <a:p>
            <a:pPr marL="1143000" lvl="2" indent="-228600" defTabSz="914400">
              <a:lnSpc>
                <a:spcPct val="90000"/>
              </a:lnSpc>
              <a:spcBef>
                <a:spcPts val="499"/>
              </a:spcBef>
              <a:buClr>
                <a:srgbClr val="000000"/>
              </a:buClr>
              <a:buFont typeface="Arial"/>
              <a:buChar char="•"/>
            </a:pPr>
            <a:r>
              <a:rPr lang="de-DE" sz="1900" b="0" u="none" strike="noStrike" dirty="0" err="1">
                <a:solidFill>
                  <a:schemeClr val="dk1"/>
                </a:solidFill>
                <a:uFillTx/>
                <a:latin typeface="Courier New"/>
              </a:rPr>
              <a:t>ng</a:t>
            </a:r>
            <a:r>
              <a:rPr lang="de-DE" sz="1900" b="0" u="none" strike="noStrike" dirty="0">
                <a:solidFill>
                  <a:schemeClr val="dk1"/>
                </a:solidFill>
                <a:uFillTx/>
                <a:latin typeface="Courier New"/>
              </a:rPr>
              <a:t> </a:t>
            </a:r>
            <a:r>
              <a:rPr lang="de-DE" sz="1900" b="0" u="none" strike="noStrike" dirty="0" err="1">
                <a:solidFill>
                  <a:schemeClr val="dk1"/>
                </a:solidFill>
                <a:uFillTx/>
                <a:latin typeface="Courier New"/>
              </a:rPr>
              <a:t>new</a:t>
            </a:r>
            <a:r>
              <a:rPr lang="de-DE" sz="1900" b="0" u="none" strike="noStrike" dirty="0">
                <a:solidFill>
                  <a:schemeClr val="dk1"/>
                </a:solidFill>
                <a:uFillTx/>
                <a:latin typeface="Courier New"/>
              </a:rPr>
              <a:t> &lt;</a:t>
            </a:r>
            <a:r>
              <a:rPr lang="de-DE" sz="1900" b="0" u="none" strike="noStrike" dirty="0" err="1">
                <a:solidFill>
                  <a:schemeClr val="dk1"/>
                </a:solidFill>
                <a:uFillTx/>
                <a:latin typeface="Courier New"/>
              </a:rPr>
              <a:t>projektname</a:t>
            </a:r>
            <a:r>
              <a:rPr lang="de-DE" sz="1900" b="0" u="none" strike="noStrike" dirty="0">
                <a:solidFill>
                  <a:schemeClr val="dk1"/>
                </a:solidFill>
                <a:uFillTx/>
                <a:latin typeface="Courier New"/>
              </a:rPr>
              <a:t>&gt;</a:t>
            </a:r>
            <a:endParaRPr lang="de-DE" sz="1900" b="0" u="none" strike="noStrike" dirty="0">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1900" b="0" u="none" strike="noStrike" dirty="0">
                <a:solidFill>
                  <a:schemeClr val="dk1"/>
                </a:solidFill>
                <a:uFillTx/>
                <a:latin typeface="Calibri"/>
              </a:rPr>
              <a:t>Erzeugen neuer Angular-Programmteile</a:t>
            </a:r>
            <a:endParaRPr lang="de-DE" sz="1900" b="0" u="none" strike="noStrike" dirty="0">
              <a:solidFill>
                <a:srgbClr val="000000"/>
              </a:solidFill>
              <a:uFillTx/>
              <a:latin typeface="Arial"/>
            </a:endParaRPr>
          </a:p>
          <a:p>
            <a:pPr marL="1143000" lvl="2" indent="-228600" defTabSz="914400">
              <a:lnSpc>
                <a:spcPct val="90000"/>
              </a:lnSpc>
              <a:spcBef>
                <a:spcPts val="499"/>
              </a:spcBef>
              <a:buClr>
                <a:srgbClr val="000000"/>
              </a:buClr>
              <a:buFont typeface="Arial"/>
              <a:buChar char="•"/>
            </a:pPr>
            <a:r>
              <a:rPr lang="de-DE" sz="1900" b="0" u="none" strike="noStrike" dirty="0">
                <a:solidFill>
                  <a:schemeClr val="dk1"/>
                </a:solidFill>
                <a:uFillTx/>
                <a:latin typeface="Calibri"/>
              </a:rPr>
              <a:t>Services</a:t>
            </a:r>
            <a:endParaRPr lang="de-DE" sz="1900" b="0" u="none" strike="noStrike" dirty="0">
              <a:solidFill>
                <a:srgbClr val="000000"/>
              </a:solidFill>
              <a:uFillTx/>
              <a:latin typeface="Arial"/>
            </a:endParaRPr>
          </a:p>
          <a:p>
            <a:pPr marL="1143000" lvl="2" indent="-228600" defTabSz="914400">
              <a:lnSpc>
                <a:spcPct val="90000"/>
              </a:lnSpc>
              <a:spcBef>
                <a:spcPts val="499"/>
              </a:spcBef>
              <a:buClr>
                <a:srgbClr val="000000"/>
              </a:buClr>
              <a:buFont typeface="Arial"/>
              <a:buChar char="•"/>
            </a:pPr>
            <a:r>
              <a:rPr lang="de-DE" sz="1900" b="0" u="none" strike="noStrike" dirty="0">
                <a:solidFill>
                  <a:schemeClr val="dk1"/>
                </a:solidFill>
                <a:uFillTx/>
                <a:latin typeface="Calibri"/>
              </a:rPr>
              <a:t>Direktiven</a:t>
            </a:r>
            <a:endParaRPr lang="de-DE" sz="1900" b="0" u="none" strike="noStrike" dirty="0">
              <a:solidFill>
                <a:srgbClr val="000000"/>
              </a:solidFill>
              <a:uFillTx/>
              <a:latin typeface="Arial"/>
            </a:endParaRPr>
          </a:p>
          <a:p>
            <a:pPr marL="1143000" lvl="2" indent="-228600" defTabSz="914400">
              <a:lnSpc>
                <a:spcPct val="90000"/>
              </a:lnSpc>
              <a:spcBef>
                <a:spcPts val="499"/>
              </a:spcBef>
              <a:buClr>
                <a:srgbClr val="000000"/>
              </a:buClr>
              <a:buFont typeface="Arial"/>
              <a:buChar char="•"/>
            </a:pPr>
            <a:r>
              <a:rPr lang="de-DE" sz="1900" b="0" u="none" strike="noStrike" dirty="0">
                <a:solidFill>
                  <a:schemeClr val="dk1"/>
                </a:solidFill>
                <a:uFillTx/>
                <a:latin typeface="Calibri"/>
              </a:rPr>
              <a:t>…</a:t>
            </a:r>
            <a:endParaRPr lang="de-DE" sz="1900" b="0" u="none" strike="noStrike" dirty="0">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1900" b="0" u="none" strike="noStrike" dirty="0">
                <a:solidFill>
                  <a:schemeClr val="dk1"/>
                </a:solidFill>
                <a:uFillTx/>
                <a:latin typeface="Calibri"/>
              </a:rPr>
              <a:t>Freunde des </a:t>
            </a:r>
            <a:r>
              <a:rPr lang="de-DE" sz="1900" b="0" u="none" strike="noStrike" dirty="0" err="1">
                <a:solidFill>
                  <a:schemeClr val="dk1"/>
                </a:solidFill>
                <a:uFillTx/>
                <a:latin typeface="Calibri"/>
              </a:rPr>
              <a:t>Handmade</a:t>
            </a:r>
            <a:r>
              <a:rPr lang="de-DE" sz="1900" b="0" u="none" strike="noStrike" dirty="0">
                <a:solidFill>
                  <a:schemeClr val="dk1"/>
                </a:solidFill>
                <a:uFillTx/>
                <a:latin typeface="Calibri"/>
              </a:rPr>
              <a:t> </a:t>
            </a:r>
            <a:r>
              <a:rPr lang="de-DE" sz="1900" b="0" u="none" strike="noStrike" dirty="0" err="1">
                <a:solidFill>
                  <a:schemeClr val="dk1"/>
                </a:solidFill>
                <a:uFillTx/>
                <a:latin typeface="Calibri"/>
              </a:rPr>
              <a:t>Manifesto</a:t>
            </a:r>
            <a:r>
              <a:rPr lang="de-DE" sz="1900" b="0" u="none" strike="noStrike" dirty="0">
                <a:solidFill>
                  <a:schemeClr val="dk1"/>
                </a:solidFill>
                <a:uFillTx/>
                <a:latin typeface="Calibri"/>
              </a:rPr>
              <a:t>:</a:t>
            </a:r>
            <a:endParaRPr lang="de-DE" sz="1900" b="0" u="none" strike="noStrike" dirty="0">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1900" b="0" u="none" strike="noStrike" dirty="0">
                <a:solidFill>
                  <a:schemeClr val="dk1"/>
                </a:solidFill>
                <a:uFillTx/>
                <a:latin typeface="Calibri"/>
              </a:rPr>
              <a:t>Das Anlegen eines Angular-Projektes kann natürlich auch ohne dieses Werkzeug erfolgen</a:t>
            </a:r>
            <a:endParaRPr lang="de-DE" sz="1900" b="0" u="none" strike="noStrike" dirty="0">
              <a:solidFill>
                <a:srgbClr val="000000"/>
              </a:solidFill>
              <a:uFillTx/>
              <a:latin typeface="Arial"/>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425" name="Rectangle 12">
            <a:extLst>
              <a:ext uri="{C183D7F6-B498-43B3-948B-1728B52AA6E4}">
                <adec:decorative xmlns:adec="http://schemas.microsoft.com/office/drawing/2017/decorative" val="1"/>
              </a:ext>
            </a:extLst>
          </p:cNvPr>
          <p:cNvSpPr/>
          <p:nvPr/>
        </p:nvSpPr>
        <p:spPr>
          <a:xfrm>
            <a:off x="0" y="0"/>
            <a:ext cx="12190680" cy="685656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426" name="Rectangle 14">
            <a:extLst>
              <a:ext uri="{C183D7F6-B498-43B3-948B-1728B52AA6E4}">
                <adec:decorative xmlns:adec="http://schemas.microsoft.com/office/drawing/2017/decorative" val="1"/>
              </a:ext>
            </a:extLst>
          </p:cNvPr>
          <p:cNvSpPr/>
          <p:nvPr/>
        </p:nvSpPr>
        <p:spPr>
          <a:xfrm flipH="1">
            <a:off x="-1440" y="0"/>
            <a:ext cx="12190680" cy="1589400"/>
          </a:xfrm>
          <a:prstGeom prst="rect">
            <a:avLst/>
          </a:prstGeom>
          <a:gradFill rotWithShape="0">
            <a:gsLst>
              <a:gs pos="0">
                <a:srgbClr val="000000"/>
              </a:gs>
              <a:gs pos="100000">
                <a:srgbClr val="16735A"/>
              </a:gs>
            </a:gsLst>
            <a:lin ang="84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427" name="Rectangle 16">
            <a:extLst>
              <a:ext uri="{C183D7F6-B498-43B3-948B-1728B52AA6E4}">
                <adec:decorative xmlns:adec="http://schemas.microsoft.com/office/drawing/2017/decorative" val="1"/>
              </a:ext>
            </a:extLst>
          </p:cNvPr>
          <p:cNvSpPr/>
          <p:nvPr/>
        </p:nvSpPr>
        <p:spPr>
          <a:xfrm rot="10800000" flipH="1">
            <a:off x="0" y="1440"/>
            <a:ext cx="8114040" cy="1589400"/>
          </a:xfrm>
          <a:prstGeom prst="rect">
            <a:avLst/>
          </a:prstGeom>
          <a:gradFill rotWithShape="0">
            <a:gsLst>
              <a:gs pos="20000">
                <a:srgbClr val="1D9A78">
                  <a:alpha val="0"/>
                </a:srgbClr>
              </a:gs>
              <a:gs pos="100000">
                <a:srgbClr val="0E4D3C">
                  <a:alpha val="55000"/>
                </a:srgbClr>
              </a:gs>
            </a:gsLst>
            <a:lin ang="3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428" name="Rectangle 18">
            <a:extLst>
              <a:ext uri="{C183D7F6-B498-43B3-948B-1728B52AA6E4}">
                <adec:decorative xmlns:adec="http://schemas.microsoft.com/office/drawing/2017/decorative" val="1"/>
              </a:ext>
            </a:extLst>
          </p:cNvPr>
          <p:cNvSpPr/>
          <p:nvPr/>
        </p:nvSpPr>
        <p:spPr>
          <a:xfrm flipH="1">
            <a:off x="8113680" y="0"/>
            <a:ext cx="4075200" cy="1589400"/>
          </a:xfrm>
          <a:prstGeom prst="rect">
            <a:avLst/>
          </a:prstGeom>
          <a:gradFill rotWithShape="0">
            <a:gsLst>
              <a:gs pos="0">
                <a:srgbClr val="1D9A78">
                  <a:alpha val="66000"/>
                </a:srgbClr>
              </a:gs>
              <a:gs pos="100000">
                <a:srgbClr val="000000">
                  <a:alpha val="30000"/>
                </a:srgbClr>
              </a:gs>
            </a:gsLst>
            <a:lin ang="132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429" name="Rectangle 20">
            <a:extLst>
              <a:ext uri="{C183D7F6-B498-43B3-948B-1728B52AA6E4}">
                <adec:decorative xmlns:adec="http://schemas.microsoft.com/office/drawing/2017/decorative" val="1"/>
              </a:ext>
            </a:extLst>
          </p:cNvPr>
          <p:cNvSpPr/>
          <p:nvPr/>
        </p:nvSpPr>
        <p:spPr>
          <a:xfrm>
            <a:off x="459360" y="0"/>
            <a:ext cx="11731320" cy="1595880"/>
          </a:xfrm>
          <a:prstGeom prst="rect">
            <a:avLst/>
          </a:prstGeom>
          <a:gradFill rotWithShape="0">
            <a:gsLst>
              <a:gs pos="50000">
                <a:srgbClr val="000000">
                  <a:alpha val="0"/>
                </a:srgbClr>
              </a:gs>
              <a:gs pos="99000">
                <a:srgbClr val="0E4D3C">
                  <a:alpha val="52000"/>
                </a:srgbClr>
              </a:gs>
            </a:gsLst>
            <a:lin ang="168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430" name="PlaceHolder 1"/>
          <p:cNvSpPr>
            <a:spLocks noGrp="1"/>
          </p:cNvSpPr>
          <p:nvPr>
            <p:ph type="title"/>
          </p:nvPr>
        </p:nvSpPr>
        <p:spPr>
          <a:xfrm>
            <a:off x="1371600" y="294480"/>
            <a:ext cx="9894600" cy="1032120"/>
          </a:xfrm>
          <a:prstGeom prst="rect">
            <a:avLst/>
          </a:prstGeom>
          <a:noFill/>
          <a:ln w="0">
            <a:noFill/>
          </a:ln>
        </p:spPr>
        <p:txBody>
          <a:bodyPr lIns="91440" tIns="45720" rIns="91440" bIns="45720" anchor="ctr">
            <a:normAutofit/>
          </a:bodyPr>
          <a:lstStyle/>
          <a:p>
            <a:pPr indent="0" defTabSz="914400">
              <a:lnSpc>
                <a:spcPct val="90000"/>
              </a:lnSpc>
              <a:buNone/>
              <a:tabLst>
                <a:tab pos="0" algn="l"/>
              </a:tabLst>
            </a:pPr>
            <a:r>
              <a:rPr lang="de-DE" sz="4000" b="0" u="none" strike="noStrike">
                <a:solidFill>
                  <a:srgbClr val="FFFFFF"/>
                </a:solidFill>
                <a:uFillTx/>
                <a:latin typeface="Calibri Light"/>
              </a:rPr>
              <a:t>Überblick über ng command line</a:t>
            </a:r>
            <a:endParaRPr lang="de-DE" sz="4000" b="0" u="none" strike="noStrike">
              <a:solidFill>
                <a:srgbClr val="000000"/>
              </a:solidFill>
              <a:uFillTx/>
              <a:latin typeface="Arial"/>
            </a:endParaRPr>
          </a:p>
        </p:txBody>
      </p:sp>
      <p:sp>
        <p:nvSpPr>
          <p:cNvPr id="431" name="PlaceHolder 2"/>
          <p:cNvSpPr>
            <a:spLocks noGrp="1"/>
          </p:cNvSpPr>
          <p:nvPr>
            <p:ph/>
          </p:nvPr>
        </p:nvSpPr>
        <p:spPr>
          <a:xfrm>
            <a:off x="1371600" y="2318040"/>
            <a:ext cx="9722520" cy="3682080"/>
          </a:xfrm>
          <a:prstGeom prst="rect">
            <a:avLst/>
          </a:prstGeom>
          <a:noFill/>
          <a:ln w="0">
            <a:noFill/>
          </a:ln>
        </p:spPr>
        <p:txBody>
          <a:bodyPr lIns="91440" tIns="45720" rIns="91440" bIns="45720" anchor="ctr">
            <a:normAutofit/>
          </a:bodyPr>
          <a:lstStyle/>
          <a:p>
            <a:pPr marL="228600" indent="-228600" defTabSz="914400">
              <a:lnSpc>
                <a:spcPct val="90000"/>
              </a:lnSpc>
              <a:spcBef>
                <a:spcPts val="910"/>
              </a:spcBef>
              <a:buClr>
                <a:srgbClr val="000000"/>
              </a:buClr>
              <a:buFont typeface="Arial"/>
              <a:buChar char="•"/>
            </a:pPr>
            <a:r>
              <a:rPr lang="en-US" sz="1500" b="0" u="none" strike="noStrike">
                <a:solidFill>
                  <a:schemeClr val="dk1"/>
                </a:solidFill>
                <a:uFillTx/>
                <a:latin typeface="Calibri"/>
              </a:rPr>
              <a:t>Development server</a:t>
            </a:r>
            <a:endParaRPr lang="de-DE" sz="1500" b="0" u="none" strike="noStrike">
              <a:solidFill>
                <a:srgbClr val="000000"/>
              </a:solidFill>
              <a:uFillTx/>
              <a:latin typeface="Arial"/>
            </a:endParaRPr>
          </a:p>
          <a:p>
            <a:pPr marL="685800" lvl="1" indent="-228600" defTabSz="914400">
              <a:lnSpc>
                <a:spcPct val="90000"/>
              </a:lnSpc>
              <a:spcBef>
                <a:spcPts val="454"/>
              </a:spcBef>
              <a:buClr>
                <a:srgbClr val="000000"/>
              </a:buClr>
              <a:buFont typeface="Arial"/>
              <a:buChar char="•"/>
            </a:pPr>
            <a:r>
              <a:rPr lang="en-US" sz="1500" b="0" u="none" strike="noStrike">
                <a:solidFill>
                  <a:schemeClr val="dk1"/>
                </a:solidFill>
                <a:uFillTx/>
                <a:latin typeface="Courier New"/>
              </a:rPr>
              <a:t>ng serve startet einen Dev-Server (Vite/esbuild) auf http://localhost:4200/</a:t>
            </a:r>
            <a:endParaRPr lang="de-DE" sz="1500" b="0" u="none" strike="noStrike">
              <a:solidFill>
                <a:srgbClr val="000000"/>
              </a:solidFill>
              <a:uFillTx/>
              <a:latin typeface="Arial"/>
            </a:endParaRPr>
          </a:p>
          <a:p>
            <a:pPr marL="228600" indent="-228600" defTabSz="914400">
              <a:lnSpc>
                <a:spcPct val="90000"/>
              </a:lnSpc>
              <a:spcBef>
                <a:spcPts val="910"/>
              </a:spcBef>
              <a:buClr>
                <a:srgbClr val="000000"/>
              </a:buClr>
              <a:buFont typeface="Arial"/>
              <a:buChar char="•"/>
            </a:pPr>
            <a:r>
              <a:rPr lang="en-US" sz="1500" b="0" u="none" strike="noStrike">
                <a:solidFill>
                  <a:schemeClr val="dk1"/>
                </a:solidFill>
                <a:uFillTx/>
                <a:latin typeface="Calibri"/>
              </a:rPr>
              <a:t>Code Scaffolding</a:t>
            </a:r>
            <a:endParaRPr lang="de-DE" sz="1500" b="0" u="none" strike="noStrike">
              <a:solidFill>
                <a:srgbClr val="000000"/>
              </a:solidFill>
              <a:uFillTx/>
              <a:latin typeface="Arial"/>
            </a:endParaRPr>
          </a:p>
          <a:p>
            <a:pPr marL="685800" lvl="1" indent="-228600" defTabSz="914400">
              <a:lnSpc>
                <a:spcPct val="90000"/>
              </a:lnSpc>
              <a:spcBef>
                <a:spcPts val="454"/>
              </a:spcBef>
              <a:buClr>
                <a:srgbClr val="000000"/>
              </a:buClr>
              <a:buFont typeface="Arial"/>
              <a:buChar char="•"/>
            </a:pPr>
            <a:r>
              <a:rPr lang="en-US" sz="1500" b="0" u="none" strike="noStrike">
                <a:solidFill>
                  <a:schemeClr val="dk1"/>
                </a:solidFill>
                <a:uFillTx/>
                <a:latin typeface="Courier New"/>
              </a:rPr>
              <a:t>ng generate component component-name (standalone ist Default)</a:t>
            </a:r>
            <a:endParaRPr lang="de-DE" sz="1500" b="0" u="none" strike="noStrike">
              <a:solidFill>
                <a:srgbClr val="000000"/>
              </a:solidFill>
              <a:uFillTx/>
              <a:latin typeface="Arial"/>
            </a:endParaRPr>
          </a:p>
          <a:p>
            <a:pPr marL="685800" lvl="1" indent="-228600" defTabSz="914400">
              <a:lnSpc>
                <a:spcPct val="90000"/>
              </a:lnSpc>
              <a:spcBef>
                <a:spcPts val="454"/>
              </a:spcBef>
              <a:buClr>
                <a:srgbClr val="000000"/>
              </a:buClr>
              <a:buFont typeface="Arial"/>
              <a:buChar char="•"/>
            </a:pPr>
            <a:r>
              <a:rPr lang="en-US" sz="1500" b="0" u="none" strike="noStrike">
                <a:solidFill>
                  <a:schemeClr val="dk1"/>
                </a:solidFill>
                <a:uFillTx/>
                <a:latin typeface="Courier New"/>
              </a:rPr>
              <a:t>directive|pipe|service|class|guard|interceptor|interface|enum|resolver</a:t>
            </a:r>
            <a:endParaRPr lang="de-DE" sz="1500" b="0" u="none" strike="noStrike">
              <a:solidFill>
                <a:srgbClr val="000000"/>
              </a:solidFill>
              <a:uFillTx/>
              <a:latin typeface="Arial"/>
            </a:endParaRPr>
          </a:p>
          <a:p>
            <a:pPr marL="228600" indent="-228600" defTabSz="914400">
              <a:lnSpc>
                <a:spcPct val="90000"/>
              </a:lnSpc>
              <a:spcBef>
                <a:spcPts val="910"/>
              </a:spcBef>
              <a:buClr>
                <a:srgbClr val="000000"/>
              </a:buClr>
              <a:buFont typeface="Arial"/>
              <a:buChar char="•"/>
            </a:pPr>
            <a:r>
              <a:rPr lang="en-US" sz="1500" b="0" u="none" strike="noStrike">
                <a:solidFill>
                  <a:schemeClr val="dk1"/>
                </a:solidFill>
                <a:uFillTx/>
                <a:latin typeface="Calibri"/>
              </a:rPr>
              <a:t>Build</a:t>
            </a:r>
            <a:endParaRPr lang="de-DE" sz="1500" b="0" u="none" strike="noStrike">
              <a:solidFill>
                <a:srgbClr val="000000"/>
              </a:solidFill>
              <a:uFillTx/>
              <a:latin typeface="Arial"/>
            </a:endParaRPr>
          </a:p>
          <a:p>
            <a:pPr marL="685800" lvl="1" indent="-228600" defTabSz="914400">
              <a:lnSpc>
                <a:spcPct val="90000"/>
              </a:lnSpc>
              <a:spcBef>
                <a:spcPts val="454"/>
              </a:spcBef>
              <a:buClr>
                <a:srgbClr val="000000"/>
              </a:buClr>
              <a:buFont typeface="Arial"/>
              <a:buChar char="•"/>
            </a:pPr>
            <a:r>
              <a:rPr lang="en-US" sz="1500" b="0" u="none" strike="noStrike">
                <a:solidFill>
                  <a:schemeClr val="dk1"/>
                </a:solidFill>
                <a:uFillTx/>
                <a:latin typeface="Courier New"/>
              </a:rPr>
              <a:t>ng build (Production ist Default, Application Builder mit esbuild)</a:t>
            </a:r>
            <a:endParaRPr lang="de-DE" sz="1500" b="0" u="none" strike="noStrike">
              <a:solidFill>
                <a:srgbClr val="000000"/>
              </a:solidFill>
              <a:uFillTx/>
              <a:latin typeface="Arial"/>
            </a:endParaRPr>
          </a:p>
          <a:p>
            <a:pPr marL="228600" indent="-228600" defTabSz="914400">
              <a:lnSpc>
                <a:spcPct val="90000"/>
              </a:lnSpc>
              <a:spcBef>
                <a:spcPts val="910"/>
              </a:spcBef>
              <a:buClr>
                <a:srgbClr val="000000"/>
              </a:buClr>
              <a:buFont typeface="Arial"/>
              <a:buChar char="•"/>
            </a:pPr>
            <a:r>
              <a:rPr lang="en-US" sz="1500" b="0" u="none" strike="noStrike">
                <a:solidFill>
                  <a:schemeClr val="dk1"/>
                </a:solidFill>
                <a:uFillTx/>
                <a:latin typeface="Calibri"/>
              </a:rPr>
              <a:t>Unit Tests</a:t>
            </a:r>
            <a:endParaRPr lang="de-DE" sz="1500" b="0" u="none" strike="noStrike">
              <a:solidFill>
                <a:srgbClr val="000000"/>
              </a:solidFill>
              <a:uFillTx/>
              <a:latin typeface="Arial"/>
            </a:endParaRPr>
          </a:p>
          <a:p>
            <a:pPr marL="685800" lvl="1" indent="-228600" defTabSz="914400">
              <a:lnSpc>
                <a:spcPct val="90000"/>
              </a:lnSpc>
              <a:spcBef>
                <a:spcPts val="454"/>
              </a:spcBef>
              <a:buClr>
                <a:srgbClr val="000000"/>
              </a:buClr>
              <a:buFont typeface="Arial"/>
              <a:buChar char="•"/>
            </a:pPr>
            <a:r>
              <a:rPr lang="en-US" sz="1500" b="0" u="none" strike="noStrike">
                <a:solidFill>
                  <a:schemeClr val="dk1"/>
                </a:solidFill>
                <a:uFillTx/>
                <a:latin typeface="Courier New"/>
              </a:rPr>
              <a:t>ng test – neue Projekte ab v21 mit Vitest, Bestandsprojekte mit Karma/Jasmine</a:t>
            </a:r>
            <a:endParaRPr lang="de-DE" sz="1500" b="0" u="none" strike="noStrike">
              <a:solidFill>
                <a:srgbClr val="000000"/>
              </a:solidFill>
              <a:uFillTx/>
              <a:latin typeface="Arial"/>
            </a:endParaRPr>
          </a:p>
          <a:p>
            <a:pPr marL="228600" indent="-228600" defTabSz="914400">
              <a:lnSpc>
                <a:spcPct val="90000"/>
              </a:lnSpc>
              <a:spcBef>
                <a:spcPts val="910"/>
              </a:spcBef>
              <a:buClr>
                <a:srgbClr val="000000"/>
              </a:buClr>
              <a:buFont typeface="Arial"/>
              <a:buChar char="•"/>
            </a:pPr>
            <a:r>
              <a:rPr lang="en-US" sz="1500" b="0" u="none" strike="noStrike">
                <a:solidFill>
                  <a:schemeClr val="dk1"/>
                </a:solidFill>
                <a:uFillTx/>
                <a:latin typeface="Calibri"/>
              </a:rPr>
              <a:t>End-to-End Tests</a:t>
            </a:r>
            <a:endParaRPr lang="de-DE" sz="1500" b="0" u="none" strike="noStrike">
              <a:solidFill>
                <a:srgbClr val="000000"/>
              </a:solidFill>
              <a:uFillTx/>
              <a:latin typeface="Arial"/>
            </a:endParaRPr>
          </a:p>
          <a:p>
            <a:pPr marL="685800" lvl="1" indent="-228600" defTabSz="914400">
              <a:lnSpc>
                <a:spcPct val="90000"/>
              </a:lnSpc>
              <a:spcBef>
                <a:spcPts val="454"/>
              </a:spcBef>
              <a:buClr>
                <a:srgbClr val="000000"/>
              </a:buClr>
              <a:buFont typeface="Arial"/>
              <a:buChar char="•"/>
            </a:pPr>
            <a:r>
              <a:rPr lang="en-US" sz="1500" b="0" u="none" strike="noStrike">
                <a:solidFill>
                  <a:schemeClr val="dk1"/>
                </a:solidFill>
                <a:uFillTx/>
                <a:latin typeface="Courier New"/>
              </a:rPr>
              <a:t>ng e2e – Runner per ng add hinzufügen, z. B. Cypress oder Playwright</a:t>
            </a:r>
            <a:endParaRPr lang="de-DE" sz="1500" b="0" u="none" strike="noStrike">
              <a:solidFill>
                <a:srgbClr val="000000"/>
              </a:solidFill>
              <a:uFillTx/>
              <a:latin typeface="Arial"/>
            </a:endParaRPr>
          </a:p>
          <a:p>
            <a:pPr marL="228600" indent="-228600" defTabSz="914400">
              <a:lnSpc>
                <a:spcPct val="90000"/>
              </a:lnSpc>
              <a:spcBef>
                <a:spcPts val="910"/>
              </a:spcBef>
              <a:buClr>
                <a:srgbClr val="000000"/>
              </a:buClr>
              <a:buFont typeface="Arial"/>
              <a:buChar char="•"/>
            </a:pPr>
            <a:r>
              <a:rPr lang="en-US" sz="1500" b="0" u="none" strike="noStrike">
                <a:solidFill>
                  <a:schemeClr val="dk1"/>
                </a:solidFill>
                <a:uFillTx/>
                <a:latin typeface="Calibri"/>
              </a:rPr>
              <a:t>Updates</a:t>
            </a:r>
            <a:endParaRPr lang="de-DE" sz="1500" b="0" u="none" strike="noStrike">
              <a:solidFill>
                <a:srgbClr val="000000"/>
              </a:solidFill>
              <a:uFillTx/>
              <a:latin typeface="Arial"/>
            </a:endParaRPr>
          </a:p>
          <a:p>
            <a:pPr marL="685800" lvl="1" indent="-228600" defTabSz="914400">
              <a:lnSpc>
                <a:spcPct val="90000"/>
              </a:lnSpc>
              <a:spcBef>
                <a:spcPts val="454"/>
              </a:spcBef>
              <a:buClr>
                <a:srgbClr val="000000"/>
              </a:buClr>
              <a:buFont typeface="Arial"/>
              <a:buChar char="•"/>
            </a:pPr>
            <a:r>
              <a:rPr lang="en-US" sz="1500" b="0" u="none" strike="noStrike">
                <a:solidFill>
                  <a:schemeClr val="dk1"/>
                </a:solidFill>
                <a:uFillTx/>
                <a:latin typeface="Courier New"/>
              </a:rPr>
              <a:t>ng update @angular/core @angular/cli – inkl. automatischer Migrationen</a:t>
            </a:r>
            <a:endParaRPr lang="de-DE" sz="1500" b="0" u="none" strike="noStrike">
              <a:solidFill>
                <a:srgbClr val="000000"/>
              </a:solidFill>
              <a:uFillTx/>
              <a:latin typeface="Arial"/>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432" name="Rectangle 7">
            <a:extLst>
              <a:ext uri="{C183D7F6-B498-43B3-948B-1728B52AA6E4}">
                <adec:decorative xmlns:adec="http://schemas.microsoft.com/office/drawing/2017/decorative" val="1"/>
              </a:ext>
            </a:extLst>
          </p:cNvPr>
          <p:cNvSpPr/>
          <p:nvPr/>
        </p:nvSpPr>
        <p:spPr>
          <a:xfrm>
            <a:off x="0" y="0"/>
            <a:ext cx="12187440" cy="685656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pic>
        <p:nvPicPr>
          <p:cNvPr id="433" name="Grafik 432">
            <a:hlinkClick r:id="" action="ppaction://media"/>
          </p:cNvPr>
          <p:cNvPicPr/>
          <p:nvPr>
            <a:videoFile r:link="rId2"/>
            <p:extLst>
              <p:ext uri="{DAA4B4D4-6D71-4841-9C94-3DE7FCFB9230}">
                <p14:media xmlns:p14="http://schemas.microsoft.com/office/powerpoint/2010/main" r:embed="rId1"/>
              </p:ext>
            </p:extLst>
          </p:nvPr>
        </p:nvPicPr>
        <p:blipFill>
          <a:blip r:embed="rId4"/>
          <a:srcRect r="1" b="286"/>
          <a:stretch>
            <a:fillRect/>
          </a:stretch>
        </p:blipFill>
        <p:spPr>
          <a:xfrm>
            <a:off x="-2880" y="0"/>
            <a:ext cx="12190680" cy="6856560"/>
          </a:xfrm>
          <a:prstGeom prst="rect">
            <a:avLst/>
          </a:prstGeom>
          <a:ln w="0">
            <a:noFill/>
          </a:ln>
        </p:spPr>
      </p:pic>
      <p:sp>
        <p:nvSpPr>
          <p:cNvPr id="434" name="Rectangle 9">
            <a:extLst>
              <a:ext uri="{C183D7F6-B498-43B3-948B-1728B52AA6E4}">
                <adec:decorative xmlns:adec="http://schemas.microsoft.com/office/drawing/2017/decorative" val="1"/>
              </a:ext>
            </a:extLst>
          </p:cNvPr>
          <p:cNvSpPr/>
          <p:nvPr/>
        </p:nvSpPr>
        <p:spPr>
          <a:xfrm>
            <a:off x="0" y="2207520"/>
            <a:ext cx="12190680" cy="3160800"/>
          </a:xfrm>
          <a:prstGeom prst="rect">
            <a:avLst/>
          </a:prstGeom>
          <a:gradFill rotWithShape="0">
            <a:gsLst>
              <a:gs pos="0">
                <a:srgbClr val="000000">
                  <a:alpha val="0"/>
                </a:srgbClr>
              </a:gs>
              <a:gs pos="25000">
                <a:srgbClr val="000000">
                  <a:alpha val="15000"/>
                </a:srgbClr>
              </a:gs>
              <a:gs pos="50000">
                <a:srgbClr val="000000">
                  <a:alpha val="30000"/>
                </a:srgbClr>
              </a:gs>
              <a:gs pos="75000">
                <a:srgbClr val="000000">
                  <a:alpha val="15000"/>
                </a:srgbClr>
              </a:gs>
              <a:gs pos="100000">
                <a:srgbClr val="000000">
                  <a:alpha val="0"/>
                </a:srgbClr>
              </a:gs>
            </a:gsLst>
            <a:lin ang="162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435" name="PlaceHolder 1"/>
          <p:cNvSpPr>
            <a:spLocks noGrp="1"/>
          </p:cNvSpPr>
          <p:nvPr>
            <p:ph type="title"/>
          </p:nvPr>
        </p:nvSpPr>
        <p:spPr>
          <a:xfrm>
            <a:off x="1097280" y="325440"/>
            <a:ext cx="10056960" cy="3573360"/>
          </a:xfrm>
          <a:prstGeom prst="rect">
            <a:avLst/>
          </a:prstGeom>
          <a:noFill/>
          <a:ln w="0">
            <a:noFill/>
          </a:ln>
          <a:effectLst>
            <a:outerShdw blurRad="50760" dist="37674" dir="2700000" rotWithShape="0">
              <a:srgbClr val="000000">
                <a:alpha val="40000"/>
              </a:srgbClr>
            </a:outerShdw>
          </a:effectLst>
        </p:spPr>
        <p:txBody>
          <a:bodyPr lIns="91440" tIns="45720" rIns="91440" bIns="45720" anchor="b">
            <a:normAutofit/>
          </a:bodyPr>
          <a:lstStyle/>
          <a:p>
            <a:pPr indent="0" algn="ctr" defTabSz="914400">
              <a:lnSpc>
                <a:spcPct val="90000"/>
              </a:lnSpc>
              <a:buNone/>
              <a:tabLst>
                <a:tab pos="0" algn="l"/>
              </a:tabLst>
            </a:pPr>
            <a:r>
              <a:rPr lang="en-US" sz="5200" b="0" u="none" strike="noStrike">
                <a:solidFill>
                  <a:srgbClr val="FFFFFF"/>
                </a:solidFill>
                <a:uFillTx/>
                <a:latin typeface="Calibri Light"/>
              </a:rPr>
              <a:t>Ein erstes Projekt</a:t>
            </a:r>
            <a:endParaRPr lang="de-DE" sz="5200" b="0" u="none" strike="noStrike">
              <a:solidFill>
                <a:srgbClr val="000000"/>
              </a:solidFill>
              <a:uFillTx/>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presetClass="mediacall" fill="hold" nodeType="afterEffect">
                                  <p:stCondLst>
                                    <p:cond delay="0"/>
                                  </p:stCondLst>
                                  <p:childTnLst>
                                    <p:cmd type="call" cmd="playFrom(0.0)">
                                      <p:cBhvr>
                                        <p:cTn id="6" dur="8597" fill="hold"/>
                                        <p:tgtEl>
                                          <p:spTgt spid="433"/>
                                        </p:tgtEl>
                                      </p:cBhvr>
                                    </p:cmd>
                                  </p:childTnLst>
                                </p:cTn>
                              </p:par>
                            </p:childTnLst>
                          </p:cTn>
                        </p:par>
                      </p:childTnLst>
                    </p:cTn>
                  </p:par>
                </p:childTnLst>
              </p:cTn>
              <p:prevCondLst>
                <p:cond evt="onPrev" delay="0">
                  <p:tgtEl>
                    <p:sldTgt/>
                  </p:tgtEl>
                </p:cond>
              </p:prevCondLst>
              <p:nextCondLst>
                <p:cond evt="onNext" delay="0">
                  <p:tgtEl>
                    <p:sldTgt/>
                  </p:tgtEl>
                </p:cond>
              </p:nextCondLst>
            </p:seq>
            <p:seq>
              <p:cTn id="7" restart="whenNotActive" fill="hold" nodeType="interactiveSeq">
                <p:stCondLst>
                  <p:cond evt="onClick" delay="0">
                    <p:tgtEl>
                      <p:spTgt spid="433"/>
                    </p:tgtEl>
                  </p:cond>
                </p:stCondLst>
                <p:childTnLst>
                  <p:par>
                    <p:cTn id="8" fill="hold">
                      <p:stCondLst>
                        <p:cond evt="onClick" delay="0">
                          <p:tgtEl>
                            <p:spTgt spid="433"/>
                          </p:tgtEl>
                        </p:cond>
                      </p:stCondLst>
                      <p:childTnLst>
                        <p:par>
                          <p:cTn id="9" fill="hold">
                            <p:stCondLst>
                              <p:cond delay="0"/>
                            </p:stCondLst>
                            <p:childTnLst>
                              <p:par>
                                <p:cTn id="10" presetClass="mediacall" fill="hold" nodeType="clickEffect">
                                  <p:stCondLst>
                                    <p:cond delay="0"/>
                                  </p:stCondLst>
                                  <p:childTnLst>
                                    <p:cmd type="call" cmd="togglePause">
                                      <p:cBhvr>
                                        <p:cTn id="11" dur="1" fill="hold"/>
                                        <p:tgtEl>
                                          <p:spTgt spid="43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12" repeatCount="indefinite">
                  <p:stCondLst>
                    <p:cond delay="indefinite"/>
                  </p:stCondLst>
                </p:cTn>
                <p:tgtEl>
                  <p:spTgt spid="433"/>
                </p:tgtEl>
              </p:cMediaNode>
            </p:video>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436" name="Rectangle 15">
            <a:extLst>
              <a:ext uri="{C183D7F6-B498-43B3-948B-1728B52AA6E4}">
                <adec:decorative xmlns:adec="http://schemas.microsoft.com/office/drawing/2017/decorative" val="1"/>
              </a:ext>
            </a:extLst>
          </p:cNvPr>
          <p:cNvSpPr/>
          <p:nvPr/>
        </p:nvSpPr>
        <p:spPr>
          <a:xfrm>
            <a:off x="0" y="0"/>
            <a:ext cx="12190680" cy="685656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437" name="Rectangle 17">
            <a:extLst>
              <a:ext uri="{C183D7F6-B498-43B3-948B-1728B52AA6E4}">
                <adec:decorative xmlns:adec="http://schemas.microsoft.com/office/drawing/2017/decorative" val="1"/>
              </a:ext>
            </a:extLst>
          </p:cNvPr>
          <p:cNvSpPr/>
          <p:nvPr/>
        </p:nvSpPr>
        <p:spPr>
          <a:xfrm flipH="1">
            <a:off x="-1440" y="0"/>
            <a:ext cx="12190680" cy="1589400"/>
          </a:xfrm>
          <a:prstGeom prst="rect">
            <a:avLst/>
          </a:prstGeom>
          <a:gradFill rotWithShape="0">
            <a:gsLst>
              <a:gs pos="0">
                <a:srgbClr val="000000"/>
              </a:gs>
              <a:gs pos="100000">
                <a:srgbClr val="16735A"/>
              </a:gs>
            </a:gsLst>
            <a:lin ang="84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438" name="Rectangle 19">
            <a:extLst>
              <a:ext uri="{C183D7F6-B498-43B3-948B-1728B52AA6E4}">
                <adec:decorative xmlns:adec="http://schemas.microsoft.com/office/drawing/2017/decorative" val="1"/>
              </a:ext>
            </a:extLst>
          </p:cNvPr>
          <p:cNvSpPr/>
          <p:nvPr/>
        </p:nvSpPr>
        <p:spPr>
          <a:xfrm rot="10800000" flipH="1">
            <a:off x="0" y="1440"/>
            <a:ext cx="8114040" cy="1589400"/>
          </a:xfrm>
          <a:prstGeom prst="rect">
            <a:avLst/>
          </a:prstGeom>
          <a:gradFill rotWithShape="0">
            <a:gsLst>
              <a:gs pos="20000">
                <a:srgbClr val="1D9A78">
                  <a:alpha val="0"/>
                </a:srgbClr>
              </a:gs>
              <a:gs pos="100000">
                <a:srgbClr val="0E4D3C">
                  <a:alpha val="55000"/>
                </a:srgbClr>
              </a:gs>
            </a:gsLst>
            <a:lin ang="3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439" name="Rectangle 21">
            <a:extLst>
              <a:ext uri="{C183D7F6-B498-43B3-948B-1728B52AA6E4}">
                <adec:decorative xmlns:adec="http://schemas.microsoft.com/office/drawing/2017/decorative" val="1"/>
              </a:ext>
            </a:extLst>
          </p:cNvPr>
          <p:cNvSpPr/>
          <p:nvPr/>
        </p:nvSpPr>
        <p:spPr>
          <a:xfrm flipH="1">
            <a:off x="8113680" y="0"/>
            <a:ext cx="4075200" cy="1589400"/>
          </a:xfrm>
          <a:prstGeom prst="rect">
            <a:avLst/>
          </a:prstGeom>
          <a:gradFill rotWithShape="0">
            <a:gsLst>
              <a:gs pos="0">
                <a:srgbClr val="1D9A78">
                  <a:alpha val="66000"/>
                </a:srgbClr>
              </a:gs>
              <a:gs pos="100000">
                <a:srgbClr val="000000">
                  <a:alpha val="30000"/>
                </a:srgbClr>
              </a:gs>
            </a:gsLst>
            <a:lin ang="132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440" name="Rectangle 23">
            <a:extLst>
              <a:ext uri="{C183D7F6-B498-43B3-948B-1728B52AA6E4}">
                <adec:decorative xmlns:adec="http://schemas.microsoft.com/office/drawing/2017/decorative" val="1"/>
              </a:ext>
            </a:extLst>
          </p:cNvPr>
          <p:cNvSpPr/>
          <p:nvPr/>
        </p:nvSpPr>
        <p:spPr>
          <a:xfrm>
            <a:off x="459360" y="0"/>
            <a:ext cx="11731320" cy="1595880"/>
          </a:xfrm>
          <a:prstGeom prst="rect">
            <a:avLst/>
          </a:prstGeom>
          <a:gradFill rotWithShape="0">
            <a:gsLst>
              <a:gs pos="50000">
                <a:srgbClr val="000000">
                  <a:alpha val="0"/>
                </a:srgbClr>
              </a:gs>
              <a:gs pos="99000">
                <a:srgbClr val="0E4D3C">
                  <a:alpha val="52000"/>
                </a:srgbClr>
              </a:gs>
            </a:gsLst>
            <a:lin ang="168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441" name="PlaceHolder 1"/>
          <p:cNvSpPr>
            <a:spLocks noGrp="1"/>
          </p:cNvSpPr>
          <p:nvPr>
            <p:ph type="title"/>
          </p:nvPr>
        </p:nvSpPr>
        <p:spPr>
          <a:xfrm>
            <a:off x="1371600" y="294480"/>
            <a:ext cx="9894600" cy="1032120"/>
          </a:xfrm>
          <a:prstGeom prst="rect">
            <a:avLst/>
          </a:prstGeom>
          <a:noFill/>
          <a:ln w="0">
            <a:noFill/>
          </a:ln>
        </p:spPr>
        <p:txBody>
          <a:bodyPr lIns="91440" tIns="45720" rIns="91440" bIns="45720" anchor="ctr">
            <a:normAutofit/>
          </a:bodyPr>
          <a:lstStyle/>
          <a:p>
            <a:pPr indent="0" defTabSz="914400">
              <a:lnSpc>
                <a:spcPct val="90000"/>
              </a:lnSpc>
              <a:buNone/>
              <a:tabLst>
                <a:tab pos="0" algn="l"/>
              </a:tabLst>
            </a:pPr>
            <a:r>
              <a:rPr lang="de-DE" sz="4000" b="0" u="none" strike="noStrike">
                <a:solidFill>
                  <a:srgbClr val="FFFFFF"/>
                </a:solidFill>
                <a:uFillTx/>
                <a:latin typeface="Calibri Light"/>
              </a:rPr>
              <a:t>Anlegen des Projekts</a:t>
            </a:r>
            <a:endParaRPr lang="de-DE" sz="4000" b="0" u="none" strike="noStrike">
              <a:solidFill>
                <a:srgbClr val="000000"/>
              </a:solidFill>
              <a:uFillTx/>
              <a:latin typeface="Arial"/>
            </a:endParaRPr>
          </a:p>
        </p:txBody>
      </p:sp>
      <p:sp>
        <p:nvSpPr>
          <p:cNvPr id="442" name="PlaceHolder 2"/>
          <p:cNvSpPr>
            <a:spLocks noGrp="1"/>
          </p:cNvSpPr>
          <p:nvPr>
            <p:ph/>
          </p:nvPr>
        </p:nvSpPr>
        <p:spPr>
          <a:xfrm>
            <a:off x="1371600" y="2318040"/>
            <a:ext cx="9722520" cy="3682080"/>
          </a:xfrm>
          <a:prstGeom prst="rect">
            <a:avLst/>
          </a:prstGeom>
          <a:noFill/>
          <a:ln w="0">
            <a:noFill/>
          </a:ln>
        </p:spPr>
        <p:txBody>
          <a:bodyPr lIns="91440" tIns="45720" rIns="91440" bIns="45720" anchor="ctr">
            <a:normAutofit/>
          </a:bodyPr>
          <a:lstStyle/>
          <a:p>
            <a:pPr marL="228600" indent="-228600" defTabSz="914400">
              <a:lnSpc>
                <a:spcPct val="90000"/>
              </a:lnSpc>
              <a:spcBef>
                <a:spcPts val="1001"/>
              </a:spcBef>
              <a:buClr>
                <a:srgbClr val="000000"/>
              </a:buClr>
              <a:buFont typeface="Arial"/>
              <a:buChar char="•"/>
            </a:pPr>
            <a:r>
              <a:rPr lang="de-DE" sz="2000" b="0" u="none" strike="noStrike">
                <a:solidFill>
                  <a:schemeClr val="dk1"/>
                </a:solidFill>
                <a:uFillTx/>
                <a:latin typeface="Courier New"/>
              </a:rPr>
              <a:t>ng new org.somepackage.angular</a:t>
            </a:r>
            <a:endParaRPr lang="de-DE" sz="20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000" b="0" u="none" strike="noStrike">
                <a:solidFill>
                  <a:schemeClr val="dk1"/>
                </a:solidFill>
                <a:uFillTx/>
                <a:latin typeface="Calibri"/>
              </a:rPr>
              <a:t>Damit wird ein node-Projekt erzeugt</a:t>
            </a:r>
            <a:endParaRPr lang="de-DE" sz="20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000" b="0" u="none" strike="noStrike">
                <a:solidFill>
                  <a:schemeClr val="dk1"/>
                </a:solidFill>
                <a:uFillTx/>
                <a:latin typeface="Calibri"/>
              </a:rPr>
              <a:t>Ebenso werden automatisch alle Abhängigkeiten installiert</a:t>
            </a:r>
            <a:endParaRPr lang="de-DE" sz="20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000" b="0" u="none" strike="noStrike">
                <a:solidFill>
                  <a:schemeClr val="dk1"/>
                </a:solidFill>
                <a:uFillTx/>
                <a:latin typeface="Calibri"/>
              </a:rPr>
              <a:t>Insbesondere TypeScript</a:t>
            </a:r>
            <a:endParaRPr lang="de-DE" sz="2000" b="0" u="none" strike="noStrike">
              <a:solidFill>
                <a:srgbClr val="000000"/>
              </a:solidFill>
              <a:uFillTx/>
              <a:latin typeface="Arial"/>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3"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Projektstruktur</a:t>
            </a:r>
            <a:endParaRPr lang="de-DE" sz="4400" b="0" u="none" strike="noStrike">
              <a:solidFill>
                <a:srgbClr val="000000"/>
              </a:solidFill>
              <a:uFillTx/>
              <a:latin typeface="Arial"/>
            </a:endParaRPr>
          </a:p>
        </p:txBody>
      </p:sp>
      <p:pic>
        <p:nvPicPr>
          <p:cNvPr id="444" name="Picture 2"/>
          <p:cNvPicPr/>
          <p:nvPr/>
        </p:nvPicPr>
        <p:blipFill>
          <a:blip r:embed="rId2"/>
          <a:stretch/>
        </p:blipFill>
        <p:spPr>
          <a:xfrm>
            <a:off x="6935400" y="831600"/>
            <a:ext cx="2070000" cy="5391000"/>
          </a:xfrm>
          <a:prstGeom prst="rect">
            <a:avLst/>
          </a:prstGeom>
          <a:noFill/>
          <a:ln w="0">
            <a:noFill/>
          </a:ln>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445" name="Down Arrow 7">
            <a:extLst>
              <a:ext uri="{C183D7F6-B498-43B3-948B-1728B52AA6E4}">
                <adec:decorative xmlns:adec="http://schemas.microsoft.com/office/drawing/2017/decorative" val="1"/>
              </a:ext>
            </a:extLst>
          </p:cNvPr>
          <p:cNvSpPr/>
          <p:nvPr/>
        </p:nvSpPr>
        <p:spPr>
          <a:xfrm rot="16200000">
            <a:off x="800280" y="1492920"/>
            <a:ext cx="3332160" cy="3497760"/>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446" name="PlaceHolder 1"/>
          <p:cNvSpPr>
            <a:spLocks noGrp="1"/>
          </p:cNvSpPr>
          <p:nvPr>
            <p:ph type="title"/>
          </p:nvPr>
        </p:nvSpPr>
        <p:spPr>
          <a:xfrm>
            <a:off x="1028880" y="1967400"/>
            <a:ext cx="2627640" cy="2545920"/>
          </a:xfrm>
          <a:prstGeom prst="rect">
            <a:avLst/>
          </a:prstGeom>
          <a:noFill/>
          <a:ln w="0">
            <a:noFill/>
          </a:ln>
        </p:spPr>
        <p:txBody>
          <a:bodyPr lIns="91440" tIns="45720" rIns="91440" bIns="45720" anchor="ctr">
            <a:normAutofit/>
          </a:bodyPr>
          <a:lstStyle/>
          <a:p>
            <a:pPr indent="0" algn="ctr" defTabSz="914400">
              <a:lnSpc>
                <a:spcPct val="90000"/>
              </a:lnSpc>
              <a:buNone/>
              <a:tabLst>
                <a:tab pos="0" algn="l"/>
              </a:tabLst>
            </a:pPr>
            <a:r>
              <a:rPr lang="de-DE" sz="3100" b="0" u="none" strike="noStrike">
                <a:solidFill>
                  <a:srgbClr val="FFFFFF"/>
                </a:solidFill>
                <a:uFillTx/>
                <a:latin typeface="Calibri Light"/>
              </a:rPr>
              <a:t>Die Anwendung unter localhost:4200</a:t>
            </a:r>
            <a:endParaRPr lang="de-DE" sz="3100" b="0" u="none" strike="noStrike">
              <a:solidFill>
                <a:srgbClr val="000000"/>
              </a:solidFill>
              <a:uFillTx/>
              <a:latin typeface="Arial"/>
            </a:endParaRPr>
          </a:p>
        </p:txBody>
      </p:sp>
      <p:pic>
        <p:nvPicPr>
          <p:cNvPr id="447" name="Picture 3"/>
          <p:cNvPicPr/>
          <p:nvPr/>
        </p:nvPicPr>
        <p:blipFill>
          <a:blip r:embed="rId2"/>
          <a:stretch/>
        </p:blipFill>
        <p:spPr>
          <a:xfrm>
            <a:off x="4777200" y="1224000"/>
            <a:ext cx="6779160" cy="4406040"/>
          </a:xfrm>
          <a:prstGeom prst="rect">
            <a:avLst/>
          </a:prstGeom>
          <a:noFill/>
          <a:ln w="0">
            <a:noFill/>
          </a:ln>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448" name="Rectangle 24">
            <a:extLst>
              <a:ext uri="{C183D7F6-B498-43B3-948B-1728B52AA6E4}">
                <adec:decorative xmlns:adec="http://schemas.microsoft.com/office/drawing/2017/decorative" val="1"/>
              </a:ext>
            </a:extLst>
          </p:cNvPr>
          <p:cNvSpPr/>
          <p:nvPr/>
        </p:nvSpPr>
        <p:spPr>
          <a:xfrm>
            <a:off x="0" y="0"/>
            <a:ext cx="12190320" cy="685656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449" name="Rectangle 26">
            <a:extLst>
              <a:ext uri="{C183D7F6-B498-43B3-948B-1728B52AA6E4}">
                <adec:decorative xmlns:adec="http://schemas.microsoft.com/office/drawing/2017/decorative" val="1"/>
              </a:ext>
            </a:extLst>
          </p:cNvPr>
          <p:cNvSpPr/>
          <p:nvPr/>
        </p:nvSpPr>
        <p:spPr>
          <a:xfrm>
            <a:off x="360" y="0"/>
            <a:ext cx="12190320" cy="68565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450" name="PlaceHolder 1"/>
          <p:cNvSpPr>
            <a:spLocks noGrp="1"/>
          </p:cNvSpPr>
          <p:nvPr>
            <p:ph type="title"/>
          </p:nvPr>
        </p:nvSpPr>
        <p:spPr>
          <a:xfrm>
            <a:off x="1179720" y="1261440"/>
            <a:ext cx="9828360" cy="1324440"/>
          </a:xfrm>
          <a:prstGeom prst="rect">
            <a:avLst/>
          </a:prstGeom>
          <a:noFill/>
          <a:ln w="0">
            <a:noFill/>
          </a:ln>
        </p:spPr>
        <p:txBody>
          <a:bodyPr lIns="91440" tIns="45720" rIns="91440" bIns="45720" anchor="b">
            <a:normAutofit/>
          </a:bodyPr>
          <a:lstStyle/>
          <a:p>
            <a:pPr indent="0" algn="ctr" defTabSz="914400">
              <a:lnSpc>
                <a:spcPct val="90000"/>
              </a:lnSpc>
              <a:buNone/>
              <a:tabLst>
                <a:tab pos="0" algn="l"/>
              </a:tabLst>
            </a:pPr>
            <a:r>
              <a:rPr lang="de-DE" sz="3600" b="0" u="none" strike="noStrike">
                <a:solidFill>
                  <a:schemeClr val="dk2"/>
                </a:solidFill>
                <a:uFillTx/>
                <a:latin typeface="Calibri Light"/>
              </a:rPr>
              <a:t>Übung 4: Erstelle Initiales Projekt</a:t>
            </a:r>
            <a:endParaRPr lang="de-DE" sz="3600" b="0" u="none" strike="noStrike">
              <a:solidFill>
                <a:srgbClr val="000000"/>
              </a:solidFill>
              <a:uFillTx/>
              <a:latin typeface="Arial"/>
            </a:endParaRPr>
          </a:p>
        </p:txBody>
      </p:sp>
      <p:grpSp>
        <p:nvGrpSpPr>
          <p:cNvPr id="451" name="Group 28">
            <a:extLst>
              <a:ext uri="{C183D7F6-B498-43B3-948B-1728B52AA6E4}">
                <adec:decorative xmlns:adec="http://schemas.microsoft.com/office/drawing/2017/decorative" val="1"/>
              </a:ext>
            </a:extLst>
          </p:cNvPr>
          <p:cNvGrpSpPr/>
          <p:nvPr/>
        </p:nvGrpSpPr>
        <p:grpSpPr>
          <a:xfrm>
            <a:off x="-360" y="0"/>
            <a:ext cx="3360960" cy="2521440"/>
            <a:chOff x="-360" y="0"/>
            <a:chExt cx="3360960" cy="2521440"/>
          </a:xfrm>
        </p:grpSpPr>
        <p:sp>
          <p:nvSpPr>
            <p:cNvPr id="452" name="Freeform: Shape 29">
              <a:extLst>
                <a:ext uri="{C183D7F6-B498-43B3-948B-1728B52AA6E4}">
                  <adec:decorative xmlns:adec="http://schemas.microsoft.com/office/drawing/2017/decorative" val="1"/>
                </a:ext>
              </a:extLst>
            </p:cNvPr>
            <p:cNvSpPr/>
            <p:nvPr/>
          </p:nvSpPr>
          <p:spPr>
            <a:xfrm>
              <a:off x="360" y="0"/>
              <a:ext cx="3345480" cy="2326320"/>
            </a:xfrm>
            <a:custGeom>
              <a:avLst/>
              <a:gdLst>
                <a:gd name="textAreaLeft" fmla="*/ 0 w 3345480"/>
                <a:gd name="textAreaRight" fmla="*/ 3346920 w 3345480"/>
                <a:gd name="textAreaTop" fmla="*/ 0 h 2326320"/>
                <a:gd name="textAreaBottom" fmla="*/ 2327760 h 2326320"/>
              </a:gdLst>
              <a:ahLst/>
              <a:cxnLst/>
              <a:rect l="textAreaLeft" t="textAreaTop" r="textAreaRight" b="textAreaBottom"/>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453" name="Freeform: Shape 30">
              <a:extLst>
                <a:ext uri="{C183D7F6-B498-43B3-948B-1728B52AA6E4}">
                  <adec:decorative xmlns:adec="http://schemas.microsoft.com/office/drawing/2017/decorative" val="1"/>
                </a:ext>
              </a:extLst>
            </p:cNvPr>
            <p:cNvSpPr/>
            <p:nvPr/>
          </p:nvSpPr>
          <p:spPr>
            <a:xfrm>
              <a:off x="360" y="0"/>
              <a:ext cx="3345480" cy="2326320"/>
            </a:xfrm>
            <a:custGeom>
              <a:avLst/>
              <a:gdLst>
                <a:gd name="textAreaLeft" fmla="*/ 0 w 3345480"/>
                <a:gd name="textAreaRight" fmla="*/ 3346920 w 3345480"/>
                <a:gd name="textAreaTop" fmla="*/ 0 h 2326320"/>
                <a:gd name="textAreaBottom" fmla="*/ 2327760 h 2326320"/>
              </a:gdLst>
              <a:ahLst/>
              <a:cxnLst/>
              <a:rect l="textAreaLeft" t="textAreaTop" r="textAreaRight" b="textAreaBottom"/>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454" name="Freeform: Shape 31">
              <a:extLst>
                <a:ext uri="{C183D7F6-B498-43B3-948B-1728B52AA6E4}">
                  <adec:decorative xmlns:adec="http://schemas.microsoft.com/office/drawing/2017/decorative" val="1"/>
                </a:ext>
              </a:extLst>
            </p:cNvPr>
            <p:cNvSpPr/>
            <p:nvPr/>
          </p:nvSpPr>
          <p:spPr>
            <a:xfrm>
              <a:off x="-360" y="0"/>
              <a:ext cx="3345840" cy="2345760"/>
            </a:xfrm>
            <a:custGeom>
              <a:avLst/>
              <a:gdLst>
                <a:gd name="textAreaLeft" fmla="*/ 0 w 3345840"/>
                <a:gd name="textAreaRight" fmla="*/ 3347280 w 3345840"/>
                <a:gd name="textAreaTop" fmla="*/ 0 h 2345760"/>
                <a:gd name="textAreaBottom" fmla="*/ 2347200 h 2345760"/>
              </a:gdLst>
              <a:ahLst/>
              <a:cxnLst/>
              <a:rect l="textAreaLeft" t="textAreaTop" r="textAreaRight" b="textAreaBottom"/>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455" name="Freeform: Shape 32">
              <a:extLst>
                <a:ext uri="{C183D7F6-B498-43B3-948B-1728B52AA6E4}">
                  <adec:decorative xmlns:adec="http://schemas.microsoft.com/office/drawing/2017/decorative" val="1"/>
                </a:ext>
              </a:extLst>
            </p:cNvPr>
            <p:cNvSpPr/>
            <p:nvPr/>
          </p:nvSpPr>
          <p:spPr>
            <a:xfrm>
              <a:off x="360" y="0"/>
              <a:ext cx="3360240" cy="2521440"/>
            </a:xfrm>
            <a:custGeom>
              <a:avLst/>
              <a:gdLst>
                <a:gd name="textAreaLeft" fmla="*/ 0 w 3360240"/>
                <a:gd name="textAreaRight" fmla="*/ 3361680 w 3360240"/>
                <a:gd name="textAreaTop" fmla="*/ 0 h 2521440"/>
                <a:gd name="textAreaBottom" fmla="*/ 2522880 h 2521440"/>
              </a:gdLst>
              <a:ahLst/>
              <a:cxnLst/>
              <a:rect l="textAreaLeft" t="textAreaTop" r="textAreaRight" b="textAreaBottom"/>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grpSp>
      <p:sp>
        <p:nvSpPr>
          <p:cNvPr id="456" name="PlaceHolder 2"/>
          <p:cNvSpPr>
            <a:spLocks noGrp="1"/>
          </p:cNvSpPr>
          <p:nvPr>
            <p:ph/>
          </p:nvPr>
        </p:nvSpPr>
        <p:spPr>
          <a:xfrm>
            <a:off x="804600" y="2827440"/>
            <a:ext cx="5125320" cy="3226320"/>
          </a:xfrm>
          <a:prstGeom prst="rect">
            <a:avLst/>
          </a:prstGeom>
          <a:noFill/>
          <a:ln w="0">
            <a:noFill/>
          </a:ln>
        </p:spPr>
        <p:txBody>
          <a:bodyPr lIns="91440" tIns="45720" rIns="91440" bIns="45720" anchor="ctr">
            <a:normAutofit/>
          </a:bodyPr>
          <a:lstStyle/>
          <a:p>
            <a:pPr marL="228600" indent="-228600" defTabSz="914400">
              <a:lnSpc>
                <a:spcPct val="90000"/>
              </a:lnSpc>
              <a:spcBef>
                <a:spcPts val="1001"/>
              </a:spcBef>
              <a:buClr>
                <a:srgbClr val="44546A"/>
              </a:buClr>
              <a:buFont typeface="Arial"/>
              <a:buChar char="•"/>
            </a:pPr>
            <a:r>
              <a:rPr lang="de-DE" sz="1700" b="0" u="none" strike="noStrike">
                <a:solidFill>
                  <a:schemeClr val="dk2"/>
                </a:solidFill>
                <a:uFillTx/>
                <a:latin typeface="Calibri"/>
              </a:rPr>
              <a:t>Öffne ein Terminal</a:t>
            </a:r>
            <a:endParaRPr lang="de-DE" sz="1700" b="0" u="none" strike="noStrike">
              <a:solidFill>
                <a:srgbClr val="000000"/>
              </a:solidFill>
              <a:uFillTx/>
              <a:latin typeface="Arial"/>
            </a:endParaRPr>
          </a:p>
          <a:p>
            <a:pPr marL="228600" indent="-228600" defTabSz="914400">
              <a:lnSpc>
                <a:spcPct val="90000"/>
              </a:lnSpc>
              <a:spcBef>
                <a:spcPts val="1001"/>
              </a:spcBef>
              <a:buClr>
                <a:srgbClr val="44546A"/>
              </a:buClr>
              <a:buFont typeface="Arial"/>
              <a:buChar char="•"/>
            </a:pPr>
            <a:r>
              <a:rPr lang="de-DE" sz="1700" b="0" u="none" strike="noStrike">
                <a:solidFill>
                  <a:schemeClr val="dk2"/>
                </a:solidFill>
                <a:uFillTx/>
                <a:latin typeface="Calibri"/>
              </a:rPr>
              <a:t>Installiere, falls noch nicht geschehen, das Angular CLI global (siehe </a:t>
            </a:r>
            <a:r>
              <a:rPr lang="de-DE" sz="1700" b="0" i="1" u="sng" strike="noStrike">
                <a:solidFill>
                  <a:schemeClr val="dk2"/>
                </a:solidFill>
                <a:uFillTx/>
                <a:latin typeface="Calibri"/>
                <a:hlinkClick r:id="rId3"/>
              </a:rPr>
              <a:t>Benötigte Software</a:t>
            </a:r>
            <a:r>
              <a:rPr lang="de-DE" sz="1700" b="0" u="none" strike="noStrike">
                <a:solidFill>
                  <a:schemeClr val="dk2"/>
                </a:solidFill>
                <a:uFillTx/>
                <a:latin typeface="Calibri"/>
              </a:rPr>
              <a:t>)</a:t>
            </a:r>
            <a:endParaRPr lang="de-DE" sz="1700" b="0" u="none" strike="noStrike">
              <a:solidFill>
                <a:srgbClr val="000000"/>
              </a:solidFill>
              <a:uFillTx/>
              <a:latin typeface="Arial"/>
            </a:endParaRPr>
          </a:p>
          <a:p>
            <a:pPr marL="228600" indent="-228600" defTabSz="914400">
              <a:lnSpc>
                <a:spcPct val="90000"/>
              </a:lnSpc>
              <a:spcBef>
                <a:spcPts val="1001"/>
              </a:spcBef>
              <a:buClr>
                <a:srgbClr val="44546A"/>
              </a:buClr>
              <a:buFont typeface="Arial"/>
              <a:buChar char="•"/>
            </a:pPr>
            <a:r>
              <a:rPr lang="de-DE" sz="1700" b="0" u="none" strike="noStrike">
                <a:solidFill>
                  <a:schemeClr val="dk2"/>
                </a:solidFill>
                <a:uFillTx/>
                <a:latin typeface="Calibri"/>
              </a:rPr>
              <a:t>Navigiere zu einem Ordner in dem das neues Projekt anzulegen werden soll</a:t>
            </a:r>
            <a:endParaRPr lang="de-DE" sz="1700" b="0" u="none" strike="noStrike">
              <a:solidFill>
                <a:srgbClr val="000000"/>
              </a:solidFill>
              <a:uFillTx/>
              <a:latin typeface="Arial"/>
            </a:endParaRPr>
          </a:p>
          <a:p>
            <a:pPr marL="228600" indent="-228600" defTabSz="914400">
              <a:lnSpc>
                <a:spcPct val="90000"/>
              </a:lnSpc>
              <a:spcBef>
                <a:spcPts val="1001"/>
              </a:spcBef>
              <a:buClr>
                <a:srgbClr val="44546A"/>
              </a:buClr>
              <a:buFont typeface="Arial"/>
              <a:buChar char="•"/>
            </a:pPr>
            <a:r>
              <a:rPr lang="de-DE" sz="1700" b="0" u="none" strike="noStrike">
                <a:solidFill>
                  <a:schemeClr val="dk2"/>
                </a:solidFill>
                <a:uFillTx/>
                <a:latin typeface="Calibri"/>
              </a:rPr>
              <a:t>Lege eine neues Projekt an: ng new invoice-app</a:t>
            </a:r>
            <a:endParaRPr lang="de-DE" sz="1700" b="0" u="none" strike="noStrike">
              <a:solidFill>
                <a:srgbClr val="000000"/>
              </a:solidFill>
              <a:uFillTx/>
              <a:latin typeface="Arial"/>
            </a:endParaRPr>
          </a:p>
          <a:p>
            <a:pPr marL="228600" indent="-228600" defTabSz="914400">
              <a:lnSpc>
                <a:spcPct val="90000"/>
              </a:lnSpc>
              <a:spcBef>
                <a:spcPts val="1001"/>
              </a:spcBef>
              <a:buClr>
                <a:srgbClr val="44546A"/>
              </a:buClr>
              <a:buFont typeface="Arial"/>
              <a:buChar char="•"/>
            </a:pPr>
            <a:r>
              <a:rPr lang="de-DE" sz="1700" b="0" u="none" strike="noStrike">
                <a:solidFill>
                  <a:schemeClr val="dk2"/>
                </a:solidFill>
                <a:uFillTx/>
                <a:latin typeface="Calibri"/>
              </a:rPr>
              <a:t>Wechsel in das erzeugte Verzeichnis invoice-app</a:t>
            </a:r>
            <a:endParaRPr lang="de-DE" sz="1700" b="0" u="none" strike="noStrike">
              <a:solidFill>
                <a:srgbClr val="000000"/>
              </a:solidFill>
              <a:uFillTx/>
              <a:latin typeface="Arial"/>
            </a:endParaRPr>
          </a:p>
          <a:p>
            <a:pPr marL="228600" indent="-228600" defTabSz="914400">
              <a:lnSpc>
                <a:spcPct val="90000"/>
              </a:lnSpc>
              <a:spcBef>
                <a:spcPts val="1001"/>
              </a:spcBef>
              <a:buClr>
                <a:srgbClr val="44546A"/>
              </a:buClr>
              <a:buFont typeface="Arial"/>
              <a:buChar char="•"/>
            </a:pPr>
            <a:r>
              <a:rPr lang="de-DE" sz="1700" b="0" u="none" strike="noStrike">
                <a:solidFill>
                  <a:schemeClr val="dk2"/>
                </a:solidFill>
                <a:uFillTx/>
                <a:latin typeface="Calibri"/>
              </a:rPr>
              <a:t>Führe ng serve aus</a:t>
            </a:r>
            <a:endParaRPr lang="de-DE" sz="1700" b="0" u="none" strike="noStrike">
              <a:solidFill>
                <a:srgbClr val="000000"/>
              </a:solidFill>
              <a:uFillTx/>
              <a:latin typeface="Arial"/>
            </a:endParaRPr>
          </a:p>
          <a:p>
            <a:pPr marL="228600" indent="-228600" defTabSz="914400">
              <a:lnSpc>
                <a:spcPct val="90000"/>
              </a:lnSpc>
              <a:spcBef>
                <a:spcPts val="1001"/>
              </a:spcBef>
              <a:buClr>
                <a:srgbClr val="44546A"/>
              </a:buClr>
              <a:buFont typeface="Arial"/>
              <a:buChar char="•"/>
            </a:pPr>
            <a:r>
              <a:rPr lang="de-DE" sz="1700" b="0" u="none" strike="noStrike">
                <a:solidFill>
                  <a:schemeClr val="dk2"/>
                </a:solidFill>
                <a:uFillTx/>
                <a:latin typeface="Calibri"/>
              </a:rPr>
              <a:t>Öffne Anwendung im Browser unter </a:t>
            </a:r>
            <a:r>
              <a:rPr lang="de-DE" sz="1700" b="0" i="1" u="sng" strike="noStrike">
                <a:solidFill>
                  <a:schemeClr val="dk2"/>
                </a:solidFill>
                <a:uFillTx/>
                <a:latin typeface="Calibri"/>
                <a:hlinkClick r:id="rId4"/>
              </a:rPr>
              <a:t>http://localhost:4200</a:t>
            </a:r>
            <a:endParaRPr lang="de-DE" sz="1700" b="0" u="none" strike="noStrike">
              <a:solidFill>
                <a:srgbClr val="000000"/>
              </a:solidFill>
              <a:uFillTx/>
              <a:latin typeface="Arial"/>
            </a:endParaRPr>
          </a:p>
          <a:p>
            <a:pPr indent="0" defTabSz="914400">
              <a:lnSpc>
                <a:spcPct val="90000"/>
              </a:lnSpc>
              <a:spcBef>
                <a:spcPts val="1001"/>
              </a:spcBef>
              <a:buNone/>
              <a:tabLst>
                <a:tab pos="0" algn="l"/>
              </a:tabLst>
            </a:pPr>
            <a:endParaRPr lang="de-DE" sz="1700" b="0" u="none" strike="noStrike">
              <a:solidFill>
                <a:srgbClr val="000000"/>
              </a:solidFill>
              <a:uFillTx/>
              <a:latin typeface="Arial"/>
            </a:endParaRPr>
          </a:p>
        </p:txBody>
      </p:sp>
      <p:grpSp>
        <p:nvGrpSpPr>
          <p:cNvPr id="457" name="Group 34">
            <a:extLst>
              <a:ext uri="{C183D7F6-B498-43B3-948B-1728B52AA6E4}">
                <adec:decorative xmlns:adec="http://schemas.microsoft.com/office/drawing/2017/decorative" val="1"/>
              </a:ext>
            </a:extLst>
          </p:cNvPr>
          <p:cNvGrpSpPr/>
          <p:nvPr/>
        </p:nvGrpSpPr>
        <p:grpSpPr>
          <a:xfrm>
            <a:off x="10332720" y="4705200"/>
            <a:ext cx="1859040" cy="2150280"/>
            <a:chOff x="10332720" y="4705200"/>
            <a:chExt cx="1859040" cy="2150280"/>
          </a:xfrm>
        </p:grpSpPr>
        <p:sp>
          <p:nvSpPr>
            <p:cNvPr id="458" name="Freeform: Shape 35">
              <a:extLst>
                <a:ext uri="{C183D7F6-B498-43B3-948B-1728B52AA6E4}">
                  <adec:decorative xmlns:adec="http://schemas.microsoft.com/office/drawing/2017/decorative" val="1"/>
                </a:ext>
              </a:extLst>
            </p:cNvPr>
            <p:cNvSpPr/>
            <p:nvPr/>
          </p:nvSpPr>
          <p:spPr>
            <a:xfrm rot="16200000" flipV="1">
              <a:off x="10185120" y="4852080"/>
              <a:ext cx="2150280" cy="1855440"/>
            </a:xfrm>
            <a:custGeom>
              <a:avLst/>
              <a:gdLst>
                <a:gd name="textAreaLeft" fmla="*/ 0 w 2150280"/>
                <a:gd name="textAreaRight" fmla="*/ 2151720 w 2150280"/>
                <a:gd name="textAreaTop" fmla="*/ -720 h 1855440"/>
                <a:gd name="textAreaBottom" fmla="*/ 1856160 h 1855440"/>
              </a:gdLst>
              <a:ahLst/>
              <a:cxnLst/>
              <a:rect l="textAreaLeft" t="textAreaTop" r="textAreaRight" b="textAreaBottom"/>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459" name="Freeform: Shape 36">
              <a:extLst>
                <a:ext uri="{C183D7F6-B498-43B3-948B-1728B52AA6E4}">
                  <adec:decorative xmlns:adec="http://schemas.microsoft.com/office/drawing/2017/decorative" val="1"/>
                </a:ext>
              </a:extLst>
            </p:cNvPr>
            <p:cNvSpPr/>
            <p:nvPr/>
          </p:nvSpPr>
          <p:spPr>
            <a:xfrm rot="16200000" flipV="1">
              <a:off x="10293480" y="4956840"/>
              <a:ext cx="2131560" cy="1665000"/>
            </a:xfrm>
            <a:custGeom>
              <a:avLst/>
              <a:gdLst>
                <a:gd name="textAreaLeft" fmla="*/ 0 w 2131560"/>
                <a:gd name="textAreaRight" fmla="*/ 2133000 w 2131560"/>
                <a:gd name="textAreaTop" fmla="*/ 720 h 1665000"/>
                <a:gd name="textAreaBottom" fmla="*/ 1667160 h 1665000"/>
              </a:gdLst>
              <a:ahLst/>
              <a:cxnLst/>
              <a:rect l="textAreaLeft" t="textAreaTop" r="textAreaRight" b="textAreaBottom"/>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460" name="Freeform: Shape 37">
              <a:extLst>
                <a:ext uri="{C183D7F6-B498-43B3-948B-1728B52AA6E4}">
                  <adec:decorative xmlns:adec="http://schemas.microsoft.com/office/drawing/2017/decorative" val="1"/>
                </a:ext>
              </a:extLst>
            </p:cNvPr>
            <p:cNvSpPr/>
            <p:nvPr/>
          </p:nvSpPr>
          <p:spPr>
            <a:xfrm rot="16200000" flipV="1">
              <a:off x="10275840" y="4942800"/>
              <a:ext cx="2138400" cy="1686240"/>
            </a:xfrm>
            <a:custGeom>
              <a:avLst/>
              <a:gdLst>
                <a:gd name="textAreaLeft" fmla="*/ 0 w 2138400"/>
                <a:gd name="textAreaRight" fmla="*/ 2139840 w 2138400"/>
                <a:gd name="textAreaTop" fmla="*/ -720 h 1686240"/>
                <a:gd name="textAreaBottom" fmla="*/ 1686960 h 1686240"/>
              </a:gdLst>
              <a:ahLst/>
              <a:cxnLst/>
              <a:rect l="textAreaLeft" t="textAreaTop" r="textAreaRight" b="textAreaBottom"/>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800" b="0" u="none" strike="noStrike">
                <a:solidFill>
                  <a:schemeClr val="lt1"/>
                </a:solidFill>
                <a:uFillTx/>
                <a:latin typeface="Calibri"/>
              </a:endParaRPr>
            </a:p>
          </p:txBody>
        </p:sp>
        <p:sp>
          <p:nvSpPr>
            <p:cNvPr id="461" name="Freeform: Shape 38">
              <a:extLst>
                <a:ext uri="{C183D7F6-B498-43B3-948B-1728B52AA6E4}">
                  <adec:decorative xmlns:adec="http://schemas.microsoft.com/office/drawing/2017/decorative" val="1"/>
                </a:ext>
              </a:extLst>
            </p:cNvPr>
            <p:cNvSpPr/>
            <p:nvPr/>
          </p:nvSpPr>
          <p:spPr>
            <a:xfrm rot="16200000" flipV="1">
              <a:off x="10292400" y="4958640"/>
              <a:ext cx="2129760" cy="1661400"/>
            </a:xfrm>
            <a:custGeom>
              <a:avLst/>
              <a:gdLst>
                <a:gd name="textAreaLeft" fmla="*/ 0 w 2129760"/>
                <a:gd name="textAreaRight" fmla="*/ 2131200 w 2129760"/>
                <a:gd name="textAreaTop" fmla="*/ 720 h 1661400"/>
                <a:gd name="textAreaBottom" fmla="*/ 1663560 h 1661400"/>
              </a:gdLst>
              <a:ahLst/>
              <a:cxnLst/>
              <a:rect l="textAreaLeft" t="textAreaTop" r="textAreaRight" b="textAreaBottom"/>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grpSp>
      <p:pic>
        <p:nvPicPr>
          <p:cNvPr id="462" name="Graphic 7" descr="Web Design"/>
          <p:cNvPicPr/>
          <p:nvPr/>
        </p:nvPicPr>
        <p:blipFill>
          <a:blip>
            <a:extLst>
              <a:ext uri="{96DAC541-7B7A-43D3-8B79-37D633B846F1}">
                <asvg:svgBlip xmlns:asvg="http://schemas.microsoft.com/office/drawing/2016/SVG/main" r:embed="rId5"/>
              </a:ext>
            </a:extLst>
          </a:blip>
          <a:stretch/>
        </p:blipFill>
        <p:spPr>
          <a:xfrm>
            <a:off x="7297920" y="2837880"/>
            <a:ext cx="3215880" cy="3215880"/>
          </a:xfrm>
          <a:prstGeom prst="rect">
            <a:avLst/>
          </a:prstGeom>
          <a:noFill/>
          <a:ln w="0">
            <a:noFill/>
          </a:ln>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Reload der App im Hintergrund bei Change</a:t>
            </a:r>
            <a:endParaRPr lang="de-DE" sz="4400" b="0" u="none" strike="noStrike">
              <a:solidFill>
                <a:srgbClr val="000000"/>
              </a:solidFill>
              <a:uFillTx/>
              <a:latin typeface="Arial"/>
            </a:endParaRPr>
          </a:p>
        </p:txBody>
      </p:sp>
      <p:sp>
        <p:nvSpPr>
          <p:cNvPr id="464"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ng serve –o (observe)</a:t>
            </a:r>
            <a:endParaRPr lang="de-DE" sz="28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Beispiel:</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Ändern des Seitentitels sowie der Willkommens-Nachricht</a:t>
            </a:r>
            <a:endParaRPr lang="de-DE" sz="2400" b="0" u="none" strike="noStrike">
              <a:solidFill>
                <a:srgbClr val="000000"/>
              </a:solidFill>
              <a:uFillTx/>
              <a:latin typeface="Arial"/>
            </a:endParaRPr>
          </a:p>
          <a:p>
            <a:pPr marL="1143000" lvl="2" indent="-228600" defTabSz="914400">
              <a:lnSpc>
                <a:spcPct val="90000"/>
              </a:lnSpc>
              <a:spcBef>
                <a:spcPts val="499"/>
              </a:spcBef>
              <a:buClr>
                <a:srgbClr val="000000"/>
              </a:buClr>
              <a:buFont typeface="Arial"/>
              <a:buChar char="•"/>
            </a:pPr>
            <a:r>
              <a:rPr lang="de-DE" sz="2000" b="0" i="1" u="none" strike="noStrike">
                <a:solidFill>
                  <a:schemeClr val="dk1"/>
                </a:solidFill>
                <a:uFillTx/>
                <a:latin typeface="Courier New"/>
              </a:rPr>
              <a:t>src/index.html</a:t>
            </a:r>
            <a:endParaRPr lang="de-DE" sz="2000" b="0" u="none" strike="noStrike">
              <a:solidFill>
                <a:srgbClr val="000000"/>
              </a:solidFill>
              <a:uFillTx/>
              <a:latin typeface="Arial"/>
            </a:endParaRPr>
          </a:p>
          <a:p>
            <a:pPr marL="1143000" lvl="2" indent="-228600" defTabSz="914400">
              <a:lnSpc>
                <a:spcPct val="90000"/>
              </a:lnSpc>
              <a:spcBef>
                <a:spcPts val="499"/>
              </a:spcBef>
              <a:buClr>
                <a:srgbClr val="000000"/>
              </a:buClr>
              <a:buFont typeface="Arial"/>
              <a:buChar char="•"/>
            </a:pPr>
            <a:r>
              <a:rPr lang="de-DE" sz="2000" b="0" i="1" u="none" strike="noStrike">
                <a:solidFill>
                  <a:schemeClr val="dk1"/>
                </a:solidFill>
                <a:uFillTx/>
                <a:latin typeface="Courier New"/>
              </a:rPr>
              <a:t>src/app/app.component.html</a:t>
            </a:r>
            <a:endParaRPr lang="de-DE" sz="2000" b="0" u="none" strike="noStrike">
              <a:solidFill>
                <a:srgbClr val="000000"/>
              </a:solidFill>
              <a:uFillTx/>
              <a:latin typeface="Arial"/>
            </a:endParaRPr>
          </a:p>
          <a:p>
            <a:pPr marL="1143000" lvl="2" indent="-228600" defTabSz="914400">
              <a:lnSpc>
                <a:spcPct val="90000"/>
              </a:lnSpc>
              <a:spcBef>
                <a:spcPts val="499"/>
              </a:spcBef>
              <a:buClr>
                <a:srgbClr val="000000"/>
              </a:buClr>
              <a:buFont typeface="Arial"/>
              <a:buChar char="•"/>
            </a:pPr>
            <a:r>
              <a:rPr lang="de-DE" sz="2000" b="0" i="1" u="none" strike="noStrike">
                <a:solidFill>
                  <a:schemeClr val="dk1"/>
                </a:solidFill>
                <a:uFillTx/>
                <a:latin typeface="Courier New"/>
              </a:rPr>
              <a:t>src/app/app.component.ts</a:t>
            </a:r>
            <a:endParaRPr lang="de-DE" sz="2000" b="0" u="none" strike="noStrike">
              <a:solidFill>
                <a:srgbClr val="000000"/>
              </a:solidFill>
              <a:uFillTx/>
              <a:latin typeface="Arial"/>
            </a:endParaRPr>
          </a:p>
          <a:p>
            <a:pPr indent="0" defTabSz="914400">
              <a:lnSpc>
                <a:spcPct val="90000"/>
              </a:lnSpc>
              <a:spcBef>
                <a:spcPts val="499"/>
              </a:spcBef>
              <a:buNone/>
              <a:tabLst>
                <a:tab pos="0" algn="l"/>
              </a:tabLst>
            </a:pPr>
            <a:endParaRPr lang="de-DE" sz="2000" b="0" u="none" strike="noStrike">
              <a:solidFill>
                <a:srgbClr val="000000"/>
              </a:solidFill>
              <a:uFillTx/>
              <a:latin typeface="Arial"/>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465" name="Down Arrow 7">
            <a:extLst>
              <a:ext uri="{C183D7F6-B498-43B3-948B-1728B52AA6E4}">
                <adec:decorative xmlns:adec="http://schemas.microsoft.com/office/drawing/2017/decorative" val="1"/>
              </a:ext>
            </a:extLst>
          </p:cNvPr>
          <p:cNvSpPr/>
          <p:nvPr/>
        </p:nvSpPr>
        <p:spPr>
          <a:xfrm rot="16200000">
            <a:off x="800280" y="1492920"/>
            <a:ext cx="3332160" cy="3497760"/>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466" name="PlaceHolder 1"/>
          <p:cNvSpPr>
            <a:spLocks noGrp="1"/>
          </p:cNvSpPr>
          <p:nvPr>
            <p:ph type="title"/>
          </p:nvPr>
        </p:nvSpPr>
        <p:spPr>
          <a:xfrm>
            <a:off x="1028880" y="1967400"/>
            <a:ext cx="2627640" cy="2545920"/>
          </a:xfrm>
          <a:prstGeom prst="rect">
            <a:avLst/>
          </a:prstGeom>
          <a:noFill/>
          <a:ln w="0">
            <a:noFill/>
          </a:ln>
        </p:spPr>
        <p:txBody>
          <a:bodyPr lIns="91440" tIns="45720" rIns="91440" bIns="45720" anchor="ctr">
            <a:normAutofit/>
          </a:bodyPr>
          <a:lstStyle/>
          <a:p>
            <a:pPr indent="0" algn="ctr" defTabSz="914400">
              <a:lnSpc>
                <a:spcPct val="90000"/>
              </a:lnSpc>
              <a:buNone/>
              <a:tabLst>
                <a:tab pos="0" algn="l"/>
              </a:tabLst>
            </a:pPr>
            <a:r>
              <a:rPr lang="de-DE" sz="3600" b="0" u="none" strike="noStrike">
                <a:solidFill>
                  <a:srgbClr val="FFFFFF"/>
                </a:solidFill>
                <a:uFillTx/>
                <a:latin typeface="Calibri Light"/>
              </a:rPr>
              <a:t>Die aktualisierte Seite</a:t>
            </a:r>
            <a:endParaRPr lang="de-DE" sz="3600" b="0" u="none" strike="noStrike">
              <a:solidFill>
                <a:srgbClr val="000000"/>
              </a:solidFill>
              <a:uFillTx/>
              <a:latin typeface="Arial"/>
            </a:endParaRPr>
          </a:p>
        </p:txBody>
      </p:sp>
      <p:pic>
        <p:nvPicPr>
          <p:cNvPr id="467" name="Picture 2" descr="Angular JS Hello World Example"/>
          <p:cNvPicPr/>
          <p:nvPr/>
        </p:nvPicPr>
        <p:blipFill>
          <a:blip r:embed="rId3"/>
          <a:stretch/>
        </p:blipFill>
        <p:spPr>
          <a:xfrm>
            <a:off x="5988960" y="643320"/>
            <a:ext cx="4356000" cy="5567400"/>
          </a:xfrm>
          <a:prstGeom prst="rect">
            <a:avLst/>
          </a:prstGeom>
          <a:noFill/>
          <a:ln w="0">
            <a:noFill/>
          </a:ln>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468" name="Rectangle 19">
            <a:extLst>
              <a:ext uri="{C183D7F6-B498-43B3-948B-1728B52AA6E4}">
                <adec:decorative xmlns:adec="http://schemas.microsoft.com/office/drawing/2017/decorative" val="1"/>
              </a:ext>
            </a:extLst>
          </p:cNvPr>
          <p:cNvSpPr/>
          <p:nvPr/>
        </p:nvSpPr>
        <p:spPr>
          <a:xfrm>
            <a:off x="0" y="0"/>
            <a:ext cx="12187440" cy="61772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469" name="PlaceHolder 1"/>
          <p:cNvSpPr>
            <a:spLocks noGrp="1"/>
          </p:cNvSpPr>
          <p:nvPr>
            <p:ph type="title"/>
          </p:nvPr>
        </p:nvSpPr>
        <p:spPr>
          <a:xfrm>
            <a:off x="841320" y="2826360"/>
            <a:ext cx="10511280" cy="2386080"/>
          </a:xfrm>
          <a:prstGeom prst="rect">
            <a:avLst/>
          </a:prstGeom>
          <a:noFill/>
          <a:ln w="0">
            <a:noFill/>
          </a:ln>
        </p:spPr>
        <p:txBody>
          <a:bodyPr lIns="91440" tIns="45720" rIns="91440" bIns="45720" anchor="t">
            <a:normAutofit/>
          </a:bodyPr>
          <a:lstStyle/>
          <a:p>
            <a:pPr indent="0" defTabSz="914400">
              <a:lnSpc>
                <a:spcPct val="90000"/>
              </a:lnSpc>
              <a:buNone/>
              <a:tabLst>
                <a:tab pos="0" algn="l"/>
              </a:tabLst>
            </a:pPr>
            <a:r>
              <a:rPr lang="en-US" sz="7200" dirty="0" err="1">
                <a:solidFill>
                  <a:srgbClr val="FFFFFF"/>
                </a:solidFill>
                <a:latin typeface="Calibri Light"/>
              </a:rPr>
              <a:t>Projektüberblick</a:t>
            </a:r>
            <a:endParaRPr lang="de-DE" sz="7200" b="0" u="none" strike="noStrike" dirty="0">
              <a:solidFill>
                <a:srgbClr val="000000"/>
              </a:solidFill>
              <a:uFillTx/>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presetID="10" presetClass="entr" fill="hold" nodeType="withEffect">
                                  <p:stCondLst>
                                    <p:cond delay="500"/>
                                  </p:stCondLst>
                                  <p:iterate type="wd">
                                    <p:tmAbs val="150"/>
                                  </p:iterate>
                                  <p:childTnLst>
                                    <p:set>
                                      <p:cBhvr>
                                        <p:cTn id="6" dur="1" fill="hold">
                                          <p:stCondLst>
                                            <p:cond delay="0"/>
                                          </p:stCondLst>
                                        </p:cTn>
                                        <p:tgtEl>
                                          <p:spTgt spid="469"/>
                                        </p:tgtEl>
                                        <p:attrNameLst>
                                          <p:attrName>style.visibility</p:attrName>
                                        </p:attrNameLst>
                                      </p:cBhvr>
                                      <p:to>
                                        <p:strVal val="visible"/>
                                      </p:to>
                                    </p:set>
                                    <p:animEffect transition="in" filter="fade">
                                      <p:cBhvr additive="repl">
                                        <p:cTn id="7" dur="1000"/>
                                        <p:tgtEl>
                                          <p:spTgt spid="4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470" name="Rectangle 7">
            <a:extLst>
              <a:ext uri="{C183D7F6-B498-43B3-948B-1728B52AA6E4}">
                <adec:decorative xmlns:adec="http://schemas.microsoft.com/office/drawing/2017/decorative" val="1"/>
              </a:ext>
            </a:extLst>
          </p:cNvPr>
          <p:cNvSpPr/>
          <p:nvPr/>
        </p:nvSpPr>
        <p:spPr>
          <a:xfrm>
            <a:off x="0" y="0"/>
            <a:ext cx="12190680" cy="685656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471" name="Rectangle 9">
            <a:extLst>
              <a:ext uri="{C183D7F6-B498-43B3-948B-1728B52AA6E4}">
                <adec:decorative xmlns:adec="http://schemas.microsoft.com/office/drawing/2017/decorative" val="1"/>
              </a:ext>
            </a:extLst>
          </p:cNvPr>
          <p:cNvSpPr/>
          <p:nvPr/>
        </p:nvSpPr>
        <p:spPr>
          <a:xfrm flipH="1">
            <a:off x="-1440" y="0"/>
            <a:ext cx="12190680" cy="1589400"/>
          </a:xfrm>
          <a:prstGeom prst="rect">
            <a:avLst/>
          </a:prstGeom>
          <a:gradFill rotWithShape="0">
            <a:gsLst>
              <a:gs pos="0">
                <a:srgbClr val="000000"/>
              </a:gs>
              <a:gs pos="100000">
                <a:srgbClr val="16735A"/>
              </a:gs>
            </a:gsLst>
            <a:lin ang="84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472" name="Rectangle 11">
            <a:extLst>
              <a:ext uri="{C183D7F6-B498-43B3-948B-1728B52AA6E4}">
                <adec:decorative xmlns:adec="http://schemas.microsoft.com/office/drawing/2017/decorative" val="1"/>
              </a:ext>
            </a:extLst>
          </p:cNvPr>
          <p:cNvSpPr/>
          <p:nvPr/>
        </p:nvSpPr>
        <p:spPr>
          <a:xfrm rot="10800000" flipH="1">
            <a:off x="0" y="1440"/>
            <a:ext cx="8114040" cy="1589400"/>
          </a:xfrm>
          <a:prstGeom prst="rect">
            <a:avLst/>
          </a:prstGeom>
          <a:gradFill rotWithShape="0">
            <a:gsLst>
              <a:gs pos="20000">
                <a:srgbClr val="1D9A78">
                  <a:alpha val="0"/>
                </a:srgbClr>
              </a:gs>
              <a:gs pos="100000">
                <a:srgbClr val="0E4D3C">
                  <a:alpha val="55000"/>
                </a:srgbClr>
              </a:gs>
            </a:gsLst>
            <a:lin ang="3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473" name="Rectangle 13">
            <a:extLst>
              <a:ext uri="{C183D7F6-B498-43B3-948B-1728B52AA6E4}">
                <adec:decorative xmlns:adec="http://schemas.microsoft.com/office/drawing/2017/decorative" val="1"/>
              </a:ext>
            </a:extLst>
          </p:cNvPr>
          <p:cNvSpPr/>
          <p:nvPr/>
        </p:nvSpPr>
        <p:spPr>
          <a:xfrm flipH="1">
            <a:off x="8113680" y="0"/>
            <a:ext cx="4075200" cy="1589400"/>
          </a:xfrm>
          <a:prstGeom prst="rect">
            <a:avLst/>
          </a:prstGeom>
          <a:gradFill rotWithShape="0">
            <a:gsLst>
              <a:gs pos="0">
                <a:srgbClr val="1D9A78">
                  <a:alpha val="66000"/>
                </a:srgbClr>
              </a:gs>
              <a:gs pos="100000">
                <a:srgbClr val="000000">
                  <a:alpha val="30000"/>
                </a:srgbClr>
              </a:gs>
            </a:gsLst>
            <a:lin ang="132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474" name="Rectangle 15">
            <a:extLst>
              <a:ext uri="{C183D7F6-B498-43B3-948B-1728B52AA6E4}">
                <adec:decorative xmlns:adec="http://schemas.microsoft.com/office/drawing/2017/decorative" val="1"/>
              </a:ext>
            </a:extLst>
          </p:cNvPr>
          <p:cNvSpPr/>
          <p:nvPr/>
        </p:nvSpPr>
        <p:spPr>
          <a:xfrm>
            <a:off x="459360" y="0"/>
            <a:ext cx="11731320" cy="1595880"/>
          </a:xfrm>
          <a:prstGeom prst="rect">
            <a:avLst/>
          </a:prstGeom>
          <a:gradFill rotWithShape="0">
            <a:gsLst>
              <a:gs pos="50000">
                <a:srgbClr val="000000">
                  <a:alpha val="0"/>
                </a:srgbClr>
              </a:gs>
              <a:gs pos="99000">
                <a:srgbClr val="0E4D3C">
                  <a:alpha val="52000"/>
                </a:srgbClr>
              </a:gs>
            </a:gsLst>
            <a:lin ang="168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475" name="PlaceHolder 1"/>
          <p:cNvSpPr>
            <a:spLocks noGrp="1"/>
          </p:cNvSpPr>
          <p:nvPr>
            <p:ph type="title"/>
          </p:nvPr>
        </p:nvSpPr>
        <p:spPr>
          <a:xfrm>
            <a:off x="1371600" y="294480"/>
            <a:ext cx="9894600" cy="1032120"/>
          </a:xfrm>
          <a:prstGeom prst="rect">
            <a:avLst/>
          </a:prstGeom>
          <a:noFill/>
          <a:ln w="0">
            <a:noFill/>
          </a:ln>
        </p:spPr>
        <p:txBody>
          <a:bodyPr lIns="91440" tIns="45720" rIns="91440" bIns="45720" anchor="ctr">
            <a:normAutofit/>
          </a:bodyPr>
          <a:lstStyle/>
          <a:p>
            <a:pPr indent="0" defTabSz="914400">
              <a:lnSpc>
                <a:spcPct val="90000"/>
              </a:lnSpc>
              <a:buNone/>
              <a:tabLst>
                <a:tab pos="0" algn="l"/>
              </a:tabLst>
            </a:pPr>
            <a:r>
              <a:rPr lang="de-DE" sz="4000" b="0" u="none" strike="noStrike">
                <a:solidFill>
                  <a:srgbClr val="FFFFFF"/>
                </a:solidFill>
                <a:uFillTx/>
                <a:latin typeface="Calibri Light"/>
              </a:rPr>
              <a:t>Standalone Components</a:t>
            </a:r>
            <a:endParaRPr lang="de-DE" sz="4000" b="0" u="none" strike="noStrike">
              <a:solidFill>
                <a:srgbClr val="000000"/>
              </a:solidFill>
              <a:uFillTx/>
              <a:latin typeface="Arial"/>
            </a:endParaRPr>
          </a:p>
        </p:txBody>
      </p:sp>
      <p:sp>
        <p:nvSpPr>
          <p:cNvPr id="476" name="PlaceHolder 2"/>
          <p:cNvSpPr>
            <a:spLocks noGrp="1"/>
          </p:cNvSpPr>
          <p:nvPr>
            <p:ph/>
          </p:nvPr>
        </p:nvSpPr>
        <p:spPr>
          <a:xfrm>
            <a:off x="1371600" y="2318040"/>
            <a:ext cx="9722520" cy="3682080"/>
          </a:xfrm>
          <a:prstGeom prst="rect">
            <a:avLst/>
          </a:prstGeom>
          <a:noFill/>
          <a:ln w="0">
            <a:noFill/>
          </a:ln>
        </p:spPr>
        <p:txBody>
          <a:bodyPr lIns="91440" tIns="45720" rIns="91440" bIns="45720" anchor="ctr">
            <a:normAutofit/>
          </a:bodyPr>
          <a:lstStyle/>
          <a:p>
            <a:pPr marL="228600" indent="-228600" defTabSz="914400">
              <a:lnSpc>
                <a:spcPct val="90000"/>
              </a:lnSpc>
              <a:spcBef>
                <a:spcPts val="1001"/>
              </a:spcBef>
              <a:buClr>
                <a:srgbClr val="000000"/>
              </a:buClr>
              <a:buFont typeface="Arial"/>
              <a:buChar char="•"/>
            </a:pPr>
            <a:r>
              <a:rPr lang="de-DE" sz="2000" b="0" u="none" strike="noStrike">
                <a:solidFill>
                  <a:schemeClr val="dk1"/>
                </a:solidFill>
                <a:uFillTx/>
                <a:latin typeface="Calibri"/>
              </a:rPr>
              <a:t>Komponenten, Direktiven und Pipes sind standardmäßig standalone</a:t>
            </a:r>
            <a:endParaRPr lang="de-DE" sz="20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000" b="0" u="none" strike="noStrike">
                <a:solidFill>
                  <a:schemeClr val="dk1"/>
                </a:solidFill>
                <a:uFillTx/>
                <a:latin typeface="Calibri"/>
              </a:rPr>
              <a:t>standalone: true muss seit Angular 19 nicht mehr angegeben werden</a:t>
            </a:r>
            <a:endParaRPr lang="de-DE" sz="20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000" b="0" u="none" strike="noStrike">
                <a:solidFill>
                  <a:schemeClr val="dk1"/>
                </a:solidFill>
                <a:uFillTx/>
                <a:latin typeface="Calibri"/>
              </a:rPr>
              <a:t>Kein NgModule zur Deklaration nötig</a:t>
            </a:r>
            <a:endParaRPr lang="de-DE" sz="20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000" b="0" u="none" strike="noStrike">
                <a:solidFill>
                  <a:schemeClr val="dk1"/>
                </a:solidFill>
                <a:uFillTx/>
                <a:latin typeface="Calibri"/>
              </a:rPr>
              <a:t>Jede Komponente deklariert ihre Abhängigkeiten selbst</a:t>
            </a:r>
            <a:endParaRPr lang="de-DE" sz="20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000" b="0" u="none" strike="noStrike">
                <a:solidFill>
                  <a:schemeClr val="dk1"/>
                </a:solidFill>
                <a:uFillTx/>
                <a:latin typeface="Calibri"/>
              </a:rPr>
              <a:t>imports: [] direkt in der @Component-Annotation</a:t>
            </a:r>
            <a:endParaRPr lang="de-DE" sz="20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000" b="0" u="none" strike="noStrike">
                <a:solidFill>
                  <a:schemeClr val="dk1"/>
                </a:solidFill>
                <a:uFillTx/>
                <a:latin typeface="Calibri"/>
              </a:rPr>
              <a:t>Andere Komponenten, Direktiven, Pipes (z. B. RouterLink, FormsModule)</a:t>
            </a:r>
            <a:endParaRPr lang="de-DE" sz="20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000" b="0" u="none" strike="noStrike">
                <a:solidFill>
                  <a:schemeClr val="dk1"/>
                </a:solidFill>
                <a:uFillTx/>
                <a:latin typeface="Calibri"/>
              </a:rPr>
              <a:t>Für @if / @for ist kein CommonModule nötig</a:t>
            </a:r>
            <a:endParaRPr lang="de-DE" sz="20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000" b="0" u="none" strike="noStrike">
                <a:solidFill>
                  <a:schemeClr val="dk1"/>
                </a:solidFill>
                <a:uFillTx/>
                <a:latin typeface="Calibri"/>
              </a:rPr>
              <a:t>Vorteile</a:t>
            </a:r>
            <a:endParaRPr lang="de-DE" sz="20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000" b="0" u="none" strike="noStrike">
                <a:solidFill>
                  <a:schemeClr val="dk1"/>
                </a:solidFill>
                <a:uFillTx/>
                <a:latin typeface="Calibri"/>
              </a:rPr>
              <a:t>Weniger Boilerplate, besseres Tree-Shaking, einfaches Lazy Loading</a:t>
            </a:r>
            <a:endParaRPr lang="de-DE" sz="20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000" b="0" u="none" strike="noStrike">
                <a:solidFill>
                  <a:schemeClr val="dk1"/>
                </a:solidFill>
                <a:uFillTx/>
                <a:latin typeface="Calibri"/>
              </a:rPr>
              <a:t>NgModules: siehe Legacy-Kapitel am Ende (Übung 30)</a:t>
            </a:r>
            <a:endParaRPr lang="de-DE" sz="2000" b="0" u="none" strike="noStrike">
              <a:solidFill>
                <a:srgbClr val="000000"/>
              </a:solidFill>
              <a:uFillTx/>
              <a:latin typeface="Arial"/>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477" name="Rectangle 12">
            <a:extLst>
              <a:ext uri="{C183D7F6-B498-43B3-948B-1728B52AA6E4}">
                <adec:decorative xmlns:adec="http://schemas.microsoft.com/office/drawing/2017/decorative" val="1"/>
              </a:ext>
            </a:extLst>
          </p:cNvPr>
          <p:cNvSpPr/>
          <p:nvPr/>
        </p:nvSpPr>
        <p:spPr>
          <a:xfrm>
            <a:off x="0" y="0"/>
            <a:ext cx="12190680" cy="685656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478" name="Rectangle 14">
            <a:extLst>
              <a:ext uri="{C183D7F6-B498-43B3-948B-1728B52AA6E4}">
                <adec:decorative xmlns:adec="http://schemas.microsoft.com/office/drawing/2017/decorative" val="1"/>
              </a:ext>
            </a:extLst>
          </p:cNvPr>
          <p:cNvSpPr/>
          <p:nvPr/>
        </p:nvSpPr>
        <p:spPr>
          <a:xfrm flipH="1">
            <a:off x="-1440" y="0"/>
            <a:ext cx="12190680" cy="1589400"/>
          </a:xfrm>
          <a:prstGeom prst="rect">
            <a:avLst/>
          </a:prstGeom>
          <a:gradFill rotWithShape="0">
            <a:gsLst>
              <a:gs pos="0">
                <a:srgbClr val="000000"/>
              </a:gs>
              <a:gs pos="100000">
                <a:srgbClr val="16735A"/>
              </a:gs>
            </a:gsLst>
            <a:lin ang="84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479" name="Rectangle 16">
            <a:extLst>
              <a:ext uri="{C183D7F6-B498-43B3-948B-1728B52AA6E4}">
                <adec:decorative xmlns:adec="http://schemas.microsoft.com/office/drawing/2017/decorative" val="1"/>
              </a:ext>
            </a:extLst>
          </p:cNvPr>
          <p:cNvSpPr/>
          <p:nvPr/>
        </p:nvSpPr>
        <p:spPr>
          <a:xfrm rot="10800000" flipH="1">
            <a:off x="0" y="1440"/>
            <a:ext cx="8114040" cy="1589400"/>
          </a:xfrm>
          <a:prstGeom prst="rect">
            <a:avLst/>
          </a:prstGeom>
          <a:gradFill rotWithShape="0">
            <a:gsLst>
              <a:gs pos="20000">
                <a:srgbClr val="1D9A78">
                  <a:alpha val="0"/>
                </a:srgbClr>
              </a:gs>
              <a:gs pos="100000">
                <a:srgbClr val="0E4D3C">
                  <a:alpha val="55000"/>
                </a:srgbClr>
              </a:gs>
            </a:gsLst>
            <a:lin ang="3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480" name="Rectangle 18">
            <a:extLst>
              <a:ext uri="{C183D7F6-B498-43B3-948B-1728B52AA6E4}">
                <adec:decorative xmlns:adec="http://schemas.microsoft.com/office/drawing/2017/decorative" val="1"/>
              </a:ext>
            </a:extLst>
          </p:cNvPr>
          <p:cNvSpPr/>
          <p:nvPr/>
        </p:nvSpPr>
        <p:spPr>
          <a:xfrm flipH="1">
            <a:off x="8113680" y="0"/>
            <a:ext cx="4075200" cy="1589400"/>
          </a:xfrm>
          <a:prstGeom prst="rect">
            <a:avLst/>
          </a:prstGeom>
          <a:gradFill rotWithShape="0">
            <a:gsLst>
              <a:gs pos="0">
                <a:srgbClr val="1D9A78">
                  <a:alpha val="66000"/>
                </a:srgbClr>
              </a:gs>
              <a:gs pos="100000">
                <a:srgbClr val="000000">
                  <a:alpha val="30000"/>
                </a:srgbClr>
              </a:gs>
            </a:gsLst>
            <a:lin ang="132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481" name="Rectangle 20">
            <a:extLst>
              <a:ext uri="{C183D7F6-B498-43B3-948B-1728B52AA6E4}">
                <adec:decorative xmlns:adec="http://schemas.microsoft.com/office/drawing/2017/decorative" val="1"/>
              </a:ext>
            </a:extLst>
          </p:cNvPr>
          <p:cNvSpPr/>
          <p:nvPr/>
        </p:nvSpPr>
        <p:spPr>
          <a:xfrm>
            <a:off x="459360" y="0"/>
            <a:ext cx="11731320" cy="1595880"/>
          </a:xfrm>
          <a:prstGeom prst="rect">
            <a:avLst/>
          </a:prstGeom>
          <a:gradFill rotWithShape="0">
            <a:gsLst>
              <a:gs pos="50000">
                <a:srgbClr val="000000">
                  <a:alpha val="0"/>
                </a:srgbClr>
              </a:gs>
              <a:gs pos="99000">
                <a:srgbClr val="0E4D3C">
                  <a:alpha val="52000"/>
                </a:srgbClr>
              </a:gs>
            </a:gsLst>
            <a:lin ang="168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482" name="PlaceHolder 1"/>
          <p:cNvSpPr>
            <a:spLocks noGrp="1"/>
          </p:cNvSpPr>
          <p:nvPr>
            <p:ph type="title"/>
          </p:nvPr>
        </p:nvSpPr>
        <p:spPr>
          <a:xfrm>
            <a:off x="1371600" y="294480"/>
            <a:ext cx="9894600" cy="1032120"/>
          </a:xfrm>
          <a:prstGeom prst="rect">
            <a:avLst/>
          </a:prstGeom>
          <a:noFill/>
          <a:ln w="0">
            <a:noFill/>
          </a:ln>
        </p:spPr>
        <p:txBody>
          <a:bodyPr lIns="91440" tIns="45720" rIns="91440" bIns="45720" anchor="ctr">
            <a:normAutofit/>
          </a:bodyPr>
          <a:lstStyle/>
          <a:p>
            <a:pPr indent="0" defTabSz="914400">
              <a:lnSpc>
                <a:spcPct val="90000"/>
              </a:lnSpc>
              <a:buNone/>
              <a:tabLst>
                <a:tab pos="0" algn="l"/>
              </a:tabLst>
            </a:pPr>
            <a:r>
              <a:rPr lang="de-DE" sz="4000" b="0" u="none" strike="noStrike">
                <a:solidFill>
                  <a:srgbClr val="FFFFFF"/>
                </a:solidFill>
                <a:uFillTx/>
                <a:latin typeface="Calibri Light"/>
              </a:rPr>
              <a:t>Übersicht der Dateien eines Projekts</a:t>
            </a:r>
            <a:endParaRPr lang="de-DE" sz="4000" b="0" u="none" strike="noStrike">
              <a:solidFill>
                <a:srgbClr val="000000"/>
              </a:solidFill>
              <a:uFillTx/>
              <a:latin typeface="Arial"/>
            </a:endParaRPr>
          </a:p>
        </p:txBody>
      </p:sp>
      <p:sp>
        <p:nvSpPr>
          <p:cNvPr id="483" name="PlaceHolder 2"/>
          <p:cNvSpPr>
            <a:spLocks noGrp="1"/>
          </p:cNvSpPr>
          <p:nvPr>
            <p:ph/>
          </p:nvPr>
        </p:nvSpPr>
        <p:spPr>
          <a:xfrm>
            <a:off x="1371600" y="2318040"/>
            <a:ext cx="9722520" cy="3682080"/>
          </a:xfrm>
          <a:prstGeom prst="rect">
            <a:avLst/>
          </a:prstGeom>
          <a:noFill/>
          <a:ln w="0">
            <a:noFill/>
          </a:ln>
        </p:spPr>
        <p:txBody>
          <a:bodyPr lIns="91440" tIns="45720" rIns="91440" bIns="45720" anchor="ctr">
            <a:normAutofit/>
          </a:bodyPr>
          <a:lstStyle/>
          <a:p>
            <a:pPr marL="228600" indent="-228600" defTabSz="914400">
              <a:lnSpc>
                <a:spcPct val="90000"/>
              </a:lnSpc>
              <a:spcBef>
                <a:spcPts val="880"/>
              </a:spcBef>
              <a:buClr>
                <a:srgbClr val="000000"/>
              </a:buClr>
              <a:buFont typeface="Arial"/>
              <a:buChar char="•"/>
            </a:pPr>
            <a:r>
              <a:rPr lang="de-DE" sz="1600" b="0" i="1" u="none" strike="noStrike" dirty="0" err="1">
                <a:solidFill>
                  <a:schemeClr val="dk1"/>
                </a:solidFill>
                <a:uFillTx/>
                <a:latin typeface="Courier New"/>
              </a:rPr>
              <a:t>src</a:t>
            </a:r>
            <a:r>
              <a:rPr lang="de-DE" sz="1600" b="0" i="1" u="none" strike="noStrike" dirty="0">
                <a:solidFill>
                  <a:schemeClr val="dk1"/>
                </a:solidFill>
                <a:uFillTx/>
                <a:latin typeface="Courier New"/>
              </a:rPr>
              <a:t>/</a:t>
            </a:r>
            <a:r>
              <a:rPr lang="de-DE" sz="1600" b="0" i="1" u="none" strike="noStrike" dirty="0" err="1">
                <a:solidFill>
                  <a:schemeClr val="dk1"/>
                </a:solidFill>
                <a:uFillTx/>
                <a:latin typeface="Courier New"/>
              </a:rPr>
              <a:t>index.html</a:t>
            </a:r>
            <a:endParaRPr lang="de-DE" sz="1600" b="0" u="none" strike="noStrike" dirty="0">
              <a:solidFill>
                <a:srgbClr val="000000"/>
              </a:solidFill>
              <a:uFillTx/>
              <a:latin typeface="Arial"/>
            </a:endParaRPr>
          </a:p>
          <a:p>
            <a:pPr marL="444600" lvl="2" indent="-270000" defTabSz="914400">
              <a:lnSpc>
                <a:spcPct val="90000"/>
              </a:lnSpc>
              <a:spcBef>
                <a:spcPts val="528"/>
              </a:spcBef>
              <a:buClr>
                <a:srgbClr val="B51621"/>
              </a:buClr>
              <a:buFont typeface="Arial"/>
              <a:buChar char="•"/>
            </a:pPr>
            <a:r>
              <a:rPr lang="de-DE" sz="1600" b="0" u="none" strike="noStrike" dirty="0">
                <a:solidFill>
                  <a:schemeClr val="dk1"/>
                </a:solidFill>
                <a:uFillTx/>
                <a:latin typeface="Calibri"/>
              </a:rPr>
              <a:t>Die Hauptseite</a:t>
            </a:r>
            <a:endParaRPr lang="de-DE" sz="1600" b="0" u="none" strike="noStrike" dirty="0">
              <a:solidFill>
                <a:srgbClr val="000000"/>
              </a:solidFill>
              <a:uFillTx/>
              <a:latin typeface="Arial"/>
            </a:endParaRPr>
          </a:p>
          <a:p>
            <a:pPr marL="228600" indent="-228600" defTabSz="914400">
              <a:lnSpc>
                <a:spcPct val="90000"/>
              </a:lnSpc>
              <a:spcBef>
                <a:spcPts val="880"/>
              </a:spcBef>
              <a:buClr>
                <a:srgbClr val="000000"/>
              </a:buClr>
              <a:buFont typeface="Arial"/>
              <a:buChar char="•"/>
            </a:pPr>
            <a:r>
              <a:rPr lang="de-DE" sz="1600" b="0" i="1" u="none" strike="noStrike" dirty="0" err="1">
                <a:solidFill>
                  <a:schemeClr val="dk1"/>
                </a:solidFill>
                <a:uFillTx/>
                <a:latin typeface="Courier New"/>
              </a:rPr>
              <a:t>src/main.ts</a:t>
            </a:r>
            <a:endParaRPr lang="de-DE" sz="1600" b="0" u="none" strike="noStrike" dirty="0">
              <a:solidFill>
                <a:srgbClr val="000000"/>
              </a:solidFill>
              <a:uFillTx/>
              <a:latin typeface="Arial"/>
            </a:endParaRPr>
          </a:p>
          <a:p>
            <a:pPr marL="685800" lvl="1" indent="-228600" defTabSz="914400">
              <a:lnSpc>
                <a:spcPct val="90000"/>
              </a:lnSpc>
              <a:spcBef>
                <a:spcPts val="439"/>
              </a:spcBef>
              <a:buClr>
                <a:srgbClr val="000000"/>
              </a:buClr>
              <a:buFont typeface="Arial"/>
              <a:buChar char="•"/>
            </a:pPr>
            <a:r>
              <a:rPr lang="de-DE" sz="1600" b="0" i="1" u="none" strike="noStrike" dirty="0">
                <a:solidFill>
                  <a:schemeClr val="dk1"/>
                </a:solidFill>
                <a:uFillTx/>
                <a:latin typeface="Calibri"/>
              </a:rPr>
              <a:t>Start der Anwendung per bootstrapApplication – ersetzt app.module.ts. Module siehe Projekt 25 (Legacy)</a:t>
            </a:r>
            <a:endParaRPr lang="de-DE" sz="1600" b="0" i="1" u="none" strike="noStrike" dirty="0">
              <a:solidFill>
                <a:srgbClr val="000000"/>
              </a:solidFill>
              <a:uFillTx/>
              <a:latin typeface="Arial"/>
            </a:endParaRPr>
          </a:p>
          <a:p>
            <a:pPr marL="228600" indent="-228600" defTabSz="914400">
              <a:lnSpc>
                <a:spcPct val="90000"/>
              </a:lnSpc>
              <a:spcBef>
                <a:spcPts val="880"/>
              </a:spcBef>
              <a:buClr>
                <a:srgbClr val="000000"/>
              </a:buClr>
              <a:buFont typeface="Arial"/>
              <a:buChar char="•"/>
            </a:pPr>
            <a:r>
              <a:rPr lang="de-DE" sz="1600" b="0" i="1" u="none" strike="noStrike" dirty="0" err="1">
                <a:solidFill>
                  <a:schemeClr val="dk1"/>
                </a:solidFill>
                <a:uFillTx/>
                <a:latin typeface="Courier New"/>
              </a:rPr>
              <a:t>src</a:t>
            </a:r>
            <a:r>
              <a:rPr lang="de-DE" sz="1600" b="0" i="1" u="none" strike="noStrike" dirty="0">
                <a:solidFill>
                  <a:schemeClr val="dk1"/>
                </a:solidFill>
                <a:uFillTx/>
                <a:latin typeface="Courier New"/>
              </a:rPr>
              <a:t>/</a:t>
            </a:r>
            <a:r>
              <a:rPr lang="de-DE" sz="1600" b="0" i="1" u="none" strike="noStrike" dirty="0" err="1">
                <a:solidFill>
                  <a:schemeClr val="dk1"/>
                </a:solidFill>
                <a:uFillTx/>
                <a:latin typeface="Courier New"/>
              </a:rPr>
              <a:t>app</a:t>
            </a:r>
            <a:r>
              <a:rPr lang="de-DE" sz="1600" b="0" i="1" u="none" strike="noStrike" dirty="0">
                <a:solidFill>
                  <a:schemeClr val="dk1"/>
                </a:solidFill>
                <a:uFillTx/>
                <a:latin typeface="Courier New"/>
              </a:rPr>
              <a:t>/</a:t>
            </a:r>
            <a:r>
              <a:rPr lang="de-DE" sz="1600" b="0" i="1" u="none" strike="noStrike" dirty="0" err="1">
                <a:solidFill>
                  <a:schemeClr val="dk1"/>
                </a:solidFill>
                <a:uFillTx/>
                <a:latin typeface="Courier New"/>
              </a:rPr>
              <a:t>app.component.ts</a:t>
            </a:r>
            <a:endParaRPr lang="de-DE" sz="1600" b="0" u="none" strike="noStrike" dirty="0">
              <a:solidFill>
                <a:srgbClr val="000000"/>
              </a:solidFill>
              <a:uFillTx/>
              <a:latin typeface="Arial"/>
            </a:endParaRPr>
          </a:p>
          <a:p>
            <a:pPr marL="685800" lvl="1" indent="-228600" defTabSz="914400">
              <a:lnSpc>
                <a:spcPct val="90000"/>
              </a:lnSpc>
              <a:spcBef>
                <a:spcPts val="439"/>
              </a:spcBef>
              <a:buClr>
                <a:srgbClr val="000000"/>
              </a:buClr>
              <a:buFont typeface="Arial"/>
              <a:buChar char="•"/>
            </a:pPr>
            <a:r>
              <a:rPr lang="de-DE" sz="1600" b="0" u="none" strike="noStrike" dirty="0">
                <a:solidFill>
                  <a:schemeClr val="dk1"/>
                </a:solidFill>
                <a:uFillTx/>
                <a:latin typeface="Calibri"/>
              </a:rPr>
              <a:t>Definition des dynamischen Anteils einer Komponente mit </a:t>
            </a:r>
            <a:r>
              <a:rPr lang="de-DE" sz="1600" b="0" u="none" strike="noStrike" dirty="0" err="1">
                <a:solidFill>
                  <a:schemeClr val="dk1"/>
                </a:solidFill>
                <a:uFillTx/>
                <a:latin typeface="Calibri"/>
              </a:rPr>
              <a:t>TypeScript</a:t>
            </a:r>
            <a:endParaRPr lang="de-DE" sz="1600" b="0" u="none" strike="noStrike" dirty="0">
              <a:solidFill>
                <a:srgbClr val="000000"/>
              </a:solidFill>
              <a:uFillTx/>
              <a:latin typeface="Arial"/>
            </a:endParaRPr>
          </a:p>
          <a:p>
            <a:pPr marL="228600" indent="-228600" defTabSz="914400">
              <a:lnSpc>
                <a:spcPct val="90000"/>
              </a:lnSpc>
              <a:spcBef>
                <a:spcPts val="880"/>
              </a:spcBef>
              <a:buClr>
                <a:srgbClr val="000000"/>
              </a:buClr>
              <a:buFont typeface="Arial"/>
              <a:buChar char="•"/>
            </a:pPr>
            <a:r>
              <a:rPr lang="de-DE" sz="1600" b="0" i="1" u="none" strike="noStrike" dirty="0" err="1">
                <a:solidFill>
                  <a:schemeClr val="dk1"/>
                </a:solidFill>
                <a:uFillTx/>
                <a:latin typeface="Courier New"/>
              </a:rPr>
              <a:t>src</a:t>
            </a:r>
            <a:r>
              <a:rPr lang="de-DE" sz="1600" b="0" i="1" u="none" strike="noStrike" dirty="0">
                <a:solidFill>
                  <a:schemeClr val="dk1"/>
                </a:solidFill>
                <a:uFillTx/>
                <a:latin typeface="Courier New"/>
              </a:rPr>
              <a:t>/</a:t>
            </a:r>
            <a:r>
              <a:rPr lang="de-DE" sz="1600" b="0" i="1" u="none" strike="noStrike" dirty="0" err="1">
                <a:solidFill>
                  <a:schemeClr val="dk1"/>
                </a:solidFill>
                <a:uFillTx/>
                <a:latin typeface="Courier New"/>
              </a:rPr>
              <a:t>app</a:t>
            </a:r>
            <a:r>
              <a:rPr lang="de-DE" sz="1600" b="0" i="1" u="none" strike="noStrike" dirty="0">
                <a:solidFill>
                  <a:schemeClr val="dk1"/>
                </a:solidFill>
                <a:uFillTx/>
                <a:latin typeface="Courier New"/>
              </a:rPr>
              <a:t>/</a:t>
            </a:r>
            <a:r>
              <a:rPr lang="de-DE" sz="1600" b="0" i="1" u="none" strike="noStrike" dirty="0" err="1">
                <a:solidFill>
                  <a:schemeClr val="dk1"/>
                </a:solidFill>
                <a:uFillTx/>
                <a:latin typeface="Courier New"/>
              </a:rPr>
              <a:t>app.component.html</a:t>
            </a:r>
            <a:endParaRPr lang="de-DE" sz="1600" b="0" u="none" strike="noStrike" dirty="0">
              <a:solidFill>
                <a:srgbClr val="000000"/>
              </a:solidFill>
              <a:uFillTx/>
              <a:latin typeface="Arial"/>
            </a:endParaRPr>
          </a:p>
          <a:p>
            <a:pPr marL="685800" lvl="1" indent="-228600" defTabSz="914400">
              <a:lnSpc>
                <a:spcPct val="90000"/>
              </a:lnSpc>
              <a:spcBef>
                <a:spcPts val="439"/>
              </a:spcBef>
              <a:buClr>
                <a:srgbClr val="000000"/>
              </a:buClr>
              <a:buFont typeface="Arial"/>
              <a:buChar char="•"/>
            </a:pPr>
            <a:r>
              <a:rPr lang="de-DE" sz="1600" b="0" u="none" strike="noStrike" dirty="0">
                <a:solidFill>
                  <a:schemeClr val="dk1"/>
                </a:solidFill>
                <a:uFillTx/>
                <a:latin typeface="Calibri"/>
              </a:rPr>
              <a:t>Definition des HTML-Templates einer Komponente</a:t>
            </a:r>
            <a:endParaRPr lang="de-DE" sz="1600" b="0" u="none" strike="noStrike" dirty="0">
              <a:solidFill>
                <a:srgbClr val="000000"/>
              </a:solidFill>
              <a:uFillTx/>
              <a:latin typeface="Arial"/>
            </a:endParaRPr>
          </a:p>
          <a:p>
            <a:pPr marL="228600" indent="-228600" defTabSz="914400">
              <a:lnSpc>
                <a:spcPct val="90000"/>
              </a:lnSpc>
              <a:spcBef>
                <a:spcPts val="880"/>
              </a:spcBef>
              <a:buClr>
                <a:srgbClr val="000000"/>
              </a:buClr>
              <a:buFont typeface="Arial"/>
              <a:buChar char="•"/>
            </a:pPr>
            <a:r>
              <a:rPr lang="de-DE" sz="1600" b="0" i="1" u="none" strike="noStrike" dirty="0" err="1">
                <a:solidFill>
                  <a:schemeClr val="dk1"/>
                </a:solidFill>
                <a:uFillTx/>
                <a:latin typeface="Courier New"/>
              </a:rPr>
              <a:t>src</a:t>
            </a:r>
            <a:r>
              <a:rPr lang="de-DE" sz="1600" b="0" i="1" u="none" strike="noStrike" dirty="0">
                <a:solidFill>
                  <a:schemeClr val="dk1"/>
                </a:solidFill>
                <a:uFillTx/>
                <a:latin typeface="Courier New"/>
              </a:rPr>
              <a:t>/</a:t>
            </a:r>
            <a:r>
              <a:rPr lang="de-DE" sz="1600" b="0" i="1" u="none" strike="noStrike" dirty="0" err="1">
                <a:solidFill>
                  <a:schemeClr val="dk1"/>
                </a:solidFill>
                <a:uFillTx/>
                <a:latin typeface="Courier New"/>
              </a:rPr>
              <a:t>app</a:t>
            </a:r>
            <a:r>
              <a:rPr lang="de-DE" sz="1600" b="0" i="1" u="none" strike="noStrike" dirty="0">
                <a:solidFill>
                  <a:schemeClr val="dk1"/>
                </a:solidFill>
                <a:uFillTx/>
                <a:latin typeface="Courier New"/>
              </a:rPr>
              <a:t>/</a:t>
            </a:r>
            <a:r>
              <a:rPr lang="de-DE" sz="1600" b="0" i="1" u="none" strike="noStrike" dirty="0" err="1">
                <a:solidFill>
                  <a:schemeClr val="dk1"/>
                </a:solidFill>
                <a:uFillTx/>
                <a:latin typeface="Courier New"/>
              </a:rPr>
              <a:t>app.component.css</a:t>
            </a:r>
            <a:endParaRPr lang="de-DE" sz="1600" b="0" u="none" strike="noStrike" dirty="0">
              <a:solidFill>
                <a:srgbClr val="000000"/>
              </a:solidFill>
              <a:uFillTx/>
              <a:latin typeface="Arial"/>
            </a:endParaRPr>
          </a:p>
          <a:p>
            <a:pPr marL="685800" lvl="1" indent="-228600" defTabSz="914400">
              <a:lnSpc>
                <a:spcPct val="90000"/>
              </a:lnSpc>
              <a:spcBef>
                <a:spcPts val="439"/>
              </a:spcBef>
              <a:buClr>
                <a:srgbClr val="000000"/>
              </a:buClr>
              <a:buFont typeface="Arial"/>
              <a:buChar char="•"/>
            </a:pPr>
            <a:r>
              <a:rPr lang="de-DE" sz="1600" b="0" u="none" strike="noStrike" dirty="0">
                <a:solidFill>
                  <a:schemeClr val="dk1"/>
                </a:solidFill>
                <a:uFillTx/>
                <a:latin typeface="Calibri"/>
              </a:rPr>
              <a:t>Stylesheet der Komponente</a:t>
            </a:r>
            <a:endParaRPr lang="de-DE" sz="1600" b="0" u="none" strike="noStrike" dirty="0">
              <a:solidFill>
                <a:srgbClr val="000000"/>
              </a:solidFill>
              <a:uFillTx/>
              <a:latin typeface="Arial"/>
            </a:endParaRPr>
          </a:p>
          <a:p>
            <a:pPr marL="228600" indent="-228600" defTabSz="914400">
              <a:lnSpc>
                <a:spcPct val="90000"/>
              </a:lnSpc>
              <a:spcBef>
                <a:spcPts val="880"/>
              </a:spcBef>
              <a:buClr>
                <a:srgbClr val="000000"/>
              </a:buClr>
              <a:buFont typeface="Arial"/>
              <a:buChar char="•"/>
            </a:pPr>
            <a:r>
              <a:rPr lang="de-DE" sz="1600" b="0" i="1" u="none" strike="noStrike" dirty="0" err="1">
                <a:solidFill>
                  <a:schemeClr val="dk1"/>
                </a:solidFill>
                <a:uFillTx/>
                <a:latin typeface="Courier New"/>
              </a:rPr>
              <a:t>src</a:t>
            </a:r>
            <a:r>
              <a:rPr lang="de-DE" sz="1600" b="0" i="1" u="none" strike="noStrike" dirty="0">
                <a:solidFill>
                  <a:schemeClr val="dk1"/>
                </a:solidFill>
                <a:uFillTx/>
                <a:latin typeface="Courier New"/>
              </a:rPr>
              <a:t>/</a:t>
            </a:r>
            <a:r>
              <a:rPr lang="de-DE" sz="1600" b="0" i="1" u="none" strike="noStrike" dirty="0" err="1">
                <a:solidFill>
                  <a:schemeClr val="dk1"/>
                </a:solidFill>
                <a:uFillTx/>
                <a:latin typeface="Courier New"/>
              </a:rPr>
              <a:t>app</a:t>
            </a:r>
            <a:r>
              <a:rPr lang="de-DE" sz="1600" b="0" i="1" u="none" strike="noStrike" dirty="0">
                <a:solidFill>
                  <a:schemeClr val="dk1"/>
                </a:solidFill>
                <a:uFillTx/>
                <a:latin typeface="Courier New"/>
              </a:rPr>
              <a:t>/</a:t>
            </a:r>
            <a:r>
              <a:rPr lang="de-DE" sz="1600" b="0" i="1" u="none" strike="noStrike" dirty="0" err="1">
                <a:solidFill>
                  <a:schemeClr val="dk1"/>
                </a:solidFill>
                <a:uFillTx/>
                <a:latin typeface="Courier New"/>
              </a:rPr>
              <a:t>app.component.spec.ts</a:t>
            </a:r>
            <a:endParaRPr lang="de-DE" sz="1600" b="0" u="none" strike="noStrike" dirty="0">
              <a:solidFill>
                <a:srgbClr val="000000"/>
              </a:solidFill>
              <a:uFillTx/>
              <a:latin typeface="Arial"/>
            </a:endParaRPr>
          </a:p>
          <a:p>
            <a:pPr marL="685800" lvl="1" indent="-228600" defTabSz="914400">
              <a:lnSpc>
                <a:spcPct val="90000"/>
              </a:lnSpc>
              <a:spcBef>
                <a:spcPts val="439"/>
              </a:spcBef>
              <a:buClr>
                <a:srgbClr val="000000"/>
              </a:buClr>
              <a:buFont typeface="Arial"/>
              <a:buChar char="•"/>
            </a:pPr>
            <a:r>
              <a:rPr lang="de-DE" sz="1600" b="0" u="none" strike="noStrike" dirty="0">
                <a:solidFill>
                  <a:schemeClr val="dk1"/>
                </a:solidFill>
                <a:uFillTx/>
                <a:latin typeface="Calibri"/>
              </a:rPr>
              <a:t>Definition von Unit-Tests (Vitest bzw. Jasmine/Karma)</a:t>
            </a:r>
            <a:endParaRPr lang="de-DE" sz="1600" b="0" u="none" strike="noStrike" dirty="0">
              <a:solidFill>
                <a:srgbClr val="000000"/>
              </a:solidFill>
              <a:uFillTx/>
              <a:latin typeface="Arial"/>
            </a:endParaRPr>
          </a:p>
          <a:p>
            <a:pPr indent="0" defTabSz="914400">
              <a:lnSpc>
                <a:spcPct val="90000"/>
              </a:lnSpc>
              <a:spcBef>
                <a:spcPts val="880"/>
              </a:spcBef>
              <a:buNone/>
              <a:tabLst>
                <a:tab pos="0" algn="l"/>
              </a:tabLst>
            </a:pPr>
            <a:endParaRPr lang="de-DE" sz="1600" b="0" u="none" strike="noStrike" dirty="0">
              <a:solidFill>
                <a:srgbClr val="000000"/>
              </a:solidFill>
              <a:uFillTx/>
              <a:latin typeface="Arial"/>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484" name="Rectangle 70">
            <a:extLst>
              <a:ext uri="{C183D7F6-B498-43B3-948B-1728B52AA6E4}">
                <adec:decorative xmlns:adec="http://schemas.microsoft.com/office/drawing/2017/decorative" val="1"/>
              </a:ext>
            </a:extLst>
          </p:cNvPr>
          <p:cNvSpPr/>
          <p:nvPr/>
        </p:nvSpPr>
        <p:spPr>
          <a:xfrm>
            <a:off x="0" y="0"/>
            <a:ext cx="12187440" cy="685656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485" name="PlaceHolder 1"/>
          <p:cNvSpPr>
            <a:spLocks noGrp="1"/>
          </p:cNvSpPr>
          <p:nvPr>
            <p:ph type="title"/>
          </p:nvPr>
        </p:nvSpPr>
        <p:spPr>
          <a:xfrm>
            <a:off x="838080" y="557280"/>
            <a:ext cx="10514160" cy="1132200"/>
          </a:xfrm>
          <a:prstGeom prst="rect">
            <a:avLst/>
          </a:prstGeom>
          <a:noFill/>
          <a:ln w="0">
            <a:noFill/>
          </a:ln>
        </p:spPr>
        <p:txBody>
          <a:bodyPr lIns="91440" tIns="45720" rIns="91440" bIns="45720" anchor="ctr">
            <a:normAutofit fontScale="90000"/>
          </a:bodyPr>
          <a:lstStyle/>
          <a:p>
            <a:pPr indent="0" algn="ctr" defTabSz="914400">
              <a:lnSpc>
                <a:spcPct val="90000"/>
              </a:lnSpc>
              <a:buNone/>
              <a:tabLst>
                <a:tab pos="0" algn="l"/>
              </a:tabLst>
            </a:pPr>
            <a:r>
              <a:rPr lang="en-US" sz="5200" b="0" u="none" strike="noStrike" dirty="0" err="1">
                <a:solidFill>
                  <a:schemeClr val="dk1"/>
                </a:solidFill>
                <a:uFillTx/>
                <a:latin typeface="Calibri Light"/>
              </a:rPr>
              <a:t>Referenz</a:t>
            </a:r>
            <a:r>
              <a:rPr lang="en-US" sz="5200" b="0" u="none" strike="noStrike" dirty="0">
                <a:solidFill>
                  <a:schemeClr val="dk1"/>
                </a:solidFill>
                <a:uFillTx/>
                <a:latin typeface="Calibri Light"/>
              </a:rPr>
              <a:t> auf </a:t>
            </a:r>
            <a:r>
              <a:rPr lang="en-US" sz="5200" dirty="0">
                <a:solidFill>
                  <a:schemeClr val="dk1"/>
                </a:solidFill>
                <a:latin typeface="Calibri Light"/>
              </a:rPr>
              <a:t>Bootstrap Component</a:t>
            </a:r>
            <a:r>
              <a:rPr lang="en-US" sz="5200" b="0" u="none" strike="noStrike" dirty="0">
                <a:solidFill>
                  <a:schemeClr val="dk1"/>
                </a:solidFill>
                <a:uFillTx/>
                <a:latin typeface="Calibri Light"/>
              </a:rPr>
              <a:t> in Index-</a:t>
            </a:r>
            <a:r>
              <a:rPr lang="en-US" sz="5200" b="0" u="none" strike="noStrike" dirty="0" err="1">
                <a:solidFill>
                  <a:schemeClr val="dk1"/>
                </a:solidFill>
                <a:uFillTx/>
                <a:latin typeface="Calibri Light"/>
              </a:rPr>
              <a:t>Seite</a:t>
            </a:r>
            <a:endParaRPr lang="de-DE" sz="5200" b="0" u="none" strike="noStrike" dirty="0">
              <a:solidFill>
                <a:srgbClr val="000000"/>
              </a:solidFill>
              <a:uFillTx/>
              <a:latin typeface="Arial"/>
            </a:endParaRPr>
          </a:p>
        </p:txBody>
      </p:sp>
      <p:cxnSp>
        <p:nvCxnSpPr>
          <p:cNvPr id="486" name="Gerade Verbindung mit Pfeil 8"/>
          <p:cNvCxnSpPr/>
          <p:nvPr/>
        </p:nvCxnSpPr>
        <p:spPr>
          <a:xfrm flipH="1" flipV="1">
            <a:off x="4102200" y="4584240"/>
            <a:ext cx="1892160" cy="545040"/>
          </a:xfrm>
          <a:prstGeom prst="straightConnector1">
            <a:avLst/>
          </a:prstGeom>
          <a:ln w="0">
            <a:solidFill>
              <a:srgbClr val="1D9A78"/>
            </a:solidFill>
            <a:tailEnd type="triangle" w="med" len="med"/>
          </a:ln>
        </p:spPr>
      </p:cxnSp>
      <p:grpSp>
        <p:nvGrpSpPr>
          <p:cNvPr id="487" name="Gruppieren 6"/>
          <p:cNvGrpSpPr/>
          <p:nvPr/>
        </p:nvGrpSpPr>
        <p:grpSpPr>
          <a:xfrm>
            <a:off x="2859120" y="1828800"/>
            <a:ext cx="6472800" cy="4350960"/>
            <a:chOff x="2859120" y="1828800"/>
            <a:chExt cx="6472800" cy="4350960"/>
          </a:xfrm>
        </p:grpSpPr>
        <p:pic>
          <p:nvPicPr>
            <p:cNvPr id="488" name="Picture 2"/>
            <p:cNvPicPr/>
            <p:nvPr/>
          </p:nvPicPr>
          <p:blipFill>
            <a:blip r:embed="rId2"/>
            <a:stretch/>
          </p:blipFill>
          <p:spPr>
            <a:xfrm>
              <a:off x="2859120" y="1828800"/>
              <a:ext cx="6472800" cy="3276000"/>
            </a:xfrm>
            <a:prstGeom prst="rect">
              <a:avLst/>
            </a:prstGeom>
            <a:noFill/>
            <a:ln w="0">
              <a:noFill/>
            </a:ln>
          </p:spPr>
        </p:pic>
        <p:sp>
          <p:nvSpPr>
            <p:cNvPr id="489" name="Legende mit Linie 1 5"/>
            <p:cNvSpPr/>
            <p:nvPr/>
          </p:nvSpPr>
          <p:spPr>
            <a:xfrm>
              <a:off x="6876720" y="4659480"/>
              <a:ext cx="2159640" cy="1520280"/>
            </a:xfrm>
            <a:prstGeom prst="borderCallout1">
              <a:avLst>
                <a:gd name="adj1" fmla="val 18750"/>
                <a:gd name="adj2" fmla="val -8333"/>
                <a:gd name="adj3" fmla="val -13509"/>
                <a:gd name="adj4" fmla="val -68600"/>
              </a:avLst>
            </a:prstGeom>
            <a:gradFill rotWithShape="0">
              <a:gsLst>
                <a:gs pos="0">
                  <a:srgbClr val="98C861"/>
                </a:gs>
                <a:gs pos="50000">
                  <a:srgbClr val="8BC63E"/>
                </a:gs>
                <a:gs pos="100000">
                  <a:srgbClr val="7CB831"/>
                </a:gs>
              </a:gsLst>
              <a:lin ang="5400000"/>
            </a:gradFill>
            <a:ln w="0">
              <a:noFill/>
            </a:ln>
            <a:effectLst>
              <a:outerShdw blurRad="57240" dist="19080" dir="5400000" algn="ctr" rotWithShape="0">
                <a:srgbClr val="000000">
                  <a:alpha val="63000"/>
                </a:srgbClr>
              </a:outerShdw>
            </a:effectLst>
          </p:spPr>
          <p:style>
            <a:lnRef idx="0">
              <a:schemeClr val="accent2"/>
            </a:lnRef>
            <a:fillRef idx="3">
              <a:schemeClr val="accent2"/>
            </a:fillRef>
            <a:effectRef idx="3">
              <a:schemeClr val="accent2"/>
            </a:effectRef>
            <a:fontRef idx="minor"/>
          </p:style>
          <p:txBody>
            <a:bodyPr lIns="90000" tIns="45000" rIns="90000" bIns="45000" anchor="ctr">
              <a:normAutofit/>
            </a:bodyPr>
            <a:lstStyle/>
            <a:p>
              <a:pPr algn="ctr" defTabSz="914400">
                <a:lnSpc>
                  <a:spcPct val="90000"/>
                </a:lnSpc>
                <a:spcAft>
                  <a:spcPts val="601"/>
                </a:spcAft>
              </a:pPr>
              <a:r>
                <a:rPr lang="de-DE" sz="2400" b="0" u="none" strike="noStrike">
                  <a:solidFill>
                    <a:schemeClr val="dk1"/>
                  </a:solidFill>
                  <a:uFillTx/>
                  <a:latin typeface="Calibri"/>
                </a:rPr>
                <a:t>Der Einstiegspunkt für Angular</a:t>
              </a:r>
              <a:endParaRPr lang="de-DE" sz="2400" b="0" u="none" strike="noStrike">
                <a:solidFill>
                  <a:srgbClr val="000000"/>
                </a:solidFill>
                <a:uFillTx/>
                <a:latin typeface="Arial"/>
              </a:endParaRPr>
            </a:p>
          </p:txBody>
        </p:sp>
      </p:grpSp>
      <p:cxnSp>
        <p:nvCxnSpPr>
          <p:cNvPr id="490" name="Gerade Verbindung mit Pfeil 11"/>
          <p:cNvCxnSpPr/>
          <p:nvPr/>
        </p:nvCxnSpPr>
        <p:spPr>
          <a:xfrm flipH="1" flipV="1">
            <a:off x="5348520" y="4458960"/>
            <a:ext cx="1529280" cy="648360"/>
          </a:xfrm>
          <a:prstGeom prst="straightConnector1">
            <a:avLst/>
          </a:prstGeom>
          <a:ln w="0">
            <a:solidFill>
              <a:srgbClr val="1D9A78"/>
            </a:solidFill>
            <a:tailEnd type="triangle" w="med" len="med"/>
          </a:ln>
        </p:spPr>
      </p:cxn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Component-Annotation</a:t>
            </a:r>
            <a:endParaRPr lang="de-DE" sz="4400" b="0" u="none" strike="noStrike">
              <a:solidFill>
                <a:srgbClr val="000000"/>
              </a:solidFill>
              <a:uFillTx/>
              <a:latin typeface="Arial"/>
            </a:endParaRPr>
          </a:p>
        </p:txBody>
      </p:sp>
      <p:sp>
        <p:nvSpPr>
          <p:cNvPr id="492"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fontScale="92500" lnSpcReduction="19999"/>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Eine Component ist eine TypeScript-Klasse mit der </a:t>
            </a:r>
            <a:r>
              <a:rPr lang="de-DE" sz="2800" b="0" u="none" strike="noStrike">
                <a:solidFill>
                  <a:schemeClr val="dk1"/>
                </a:solidFill>
                <a:uFillTx/>
                <a:latin typeface="Courier New"/>
              </a:rPr>
              <a:t>@Component</a:t>
            </a:r>
            <a:r>
              <a:rPr lang="de-DE" sz="2800" b="0" u="none" strike="noStrike">
                <a:solidFill>
                  <a:schemeClr val="dk1"/>
                </a:solidFill>
                <a:uFillTx/>
                <a:latin typeface="Calibri"/>
              </a:rPr>
              <a:t>-Annotation</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Annotationen enthalten Metadaten, die der Klasse zugeordnet werden</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Diese müssen von einem Framework interpretiert werden</a:t>
            </a:r>
            <a:endParaRPr lang="de-DE" sz="24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Annotationen sind damit so etwas wie statische Eigenschaften einer Klasse</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Allerdings sind diese syntaktisch nicht Bestandteil der Klassendeklaration</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Damit ergibt sich eine sauber Trennung</a:t>
            </a:r>
            <a:endParaRPr lang="de-DE" sz="24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Eine typische Component definiert</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Den Selector als Bezug zum Template</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Die Lokation des Templates</a:t>
            </a:r>
            <a:endParaRPr lang="de-DE" sz="24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Vollständige Liste unter</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i="1" u="none" strike="noStrike">
                <a:solidFill>
                  <a:schemeClr val="dk1"/>
                </a:solidFill>
                <a:uFillTx/>
                <a:latin typeface="Courier New"/>
              </a:rPr>
              <a:t>https://angular.io/api/core/Component</a:t>
            </a:r>
            <a:endParaRPr lang="de-DE" sz="2400" b="0" u="none" strike="noStrike">
              <a:solidFill>
                <a:srgbClr val="000000"/>
              </a:solidFill>
              <a:uFillTx/>
              <a:latin typeface="Arial"/>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3"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Aufgabe der Component</a:t>
            </a:r>
            <a:endParaRPr lang="de-DE" sz="4400" b="0" u="none" strike="noStrike">
              <a:solidFill>
                <a:srgbClr val="000000"/>
              </a:solidFill>
              <a:uFillTx/>
              <a:latin typeface="Arial"/>
            </a:endParaRPr>
          </a:p>
        </p:txBody>
      </p:sp>
      <p:sp>
        <p:nvSpPr>
          <p:cNvPr id="494"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Die Eigenschaften der Component-Klasse dienen als Schnittstelle zum HTML-Code</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Werte werden über Interpolation oder Direktiven gebunden</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Funktionen dienen als Event-Handler</a:t>
            </a:r>
            <a:endParaRPr lang="de-DE" sz="24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Bei Bedarf implementiert die Component-Klasse Lifecycle-Funktionen</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ourier New"/>
              </a:rPr>
              <a:t>ngOnChanges</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ourier New"/>
              </a:rPr>
              <a:t>ngOnInit</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i="1" u="none" strike="noStrike">
                <a:solidFill>
                  <a:schemeClr val="dk1"/>
                </a:solidFill>
                <a:uFillTx/>
                <a:latin typeface="Courier New"/>
              </a:rPr>
              <a:t>https://angular.io/guide/lifecycle-hooks</a:t>
            </a:r>
            <a:endParaRPr lang="de-DE" sz="2400" b="0" u="none" strike="noStrike">
              <a:solidFill>
                <a:srgbClr val="000000"/>
              </a:solidFill>
              <a:uFillTx/>
              <a:latin typeface="Arial"/>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5"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dirty="0">
                <a:solidFill>
                  <a:schemeClr val="dk1"/>
                </a:solidFill>
                <a:uFillTx/>
                <a:latin typeface="Calibri Light"/>
              </a:rPr>
              <a:t>Beispiel: </a:t>
            </a:r>
            <a:r>
              <a:rPr lang="de-DE" sz="4400" b="0" u="none" strike="noStrike" dirty="0" err="1">
                <a:solidFill>
                  <a:schemeClr val="dk1"/>
                </a:solidFill>
                <a:uFillTx/>
                <a:latin typeface="Calibri Light"/>
              </a:rPr>
              <a:t>Component</a:t>
            </a:r>
            <a:r>
              <a:rPr lang="de-DE" sz="4400" b="0" u="none" strike="noStrike" dirty="0">
                <a:solidFill>
                  <a:schemeClr val="dk1"/>
                </a:solidFill>
                <a:uFillTx/>
                <a:latin typeface="Calibri Light"/>
              </a:rPr>
              <a:t> Klasse</a:t>
            </a:r>
            <a:endParaRPr lang="de-DE" sz="4400" b="0" u="none" strike="noStrike" dirty="0">
              <a:solidFill>
                <a:srgbClr val="000000"/>
              </a:solidFill>
              <a:uFillTx/>
              <a:latin typeface="Arial"/>
            </a:endParaRPr>
          </a:p>
        </p:txBody>
      </p:sp>
      <p:sp>
        <p:nvSpPr>
          <p:cNvPr id="496"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a:bodyPr>
          <a:lstStyle/>
          <a:p>
            <a:pPr indent="0" defTabSz="914400">
              <a:lnSpc>
                <a:spcPct val="90000"/>
              </a:lnSpc>
              <a:spcBef>
                <a:spcPts val="1001"/>
              </a:spcBef>
              <a:buNone/>
              <a:tabLst>
                <a:tab pos="0" algn="l"/>
              </a:tabLst>
            </a:pPr>
            <a:r>
              <a:rPr lang="de-DE" sz="1800" b="0" u="none" strike="noStrike">
                <a:solidFill>
                  <a:srgbClr val="0033B3"/>
                </a:solidFill>
                <a:uFillTx/>
                <a:latin typeface="Calibri"/>
              </a:rPr>
              <a:t>import </a:t>
            </a:r>
            <a:r>
              <a:rPr lang="de-DE" sz="1800" b="0" u="none" strike="noStrike">
                <a:solidFill>
                  <a:schemeClr val="dk1"/>
                </a:solidFill>
                <a:uFillTx/>
                <a:latin typeface="Calibri"/>
              </a:rPr>
              <a:t>{</a:t>
            </a:r>
            <a:r>
              <a:rPr lang="de-DE" sz="1800" b="0" u="none" strike="noStrike">
                <a:solidFill>
                  <a:srgbClr val="000000"/>
                </a:solidFill>
                <a:uFillTx/>
                <a:latin typeface="Calibri"/>
              </a:rPr>
              <a:t>ApplicationRef</a:t>
            </a:r>
            <a:r>
              <a:rPr lang="de-DE" sz="1800" b="0" u="none" strike="noStrike">
                <a:solidFill>
                  <a:schemeClr val="dk1"/>
                </a:solidFill>
                <a:uFillTx/>
                <a:latin typeface="Calibri"/>
              </a:rPr>
              <a:t>, </a:t>
            </a:r>
            <a:r>
              <a:rPr lang="de-DE" sz="1800" b="0" u="none" strike="noStrike">
                <a:solidFill>
                  <a:srgbClr val="830091"/>
                </a:solidFill>
                <a:uFillTx/>
                <a:latin typeface="Calibri"/>
              </a:rPr>
              <a:t>Component</a:t>
            </a:r>
            <a:r>
              <a:rPr lang="de-DE" sz="1800" b="0" u="none" strike="noStrike">
                <a:solidFill>
                  <a:schemeClr val="dk1"/>
                </a:solidFill>
                <a:uFillTx/>
                <a:latin typeface="Calibri"/>
              </a:rPr>
              <a:t>, </a:t>
            </a:r>
            <a:r>
              <a:rPr lang="de-DE" sz="1800" b="0" u="none" strike="noStrike">
                <a:solidFill>
                  <a:srgbClr val="000000"/>
                </a:solidFill>
                <a:uFillTx/>
                <a:latin typeface="Calibri"/>
              </a:rPr>
              <a:t>OnDestroy</a:t>
            </a:r>
            <a:r>
              <a:rPr lang="de-DE" sz="1800" b="0" u="none" strike="noStrike">
                <a:solidFill>
                  <a:schemeClr val="dk1"/>
                </a:solidFill>
                <a:uFillTx/>
                <a:latin typeface="Calibri"/>
              </a:rPr>
              <a:t>, </a:t>
            </a:r>
            <a:r>
              <a:rPr lang="de-DE" sz="1800" b="0" u="none" strike="noStrike">
                <a:solidFill>
                  <a:srgbClr val="000000"/>
                </a:solidFill>
                <a:uFillTx/>
                <a:latin typeface="Calibri"/>
              </a:rPr>
              <a:t>OnInit</a:t>
            </a:r>
            <a:r>
              <a:rPr lang="de-DE" sz="1800" b="0" u="none" strike="noStrike">
                <a:solidFill>
                  <a:schemeClr val="dk1"/>
                </a:solidFill>
                <a:uFillTx/>
                <a:latin typeface="Calibri"/>
              </a:rPr>
              <a:t>} </a:t>
            </a:r>
            <a:r>
              <a:rPr lang="de-DE" sz="1800" b="0" u="none" strike="noStrike">
                <a:solidFill>
                  <a:srgbClr val="0033B3"/>
                </a:solidFill>
                <a:uFillTx/>
                <a:latin typeface="Calibri"/>
              </a:rPr>
              <a:t>from </a:t>
            </a:r>
            <a:r>
              <a:rPr lang="de-DE" sz="1800" b="0" u="none" strike="noStrike">
                <a:solidFill>
                  <a:srgbClr val="067D17"/>
                </a:solidFill>
                <a:uFillTx/>
                <a:latin typeface="Calibri"/>
              </a:rPr>
              <a:t>"@angular/core"</a:t>
            </a:r>
            <a:r>
              <a:rPr lang="de-DE" sz="1800" b="0" u="none" strike="noStrike">
                <a:solidFill>
                  <a:schemeClr val="dk1"/>
                </a:solidFill>
                <a:uFillTx/>
                <a:latin typeface="Calibri"/>
              </a:rPr>
              <a:t>;</a:t>
            </a:r>
            <a:endParaRPr lang="de-DE" sz="1800" b="0" u="none" strike="noStrike">
              <a:solidFill>
                <a:srgbClr val="000000"/>
              </a:solidFill>
              <a:uFillTx/>
              <a:latin typeface="Arial"/>
            </a:endParaRPr>
          </a:p>
          <a:p>
            <a:pPr indent="0" defTabSz="914400">
              <a:lnSpc>
                <a:spcPct val="90000"/>
              </a:lnSpc>
              <a:spcBef>
                <a:spcPts val="1001"/>
              </a:spcBef>
              <a:buNone/>
              <a:tabLst>
                <a:tab pos="0" algn="l"/>
              </a:tabLst>
            </a:pPr>
            <a:r>
              <a:rPr lang="de-DE" sz="1800" b="0" u="none" strike="noStrike">
                <a:solidFill>
                  <a:srgbClr val="9E880D"/>
                </a:solidFill>
                <a:uFillTx/>
                <a:latin typeface="Calibri"/>
              </a:rPr>
              <a:t>@Component</a:t>
            </a:r>
            <a:r>
              <a:rPr lang="de-DE" sz="1800" b="0" u="none" strike="noStrike">
                <a:solidFill>
                  <a:schemeClr val="dk1"/>
                </a:solidFill>
                <a:uFillTx/>
                <a:latin typeface="Calibri"/>
              </a:rPr>
              <a:t>({</a:t>
            </a:r>
            <a:br>
              <a:rPr sz="1800"/>
            </a:br>
            <a:r>
              <a:rPr lang="de-DE" sz="1800" b="0" u="none" strike="noStrike">
                <a:solidFill>
                  <a:schemeClr val="dk1"/>
                </a:solidFill>
                <a:uFillTx/>
                <a:latin typeface="Calibri"/>
              </a:rPr>
              <a:t>    </a:t>
            </a:r>
            <a:r>
              <a:rPr lang="de-DE" sz="1800" b="0" u="none" strike="noStrike">
                <a:solidFill>
                  <a:srgbClr val="871094"/>
                </a:solidFill>
                <a:uFillTx/>
                <a:latin typeface="Calibri"/>
              </a:rPr>
              <a:t>selector</a:t>
            </a:r>
            <a:r>
              <a:rPr lang="de-DE" sz="1800" b="0" u="none" strike="noStrike">
                <a:solidFill>
                  <a:schemeClr val="dk1"/>
                </a:solidFill>
                <a:uFillTx/>
                <a:latin typeface="Calibri"/>
              </a:rPr>
              <a:t>: </a:t>
            </a:r>
            <a:r>
              <a:rPr lang="de-DE" sz="1800" b="0" u="none" strike="noStrike">
                <a:solidFill>
                  <a:srgbClr val="067D17"/>
                </a:solidFill>
                <a:uFillTx/>
                <a:latin typeface="Calibri"/>
              </a:rPr>
              <a:t>“app-root"</a:t>
            </a:r>
            <a:r>
              <a:rPr lang="de-DE" sz="1800" b="0" u="none" strike="noStrike">
                <a:solidFill>
                  <a:schemeClr val="dk1"/>
                </a:solidFill>
                <a:uFillTx/>
                <a:latin typeface="Calibri"/>
              </a:rPr>
              <a:t>,</a:t>
            </a:r>
            <a:br>
              <a:rPr sz="1800"/>
            </a:br>
            <a:r>
              <a:rPr lang="de-DE" sz="1800" b="0" u="none" strike="noStrike">
                <a:solidFill>
                  <a:schemeClr val="dk1"/>
                </a:solidFill>
                <a:uFillTx/>
                <a:latin typeface="Calibri"/>
              </a:rPr>
              <a:t>    </a:t>
            </a:r>
            <a:r>
              <a:rPr lang="de-DE" sz="1800" b="0" u="none" strike="noStrike">
                <a:solidFill>
                  <a:srgbClr val="871094"/>
                </a:solidFill>
                <a:uFillTx/>
                <a:latin typeface="Calibri"/>
              </a:rPr>
              <a:t>templateUrl</a:t>
            </a:r>
            <a:r>
              <a:rPr lang="de-DE" sz="1800" b="0" u="none" strike="noStrike">
                <a:solidFill>
                  <a:schemeClr val="dk1"/>
                </a:solidFill>
                <a:uFillTx/>
                <a:latin typeface="Calibri"/>
              </a:rPr>
              <a:t>: </a:t>
            </a:r>
            <a:r>
              <a:rPr lang="de-DE" sz="1800" b="0" u="none" strike="noStrike">
                <a:solidFill>
                  <a:srgbClr val="067D17"/>
                </a:solidFill>
                <a:uFillTx/>
                <a:latin typeface="Calibri"/>
              </a:rPr>
              <a:t>"./app.component.html"</a:t>
            </a:r>
            <a:r>
              <a:rPr lang="de-DE" sz="1800" b="0" u="none" strike="noStrike">
                <a:solidFill>
                  <a:schemeClr val="dk1"/>
                </a:solidFill>
                <a:uFillTx/>
                <a:latin typeface="Calibri"/>
              </a:rPr>
              <a:t>,</a:t>
            </a:r>
            <a:br>
              <a:rPr sz="1800"/>
            </a:br>
            <a:r>
              <a:rPr lang="de-DE" sz="1800" b="0" u="none" strike="noStrike">
                <a:solidFill>
                  <a:schemeClr val="dk1"/>
                </a:solidFill>
                <a:uFillTx/>
                <a:latin typeface="Calibri"/>
              </a:rPr>
              <a:t>    </a:t>
            </a:r>
            <a:r>
              <a:rPr lang="de-DE" sz="1800" b="0" u="none" strike="noStrike">
                <a:solidFill>
                  <a:srgbClr val="871094"/>
                </a:solidFill>
                <a:uFillTx/>
                <a:latin typeface="Calibri"/>
              </a:rPr>
              <a:t>styleUrls</a:t>
            </a:r>
            <a:r>
              <a:rPr lang="de-DE" sz="1800" b="0" u="none" strike="noStrike">
                <a:solidFill>
                  <a:schemeClr val="dk1"/>
                </a:solidFill>
                <a:uFillTx/>
                <a:latin typeface="Calibri"/>
              </a:rPr>
              <a:t>: [</a:t>
            </a:r>
            <a:r>
              <a:rPr lang="de-DE" sz="1800" b="0" u="none" strike="noStrike">
                <a:solidFill>
                  <a:srgbClr val="067D17"/>
                </a:solidFill>
                <a:uFillTx/>
                <a:latin typeface="Calibri"/>
              </a:rPr>
              <a:t>"./app.component.scss"</a:t>
            </a:r>
            <a:r>
              <a:rPr lang="de-DE" sz="1800" b="0" u="none" strike="noStrike">
                <a:solidFill>
                  <a:schemeClr val="dk1"/>
                </a:solidFill>
                <a:uFillTx/>
                <a:latin typeface="Calibri"/>
              </a:rPr>
              <a:t>],</a:t>
            </a:r>
            <a:br>
              <a:rPr sz="1800"/>
            </a:br>
            <a:r>
              <a:rPr lang="de-DE" sz="1800" b="0" u="none" strike="noStrike">
                <a:solidFill>
                  <a:schemeClr val="dk1"/>
                </a:solidFill>
                <a:uFillTx/>
                <a:latin typeface="Calibri"/>
              </a:rPr>
              <a:t>    </a:t>
            </a:r>
            <a:r>
              <a:rPr lang="de-DE" sz="1800" b="0" u="none" strike="noStrike">
                <a:solidFill>
                  <a:srgbClr val="871094"/>
                </a:solidFill>
                <a:uFillTx/>
                <a:latin typeface="Calibri"/>
              </a:rPr>
              <a:t>animations</a:t>
            </a:r>
            <a:r>
              <a:rPr lang="de-DE" sz="1800" b="0" u="none" strike="noStrike">
                <a:solidFill>
                  <a:schemeClr val="dk1"/>
                </a:solidFill>
                <a:uFillTx/>
                <a:latin typeface="Calibri"/>
              </a:rPr>
              <a:t>: [</a:t>
            </a:r>
            <a:r>
              <a:rPr lang="de-DE" sz="1800" b="0" u="none" strike="noStrike">
                <a:solidFill>
                  <a:srgbClr val="830091"/>
                </a:solidFill>
                <a:uFillTx/>
                <a:latin typeface="Calibri"/>
              </a:rPr>
              <a:t>fadeAnimation</a:t>
            </a:r>
            <a:r>
              <a:rPr lang="de-DE" sz="1800" b="0" u="none" strike="noStrike">
                <a:solidFill>
                  <a:schemeClr val="dk1"/>
                </a:solidFill>
                <a:uFillTx/>
                <a:latin typeface="Calibri"/>
              </a:rPr>
              <a:t>]</a:t>
            </a:r>
            <a:br>
              <a:rPr sz="1800"/>
            </a:br>
            <a:r>
              <a:rPr lang="de-DE" sz="1800" b="0" u="none" strike="noStrike">
                <a:solidFill>
                  <a:schemeClr val="dk1"/>
                </a:solidFill>
                <a:uFillTx/>
                <a:latin typeface="Calibri"/>
              </a:rPr>
              <a:t>})</a:t>
            </a:r>
            <a:br>
              <a:rPr sz="1800"/>
            </a:br>
            <a:r>
              <a:rPr lang="de-DE" sz="1800" b="0" u="none" strike="noStrike">
                <a:solidFill>
                  <a:srgbClr val="0033B3"/>
                </a:solidFill>
                <a:uFillTx/>
                <a:latin typeface="Calibri"/>
              </a:rPr>
              <a:t>export class </a:t>
            </a:r>
            <a:r>
              <a:rPr lang="de-DE" sz="1800" b="0" u="none" strike="noStrike">
                <a:solidFill>
                  <a:srgbClr val="000000"/>
                </a:solidFill>
                <a:uFillTx/>
                <a:latin typeface="Calibri"/>
              </a:rPr>
              <a:t>AppComponent </a:t>
            </a:r>
            <a:r>
              <a:rPr lang="de-DE" sz="1800" b="0" u="none" strike="noStrike">
                <a:solidFill>
                  <a:srgbClr val="0033B3"/>
                </a:solidFill>
                <a:uFillTx/>
                <a:latin typeface="Calibri"/>
              </a:rPr>
              <a:t>implements </a:t>
            </a:r>
            <a:r>
              <a:rPr lang="de-DE" sz="1800" b="0" u="none" strike="noStrike">
                <a:solidFill>
                  <a:srgbClr val="000000"/>
                </a:solidFill>
                <a:uFillTx/>
                <a:latin typeface="Calibri"/>
              </a:rPr>
              <a:t>OnInit</a:t>
            </a:r>
            <a:r>
              <a:rPr lang="de-DE" sz="1800" b="0" u="none" strike="noStrike">
                <a:solidFill>
                  <a:schemeClr val="dk1"/>
                </a:solidFill>
                <a:uFillTx/>
                <a:latin typeface="Calibri"/>
              </a:rPr>
              <a:t>, </a:t>
            </a:r>
            <a:r>
              <a:rPr lang="de-DE" sz="1800" b="0" u="none" strike="noStrike">
                <a:solidFill>
                  <a:srgbClr val="000000"/>
                </a:solidFill>
                <a:uFillTx/>
                <a:latin typeface="Calibri"/>
              </a:rPr>
              <a:t>OnDestroy </a:t>
            </a:r>
            <a:r>
              <a:rPr lang="de-DE" sz="1800" b="0" u="none" strike="noStrike">
                <a:solidFill>
                  <a:schemeClr val="dk1"/>
                </a:solidFill>
                <a:uFillTx/>
                <a:latin typeface="Calibri"/>
              </a:rPr>
              <a:t>{</a:t>
            </a:r>
            <a:br>
              <a:rPr sz="1800"/>
            </a:br>
            <a:br>
              <a:rPr sz="1800"/>
            </a:br>
            <a:r>
              <a:rPr lang="de-DE" sz="1800" b="0" u="none" strike="noStrike">
                <a:solidFill>
                  <a:schemeClr val="dk1"/>
                </a:solidFill>
                <a:uFillTx/>
                <a:latin typeface="Calibri"/>
              </a:rPr>
              <a:t>    </a:t>
            </a:r>
            <a:r>
              <a:rPr lang="de-DE" sz="1800" b="0" u="none" strike="noStrike">
                <a:solidFill>
                  <a:srgbClr val="0033B3"/>
                </a:solidFill>
                <a:uFillTx/>
                <a:latin typeface="Calibri"/>
              </a:rPr>
              <a:t>public </a:t>
            </a:r>
            <a:r>
              <a:rPr lang="de-DE" sz="1800" b="0" u="none" strike="noStrike">
                <a:solidFill>
                  <a:srgbClr val="871094"/>
                </a:solidFill>
                <a:uFillTx/>
                <a:latin typeface="Calibri"/>
              </a:rPr>
              <a:t>title </a:t>
            </a:r>
            <a:r>
              <a:rPr lang="de-DE" sz="1800" b="0" u="none" strike="noStrike">
                <a:solidFill>
                  <a:schemeClr val="dk1"/>
                </a:solidFill>
                <a:uFillTx/>
                <a:latin typeface="Calibri"/>
              </a:rPr>
              <a:t>= </a:t>
            </a:r>
            <a:r>
              <a:rPr lang="de-DE" sz="1800" b="0" u="none" strike="noStrike">
                <a:solidFill>
                  <a:srgbClr val="067D17"/>
                </a:solidFill>
                <a:uFillTx/>
                <a:latin typeface="Calibri"/>
              </a:rPr>
              <a:t>"theFrontend"</a:t>
            </a:r>
            <a:r>
              <a:rPr lang="de-DE" sz="1800" b="0" u="none" strike="noStrike">
                <a:solidFill>
                  <a:schemeClr val="dk1"/>
                </a:solidFill>
                <a:uFillTx/>
                <a:latin typeface="Calibri"/>
              </a:rPr>
              <a:t>;</a:t>
            </a:r>
            <a:endParaRPr lang="de-DE" sz="1800" b="0" u="none" strike="noStrike">
              <a:solidFill>
                <a:srgbClr val="000000"/>
              </a:solidFill>
              <a:uFillTx/>
              <a:latin typeface="Arial"/>
            </a:endParaRPr>
          </a:p>
        </p:txBody>
      </p:sp>
      <p:sp>
        <p:nvSpPr>
          <p:cNvPr id="497" name="Legende mit Linie 1 5"/>
          <p:cNvSpPr/>
          <p:nvPr/>
        </p:nvSpPr>
        <p:spPr>
          <a:xfrm>
            <a:off x="8696160" y="2734920"/>
            <a:ext cx="2554920" cy="754560"/>
          </a:xfrm>
          <a:prstGeom prst="borderCallout1">
            <a:avLst>
              <a:gd name="adj1" fmla="val 18750"/>
              <a:gd name="adj2" fmla="val -8333"/>
              <a:gd name="adj3" fmla="val -18598"/>
              <a:gd name="adj4" fmla="val -129136"/>
            </a:avLst>
          </a:prstGeom>
          <a:gradFill rotWithShape="0">
            <a:gsLst>
              <a:gs pos="0">
                <a:srgbClr val="98C861"/>
              </a:gs>
              <a:gs pos="50000">
                <a:srgbClr val="8BC63E"/>
              </a:gs>
              <a:gs pos="100000">
                <a:srgbClr val="7CB831"/>
              </a:gs>
            </a:gsLst>
            <a:lin ang="5400000"/>
          </a:gradFill>
          <a:ln w="0">
            <a:noFill/>
          </a:ln>
          <a:effectLst>
            <a:outerShdw blurRad="57240" dist="19080" dir="5400000" algn="ctr" rotWithShape="0">
              <a:srgbClr val="000000">
                <a:alpha val="63000"/>
              </a:srgbClr>
            </a:outerShdw>
          </a:effectLst>
        </p:spPr>
        <p:style>
          <a:lnRef idx="0">
            <a:schemeClr val="accent2"/>
          </a:lnRef>
          <a:fillRef idx="3">
            <a:schemeClr val="accent2"/>
          </a:fillRef>
          <a:effectRef idx="3">
            <a:schemeClr val="accent2"/>
          </a:effectRef>
          <a:fontRef idx="minor"/>
        </p:style>
        <p:txBody>
          <a:bodyPr lIns="90000" tIns="45000" rIns="90000" bIns="45000" anchor="ctr">
            <a:noAutofit/>
          </a:bodyPr>
          <a:lstStyle/>
          <a:p>
            <a:pPr algn="ctr" defTabSz="914400">
              <a:lnSpc>
                <a:spcPct val="100000"/>
              </a:lnSpc>
            </a:pPr>
            <a:r>
              <a:rPr lang="de-DE" sz="1800" b="0" u="none" strike="noStrike">
                <a:solidFill>
                  <a:schemeClr val="dk1"/>
                </a:solidFill>
                <a:uFillTx/>
                <a:latin typeface="Calibri"/>
              </a:rPr>
              <a:t>Referenz auf den Einstiegspunkt</a:t>
            </a:r>
            <a:endParaRPr lang="de-DE" sz="1800" b="0" u="none" strike="noStrike">
              <a:solidFill>
                <a:srgbClr val="000000"/>
              </a:solidFill>
              <a:uFillTx/>
              <a:latin typeface="Arial"/>
            </a:endParaRPr>
          </a:p>
        </p:txBody>
      </p:sp>
      <p:sp>
        <p:nvSpPr>
          <p:cNvPr id="498" name="Legende mit Linie 1 9"/>
          <p:cNvSpPr/>
          <p:nvPr/>
        </p:nvSpPr>
        <p:spPr>
          <a:xfrm>
            <a:off x="8696160" y="3706920"/>
            <a:ext cx="2554920" cy="682560"/>
          </a:xfrm>
          <a:prstGeom prst="borderCallout1">
            <a:avLst>
              <a:gd name="adj1" fmla="val 18750"/>
              <a:gd name="adj2" fmla="val -8333"/>
              <a:gd name="adj3" fmla="val -101397"/>
              <a:gd name="adj4" fmla="val -73759"/>
            </a:avLst>
          </a:prstGeom>
          <a:gradFill rotWithShape="0">
            <a:gsLst>
              <a:gs pos="0">
                <a:srgbClr val="98C861"/>
              </a:gs>
              <a:gs pos="50000">
                <a:srgbClr val="8BC63E"/>
              </a:gs>
              <a:gs pos="100000">
                <a:srgbClr val="7CB831"/>
              </a:gs>
            </a:gsLst>
            <a:lin ang="5400000"/>
          </a:gradFill>
          <a:ln w="0">
            <a:noFill/>
          </a:ln>
          <a:effectLst>
            <a:outerShdw blurRad="57240" dist="19080" dir="5400000" algn="ctr" rotWithShape="0">
              <a:srgbClr val="000000">
                <a:alpha val="63000"/>
              </a:srgbClr>
            </a:outerShdw>
          </a:effectLst>
        </p:spPr>
        <p:style>
          <a:lnRef idx="0">
            <a:schemeClr val="accent2"/>
          </a:lnRef>
          <a:fillRef idx="3">
            <a:schemeClr val="accent2"/>
          </a:fillRef>
          <a:effectRef idx="3">
            <a:schemeClr val="accent2"/>
          </a:effectRef>
          <a:fontRef idx="minor"/>
        </p:style>
        <p:txBody>
          <a:bodyPr lIns="90000" tIns="45000" rIns="90000" bIns="45000" anchor="ctr">
            <a:noAutofit/>
          </a:bodyPr>
          <a:lstStyle/>
          <a:p>
            <a:pPr algn="ctr" defTabSz="914400">
              <a:lnSpc>
                <a:spcPct val="100000"/>
              </a:lnSpc>
            </a:pPr>
            <a:r>
              <a:rPr lang="de-DE" sz="1800" b="0" u="none" strike="noStrike">
                <a:solidFill>
                  <a:schemeClr val="dk1"/>
                </a:solidFill>
                <a:uFillTx/>
                <a:latin typeface="Calibri"/>
              </a:rPr>
              <a:t>Referenz auf Template und CSS</a:t>
            </a:r>
            <a:endParaRPr lang="de-DE" sz="1800" b="0" u="none" strike="noStrike">
              <a:solidFill>
                <a:srgbClr val="000000"/>
              </a:solidFill>
              <a:uFillTx/>
              <a:latin typeface="Arial"/>
            </a:endParaRPr>
          </a:p>
        </p:txBody>
      </p:sp>
      <p:sp>
        <p:nvSpPr>
          <p:cNvPr id="499" name="Legende mit Linie 1 10"/>
          <p:cNvSpPr/>
          <p:nvPr/>
        </p:nvSpPr>
        <p:spPr>
          <a:xfrm>
            <a:off x="8696160" y="1690560"/>
            <a:ext cx="2554920" cy="754560"/>
          </a:xfrm>
          <a:prstGeom prst="borderCallout1">
            <a:avLst>
              <a:gd name="adj1" fmla="val 18750"/>
              <a:gd name="adj2" fmla="val -8333"/>
              <a:gd name="adj3" fmla="val 26754"/>
              <a:gd name="adj4" fmla="val -54499"/>
            </a:avLst>
          </a:prstGeom>
          <a:gradFill rotWithShape="0">
            <a:gsLst>
              <a:gs pos="0">
                <a:srgbClr val="98C861"/>
              </a:gs>
              <a:gs pos="50000">
                <a:srgbClr val="8BC63E"/>
              </a:gs>
              <a:gs pos="100000">
                <a:srgbClr val="7CB831"/>
              </a:gs>
            </a:gsLst>
            <a:lin ang="5400000"/>
          </a:gradFill>
          <a:ln w="0">
            <a:noFill/>
          </a:ln>
          <a:effectLst>
            <a:outerShdw blurRad="57240" dist="19080" dir="5400000" algn="ctr" rotWithShape="0">
              <a:srgbClr val="000000">
                <a:alpha val="63000"/>
              </a:srgbClr>
            </a:outerShdw>
          </a:effectLst>
        </p:spPr>
        <p:style>
          <a:lnRef idx="0">
            <a:schemeClr val="accent2"/>
          </a:lnRef>
          <a:fillRef idx="3">
            <a:schemeClr val="accent2"/>
          </a:fillRef>
          <a:effectRef idx="3">
            <a:schemeClr val="accent2"/>
          </a:effectRef>
          <a:fontRef idx="minor"/>
        </p:style>
        <p:txBody>
          <a:bodyPr lIns="90000" tIns="45000" rIns="90000" bIns="45000" anchor="ctr">
            <a:noAutofit/>
          </a:bodyPr>
          <a:lstStyle/>
          <a:p>
            <a:pPr algn="ctr" defTabSz="914400">
              <a:lnSpc>
                <a:spcPct val="100000"/>
              </a:lnSpc>
            </a:pPr>
            <a:r>
              <a:rPr lang="de-DE" sz="1800" b="0" u="none" strike="noStrike">
                <a:solidFill>
                  <a:schemeClr val="dk1"/>
                </a:solidFill>
                <a:uFillTx/>
                <a:latin typeface="Calibri"/>
              </a:rPr>
              <a:t>TypeScript-Import der Angular-Core-Bibliothek</a:t>
            </a:r>
            <a:endParaRPr lang="de-DE" sz="1800" b="0" u="none" strike="noStrike">
              <a:solidFill>
                <a:srgbClr val="000000"/>
              </a:solidFill>
              <a:uFillTx/>
              <a:latin typeface="Arial"/>
            </a:endParaRPr>
          </a:p>
        </p:txBody>
      </p:sp>
      <p:sp>
        <p:nvSpPr>
          <p:cNvPr id="500" name="Legende mit Linie 1 11"/>
          <p:cNvSpPr/>
          <p:nvPr/>
        </p:nvSpPr>
        <p:spPr>
          <a:xfrm>
            <a:off x="8696160" y="4552920"/>
            <a:ext cx="2554920" cy="754560"/>
          </a:xfrm>
          <a:prstGeom prst="borderCallout1">
            <a:avLst>
              <a:gd name="adj1" fmla="val 18750"/>
              <a:gd name="adj2" fmla="val -8333"/>
              <a:gd name="adj3" fmla="val -89533"/>
              <a:gd name="adj4" fmla="val -115378"/>
            </a:avLst>
          </a:prstGeom>
          <a:gradFill rotWithShape="0">
            <a:gsLst>
              <a:gs pos="0">
                <a:srgbClr val="98C861"/>
              </a:gs>
              <a:gs pos="50000">
                <a:srgbClr val="8BC63E"/>
              </a:gs>
              <a:gs pos="100000">
                <a:srgbClr val="7CB831"/>
              </a:gs>
            </a:gsLst>
            <a:lin ang="5400000"/>
          </a:gradFill>
          <a:ln w="0">
            <a:noFill/>
          </a:ln>
          <a:effectLst>
            <a:outerShdw blurRad="57240" dist="19080" dir="5400000" algn="ctr" rotWithShape="0">
              <a:srgbClr val="000000">
                <a:alpha val="63000"/>
              </a:srgbClr>
            </a:outerShdw>
          </a:effectLst>
        </p:spPr>
        <p:style>
          <a:lnRef idx="0">
            <a:schemeClr val="accent2"/>
          </a:lnRef>
          <a:fillRef idx="3">
            <a:schemeClr val="accent2"/>
          </a:fillRef>
          <a:effectRef idx="3">
            <a:schemeClr val="accent2"/>
          </a:effectRef>
          <a:fontRef idx="minor"/>
        </p:style>
        <p:txBody>
          <a:bodyPr lIns="90000" tIns="45000" rIns="90000" bIns="45000" anchor="ctr">
            <a:noAutofit/>
          </a:bodyPr>
          <a:lstStyle/>
          <a:p>
            <a:pPr algn="ctr" defTabSz="914400">
              <a:lnSpc>
                <a:spcPct val="100000"/>
              </a:lnSpc>
            </a:pPr>
            <a:r>
              <a:rPr lang="de-DE" sz="1800" b="0" u="none" strike="noStrike">
                <a:solidFill>
                  <a:schemeClr val="dk1"/>
                </a:solidFill>
                <a:uFillTx/>
                <a:latin typeface="Calibri"/>
              </a:rPr>
              <a:t>Definition einer Variablen und </a:t>
            </a:r>
            <a:endParaRPr lang="de-DE" sz="1800" b="0" u="none" strike="noStrike">
              <a:solidFill>
                <a:srgbClr val="000000"/>
              </a:solidFill>
              <a:uFillTx/>
              <a:latin typeface="Arial"/>
            </a:endParaRPr>
          </a:p>
          <a:p>
            <a:pPr algn="ctr" defTabSz="914400">
              <a:lnSpc>
                <a:spcPct val="100000"/>
              </a:lnSpc>
            </a:pPr>
            <a:r>
              <a:rPr lang="de-DE" sz="1800" b="0" u="none" strike="noStrike">
                <a:solidFill>
                  <a:schemeClr val="dk1"/>
                </a:solidFill>
                <a:uFillTx/>
                <a:latin typeface="Calibri"/>
              </a:rPr>
              <a:t>Wert-Zuweisung</a:t>
            </a:r>
            <a:endParaRPr lang="de-DE" sz="1800" b="0" u="none" strike="noStrike">
              <a:solidFill>
                <a:srgbClr val="000000"/>
              </a:solidFill>
              <a:uFillTx/>
              <a:latin typeface="Arial"/>
            </a:endParaRPr>
          </a:p>
        </p:txBody>
      </p:sp>
      <p:cxnSp>
        <p:nvCxnSpPr>
          <p:cNvPr id="501" name="Gerade Verbindung mit Pfeil 8"/>
          <p:cNvCxnSpPr/>
          <p:nvPr/>
        </p:nvCxnSpPr>
        <p:spPr>
          <a:xfrm flipH="1">
            <a:off x="7547040" y="2162520"/>
            <a:ext cx="1150560" cy="1440"/>
          </a:xfrm>
          <a:prstGeom prst="straightConnector1">
            <a:avLst/>
          </a:prstGeom>
          <a:ln w="0">
            <a:solidFill>
              <a:srgbClr val="1D9A78"/>
            </a:solidFill>
            <a:tailEnd type="triangle" w="med" len="med"/>
          </a:ln>
        </p:spPr>
      </p:cxnSp>
      <p:cxnSp>
        <p:nvCxnSpPr>
          <p:cNvPr id="502" name="Gerade Verbindung mit Pfeil 13"/>
          <p:cNvCxnSpPr/>
          <p:nvPr/>
        </p:nvCxnSpPr>
        <p:spPr>
          <a:xfrm flipH="1" flipV="1">
            <a:off x="3607200" y="2604240"/>
            <a:ext cx="5518440" cy="422280"/>
          </a:xfrm>
          <a:prstGeom prst="straightConnector1">
            <a:avLst/>
          </a:prstGeom>
          <a:ln w="0">
            <a:solidFill>
              <a:srgbClr val="1D9A78"/>
            </a:solidFill>
            <a:tailEnd type="triangle" w="med" len="med"/>
          </a:ln>
        </p:spPr>
      </p:cxnSp>
      <p:cxnSp>
        <p:nvCxnSpPr>
          <p:cNvPr id="503" name="Gerade Verbindung mit Pfeil 15"/>
          <p:cNvCxnSpPr>
            <a:stCxn id="498" idx="2"/>
          </p:cNvCxnSpPr>
          <p:nvPr/>
        </p:nvCxnSpPr>
        <p:spPr>
          <a:xfrm flipH="1" flipV="1">
            <a:off x="4672080" y="3108240"/>
            <a:ext cx="5301720" cy="1281600"/>
          </a:xfrm>
          <a:prstGeom prst="straightConnector1">
            <a:avLst/>
          </a:prstGeom>
          <a:ln w="0">
            <a:solidFill>
              <a:srgbClr val="1D9A78"/>
            </a:solidFill>
            <a:tailEnd type="triangle" w="med" len="med"/>
          </a:ln>
        </p:spPr>
      </p:cxnSp>
      <p:cxnSp>
        <p:nvCxnSpPr>
          <p:cNvPr id="504" name="Gerade Verbindung mit Pfeil 17"/>
          <p:cNvCxnSpPr/>
          <p:nvPr/>
        </p:nvCxnSpPr>
        <p:spPr>
          <a:xfrm flipH="1" flipV="1">
            <a:off x="3953880" y="4289760"/>
            <a:ext cx="4510800" cy="459000"/>
          </a:xfrm>
          <a:prstGeom prst="straightConnector1">
            <a:avLst/>
          </a:prstGeom>
          <a:ln w="0">
            <a:solidFill>
              <a:srgbClr val="1D9A78"/>
            </a:solidFill>
            <a:tailEnd type="triangle" w="med" len="med"/>
          </a:ln>
        </p:spPr>
      </p:cxn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5"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dirty="0">
                <a:solidFill>
                  <a:schemeClr val="dk1"/>
                </a:solidFill>
                <a:uFillTx/>
                <a:latin typeface="Calibri Light"/>
              </a:rPr>
              <a:t>Das HTML-Template einer </a:t>
            </a:r>
            <a:r>
              <a:rPr lang="de-DE" sz="4400" b="0" u="none" strike="noStrike" dirty="0" err="1">
                <a:solidFill>
                  <a:schemeClr val="dk1"/>
                </a:solidFill>
                <a:uFillTx/>
                <a:latin typeface="Calibri Light"/>
              </a:rPr>
              <a:t>Component</a:t>
            </a:r>
            <a:endParaRPr lang="de-DE" sz="4400" b="0" u="none" strike="noStrike" dirty="0">
              <a:solidFill>
                <a:srgbClr val="000000"/>
              </a:solidFill>
              <a:uFillTx/>
              <a:latin typeface="Arial"/>
            </a:endParaRPr>
          </a:p>
        </p:txBody>
      </p:sp>
      <p:grpSp>
        <p:nvGrpSpPr>
          <p:cNvPr id="506" name="Gruppieren 5"/>
          <p:cNvGrpSpPr/>
          <p:nvPr/>
        </p:nvGrpSpPr>
        <p:grpSpPr>
          <a:xfrm>
            <a:off x="838080" y="1384200"/>
            <a:ext cx="9035280" cy="5265720"/>
            <a:chOff x="838080" y="1384200"/>
            <a:chExt cx="9035280" cy="5265720"/>
          </a:xfrm>
        </p:grpSpPr>
        <p:pic>
          <p:nvPicPr>
            <p:cNvPr id="507" name="Picture 2"/>
            <p:cNvPicPr/>
            <p:nvPr/>
          </p:nvPicPr>
          <p:blipFill>
            <a:blip r:embed="rId2"/>
            <a:srcRect r="31407"/>
            <a:stretch/>
          </p:blipFill>
          <p:spPr>
            <a:xfrm>
              <a:off x="838080" y="1384200"/>
              <a:ext cx="7164360" cy="5265720"/>
            </a:xfrm>
            <a:prstGeom prst="rect">
              <a:avLst/>
            </a:prstGeom>
            <a:noFill/>
            <a:ln w="0">
              <a:noFill/>
            </a:ln>
          </p:spPr>
        </p:pic>
        <p:sp>
          <p:nvSpPr>
            <p:cNvPr id="508" name="Legende mit Linie 1 6"/>
            <p:cNvSpPr/>
            <p:nvPr/>
          </p:nvSpPr>
          <p:spPr>
            <a:xfrm>
              <a:off x="7318440" y="2037600"/>
              <a:ext cx="2554920" cy="1006560"/>
            </a:xfrm>
            <a:prstGeom prst="borderCallout1">
              <a:avLst>
                <a:gd name="adj1" fmla="val 18750"/>
                <a:gd name="adj2" fmla="val -8333"/>
                <a:gd name="adj3" fmla="val 37220"/>
                <a:gd name="adj4" fmla="val -87862"/>
              </a:avLst>
            </a:prstGeom>
            <a:gradFill rotWithShape="0">
              <a:gsLst>
                <a:gs pos="0">
                  <a:srgbClr val="98C861"/>
                </a:gs>
                <a:gs pos="50000">
                  <a:srgbClr val="8BC63E"/>
                </a:gs>
                <a:gs pos="100000">
                  <a:srgbClr val="7CB831"/>
                </a:gs>
              </a:gsLst>
              <a:lin ang="5400000"/>
            </a:gradFill>
            <a:ln w="0">
              <a:noFill/>
            </a:ln>
            <a:effectLst>
              <a:outerShdw blurRad="57240" dist="19080" dir="5400000" algn="ctr" rotWithShape="0">
                <a:srgbClr val="000000">
                  <a:alpha val="63000"/>
                </a:srgbClr>
              </a:outerShdw>
            </a:effectLst>
          </p:spPr>
          <p:style>
            <a:lnRef idx="0">
              <a:schemeClr val="accent2"/>
            </a:lnRef>
            <a:fillRef idx="3">
              <a:schemeClr val="accent2"/>
            </a:fillRef>
            <a:effectRef idx="3">
              <a:schemeClr val="accent2"/>
            </a:effectRef>
            <a:fontRef idx="minor"/>
          </p:style>
          <p:txBody>
            <a:bodyPr lIns="90000" tIns="45000" rIns="90000" bIns="45000" anchor="ctr">
              <a:noAutofit/>
            </a:bodyPr>
            <a:lstStyle/>
            <a:p>
              <a:pPr algn="ctr" defTabSz="914400">
                <a:lnSpc>
                  <a:spcPct val="100000"/>
                </a:lnSpc>
              </a:pPr>
              <a:r>
                <a:rPr lang="de-DE" sz="1800" b="0" u="none" strike="noStrike">
                  <a:solidFill>
                    <a:schemeClr val="dk1"/>
                  </a:solidFill>
                  <a:uFillTx/>
                  <a:latin typeface="Calibri"/>
                </a:rPr>
                <a:t>Referenzieren der Component-Variable mit Interpolation</a:t>
              </a:r>
              <a:endParaRPr lang="de-DE" sz="1800" b="0" u="none" strike="noStrike">
                <a:solidFill>
                  <a:srgbClr val="000000"/>
                </a:solidFill>
                <a:uFillTx/>
                <a:latin typeface="Arial"/>
              </a:endParaRPr>
            </a:p>
          </p:txBody>
        </p:sp>
      </p:grpSp>
      <p:cxnSp>
        <p:nvCxnSpPr>
          <p:cNvPr id="509" name="Gerade Verbindung mit Pfeil 8"/>
          <p:cNvCxnSpPr/>
          <p:nvPr/>
        </p:nvCxnSpPr>
        <p:spPr>
          <a:xfrm flipH="1">
            <a:off x="5198040" y="2541240"/>
            <a:ext cx="2121480" cy="15480"/>
          </a:xfrm>
          <a:prstGeom prst="straightConnector1">
            <a:avLst/>
          </a:prstGeom>
          <a:ln w="0">
            <a:solidFill>
              <a:srgbClr val="1D9A78"/>
            </a:solidFill>
            <a:tailEnd type="triangle" w="med" len="med"/>
          </a:ln>
        </p:spPr>
      </p:cxn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527" name="Rectangle 7">
            <a:extLst>
              <a:ext uri="{C183D7F6-B498-43B3-948B-1728B52AA6E4}">
                <adec:decorative xmlns:adec="http://schemas.microsoft.com/office/drawing/2017/decorative" val="1"/>
              </a:ext>
            </a:extLst>
          </p:cNvPr>
          <p:cNvSpPr/>
          <p:nvPr/>
        </p:nvSpPr>
        <p:spPr>
          <a:xfrm>
            <a:off x="0" y="0"/>
            <a:ext cx="12190680" cy="19098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528"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rmAutofit/>
          </a:bodyPr>
          <a:lstStyle/>
          <a:p>
            <a:pPr indent="0" defTabSz="914400">
              <a:lnSpc>
                <a:spcPct val="90000"/>
              </a:lnSpc>
              <a:buNone/>
              <a:tabLst>
                <a:tab pos="0" algn="l"/>
              </a:tabLst>
            </a:pPr>
            <a:r>
              <a:rPr lang="de-DE" sz="4600" b="0" u="none" strike="noStrike">
                <a:solidFill>
                  <a:srgbClr val="FFFFFF"/>
                </a:solidFill>
                <a:uFillTx/>
                <a:latin typeface="Calibri Light"/>
              </a:rPr>
              <a:t>Kompletter Ablauf</a:t>
            </a:r>
            <a:endParaRPr lang="de-DE" sz="4600" b="0" u="none" strike="noStrike">
              <a:solidFill>
                <a:srgbClr val="000000"/>
              </a:solidFill>
              <a:uFillTx/>
              <a:latin typeface="Arial"/>
            </a:endParaRPr>
          </a:p>
        </p:txBody>
      </p:sp>
      <p:sp>
        <p:nvSpPr>
          <p:cNvPr id="529" name="PlaceHolder 2"/>
          <p:cNvSpPr>
            <a:spLocks noGrp="1"/>
          </p:cNvSpPr>
          <p:nvPr>
            <p:ph/>
          </p:nvPr>
        </p:nvSpPr>
        <p:spPr>
          <a:xfrm>
            <a:off x="838080" y="2438280"/>
            <a:ext cx="10514160" cy="3737160"/>
          </a:xfrm>
          <a:prstGeom prst="rect">
            <a:avLst/>
          </a:prstGeom>
          <a:noFill/>
          <a:ln w="0">
            <a:noFill/>
          </a:ln>
        </p:spPr>
        <p:txBody>
          <a:bodyPr lIns="91440" tIns="45720" rIns="91440" bIns="45720" anchor="t">
            <a:normAutofit lnSpcReduction="9999"/>
          </a:bodyPr>
          <a:lstStyle/>
          <a:p>
            <a:pPr marL="228600" indent="-228600" defTabSz="914400">
              <a:lnSpc>
                <a:spcPct val="90000"/>
              </a:lnSpc>
              <a:spcBef>
                <a:spcPts val="1001"/>
              </a:spcBef>
              <a:buClr>
                <a:srgbClr val="000000"/>
              </a:buClr>
              <a:buFont typeface="Arial"/>
              <a:buChar char="•"/>
            </a:pPr>
            <a:r>
              <a:rPr lang="de-DE" sz="2800" b="0" u="none" strike="noStrike" dirty="0">
                <a:solidFill>
                  <a:schemeClr val="dk1"/>
                </a:solidFill>
                <a:uFillTx/>
                <a:latin typeface="Calibri"/>
              </a:rPr>
              <a:t>Ablauf insgesamt</a:t>
            </a:r>
            <a:endParaRPr lang="de-DE" sz="2800" b="0" u="none" strike="noStrike" dirty="0">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dirty="0">
                <a:solidFill>
                  <a:schemeClr val="dk1"/>
                </a:solidFill>
                <a:uFillTx/>
                <a:latin typeface="Calibri"/>
              </a:rPr>
              <a:t>Aufruf </a:t>
            </a:r>
            <a:r>
              <a:rPr lang="de-DE" sz="2400" b="0" u="none" strike="noStrike" dirty="0" err="1">
                <a:solidFill>
                  <a:schemeClr val="dk1"/>
                </a:solidFill>
                <a:uFillTx/>
                <a:latin typeface="Calibri"/>
              </a:rPr>
              <a:t>bootstrapApplication</a:t>
            </a:r>
            <a:r>
              <a:rPr lang="de-DE" sz="2400" b="0" u="none" strike="noStrike" dirty="0">
                <a:solidFill>
                  <a:schemeClr val="dk1"/>
                </a:solidFill>
                <a:uFillTx/>
                <a:latin typeface="Calibri"/>
              </a:rPr>
              <a:t> mit </a:t>
            </a:r>
            <a:r>
              <a:rPr lang="de-DE" sz="2400" dirty="0" err="1">
                <a:solidFill>
                  <a:schemeClr val="dk1"/>
                </a:solidFill>
                <a:latin typeface="Calibri"/>
              </a:rPr>
              <a:t>Component</a:t>
            </a:r>
            <a:r>
              <a:rPr lang="de-DE" sz="2400" b="0" u="none" strike="noStrike" dirty="0">
                <a:solidFill>
                  <a:schemeClr val="dk1"/>
                </a:solidFill>
                <a:uFillTx/>
                <a:latin typeface="Calibri"/>
              </a:rPr>
              <a:t> (</a:t>
            </a:r>
            <a:r>
              <a:rPr lang="de-DE" sz="2400" b="0" u="none" strike="noStrike" dirty="0" err="1">
                <a:solidFill>
                  <a:schemeClr val="dk1"/>
                </a:solidFill>
                <a:uFillTx/>
                <a:latin typeface="Calibri"/>
              </a:rPr>
              <a:t>AppComponent</a:t>
            </a:r>
            <a:r>
              <a:rPr lang="de-DE" sz="2400" b="0" u="none" strike="noStrike" dirty="0">
                <a:solidFill>
                  <a:schemeClr val="dk1"/>
                </a:solidFill>
                <a:uFillTx/>
                <a:latin typeface="Calibri"/>
              </a:rPr>
              <a:t>)</a:t>
            </a:r>
            <a:endParaRPr lang="de-DE" sz="2400" b="0" u="none" strike="noStrike" dirty="0">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dirty="0">
                <a:solidFill>
                  <a:schemeClr val="dk1"/>
                </a:solidFill>
                <a:uFillTx/>
                <a:latin typeface="Calibri"/>
              </a:rPr>
              <a:t>Komponenten-Klasse hat Decorator</a:t>
            </a:r>
            <a:endParaRPr lang="de-DE" sz="2400" b="0" u="none" strike="noStrike" dirty="0">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dirty="0">
                <a:solidFill>
                  <a:schemeClr val="dk1"/>
                </a:solidFill>
                <a:uFillTx/>
                <a:latin typeface="Calibri"/>
              </a:rPr>
              <a:t>Komponenten-Decorator hat Feld </a:t>
            </a:r>
            <a:r>
              <a:rPr lang="de-DE" sz="2400" b="0" u="none" strike="noStrike" dirty="0" err="1">
                <a:solidFill>
                  <a:schemeClr val="dk1"/>
                </a:solidFill>
                <a:uFillTx/>
                <a:latin typeface="Calibri"/>
              </a:rPr>
              <a:t>selector</a:t>
            </a:r>
            <a:endParaRPr lang="de-DE" sz="2400" b="0" u="none" strike="noStrike" dirty="0">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dirty="0" err="1">
                <a:solidFill>
                  <a:schemeClr val="dk1"/>
                </a:solidFill>
                <a:uFillTx/>
                <a:latin typeface="Calibri"/>
              </a:rPr>
              <a:t>Selector</a:t>
            </a:r>
            <a:r>
              <a:rPr lang="de-DE" sz="2400" b="0" u="none" strike="noStrike" dirty="0">
                <a:solidFill>
                  <a:schemeClr val="dk1"/>
                </a:solidFill>
                <a:uFillTx/>
                <a:latin typeface="Calibri"/>
              </a:rPr>
              <a:t> wird in DOM aus </a:t>
            </a:r>
            <a:r>
              <a:rPr lang="de-DE" sz="2400" b="0" u="none" strike="noStrike" dirty="0" err="1">
                <a:solidFill>
                  <a:schemeClr val="dk1"/>
                </a:solidFill>
                <a:uFillTx/>
                <a:latin typeface="Calibri"/>
              </a:rPr>
              <a:t>index.html</a:t>
            </a:r>
            <a:r>
              <a:rPr lang="de-DE" sz="2400" b="0" u="none" strike="noStrike" dirty="0">
                <a:solidFill>
                  <a:schemeClr val="dk1"/>
                </a:solidFill>
                <a:uFillTx/>
                <a:latin typeface="Calibri"/>
              </a:rPr>
              <a:t> gesucht</a:t>
            </a:r>
            <a:endParaRPr lang="de-DE" sz="2400" b="0" u="none" strike="noStrike" dirty="0">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dirty="0">
                <a:solidFill>
                  <a:schemeClr val="dk1"/>
                </a:solidFill>
                <a:uFillTx/>
                <a:latin typeface="Calibri"/>
              </a:rPr>
              <a:t>Komponente wird instanziiert</a:t>
            </a:r>
            <a:endParaRPr lang="de-DE" sz="2400" b="0" u="none" strike="noStrike" dirty="0">
              <a:solidFill>
                <a:srgbClr val="000000"/>
              </a:solidFill>
              <a:uFillTx/>
              <a:latin typeface="Arial"/>
            </a:endParaRPr>
          </a:p>
          <a:p>
            <a:pPr indent="0" defTabSz="914400">
              <a:lnSpc>
                <a:spcPct val="90000"/>
              </a:lnSpc>
              <a:spcBef>
                <a:spcPts val="1001"/>
              </a:spcBef>
              <a:buNone/>
              <a:tabLst>
                <a:tab pos="0" algn="l"/>
              </a:tabLst>
            </a:pPr>
            <a:endParaRPr lang="de-DE" sz="2600" b="0" u="none" strike="noStrike" dirty="0">
              <a:solidFill>
                <a:srgbClr val="000000"/>
              </a:solidFill>
              <a:uFillTx/>
              <a:latin typeface="Arial"/>
            </a:endParaRP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10"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Bootstrapping einer Standalone-App</a:t>
            </a:r>
            <a:endParaRPr lang="de-DE" sz="4400" b="0" u="none" strike="noStrike">
              <a:solidFill>
                <a:srgbClr val="000000"/>
              </a:solidFill>
              <a:uFillTx/>
              <a:latin typeface="Arial"/>
            </a:endParaRPr>
          </a:p>
        </p:txBody>
      </p:sp>
      <p:sp>
        <p:nvSpPr>
          <p:cNvPr id="811"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a:bodyPr>
          <a:lstStyle/>
          <a:p>
            <a:pPr indent="0" defTabSz="914400">
              <a:lnSpc>
                <a:spcPct val="90000"/>
              </a:lnSpc>
              <a:spcBef>
                <a:spcPts val="580"/>
              </a:spcBef>
              <a:buNone/>
              <a:tabLst>
                <a:tab pos="0" algn="l"/>
              </a:tabLst>
            </a:pPr>
            <a:r>
              <a:rPr lang="de-DE" sz="1600" b="0" u="none" strike="noStrike">
                <a:solidFill>
                  <a:srgbClr val="1E347B"/>
                </a:solidFill>
                <a:uFillTx/>
                <a:latin typeface="SourceCodePro"/>
              </a:rPr>
              <a:t>// src/main.ts</a:t>
            </a:r>
            <a:endParaRPr lang="de-DE" sz="1600" b="0" u="none" strike="noStrike">
              <a:solidFill>
                <a:srgbClr val="000000"/>
              </a:solidFill>
              <a:uFillTx/>
              <a:latin typeface="Arial"/>
            </a:endParaRPr>
          </a:p>
          <a:p>
            <a:pPr indent="0" defTabSz="914400">
              <a:lnSpc>
                <a:spcPct val="90000"/>
              </a:lnSpc>
              <a:spcBef>
                <a:spcPts val="580"/>
              </a:spcBef>
              <a:buNone/>
              <a:tabLst>
                <a:tab pos="0" algn="l"/>
              </a:tabLst>
            </a:pPr>
            <a:r>
              <a:rPr lang="de-DE" sz="1600" b="0" u="none" strike="noStrike">
                <a:solidFill>
                  <a:srgbClr val="1E347B"/>
                </a:solidFill>
                <a:uFillTx/>
                <a:latin typeface="SourceCodePro"/>
              </a:rPr>
              <a:t>import { bootstrapApplication } from '@angular/platform-browser';</a:t>
            </a:r>
            <a:endParaRPr lang="de-DE" sz="1600" b="0" u="none" strike="noStrike">
              <a:solidFill>
                <a:srgbClr val="000000"/>
              </a:solidFill>
              <a:uFillTx/>
              <a:latin typeface="Arial"/>
            </a:endParaRPr>
          </a:p>
          <a:p>
            <a:pPr indent="0" defTabSz="914400">
              <a:lnSpc>
                <a:spcPct val="90000"/>
              </a:lnSpc>
              <a:spcBef>
                <a:spcPts val="580"/>
              </a:spcBef>
              <a:buNone/>
              <a:tabLst>
                <a:tab pos="0" algn="l"/>
              </a:tabLst>
            </a:pPr>
            <a:r>
              <a:rPr lang="de-DE" sz="1600" b="0" u="none" strike="noStrike">
                <a:solidFill>
                  <a:srgbClr val="1E347B"/>
                </a:solidFill>
                <a:uFillTx/>
                <a:latin typeface="SourceCodePro"/>
              </a:rPr>
              <a:t>import { provideZonelessChangeDetection } from '@angular/core';</a:t>
            </a:r>
            <a:endParaRPr lang="de-DE" sz="1600" b="0" u="none" strike="noStrike">
              <a:solidFill>
                <a:srgbClr val="000000"/>
              </a:solidFill>
              <a:uFillTx/>
              <a:latin typeface="Arial"/>
            </a:endParaRPr>
          </a:p>
          <a:p>
            <a:pPr indent="0" defTabSz="914400">
              <a:lnSpc>
                <a:spcPct val="90000"/>
              </a:lnSpc>
              <a:spcBef>
                <a:spcPts val="580"/>
              </a:spcBef>
              <a:buNone/>
              <a:tabLst>
                <a:tab pos="0" algn="l"/>
              </a:tabLst>
            </a:pPr>
            <a:r>
              <a:rPr lang="de-DE" sz="1600" b="0" u="none" strike="noStrike">
                <a:solidFill>
                  <a:srgbClr val="1E347B"/>
                </a:solidFill>
                <a:uFillTx/>
                <a:latin typeface="SourceCodePro"/>
              </a:rPr>
              <a:t>import { provideRouter } from '@angular/router';</a:t>
            </a:r>
            <a:endParaRPr lang="de-DE" sz="1600" b="0" u="none" strike="noStrike">
              <a:solidFill>
                <a:srgbClr val="000000"/>
              </a:solidFill>
              <a:uFillTx/>
              <a:latin typeface="Arial"/>
            </a:endParaRPr>
          </a:p>
          <a:p>
            <a:pPr indent="0" defTabSz="914400">
              <a:lnSpc>
                <a:spcPct val="90000"/>
              </a:lnSpc>
              <a:spcBef>
                <a:spcPts val="580"/>
              </a:spcBef>
              <a:buNone/>
              <a:tabLst>
                <a:tab pos="0" algn="l"/>
              </a:tabLst>
            </a:pPr>
            <a:r>
              <a:rPr lang="de-DE" sz="1600" b="0" u="none" strike="noStrike">
                <a:solidFill>
                  <a:srgbClr val="1E347B"/>
                </a:solidFill>
                <a:uFillTx/>
                <a:latin typeface="SourceCodePro"/>
              </a:rPr>
              <a:t>import { provideHttpClient } from '@angular/common/http';</a:t>
            </a:r>
            <a:endParaRPr lang="de-DE" sz="1600" b="0" u="none" strike="noStrike">
              <a:solidFill>
                <a:srgbClr val="000000"/>
              </a:solidFill>
              <a:uFillTx/>
              <a:latin typeface="Arial"/>
            </a:endParaRPr>
          </a:p>
          <a:p>
            <a:pPr indent="0" defTabSz="914400">
              <a:lnSpc>
                <a:spcPct val="90000"/>
              </a:lnSpc>
              <a:spcBef>
                <a:spcPts val="580"/>
              </a:spcBef>
              <a:buNone/>
              <a:tabLst>
                <a:tab pos="0" algn="l"/>
              </a:tabLst>
            </a:pPr>
            <a:r>
              <a:rPr lang="de-DE" sz="1600" b="0" u="none" strike="noStrike">
                <a:solidFill>
                  <a:srgbClr val="1E347B"/>
                </a:solidFill>
                <a:uFillTx/>
                <a:latin typeface="SourceCodePro"/>
              </a:rPr>
              <a:t>import { AppComponent } from './app/app.component';</a:t>
            </a:r>
            <a:endParaRPr lang="de-DE" sz="1600" b="0" u="none" strike="noStrike">
              <a:solidFill>
                <a:srgbClr val="000000"/>
              </a:solidFill>
              <a:uFillTx/>
              <a:latin typeface="Arial"/>
            </a:endParaRPr>
          </a:p>
          <a:p>
            <a:pPr indent="0" defTabSz="914400">
              <a:lnSpc>
                <a:spcPct val="90000"/>
              </a:lnSpc>
              <a:spcBef>
                <a:spcPts val="580"/>
              </a:spcBef>
              <a:buNone/>
              <a:tabLst>
                <a:tab pos="0" algn="l"/>
              </a:tabLst>
            </a:pPr>
            <a:r>
              <a:rPr lang="de-DE" sz="1600" b="0" u="none" strike="noStrike">
                <a:solidFill>
                  <a:srgbClr val="1E347B"/>
                </a:solidFill>
                <a:uFillTx/>
                <a:latin typeface="SourceCodePro"/>
              </a:rPr>
              <a:t>import { routes } from './app/app.routes';</a:t>
            </a:r>
            <a:endParaRPr lang="de-DE" sz="1600" b="0" u="none" strike="noStrike">
              <a:solidFill>
                <a:srgbClr val="000000"/>
              </a:solidFill>
              <a:uFillTx/>
              <a:latin typeface="Arial"/>
            </a:endParaRPr>
          </a:p>
          <a:p>
            <a:pPr indent="0" defTabSz="914400">
              <a:lnSpc>
                <a:spcPct val="90000"/>
              </a:lnSpc>
              <a:spcBef>
                <a:spcPts val="580"/>
              </a:spcBef>
              <a:buNone/>
              <a:tabLst>
                <a:tab pos="0" algn="l"/>
              </a:tabLst>
            </a:pPr>
            <a:r>
              <a:rPr lang="de-DE" sz="1600" b="0" u="none" strike="noStrike">
                <a:solidFill>
                  <a:srgbClr val="1E347B"/>
                </a:solidFill>
                <a:uFillTx/>
                <a:latin typeface="SourceCodePro"/>
              </a:rPr>
              <a:t/>
            </a:r>
            <a:endParaRPr lang="de-DE" sz="1600" b="0" u="none" strike="noStrike">
              <a:solidFill>
                <a:srgbClr val="000000"/>
              </a:solidFill>
              <a:uFillTx/>
              <a:latin typeface="Arial"/>
            </a:endParaRPr>
          </a:p>
          <a:p>
            <a:pPr indent="0" defTabSz="914400">
              <a:lnSpc>
                <a:spcPct val="90000"/>
              </a:lnSpc>
              <a:spcBef>
                <a:spcPts val="580"/>
              </a:spcBef>
              <a:buNone/>
              <a:tabLst>
                <a:tab pos="0" algn="l"/>
              </a:tabLst>
            </a:pPr>
            <a:r>
              <a:rPr lang="de-DE" sz="1600" b="0" u="none" strike="noStrike">
                <a:solidFill>
                  <a:srgbClr val="1E347B"/>
                </a:solidFill>
                <a:uFillTx/>
                <a:latin typeface="SourceCodePro"/>
              </a:rPr>
              <a:t>bootstrapApplication(AppComponent, {</a:t>
            </a:r>
            <a:endParaRPr lang="de-DE" sz="1600" b="0" u="none" strike="noStrike">
              <a:solidFill>
                <a:srgbClr val="000000"/>
              </a:solidFill>
              <a:uFillTx/>
              <a:latin typeface="Arial"/>
            </a:endParaRPr>
          </a:p>
          <a:p>
            <a:pPr indent="0" defTabSz="914400">
              <a:lnSpc>
                <a:spcPct val="90000"/>
              </a:lnSpc>
              <a:spcBef>
                <a:spcPts val="580"/>
              </a:spcBef>
              <a:buNone/>
              <a:tabLst>
                <a:tab pos="0" algn="l"/>
              </a:tabLst>
            </a:pPr>
            <a:r>
              <a:rPr lang="de-DE" sz="1600" b="0" u="none" strike="noStrike">
                <a:solidFill>
                  <a:srgbClr val="1E347B"/>
                </a:solidFill>
                <a:uFillTx/>
                <a:latin typeface="SourceCodePro"/>
              </a:rPr>
              <a:t>  providers: [</a:t>
            </a:r>
            <a:endParaRPr lang="de-DE" sz="1600" b="0" u="none" strike="noStrike">
              <a:solidFill>
                <a:srgbClr val="000000"/>
              </a:solidFill>
              <a:uFillTx/>
              <a:latin typeface="Arial"/>
            </a:endParaRPr>
          </a:p>
          <a:p>
            <a:pPr indent="0" defTabSz="914400">
              <a:lnSpc>
                <a:spcPct val="90000"/>
              </a:lnSpc>
              <a:spcBef>
                <a:spcPts val="580"/>
              </a:spcBef>
              <a:buNone/>
              <a:tabLst>
                <a:tab pos="0" algn="l"/>
              </a:tabLst>
            </a:pPr>
            <a:r>
              <a:rPr lang="de-DE" sz="1600" b="0" u="none" strike="noStrike">
                <a:solidFill>
                  <a:srgbClr val="1E347B"/>
                </a:solidFill>
                <a:uFillTx/>
                <a:latin typeface="SourceCodePro"/>
              </a:rPr>
              <a:t>    provideZonelessChangeDetection(),</a:t>
            </a:r>
            <a:endParaRPr lang="de-DE" sz="1600" b="0" u="none" strike="noStrike">
              <a:solidFill>
                <a:srgbClr val="000000"/>
              </a:solidFill>
              <a:uFillTx/>
              <a:latin typeface="Arial"/>
            </a:endParaRPr>
          </a:p>
          <a:p>
            <a:pPr indent="0" defTabSz="914400">
              <a:lnSpc>
                <a:spcPct val="90000"/>
              </a:lnSpc>
              <a:spcBef>
                <a:spcPts val="580"/>
              </a:spcBef>
              <a:buNone/>
              <a:tabLst>
                <a:tab pos="0" algn="l"/>
              </a:tabLst>
            </a:pPr>
            <a:r>
              <a:rPr lang="de-DE" sz="1600" b="0" u="none" strike="noStrike">
                <a:solidFill>
                  <a:srgbClr val="1E347B"/>
                </a:solidFill>
                <a:uFillTx/>
                <a:latin typeface="SourceCodePro"/>
              </a:rPr>
              <a:t>    provideRouter(routes),</a:t>
            </a:r>
            <a:endParaRPr lang="de-DE" sz="1600" b="0" u="none" strike="noStrike">
              <a:solidFill>
                <a:srgbClr val="000000"/>
              </a:solidFill>
              <a:uFillTx/>
              <a:latin typeface="Arial"/>
            </a:endParaRPr>
          </a:p>
          <a:p>
            <a:pPr indent="0" defTabSz="914400">
              <a:lnSpc>
                <a:spcPct val="90000"/>
              </a:lnSpc>
              <a:spcBef>
                <a:spcPts val="580"/>
              </a:spcBef>
              <a:buNone/>
              <a:tabLst>
                <a:tab pos="0" algn="l"/>
              </a:tabLst>
            </a:pPr>
            <a:r>
              <a:rPr lang="de-DE" sz="1600" b="0" u="none" strike="noStrike">
                <a:solidFill>
                  <a:srgbClr val="1E347B"/>
                </a:solidFill>
                <a:uFillTx/>
                <a:latin typeface="SourceCodePro"/>
              </a:rPr>
              <a:t>    provideHttpClient()</a:t>
            </a:r>
            <a:endParaRPr lang="de-DE" sz="1600" b="0" u="none" strike="noStrike">
              <a:solidFill>
                <a:srgbClr val="000000"/>
              </a:solidFill>
              <a:uFillTx/>
              <a:latin typeface="Arial"/>
            </a:endParaRPr>
          </a:p>
          <a:p>
            <a:pPr indent="0" defTabSz="914400">
              <a:lnSpc>
                <a:spcPct val="90000"/>
              </a:lnSpc>
              <a:spcBef>
                <a:spcPts val="580"/>
              </a:spcBef>
              <a:buNone/>
              <a:tabLst>
                <a:tab pos="0" algn="l"/>
              </a:tabLst>
            </a:pPr>
            <a:r>
              <a:rPr lang="de-DE" sz="1600" b="0" u="none" strike="noStrike">
                <a:solidFill>
                  <a:srgbClr val="1E347B"/>
                </a:solidFill>
                <a:uFillTx/>
                <a:latin typeface="SourceCodePro"/>
              </a:rPr>
              <a:t>  ]</a:t>
            </a:r>
            <a:endParaRPr lang="de-DE" sz="1600" b="0" u="none" strike="noStrike">
              <a:solidFill>
                <a:srgbClr val="000000"/>
              </a:solidFill>
              <a:uFillTx/>
              <a:latin typeface="Arial"/>
            </a:endParaRPr>
          </a:p>
          <a:p>
            <a:pPr indent="0" defTabSz="914400">
              <a:lnSpc>
                <a:spcPct val="90000"/>
              </a:lnSpc>
              <a:spcBef>
                <a:spcPts val="580"/>
              </a:spcBef>
              <a:buNone/>
              <a:tabLst>
                <a:tab pos="0" algn="l"/>
              </a:tabLst>
            </a:pPr>
            <a:r>
              <a:rPr lang="de-DE" sz="1600" b="0" u="none" strike="noStrike">
                <a:solidFill>
                  <a:srgbClr val="1E347B"/>
                </a:solidFill>
                <a:uFillTx/>
                <a:latin typeface="SourceCodePro"/>
              </a:rPr>
              <a:t>}).catch(err =&gt; console.error(err));</a:t>
            </a:r>
            <a:endParaRPr lang="de-DE" sz="1600" b="0" u="none" strike="noStrike">
              <a:solidFill>
                <a:srgbClr val="000000"/>
              </a:solidFill>
              <a:uFillTx/>
              <a:latin typeface="Arial"/>
            </a:endParaRPr>
          </a:p>
          <a:p>
            <a:pPr indent="0" defTabSz="914400">
              <a:lnSpc>
                <a:spcPct val="90000"/>
              </a:lnSpc>
              <a:spcBef>
                <a:spcPts val="580"/>
              </a:spcBef>
              <a:buNone/>
              <a:tabLst>
                <a:tab pos="0" algn="l"/>
              </a:tabLst>
            </a:pPr>
            <a:r>
              <a:rPr lang="de-DE" sz="1600" b="0" u="none" strike="noStrike">
                <a:solidFill>
                  <a:srgbClr val="1E347B"/>
                </a:solidFill>
                <a:uFillTx/>
                <a:latin typeface="SourceCodePro"/>
              </a:rPr>
              <a:t>// Kein AppModule mehr nötig – Legacy: siehe Übung 30</a:t>
            </a:r>
            <a:endParaRPr lang="de-DE" sz="1600" b="0" u="none" strike="noStrike">
              <a:solidFill>
                <a:srgbClr val="000000"/>
              </a:solidFill>
              <a:uFillTx/>
              <a:latin typeface="Arial"/>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530" name="Rectangle 6">
            <a:extLst>
              <a:ext uri="{C183D7F6-B498-43B3-948B-1728B52AA6E4}">
                <adec:decorative xmlns:adec="http://schemas.microsoft.com/office/drawing/2017/decorative" val="1"/>
              </a:ext>
            </a:extLst>
          </p:cNvPr>
          <p:cNvSpPr/>
          <p:nvPr/>
        </p:nvSpPr>
        <p:spPr>
          <a:xfrm flipV="1">
            <a:off x="0" y="-1440"/>
            <a:ext cx="12190680" cy="40053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531" name="PlaceHolder 1"/>
          <p:cNvSpPr>
            <a:spLocks noGrp="1"/>
          </p:cNvSpPr>
          <p:nvPr>
            <p:ph type="title"/>
          </p:nvPr>
        </p:nvSpPr>
        <p:spPr>
          <a:xfrm>
            <a:off x="838080" y="914400"/>
            <a:ext cx="10514160" cy="2658600"/>
          </a:xfrm>
          <a:prstGeom prst="rect">
            <a:avLst/>
          </a:prstGeom>
          <a:noFill/>
          <a:ln w="0">
            <a:noFill/>
          </a:ln>
        </p:spPr>
        <p:txBody>
          <a:bodyPr lIns="91440" tIns="45720" rIns="91440" bIns="45720" anchor="b">
            <a:normAutofit/>
          </a:bodyPr>
          <a:lstStyle/>
          <a:p>
            <a:pPr indent="0" algn="ctr" defTabSz="914400">
              <a:lnSpc>
                <a:spcPct val="90000"/>
              </a:lnSpc>
              <a:buNone/>
              <a:tabLst>
                <a:tab pos="0" algn="l"/>
              </a:tabLst>
            </a:pPr>
            <a:r>
              <a:rPr lang="en-US" sz="8000" b="0" u="none" strike="noStrike">
                <a:solidFill>
                  <a:srgbClr val="FFFFFF"/>
                </a:solidFill>
                <a:uFillTx/>
                <a:latin typeface="Calibri Light"/>
              </a:rPr>
              <a:t>Einfache Erweiterungen</a:t>
            </a:r>
            <a:endParaRPr lang="de-DE" sz="8000" b="0" u="none" strike="noStrike">
              <a:solidFill>
                <a:srgbClr val="000000"/>
              </a:solidFill>
              <a:uFillTx/>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presetID="10" presetClass="entr" fill="hold" nodeType="withEffect">
                                  <p:stCondLst>
                                    <p:cond delay="500"/>
                                  </p:stCondLst>
                                  <p:iterate type="lt">
                                    <p:tmAbs val="100"/>
                                  </p:iterate>
                                  <p:childTnLst>
                                    <p:set>
                                      <p:cBhvr>
                                        <p:cTn id="6" dur="1" fill="hold">
                                          <p:stCondLst>
                                            <p:cond delay="0"/>
                                          </p:stCondLst>
                                        </p:cTn>
                                        <p:tgtEl>
                                          <p:spTgt spid="531"/>
                                        </p:tgtEl>
                                        <p:attrNameLst>
                                          <p:attrName>style.visibility</p:attrName>
                                        </p:attrNameLst>
                                      </p:cBhvr>
                                      <p:to>
                                        <p:strVal val="visible"/>
                                      </p:to>
                                    </p:set>
                                    <p:animEffect transition="in" filter="fade">
                                      <p:cBhvr additive="repl">
                                        <p:cTn id="7" dur="400"/>
                                        <p:tgtEl>
                                          <p:spTgt spid="5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Mehrere Komponenten</a:t>
            </a:r>
            <a:endParaRPr lang="de-DE" sz="4400" b="0" u="none" strike="noStrike">
              <a:solidFill>
                <a:srgbClr val="000000"/>
              </a:solidFill>
              <a:uFillTx/>
              <a:latin typeface="Arial"/>
            </a:endParaRPr>
          </a:p>
        </p:txBody>
      </p:sp>
      <p:sp>
        <p:nvSpPr>
          <p:cNvPr id="533"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Auf einer Seite können auch mehrere Anwendungen dargestellt werden</a:t>
            </a:r>
            <a:endParaRPr lang="de-DE" sz="28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Diese sind komplett voneinander isoliert</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Der Datenaustausch zwischen verschiedenen Komponenten wird später beschrieben</a:t>
            </a:r>
            <a:endParaRPr lang="de-DE" sz="2400" b="0" u="none" strike="noStrike">
              <a:solidFill>
                <a:srgbClr val="000000"/>
              </a:solidFill>
              <a:uFillTx/>
              <a:latin typeface="Arial"/>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4"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Export von Benutzerdefinierten Typen</a:t>
            </a:r>
            <a:endParaRPr lang="de-DE" sz="4400" b="0" u="none" strike="noStrike">
              <a:solidFill>
                <a:srgbClr val="000000"/>
              </a:solidFill>
              <a:uFillTx/>
              <a:latin typeface="Arial"/>
            </a:endParaRPr>
          </a:p>
        </p:txBody>
      </p:sp>
      <p:sp>
        <p:nvSpPr>
          <p:cNvPr id="535"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fontScale="92500" lnSpcReduction="9999"/>
          </a:bodyPr>
          <a:lstStyle/>
          <a:p>
            <a:pPr marL="228600" indent="-228600" defTabSz="914400">
              <a:lnSpc>
                <a:spcPct val="90000"/>
              </a:lnSpc>
              <a:spcBef>
                <a:spcPts val="1001"/>
              </a:spcBef>
              <a:buClr>
                <a:srgbClr val="000000"/>
              </a:buClr>
              <a:buFont typeface="Arial"/>
              <a:buChar char="•"/>
            </a:pPr>
            <a:r>
              <a:rPr lang="de-DE" sz="2800" b="0" u="none" strike="noStrike" dirty="0">
                <a:solidFill>
                  <a:schemeClr val="dk1"/>
                </a:solidFill>
                <a:uFillTx/>
                <a:latin typeface="Calibri"/>
              </a:rPr>
              <a:t>Eine Komponente kann auch eigene Datentypen definieren und Exportieren</a:t>
            </a:r>
            <a:endParaRPr lang="de-DE" sz="2800" b="0" u="none" strike="noStrike" dirty="0">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dirty="0">
                <a:solidFill>
                  <a:schemeClr val="dk1"/>
                </a:solidFill>
                <a:uFillTx/>
                <a:latin typeface="Calibri"/>
              </a:rPr>
              <a:t>Ein Export ist nicht notwendig, so lange der Typ nicht anderen Komponenten bekannt gemacht werden muss</a:t>
            </a:r>
            <a:endParaRPr lang="de-DE" sz="2400" b="0" u="none" strike="noStrike" dirty="0">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dirty="0">
                <a:solidFill>
                  <a:schemeClr val="dk1"/>
                </a:solidFill>
                <a:uFillTx/>
                <a:latin typeface="Calibri"/>
              </a:rPr>
              <a:t>Ebenso können die Eigenschaften der Komponente komplexe Objekte sein</a:t>
            </a:r>
            <a:endParaRPr lang="de-DE" sz="2800" b="0" u="none" strike="noStrike" dirty="0">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dirty="0">
                <a:solidFill>
                  <a:schemeClr val="dk1"/>
                </a:solidFill>
                <a:uFillTx/>
                <a:latin typeface="Calibri"/>
              </a:rPr>
              <a:t>Der Zugriff auf die Eigenschaften des komplexen Objekts erfolgen über die normale JavaScript-Syntax</a:t>
            </a:r>
            <a:endParaRPr lang="de-DE" sz="2800" b="0" u="none" strike="noStrike" dirty="0">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dirty="0">
                <a:solidFill>
                  <a:schemeClr val="dk1"/>
                </a:solidFill>
                <a:uFillTx/>
                <a:latin typeface="Calibri"/>
              </a:rPr>
              <a:t>Also über den </a:t>
            </a:r>
            <a:r>
              <a:rPr lang="de-DE" sz="2400" b="0" u="none" strike="noStrike" dirty="0">
                <a:solidFill>
                  <a:schemeClr val="dk1"/>
                </a:solidFill>
                <a:uFillTx/>
                <a:latin typeface="Courier New"/>
              </a:rPr>
              <a:t>.</a:t>
            </a:r>
            <a:r>
              <a:rPr lang="de-DE" sz="2400" b="0" u="none" strike="noStrike" dirty="0">
                <a:solidFill>
                  <a:schemeClr val="dk1"/>
                </a:solidFill>
                <a:uFillTx/>
                <a:latin typeface="Calibri"/>
              </a:rPr>
              <a:t>-Operator</a:t>
            </a:r>
            <a:endParaRPr lang="de-DE" sz="2400" b="0" u="none" strike="noStrike" dirty="0">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dirty="0">
                <a:solidFill>
                  <a:schemeClr val="dk1"/>
                </a:solidFill>
                <a:uFillTx/>
                <a:latin typeface="Calibri"/>
              </a:rPr>
              <a:t>Aber Vorsicht! </a:t>
            </a:r>
            <a:endParaRPr lang="de-DE" sz="2400" b="0" u="none" strike="noStrike" dirty="0">
              <a:solidFill>
                <a:srgbClr val="000000"/>
              </a:solidFill>
              <a:uFillTx/>
              <a:latin typeface="Arial"/>
            </a:endParaRPr>
          </a:p>
          <a:p>
            <a:pPr marL="1143000" lvl="2" indent="-228600" defTabSz="914400">
              <a:lnSpc>
                <a:spcPct val="90000"/>
              </a:lnSpc>
              <a:spcBef>
                <a:spcPts val="499"/>
              </a:spcBef>
              <a:buClr>
                <a:srgbClr val="000000"/>
              </a:buClr>
              <a:buFont typeface="Arial"/>
              <a:buChar char="•"/>
            </a:pPr>
            <a:r>
              <a:rPr lang="de-DE" sz="2000" b="0" u="none" strike="noStrike" dirty="0">
                <a:solidFill>
                  <a:schemeClr val="dk1"/>
                </a:solidFill>
                <a:uFillTx/>
                <a:latin typeface="Calibri"/>
              </a:rPr>
              <a:t>Die Deklarativen unterstützen nicht die komplette Syntax!</a:t>
            </a:r>
            <a:endParaRPr lang="de-DE" sz="2000" b="0" u="none" strike="noStrike" dirty="0">
              <a:solidFill>
                <a:srgbClr val="000000"/>
              </a:solidFill>
              <a:uFillTx/>
              <a:latin typeface="Arial"/>
            </a:endParaRPr>
          </a:p>
          <a:p>
            <a:pPr marL="1600200" lvl="3" indent="-228600" defTabSz="914400">
              <a:lnSpc>
                <a:spcPct val="90000"/>
              </a:lnSpc>
              <a:spcBef>
                <a:spcPts val="499"/>
              </a:spcBef>
              <a:buClr>
                <a:srgbClr val="000000"/>
              </a:buClr>
              <a:buFont typeface="Arial"/>
              <a:buChar char="•"/>
            </a:pPr>
            <a:r>
              <a:rPr lang="de-DE" sz="1800" b="0" u="none" strike="noStrike" dirty="0" err="1">
                <a:solidFill>
                  <a:schemeClr val="dk1"/>
                </a:solidFill>
                <a:uFillTx/>
                <a:latin typeface="Courier New"/>
              </a:rPr>
              <a:t>if</a:t>
            </a:r>
            <a:endParaRPr lang="de-DE" sz="1800" b="0" u="none" strike="noStrike" dirty="0">
              <a:solidFill>
                <a:srgbClr val="000000"/>
              </a:solidFill>
              <a:uFillTx/>
              <a:latin typeface="Arial"/>
            </a:endParaRPr>
          </a:p>
          <a:p>
            <a:pPr marL="1600200" lvl="3" indent="-228600" defTabSz="914400">
              <a:lnSpc>
                <a:spcPct val="90000"/>
              </a:lnSpc>
              <a:spcBef>
                <a:spcPts val="499"/>
              </a:spcBef>
              <a:buClr>
                <a:srgbClr val="000000"/>
              </a:buClr>
              <a:buFont typeface="Arial"/>
              <a:buChar char="•"/>
            </a:pPr>
            <a:r>
              <a:rPr lang="de-DE" sz="1800" b="0" u="none" strike="noStrike" dirty="0" err="1">
                <a:solidFill>
                  <a:schemeClr val="dk1"/>
                </a:solidFill>
                <a:uFillTx/>
                <a:latin typeface="Courier New"/>
              </a:rPr>
              <a:t>for</a:t>
            </a:r>
            <a:endParaRPr lang="de-DE" sz="1800" b="0" u="none" strike="noStrike" dirty="0">
              <a:solidFill>
                <a:srgbClr val="000000"/>
              </a:solidFill>
              <a:uFillTx/>
              <a:latin typeface="Arial"/>
            </a:endParaRPr>
          </a:p>
          <a:p>
            <a:pPr marL="1600200" lvl="3" indent="-228600" defTabSz="914400">
              <a:lnSpc>
                <a:spcPct val="90000"/>
              </a:lnSpc>
              <a:spcBef>
                <a:spcPts val="499"/>
              </a:spcBef>
              <a:buClr>
                <a:srgbClr val="000000"/>
              </a:buClr>
              <a:buFont typeface="Arial"/>
              <a:buChar char="•"/>
            </a:pPr>
            <a:r>
              <a:rPr lang="de-DE" sz="1800" b="0" u="none" strike="noStrike" dirty="0">
                <a:solidFill>
                  <a:schemeClr val="dk1"/>
                </a:solidFill>
                <a:uFillTx/>
                <a:latin typeface="Calibri"/>
              </a:rPr>
              <a:t>Deklarationen</a:t>
            </a:r>
            <a:endParaRPr lang="de-DE" sz="1800" b="0" u="none" strike="noStrike" dirty="0">
              <a:solidFill>
                <a:srgbClr val="000000"/>
              </a:solidFill>
              <a:uFillTx/>
              <a:latin typeface="Arial"/>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6"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Auflistungen</a:t>
            </a:r>
            <a:endParaRPr lang="de-DE" sz="4400" b="0" u="none" strike="noStrike">
              <a:solidFill>
                <a:srgbClr val="000000"/>
              </a:solidFill>
              <a:uFillTx/>
              <a:latin typeface="Arial"/>
            </a:endParaRPr>
          </a:p>
        </p:txBody>
      </p:sp>
      <p:sp>
        <p:nvSpPr>
          <p:cNvPr id="537"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de-DE" sz="2800" b="0" u="none" strike="noStrike" dirty="0">
                <a:solidFill>
                  <a:schemeClr val="dk1"/>
                </a:solidFill>
                <a:uFillTx/>
                <a:latin typeface="Calibri"/>
              </a:rPr>
              <a:t>Innerhalb der </a:t>
            </a:r>
            <a:r>
              <a:rPr lang="de-DE" sz="2800" b="0" u="none" strike="noStrike" dirty="0">
                <a:solidFill>
                  <a:schemeClr val="dk1"/>
                </a:solidFill>
                <a:uFillTx/>
                <a:latin typeface="Courier New"/>
              </a:rPr>
              <a:t>{{}}</a:t>
            </a:r>
            <a:r>
              <a:rPr lang="de-DE" sz="2800" b="0" u="none" strike="noStrike" dirty="0">
                <a:solidFill>
                  <a:schemeClr val="dk1"/>
                </a:solidFill>
                <a:uFillTx/>
                <a:latin typeface="Calibri"/>
              </a:rPr>
              <a:t>-Interpolation wird das </a:t>
            </a:r>
            <a:r>
              <a:rPr lang="de-DE" sz="2800" b="0" u="none" strike="noStrike" dirty="0" err="1">
                <a:solidFill>
                  <a:schemeClr val="dk1"/>
                </a:solidFill>
                <a:uFillTx/>
                <a:latin typeface="Courier New"/>
              </a:rPr>
              <a:t>for</a:t>
            </a:r>
            <a:r>
              <a:rPr lang="de-DE" sz="2800" b="0" u="none" strike="noStrike" dirty="0">
                <a:solidFill>
                  <a:schemeClr val="dk1"/>
                </a:solidFill>
                <a:uFillTx/>
                <a:latin typeface="Calibri"/>
              </a:rPr>
              <a:t>-Konstrukt nicht unterstützt</a:t>
            </a:r>
            <a:endParaRPr lang="de-DE" sz="2800" b="0" u="none" strike="noStrike" dirty="0">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dirty="0">
                <a:solidFill>
                  <a:schemeClr val="dk1"/>
                </a:solidFill>
                <a:uFillTx/>
                <a:latin typeface="Calibri"/>
              </a:rPr>
              <a:t>Allerdings gibt es eine spezielle </a:t>
            </a:r>
            <a:r>
              <a:rPr lang="de-DE" sz="2800" b="0" u="none" strike="noStrike" dirty="0" err="1">
                <a:solidFill>
                  <a:schemeClr val="dk1"/>
                </a:solidFill>
                <a:uFillTx/>
                <a:latin typeface="Courier New"/>
              </a:rPr>
              <a:t>forEach</a:t>
            </a:r>
            <a:r>
              <a:rPr lang="de-DE" sz="2800" b="0" u="none" strike="noStrike" dirty="0">
                <a:solidFill>
                  <a:schemeClr val="dk1"/>
                </a:solidFill>
                <a:uFillTx/>
                <a:latin typeface="Calibri"/>
              </a:rPr>
              <a:t>-Anweisung</a:t>
            </a:r>
            <a:endParaRPr lang="de-DE" sz="2800" b="0" u="none" strike="noStrike" dirty="0">
              <a:solidFill>
                <a:srgbClr val="000000"/>
              </a:solidFill>
              <a:uFillTx/>
              <a:latin typeface="Arial"/>
            </a:endParaRPr>
          </a:p>
          <a:p>
            <a:pPr indent="0" defTabSz="914400">
              <a:lnSpc>
                <a:spcPct val="90000"/>
              </a:lnSpc>
              <a:spcBef>
                <a:spcPts val="1001"/>
              </a:spcBef>
              <a:buNone/>
              <a:tabLst>
                <a:tab pos="0" algn="l"/>
              </a:tabLst>
            </a:pPr>
            <a:endParaRPr lang="de-DE" sz="2800" b="0" u="none" strike="noStrike" dirty="0">
              <a:solidFill>
                <a:srgbClr val="000000"/>
              </a:solidFill>
              <a:uFillTx/>
              <a:latin typeface="Arial"/>
            </a:endParaRPr>
          </a:p>
          <a:p>
            <a:pPr marL="270000" indent="0" defTabSz="914400">
              <a:lnSpc>
                <a:spcPct val="90000"/>
              </a:lnSpc>
              <a:spcBef>
                <a:spcPts val="499"/>
              </a:spcBef>
              <a:buNone/>
              <a:tabLst>
                <a:tab pos="0" algn="l"/>
              </a:tabLst>
            </a:pPr>
            <a:r>
              <a:rPr lang="de-DE" sz="2400" b="0" u="none" strike="noStrike" dirty="0">
                <a:solidFill>
                  <a:schemeClr val="dk1"/>
                </a:solidFill>
                <a:uFillTx/>
                <a:latin typeface="Courier New"/>
              </a:rPr>
              <a:t> &lt;</a:t>
            </a:r>
            <a:r>
              <a:rPr lang="de-DE" sz="2400" b="0" u="none" strike="noStrike" dirty="0" err="1">
                <a:solidFill>
                  <a:schemeClr val="dk1"/>
                </a:solidFill>
                <a:uFillTx/>
                <a:latin typeface="Courier New"/>
              </a:rPr>
              <a:t>ul</a:t>
            </a:r>
            <a:r>
              <a:rPr lang="de-DE" sz="2400" b="0" u="none" strike="noStrike" dirty="0">
                <a:solidFill>
                  <a:schemeClr val="dk1"/>
                </a:solidFill>
                <a:uFillTx/>
                <a:latin typeface="Courier New"/>
              </a:rPr>
              <a:t>&gt;</a:t>
            </a:r>
          </a:p>
          <a:p>
            <a:pPr marL="270000" lvl="8">
              <a:spcBef>
                <a:spcPts val="499"/>
              </a:spcBef>
              <a:tabLst>
                <a:tab pos="0" algn="l"/>
              </a:tabLst>
            </a:pPr>
            <a:r>
              <a:rPr lang="de-DE" sz="1600" dirty="0">
                <a:solidFill>
                  <a:schemeClr val="dk1"/>
                </a:solidFill>
                <a:latin typeface="Courier New"/>
              </a:rPr>
              <a:t>	@</a:t>
            </a:r>
            <a:r>
              <a:rPr lang="de-DE" sz="1600" b="0" u="none" strike="noStrike" dirty="0" err="1">
                <a:solidFill>
                  <a:schemeClr val="dk1"/>
                </a:solidFill>
                <a:uFillTx/>
                <a:latin typeface="Courier New"/>
              </a:rPr>
              <a:t>for</a:t>
            </a:r>
            <a:r>
              <a:rPr lang="de-DE" sz="1600" dirty="0">
                <a:solidFill>
                  <a:schemeClr val="dk1"/>
                </a:solidFill>
                <a:latin typeface="Courier New"/>
              </a:rPr>
              <a:t>(</a:t>
            </a:r>
            <a:r>
              <a:rPr lang="de-DE" sz="1600" b="0" u="none" strike="noStrike" dirty="0" err="1">
                <a:solidFill>
                  <a:schemeClr val="dk1"/>
                </a:solidFill>
                <a:uFillTx/>
                <a:latin typeface="Courier New"/>
              </a:rPr>
              <a:t>person</a:t>
            </a:r>
            <a:r>
              <a:rPr lang="de-DE" sz="1600" b="0" u="none" strike="noStrike" dirty="0">
                <a:solidFill>
                  <a:schemeClr val="dk1"/>
                </a:solidFill>
                <a:uFillTx/>
                <a:latin typeface="Courier New"/>
              </a:rPr>
              <a:t> </a:t>
            </a:r>
            <a:r>
              <a:rPr lang="de-DE" sz="1600" b="0" u="none" strike="noStrike" dirty="0" err="1">
                <a:solidFill>
                  <a:schemeClr val="dk1"/>
                </a:solidFill>
                <a:uFillTx/>
                <a:latin typeface="Courier New"/>
              </a:rPr>
              <a:t>of</a:t>
            </a:r>
            <a:r>
              <a:rPr lang="de-DE" sz="1600" b="0" u="none" strike="noStrike" dirty="0">
                <a:solidFill>
                  <a:schemeClr val="dk1"/>
                </a:solidFill>
                <a:uFillTx/>
                <a:latin typeface="Courier New"/>
              </a:rPr>
              <a:t> </a:t>
            </a:r>
            <a:r>
              <a:rPr lang="de-DE" sz="1600" b="0" u="none" strike="noStrike" dirty="0" err="1">
                <a:solidFill>
                  <a:schemeClr val="dk1"/>
                </a:solidFill>
                <a:uFillTx/>
                <a:latin typeface="Courier New"/>
              </a:rPr>
              <a:t>people</a:t>
            </a:r>
            <a:r>
              <a:rPr lang="de-DE" sz="1600" b="0" u="none" strike="noStrike" dirty="0">
                <a:solidFill>
                  <a:schemeClr val="dk1"/>
                </a:solidFill>
                <a:uFillTx/>
                <a:latin typeface="Courier New"/>
              </a:rPr>
              <a:t>; track </a:t>
            </a:r>
            <a:r>
              <a:rPr lang="de-DE" sz="1600" b="0" u="none" strike="noStrike" dirty="0" err="1">
                <a:solidFill>
                  <a:schemeClr val="dk1"/>
                </a:solidFill>
                <a:uFillTx/>
                <a:latin typeface="Courier New"/>
              </a:rPr>
              <a:t>person.id</a:t>
            </a:r>
            <a:r>
              <a:rPr lang="de-DE" sz="1600" b="0" u="none" strike="noStrike" dirty="0">
                <a:solidFill>
                  <a:schemeClr val="dk1"/>
                </a:solidFill>
                <a:uFillTx/>
                <a:latin typeface="Courier New"/>
              </a:rPr>
              <a:t>){</a:t>
            </a:r>
            <a:endParaRPr lang="de-DE" sz="1600" b="0" u="none" strike="noStrike" dirty="0">
              <a:solidFill>
                <a:srgbClr val="000000"/>
              </a:solidFill>
              <a:uFillTx/>
              <a:latin typeface="Arial"/>
            </a:endParaRPr>
          </a:p>
          <a:p>
            <a:pPr marL="270000" lvl="8">
              <a:spcBef>
                <a:spcPts val="499"/>
              </a:spcBef>
              <a:tabLst>
                <a:tab pos="0" algn="l"/>
              </a:tabLst>
            </a:pPr>
            <a:r>
              <a:rPr lang="de-DE" sz="1600" b="0" u="none" strike="noStrike" dirty="0">
                <a:solidFill>
                  <a:schemeClr val="dk1"/>
                </a:solidFill>
                <a:uFillTx/>
                <a:latin typeface="Courier New"/>
              </a:rPr>
              <a:t>	 &lt;li &gt;</a:t>
            </a:r>
            <a:endParaRPr lang="de-DE" sz="1600" b="0" u="none" strike="noStrike" dirty="0">
              <a:solidFill>
                <a:srgbClr val="000000"/>
              </a:solidFill>
              <a:uFillTx/>
              <a:latin typeface="Arial"/>
            </a:endParaRPr>
          </a:p>
          <a:p>
            <a:pPr marL="270000" lvl="8">
              <a:spcBef>
                <a:spcPts val="499"/>
              </a:spcBef>
              <a:tabLst>
                <a:tab pos="0" algn="l"/>
              </a:tabLst>
            </a:pPr>
            <a:r>
              <a:rPr lang="de-DE" sz="1600" b="0" u="none" strike="noStrike" dirty="0">
                <a:solidFill>
                  <a:schemeClr val="dk1"/>
                </a:solidFill>
                <a:uFillTx/>
                <a:latin typeface="Courier New"/>
              </a:rPr>
              <a:t> 		&lt;span&gt;{{</a:t>
            </a:r>
            <a:r>
              <a:rPr lang="de-DE" sz="1600" b="0" u="none" strike="noStrike" dirty="0" err="1">
                <a:solidFill>
                  <a:schemeClr val="dk1"/>
                </a:solidFill>
                <a:uFillTx/>
                <a:latin typeface="Courier New"/>
              </a:rPr>
              <a:t>person.firstname</a:t>
            </a:r>
            <a:r>
              <a:rPr lang="de-DE" sz="1600" b="0" u="none" strike="noStrike" dirty="0">
                <a:solidFill>
                  <a:schemeClr val="dk1"/>
                </a:solidFill>
                <a:uFillTx/>
                <a:latin typeface="Courier New"/>
              </a:rPr>
              <a:t>}}&lt;/span&gt; {{</a:t>
            </a:r>
            <a:r>
              <a:rPr lang="de-DE" sz="1600" b="0" u="none" strike="noStrike" dirty="0" err="1">
                <a:solidFill>
                  <a:schemeClr val="dk1"/>
                </a:solidFill>
                <a:uFillTx/>
                <a:latin typeface="Courier New"/>
              </a:rPr>
              <a:t>person.lastname</a:t>
            </a:r>
            <a:r>
              <a:rPr lang="de-DE" sz="1600" b="0" u="none" strike="noStrike" dirty="0">
                <a:solidFill>
                  <a:schemeClr val="dk1"/>
                </a:solidFill>
                <a:uFillTx/>
                <a:latin typeface="Courier New"/>
              </a:rPr>
              <a:t>}}</a:t>
            </a:r>
            <a:endParaRPr lang="de-DE" sz="1600" b="0" u="none" strike="noStrike" dirty="0">
              <a:solidFill>
                <a:srgbClr val="000000"/>
              </a:solidFill>
              <a:uFillTx/>
              <a:latin typeface="Arial"/>
            </a:endParaRPr>
          </a:p>
          <a:p>
            <a:pPr marL="270000" lvl="8">
              <a:spcBef>
                <a:spcPts val="499"/>
              </a:spcBef>
              <a:tabLst>
                <a:tab pos="0" algn="l"/>
              </a:tabLst>
            </a:pPr>
            <a:r>
              <a:rPr lang="de-DE" sz="1600" b="0" u="none" strike="noStrike" dirty="0">
                <a:solidFill>
                  <a:schemeClr val="dk1"/>
                </a:solidFill>
                <a:uFillTx/>
                <a:latin typeface="Courier New"/>
              </a:rPr>
              <a:t> 	 &lt;/li&gt;</a:t>
            </a:r>
          </a:p>
          <a:p>
            <a:pPr marL="270000" lvl="8">
              <a:spcBef>
                <a:spcPts val="499"/>
              </a:spcBef>
              <a:tabLst>
                <a:tab pos="0" algn="l"/>
              </a:tabLst>
            </a:pPr>
            <a:r>
              <a:rPr lang="de-DE" sz="1600" dirty="0">
                <a:solidFill>
                  <a:schemeClr val="dk1"/>
                </a:solidFill>
                <a:latin typeface="Courier New"/>
              </a:rPr>
              <a:t>	}</a:t>
            </a:r>
            <a:endParaRPr lang="de-DE" sz="1600" b="0" u="none" strike="noStrike" dirty="0">
              <a:solidFill>
                <a:srgbClr val="000000"/>
              </a:solidFill>
              <a:uFillTx/>
              <a:latin typeface="Arial"/>
            </a:endParaRPr>
          </a:p>
          <a:p>
            <a:pPr marL="270000" indent="0" defTabSz="914400">
              <a:lnSpc>
                <a:spcPct val="90000"/>
              </a:lnSpc>
              <a:spcBef>
                <a:spcPts val="499"/>
              </a:spcBef>
              <a:buNone/>
              <a:tabLst>
                <a:tab pos="0" algn="l"/>
              </a:tabLst>
            </a:pPr>
            <a:r>
              <a:rPr lang="de-DE" sz="2400" b="0" u="none" strike="noStrike" dirty="0">
                <a:solidFill>
                  <a:schemeClr val="dk1"/>
                </a:solidFill>
                <a:uFillTx/>
                <a:latin typeface="Courier New"/>
              </a:rPr>
              <a:t> &lt;/</a:t>
            </a:r>
            <a:r>
              <a:rPr lang="de-DE" sz="2400" b="0" u="none" strike="noStrike" dirty="0" err="1">
                <a:solidFill>
                  <a:schemeClr val="dk1"/>
                </a:solidFill>
                <a:uFillTx/>
                <a:latin typeface="Courier New"/>
              </a:rPr>
              <a:t>ul</a:t>
            </a:r>
            <a:r>
              <a:rPr lang="de-DE" sz="2400" b="0" u="none" strike="noStrike" dirty="0">
                <a:solidFill>
                  <a:schemeClr val="dk1"/>
                </a:solidFill>
                <a:uFillTx/>
                <a:latin typeface="Courier New"/>
              </a:rPr>
              <a:t>&gt;</a:t>
            </a:r>
            <a:endParaRPr lang="de-DE" sz="2400" b="0" u="none" strike="noStrike" dirty="0">
              <a:solidFill>
                <a:srgbClr val="000000"/>
              </a:solidFill>
              <a:uFillTx/>
              <a:latin typeface="Arial"/>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538" name="Rectangle 10">
            <a:extLst>
              <a:ext uri="{C183D7F6-B498-43B3-948B-1728B52AA6E4}">
                <adec:decorative xmlns:adec="http://schemas.microsoft.com/office/drawing/2017/decorative" val="1"/>
              </a:ext>
            </a:extLst>
          </p:cNvPr>
          <p:cNvSpPr/>
          <p:nvPr/>
        </p:nvSpPr>
        <p:spPr>
          <a:xfrm flipV="1">
            <a:off x="0" y="-1440"/>
            <a:ext cx="12190680" cy="40053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539" name="PlaceHolder 1"/>
          <p:cNvSpPr>
            <a:spLocks noGrp="1"/>
          </p:cNvSpPr>
          <p:nvPr>
            <p:ph type="title"/>
          </p:nvPr>
        </p:nvSpPr>
        <p:spPr>
          <a:xfrm>
            <a:off x="838080" y="914400"/>
            <a:ext cx="10514160" cy="2658600"/>
          </a:xfrm>
          <a:prstGeom prst="rect">
            <a:avLst/>
          </a:prstGeom>
          <a:noFill/>
          <a:ln w="0">
            <a:noFill/>
          </a:ln>
        </p:spPr>
        <p:txBody>
          <a:bodyPr lIns="91440" tIns="45720" rIns="91440" bIns="45720" anchor="b">
            <a:normAutofit/>
          </a:bodyPr>
          <a:lstStyle/>
          <a:p>
            <a:pPr indent="0" algn="ctr" defTabSz="914400">
              <a:lnSpc>
                <a:spcPct val="90000"/>
              </a:lnSpc>
              <a:buNone/>
              <a:tabLst>
                <a:tab pos="0" algn="l"/>
              </a:tabLst>
            </a:pPr>
            <a:r>
              <a:rPr lang="en-US" sz="8000" b="0" u="none" strike="noStrike">
                <a:solidFill>
                  <a:srgbClr val="FFFFFF"/>
                </a:solidFill>
                <a:uFillTx/>
                <a:latin typeface="Calibri Light"/>
              </a:rPr>
              <a:t>UI-Programmierung</a:t>
            </a:r>
            <a:endParaRPr lang="de-DE" sz="8000" b="0" u="none" strike="noStrike">
              <a:solidFill>
                <a:srgbClr val="000000"/>
              </a:solidFill>
              <a:uFillTx/>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presetID="10" presetClass="entr" fill="hold" nodeType="withEffect">
                                  <p:stCondLst>
                                    <p:cond delay="500"/>
                                  </p:stCondLst>
                                  <p:iterate type="lt">
                                    <p:tmAbs val="100"/>
                                  </p:iterate>
                                  <p:childTnLst>
                                    <p:set>
                                      <p:cBhvr>
                                        <p:cTn id="6" dur="1" fill="hold">
                                          <p:stCondLst>
                                            <p:cond delay="0"/>
                                          </p:stCondLst>
                                        </p:cTn>
                                        <p:tgtEl>
                                          <p:spTgt spid="539"/>
                                        </p:tgtEl>
                                        <p:attrNameLst>
                                          <p:attrName>style.visibility</p:attrName>
                                        </p:attrNameLst>
                                      </p:cBhvr>
                                      <p:to>
                                        <p:strVal val="visible"/>
                                      </p:to>
                                    </p:set>
                                    <p:animEffect transition="in" filter="fade">
                                      <p:cBhvr additive="repl">
                                        <p:cTn id="7" dur="400"/>
                                        <p:tgtEl>
                                          <p:spTgt spid="5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0"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Data Binding</a:t>
            </a:r>
            <a:endParaRPr lang="de-DE" sz="4400" b="0" u="none" strike="noStrike">
              <a:solidFill>
                <a:srgbClr val="000000"/>
              </a:solidFill>
              <a:uFillTx/>
              <a:latin typeface="Arial"/>
            </a:endParaRPr>
          </a:p>
        </p:txBody>
      </p:sp>
      <p:sp>
        <p:nvSpPr>
          <p:cNvPr id="541"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333333"/>
              </a:buClr>
              <a:buFont typeface="Arial"/>
              <a:buChar char="•"/>
            </a:pPr>
            <a:r>
              <a:rPr lang="de-DE" sz="2800" b="0" u="none" strike="noStrike">
                <a:solidFill>
                  <a:srgbClr val="333333"/>
                </a:solidFill>
                <a:uFillTx/>
                <a:latin typeface="Aller"/>
              </a:rPr>
              <a:t>Template nicht statisch sondern dynamisch</a:t>
            </a:r>
            <a:endParaRPr lang="de-DE" sz="2800" b="0" u="none" strike="noStrike">
              <a:solidFill>
                <a:srgbClr val="000000"/>
              </a:solidFill>
              <a:uFillTx/>
              <a:latin typeface="Arial"/>
            </a:endParaRPr>
          </a:p>
          <a:p>
            <a:pPr marL="228600" indent="-228600" defTabSz="914400">
              <a:lnSpc>
                <a:spcPct val="90000"/>
              </a:lnSpc>
              <a:spcBef>
                <a:spcPts val="1001"/>
              </a:spcBef>
              <a:buClr>
                <a:srgbClr val="333333"/>
              </a:buClr>
              <a:buFont typeface="Arial"/>
              <a:buChar char="•"/>
            </a:pPr>
            <a:r>
              <a:rPr lang="de-DE" sz="2800" b="0" u="none" strike="noStrike">
                <a:solidFill>
                  <a:srgbClr val="333333"/>
                </a:solidFill>
                <a:uFillTx/>
                <a:latin typeface="Aller"/>
              </a:rPr>
              <a:t>Komponenten-Klasse stellt Daten bereit</a:t>
            </a:r>
            <a:endParaRPr lang="de-DE" sz="2800" b="0" u="none" strike="noStrike">
              <a:solidFill>
                <a:srgbClr val="000000"/>
              </a:solidFill>
              <a:uFillTx/>
              <a:latin typeface="Arial"/>
            </a:endParaRPr>
          </a:p>
          <a:p>
            <a:pPr marL="743040" lvl="1" indent="-285840" defTabSz="914400">
              <a:lnSpc>
                <a:spcPct val="90000"/>
              </a:lnSpc>
              <a:spcBef>
                <a:spcPts val="499"/>
              </a:spcBef>
              <a:buClr>
                <a:srgbClr val="333333"/>
              </a:buClr>
              <a:buFont typeface="Arial"/>
              <a:buChar char="•"/>
            </a:pPr>
            <a:r>
              <a:rPr lang="de-DE" sz="2400" b="0" u="none" strike="noStrike">
                <a:solidFill>
                  <a:srgbClr val="333333"/>
                </a:solidFill>
                <a:uFillTx/>
                <a:latin typeface="Aller"/>
              </a:rPr>
              <a:t>Felder / Instanz Variablen</a:t>
            </a:r>
            <a:endParaRPr lang="de-DE" sz="2400" b="0" u="none" strike="noStrike">
              <a:solidFill>
                <a:srgbClr val="000000"/>
              </a:solidFill>
              <a:uFillTx/>
              <a:latin typeface="Arial"/>
            </a:endParaRPr>
          </a:p>
          <a:p>
            <a:pPr marL="228600" indent="-228600" defTabSz="914400">
              <a:lnSpc>
                <a:spcPct val="90000"/>
              </a:lnSpc>
              <a:spcBef>
                <a:spcPts val="1001"/>
              </a:spcBef>
              <a:buClr>
                <a:srgbClr val="333333"/>
              </a:buClr>
              <a:buFont typeface="Arial"/>
              <a:buChar char="•"/>
            </a:pPr>
            <a:r>
              <a:rPr lang="de-DE" sz="2800" b="0" u="none" strike="noStrike">
                <a:solidFill>
                  <a:srgbClr val="333333"/>
                </a:solidFill>
                <a:uFillTx/>
                <a:latin typeface="Aller"/>
              </a:rPr>
              <a:t>Template zeigt Daten an</a:t>
            </a:r>
            <a:endParaRPr lang="de-DE" sz="2800" b="0" u="none" strike="noStrike">
              <a:solidFill>
                <a:srgbClr val="000000"/>
              </a:solidFill>
              <a:uFillTx/>
              <a:latin typeface="Arial"/>
            </a:endParaRPr>
          </a:p>
          <a:p>
            <a:pPr marL="743040" lvl="1" indent="-285840" defTabSz="914400">
              <a:lnSpc>
                <a:spcPct val="90000"/>
              </a:lnSpc>
              <a:spcBef>
                <a:spcPts val="499"/>
              </a:spcBef>
              <a:buClr>
                <a:srgbClr val="333333"/>
              </a:buClr>
              <a:buFont typeface="Arial"/>
              <a:buChar char="•"/>
            </a:pPr>
            <a:r>
              <a:rPr lang="de-DE" sz="2400" b="0" u="none" strike="noStrike">
                <a:solidFill>
                  <a:srgbClr val="333333"/>
                </a:solidFill>
                <a:uFillTx/>
                <a:latin typeface="Aller"/>
              </a:rPr>
              <a:t>Interpolation mit {{ expression }}</a:t>
            </a:r>
            <a:endParaRPr lang="de-DE" sz="2400" b="0" u="none" strike="noStrike">
              <a:solidFill>
                <a:srgbClr val="000000"/>
              </a:solidFill>
              <a:uFillTx/>
              <a:latin typeface="Arial"/>
            </a:endParaRPr>
          </a:p>
          <a:p>
            <a:pPr marL="743040" lvl="1" indent="-285840" defTabSz="914400">
              <a:lnSpc>
                <a:spcPct val="90000"/>
              </a:lnSpc>
              <a:spcBef>
                <a:spcPts val="499"/>
              </a:spcBef>
              <a:buClr>
                <a:srgbClr val="333333"/>
              </a:buClr>
              <a:buFont typeface="Arial"/>
              <a:buChar char="•"/>
            </a:pPr>
            <a:r>
              <a:rPr lang="de-DE" sz="2400" b="0" u="none" strike="noStrike">
                <a:solidFill>
                  <a:srgbClr val="333333"/>
                </a:solidFill>
                <a:uFillTx/>
                <a:latin typeface="Aller"/>
              </a:rPr>
              <a:t>Gibt Ergebnis der Expression als String aus</a:t>
            </a:r>
            <a:endParaRPr lang="de-DE" sz="2400" b="0" u="none" strike="noStrike">
              <a:solidFill>
                <a:srgbClr val="000000"/>
              </a:solidFill>
              <a:uFillTx/>
              <a:latin typeface="Arial"/>
            </a:endParaRPr>
          </a:p>
          <a:p>
            <a:pPr marL="743040" lvl="1" indent="-285840" defTabSz="914400">
              <a:lnSpc>
                <a:spcPct val="90000"/>
              </a:lnSpc>
              <a:spcBef>
                <a:spcPts val="499"/>
              </a:spcBef>
              <a:buClr>
                <a:srgbClr val="333333"/>
              </a:buClr>
              <a:buFont typeface="Arial"/>
              <a:buChar char="•"/>
            </a:pPr>
            <a:r>
              <a:rPr lang="de-DE" sz="2400" b="0" u="none" strike="noStrike">
                <a:solidFill>
                  <a:srgbClr val="333333"/>
                </a:solidFill>
                <a:uFillTx/>
                <a:latin typeface="Aller"/>
              </a:rPr>
              <a:t>Zugriff nur auf Instanz-Variablen der eigenen Klasse</a:t>
            </a:r>
            <a:endParaRPr lang="de-DE" sz="2400" b="0" u="none" strike="noStrike">
              <a:solidFill>
                <a:srgbClr val="000000"/>
              </a:solidFill>
              <a:uFillTx/>
              <a:latin typeface="Arial"/>
            </a:endParaRPr>
          </a:p>
          <a:p>
            <a:pPr marL="743040" lvl="1" indent="-285840" defTabSz="914400">
              <a:lnSpc>
                <a:spcPct val="90000"/>
              </a:lnSpc>
              <a:spcBef>
                <a:spcPts val="499"/>
              </a:spcBef>
              <a:buClr>
                <a:srgbClr val="333333"/>
              </a:buClr>
              <a:buFont typeface="Arial"/>
              <a:buChar char="•"/>
            </a:pPr>
            <a:r>
              <a:rPr lang="de-DE" sz="2400" b="0" u="none" strike="noStrike">
                <a:solidFill>
                  <a:srgbClr val="333333"/>
                </a:solidFill>
                <a:uFillTx/>
                <a:latin typeface="Aller"/>
              </a:rPr>
              <a:t>Template-Variablen</a:t>
            </a:r>
            <a:endParaRPr lang="de-DE" sz="2400" b="0" u="none" strike="noStrike">
              <a:solidFill>
                <a:srgbClr val="000000"/>
              </a:solidFill>
              <a:uFillTx/>
              <a:latin typeface="Arial"/>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Die ngModel-Direktive</a:t>
            </a:r>
            <a:endParaRPr lang="de-DE" sz="4400" b="0" u="none" strike="noStrike">
              <a:solidFill>
                <a:srgbClr val="000000"/>
              </a:solidFill>
              <a:uFillTx/>
              <a:latin typeface="Arial"/>
            </a:endParaRPr>
          </a:p>
        </p:txBody>
      </p:sp>
      <p:sp>
        <p:nvSpPr>
          <p:cNvPr id="543"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Bisher wurden die Werte der Komponente mit der </a:t>
            </a:r>
            <a:r>
              <a:rPr lang="de-DE" sz="2800" b="0" u="none" strike="noStrike">
                <a:solidFill>
                  <a:schemeClr val="dk1"/>
                </a:solidFill>
                <a:uFillTx/>
                <a:latin typeface="Courier New"/>
              </a:rPr>
              <a:t>{{}}</a:t>
            </a:r>
            <a:r>
              <a:rPr lang="de-DE" sz="2800" b="0" u="none" strike="noStrike">
                <a:solidFill>
                  <a:schemeClr val="dk1"/>
                </a:solidFill>
                <a:uFillTx/>
                <a:latin typeface="Calibri"/>
              </a:rPr>
              <a:t>-Interpolation dargestellt</a:t>
            </a:r>
            <a:endParaRPr lang="de-DE" sz="28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Dieses Binding ist dynamisch (!)</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Änderungen der Werte werden in der Oberfläche dargestellt</a:t>
            </a:r>
            <a:endParaRPr lang="de-DE" sz="24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Eigenschaften der Komponente können auch bidirektional gebunden werden</a:t>
            </a:r>
            <a:endParaRPr lang="de-DE" sz="28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Dazu dient die Direktive </a:t>
            </a:r>
            <a:r>
              <a:rPr lang="de-DE" sz="2800" b="0" u="none" strike="noStrike">
                <a:solidFill>
                  <a:schemeClr val="dk1"/>
                </a:solidFill>
                <a:uFillTx/>
                <a:latin typeface="Courier New"/>
              </a:rPr>
              <a:t>ngModel</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Notwendig hierzu ist der Import von FormsModule aus @angular/forms im imports-Array der Komponente</a:t>
            </a:r>
            <a:endParaRPr lang="de-DE" sz="2400" b="0" u="none" strike="noStrike">
              <a:solidFill>
                <a:srgbClr val="000000"/>
              </a:solidFill>
              <a:uFillTx/>
              <a:latin typeface="Arial"/>
            </a:endParaRPr>
          </a:p>
          <a:p>
            <a:pPr indent="0" defTabSz="914400">
              <a:lnSpc>
                <a:spcPct val="90000"/>
              </a:lnSpc>
              <a:spcBef>
                <a:spcPts val="1001"/>
              </a:spcBef>
              <a:buNone/>
              <a:tabLst>
                <a:tab pos="0" algn="l"/>
              </a:tabLst>
            </a:pPr>
            <a:endParaRPr lang="de-DE" sz="2800" b="0" u="none" strike="noStrike">
              <a:solidFill>
                <a:srgbClr val="000000"/>
              </a:solidFill>
              <a:uFillTx/>
              <a:latin typeface="Arial"/>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4"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Data Binding: Beispiel</a:t>
            </a:r>
            <a:endParaRPr lang="de-DE" sz="4400" b="0" u="none" strike="noStrike">
              <a:solidFill>
                <a:srgbClr val="000000"/>
              </a:solidFill>
              <a:uFillTx/>
              <a:latin typeface="Arial"/>
            </a:endParaRPr>
          </a:p>
        </p:txBody>
      </p:sp>
      <p:sp>
        <p:nvSpPr>
          <p:cNvPr id="545"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de-DE" sz="1200" b="0" u="none" strike="noStrike">
                <a:solidFill>
                  <a:srgbClr val="1E347B"/>
                </a:solidFill>
                <a:uFillTx/>
                <a:latin typeface="SourceCodePro"/>
              </a:rPr>
              <a:t>import</a:t>
            </a:r>
            <a:r>
              <a:rPr lang="de-DE" sz="1200" b="0" u="none" strike="noStrike">
                <a:solidFill>
                  <a:srgbClr val="48484C"/>
                </a:solidFill>
                <a:uFillTx/>
                <a:latin typeface="SourceCodePro"/>
              </a:rPr>
              <a:t> </a:t>
            </a:r>
            <a:r>
              <a:rPr lang="de-DE" sz="1200" b="0" u="none" strike="noStrike">
                <a:solidFill>
                  <a:srgbClr val="93A1A1"/>
                </a:solidFill>
                <a:uFillTx/>
                <a:latin typeface="SourceCodePro"/>
              </a:rPr>
              <a:t>{</a:t>
            </a:r>
            <a:r>
              <a:rPr lang="de-DE" sz="1200" b="0" u="none" strike="noStrike">
                <a:solidFill>
                  <a:srgbClr val="48484C"/>
                </a:solidFill>
                <a:uFillTx/>
                <a:latin typeface="SourceCodePro"/>
              </a:rPr>
              <a:t> </a:t>
            </a:r>
            <a:r>
              <a:rPr lang="de-DE" sz="1200" b="0" u="none" strike="noStrike">
                <a:solidFill>
                  <a:srgbClr val="008080"/>
                </a:solidFill>
                <a:uFillTx/>
                <a:latin typeface="SourceCodePro"/>
              </a:rPr>
              <a:t>Track</a:t>
            </a:r>
            <a:r>
              <a:rPr lang="de-DE" sz="1200" b="0" u="none" strike="noStrike">
                <a:solidFill>
                  <a:srgbClr val="48484C"/>
                </a:solidFill>
                <a:uFillTx/>
                <a:latin typeface="SourceCodePro"/>
              </a:rPr>
              <a:t> </a:t>
            </a:r>
            <a:r>
              <a:rPr lang="de-DE" sz="1200" b="0" u="none" strike="noStrike">
                <a:solidFill>
                  <a:srgbClr val="93A1A1"/>
                </a:solidFill>
                <a:uFillTx/>
                <a:latin typeface="SourceCodePro"/>
              </a:rPr>
              <a:t>}</a:t>
            </a:r>
            <a:r>
              <a:rPr lang="de-DE" sz="1200" b="0" u="none" strike="noStrike">
                <a:solidFill>
                  <a:srgbClr val="48484C"/>
                </a:solidFill>
                <a:uFillTx/>
                <a:latin typeface="SourceCodePro"/>
              </a:rPr>
              <a:t> </a:t>
            </a:r>
            <a:r>
              <a:rPr lang="de-DE" sz="1200" b="0" u="none" strike="noStrike">
                <a:solidFill>
                  <a:srgbClr val="1E347B"/>
                </a:solidFill>
                <a:uFillTx/>
                <a:latin typeface="SourceCodePro"/>
              </a:rPr>
              <a:t>from</a:t>
            </a:r>
            <a:r>
              <a:rPr lang="de-DE" sz="1200" b="0" u="none" strike="noStrike">
                <a:solidFill>
                  <a:srgbClr val="48484C"/>
                </a:solidFill>
                <a:uFillTx/>
                <a:latin typeface="SourceCodePro"/>
              </a:rPr>
              <a:t> </a:t>
            </a:r>
            <a:r>
              <a:rPr lang="de-DE" sz="1200" b="0" u="none" strike="noStrike">
                <a:solidFill>
                  <a:srgbClr val="DD1144"/>
                </a:solidFill>
                <a:uFillTx/>
                <a:latin typeface="SourceCodePro"/>
              </a:rPr>
              <a:t>"./../tracks/track.model"</a:t>
            </a:r>
            <a:r>
              <a:rPr lang="de-DE" sz="1200" b="0" u="none" strike="noStrike">
                <a:solidFill>
                  <a:srgbClr val="93A1A1"/>
                </a:solidFill>
                <a:uFillTx/>
                <a:latin typeface="SourceCodePro"/>
              </a:rPr>
              <a:t>;</a:t>
            </a:r>
            <a:endParaRPr lang="de-DE" sz="1200" b="0" u="none" strike="noStrike">
              <a:solidFill>
                <a:srgbClr val="000000"/>
              </a:solidFill>
              <a:uFillTx/>
              <a:latin typeface="Arial"/>
            </a:endParaRPr>
          </a:p>
          <a:p>
            <a:pPr indent="0" defTabSz="914400">
              <a:lnSpc>
                <a:spcPct val="90000"/>
              </a:lnSpc>
              <a:spcBef>
                <a:spcPts val="1001"/>
              </a:spcBef>
              <a:buNone/>
              <a:tabLst>
                <a:tab pos="0" algn="l"/>
              </a:tabLst>
            </a:pPr>
            <a:r>
              <a:rPr lang="de-DE" sz="1200" b="0" u="none" strike="noStrike">
                <a:solidFill>
                  <a:srgbClr val="195F91"/>
                </a:solidFill>
                <a:uFillTx/>
                <a:latin typeface="SourceCodePro"/>
              </a:rPr>
              <a:t>@Component</a:t>
            </a:r>
            <a:r>
              <a:rPr lang="de-DE" sz="1200" b="0" u="none" strike="noStrike">
                <a:solidFill>
                  <a:srgbClr val="93A1A1"/>
                </a:solidFill>
                <a:uFillTx/>
                <a:latin typeface="SourceCodePro"/>
              </a:rPr>
              <a:t>({</a:t>
            </a:r>
            <a:endParaRPr lang="de-DE" sz="1200" b="0" u="none" strike="noStrike">
              <a:solidFill>
                <a:srgbClr val="000000"/>
              </a:solidFill>
              <a:uFillTx/>
              <a:latin typeface="Arial"/>
            </a:endParaRPr>
          </a:p>
          <a:p>
            <a:pPr indent="0" defTabSz="914400">
              <a:lnSpc>
                <a:spcPct val="90000"/>
              </a:lnSpc>
              <a:spcBef>
                <a:spcPts val="1001"/>
              </a:spcBef>
              <a:buNone/>
              <a:tabLst>
                <a:tab pos="0" algn="l"/>
              </a:tabLst>
            </a:pPr>
            <a:r>
              <a:rPr lang="de-DE" sz="1200" b="0" u="none" strike="noStrike">
                <a:solidFill>
                  <a:srgbClr val="48484C"/>
                </a:solidFill>
                <a:uFillTx/>
                <a:latin typeface="SourceCodePro"/>
              </a:rPr>
              <a:t>  selector</a:t>
            </a:r>
            <a:r>
              <a:rPr lang="de-DE" sz="1200" b="0" u="none" strike="noStrike">
                <a:solidFill>
                  <a:srgbClr val="93A1A1"/>
                </a:solidFill>
                <a:uFillTx/>
                <a:latin typeface="SourceCodePro"/>
              </a:rPr>
              <a:t>:</a:t>
            </a:r>
            <a:r>
              <a:rPr lang="de-DE" sz="1200" b="0" u="none" strike="noStrike">
                <a:solidFill>
                  <a:srgbClr val="48484C"/>
                </a:solidFill>
                <a:uFillTx/>
                <a:latin typeface="SourceCodePro"/>
              </a:rPr>
              <a:t> </a:t>
            </a:r>
            <a:r>
              <a:rPr lang="de-DE" sz="1200" b="0" u="none" strike="noStrike">
                <a:solidFill>
                  <a:srgbClr val="DD1144"/>
                </a:solidFill>
                <a:uFillTx/>
                <a:latin typeface="SourceCodePro"/>
              </a:rPr>
              <a:t>"music-app"</a:t>
            </a:r>
            <a:r>
              <a:rPr lang="de-DE" sz="1200" b="0" u="none" strike="noStrike">
                <a:solidFill>
                  <a:srgbClr val="93A1A1"/>
                </a:solidFill>
                <a:uFillTx/>
                <a:latin typeface="SourceCodePro"/>
              </a:rPr>
              <a:t>,</a:t>
            </a:r>
            <a:endParaRPr lang="de-DE" sz="1200" b="0" u="none" strike="noStrike">
              <a:solidFill>
                <a:srgbClr val="000000"/>
              </a:solidFill>
              <a:uFillTx/>
              <a:latin typeface="Arial"/>
            </a:endParaRPr>
          </a:p>
          <a:p>
            <a:pPr indent="0" defTabSz="914400">
              <a:lnSpc>
                <a:spcPct val="90000"/>
              </a:lnSpc>
              <a:spcBef>
                <a:spcPts val="1001"/>
              </a:spcBef>
              <a:buNone/>
              <a:tabLst>
                <a:tab pos="0" algn="l"/>
              </a:tabLst>
            </a:pPr>
            <a:r>
              <a:rPr lang="de-DE" sz="1200" b="0" u="none" strike="noStrike">
                <a:solidFill>
                  <a:srgbClr val="1E347B"/>
                </a:solidFill>
                <a:uFillTx/>
                <a:latin typeface="SourceCodePro"/>
              </a:rPr>
              <a:t>  template</a:t>
            </a:r>
            <a:r>
              <a:rPr lang="de-DE" sz="1200" b="0" u="none" strike="noStrike">
                <a:solidFill>
                  <a:srgbClr val="93A1A1"/>
                </a:solidFill>
                <a:uFillTx/>
                <a:latin typeface="SourceCodePro"/>
              </a:rPr>
              <a:t>:</a:t>
            </a:r>
            <a:r>
              <a:rPr lang="de-DE" sz="1200" b="0" u="none" strike="noStrike">
                <a:solidFill>
                  <a:srgbClr val="48484C"/>
                </a:solidFill>
                <a:uFillTx/>
                <a:latin typeface="SourceCodePro"/>
              </a:rPr>
              <a:t> </a:t>
            </a:r>
            <a:r>
              <a:rPr lang="de-DE" sz="1200" b="0" u="none" strike="noStrike">
                <a:solidFill>
                  <a:srgbClr val="DD1144"/>
                </a:solidFill>
                <a:uFillTx/>
                <a:latin typeface="SourceCodePro"/>
              </a:rPr>
              <a:t>`</a:t>
            </a:r>
            <a:endParaRPr lang="de-DE" sz="1200" b="0" u="none" strike="noStrike">
              <a:solidFill>
                <a:srgbClr val="000000"/>
              </a:solidFill>
              <a:uFillTx/>
              <a:latin typeface="Arial"/>
            </a:endParaRPr>
          </a:p>
          <a:p>
            <a:pPr indent="0" defTabSz="914400">
              <a:lnSpc>
                <a:spcPct val="90000"/>
              </a:lnSpc>
              <a:spcBef>
                <a:spcPts val="1001"/>
              </a:spcBef>
              <a:buNone/>
              <a:tabLst>
                <a:tab pos="0" algn="l"/>
              </a:tabLst>
            </a:pPr>
            <a:r>
              <a:rPr lang="de-DE" sz="1200" b="0" u="none" strike="noStrike">
                <a:solidFill>
                  <a:srgbClr val="DD1144"/>
                </a:solidFill>
                <a:uFillTx/>
                <a:latin typeface="SourceCodePro"/>
              </a:rPr>
              <a:t>     &lt;h1&gt;Music App&lt;/h1&gt;</a:t>
            </a:r>
            <a:endParaRPr lang="de-DE" sz="1200" b="0" u="none" strike="noStrike">
              <a:solidFill>
                <a:srgbClr val="000000"/>
              </a:solidFill>
              <a:uFillTx/>
              <a:latin typeface="Arial"/>
            </a:endParaRPr>
          </a:p>
          <a:p>
            <a:pPr indent="0" defTabSz="914400">
              <a:lnSpc>
                <a:spcPct val="90000"/>
              </a:lnSpc>
              <a:spcBef>
                <a:spcPts val="1001"/>
              </a:spcBef>
              <a:buNone/>
              <a:tabLst>
                <a:tab pos="0" algn="l"/>
              </a:tabLst>
            </a:pPr>
            <a:r>
              <a:rPr lang="de-DE" sz="1200" b="0" u="none" strike="noStrike">
                <a:solidFill>
                  <a:srgbClr val="DD1144"/>
                </a:solidFill>
                <a:uFillTx/>
                <a:latin typeface="SourceCodePro"/>
              </a:rPr>
              <a:t>     Music App has {{tracks.length}} tracks to play  `</a:t>
            </a:r>
            <a:endParaRPr lang="de-DE" sz="1200" b="0" u="none" strike="noStrike">
              <a:solidFill>
                <a:srgbClr val="000000"/>
              </a:solidFill>
              <a:uFillTx/>
              <a:latin typeface="Arial"/>
            </a:endParaRPr>
          </a:p>
          <a:p>
            <a:pPr indent="0" defTabSz="914400">
              <a:lnSpc>
                <a:spcPct val="90000"/>
              </a:lnSpc>
              <a:spcBef>
                <a:spcPts val="1001"/>
              </a:spcBef>
              <a:buNone/>
              <a:tabLst>
                <a:tab pos="0" algn="l"/>
              </a:tabLst>
            </a:pPr>
            <a:r>
              <a:rPr lang="de-DE" sz="1200" b="0" u="none" strike="noStrike">
                <a:solidFill>
                  <a:srgbClr val="93A1A1"/>
                </a:solidFill>
                <a:uFillTx/>
                <a:latin typeface="SourceCodePro"/>
              </a:rPr>
              <a:t>})</a:t>
            </a:r>
            <a:endParaRPr lang="de-DE" sz="1200" b="0" u="none" strike="noStrike">
              <a:solidFill>
                <a:srgbClr val="000000"/>
              </a:solidFill>
              <a:uFillTx/>
              <a:latin typeface="Arial"/>
            </a:endParaRPr>
          </a:p>
          <a:p>
            <a:pPr indent="0" defTabSz="914400">
              <a:lnSpc>
                <a:spcPct val="90000"/>
              </a:lnSpc>
              <a:spcBef>
                <a:spcPts val="1001"/>
              </a:spcBef>
              <a:buNone/>
              <a:tabLst>
                <a:tab pos="0" algn="l"/>
              </a:tabLst>
            </a:pPr>
            <a:r>
              <a:rPr lang="de-DE" sz="1200" b="0" u="none" strike="noStrike">
                <a:solidFill>
                  <a:srgbClr val="1E347B"/>
                </a:solidFill>
                <a:uFillTx/>
                <a:latin typeface="SourceCodePro"/>
              </a:rPr>
              <a:t>export</a:t>
            </a:r>
            <a:r>
              <a:rPr lang="de-DE" sz="1200" b="0" u="none" strike="noStrike">
                <a:solidFill>
                  <a:srgbClr val="48484C"/>
                </a:solidFill>
                <a:uFillTx/>
                <a:latin typeface="SourceCodePro"/>
              </a:rPr>
              <a:t> </a:t>
            </a:r>
            <a:r>
              <a:rPr lang="de-DE" sz="1200" b="0" u="none" strike="noStrike">
                <a:solidFill>
                  <a:srgbClr val="1E347B"/>
                </a:solidFill>
                <a:uFillTx/>
                <a:latin typeface="SourceCodePro"/>
              </a:rPr>
              <a:t>class</a:t>
            </a:r>
            <a:r>
              <a:rPr lang="de-DE" sz="1200" b="0" u="none" strike="noStrike">
                <a:solidFill>
                  <a:srgbClr val="48484C"/>
                </a:solidFill>
                <a:uFillTx/>
                <a:latin typeface="SourceCodePro"/>
              </a:rPr>
              <a:t> </a:t>
            </a:r>
            <a:r>
              <a:rPr lang="de-DE" sz="1200" b="0" u="none" strike="noStrike">
                <a:solidFill>
                  <a:srgbClr val="008080"/>
                </a:solidFill>
                <a:uFillTx/>
                <a:latin typeface="SourceCodePro"/>
              </a:rPr>
              <a:t>MusicAppComponent</a:t>
            </a:r>
            <a:r>
              <a:rPr lang="de-DE" sz="1200" b="0" u="none" strike="noStrike">
                <a:solidFill>
                  <a:srgbClr val="48484C"/>
                </a:solidFill>
                <a:uFillTx/>
                <a:latin typeface="SourceCodePro"/>
              </a:rPr>
              <a:t> </a:t>
            </a:r>
            <a:r>
              <a:rPr lang="de-DE" sz="1200" b="0" u="none" strike="noStrike">
                <a:solidFill>
                  <a:srgbClr val="93A1A1"/>
                </a:solidFill>
                <a:uFillTx/>
                <a:latin typeface="SourceCodePro"/>
              </a:rPr>
              <a:t>{</a:t>
            </a:r>
            <a:endParaRPr lang="de-DE" sz="1200" b="0" u="none" strike="noStrike">
              <a:solidFill>
                <a:srgbClr val="000000"/>
              </a:solidFill>
              <a:uFillTx/>
              <a:latin typeface="Arial"/>
            </a:endParaRPr>
          </a:p>
          <a:p>
            <a:pPr indent="0" defTabSz="914400">
              <a:lnSpc>
                <a:spcPct val="90000"/>
              </a:lnSpc>
              <a:spcBef>
                <a:spcPts val="1001"/>
              </a:spcBef>
              <a:buNone/>
              <a:tabLst>
                <a:tab pos="0" algn="l"/>
              </a:tabLst>
            </a:pPr>
            <a:r>
              <a:rPr lang="de-DE" sz="1200" b="0" u="none" strike="noStrike">
                <a:solidFill>
                  <a:srgbClr val="1E347B"/>
                </a:solidFill>
                <a:uFillTx/>
                <a:latin typeface="SourceCodePro"/>
              </a:rPr>
              <a:t>  public</a:t>
            </a:r>
            <a:r>
              <a:rPr lang="de-DE" sz="1200" b="0" u="none" strike="noStrike">
                <a:solidFill>
                  <a:srgbClr val="48484C"/>
                </a:solidFill>
                <a:uFillTx/>
                <a:latin typeface="SourceCodePro"/>
              </a:rPr>
              <a:t> tracks</a:t>
            </a:r>
            <a:r>
              <a:rPr lang="de-DE" sz="1200" b="0" u="none" strike="noStrike">
                <a:solidFill>
                  <a:srgbClr val="93A1A1"/>
                </a:solidFill>
                <a:uFillTx/>
                <a:latin typeface="SourceCodePro"/>
              </a:rPr>
              <a:t>:</a:t>
            </a:r>
            <a:r>
              <a:rPr lang="de-DE" sz="1200" b="0" u="none" strike="noStrike">
                <a:solidFill>
                  <a:srgbClr val="48484C"/>
                </a:solidFill>
                <a:uFillTx/>
                <a:latin typeface="SourceCodePro"/>
              </a:rPr>
              <a:t> </a:t>
            </a:r>
            <a:r>
              <a:rPr lang="de-DE" sz="1200" b="0" u="none" strike="noStrike">
                <a:solidFill>
                  <a:srgbClr val="008080"/>
                </a:solidFill>
                <a:uFillTx/>
                <a:latin typeface="SourceCodePro"/>
              </a:rPr>
              <a:t>Track</a:t>
            </a:r>
            <a:r>
              <a:rPr lang="de-DE" sz="1200" b="0" u="none" strike="noStrike">
                <a:solidFill>
                  <a:srgbClr val="93A1A1"/>
                </a:solidFill>
                <a:uFillTx/>
                <a:latin typeface="SourceCodePro"/>
              </a:rPr>
              <a:t>[];</a:t>
            </a:r>
            <a:endParaRPr lang="de-DE" sz="1200" b="0" u="none" strike="noStrike">
              <a:solidFill>
                <a:srgbClr val="000000"/>
              </a:solidFill>
              <a:uFillTx/>
              <a:latin typeface="Arial"/>
            </a:endParaRPr>
          </a:p>
          <a:p>
            <a:pPr indent="0" defTabSz="914400">
              <a:lnSpc>
                <a:spcPct val="90000"/>
              </a:lnSpc>
              <a:spcBef>
                <a:spcPts val="1001"/>
              </a:spcBef>
              <a:buNone/>
              <a:tabLst>
                <a:tab pos="0" algn="l"/>
              </a:tabLst>
            </a:pPr>
            <a:r>
              <a:rPr lang="de-DE" sz="1200" b="0" u="none" strike="noStrike">
                <a:solidFill>
                  <a:srgbClr val="48484C"/>
                </a:solidFill>
                <a:uFillTx/>
                <a:latin typeface="SourceCodePro"/>
              </a:rPr>
              <a:t>  constructor</a:t>
            </a:r>
            <a:r>
              <a:rPr lang="de-DE" sz="1200" b="0" u="none" strike="noStrike">
                <a:solidFill>
                  <a:srgbClr val="93A1A1"/>
                </a:solidFill>
                <a:uFillTx/>
                <a:latin typeface="SourceCodePro"/>
              </a:rPr>
              <a:t>()</a:t>
            </a:r>
            <a:r>
              <a:rPr lang="de-DE" sz="1200" b="0" u="none" strike="noStrike">
                <a:solidFill>
                  <a:srgbClr val="48484C"/>
                </a:solidFill>
                <a:uFillTx/>
                <a:latin typeface="SourceCodePro"/>
              </a:rPr>
              <a:t> </a:t>
            </a:r>
            <a:r>
              <a:rPr lang="de-DE" sz="1200" b="0" u="none" strike="noStrike">
                <a:solidFill>
                  <a:srgbClr val="93A1A1"/>
                </a:solidFill>
                <a:uFillTx/>
                <a:latin typeface="SourceCodePro"/>
              </a:rPr>
              <a:t>{</a:t>
            </a:r>
            <a:endParaRPr lang="de-DE" sz="1200" b="0" u="none" strike="noStrike">
              <a:solidFill>
                <a:srgbClr val="000000"/>
              </a:solidFill>
              <a:uFillTx/>
              <a:latin typeface="Arial"/>
            </a:endParaRPr>
          </a:p>
          <a:p>
            <a:pPr indent="0" defTabSz="914400">
              <a:lnSpc>
                <a:spcPct val="90000"/>
              </a:lnSpc>
              <a:spcBef>
                <a:spcPts val="1001"/>
              </a:spcBef>
              <a:buNone/>
              <a:tabLst>
                <a:tab pos="0" algn="l"/>
              </a:tabLst>
            </a:pPr>
            <a:r>
              <a:rPr lang="de-DE" sz="1200" b="0" u="none" strike="noStrike">
                <a:solidFill>
                  <a:srgbClr val="1E347B"/>
                </a:solidFill>
                <a:uFillTx/>
                <a:latin typeface="SourceCodePro"/>
              </a:rPr>
              <a:t>     this</a:t>
            </a:r>
            <a:r>
              <a:rPr lang="de-DE" sz="1200" b="0" u="none" strike="noStrike">
                <a:solidFill>
                  <a:srgbClr val="93A1A1"/>
                </a:solidFill>
                <a:uFillTx/>
                <a:latin typeface="SourceCodePro"/>
              </a:rPr>
              <a:t>.</a:t>
            </a:r>
            <a:r>
              <a:rPr lang="de-DE" sz="1200" b="0" u="none" strike="noStrike">
                <a:solidFill>
                  <a:srgbClr val="48484C"/>
                </a:solidFill>
                <a:uFillTx/>
                <a:latin typeface="SourceCodePro"/>
              </a:rPr>
              <a:t>tracks </a:t>
            </a:r>
            <a:r>
              <a:rPr lang="de-DE" sz="1200" b="0" u="none" strike="noStrike">
                <a:solidFill>
                  <a:srgbClr val="93A1A1"/>
                </a:solidFill>
                <a:uFillTx/>
                <a:latin typeface="SourceCodePro"/>
              </a:rPr>
              <a:t>=</a:t>
            </a:r>
            <a:r>
              <a:rPr lang="de-DE" sz="1200" b="0" u="none" strike="noStrike">
                <a:solidFill>
                  <a:srgbClr val="48484C"/>
                </a:solidFill>
                <a:uFillTx/>
                <a:latin typeface="SourceCodePro"/>
              </a:rPr>
              <a:t> </a:t>
            </a:r>
            <a:r>
              <a:rPr lang="de-DE" sz="1200" b="0" u="none" strike="noStrike">
                <a:solidFill>
                  <a:srgbClr val="93A1A1"/>
                </a:solidFill>
                <a:uFillTx/>
                <a:latin typeface="SourceCodePro"/>
              </a:rPr>
              <a:t>[</a:t>
            </a:r>
            <a:endParaRPr lang="de-DE" sz="1200" b="0" u="none" strike="noStrike">
              <a:solidFill>
                <a:srgbClr val="000000"/>
              </a:solidFill>
              <a:uFillTx/>
              <a:latin typeface="Arial"/>
            </a:endParaRPr>
          </a:p>
          <a:p>
            <a:pPr indent="0" defTabSz="914400">
              <a:lnSpc>
                <a:spcPct val="90000"/>
              </a:lnSpc>
              <a:spcBef>
                <a:spcPts val="1001"/>
              </a:spcBef>
              <a:buNone/>
              <a:tabLst>
                <a:tab pos="0" algn="l"/>
              </a:tabLst>
            </a:pPr>
            <a:r>
              <a:rPr lang="de-DE" sz="1200" b="0" u="none" strike="noStrike">
                <a:solidFill>
                  <a:srgbClr val="1E347B"/>
                </a:solidFill>
                <a:uFillTx/>
                <a:latin typeface="SourceCodePro"/>
              </a:rPr>
              <a:t>     new</a:t>
            </a:r>
            <a:r>
              <a:rPr lang="de-DE" sz="1200" b="0" u="none" strike="noStrike">
                <a:solidFill>
                  <a:srgbClr val="48484C"/>
                </a:solidFill>
                <a:uFillTx/>
                <a:latin typeface="SourceCodePro"/>
              </a:rPr>
              <a:t> </a:t>
            </a:r>
            <a:r>
              <a:rPr lang="de-DE" sz="1200" b="0" u="none" strike="noStrike">
                <a:solidFill>
                  <a:srgbClr val="008080"/>
                </a:solidFill>
                <a:uFillTx/>
                <a:latin typeface="SourceCodePro"/>
              </a:rPr>
              <a:t>Track</a:t>
            </a:r>
            <a:r>
              <a:rPr lang="de-DE" sz="1200" b="0" u="none" strike="noStrike">
                <a:solidFill>
                  <a:srgbClr val="93A1A1"/>
                </a:solidFill>
                <a:uFillTx/>
                <a:latin typeface="SourceCodePro"/>
              </a:rPr>
              <a:t>(</a:t>
            </a:r>
            <a:r>
              <a:rPr lang="de-DE" sz="1200" b="0" u="none" strike="noStrike">
                <a:solidFill>
                  <a:srgbClr val="DD1144"/>
                </a:solidFill>
                <a:uFillTx/>
                <a:latin typeface="SourceCodePro"/>
              </a:rPr>
              <a:t>"Sound of Silence"</a:t>
            </a:r>
            <a:r>
              <a:rPr lang="de-DE" sz="1200" b="0" u="none" strike="noStrike">
                <a:solidFill>
                  <a:srgbClr val="93A1A1"/>
                </a:solidFill>
                <a:uFillTx/>
                <a:latin typeface="SourceCodePro"/>
              </a:rPr>
              <a:t>),</a:t>
            </a:r>
            <a:r>
              <a:rPr lang="de-DE" sz="1200" b="0" u="none" strike="noStrike">
                <a:solidFill>
                  <a:srgbClr val="48484C"/>
                </a:solidFill>
                <a:uFillTx/>
                <a:latin typeface="SourceCodePro"/>
              </a:rPr>
              <a:t> </a:t>
            </a:r>
            <a:r>
              <a:rPr lang="de-DE" sz="1200" b="0" u="none" strike="noStrike">
                <a:solidFill>
                  <a:srgbClr val="1E347B"/>
                </a:solidFill>
                <a:uFillTx/>
                <a:latin typeface="SourceCodePro"/>
              </a:rPr>
              <a:t>new</a:t>
            </a:r>
            <a:r>
              <a:rPr lang="de-DE" sz="1200" b="0" u="none" strike="noStrike">
                <a:solidFill>
                  <a:srgbClr val="48484C"/>
                </a:solidFill>
                <a:uFillTx/>
                <a:latin typeface="SourceCodePro"/>
              </a:rPr>
              <a:t> </a:t>
            </a:r>
            <a:r>
              <a:rPr lang="de-DE" sz="1200" b="0" u="none" strike="noStrike">
                <a:solidFill>
                  <a:srgbClr val="008080"/>
                </a:solidFill>
                <a:uFillTx/>
                <a:latin typeface="SourceCodePro"/>
              </a:rPr>
              <a:t>Track</a:t>
            </a:r>
            <a:r>
              <a:rPr lang="de-DE" sz="1200" b="0" u="none" strike="noStrike">
                <a:solidFill>
                  <a:srgbClr val="93A1A1"/>
                </a:solidFill>
                <a:uFillTx/>
                <a:latin typeface="SourceCodePro"/>
              </a:rPr>
              <a:t>(</a:t>
            </a:r>
            <a:r>
              <a:rPr lang="de-DE" sz="1200" b="0" u="none" strike="noStrike">
                <a:solidFill>
                  <a:srgbClr val="DD1144"/>
                </a:solidFill>
                <a:uFillTx/>
                <a:latin typeface="SourceCodePro"/>
              </a:rPr>
              <a:t>"I Wish"</a:t>
            </a:r>
            <a:r>
              <a:rPr lang="de-DE" sz="1200" b="0" u="none" strike="noStrike">
                <a:solidFill>
                  <a:srgbClr val="93A1A1"/>
                </a:solidFill>
                <a:uFillTx/>
                <a:latin typeface="SourceCodePro"/>
              </a:rPr>
              <a:t>),</a:t>
            </a:r>
            <a:endParaRPr lang="de-DE" sz="1200" b="0" u="none" strike="noStrike">
              <a:solidFill>
                <a:srgbClr val="000000"/>
              </a:solidFill>
              <a:uFillTx/>
              <a:latin typeface="Arial"/>
            </a:endParaRPr>
          </a:p>
          <a:p>
            <a:pPr indent="0" defTabSz="914400">
              <a:lnSpc>
                <a:spcPct val="90000"/>
              </a:lnSpc>
              <a:spcBef>
                <a:spcPts val="1001"/>
              </a:spcBef>
              <a:buNone/>
              <a:tabLst>
                <a:tab pos="0" algn="l"/>
              </a:tabLst>
            </a:pPr>
            <a:r>
              <a:rPr lang="de-DE" sz="1200" b="0" u="none" strike="noStrike">
                <a:solidFill>
                  <a:srgbClr val="1E347B"/>
                </a:solidFill>
                <a:uFillTx/>
                <a:latin typeface="SourceCodePro"/>
              </a:rPr>
              <a:t>     new</a:t>
            </a:r>
            <a:r>
              <a:rPr lang="de-DE" sz="1200" b="0" u="none" strike="noStrike">
                <a:solidFill>
                  <a:srgbClr val="48484C"/>
                </a:solidFill>
                <a:uFillTx/>
                <a:latin typeface="SourceCodePro"/>
              </a:rPr>
              <a:t> </a:t>
            </a:r>
            <a:r>
              <a:rPr lang="de-DE" sz="1200" b="0" u="none" strike="noStrike">
                <a:solidFill>
                  <a:srgbClr val="008080"/>
                </a:solidFill>
                <a:uFillTx/>
                <a:latin typeface="SourceCodePro"/>
              </a:rPr>
              <a:t>Track</a:t>
            </a:r>
            <a:r>
              <a:rPr lang="de-DE" sz="1200" b="0" u="none" strike="noStrike">
                <a:solidFill>
                  <a:srgbClr val="93A1A1"/>
                </a:solidFill>
                <a:uFillTx/>
                <a:latin typeface="SourceCodePro"/>
              </a:rPr>
              <a:t>(</a:t>
            </a:r>
            <a:r>
              <a:rPr lang="de-DE" sz="1200" b="0" u="none" strike="noStrike">
                <a:solidFill>
                  <a:srgbClr val="DD1144"/>
                </a:solidFill>
                <a:uFillTx/>
                <a:latin typeface="SourceCodePro"/>
              </a:rPr>
              <a:t>"Over My Shoulder"</a:t>
            </a:r>
            <a:r>
              <a:rPr lang="de-DE" sz="1200" b="0" u="none" strike="noStrike">
                <a:solidFill>
                  <a:srgbClr val="93A1A1"/>
                </a:solidFill>
                <a:uFillTx/>
                <a:latin typeface="SourceCodePro"/>
              </a:rPr>
              <a:t>),</a:t>
            </a:r>
            <a:r>
              <a:rPr lang="de-DE" sz="1200" b="0" u="none" strike="noStrike">
                <a:solidFill>
                  <a:srgbClr val="48484C"/>
                </a:solidFill>
                <a:uFillTx/>
                <a:latin typeface="SourceCodePro"/>
              </a:rPr>
              <a:t> </a:t>
            </a:r>
            <a:r>
              <a:rPr lang="de-DE" sz="1200" b="0" u="none" strike="noStrike">
                <a:solidFill>
                  <a:srgbClr val="1E347B"/>
                </a:solidFill>
                <a:uFillTx/>
                <a:latin typeface="SourceCodePro"/>
              </a:rPr>
              <a:t>new</a:t>
            </a:r>
            <a:r>
              <a:rPr lang="de-DE" sz="1200" b="0" u="none" strike="noStrike">
                <a:solidFill>
                  <a:srgbClr val="48484C"/>
                </a:solidFill>
                <a:uFillTx/>
                <a:latin typeface="SourceCodePro"/>
              </a:rPr>
              <a:t> </a:t>
            </a:r>
            <a:r>
              <a:rPr lang="de-DE" sz="1200" b="0" u="none" strike="noStrike">
                <a:solidFill>
                  <a:srgbClr val="008080"/>
                </a:solidFill>
                <a:uFillTx/>
                <a:latin typeface="SourceCodePro"/>
              </a:rPr>
              <a:t>Track</a:t>
            </a:r>
            <a:r>
              <a:rPr lang="de-DE" sz="1200" b="0" u="none" strike="noStrike">
                <a:solidFill>
                  <a:srgbClr val="93A1A1"/>
                </a:solidFill>
                <a:uFillTx/>
                <a:latin typeface="SourceCodePro"/>
              </a:rPr>
              <a:t>(</a:t>
            </a:r>
            <a:r>
              <a:rPr lang="de-DE" sz="1200" b="0" u="none" strike="noStrike">
                <a:solidFill>
                  <a:srgbClr val="DD1144"/>
                </a:solidFill>
                <a:uFillTx/>
                <a:latin typeface="SourceCodePro"/>
              </a:rPr>
              <a:t>"Take Five"</a:t>
            </a:r>
            <a:r>
              <a:rPr lang="de-DE" sz="1200" b="0" u="none" strike="noStrike">
                <a:solidFill>
                  <a:srgbClr val="93A1A1"/>
                </a:solidFill>
                <a:uFillTx/>
                <a:latin typeface="SourceCodePro"/>
              </a:rPr>
              <a:t>)</a:t>
            </a:r>
            <a:endParaRPr lang="de-DE" sz="1200" b="0" u="none" strike="noStrike">
              <a:solidFill>
                <a:srgbClr val="000000"/>
              </a:solidFill>
              <a:uFillTx/>
              <a:latin typeface="Arial"/>
            </a:endParaRPr>
          </a:p>
          <a:p>
            <a:pPr indent="0" defTabSz="914400">
              <a:lnSpc>
                <a:spcPct val="90000"/>
              </a:lnSpc>
              <a:spcBef>
                <a:spcPts val="1001"/>
              </a:spcBef>
              <a:buNone/>
              <a:tabLst>
                <a:tab pos="0" algn="l"/>
              </a:tabLst>
            </a:pPr>
            <a:r>
              <a:rPr lang="de-DE" sz="1200" b="0" u="none" strike="noStrike">
                <a:solidFill>
                  <a:srgbClr val="93A1A1"/>
                </a:solidFill>
                <a:uFillTx/>
                <a:latin typeface="SourceCodePro"/>
              </a:rPr>
              <a:t>    ];</a:t>
            </a:r>
            <a:endParaRPr lang="de-DE" sz="1200" b="0" u="none" strike="noStrike">
              <a:solidFill>
                <a:srgbClr val="000000"/>
              </a:solidFill>
              <a:uFillTx/>
              <a:latin typeface="Arial"/>
            </a:endParaRPr>
          </a:p>
          <a:p>
            <a:pPr indent="0" defTabSz="914400">
              <a:lnSpc>
                <a:spcPct val="90000"/>
              </a:lnSpc>
              <a:spcBef>
                <a:spcPts val="1001"/>
              </a:spcBef>
              <a:buNone/>
              <a:tabLst>
                <a:tab pos="0" algn="l"/>
              </a:tabLst>
            </a:pPr>
            <a:r>
              <a:rPr lang="de-DE" sz="1200" b="0" u="none" strike="noStrike">
                <a:solidFill>
                  <a:srgbClr val="93A1A1"/>
                </a:solidFill>
                <a:uFillTx/>
                <a:latin typeface="SourceCodePro"/>
              </a:rPr>
              <a:t> }}</a:t>
            </a:r>
            <a:endParaRPr lang="de-DE" sz="1200" b="0" u="none" strike="noStrike">
              <a:solidFill>
                <a:srgbClr val="000000"/>
              </a:solidFill>
              <a:uFillTx/>
              <a:latin typeface="Arial"/>
            </a:endParaRPr>
          </a:p>
          <a:p>
            <a:pPr indent="0" defTabSz="914400">
              <a:lnSpc>
                <a:spcPct val="90000"/>
              </a:lnSpc>
              <a:spcBef>
                <a:spcPts val="1001"/>
              </a:spcBef>
              <a:buNone/>
              <a:tabLst>
                <a:tab pos="0" algn="l"/>
              </a:tabLst>
            </a:pPr>
            <a:endParaRPr lang="de-DE" sz="1200" b="0" u="none" strike="noStrike">
              <a:solidFill>
                <a:srgbClr val="000000"/>
              </a:solidFill>
              <a:uFillTx/>
              <a:latin typeface="Arial"/>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546" name="Rectangle 7">
            <a:extLst>
              <a:ext uri="{C183D7F6-B498-43B3-948B-1728B52AA6E4}">
                <adec:decorative xmlns:adec="http://schemas.microsoft.com/office/drawing/2017/decorative" val="1"/>
              </a:ext>
            </a:extLst>
          </p:cNvPr>
          <p:cNvSpPr/>
          <p:nvPr/>
        </p:nvSpPr>
        <p:spPr>
          <a:xfrm>
            <a:off x="0" y="0"/>
            <a:ext cx="12190320" cy="685656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547" name="Rectangle 9">
            <a:extLst>
              <a:ext uri="{C183D7F6-B498-43B3-948B-1728B52AA6E4}">
                <adec:decorative xmlns:adec="http://schemas.microsoft.com/office/drawing/2017/decorative" val="1"/>
              </a:ext>
            </a:extLst>
          </p:cNvPr>
          <p:cNvSpPr/>
          <p:nvPr/>
        </p:nvSpPr>
        <p:spPr>
          <a:xfrm>
            <a:off x="360" y="0"/>
            <a:ext cx="12190320" cy="68565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800" b="0" u="none" strike="noStrike">
              <a:solidFill>
                <a:schemeClr val="lt1"/>
              </a:solidFill>
              <a:uFillTx/>
              <a:latin typeface="Calibri"/>
            </a:endParaRPr>
          </a:p>
        </p:txBody>
      </p:sp>
      <p:sp>
        <p:nvSpPr>
          <p:cNvPr id="548" name="PlaceHolder 1"/>
          <p:cNvSpPr>
            <a:spLocks noGrp="1"/>
          </p:cNvSpPr>
          <p:nvPr>
            <p:ph type="title"/>
          </p:nvPr>
        </p:nvSpPr>
        <p:spPr>
          <a:xfrm>
            <a:off x="1179360" y="1594800"/>
            <a:ext cx="9831960" cy="1324080"/>
          </a:xfrm>
          <a:prstGeom prst="rect">
            <a:avLst/>
          </a:prstGeom>
          <a:noFill/>
          <a:ln w="0">
            <a:noFill/>
          </a:ln>
        </p:spPr>
        <p:txBody>
          <a:bodyPr lIns="91440" tIns="45720" rIns="91440" bIns="45720" anchor="b">
            <a:normAutofit/>
          </a:bodyPr>
          <a:lstStyle/>
          <a:p>
            <a:pPr indent="0" algn="ctr" defTabSz="914400">
              <a:lnSpc>
                <a:spcPct val="90000"/>
              </a:lnSpc>
              <a:buNone/>
              <a:tabLst>
                <a:tab pos="0" algn="l"/>
              </a:tabLst>
            </a:pPr>
            <a:r>
              <a:rPr lang="de-DE" sz="3600" b="0" u="none" strike="noStrike">
                <a:solidFill>
                  <a:schemeClr val="dk2"/>
                </a:solidFill>
                <a:uFillTx/>
                <a:latin typeface="Calibri Light"/>
              </a:rPr>
              <a:t>Übung 5: Databinding</a:t>
            </a:r>
            <a:endParaRPr lang="de-DE" sz="3600" b="0" u="none" strike="noStrike">
              <a:solidFill>
                <a:srgbClr val="000000"/>
              </a:solidFill>
              <a:uFillTx/>
              <a:latin typeface="Arial"/>
            </a:endParaRPr>
          </a:p>
        </p:txBody>
      </p:sp>
      <p:grpSp>
        <p:nvGrpSpPr>
          <p:cNvPr id="549" name="Group 11">
            <a:extLst>
              <a:ext uri="{C183D7F6-B498-43B3-948B-1728B52AA6E4}">
                <adec:decorative xmlns:adec="http://schemas.microsoft.com/office/drawing/2017/decorative" val="1"/>
              </a:ext>
            </a:extLst>
          </p:cNvPr>
          <p:cNvGrpSpPr/>
          <p:nvPr/>
        </p:nvGrpSpPr>
        <p:grpSpPr>
          <a:xfrm>
            <a:off x="0" y="0"/>
            <a:ext cx="3344400" cy="2509560"/>
            <a:chOff x="0" y="0"/>
            <a:chExt cx="3344400" cy="2509560"/>
          </a:xfrm>
        </p:grpSpPr>
        <p:sp>
          <p:nvSpPr>
            <p:cNvPr id="550" name="Freeform: Shape 12">
              <a:extLst>
                <a:ext uri="{C183D7F6-B498-43B3-948B-1728B52AA6E4}">
                  <adec:decorative xmlns:adec="http://schemas.microsoft.com/office/drawing/2017/decorative" val="1"/>
                </a:ext>
              </a:extLst>
            </p:cNvPr>
            <p:cNvSpPr/>
            <p:nvPr/>
          </p:nvSpPr>
          <p:spPr>
            <a:xfrm>
              <a:off x="360" y="0"/>
              <a:ext cx="3329280" cy="2315160"/>
            </a:xfrm>
            <a:custGeom>
              <a:avLst/>
              <a:gdLst>
                <a:gd name="textAreaLeft" fmla="*/ 0 w 3329280"/>
                <a:gd name="textAreaRight" fmla="*/ 3330720 w 3329280"/>
                <a:gd name="textAreaTop" fmla="*/ 0 h 2315160"/>
                <a:gd name="textAreaBottom" fmla="*/ 2316600 h 2315160"/>
              </a:gdLst>
              <a:ahLst/>
              <a:cxnLst/>
              <a:rect l="textAreaLeft" t="textAreaTop" r="textAreaRight" b="textAreaBottom"/>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551" name="Freeform: Shape 13">
              <a:extLst>
                <a:ext uri="{C183D7F6-B498-43B3-948B-1728B52AA6E4}">
                  <adec:decorative xmlns:adec="http://schemas.microsoft.com/office/drawing/2017/decorative" val="1"/>
                </a:ext>
              </a:extLst>
            </p:cNvPr>
            <p:cNvSpPr/>
            <p:nvPr/>
          </p:nvSpPr>
          <p:spPr>
            <a:xfrm>
              <a:off x="360" y="0"/>
              <a:ext cx="3329280" cy="2315160"/>
            </a:xfrm>
            <a:custGeom>
              <a:avLst/>
              <a:gdLst>
                <a:gd name="textAreaLeft" fmla="*/ 0 w 3329280"/>
                <a:gd name="textAreaRight" fmla="*/ 3330720 w 3329280"/>
                <a:gd name="textAreaTop" fmla="*/ 0 h 2315160"/>
                <a:gd name="textAreaBottom" fmla="*/ 2316600 h 2315160"/>
              </a:gdLst>
              <a:ahLst/>
              <a:cxnLst/>
              <a:rect l="textAreaLeft" t="textAreaTop" r="textAreaRight" b="textAreaBottom"/>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552" name="Freeform: Shape 14">
              <a:extLst>
                <a:ext uri="{C183D7F6-B498-43B3-948B-1728B52AA6E4}">
                  <adec:decorative xmlns:adec="http://schemas.microsoft.com/office/drawing/2017/decorative" val="1"/>
                </a:ext>
              </a:extLst>
            </p:cNvPr>
            <p:cNvSpPr/>
            <p:nvPr/>
          </p:nvSpPr>
          <p:spPr>
            <a:xfrm>
              <a:off x="0" y="0"/>
              <a:ext cx="3330000" cy="2334600"/>
            </a:xfrm>
            <a:custGeom>
              <a:avLst/>
              <a:gdLst>
                <a:gd name="textAreaLeft" fmla="*/ 0 w 3330000"/>
                <a:gd name="textAreaRight" fmla="*/ 3331440 w 3330000"/>
                <a:gd name="textAreaTop" fmla="*/ 0 h 2334600"/>
                <a:gd name="textAreaBottom" fmla="*/ 2336040 h 2334600"/>
              </a:gdLst>
              <a:ahLst/>
              <a:cxnLst/>
              <a:rect l="textAreaLeft" t="textAreaTop" r="textAreaRight" b="textAreaBottom"/>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553" name="Freeform: Shape 15">
              <a:extLst>
                <a:ext uri="{C183D7F6-B498-43B3-948B-1728B52AA6E4}">
                  <adec:decorative xmlns:adec="http://schemas.microsoft.com/office/drawing/2017/decorative" val="1"/>
                </a:ext>
              </a:extLst>
            </p:cNvPr>
            <p:cNvSpPr/>
            <p:nvPr/>
          </p:nvSpPr>
          <p:spPr>
            <a:xfrm>
              <a:off x="360" y="0"/>
              <a:ext cx="3344040" cy="2509560"/>
            </a:xfrm>
            <a:custGeom>
              <a:avLst/>
              <a:gdLst>
                <a:gd name="textAreaLeft" fmla="*/ 0 w 3344040"/>
                <a:gd name="textAreaRight" fmla="*/ 3345480 w 3344040"/>
                <a:gd name="textAreaTop" fmla="*/ 0 h 2509560"/>
                <a:gd name="textAreaBottom" fmla="*/ 2511000 h 2509560"/>
              </a:gdLst>
              <a:ahLst/>
              <a:cxnLst/>
              <a:rect l="textAreaLeft" t="textAreaTop" r="textAreaRight" b="textAreaBottom"/>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grpSp>
      <p:sp>
        <p:nvSpPr>
          <p:cNvPr id="554" name="PlaceHolder 2"/>
          <p:cNvSpPr>
            <a:spLocks noGrp="1"/>
          </p:cNvSpPr>
          <p:nvPr>
            <p:ph/>
          </p:nvPr>
        </p:nvSpPr>
        <p:spPr>
          <a:xfrm>
            <a:off x="1179360" y="3329640"/>
            <a:ext cx="9831960" cy="2455920"/>
          </a:xfrm>
          <a:prstGeom prst="rect">
            <a:avLst/>
          </a:prstGeom>
          <a:noFill/>
          <a:ln w="0">
            <a:noFill/>
          </a:ln>
        </p:spPr>
        <p:txBody>
          <a:bodyPr lIns="91440" tIns="45720" rIns="91440" bIns="45720" anchor="t">
            <a:normAutofit/>
          </a:bodyPr>
          <a:lstStyle/>
          <a:p>
            <a:pPr marL="228600" indent="-228600" defTabSz="914400">
              <a:lnSpc>
                <a:spcPct val="90000"/>
              </a:lnSpc>
              <a:spcBef>
                <a:spcPts val="1001"/>
              </a:spcBef>
              <a:buClr>
                <a:srgbClr val="44546A"/>
              </a:buClr>
              <a:buFont typeface="Arial"/>
              <a:buChar char="•"/>
            </a:pPr>
            <a:r>
              <a:rPr lang="de-DE" sz="1400" b="0" u="none" strike="noStrike">
                <a:solidFill>
                  <a:schemeClr val="dk2"/>
                </a:solidFill>
                <a:uFillTx/>
                <a:latin typeface="Calibri"/>
              </a:rPr>
              <a:t>Erstelle ein Datenmodell</a:t>
            </a:r>
            <a:endParaRPr lang="de-DE" sz="14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400" b="0" u="none" strike="noStrike">
                <a:solidFill>
                  <a:schemeClr val="dk2"/>
                </a:solidFill>
                <a:uFillTx/>
                <a:latin typeface="Calibri"/>
              </a:rPr>
              <a:t>Lege eine neue Datei src/app/customer/customer.model.ts an.</a:t>
            </a:r>
            <a:endParaRPr lang="de-DE" sz="14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400" b="0" u="none" strike="noStrike">
                <a:solidFill>
                  <a:schemeClr val="dk2"/>
                </a:solidFill>
                <a:uFillTx/>
                <a:latin typeface="Calibri"/>
              </a:rPr>
              <a:t>Erstelle und exportiere darin ein Klasse Customer mit id, firstname, lastname, street, zip, city.</a:t>
            </a:r>
            <a:endParaRPr lang="de-DE" sz="14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400" b="0" u="none" strike="noStrike">
                <a:solidFill>
                  <a:schemeClr val="dk2"/>
                </a:solidFill>
                <a:uFillTx/>
                <a:latin typeface="Calibri"/>
              </a:rPr>
              <a:t>Vergebe für jeden erzeugten Customer eine eindeutige ID.</a:t>
            </a:r>
            <a:endParaRPr lang="de-DE" sz="1400" b="0" u="none" strike="noStrike">
              <a:solidFill>
                <a:srgbClr val="000000"/>
              </a:solidFill>
              <a:uFillTx/>
              <a:latin typeface="Arial"/>
            </a:endParaRPr>
          </a:p>
          <a:p>
            <a:pPr marL="228600" indent="-228600" defTabSz="914400">
              <a:lnSpc>
                <a:spcPct val="90000"/>
              </a:lnSpc>
              <a:spcBef>
                <a:spcPts val="1001"/>
              </a:spcBef>
              <a:buClr>
                <a:srgbClr val="44546A"/>
              </a:buClr>
              <a:buFont typeface="Arial"/>
              <a:buChar char="•"/>
            </a:pPr>
            <a:r>
              <a:rPr lang="de-DE" sz="1400" b="0" u="none" strike="noStrike">
                <a:solidFill>
                  <a:schemeClr val="dk2"/>
                </a:solidFill>
                <a:uFillTx/>
                <a:latin typeface="Calibri"/>
              </a:rPr>
              <a:t>Erweitere AppComponent</a:t>
            </a:r>
            <a:endParaRPr lang="de-DE" sz="14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400" b="0" u="none" strike="noStrike">
                <a:solidFill>
                  <a:schemeClr val="dk2"/>
                </a:solidFill>
                <a:uFillTx/>
                <a:latin typeface="Calibri"/>
              </a:rPr>
              <a:t>Ersetze im Template den dynamischen Titel gegen statisches HTML (&lt;h1&gt;Invoice Manager App&lt;/h1&gt;).</a:t>
            </a:r>
            <a:endParaRPr lang="de-DE" sz="14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400" b="0" u="none" strike="noStrike">
                <a:solidFill>
                  <a:schemeClr val="dk2"/>
                </a:solidFill>
                <a:uFillTx/>
                <a:latin typeface="Calibri"/>
              </a:rPr>
              <a:t>Importiere in der AppComponent Klasse die Klasse Customer.</a:t>
            </a:r>
            <a:endParaRPr lang="de-DE" sz="14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400" b="0" u="none" strike="noStrike">
                <a:solidFill>
                  <a:schemeClr val="dk2"/>
                </a:solidFill>
                <a:uFillTx/>
                <a:latin typeface="Calibri"/>
              </a:rPr>
              <a:t>Stelle für das Template eine Liste mit Cutomer bereit (Feld + Initializierung im Konstruktor).</a:t>
            </a:r>
            <a:endParaRPr lang="de-DE" sz="14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400" b="0" u="none" strike="noStrike">
                <a:solidFill>
                  <a:schemeClr val="dk2"/>
                </a:solidFill>
                <a:uFillTx/>
                <a:latin typeface="Calibri"/>
              </a:rPr>
              <a:t>Zeige im Template die Länge der Liste an.</a:t>
            </a:r>
            <a:endParaRPr lang="de-DE" sz="1400" b="0" u="none" strike="noStrike">
              <a:solidFill>
                <a:srgbClr val="000000"/>
              </a:solidFill>
              <a:uFillTx/>
              <a:latin typeface="Arial"/>
            </a:endParaRPr>
          </a:p>
          <a:p>
            <a:pPr indent="0" defTabSz="914400">
              <a:lnSpc>
                <a:spcPct val="90000"/>
              </a:lnSpc>
              <a:spcBef>
                <a:spcPts val="1001"/>
              </a:spcBef>
              <a:buNone/>
              <a:tabLst>
                <a:tab pos="0" algn="l"/>
              </a:tabLst>
            </a:pPr>
            <a:endParaRPr lang="de-DE" sz="1400" b="0" u="none" strike="noStrike">
              <a:solidFill>
                <a:srgbClr val="000000"/>
              </a:solidFill>
              <a:uFillTx/>
              <a:latin typeface="Arial"/>
            </a:endParaRPr>
          </a:p>
        </p:txBody>
      </p:sp>
      <p:grpSp>
        <p:nvGrpSpPr>
          <p:cNvPr id="555" name="Group 17">
            <a:extLst>
              <a:ext uri="{C183D7F6-B498-43B3-948B-1728B52AA6E4}">
                <adec:decorative xmlns:adec="http://schemas.microsoft.com/office/drawing/2017/decorative" val="1"/>
              </a:ext>
            </a:extLst>
          </p:cNvPr>
          <p:cNvGrpSpPr/>
          <p:nvPr/>
        </p:nvGrpSpPr>
        <p:grpSpPr>
          <a:xfrm>
            <a:off x="9829080" y="2979360"/>
            <a:ext cx="2367360" cy="3877200"/>
            <a:chOff x="9829080" y="2979360"/>
            <a:chExt cx="2367360" cy="3877200"/>
          </a:xfrm>
        </p:grpSpPr>
        <p:sp>
          <p:nvSpPr>
            <p:cNvPr id="556" name="Freeform: Shape 18">
              <a:extLst>
                <a:ext uri="{C183D7F6-B498-43B3-948B-1728B52AA6E4}">
                  <adec:decorative xmlns:adec="http://schemas.microsoft.com/office/drawing/2017/decorative" val="1"/>
                </a:ext>
              </a:extLst>
            </p:cNvPr>
            <p:cNvSpPr/>
            <p:nvPr/>
          </p:nvSpPr>
          <p:spPr>
            <a:xfrm rot="5400000">
              <a:off x="9074160" y="3734280"/>
              <a:ext cx="3877200" cy="2367360"/>
            </a:xfrm>
            <a:custGeom>
              <a:avLst/>
              <a:gdLst>
                <a:gd name="textAreaLeft" fmla="*/ 0 w 3877200"/>
                <a:gd name="textAreaRight" fmla="*/ 3878640 w 3877200"/>
                <a:gd name="textAreaTop" fmla="*/ 0 h 2367360"/>
                <a:gd name="textAreaBottom" fmla="*/ 2368800 h 2367360"/>
              </a:gdLst>
              <a:ahLst/>
              <a:cxnLst/>
              <a:rect l="textAreaLeft" t="textAreaTop" r="textAreaRight" b="textAreaBottom"/>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557" name="Freeform: Shape 19">
              <a:extLst>
                <a:ext uri="{C183D7F6-B498-43B3-948B-1728B52AA6E4}">
                  <adec:decorative xmlns:adec="http://schemas.microsoft.com/office/drawing/2017/decorative" val="1"/>
                </a:ext>
              </a:extLst>
            </p:cNvPr>
            <p:cNvSpPr/>
            <p:nvPr/>
          </p:nvSpPr>
          <p:spPr>
            <a:xfrm rot="5400000">
              <a:off x="9190800" y="3850920"/>
              <a:ext cx="3841200" cy="2169720"/>
            </a:xfrm>
            <a:custGeom>
              <a:avLst/>
              <a:gdLst>
                <a:gd name="textAreaLeft" fmla="*/ 0 w 3841200"/>
                <a:gd name="textAreaRight" fmla="*/ 3842640 w 3841200"/>
                <a:gd name="textAreaTop" fmla="*/ 0 h 2169720"/>
                <a:gd name="textAreaBottom" fmla="*/ 2171160 h 2169720"/>
              </a:gdLst>
              <a:ahLst/>
              <a:cxnLst/>
              <a:rect l="textAreaLeft" t="textAreaTop" r="textAreaRight" b="textAreaBottom"/>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558" name="Freeform: Shape 20">
              <a:extLst>
                <a:ext uri="{C183D7F6-B498-43B3-948B-1728B52AA6E4}">
                  <adec:decorative xmlns:adec="http://schemas.microsoft.com/office/drawing/2017/decorative" val="1"/>
                </a:ext>
              </a:extLst>
            </p:cNvPr>
            <p:cNvSpPr/>
            <p:nvPr/>
          </p:nvSpPr>
          <p:spPr>
            <a:xfrm rot="5400000">
              <a:off x="9212040" y="3872160"/>
              <a:ext cx="3837600" cy="2131200"/>
            </a:xfrm>
            <a:custGeom>
              <a:avLst/>
              <a:gdLst>
                <a:gd name="textAreaLeft" fmla="*/ 0 w 3837600"/>
                <a:gd name="textAreaRight" fmla="*/ 3839040 w 3837600"/>
                <a:gd name="textAreaTop" fmla="*/ 0 h 2131200"/>
                <a:gd name="textAreaBottom" fmla="*/ 2132640 h 2131200"/>
              </a:gdLst>
              <a:ahLst/>
              <a:cxnLst/>
              <a:rect l="textAreaLeft" t="textAreaTop" r="textAreaRight" b="textAreaBottom"/>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559" name="Freeform: Shape 21">
              <a:extLst>
                <a:ext uri="{C183D7F6-B498-43B3-948B-1728B52AA6E4}">
                  <adec:decorative xmlns:adec="http://schemas.microsoft.com/office/drawing/2017/decorative" val="1"/>
                </a:ext>
              </a:extLst>
            </p:cNvPr>
            <p:cNvSpPr/>
            <p:nvPr/>
          </p:nvSpPr>
          <p:spPr>
            <a:xfrm rot="5400000">
              <a:off x="9212040" y="3872160"/>
              <a:ext cx="3837600" cy="2131200"/>
            </a:xfrm>
            <a:custGeom>
              <a:avLst/>
              <a:gdLst>
                <a:gd name="textAreaLeft" fmla="*/ 0 w 3837600"/>
                <a:gd name="textAreaRight" fmla="*/ 3839040 w 3837600"/>
                <a:gd name="textAreaTop" fmla="*/ 0 h 2131200"/>
                <a:gd name="textAreaBottom" fmla="*/ 2132640 h 2131200"/>
              </a:gdLst>
              <a:ahLst/>
              <a:cxnLst/>
              <a:rect l="textAreaLeft" t="textAreaTop" r="textAreaRight" b="textAreaBottom"/>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gr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0"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Direktiven</a:t>
            </a:r>
            <a:endParaRPr lang="de-DE" sz="4400" b="0" u="none" strike="noStrike">
              <a:solidFill>
                <a:srgbClr val="000000"/>
              </a:solidFill>
              <a:uFillTx/>
              <a:latin typeface="Arial"/>
            </a:endParaRPr>
          </a:p>
        </p:txBody>
      </p:sp>
      <p:sp>
        <p:nvSpPr>
          <p:cNvPr id="561"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Allgemeines Konzept</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Komponenten</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Strukturelle Direktiven</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Attribut-Direktiven</a:t>
            </a:r>
            <a:endParaRPr lang="de-DE" sz="24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i="1" u="none" strike="noStrike">
                <a:solidFill>
                  <a:schemeClr val="dk1"/>
                </a:solidFill>
                <a:uFillTx/>
                <a:latin typeface="Calibri"/>
              </a:rPr>
              <a:t>Direktiven</a:t>
            </a:r>
            <a:r>
              <a:rPr lang="de-DE" sz="2800" b="0" u="none" strike="noStrike">
                <a:solidFill>
                  <a:schemeClr val="dk1"/>
                </a:solidFill>
                <a:uFillTx/>
                <a:latin typeface="Calibri"/>
              </a:rPr>
              <a:t> meint meist strukturelle und Attribut-Direktiven</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Wie Komponenten Teil des UI</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Unterschied zu Komponenten: kein eigenes Template</a:t>
            </a:r>
            <a:endParaRPr lang="de-DE" sz="2400" b="0" u="none" strike="noStrike">
              <a:solidFill>
                <a:srgbClr val="000000"/>
              </a:solidFill>
              <a:uFillTx/>
              <a:latin typeface="Arial"/>
            </a:endParaRPr>
          </a:p>
          <a:p>
            <a:pPr indent="0" defTabSz="914400">
              <a:lnSpc>
                <a:spcPct val="90000"/>
              </a:lnSpc>
              <a:spcBef>
                <a:spcPts val="1001"/>
              </a:spcBef>
              <a:buNone/>
              <a:tabLst>
                <a:tab pos="0" algn="l"/>
              </a:tabLst>
            </a:pPr>
            <a:endParaRPr lang="de-DE" sz="2800" b="0" u="none" strike="noStrike">
              <a:solidFill>
                <a:srgbClr val="000000"/>
              </a:solidFill>
              <a:uFillTx/>
              <a:latin typeface="Arial"/>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2"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Direktiven</a:t>
            </a:r>
            <a:endParaRPr lang="de-DE" sz="4400" b="0" u="none" strike="noStrike">
              <a:solidFill>
                <a:srgbClr val="000000"/>
              </a:solidFill>
              <a:uFillTx/>
              <a:latin typeface="Arial"/>
            </a:endParaRPr>
          </a:p>
        </p:txBody>
      </p:sp>
      <p:sp>
        <p:nvSpPr>
          <p:cNvPr id="563"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fontScale="92500" lnSpcReduction="9999"/>
          </a:bodyPr>
          <a:lstStyle/>
          <a:p>
            <a:pPr marL="228600" indent="-228600" defTabSz="914400">
              <a:lnSpc>
                <a:spcPct val="90000"/>
              </a:lnSpc>
              <a:spcBef>
                <a:spcPts val="1001"/>
              </a:spcBef>
              <a:buClr>
                <a:srgbClr val="000000"/>
              </a:buClr>
              <a:buFont typeface="Arial"/>
              <a:buChar char="•"/>
            </a:pPr>
            <a:r>
              <a:rPr lang="de-DE" sz="2800" b="0" u="none" strike="noStrike" dirty="0">
                <a:solidFill>
                  <a:schemeClr val="dk1"/>
                </a:solidFill>
                <a:uFillTx/>
                <a:latin typeface="Calibri"/>
              </a:rPr>
              <a:t>Direktiven sind Erweiterungen von HTML, die vom Angular Framework gesucht und interpretiert werden</a:t>
            </a:r>
            <a:endParaRPr lang="de-DE" sz="2800" b="0" u="none" strike="noStrike" dirty="0">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dirty="0">
                <a:solidFill>
                  <a:schemeClr val="dk1"/>
                </a:solidFill>
                <a:uFillTx/>
                <a:latin typeface="Calibri"/>
              </a:rPr>
              <a:t>Während des Bootstrap-Vorgangs wird die Startseite der Anwendung nach Direktiven analysiert</a:t>
            </a:r>
            <a:endParaRPr lang="de-DE" sz="2400" b="0" u="none" strike="noStrike" dirty="0">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dirty="0">
                <a:solidFill>
                  <a:schemeClr val="dk1"/>
                </a:solidFill>
                <a:uFillTx/>
                <a:latin typeface="Calibri"/>
              </a:rPr>
              <a:t>Erweiterung durch</a:t>
            </a:r>
            <a:endParaRPr lang="de-DE" sz="2400" b="0" u="none" strike="noStrike" dirty="0">
              <a:solidFill>
                <a:srgbClr val="000000"/>
              </a:solidFill>
              <a:uFillTx/>
              <a:latin typeface="Arial"/>
            </a:endParaRPr>
          </a:p>
          <a:p>
            <a:pPr marL="1143000" lvl="2" indent="-228600" defTabSz="914400">
              <a:lnSpc>
                <a:spcPct val="90000"/>
              </a:lnSpc>
              <a:spcBef>
                <a:spcPts val="499"/>
              </a:spcBef>
              <a:buClr>
                <a:srgbClr val="000000"/>
              </a:buClr>
              <a:buFont typeface="Arial"/>
              <a:buChar char="•"/>
            </a:pPr>
            <a:r>
              <a:rPr lang="de-DE" sz="2000" b="0" u="none" strike="noStrike" dirty="0">
                <a:solidFill>
                  <a:schemeClr val="dk1"/>
                </a:solidFill>
                <a:uFillTx/>
                <a:latin typeface="Calibri"/>
              </a:rPr>
              <a:t>HTML-Elemente</a:t>
            </a:r>
            <a:endParaRPr lang="de-DE" sz="2000" b="0" u="none" strike="noStrike" dirty="0">
              <a:solidFill>
                <a:srgbClr val="000000"/>
              </a:solidFill>
              <a:uFillTx/>
              <a:latin typeface="Arial"/>
            </a:endParaRPr>
          </a:p>
          <a:p>
            <a:pPr marL="1143000" lvl="2" indent="-228600" defTabSz="914400">
              <a:lnSpc>
                <a:spcPct val="90000"/>
              </a:lnSpc>
              <a:spcBef>
                <a:spcPts val="499"/>
              </a:spcBef>
              <a:buClr>
                <a:srgbClr val="000000"/>
              </a:buClr>
              <a:buFont typeface="Arial"/>
              <a:buChar char="•"/>
            </a:pPr>
            <a:r>
              <a:rPr lang="de-DE" sz="2000" b="0" u="none" strike="noStrike" dirty="0">
                <a:solidFill>
                  <a:schemeClr val="dk1"/>
                </a:solidFill>
                <a:uFillTx/>
                <a:latin typeface="Calibri"/>
              </a:rPr>
              <a:t>Attribute</a:t>
            </a:r>
            <a:endParaRPr lang="de-DE" sz="2000" b="0" u="none" strike="noStrike" dirty="0">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dirty="0">
                <a:solidFill>
                  <a:schemeClr val="dk1"/>
                </a:solidFill>
                <a:uFillTx/>
                <a:latin typeface="Calibri"/>
              </a:rPr>
              <a:t>Was genau beim Auftreten einer Direktive passiert hängt von der Direktiven-Implementierung ab</a:t>
            </a:r>
            <a:endParaRPr lang="de-DE" sz="2800" b="0" u="none" strike="noStrike" dirty="0">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dirty="0" err="1">
                <a:solidFill>
                  <a:schemeClr val="dk1"/>
                </a:solidFill>
                <a:uFillTx/>
                <a:latin typeface="Courier New"/>
              </a:rPr>
              <a:t>ngModel</a:t>
            </a:r>
            <a:endParaRPr lang="de-DE" sz="2400" b="0" u="none" strike="noStrike" dirty="0">
              <a:solidFill>
                <a:srgbClr val="000000"/>
              </a:solidFill>
              <a:uFillTx/>
              <a:latin typeface="Arial"/>
            </a:endParaRPr>
          </a:p>
          <a:p>
            <a:pPr marL="1143000" lvl="2" indent="-228600" defTabSz="914400">
              <a:lnSpc>
                <a:spcPct val="90000"/>
              </a:lnSpc>
              <a:spcBef>
                <a:spcPts val="499"/>
              </a:spcBef>
              <a:buClr>
                <a:srgbClr val="000000"/>
              </a:buClr>
              <a:buFont typeface="Arial"/>
              <a:buChar char="•"/>
            </a:pPr>
            <a:r>
              <a:rPr lang="de-DE" sz="2000" b="0" u="none" strike="noStrike" dirty="0">
                <a:solidFill>
                  <a:schemeClr val="dk1"/>
                </a:solidFill>
                <a:uFillTx/>
                <a:latin typeface="Calibri"/>
              </a:rPr>
              <a:t>Data Binding</a:t>
            </a:r>
            <a:endParaRPr lang="de-DE" sz="2000" b="0" u="none" strike="noStrike" dirty="0">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dirty="0">
                <a:solidFill>
                  <a:schemeClr val="dk1"/>
                </a:solidFill>
                <a:uFillTx/>
                <a:latin typeface="Courier New"/>
              </a:rPr>
              <a:t>@</a:t>
            </a:r>
            <a:r>
              <a:rPr lang="de-DE" sz="2400" b="0" u="none" strike="noStrike" dirty="0" err="1">
                <a:solidFill>
                  <a:schemeClr val="dk1"/>
                </a:solidFill>
                <a:uFillTx/>
                <a:latin typeface="Courier New"/>
              </a:rPr>
              <a:t>for</a:t>
            </a:r>
            <a:endParaRPr lang="de-DE" sz="2400" b="0" u="none" strike="noStrike" dirty="0">
              <a:solidFill>
                <a:srgbClr val="000000"/>
              </a:solidFill>
              <a:uFillTx/>
              <a:latin typeface="Arial"/>
            </a:endParaRPr>
          </a:p>
          <a:p>
            <a:pPr marL="1143000" lvl="2" indent="-228600" defTabSz="914400">
              <a:lnSpc>
                <a:spcPct val="90000"/>
              </a:lnSpc>
              <a:spcBef>
                <a:spcPts val="499"/>
              </a:spcBef>
              <a:buClr>
                <a:srgbClr val="000000"/>
              </a:buClr>
              <a:buFont typeface="Arial"/>
              <a:buChar char="•"/>
            </a:pPr>
            <a:r>
              <a:rPr lang="de-DE" sz="2000" b="0" u="none" strike="noStrike" dirty="0">
                <a:solidFill>
                  <a:schemeClr val="dk1"/>
                </a:solidFill>
                <a:uFillTx/>
                <a:latin typeface="Calibri"/>
              </a:rPr>
              <a:t>Iteration</a:t>
            </a:r>
            <a:endParaRPr lang="de-DE" sz="2000" b="0" u="none" strike="noStrike" dirty="0">
              <a:solidFill>
                <a:srgbClr val="000000"/>
              </a:solidFill>
              <a:uFillTx/>
              <a:latin typeface="Arial"/>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4"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Beispiel</a:t>
            </a:r>
            <a:endParaRPr lang="de-DE" sz="4400" b="0" u="none" strike="noStrike">
              <a:solidFill>
                <a:srgbClr val="000000"/>
              </a:solidFill>
              <a:uFillTx/>
              <a:latin typeface="Arial"/>
            </a:endParaRPr>
          </a:p>
        </p:txBody>
      </p:sp>
      <p:sp>
        <p:nvSpPr>
          <p:cNvPr id="565"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a:spcBef>
                <a:spcPts val="1001"/>
              </a:spcBef>
              <a:tabLst>
                <a:tab pos="0" algn="l"/>
              </a:tabLst>
            </a:pPr>
            <a:r>
              <a:rPr lang="de-DE" sz="2400" dirty="0">
                <a:solidFill>
                  <a:srgbClr val="008080"/>
                </a:solidFill>
                <a:latin typeface="SourceCodePro"/>
              </a:rPr>
              <a:t>@for (track of tracks; track track.id) {</a:t>
            </a:r>
          </a:p>
          <a:p>
            <a:pPr>
              <a:spcBef>
                <a:spcPts val="1001"/>
              </a:spcBef>
              <a:tabLst>
                <a:tab pos="0" algn="l"/>
              </a:tabLst>
            </a:pPr>
            <a:r>
              <a:rPr lang="de-DE" sz="2400" dirty="0">
                <a:solidFill>
                  <a:srgbClr val="008080"/>
                </a:solidFill>
                <a:latin typeface="SourceCodePro"/>
              </a:rPr>
              <a:t>  &lt;li&gt;{{track.name}}&lt;/li&gt;</a:t>
            </a:r>
          </a:p>
          <a:p>
            <a:pPr>
              <a:spcBef>
                <a:spcPts val="1001"/>
              </a:spcBef>
              <a:tabLst>
                <a:tab pos="0" algn="l"/>
              </a:tabLst>
            </a:pPr>
            <a:r>
              <a:rPr lang="de-DE" sz="2400" dirty="0">
                <a:solidFill>
                  <a:srgbClr val="008080"/>
                </a:solidFill>
                <a:latin typeface="SourceCodePro"/>
              </a:rPr>
              <a:t>} @empty {</a:t>
            </a:r>
          </a:p>
          <a:p>
            <a:pPr>
              <a:spcBef>
                <a:spcPts val="1001"/>
              </a:spcBef>
              <a:tabLst>
                <a:tab pos="0" algn="l"/>
              </a:tabLst>
            </a:pPr>
            <a:r>
              <a:rPr lang="de-DE" sz="2400" dirty="0">
                <a:solidFill>
                  <a:srgbClr val="008080"/>
                </a:solidFill>
                <a:latin typeface="SourceCodePro"/>
              </a:rPr>
              <a:t>  &lt;p&gt;Keine Tracks gefunden.&lt;/p&gt;</a:t>
            </a:r>
          </a:p>
          <a:p>
            <a:pPr>
              <a:spcBef>
                <a:spcPts val="1001"/>
              </a:spcBef>
              <a:tabLst>
                <a:tab pos="0" algn="l"/>
              </a:tabLst>
            </a:pPr>
            <a:r>
              <a:rPr lang="de-DE" sz="2400" dirty="0">
                <a:solidFill>
                  <a:srgbClr val="008080"/>
                </a:solidFill>
                <a:latin typeface="SourceCodePro"/>
              </a:rPr>
              <a:t>}</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6"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Direktiven des Angular-Frameworks</a:t>
            </a:r>
            <a:endParaRPr lang="de-DE" sz="4400" b="0" u="none" strike="noStrike">
              <a:solidFill>
                <a:srgbClr val="000000"/>
              </a:solidFill>
              <a:uFillTx/>
              <a:latin typeface="Arial"/>
            </a:endParaRPr>
          </a:p>
        </p:txBody>
      </p:sp>
      <p:sp>
        <p:nvSpPr>
          <p:cNvPr id="567"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lnSpcReduction="10000"/>
          </a:bodyPr>
          <a:lstStyle/>
          <a:p>
            <a:pPr marL="228600" indent="-228600" defTabSz="914400">
              <a:lnSpc>
                <a:spcPct val="90000"/>
              </a:lnSpc>
              <a:spcBef>
                <a:spcPts val="1001"/>
              </a:spcBef>
              <a:buClr>
                <a:srgbClr val="000000"/>
              </a:buClr>
              <a:buFont typeface="Arial"/>
              <a:buChar char="•"/>
            </a:pPr>
            <a:r>
              <a:rPr lang="de-DE" sz="2800" b="0" u="none" strike="noStrike" dirty="0">
                <a:solidFill>
                  <a:schemeClr val="dk1"/>
                </a:solidFill>
                <a:uFillTx/>
                <a:latin typeface="Calibri"/>
              </a:rPr>
              <a:t>Angular unterscheidet die folgenden Direktiven</a:t>
            </a:r>
            <a:endParaRPr lang="de-DE" sz="2800" b="0" u="none" strike="noStrike" dirty="0">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dirty="0">
                <a:solidFill>
                  <a:schemeClr val="dk1"/>
                </a:solidFill>
                <a:uFillTx/>
                <a:latin typeface="Calibri"/>
              </a:rPr>
              <a:t>Components sind Direktiven!</a:t>
            </a:r>
            <a:endParaRPr lang="de-DE" sz="2400" b="0" u="none" strike="noStrike" dirty="0">
              <a:solidFill>
                <a:srgbClr val="000000"/>
              </a:solidFill>
              <a:uFillTx/>
              <a:latin typeface="Arial"/>
            </a:endParaRPr>
          </a:p>
          <a:p>
            <a:pPr marL="1143000" lvl="2" indent="-228600" defTabSz="914400">
              <a:lnSpc>
                <a:spcPct val="90000"/>
              </a:lnSpc>
              <a:spcBef>
                <a:spcPts val="499"/>
              </a:spcBef>
              <a:buClr>
                <a:srgbClr val="000000"/>
              </a:buClr>
              <a:buFont typeface="Arial"/>
              <a:buChar char="•"/>
            </a:pPr>
            <a:r>
              <a:rPr lang="de-DE" sz="2000" b="0" u="none" strike="noStrike" dirty="0">
                <a:solidFill>
                  <a:schemeClr val="dk1"/>
                </a:solidFill>
                <a:uFillTx/>
                <a:latin typeface="Calibri"/>
              </a:rPr>
              <a:t>sie werden an ein HTML-Element gebunden</a:t>
            </a:r>
            <a:endParaRPr lang="de-DE" sz="2000" b="0" u="none" strike="noStrike" dirty="0">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dirty="0" err="1">
                <a:solidFill>
                  <a:schemeClr val="dk1"/>
                </a:solidFill>
                <a:uFillTx/>
                <a:latin typeface="Calibri"/>
              </a:rPr>
              <a:t>Structural</a:t>
            </a:r>
            <a:r>
              <a:rPr lang="de-DE" sz="2400" b="0" u="none" strike="noStrike" dirty="0">
                <a:solidFill>
                  <a:schemeClr val="dk1"/>
                </a:solidFill>
                <a:uFillTx/>
                <a:latin typeface="Calibri"/>
              </a:rPr>
              <a:t> </a:t>
            </a:r>
            <a:r>
              <a:rPr lang="de-DE" sz="2400" b="0" u="none" strike="noStrike" dirty="0" err="1">
                <a:solidFill>
                  <a:schemeClr val="dk1"/>
                </a:solidFill>
                <a:uFillTx/>
                <a:latin typeface="Calibri"/>
              </a:rPr>
              <a:t>Directives</a:t>
            </a:r>
            <a:endParaRPr lang="de-DE" sz="2400" b="0" u="none" strike="noStrike" dirty="0">
              <a:solidFill>
                <a:srgbClr val="000000"/>
              </a:solidFill>
              <a:uFillTx/>
              <a:latin typeface="Arial"/>
            </a:endParaRPr>
          </a:p>
          <a:p>
            <a:pPr marL="1143000" lvl="2" indent="-228600" defTabSz="914400">
              <a:lnSpc>
                <a:spcPct val="90000"/>
              </a:lnSpc>
              <a:spcBef>
                <a:spcPts val="499"/>
              </a:spcBef>
              <a:buClr>
                <a:srgbClr val="000000"/>
              </a:buClr>
              <a:buFont typeface="Arial"/>
              <a:buChar char="•"/>
            </a:pPr>
            <a:r>
              <a:rPr lang="de-DE" sz="2000" b="0" u="none" strike="noStrike" dirty="0">
                <a:solidFill>
                  <a:schemeClr val="dk1"/>
                </a:solidFill>
                <a:uFillTx/>
                <a:latin typeface="Calibri"/>
              </a:rPr>
              <a:t>Modifizieren das DOM der Anwendung</a:t>
            </a:r>
            <a:endParaRPr lang="de-DE" sz="2000" b="0" u="none" strike="noStrike" dirty="0">
              <a:solidFill>
                <a:srgbClr val="000000"/>
              </a:solidFill>
              <a:uFillTx/>
              <a:latin typeface="Arial"/>
            </a:endParaRPr>
          </a:p>
          <a:p>
            <a:pPr marL="1143000" lvl="2" indent="-228600" defTabSz="914400">
              <a:lnSpc>
                <a:spcPct val="90000"/>
              </a:lnSpc>
              <a:spcBef>
                <a:spcPts val="499"/>
              </a:spcBef>
              <a:buClr>
                <a:srgbClr val="000000"/>
              </a:buClr>
              <a:buFont typeface="Arial"/>
              <a:buChar char="•"/>
            </a:pPr>
            <a:r>
              <a:rPr lang="de-DE" sz="2000" b="0" u="none" strike="noStrike" dirty="0" err="1">
                <a:solidFill>
                  <a:schemeClr val="dk1"/>
                </a:solidFill>
                <a:uFillTx/>
                <a:latin typeface="Courier New"/>
              </a:rPr>
              <a:t>for</a:t>
            </a:r>
            <a:r>
              <a:rPr lang="de-DE" sz="2000" b="0" u="none" strike="noStrike" dirty="0">
                <a:solidFill>
                  <a:schemeClr val="dk1"/>
                </a:solidFill>
                <a:uFillTx/>
                <a:latin typeface="Calibri"/>
              </a:rPr>
              <a:t> oder </a:t>
            </a:r>
            <a:r>
              <a:rPr lang="de-DE" sz="2000" b="0" u="none" strike="noStrike" dirty="0" err="1">
                <a:solidFill>
                  <a:schemeClr val="dk1"/>
                </a:solidFill>
                <a:uFillTx/>
                <a:latin typeface="Courier New"/>
              </a:rPr>
              <a:t>if</a:t>
            </a:r>
            <a:r>
              <a:rPr lang="de-DE" sz="2000" b="0" u="none" strike="noStrike" dirty="0">
                <a:solidFill>
                  <a:schemeClr val="dk1"/>
                </a:solidFill>
                <a:uFillTx/>
                <a:latin typeface="Calibri"/>
              </a:rPr>
              <a:t> sind Beispiele hierfür</a:t>
            </a:r>
            <a:endParaRPr lang="de-DE" sz="2000" b="0" u="none" strike="noStrike" dirty="0">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dirty="0">
                <a:solidFill>
                  <a:schemeClr val="dk1"/>
                </a:solidFill>
                <a:uFillTx/>
                <a:latin typeface="Calibri"/>
              </a:rPr>
              <a:t>Attribute </a:t>
            </a:r>
            <a:r>
              <a:rPr lang="de-DE" sz="2400" b="0" u="none" strike="noStrike" dirty="0" err="1">
                <a:solidFill>
                  <a:schemeClr val="dk1"/>
                </a:solidFill>
                <a:uFillTx/>
                <a:latin typeface="Calibri"/>
              </a:rPr>
              <a:t>Directives</a:t>
            </a:r>
            <a:endParaRPr lang="de-DE" sz="2400" b="0" u="none" strike="noStrike" dirty="0">
              <a:solidFill>
                <a:srgbClr val="000000"/>
              </a:solidFill>
              <a:uFillTx/>
              <a:latin typeface="Arial"/>
            </a:endParaRPr>
          </a:p>
          <a:p>
            <a:pPr marL="1143000" lvl="2" indent="-228600" defTabSz="914400">
              <a:lnSpc>
                <a:spcPct val="90000"/>
              </a:lnSpc>
              <a:spcBef>
                <a:spcPts val="499"/>
              </a:spcBef>
              <a:buClr>
                <a:srgbClr val="000000"/>
              </a:buClr>
              <a:buFont typeface="Arial"/>
              <a:buChar char="•"/>
            </a:pPr>
            <a:r>
              <a:rPr lang="de-DE" sz="2000" b="0" u="none" strike="noStrike" dirty="0">
                <a:solidFill>
                  <a:schemeClr val="dk1"/>
                </a:solidFill>
                <a:uFillTx/>
                <a:latin typeface="Calibri"/>
              </a:rPr>
              <a:t>Ändern die Darstellung oder das Verhalten eines HTML-Elements</a:t>
            </a:r>
            <a:endParaRPr lang="de-DE" sz="2000" b="0" u="none" strike="noStrike" dirty="0">
              <a:solidFill>
                <a:srgbClr val="000000"/>
              </a:solidFill>
              <a:uFillTx/>
              <a:latin typeface="Arial"/>
            </a:endParaRPr>
          </a:p>
          <a:p>
            <a:pPr marL="1143000" lvl="2" indent="-228600" defTabSz="914400">
              <a:lnSpc>
                <a:spcPct val="90000"/>
              </a:lnSpc>
              <a:spcBef>
                <a:spcPts val="499"/>
              </a:spcBef>
              <a:buClr>
                <a:srgbClr val="000000"/>
              </a:buClr>
              <a:buFont typeface="Arial"/>
              <a:buChar char="•"/>
            </a:pPr>
            <a:r>
              <a:rPr lang="de-DE" sz="2000" b="0" u="none" strike="noStrike" dirty="0" err="1">
                <a:solidFill>
                  <a:schemeClr val="dk1"/>
                </a:solidFill>
                <a:uFillTx/>
                <a:latin typeface="Courier New"/>
              </a:rPr>
              <a:t>ngStyle</a:t>
            </a:r>
            <a:r>
              <a:rPr lang="de-DE" sz="2000" b="0" u="none" strike="noStrike" dirty="0">
                <a:solidFill>
                  <a:schemeClr val="dk1"/>
                </a:solidFill>
                <a:uFillTx/>
                <a:latin typeface="Calibri"/>
              </a:rPr>
              <a:t> als Beispiel</a:t>
            </a:r>
            <a:endParaRPr lang="de-DE" sz="2000" b="0" u="none" strike="noStrike" dirty="0">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dirty="0">
                <a:solidFill>
                  <a:schemeClr val="dk1"/>
                </a:solidFill>
                <a:uFillTx/>
                <a:latin typeface="Calibri"/>
              </a:rPr>
              <a:t>Vollständige Liste unter </a:t>
            </a:r>
            <a:r>
              <a:rPr lang="de-DE" sz="2800" b="0" i="1" u="none" strike="noStrike" dirty="0">
                <a:solidFill>
                  <a:schemeClr val="dk1"/>
                </a:solidFill>
                <a:uFillTx/>
                <a:latin typeface="Courier New"/>
              </a:rPr>
              <a:t>https://</a:t>
            </a:r>
            <a:r>
              <a:rPr lang="de-DE" sz="2800" b="0" i="1" u="none" strike="noStrike" dirty="0" err="1">
                <a:solidFill>
                  <a:schemeClr val="dk1"/>
                </a:solidFill>
                <a:uFillTx/>
                <a:latin typeface="Courier New"/>
              </a:rPr>
              <a:t>angular.io</a:t>
            </a:r>
            <a:r>
              <a:rPr lang="de-DE" sz="2800" b="0" i="1" u="none" strike="noStrike" dirty="0">
                <a:solidFill>
                  <a:schemeClr val="dk1"/>
                </a:solidFill>
                <a:uFillTx/>
                <a:latin typeface="Courier New"/>
              </a:rPr>
              <a:t>/</a:t>
            </a:r>
            <a:r>
              <a:rPr lang="de-DE" sz="2800" b="0" i="1" u="none" strike="noStrike" dirty="0" err="1">
                <a:solidFill>
                  <a:schemeClr val="dk1"/>
                </a:solidFill>
                <a:uFillTx/>
                <a:latin typeface="Courier New"/>
              </a:rPr>
              <a:t>api?status</a:t>
            </a:r>
            <a:r>
              <a:rPr lang="de-DE" sz="2800" b="0" i="1" u="none" strike="noStrike" dirty="0">
                <a:solidFill>
                  <a:schemeClr val="dk1"/>
                </a:solidFill>
                <a:uFillTx/>
                <a:latin typeface="Courier New"/>
              </a:rPr>
              <a:t>=</a:t>
            </a:r>
            <a:r>
              <a:rPr lang="de-DE" sz="2800" b="0" i="1" u="none" strike="noStrike" dirty="0" err="1">
                <a:solidFill>
                  <a:schemeClr val="dk1"/>
                </a:solidFill>
                <a:uFillTx/>
                <a:latin typeface="Courier New"/>
              </a:rPr>
              <a:t>stable&amp;type</a:t>
            </a:r>
            <a:r>
              <a:rPr lang="de-DE" sz="2800" b="0" i="1" u="none" strike="noStrike" dirty="0">
                <a:solidFill>
                  <a:schemeClr val="dk1"/>
                </a:solidFill>
                <a:uFillTx/>
                <a:latin typeface="Courier New"/>
              </a:rPr>
              <a:t>=</a:t>
            </a:r>
            <a:r>
              <a:rPr lang="de-DE" sz="2800" b="0" i="1" u="none" strike="noStrike" dirty="0" err="1">
                <a:solidFill>
                  <a:schemeClr val="dk1"/>
                </a:solidFill>
                <a:uFillTx/>
                <a:latin typeface="Courier New"/>
              </a:rPr>
              <a:t>directive</a:t>
            </a:r>
            <a:endParaRPr lang="de-DE" sz="2800" b="0" u="none" strike="noStrike" dirty="0">
              <a:solidFill>
                <a:srgbClr val="000000"/>
              </a:solidFill>
              <a:uFillTx/>
              <a:latin typeface="Arial"/>
            </a:endParaRP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10"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Built-in Control Flow: @if, @for, @switch</a:t>
            </a:r>
            <a:endParaRPr lang="de-DE" sz="4400" b="0" u="none" strike="noStrike">
              <a:solidFill>
                <a:srgbClr val="000000"/>
              </a:solidFill>
              <a:uFillTx/>
              <a:latin typeface="Arial"/>
            </a:endParaRPr>
          </a:p>
        </p:txBody>
      </p:sp>
      <p:sp>
        <p:nvSpPr>
          <p:cNvPr id="811"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a:bodyPr>
          <a:lstStyle/>
          <a:p>
            <a:pPr indent="0" defTabSz="914400">
              <a:lnSpc>
                <a:spcPct val="90000"/>
              </a:lnSpc>
              <a:spcBef>
                <a:spcPts val="610"/>
              </a:spcBef>
              <a:buNone/>
              <a:tabLst>
                <a:tab pos="0" algn="l"/>
              </a:tabLst>
            </a:pPr>
            <a:r>
              <a:rPr lang="de-DE" sz="1700" b="0" u="none" strike="noStrike">
                <a:solidFill>
                  <a:srgbClr val="1E347B"/>
                </a:solidFill>
                <a:uFillTx/>
                <a:latin typeface="SourceCodePro"/>
              </a:rPr>
              <a:t>@if (customers.length &gt; 0) {</a:t>
            </a:r>
            <a:endParaRPr lang="de-DE" sz="1700" b="0" u="none" strike="noStrike">
              <a:solidFill>
                <a:srgbClr val="000000"/>
              </a:solidFill>
              <a:uFillTx/>
              <a:latin typeface="Arial"/>
            </a:endParaRPr>
          </a:p>
          <a:p>
            <a:pPr indent="0" defTabSz="914400">
              <a:lnSpc>
                <a:spcPct val="90000"/>
              </a:lnSpc>
              <a:spcBef>
                <a:spcPts val="610"/>
              </a:spcBef>
              <a:buNone/>
              <a:tabLst>
                <a:tab pos="0" algn="l"/>
              </a:tabLst>
            </a:pPr>
            <a:r>
              <a:rPr lang="de-DE" sz="1700" b="0" u="none" strike="noStrike">
                <a:solidFill>
                  <a:srgbClr val="1E347B"/>
                </a:solidFill>
                <a:uFillTx/>
                <a:latin typeface="SourceCodePro"/>
              </a:rPr>
              <a:t>  &lt;p&gt;{{ customers.length }} Kunden&lt;/p&gt;</a:t>
            </a:r>
            <a:endParaRPr lang="de-DE" sz="1700" b="0" u="none" strike="noStrike">
              <a:solidFill>
                <a:srgbClr val="000000"/>
              </a:solidFill>
              <a:uFillTx/>
              <a:latin typeface="Arial"/>
            </a:endParaRPr>
          </a:p>
          <a:p>
            <a:pPr indent="0" defTabSz="914400">
              <a:lnSpc>
                <a:spcPct val="90000"/>
              </a:lnSpc>
              <a:spcBef>
                <a:spcPts val="610"/>
              </a:spcBef>
              <a:buNone/>
              <a:tabLst>
                <a:tab pos="0" algn="l"/>
              </a:tabLst>
            </a:pPr>
            <a:r>
              <a:rPr lang="de-DE" sz="1700" b="0" u="none" strike="noStrike">
                <a:solidFill>
                  <a:srgbClr val="1E347B"/>
                </a:solidFill>
                <a:uFillTx/>
                <a:latin typeface="SourceCodePro"/>
              </a:rPr>
              <a:t>} @else {</a:t>
            </a:r>
            <a:endParaRPr lang="de-DE" sz="1700" b="0" u="none" strike="noStrike">
              <a:solidFill>
                <a:srgbClr val="000000"/>
              </a:solidFill>
              <a:uFillTx/>
              <a:latin typeface="Arial"/>
            </a:endParaRPr>
          </a:p>
          <a:p>
            <a:pPr indent="0" defTabSz="914400">
              <a:lnSpc>
                <a:spcPct val="90000"/>
              </a:lnSpc>
              <a:spcBef>
                <a:spcPts val="610"/>
              </a:spcBef>
              <a:buNone/>
              <a:tabLst>
                <a:tab pos="0" algn="l"/>
              </a:tabLst>
            </a:pPr>
            <a:r>
              <a:rPr lang="de-DE" sz="1700" b="0" u="none" strike="noStrike">
                <a:solidFill>
                  <a:srgbClr val="1E347B"/>
                </a:solidFill>
                <a:uFillTx/>
                <a:latin typeface="SourceCodePro"/>
              </a:rPr>
              <a:t>  &lt;p&gt;Keine Kunden&lt;/p&gt;</a:t>
            </a:r>
            <a:endParaRPr lang="de-DE" sz="1700" b="0" u="none" strike="noStrike">
              <a:solidFill>
                <a:srgbClr val="000000"/>
              </a:solidFill>
              <a:uFillTx/>
              <a:latin typeface="Arial"/>
            </a:endParaRPr>
          </a:p>
          <a:p>
            <a:pPr indent="0" defTabSz="914400">
              <a:lnSpc>
                <a:spcPct val="90000"/>
              </a:lnSpc>
              <a:spcBef>
                <a:spcPts val="610"/>
              </a:spcBef>
              <a:buNone/>
              <a:tabLst>
                <a:tab pos="0" algn="l"/>
              </a:tabLst>
            </a:pPr>
            <a:r>
              <a:rPr lang="de-DE" sz="1700" b="0" u="none" strike="noStrike">
                <a:solidFill>
                  <a:srgbClr val="1E347B"/>
                </a:solidFill>
                <a:uFillTx/>
                <a:latin typeface="SourceCodePro"/>
              </a:rPr>
              <a:t>}</a:t>
            </a:r>
            <a:endParaRPr lang="de-DE" sz="1700" b="0" u="none" strike="noStrike">
              <a:solidFill>
                <a:srgbClr val="000000"/>
              </a:solidFill>
              <a:uFillTx/>
              <a:latin typeface="Arial"/>
            </a:endParaRPr>
          </a:p>
          <a:p>
            <a:pPr indent="0" defTabSz="914400">
              <a:lnSpc>
                <a:spcPct val="90000"/>
              </a:lnSpc>
              <a:spcBef>
                <a:spcPts val="610"/>
              </a:spcBef>
              <a:buNone/>
              <a:tabLst>
                <a:tab pos="0" algn="l"/>
              </a:tabLst>
            </a:pPr>
            <a:r>
              <a:rPr lang="de-DE" sz="1700" b="0" u="none" strike="noStrike">
                <a:solidFill>
                  <a:srgbClr val="1E347B"/>
                </a:solidFill>
                <a:uFillTx/>
                <a:latin typeface="SourceCodePro"/>
              </a:rPr>
              <a:t>@for (customer of customers; track customer.id) {</a:t>
            </a:r>
            <a:endParaRPr lang="de-DE" sz="1700" b="0" u="none" strike="noStrike">
              <a:solidFill>
                <a:srgbClr val="000000"/>
              </a:solidFill>
              <a:uFillTx/>
              <a:latin typeface="Arial"/>
            </a:endParaRPr>
          </a:p>
          <a:p>
            <a:pPr indent="0" defTabSz="914400">
              <a:lnSpc>
                <a:spcPct val="90000"/>
              </a:lnSpc>
              <a:spcBef>
                <a:spcPts val="610"/>
              </a:spcBef>
              <a:buNone/>
              <a:tabLst>
                <a:tab pos="0" algn="l"/>
              </a:tabLst>
            </a:pPr>
            <a:r>
              <a:rPr lang="de-DE" sz="1700" b="0" u="none" strike="noStrike">
                <a:solidFill>
                  <a:srgbClr val="1E347B"/>
                </a:solidFill>
                <a:uFillTx/>
                <a:latin typeface="SourceCodePro"/>
              </a:rPr>
              <a:t>  &lt;li&gt;{{ customer.firstname }}&lt;/li&gt;</a:t>
            </a:r>
            <a:endParaRPr lang="de-DE" sz="1700" b="0" u="none" strike="noStrike">
              <a:solidFill>
                <a:srgbClr val="000000"/>
              </a:solidFill>
              <a:uFillTx/>
              <a:latin typeface="Arial"/>
            </a:endParaRPr>
          </a:p>
          <a:p>
            <a:pPr indent="0" defTabSz="914400">
              <a:lnSpc>
                <a:spcPct val="90000"/>
              </a:lnSpc>
              <a:spcBef>
                <a:spcPts val="610"/>
              </a:spcBef>
              <a:buNone/>
              <a:tabLst>
                <a:tab pos="0" algn="l"/>
              </a:tabLst>
            </a:pPr>
            <a:r>
              <a:rPr lang="de-DE" sz="1700" b="0" u="none" strike="noStrike">
                <a:solidFill>
                  <a:srgbClr val="1E347B"/>
                </a:solidFill>
                <a:uFillTx/>
                <a:latin typeface="SourceCodePro"/>
              </a:rPr>
              <a:t>} @empty {</a:t>
            </a:r>
            <a:endParaRPr lang="de-DE" sz="1700" b="0" u="none" strike="noStrike">
              <a:solidFill>
                <a:srgbClr val="000000"/>
              </a:solidFill>
              <a:uFillTx/>
              <a:latin typeface="Arial"/>
            </a:endParaRPr>
          </a:p>
          <a:p>
            <a:pPr indent="0" defTabSz="914400">
              <a:lnSpc>
                <a:spcPct val="90000"/>
              </a:lnSpc>
              <a:spcBef>
                <a:spcPts val="610"/>
              </a:spcBef>
              <a:buNone/>
              <a:tabLst>
                <a:tab pos="0" algn="l"/>
              </a:tabLst>
            </a:pPr>
            <a:r>
              <a:rPr lang="de-DE" sz="1700" b="0" u="none" strike="noStrike">
                <a:solidFill>
                  <a:srgbClr val="1E347B"/>
                </a:solidFill>
                <a:uFillTx/>
                <a:latin typeface="SourceCodePro"/>
              </a:rPr>
              <a:t>  &lt;li&gt;Keine Kunden gefunden.&lt;/li&gt;</a:t>
            </a:r>
            <a:endParaRPr lang="de-DE" sz="1700" b="0" u="none" strike="noStrike">
              <a:solidFill>
                <a:srgbClr val="000000"/>
              </a:solidFill>
              <a:uFillTx/>
              <a:latin typeface="Arial"/>
            </a:endParaRPr>
          </a:p>
          <a:p>
            <a:pPr indent="0" defTabSz="914400">
              <a:lnSpc>
                <a:spcPct val="90000"/>
              </a:lnSpc>
              <a:spcBef>
                <a:spcPts val="610"/>
              </a:spcBef>
              <a:buNone/>
              <a:tabLst>
                <a:tab pos="0" algn="l"/>
              </a:tabLst>
            </a:pPr>
            <a:r>
              <a:rPr lang="de-DE" sz="1700" b="0" u="none" strike="noStrike">
                <a:solidFill>
                  <a:srgbClr val="1E347B"/>
                </a:solidFill>
                <a:uFillTx/>
                <a:latin typeface="SourceCodePro"/>
              </a:rPr>
              <a:t>}</a:t>
            </a:r>
            <a:endParaRPr lang="de-DE" sz="1700" b="0" u="none" strike="noStrike">
              <a:solidFill>
                <a:srgbClr val="000000"/>
              </a:solidFill>
              <a:uFillTx/>
              <a:latin typeface="Arial"/>
            </a:endParaRPr>
          </a:p>
          <a:p>
            <a:pPr indent="0" defTabSz="914400">
              <a:lnSpc>
                <a:spcPct val="90000"/>
              </a:lnSpc>
              <a:spcBef>
                <a:spcPts val="610"/>
              </a:spcBef>
              <a:buNone/>
              <a:tabLst>
                <a:tab pos="0" algn="l"/>
              </a:tabLst>
            </a:pPr>
            <a:r>
              <a:rPr lang="de-DE" sz="1700" b="0" u="none" strike="noStrike">
                <a:solidFill>
                  <a:srgbClr val="1E347B"/>
                </a:solidFill>
                <a:uFillTx/>
                <a:latin typeface="SourceCodePro"/>
              </a:rPr>
              <a:t>@switch (customer.status) {</a:t>
            </a:r>
            <a:endParaRPr lang="de-DE" sz="1700" b="0" u="none" strike="noStrike">
              <a:solidFill>
                <a:srgbClr val="000000"/>
              </a:solidFill>
              <a:uFillTx/>
              <a:latin typeface="Arial"/>
            </a:endParaRPr>
          </a:p>
          <a:p>
            <a:pPr indent="0" defTabSz="914400">
              <a:lnSpc>
                <a:spcPct val="90000"/>
              </a:lnSpc>
              <a:spcBef>
                <a:spcPts val="610"/>
              </a:spcBef>
              <a:buNone/>
              <a:tabLst>
                <a:tab pos="0" algn="l"/>
              </a:tabLst>
            </a:pPr>
            <a:r>
              <a:rPr lang="de-DE" sz="1700" b="0" u="none" strike="noStrike">
                <a:solidFill>
                  <a:srgbClr val="1E347B"/>
                </a:solidFill>
                <a:uFillTx/>
                <a:latin typeface="SourceCodePro"/>
              </a:rPr>
              <a:t>  @case ('active') { &lt;span&gt;aktiv&lt;/span&gt; }</a:t>
            </a:r>
            <a:endParaRPr lang="de-DE" sz="1700" b="0" u="none" strike="noStrike">
              <a:solidFill>
                <a:srgbClr val="000000"/>
              </a:solidFill>
              <a:uFillTx/>
              <a:latin typeface="Arial"/>
            </a:endParaRPr>
          </a:p>
          <a:p>
            <a:pPr indent="0" defTabSz="914400">
              <a:lnSpc>
                <a:spcPct val="90000"/>
              </a:lnSpc>
              <a:spcBef>
                <a:spcPts val="610"/>
              </a:spcBef>
              <a:buNone/>
              <a:tabLst>
                <a:tab pos="0" algn="l"/>
              </a:tabLst>
            </a:pPr>
            <a:r>
              <a:rPr lang="de-DE" sz="1700" b="0" u="none" strike="noStrike">
                <a:solidFill>
                  <a:srgbClr val="1E347B"/>
                </a:solidFill>
                <a:uFillTx/>
                <a:latin typeface="SourceCodePro"/>
              </a:rPr>
              <a:t>  @default { &lt;span&gt;inaktiv&lt;/span&gt; }</a:t>
            </a:r>
            <a:endParaRPr lang="de-DE" sz="1700" b="0" u="none" strike="noStrike">
              <a:solidFill>
                <a:srgbClr val="000000"/>
              </a:solidFill>
              <a:uFillTx/>
              <a:latin typeface="Arial"/>
            </a:endParaRPr>
          </a:p>
          <a:p>
            <a:pPr indent="0" defTabSz="914400">
              <a:lnSpc>
                <a:spcPct val="90000"/>
              </a:lnSpc>
              <a:spcBef>
                <a:spcPts val="610"/>
              </a:spcBef>
              <a:buNone/>
              <a:tabLst>
                <a:tab pos="0" algn="l"/>
              </a:tabLst>
            </a:pPr>
            <a:r>
              <a:rPr lang="de-DE" sz="1700" b="0" u="none" strike="noStrike">
                <a:solidFill>
                  <a:srgbClr val="1E347B"/>
                </a:solidFill>
                <a:uFillTx/>
                <a:latin typeface="SourceCodePro"/>
              </a:rPr>
              <a:t>}</a:t>
            </a:r>
            <a:endParaRPr lang="de-DE" sz="1700" b="0" u="none" strike="noStrike">
              <a:solidFill>
                <a:srgbClr val="000000"/>
              </a:solidFill>
              <a:uFillTx/>
              <a:latin typeface="Arial"/>
            </a:endParaRPr>
          </a:p>
          <a:p>
            <a:pPr indent="0" defTabSz="914400">
              <a:lnSpc>
                <a:spcPct val="90000"/>
              </a:lnSpc>
              <a:spcBef>
                <a:spcPts val="610"/>
              </a:spcBef>
              <a:buNone/>
              <a:tabLst>
                <a:tab pos="0" algn="l"/>
              </a:tabLst>
            </a:pPr>
            <a:r>
              <a:rPr lang="de-DE" sz="1700" b="0" u="none" strike="noStrike">
                <a:solidFill>
                  <a:srgbClr val="1E347B"/>
                </a:solidFill>
                <a:uFillTx/>
                <a:latin typeface="SourceCodePro"/>
              </a:rPr>
              <a:t>// Kein Import von CommonModule nötig, bessere Typprüfung und Performance</a:t>
            </a:r>
            <a:endParaRPr lang="de-DE" sz="1700" b="0" u="none" strike="noStrike">
              <a:solidFill>
                <a:srgbClr val="000000"/>
              </a:solidFill>
              <a:uFillTx/>
              <a:latin typeface="Arial"/>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8" name="PlaceHolder 1"/>
          <p:cNvSpPr>
            <a:spLocks noGrp="1"/>
          </p:cNvSpPr>
          <p:nvPr>
            <p:ph type="title"/>
          </p:nvPr>
        </p:nvSpPr>
        <p:spPr>
          <a:xfrm>
            <a:off x="938520" y="3776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Noch ein paar Beispiele</a:t>
            </a:r>
            <a:endParaRPr lang="de-DE" sz="4400" b="0" u="none" strike="noStrike">
              <a:solidFill>
                <a:srgbClr val="000000"/>
              </a:solidFill>
              <a:uFillTx/>
              <a:latin typeface="Arial"/>
            </a:endParaRPr>
          </a:p>
        </p:txBody>
      </p:sp>
      <p:sp>
        <p:nvSpPr>
          <p:cNvPr id="569"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a:spcBef>
                <a:spcPts val="1001"/>
              </a:spcBef>
              <a:buClr>
                <a:srgbClr val="1E347B"/>
              </a:buClr>
            </a:pPr>
            <a:r>
              <a:rPr lang="de-DE" sz="2800" dirty="0">
                <a:solidFill>
                  <a:srgbClr val="008080"/>
                </a:solidFill>
                <a:latin typeface="SourceCodePro"/>
              </a:rPr>
              <a:t>@if (track.playable) {</a:t>
            </a:r>
          </a:p>
          <a:p>
            <a:pPr>
              <a:spcBef>
                <a:spcPts val="1001"/>
              </a:spcBef>
              <a:buClr>
                <a:srgbClr val="1E347B"/>
              </a:buClr>
            </a:pPr>
            <a:r>
              <a:rPr lang="de-DE" sz="2800" dirty="0">
                <a:solidFill>
                  <a:srgbClr val="008080"/>
                </a:solidFill>
                <a:latin typeface="SourceCodePro"/>
              </a:rPr>
              <a:t>  &lt;button&gt;play&lt;/button&gt;</a:t>
            </a:r>
          </a:p>
          <a:p>
            <a:pPr>
              <a:spcBef>
                <a:spcPts val="1001"/>
              </a:spcBef>
              <a:buClr>
                <a:srgbClr val="1E347B"/>
              </a:buClr>
            </a:pPr>
            <a:r>
              <a:rPr lang="de-DE" sz="2800" dirty="0">
                <a:solidFill>
                  <a:srgbClr val="008080"/>
                </a:solidFill>
                <a:latin typeface="SourceCodePro"/>
              </a:rPr>
              <a:t>} @else {</a:t>
            </a:r>
          </a:p>
          <a:p>
            <a:pPr>
              <a:spcBef>
                <a:spcPts val="1001"/>
              </a:spcBef>
              <a:buClr>
                <a:srgbClr val="1E347B"/>
              </a:buClr>
            </a:pPr>
            <a:r>
              <a:rPr lang="de-DE" sz="2800" dirty="0">
                <a:solidFill>
                  <a:srgbClr val="008080"/>
                </a:solidFill>
                <a:latin typeface="SourceCodePro"/>
              </a:rPr>
              <a:t>  &lt;span&gt;nicht verfügbar&lt;/span&gt;</a:t>
            </a:r>
          </a:p>
          <a:p>
            <a:pPr>
              <a:spcBef>
                <a:spcPts val="1001"/>
              </a:spcBef>
              <a:buClr>
                <a:srgbClr val="1E347B"/>
              </a:buClr>
            </a:pPr>
            <a:r>
              <a:rPr lang="de-DE" sz="2800" dirty="0">
                <a:solidFill>
                  <a:srgbClr val="008080"/>
                </a:solidFill>
                <a:latin typeface="SourceCodePro"/>
              </a:rPr>
              <a:t>}</a:t>
            </a:r>
          </a:p>
          <a:p>
            <a:pPr>
              <a:spcBef>
                <a:spcPts val="1001"/>
              </a:spcBef>
              <a:buClr>
                <a:srgbClr val="1E347B"/>
              </a:buClr>
            </a:pPr>
            <a:r>
              <a:rPr lang="de-DE" sz="2800" dirty="0">
                <a:solidFill>
                  <a:srgbClr val="008080"/>
                </a:solidFill>
                <a:latin typeface="SourceCodePro"/>
              </a:rPr>
              <a:t>Früher (Legacy, CommonModule nötig)</a:t>
            </a:r>
          </a:p>
          <a:p>
            <a:pPr>
              <a:spcBef>
                <a:spcPts val="1001"/>
              </a:spcBef>
              <a:buClr>
                <a:srgbClr val="1E347B"/>
              </a:buClr>
            </a:pPr>
            <a:r>
              <a:rPr lang="de-DE" sz="2800" dirty="0">
                <a:solidFill>
                  <a:srgbClr val="008080"/>
                </a:solidFill>
                <a:latin typeface="SourceCodePro"/>
              </a:rPr>
              <a:t>&lt;div *ngIf="track.playable"&gt;…&lt;/div&gt;</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0"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Attribut Direktiven</a:t>
            </a:r>
            <a:endParaRPr lang="de-DE" sz="4400" b="0" u="none" strike="noStrike">
              <a:solidFill>
                <a:srgbClr val="000000"/>
              </a:solidFill>
              <a:uFillTx/>
              <a:latin typeface="Arial"/>
            </a:endParaRPr>
          </a:p>
        </p:txBody>
      </p:sp>
      <p:sp>
        <p:nvSpPr>
          <p:cNvPr id="571"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de-DE" sz="2800" b="0" u="none" strike="noStrike" dirty="0">
                <a:solidFill>
                  <a:schemeClr val="dk1"/>
                </a:solidFill>
                <a:uFillTx/>
                <a:latin typeface="Calibri"/>
              </a:rPr>
              <a:t>Keine </a:t>
            </a:r>
            <a:r>
              <a:rPr lang="de-DE" sz="2800" b="0" u="none" strike="noStrike" dirty="0" err="1">
                <a:solidFill>
                  <a:schemeClr val="dk1"/>
                </a:solidFill>
                <a:uFillTx/>
                <a:latin typeface="Calibri"/>
              </a:rPr>
              <a:t>Verändung</a:t>
            </a:r>
            <a:r>
              <a:rPr lang="de-DE" sz="2800" b="0" u="none" strike="noStrike" dirty="0">
                <a:solidFill>
                  <a:schemeClr val="dk1"/>
                </a:solidFill>
                <a:uFillTx/>
                <a:latin typeface="Calibri"/>
              </a:rPr>
              <a:t> der DOM Struktur</a:t>
            </a:r>
            <a:endParaRPr lang="de-DE" sz="2800" b="0" u="none" strike="noStrike" dirty="0">
              <a:solidFill>
                <a:srgbClr val="000000"/>
              </a:solidFill>
              <a:uFillTx/>
              <a:latin typeface="Arial"/>
            </a:endParaRPr>
          </a:p>
          <a:p>
            <a:pPr indent="0" defTabSz="914400">
              <a:lnSpc>
                <a:spcPct val="90000"/>
              </a:lnSpc>
              <a:spcBef>
                <a:spcPts val="1001"/>
              </a:spcBef>
              <a:buNone/>
              <a:tabLst>
                <a:tab pos="0" algn="l"/>
              </a:tabLst>
            </a:pPr>
            <a:endParaRPr lang="de-DE" sz="2800" b="0" u="none" strike="noStrike" dirty="0">
              <a:solidFill>
                <a:srgbClr val="000000"/>
              </a:solidFill>
              <a:uFillTx/>
              <a:latin typeface="Arial"/>
            </a:endParaRPr>
          </a:p>
          <a:p>
            <a:pPr indent="0" defTabSz="914400">
              <a:lnSpc>
                <a:spcPct val="90000"/>
              </a:lnSpc>
              <a:spcBef>
                <a:spcPts val="1001"/>
              </a:spcBef>
              <a:buNone/>
              <a:tabLst>
                <a:tab pos="0" algn="l"/>
              </a:tabLst>
            </a:pPr>
            <a:r>
              <a:rPr lang="de-DE" sz="2800" b="0" u="none" strike="noStrike" dirty="0">
                <a:solidFill>
                  <a:srgbClr val="1E347B"/>
                </a:solidFill>
                <a:uFillTx/>
                <a:latin typeface="SourceCodePro"/>
              </a:rPr>
              <a:t>&lt;form #form="ngForm"&gt;</a:t>
            </a:r>
            <a:r>
              <a:rPr lang="de-DE" sz="2800" b="0" u="none" strike="noStrike" dirty="0">
                <a:solidFill>
                  <a:srgbClr val="48484C"/>
                </a:solidFill>
                <a:uFillTx/>
                <a:latin typeface="SourceCodePro"/>
              </a:rPr>
              <a:t/>
            </a:r>
            <a:r>
              <a:rPr lang="de-DE" sz="2800" b="0" u="none" strike="noStrike" dirty="0" err="1">
                <a:solidFill>
                  <a:srgbClr val="008080"/>
                </a:solidFill>
                <a:uFillTx/>
                <a:latin typeface="SourceCodePro"/>
              </a:rPr>
              <a:t/>
            </a:r>
            <a:r>
              <a:rPr lang="de-DE" sz="2800" b="0" u="none" strike="noStrike" dirty="0">
                <a:solidFill>
                  <a:srgbClr val="48484C"/>
                </a:solidFill>
                <a:uFillTx/>
                <a:latin typeface="SourceCodePro"/>
              </a:rPr>
              <a:t/>
            </a:r>
            <a:r>
              <a:rPr lang="de-DE" sz="2800" b="0" u="none" strike="noStrike" dirty="0">
                <a:solidFill>
                  <a:srgbClr val="93A1A1"/>
                </a:solidFill>
                <a:uFillTx/>
                <a:latin typeface="SourceCodePro"/>
              </a:rPr>
              <a:t/>
            </a:r>
            <a:r>
              <a:rPr lang="de-DE" sz="2800" b="0" u="none" strike="noStrike" dirty="0">
                <a:solidFill>
                  <a:srgbClr val="DD1144"/>
                </a:solidFill>
                <a:uFillTx/>
                <a:latin typeface="SourceCodePro"/>
              </a:rPr>
              <a:t/>
            </a:r>
            <a:r>
              <a:rPr lang="de-DE" sz="2800" b="0" u="none" strike="noStrike" dirty="0">
                <a:solidFill>
                  <a:srgbClr val="1E347B"/>
                </a:solidFill>
                <a:uFillTx/>
                <a:latin typeface="SourceCodePro"/>
              </a:rPr>
              <a:t/>
            </a:r>
            <a:endParaRPr lang="de-DE" sz="2800" b="0" u="none" strike="noStrike" dirty="0">
              <a:solidFill>
                <a:srgbClr val="000000"/>
              </a:solidFill>
              <a:uFillTx/>
              <a:latin typeface="Arial"/>
            </a:endParaRPr>
          </a:p>
          <a:p>
            <a:pPr indent="0" defTabSz="914400">
              <a:lnSpc>
                <a:spcPct val="90000"/>
              </a:lnSpc>
              <a:spcBef>
                <a:spcPts val="1001"/>
              </a:spcBef>
              <a:buNone/>
              <a:tabLst>
                <a:tab pos="0" algn="l"/>
              </a:tabLst>
            </a:pPr>
            <a:r>
              <a:rPr lang="de-DE" sz="2800" b="0" u="none" strike="noStrike" dirty="0">
                <a:solidFill>
                  <a:srgbClr val="1E347B"/>
                </a:solidFill>
                <a:uFillTx/>
                <a:latin typeface="SourceCodePro"/>
              </a:rPr>
              <a:t>		&lt;input type="email" name="mail" ngModel/&gt;</a:t>
            </a:r>
            <a:r>
              <a:rPr lang="de-DE" sz="2800" b="0" u="none" strike="noStrike" dirty="0" err="1">
                <a:solidFill>
                  <a:srgbClr val="1E347B"/>
                </a:solidFill>
                <a:uFillTx/>
                <a:latin typeface="SourceCodePro"/>
              </a:rPr>
              <a:t/>
            </a:r>
            <a:r>
              <a:rPr lang="de-DE" sz="2800" b="0" u="none" strike="noStrike" dirty="0">
                <a:solidFill>
                  <a:srgbClr val="48484C"/>
                </a:solidFill>
                <a:uFillTx/>
                <a:latin typeface="SourceCodePro"/>
              </a:rPr>
              <a:t/>
            </a:r>
            <a:r>
              <a:rPr lang="de-DE" sz="2800" b="0" u="none" strike="noStrike" dirty="0">
                <a:solidFill>
                  <a:srgbClr val="008080"/>
                </a:solidFill>
                <a:uFillTx/>
                <a:latin typeface="SourceCodePro"/>
              </a:rPr>
              <a:t/>
            </a:r>
            <a:r>
              <a:rPr lang="de-DE" sz="2800" b="0" u="none" strike="noStrike" dirty="0">
                <a:solidFill>
                  <a:srgbClr val="93A1A1"/>
                </a:solidFill>
                <a:uFillTx/>
                <a:latin typeface="SourceCodePro"/>
              </a:rPr>
              <a:t/>
            </a:r>
            <a:r>
              <a:rPr lang="de-DE" sz="2800" b="0" u="none" strike="noStrike" dirty="0">
                <a:solidFill>
                  <a:srgbClr val="DD1144"/>
                </a:solidFill>
                <a:uFillTx/>
                <a:latin typeface="SourceCodePro"/>
              </a:rPr>
              <a:t/>
            </a:r>
            <a:r>
              <a:rPr lang="de-DE" sz="2800" b="0" u="none" strike="noStrike" dirty="0">
                <a:solidFill>
                  <a:srgbClr val="48484C"/>
                </a:solidFill>
                <a:uFillTx/>
                <a:latin typeface="SourceCodePro"/>
              </a:rPr>
              <a:t/>
            </a:r>
            <a:r>
              <a:rPr lang="de-DE" sz="2800" b="0" u="none" strike="noStrike" dirty="0" err="1">
                <a:solidFill>
                  <a:srgbClr val="008080"/>
                </a:solidFill>
                <a:uFillTx/>
                <a:latin typeface="SourceCodePro"/>
              </a:rPr>
              <a:t/>
            </a:r>
            <a:r>
              <a:rPr lang="de-DE" sz="2800" b="0" u="none" strike="noStrike" dirty="0">
                <a:solidFill>
                  <a:srgbClr val="93A1A1"/>
                </a:solidFill>
                <a:uFillTx/>
                <a:latin typeface="SourceCodePro"/>
              </a:rPr>
              <a:t/>
            </a:r>
            <a:r>
              <a:rPr lang="de-DE" sz="2800" b="0" u="none" strike="noStrike" dirty="0">
                <a:solidFill>
                  <a:srgbClr val="DD1144"/>
                </a:solidFill>
                <a:uFillTx/>
                <a:latin typeface="SourceCodePro"/>
              </a:rPr>
              <a:t/>
            </a:r>
            <a:r>
              <a:rPr lang="de-DE" sz="2800" b="0" u="none" strike="noStrike" dirty="0">
                <a:solidFill>
                  <a:srgbClr val="1E347B"/>
                </a:solidFill>
                <a:uFillTx/>
                <a:latin typeface="SourceCodePro"/>
              </a:rPr>
              <a:t/>
            </a:r>
            <a:endParaRPr lang="de-DE" sz="2800" b="0" u="none" strike="noStrike" dirty="0">
              <a:solidFill>
                <a:srgbClr val="000000"/>
              </a:solidFill>
              <a:uFillTx/>
              <a:latin typeface="Arial"/>
            </a:endParaRPr>
          </a:p>
          <a:p>
            <a:pPr indent="0" defTabSz="914400">
              <a:lnSpc>
                <a:spcPct val="90000"/>
              </a:lnSpc>
              <a:spcBef>
                <a:spcPts val="1001"/>
              </a:spcBef>
              <a:buNone/>
              <a:tabLst>
                <a:tab pos="0" algn="l"/>
              </a:tabLst>
            </a:pPr>
            <a:r>
              <a:rPr lang="de-DE" sz="2800" b="0" u="none" strike="noStrike" dirty="0">
                <a:solidFill>
                  <a:srgbClr val="1E347B"/>
                </a:solidFill>
                <a:uFillTx/>
                <a:latin typeface="SourceCodePro"/>
              </a:rPr>
              <a:t>&lt;/form&gt;</a:t>
            </a:r>
            <a:endParaRPr lang="de-DE" sz="2800" b="0" u="none" strike="noStrike" dirty="0">
              <a:solidFill>
                <a:srgbClr val="000000"/>
              </a:solidFill>
              <a:uFillTx/>
              <a:latin typeface="Arial"/>
            </a:endParaRPr>
          </a:p>
          <a:p>
            <a:pPr indent="0" defTabSz="914400">
              <a:lnSpc>
                <a:spcPct val="90000"/>
              </a:lnSpc>
              <a:spcBef>
                <a:spcPts val="1001"/>
              </a:spcBef>
              <a:buNone/>
              <a:tabLst>
                <a:tab pos="0" algn="l"/>
              </a:tabLst>
            </a:pPr>
            <a:endParaRPr lang="de-DE" sz="2800" b="0" u="none" strike="noStrike" dirty="0">
              <a:solidFill>
                <a:srgbClr val="000000"/>
              </a:solidFill>
              <a:uFillTx/>
              <a:latin typeface="Arial"/>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572" name="Rectangle 7">
            <a:extLst>
              <a:ext uri="{C183D7F6-B498-43B3-948B-1728B52AA6E4}">
                <adec:decorative xmlns:adec="http://schemas.microsoft.com/office/drawing/2017/decorative" val="1"/>
              </a:ext>
            </a:extLst>
          </p:cNvPr>
          <p:cNvSpPr/>
          <p:nvPr/>
        </p:nvSpPr>
        <p:spPr>
          <a:xfrm>
            <a:off x="0" y="0"/>
            <a:ext cx="12190320" cy="685656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573" name="Rectangle 9">
            <a:extLst>
              <a:ext uri="{C183D7F6-B498-43B3-948B-1728B52AA6E4}">
                <adec:decorative xmlns:adec="http://schemas.microsoft.com/office/drawing/2017/decorative" val="1"/>
              </a:ext>
            </a:extLst>
          </p:cNvPr>
          <p:cNvSpPr/>
          <p:nvPr/>
        </p:nvSpPr>
        <p:spPr>
          <a:xfrm>
            <a:off x="360" y="0"/>
            <a:ext cx="12190320" cy="68565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800" b="0" u="none" strike="noStrike">
              <a:solidFill>
                <a:schemeClr val="lt1"/>
              </a:solidFill>
              <a:uFillTx/>
              <a:latin typeface="Calibri"/>
            </a:endParaRPr>
          </a:p>
        </p:txBody>
      </p:sp>
      <p:sp>
        <p:nvSpPr>
          <p:cNvPr id="574" name="PlaceHolder 1"/>
          <p:cNvSpPr>
            <a:spLocks noGrp="1"/>
          </p:cNvSpPr>
          <p:nvPr>
            <p:ph type="title"/>
          </p:nvPr>
        </p:nvSpPr>
        <p:spPr>
          <a:xfrm>
            <a:off x="1179360" y="1594800"/>
            <a:ext cx="9831960" cy="1324080"/>
          </a:xfrm>
          <a:prstGeom prst="rect">
            <a:avLst/>
          </a:prstGeom>
          <a:noFill/>
          <a:ln w="0">
            <a:noFill/>
          </a:ln>
        </p:spPr>
        <p:txBody>
          <a:bodyPr lIns="91440" tIns="45720" rIns="91440" bIns="45720" anchor="b">
            <a:normAutofit/>
          </a:bodyPr>
          <a:lstStyle/>
          <a:p>
            <a:pPr indent="0" algn="ctr" defTabSz="914400">
              <a:lnSpc>
                <a:spcPct val="90000"/>
              </a:lnSpc>
              <a:buNone/>
              <a:tabLst>
                <a:tab pos="0" algn="l"/>
              </a:tabLst>
            </a:pPr>
            <a:r>
              <a:rPr lang="de-DE" sz="3600" b="0" u="none" strike="noStrike">
                <a:solidFill>
                  <a:schemeClr val="dk2"/>
                </a:solidFill>
                <a:uFillTx/>
                <a:latin typeface="Calibri Light"/>
              </a:rPr>
              <a:t>Übung 6</a:t>
            </a:r>
            <a:endParaRPr lang="de-DE" sz="3600" b="0" u="none" strike="noStrike">
              <a:solidFill>
                <a:srgbClr val="000000"/>
              </a:solidFill>
              <a:uFillTx/>
              <a:latin typeface="Arial"/>
            </a:endParaRPr>
          </a:p>
        </p:txBody>
      </p:sp>
      <p:grpSp>
        <p:nvGrpSpPr>
          <p:cNvPr id="575" name="Group 11">
            <a:extLst>
              <a:ext uri="{C183D7F6-B498-43B3-948B-1728B52AA6E4}">
                <adec:decorative xmlns:adec="http://schemas.microsoft.com/office/drawing/2017/decorative" val="1"/>
              </a:ext>
            </a:extLst>
          </p:cNvPr>
          <p:cNvGrpSpPr/>
          <p:nvPr/>
        </p:nvGrpSpPr>
        <p:grpSpPr>
          <a:xfrm>
            <a:off x="0" y="0"/>
            <a:ext cx="3344400" cy="2509560"/>
            <a:chOff x="0" y="0"/>
            <a:chExt cx="3344400" cy="2509560"/>
          </a:xfrm>
        </p:grpSpPr>
        <p:sp>
          <p:nvSpPr>
            <p:cNvPr id="576" name="Freeform: Shape 12">
              <a:extLst>
                <a:ext uri="{C183D7F6-B498-43B3-948B-1728B52AA6E4}">
                  <adec:decorative xmlns:adec="http://schemas.microsoft.com/office/drawing/2017/decorative" val="1"/>
                </a:ext>
              </a:extLst>
            </p:cNvPr>
            <p:cNvSpPr/>
            <p:nvPr/>
          </p:nvSpPr>
          <p:spPr>
            <a:xfrm>
              <a:off x="360" y="0"/>
              <a:ext cx="3329280" cy="2315160"/>
            </a:xfrm>
            <a:custGeom>
              <a:avLst/>
              <a:gdLst>
                <a:gd name="textAreaLeft" fmla="*/ 0 w 3329280"/>
                <a:gd name="textAreaRight" fmla="*/ 3330720 w 3329280"/>
                <a:gd name="textAreaTop" fmla="*/ 0 h 2315160"/>
                <a:gd name="textAreaBottom" fmla="*/ 2316600 h 2315160"/>
              </a:gdLst>
              <a:ahLst/>
              <a:cxnLst/>
              <a:rect l="textAreaLeft" t="textAreaTop" r="textAreaRight" b="textAreaBottom"/>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577" name="Freeform: Shape 13">
              <a:extLst>
                <a:ext uri="{C183D7F6-B498-43B3-948B-1728B52AA6E4}">
                  <adec:decorative xmlns:adec="http://schemas.microsoft.com/office/drawing/2017/decorative" val="1"/>
                </a:ext>
              </a:extLst>
            </p:cNvPr>
            <p:cNvSpPr/>
            <p:nvPr/>
          </p:nvSpPr>
          <p:spPr>
            <a:xfrm>
              <a:off x="360" y="0"/>
              <a:ext cx="3329280" cy="2315160"/>
            </a:xfrm>
            <a:custGeom>
              <a:avLst/>
              <a:gdLst>
                <a:gd name="textAreaLeft" fmla="*/ 0 w 3329280"/>
                <a:gd name="textAreaRight" fmla="*/ 3330720 w 3329280"/>
                <a:gd name="textAreaTop" fmla="*/ 0 h 2315160"/>
                <a:gd name="textAreaBottom" fmla="*/ 2316600 h 2315160"/>
              </a:gdLst>
              <a:ahLst/>
              <a:cxnLst/>
              <a:rect l="textAreaLeft" t="textAreaTop" r="textAreaRight" b="textAreaBottom"/>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578" name="Freeform: Shape 14">
              <a:extLst>
                <a:ext uri="{C183D7F6-B498-43B3-948B-1728B52AA6E4}">
                  <adec:decorative xmlns:adec="http://schemas.microsoft.com/office/drawing/2017/decorative" val="1"/>
                </a:ext>
              </a:extLst>
            </p:cNvPr>
            <p:cNvSpPr/>
            <p:nvPr/>
          </p:nvSpPr>
          <p:spPr>
            <a:xfrm>
              <a:off x="0" y="0"/>
              <a:ext cx="3330000" cy="2334600"/>
            </a:xfrm>
            <a:custGeom>
              <a:avLst/>
              <a:gdLst>
                <a:gd name="textAreaLeft" fmla="*/ 0 w 3330000"/>
                <a:gd name="textAreaRight" fmla="*/ 3331440 w 3330000"/>
                <a:gd name="textAreaTop" fmla="*/ 0 h 2334600"/>
                <a:gd name="textAreaBottom" fmla="*/ 2336040 h 2334600"/>
              </a:gdLst>
              <a:ahLst/>
              <a:cxnLst/>
              <a:rect l="textAreaLeft" t="textAreaTop" r="textAreaRight" b="textAreaBottom"/>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579" name="Freeform: Shape 15">
              <a:extLst>
                <a:ext uri="{C183D7F6-B498-43B3-948B-1728B52AA6E4}">
                  <adec:decorative xmlns:adec="http://schemas.microsoft.com/office/drawing/2017/decorative" val="1"/>
                </a:ext>
              </a:extLst>
            </p:cNvPr>
            <p:cNvSpPr/>
            <p:nvPr/>
          </p:nvSpPr>
          <p:spPr>
            <a:xfrm>
              <a:off x="360" y="0"/>
              <a:ext cx="3344040" cy="2509560"/>
            </a:xfrm>
            <a:custGeom>
              <a:avLst/>
              <a:gdLst>
                <a:gd name="textAreaLeft" fmla="*/ 0 w 3344040"/>
                <a:gd name="textAreaRight" fmla="*/ 3345480 w 3344040"/>
                <a:gd name="textAreaTop" fmla="*/ 0 h 2509560"/>
                <a:gd name="textAreaBottom" fmla="*/ 2511000 h 2509560"/>
              </a:gdLst>
              <a:ahLst/>
              <a:cxnLst/>
              <a:rect l="textAreaLeft" t="textAreaTop" r="textAreaRight" b="textAreaBottom"/>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grpSp>
      <p:sp>
        <p:nvSpPr>
          <p:cNvPr id="580" name="PlaceHolder 2"/>
          <p:cNvSpPr>
            <a:spLocks noGrp="1"/>
          </p:cNvSpPr>
          <p:nvPr>
            <p:ph/>
          </p:nvPr>
        </p:nvSpPr>
        <p:spPr>
          <a:xfrm>
            <a:off x="1179360" y="3329640"/>
            <a:ext cx="9831960" cy="2455920"/>
          </a:xfrm>
          <a:prstGeom prst="rect">
            <a:avLst/>
          </a:prstGeom>
          <a:noFill/>
          <a:ln w="0">
            <a:noFill/>
          </a:ln>
        </p:spPr>
        <p:txBody>
          <a:bodyPr lIns="91440" tIns="45720" rIns="91440" bIns="45720" anchor="t">
            <a:normAutofit/>
          </a:bodyPr>
          <a:lstStyle/>
          <a:p>
            <a:pPr marL="228600" indent="-228600" defTabSz="914400">
              <a:lnSpc>
                <a:spcPct val="90000"/>
              </a:lnSpc>
              <a:spcBef>
                <a:spcPts val="1001"/>
              </a:spcBef>
              <a:buClr>
                <a:srgbClr val="44546A"/>
              </a:buClr>
              <a:buFont typeface="Arial"/>
              <a:buChar char="•"/>
            </a:pPr>
            <a:r>
              <a:rPr lang="de-DE" sz="1800" b="0" u="none" strike="noStrike">
                <a:solidFill>
                  <a:schemeClr val="dk2"/>
                </a:solidFill>
                <a:uFillTx/>
                <a:latin typeface="Calibri"/>
              </a:rPr>
              <a:t>Erweitere das Template von AppComponent</a:t>
            </a:r>
            <a:endParaRPr lang="de-DE" sz="18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800" b="0" u="none" strike="noStrike">
                <a:solidFill>
                  <a:schemeClr val="dk2"/>
                </a:solidFill>
                <a:uFillTx/>
                <a:latin typeface="Calibri"/>
              </a:rPr>
              <a:t>Zeige eine Liste aller Customer an</a:t>
            </a:r>
            <a:endParaRPr lang="de-DE" sz="1800" b="0" u="none" strike="noStrike">
              <a:solidFill>
                <a:srgbClr val="000000"/>
              </a:solidFill>
              <a:uFillTx/>
              <a:latin typeface="Arial"/>
            </a:endParaRPr>
          </a:p>
          <a:p>
            <a:pPr indent="0" defTabSz="914400">
              <a:lnSpc>
                <a:spcPct val="90000"/>
              </a:lnSpc>
              <a:spcBef>
                <a:spcPts val="1001"/>
              </a:spcBef>
              <a:buNone/>
              <a:tabLst>
                <a:tab pos="0" algn="l"/>
              </a:tabLst>
            </a:pPr>
            <a:endParaRPr lang="de-DE" sz="1800" b="0" u="none" strike="noStrike">
              <a:solidFill>
                <a:srgbClr val="000000"/>
              </a:solidFill>
              <a:uFillTx/>
              <a:latin typeface="Arial"/>
            </a:endParaRPr>
          </a:p>
        </p:txBody>
      </p:sp>
      <p:grpSp>
        <p:nvGrpSpPr>
          <p:cNvPr id="581" name="Group 17">
            <a:extLst>
              <a:ext uri="{C183D7F6-B498-43B3-948B-1728B52AA6E4}">
                <adec:decorative xmlns:adec="http://schemas.microsoft.com/office/drawing/2017/decorative" val="1"/>
              </a:ext>
            </a:extLst>
          </p:cNvPr>
          <p:cNvGrpSpPr/>
          <p:nvPr/>
        </p:nvGrpSpPr>
        <p:grpSpPr>
          <a:xfrm>
            <a:off x="9829080" y="2979360"/>
            <a:ext cx="2367360" cy="3877200"/>
            <a:chOff x="9829080" y="2979360"/>
            <a:chExt cx="2367360" cy="3877200"/>
          </a:xfrm>
        </p:grpSpPr>
        <p:sp>
          <p:nvSpPr>
            <p:cNvPr id="582" name="Freeform: Shape 18">
              <a:extLst>
                <a:ext uri="{C183D7F6-B498-43B3-948B-1728B52AA6E4}">
                  <adec:decorative xmlns:adec="http://schemas.microsoft.com/office/drawing/2017/decorative" val="1"/>
                </a:ext>
              </a:extLst>
            </p:cNvPr>
            <p:cNvSpPr/>
            <p:nvPr/>
          </p:nvSpPr>
          <p:spPr>
            <a:xfrm rot="5400000">
              <a:off x="9074160" y="3734280"/>
              <a:ext cx="3877200" cy="2367360"/>
            </a:xfrm>
            <a:custGeom>
              <a:avLst/>
              <a:gdLst>
                <a:gd name="textAreaLeft" fmla="*/ 0 w 3877200"/>
                <a:gd name="textAreaRight" fmla="*/ 3878640 w 3877200"/>
                <a:gd name="textAreaTop" fmla="*/ 0 h 2367360"/>
                <a:gd name="textAreaBottom" fmla="*/ 2368800 h 2367360"/>
              </a:gdLst>
              <a:ahLst/>
              <a:cxnLst/>
              <a:rect l="textAreaLeft" t="textAreaTop" r="textAreaRight" b="textAreaBottom"/>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583" name="Freeform: Shape 19">
              <a:extLst>
                <a:ext uri="{C183D7F6-B498-43B3-948B-1728B52AA6E4}">
                  <adec:decorative xmlns:adec="http://schemas.microsoft.com/office/drawing/2017/decorative" val="1"/>
                </a:ext>
              </a:extLst>
            </p:cNvPr>
            <p:cNvSpPr/>
            <p:nvPr/>
          </p:nvSpPr>
          <p:spPr>
            <a:xfrm rot="5400000">
              <a:off x="9190800" y="3850920"/>
              <a:ext cx="3841200" cy="2169720"/>
            </a:xfrm>
            <a:custGeom>
              <a:avLst/>
              <a:gdLst>
                <a:gd name="textAreaLeft" fmla="*/ 0 w 3841200"/>
                <a:gd name="textAreaRight" fmla="*/ 3842640 w 3841200"/>
                <a:gd name="textAreaTop" fmla="*/ 0 h 2169720"/>
                <a:gd name="textAreaBottom" fmla="*/ 2171160 h 2169720"/>
              </a:gdLst>
              <a:ahLst/>
              <a:cxnLst/>
              <a:rect l="textAreaLeft" t="textAreaTop" r="textAreaRight" b="textAreaBottom"/>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584" name="Freeform: Shape 20">
              <a:extLst>
                <a:ext uri="{C183D7F6-B498-43B3-948B-1728B52AA6E4}">
                  <adec:decorative xmlns:adec="http://schemas.microsoft.com/office/drawing/2017/decorative" val="1"/>
                </a:ext>
              </a:extLst>
            </p:cNvPr>
            <p:cNvSpPr/>
            <p:nvPr/>
          </p:nvSpPr>
          <p:spPr>
            <a:xfrm rot="5400000">
              <a:off x="9212040" y="3872160"/>
              <a:ext cx="3837600" cy="2131200"/>
            </a:xfrm>
            <a:custGeom>
              <a:avLst/>
              <a:gdLst>
                <a:gd name="textAreaLeft" fmla="*/ 0 w 3837600"/>
                <a:gd name="textAreaRight" fmla="*/ 3839040 w 3837600"/>
                <a:gd name="textAreaTop" fmla="*/ 0 h 2131200"/>
                <a:gd name="textAreaBottom" fmla="*/ 2132640 h 2131200"/>
              </a:gdLst>
              <a:ahLst/>
              <a:cxnLst/>
              <a:rect l="textAreaLeft" t="textAreaTop" r="textAreaRight" b="textAreaBottom"/>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585" name="Freeform: Shape 21">
              <a:extLst>
                <a:ext uri="{C183D7F6-B498-43B3-948B-1728B52AA6E4}">
                  <adec:decorative xmlns:adec="http://schemas.microsoft.com/office/drawing/2017/decorative" val="1"/>
                </a:ext>
              </a:extLst>
            </p:cNvPr>
            <p:cNvSpPr/>
            <p:nvPr/>
          </p:nvSpPr>
          <p:spPr>
            <a:xfrm rot="5400000">
              <a:off x="9212040" y="3872160"/>
              <a:ext cx="3837600" cy="2131200"/>
            </a:xfrm>
            <a:custGeom>
              <a:avLst/>
              <a:gdLst>
                <a:gd name="textAreaLeft" fmla="*/ 0 w 3837600"/>
                <a:gd name="textAreaRight" fmla="*/ 3839040 w 3837600"/>
                <a:gd name="textAreaTop" fmla="*/ 0 h 2131200"/>
                <a:gd name="textAreaBottom" fmla="*/ 2132640 h 2131200"/>
              </a:gdLst>
              <a:ahLst/>
              <a:cxnLst/>
              <a:rect l="textAreaLeft" t="textAreaTop" r="textAreaRight" b="textAreaBottom"/>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gr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586" name="Rectangle 18">
            <a:extLst>
              <a:ext uri="{C183D7F6-B498-43B3-948B-1728B52AA6E4}">
                <adec:decorative xmlns:adec="http://schemas.microsoft.com/office/drawing/2017/decorative" val="1"/>
              </a:ext>
            </a:extLst>
          </p:cNvPr>
          <p:cNvSpPr/>
          <p:nvPr/>
        </p:nvSpPr>
        <p:spPr>
          <a:xfrm>
            <a:off x="0" y="0"/>
            <a:ext cx="12187440" cy="685656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pic>
        <p:nvPicPr>
          <p:cNvPr id="587" name="Picture 9" descr="Toy plastic numbers"/>
          <p:cNvPicPr/>
          <p:nvPr/>
        </p:nvPicPr>
        <p:blipFill>
          <a:blip r:embed="rId2"/>
          <a:srcRect t="10128" b="5604"/>
          <a:stretch/>
        </p:blipFill>
        <p:spPr>
          <a:xfrm>
            <a:off x="-2880" y="0"/>
            <a:ext cx="12190680" cy="6856560"/>
          </a:xfrm>
          <a:prstGeom prst="rect">
            <a:avLst/>
          </a:prstGeom>
          <a:noFill/>
          <a:ln w="0">
            <a:noFill/>
          </a:ln>
        </p:spPr>
      </p:pic>
      <p:sp>
        <p:nvSpPr>
          <p:cNvPr id="588" name="Rectangle 20">
            <a:extLst>
              <a:ext uri="{C183D7F6-B498-43B3-948B-1728B52AA6E4}">
                <adec:decorative xmlns:adec="http://schemas.microsoft.com/office/drawing/2017/decorative" val="1"/>
              </a:ext>
            </a:extLst>
          </p:cNvPr>
          <p:cNvSpPr/>
          <p:nvPr/>
        </p:nvSpPr>
        <p:spPr>
          <a:xfrm>
            <a:off x="0" y="2207520"/>
            <a:ext cx="12190680" cy="3160800"/>
          </a:xfrm>
          <a:prstGeom prst="rect">
            <a:avLst/>
          </a:prstGeom>
          <a:gradFill rotWithShape="0">
            <a:gsLst>
              <a:gs pos="0">
                <a:srgbClr val="000000">
                  <a:alpha val="0"/>
                </a:srgbClr>
              </a:gs>
              <a:gs pos="25000">
                <a:srgbClr val="000000">
                  <a:alpha val="15000"/>
                </a:srgbClr>
              </a:gs>
              <a:gs pos="50000">
                <a:srgbClr val="000000">
                  <a:alpha val="30000"/>
                </a:srgbClr>
              </a:gs>
              <a:gs pos="75000">
                <a:srgbClr val="000000">
                  <a:alpha val="15000"/>
                </a:srgbClr>
              </a:gs>
              <a:gs pos="100000">
                <a:srgbClr val="000000">
                  <a:alpha val="0"/>
                </a:srgbClr>
              </a:gs>
            </a:gsLst>
            <a:lin ang="162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589" name="PlaceHolder 1"/>
          <p:cNvSpPr>
            <a:spLocks noGrp="1"/>
          </p:cNvSpPr>
          <p:nvPr>
            <p:ph type="title"/>
          </p:nvPr>
        </p:nvSpPr>
        <p:spPr>
          <a:xfrm>
            <a:off x="1097280" y="325440"/>
            <a:ext cx="10056960" cy="3573360"/>
          </a:xfrm>
          <a:prstGeom prst="rect">
            <a:avLst/>
          </a:prstGeom>
          <a:noFill/>
          <a:ln w="0">
            <a:noFill/>
          </a:ln>
          <a:effectLst>
            <a:outerShdw blurRad="50760" dist="37674" dir="2700000" rotWithShape="0">
              <a:srgbClr val="000000">
                <a:alpha val="40000"/>
              </a:srgbClr>
            </a:outerShdw>
          </a:effectLst>
        </p:spPr>
        <p:txBody>
          <a:bodyPr lIns="91440" tIns="45720" rIns="91440" bIns="45720" anchor="b">
            <a:normAutofit/>
          </a:bodyPr>
          <a:lstStyle/>
          <a:p>
            <a:pPr indent="0" algn="ctr" defTabSz="914400">
              <a:lnSpc>
                <a:spcPct val="90000"/>
              </a:lnSpc>
              <a:buNone/>
              <a:tabLst>
                <a:tab pos="0" algn="l"/>
              </a:tabLst>
            </a:pPr>
            <a:r>
              <a:rPr lang="en-US" sz="5200" b="0" u="none" strike="noStrike">
                <a:solidFill>
                  <a:srgbClr val="FFFFFF"/>
                </a:solidFill>
                <a:uFillTx/>
                <a:latin typeface="Calibri Light"/>
              </a:rPr>
              <a:t>Child Components</a:t>
            </a:r>
            <a:endParaRPr lang="de-DE" sz="5200" b="0" u="none" strike="noStrike">
              <a:solidFill>
                <a:srgbClr val="000000"/>
              </a:solidFill>
              <a:uFillTx/>
              <a:latin typeface="Arial"/>
            </a:endParaRPr>
          </a:p>
        </p:txBody>
      </p:sp>
      <p:sp>
        <p:nvSpPr>
          <p:cNvPr id="590" name="PlaceHolder 2"/>
          <p:cNvSpPr>
            <a:spLocks noGrp="1"/>
          </p:cNvSpPr>
          <p:nvPr>
            <p:ph/>
          </p:nvPr>
        </p:nvSpPr>
        <p:spPr>
          <a:xfrm>
            <a:off x="1100160" y="4071960"/>
            <a:ext cx="10056960" cy="1281240"/>
          </a:xfrm>
          <a:prstGeom prst="rect">
            <a:avLst/>
          </a:prstGeom>
          <a:noFill/>
          <a:ln w="0">
            <a:noFill/>
          </a:ln>
          <a:effectLst>
            <a:outerShdw blurRad="50760" dist="37674" dir="2700000" rotWithShape="0">
              <a:srgbClr val="000000">
                <a:alpha val="40000"/>
              </a:srgbClr>
            </a:outerShdw>
          </a:effectLst>
        </p:spPr>
        <p:txBody>
          <a:bodyPr lIns="91440" tIns="45720" rIns="91440" bIns="45720" anchor="t">
            <a:normAutofit/>
          </a:bodyPr>
          <a:lstStyle/>
          <a:p>
            <a:pPr indent="0" algn="ctr" defTabSz="914400">
              <a:lnSpc>
                <a:spcPct val="90000"/>
              </a:lnSpc>
              <a:spcBef>
                <a:spcPts val="1001"/>
              </a:spcBef>
              <a:buNone/>
              <a:tabLst>
                <a:tab pos="0" algn="l"/>
              </a:tabLst>
            </a:pPr>
            <a:r>
              <a:rPr lang="en-US" sz="2400" b="0" u="none" strike="noStrike" dirty="0">
                <a:solidFill>
                  <a:srgbClr val="FFFFFF"/>
                </a:solidFill>
                <a:uFillTx/>
                <a:latin typeface="Calibri"/>
              </a:rPr>
              <a:t>Divide and conquer</a:t>
            </a:r>
            <a:endParaRPr lang="de-DE" sz="2400" b="0" u="none" strike="noStrike" dirty="0">
              <a:solidFill>
                <a:srgbClr val="000000"/>
              </a:solidFill>
              <a:uFillTx/>
              <a:latin typeface="Arial"/>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591" name="Rectangle 10">
            <a:extLst>
              <a:ext uri="{C183D7F6-B498-43B3-948B-1728B52AA6E4}">
                <adec:decorative xmlns:adec="http://schemas.microsoft.com/office/drawing/2017/decorative" val="1"/>
              </a:ext>
            </a:extLst>
          </p:cNvPr>
          <p:cNvSpPr/>
          <p:nvPr/>
        </p:nvSpPr>
        <p:spPr>
          <a:xfrm>
            <a:off x="0" y="0"/>
            <a:ext cx="12187440" cy="685656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pic>
        <p:nvPicPr>
          <p:cNvPr id="592" name="Picture 6" descr="Mountain range at sunrise"/>
          <p:cNvPicPr/>
          <p:nvPr/>
        </p:nvPicPr>
        <p:blipFill>
          <a:blip r:embed="rId2"/>
          <a:srcRect l="9122" r="4163"/>
          <a:stretch/>
        </p:blipFill>
        <p:spPr>
          <a:xfrm>
            <a:off x="0" y="0"/>
            <a:ext cx="9668160" cy="6856560"/>
          </a:xfrm>
          <a:prstGeom prst="rect">
            <a:avLst/>
          </a:prstGeom>
          <a:noFill/>
          <a:ln w="0">
            <a:noFill/>
          </a:ln>
        </p:spPr>
      </p:pic>
      <p:sp>
        <p:nvSpPr>
          <p:cNvPr id="593" name="Rectangle 12">
            <a:extLst>
              <a:ext uri="{C183D7F6-B498-43B3-948B-1728B52AA6E4}">
                <adec:decorative xmlns:adec="http://schemas.microsoft.com/office/drawing/2017/decorative" val="1"/>
              </a:ext>
            </a:extLst>
          </p:cNvPr>
          <p:cNvSpPr/>
          <p:nvPr/>
        </p:nvSpPr>
        <p:spPr>
          <a:xfrm flipH="1">
            <a:off x="5123520" y="0"/>
            <a:ext cx="7065360" cy="6856560"/>
          </a:xfrm>
          <a:prstGeom prst="rect">
            <a:avLst/>
          </a:prstGeom>
          <a:gradFill rotWithShape="0">
            <a:gsLst>
              <a:gs pos="0">
                <a:srgbClr val="FFFFFF">
                  <a:alpha val="0"/>
                </a:srgbClr>
              </a:gs>
              <a:gs pos="19000">
                <a:srgbClr val="FFFFFF">
                  <a:alpha val="38000"/>
                </a:srgbClr>
              </a:gs>
              <a:gs pos="35000">
                <a:srgbClr val="FFFFFF">
                  <a:alpha val="77000"/>
                </a:srgbClr>
              </a:gs>
              <a:gs pos="48000">
                <a:srgbClr val="FFFFFF"/>
              </a:gs>
              <a:gs pos="100000">
                <a:srgbClr val="FFFFFF"/>
              </a:gs>
            </a:gsLst>
            <a:lin ang="108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594" name="PlaceHolder 1"/>
          <p:cNvSpPr>
            <a:spLocks noGrp="1"/>
          </p:cNvSpPr>
          <p:nvPr>
            <p:ph type="title"/>
          </p:nvPr>
        </p:nvSpPr>
        <p:spPr>
          <a:xfrm>
            <a:off x="7531560" y="365040"/>
            <a:ext cx="3820680" cy="1898640"/>
          </a:xfrm>
          <a:prstGeom prst="rect">
            <a:avLst/>
          </a:prstGeom>
          <a:noFill/>
          <a:ln w="0">
            <a:noFill/>
          </a:ln>
        </p:spPr>
        <p:txBody>
          <a:bodyPr lIns="91440" tIns="45720" rIns="91440" bIns="45720" anchor="ctr">
            <a:normAutofit/>
          </a:bodyPr>
          <a:lstStyle/>
          <a:p>
            <a:pPr indent="0" defTabSz="914400">
              <a:lnSpc>
                <a:spcPct val="90000"/>
              </a:lnSpc>
              <a:buNone/>
              <a:tabLst>
                <a:tab pos="0" algn="l"/>
              </a:tabLst>
            </a:pPr>
            <a:r>
              <a:rPr lang="en-US" sz="4000" b="0" u="none" strike="noStrike">
                <a:solidFill>
                  <a:schemeClr val="dk1"/>
                </a:solidFill>
                <a:uFillTx/>
                <a:latin typeface="Calibri Light"/>
              </a:rPr>
              <a:t>Goals</a:t>
            </a:r>
            <a:endParaRPr lang="de-DE" sz="4000" b="0" u="none" strike="noStrike">
              <a:solidFill>
                <a:srgbClr val="000000"/>
              </a:solidFill>
              <a:uFillTx/>
              <a:latin typeface="Arial"/>
            </a:endParaRPr>
          </a:p>
        </p:txBody>
      </p:sp>
      <p:sp>
        <p:nvSpPr>
          <p:cNvPr id="595" name="Rechteck 4"/>
          <p:cNvSpPr/>
          <p:nvPr/>
        </p:nvSpPr>
        <p:spPr>
          <a:xfrm>
            <a:off x="7531560" y="2434320"/>
            <a:ext cx="3820680" cy="3741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a:bodyPr>
          <a:lstStyle/>
          <a:p>
            <a:pPr marL="216000" indent="-228600" defTabSz="914400">
              <a:lnSpc>
                <a:spcPct val="90000"/>
              </a:lnSpc>
              <a:spcAft>
                <a:spcPts val="601"/>
              </a:spcAft>
              <a:buClr>
                <a:srgbClr val="000000"/>
              </a:buClr>
              <a:buFont typeface="Arial"/>
              <a:buChar char="•"/>
            </a:pPr>
            <a:r>
              <a:rPr lang="en-US" sz="2000" b="0" u="none" strike="noStrike">
                <a:solidFill>
                  <a:schemeClr val="dk1"/>
                </a:solidFill>
                <a:uFillTx/>
                <a:latin typeface="Calibri"/>
              </a:rPr>
              <a:t>Listen Darstellung in eigene Komponente auslagern</a:t>
            </a:r>
            <a:endParaRPr lang="de-DE" sz="2000" b="0" u="none" strike="noStrike">
              <a:solidFill>
                <a:srgbClr val="000000"/>
              </a:solidFill>
              <a:uFillTx/>
              <a:latin typeface="Arial"/>
            </a:endParaRPr>
          </a:p>
          <a:p>
            <a:pPr marL="743040" lvl="1" indent="-228600" defTabSz="914400">
              <a:lnSpc>
                <a:spcPct val="90000"/>
              </a:lnSpc>
              <a:spcAft>
                <a:spcPts val="601"/>
              </a:spcAft>
              <a:buClr>
                <a:srgbClr val="000000"/>
              </a:buClr>
              <a:buFont typeface="Arial"/>
              <a:buChar char="•"/>
            </a:pPr>
            <a:r>
              <a:rPr lang="en-US" sz="2000" b="0" u="none" strike="noStrike">
                <a:solidFill>
                  <a:schemeClr val="dk1"/>
                </a:solidFill>
                <a:uFillTx/>
                <a:latin typeface="Calibri"/>
              </a:rPr>
              <a:t>Komplexere Darstellung ermöglichen</a:t>
            </a:r>
            <a:endParaRPr lang="de-DE" sz="2000" b="0" u="none" strike="noStrike">
              <a:solidFill>
                <a:srgbClr val="000000"/>
              </a:solidFill>
              <a:uFillTx/>
              <a:latin typeface="Arial"/>
            </a:endParaRPr>
          </a:p>
          <a:p>
            <a:pPr marL="743040" lvl="1" indent="-228600" defTabSz="914400">
              <a:lnSpc>
                <a:spcPct val="90000"/>
              </a:lnSpc>
              <a:spcAft>
                <a:spcPts val="601"/>
              </a:spcAft>
              <a:buClr>
                <a:srgbClr val="000000"/>
              </a:buClr>
              <a:buFont typeface="Arial"/>
              <a:buChar char="•"/>
            </a:pPr>
            <a:r>
              <a:rPr lang="en-US" sz="2000" b="0" u="none" strike="noStrike">
                <a:solidFill>
                  <a:schemeClr val="dk1"/>
                </a:solidFill>
                <a:uFillTx/>
                <a:latin typeface="Calibri"/>
              </a:rPr>
              <a:t>Wachsendes UI aufteilen</a:t>
            </a:r>
            <a:endParaRPr lang="de-DE" sz="2000" b="0" u="none" strike="noStrike">
              <a:solidFill>
                <a:srgbClr val="000000"/>
              </a:solidFill>
              <a:uFillTx/>
              <a:latin typeface="Arial"/>
            </a:endParaRPr>
          </a:p>
          <a:p>
            <a:pPr marL="743040" lvl="1" indent="-228600" defTabSz="914400">
              <a:lnSpc>
                <a:spcPct val="90000"/>
              </a:lnSpc>
              <a:spcAft>
                <a:spcPts val="601"/>
              </a:spcAft>
              <a:buClr>
                <a:srgbClr val="000000"/>
              </a:buClr>
              <a:buFont typeface="Arial"/>
              <a:buChar char="•"/>
            </a:pPr>
            <a:r>
              <a:rPr lang="en-US" sz="2000" b="0" u="none" strike="noStrike">
                <a:solidFill>
                  <a:schemeClr val="dk1"/>
                </a:solidFill>
                <a:uFillTx/>
                <a:latin typeface="Calibri"/>
              </a:rPr>
              <a:t>Wiederverwendbarkeit erreichen</a:t>
            </a:r>
            <a:endParaRPr lang="de-DE" sz="2000" b="0" u="none" strike="noStrike">
              <a:solidFill>
                <a:srgbClr val="000000"/>
              </a:solidFill>
              <a:uFillTx/>
              <a:latin typeface="Arial"/>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6"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Verschachtelung</a:t>
            </a:r>
            <a:endParaRPr lang="de-DE" sz="4400" b="0" u="none" strike="noStrike">
              <a:solidFill>
                <a:srgbClr val="000000"/>
              </a:solidFill>
              <a:uFillTx/>
              <a:latin typeface="Arial"/>
            </a:endParaRPr>
          </a:p>
        </p:txBody>
      </p:sp>
      <p:sp>
        <p:nvSpPr>
          <p:cNvPr id="597"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Gesamtes UI ist aus Baum von Komponenten aufgebaut</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"Anwendung" ist Top-Level-Komponente</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Komponenten können geschachtelt werden</a:t>
            </a:r>
            <a:endParaRPr lang="de-DE" sz="24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Vater- und Kind-Komponente sind isoliert</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Kein Zugriff auf Daten des anderen</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Daten müssen an Kind übergeben werden</a:t>
            </a:r>
            <a:endParaRPr lang="de-DE" sz="2400" b="0" u="none" strike="noStrike">
              <a:solidFill>
                <a:srgbClr val="000000"/>
              </a:solidFill>
              <a:uFillTx/>
              <a:latin typeface="Arial"/>
            </a:endParaRPr>
          </a:p>
          <a:p>
            <a:pPr indent="0" defTabSz="914400">
              <a:lnSpc>
                <a:spcPct val="90000"/>
              </a:lnSpc>
              <a:spcBef>
                <a:spcPts val="1001"/>
              </a:spcBef>
              <a:buNone/>
              <a:tabLst>
                <a:tab pos="0" algn="l"/>
              </a:tabLst>
            </a:pPr>
            <a:endParaRPr lang="de-DE" sz="2800" b="0" u="none" strike="noStrike">
              <a:solidFill>
                <a:srgbClr val="000000"/>
              </a:solidFill>
              <a:uFillTx/>
              <a:latin typeface="Arial"/>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8"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Komponente als Direktive einbinden</a:t>
            </a:r>
            <a:endParaRPr lang="de-DE" sz="4400" b="0" u="none" strike="noStrike">
              <a:solidFill>
                <a:srgbClr val="000000"/>
              </a:solidFill>
              <a:uFillTx/>
              <a:latin typeface="Arial"/>
            </a:endParaRPr>
          </a:p>
        </p:txBody>
      </p:sp>
      <p:sp>
        <p:nvSpPr>
          <p:cNvPr id="599"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de-DE" sz="2800" b="0" u="none" strike="noStrike" dirty="0">
                <a:solidFill>
                  <a:schemeClr val="dk1"/>
                </a:solidFill>
                <a:uFillTx/>
                <a:latin typeface="Calibri"/>
              </a:rPr>
              <a:t>Komponenten sind auch Direktiven (eine Art)</a:t>
            </a:r>
            <a:endParaRPr lang="de-DE" sz="2800" b="0" u="none" strike="noStrike" dirty="0">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dirty="0">
                <a:solidFill>
                  <a:schemeClr val="dk1"/>
                </a:solidFill>
                <a:uFillTx/>
                <a:latin typeface="Calibri"/>
              </a:rPr>
              <a:t>Direktiven (alle Arten) müssen bekannt gemacht werden</a:t>
            </a:r>
            <a:endParaRPr lang="de-DE" sz="2800" b="0" u="none" strike="noStrike" dirty="0">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dirty="0">
                <a:solidFill>
                  <a:schemeClr val="dk1"/>
                </a:solidFill>
                <a:uFillTx/>
                <a:latin typeface="Calibri"/>
              </a:rPr>
              <a:t>Per imports: [] in der @Component-Annotation </a:t>
            </a:r>
          </a:p>
          <a:p>
            <a:pPr marL="228600" indent="-228600" defTabSz="914400">
              <a:lnSpc>
                <a:spcPct val="90000"/>
              </a:lnSpc>
              <a:spcBef>
                <a:spcPts val="1001"/>
              </a:spcBef>
              <a:buClr>
                <a:srgbClr val="000000"/>
              </a:buClr>
              <a:buFont typeface="Arial"/>
              <a:buChar char="•"/>
            </a:pPr>
            <a:r>
              <a:rPr lang="de-DE" sz="2800" b="0" u="none" strike="noStrike" dirty="0">
                <a:solidFill>
                  <a:schemeClr val="dk1"/>
                </a:solidFill>
                <a:uFillTx/>
                <a:latin typeface="Calibri"/>
              </a:rPr>
              <a:t>Nur bekannt gemacht Direktiven werden ausgeführt</a:t>
            </a:r>
            <a:endParaRPr lang="de-DE" sz="2800" b="0" u="none" strike="noStrike" dirty="0">
              <a:solidFill>
                <a:srgbClr val="000000"/>
              </a:solidFill>
              <a:uFillTx/>
              <a:latin typeface="Arial"/>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2"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Mittels ng-generate</a:t>
            </a:r>
            <a:endParaRPr lang="de-DE" sz="4400" b="0" u="none" strike="noStrike">
              <a:solidFill>
                <a:srgbClr val="000000"/>
              </a:solidFill>
              <a:uFillTx/>
              <a:latin typeface="Arial"/>
            </a:endParaRPr>
          </a:p>
        </p:txBody>
      </p:sp>
      <p:sp>
        <p:nvSpPr>
          <p:cNvPr id="603"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de-DE" sz="2800" b="0" u="none" strike="noStrike" dirty="0">
                <a:solidFill>
                  <a:schemeClr val="dk1"/>
                </a:solidFill>
                <a:uFillTx/>
                <a:latin typeface="Calibri"/>
              </a:rPr>
              <a:t>Angular CLI legt neue Komponenten an</a:t>
            </a:r>
            <a:endParaRPr lang="de-DE" sz="2800" b="0" u="none" strike="noStrike" dirty="0">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dirty="0">
                <a:solidFill>
                  <a:schemeClr val="dk1"/>
                </a:solidFill>
                <a:uFillTx/>
                <a:latin typeface="Calibri"/>
              </a:rPr>
              <a:t>Klasse + alle benötigte Annotation</a:t>
            </a:r>
            <a:endParaRPr lang="de-DE" sz="2400" b="0" u="none" strike="noStrike" dirty="0">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dirty="0" err="1">
                <a:solidFill>
                  <a:schemeClr val="dk1"/>
                </a:solidFill>
                <a:uFillTx/>
                <a:latin typeface="Calibri"/>
              </a:rPr>
              <a:t>Html</a:t>
            </a:r>
            <a:r>
              <a:rPr lang="de-DE" sz="2400" b="0" u="none" strike="noStrike" dirty="0">
                <a:solidFill>
                  <a:schemeClr val="dk1"/>
                </a:solidFill>
                <a:uFillTx/>
                <a:latin typeface="Calibri"/>
              </a:rPr>
              <a:t>-Template</a:t>
            </a:r>
            <a:endParaRPr lang="de-DE" sz="2400" b="0" u="none" strike="noStrike" dirty="0">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dirty="0">
                <a:solidFill>
                  <a:schemeClr val="dk1"/>
                </a:solidFill>
                <a:uFillTx/>
                <a:latin typeface="Calibri"/>
              </a:rPr>
              <a:t>Leeres Styling</a:t>
            </a:r>
            <a:endParaRPr lang="de-DE" sz="2400" b="0" u="none" strike="noStrike" dirty="0">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dirty="0">
                <a:solidFill>
                  <a:schemeClr val="dk1"/>
                </a:solidFill>
                <a:uFillTx/>
                <a:latin typeface="Calibri"/>
              </a:rPr>
              <a:t>Test</a:t>
            </a:r>
            <a:endParaRPr lang="de-DE" sz="2400" b="0" u="none" strike="noStrike" dirty="0">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dirty="0" err="1">
                <a:solidFill>
                  <a:schemeClr val="dk1"/>
                </a:solidFill>
                <a:uFillTx/>
                <a:latin typeface="Calibri"/>
              </a:rPr>
              <a:t>ng</a:t>
            </a:r>
            <a:r>
              <a:rPr lang="de-DE" sz="2800" b="0" u="none" strike="noStrike" dirty="0">
                <a:solidFill>
                  <a:schemeClr val="dk1"/>
                </a:solidFill>
                <a:uFillTx/>
                <a:latin typeface="Calibri"/>
              </a:rPr>
              <a:t> </a:t>
            </a:r>
            <a:r>
              <a:rPr lang="de-DE" sz="2800" b="0" u="none" strike="noStrike" dirty="0" err="1">
                <a:solidFill>
                  <a:schemeClr val="dk1"/>
                </a:solidFill>
                <a:uFillTx/>
                <a:latin typeface="Calibri"/>
              </a:rPr>
              <a:t>generate</a:t>
            </a:r>
            <a:r>
              <a:rPr lang="de-DE" sz="2800" b="0" u="none" strike="noStrike" dirty="0">
                <a:solidFill>
                  <a:schemeClr val="dk1"/>
                </a:solidFill>
                <a:uFillTx/>
                <a:latin typeface="Calibri"/>
              </a:rPr>
              <a:t> </a:t>
            </a:r>
            <a:r>
              <a:rPr lang="de-DE" sz="2800" b="0" u="none" strike="noStrike" dirty="0" err="1">
                <a:solidFill>
                  <a:schemeClr val="dk1"/>
                </a:solidFill>
                <a:uFillTx/>
                <a:latin typeface="Calibri"/>
              </a:rPr>
              <a:t>component</a:t>
            </a:r>
            <a:r>
              <a:rPr lang="de-DE" sz="2800" b="0" u="none" strike="noStrike" dirty="0">
                <a:solidFill>
                  <a:schemeClr val="dk1"/>
                </a:solidFill>
                <a:uFillTx/>
                <a:latin typeface="Calibri"/>
              </a:rPr>
              <a:t> </a:t>
            </a:r>
            <a:r>
              <a:rPr lang="de-DE" sz="2800" b="0" i="1" u="none" strike="noStrike" dirty="0" err="1">
                <a:solidFill>
                  <a:schemeClr val="dk1"/>
                </a:solidFill>
                <a:uFillTx/>
                <a:latin typeface="Calibri"/>
              </a:rPr>
              <a:t>packetname</a:t>
            </a:r>
            <a:r>
              <a:rPr lang="de-DE" sz="2800" b="0" i="1" u="none" strike="noStrike" dirty="0">
                <a:solidFill>
                  <a:schemeClr val="dk1"/>
                </a:solidFill>
                <a:uFillTx/>
                <a:latin typeface="Calibri"/>
              </a:rPr>
              <a:t>/</a:t>
            </a:r>
            <a:r>
              <a:rPr lang="de-DE" sz="2800" b="0" i="1" u="none" strike="noStrike" dirty="0" err="1">
                <a:solidFill>
                  <a:schemeClr val="dk1"/>
                </a:solidFill>
                <a:uFillTx/>
                <a:latin typeface="Calibri"/>
              </a:rPr>
              <a:t>component</a:t>
            </a:r>
            <a:r>
              <a:rPr lang="de-DE" sz="2800" b="0" i="1" u="none" strike="noStrike" dirty="0">
                <a:solidFill>
                  <a:schemeClr val="dk1"/>
                </a:solidFill>
                <a:uFillTx/>
                <a:latin typeface="Calibri"/>
              </a:rPr>
              <a:t>-name</a:t>
            </a:r>
            <a:endParaRPr lang="de-DE" sz="2800" b="0" u="none" strike="noStrike" dirty="0">
              <a:solidFill>
                <a:srgbClr val="000000"/>
              </a:solidFill>
              <a:uFillTx/>
              <a:latin typeface="Arial"/>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612" name="Rectangle 20">
            <a:extLst>
              <a:ext uri="{C183D7F6-B498-43B3-948B-1728B52AA6E4}">
                <adec:decorative xmlns:adec="http://schemas.microsoft.com/office/drawing/2017/decorative" val="1"/>
              </a:ext>
            </a:extLst>
          </p:cNvPr>
          <p:cNvSpPr/>
          <p:nvPr/>
        </p:nvSpPr>
        <p:spPr>
          <a:xfrm>
            <a:off x="0" y="0"/>
            <a:ext cx="12190320" cy="685656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613" name="Rectangle 22">
            <a:extLst>
              <a:ext uri="{C183D7F6-B498-43B3-948B-1728B52AA6E4}">
                <adec:decorative xmlns:adec="http://schemas.microsoft.com/office/drawing/2017/decorative" val="1"/>
              </a:ext>
            </a:extLst>
          </p:cNvPr>
          <p:cNvSpPr/>
          <p:nvPr/>
        </p:nvSpPr>
        <p:spPr>
          <a:xfrm>
            <a:off x="360" y="0"/>
            <a:ext cx="12190320" cy="68565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800" b="0" u="none" strike="noStrike">
              <a:solidFill>
                <a:schemeClr val="lt1"/>
              </a:solidFill>
              <a:uFillTx/>
              <a:latin typeface="Calibri"/>
            </a:endParaRPr>
          </a:p>
        </p:txBody>
      </p:sp>
      <p:sp>
        <p:nvSpPr>
          <p:cNvPr id="614" name="PlaceHolder 1"/>
          <p:cNvSpPr>
            <a:spLocks noGrp="1"/>
          </p:cNvSpPr>
          <p:nvPr>
            <p:ph type="title"/>
          </p:nvPr>
        </p:nvSpPr>
        <p:spPr>
          <a:xfrm>
            <a:off x="1179360" y="1594800"/>
            <a:ext cx="9831960" cy="1324080"/>
          </a:xfrm>
          <a:prstGeom prst="rect">
            <a:avLst/>
          </a:prstGeom>
          <a:noFill/>
          <a:ln w="0">
            <a:noFill/>
          </a:ln>
        </p:spPr>
        <p:txBody>
          <a:bodyPr lIns="91440" tIns="45720" rIns="91440" bIns="45720" anchor="b">
            <a:normAutofit/>
          </a:bodyPr>
          <a:lstStyle/>
          <a:p>
            <a:pPr indent="0" algn="ctr" defTabSz="914400">
              <a:lnSpc>
                <a:spcPct val="90000"/>
              </a:lnSpc>
              <a:buNone/>
              <a:tabLst>
                <a:tab pos="0" algn="l"/>
              </a:tabLst>
            </a:pPr>
            <a:r>
              <a:rPr lang="de-DE" sz="3600" b="0" u="none" strike="noStrike">
                <a:solidFill>
                  <a:schemeClr val="dk2"/>
                </a:solidFill>
                <a:uFillTx/>
                <a:latin typeface="Calibri Light"/>
              </a:rPr>
              <a:t>Übung 7: Komponenten schachteln</a:t>
            </a:r>
            <a:endParaRPr lang="de-DE" sz="3600" b="0" u="none" strike="noStrike">
              <a:solidFill>
                <a:srgbClr val="000000"/>
              </a:solidFill>
              <a:uFillTx/>
              <a:latin typeface="Arial"/>
            </a:endParaRPr>
          </a:p>
        </p:txBody>
      </p:sp>
      <p:grpSp>
        <p:nvGrpSpPr>
          <p:cNvPr id="615" name="Group 24">
            <a:extLst>
              <a:ext uri="{C183D7F6-B498-43B3-948B-1728B52AA6E4}">
                <adec:decorative xmlns:adec="http://schemas.microsoft.com/office/drawing/2017/decorative" val="1"/>
              </a:ext>
            </a:extLst>
          </p:cNvPr>
          <p:cNvGrpSpPr/>
          <p:nvPr/>
        </p:nvGrpSpPr>
        <p:grpSpPr>
          <a:xfrm>
            <a:off x="0" y="0"/>
            <a:ext cx="3344400" cy="2509560"/>
            <a:chOff x="0" y="0"/>
            <a:chExt cx="3344400" cy="2509560"/>
          </a:xfrm>
        </p:grpSpPr>
        <p:sp>
          <p:nvSpPr>
            <p:cNvPr id="616" name="Freeform: Shape 25">
              <a:extLst>
                <a:ext uri="{C183D7F6-B498-43B3-948B-1728B52AA6E4}">
                  <adec:decorative xmlns:adec="http://schemas.microsoft.com/office/drawing/2017/decorative" val="1"/>
                </a:ext>
              </a:extLst>
            </p:cNvPr>
            <p:cNvSpPr/>
            <p:nvPr/>
          </p:nvSpPr>
          <p:spPr>
            <a:xfrm>
              <a:off x="360" y="0"/>
              <a:ext cx="3329280" cy="2315160"/>
            </a:xfrm>
            <a:custGeom>
              <a:avLst/>
              <a:gdLst>
                <a:gd name="textAreaLeft" fmla="*/ 0 w 3329280"/>
                <a:gd name="textAreaRight" fmla="*/ 3330720 w 3329280"/>
                <a:gd name="textAreaTop" fmla="*/ 0 h 2315160"/>
                <a:gd name="textAreaBottom" fmla="*/ 2316600 h 2315160"/>
              </a:gdLst>
              <a:ahLst/>
              <a:cxnLst/>
              <a:rect l="textAreaLeft" t="textAreaTop" r="textAreaRight" b="textAreaBottom"/>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617" name="Freeform: Shape 26">
              <a:extLst>
                <a:ext uri="{C183D7F6-B498-43B3-948B-1728B52AA6E4}">
                  <adec:decorative xmlns:adec="http://schemas.microsoft.com/office/drawing/2017/decorative" val="1"/>
                </a:ext>
              </a:extLst>
            </p:cNvPr>
            <p:cNvSpPr/>
            <p:nvPr/>
          </p:nvSpPr>
          <p:spPr>
            <a:xfrm>
              <a:off x="360" y="0"/>
              <a:ext cx="3329280" cy="2315160"/>
            </a:xfrm>
            <a:custGeom>
              <a:avLst/>
              <a:gdLst>
                <a:gd name="textAreaLeft" fmla="*/ 0 w 3329280"/>
                <a:gd name="textAreaRight" fmla="*/ 3330720 w 3329280"/>
                <a:gd name="textAreaTop" fmla="*/ 0 h 2315160"/>
                <a:gd name="textAreaBottom" fmla="*/ 2316600 h 2315160"/>
              </a:gdLst>
              <a:ahLst/>
              <a:cxnLst/>
              <a:rect l="textAreaLeft" t="textAreaTop" r="textAreaRight" b="textAreaBottom"/>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618" name="Freeform: Shape 27">
              <a:extLst>
                <a:ext uri="{C183D7F6-B498-43B3-948B-1728B52AA6E4}">
                  <adec:decorative xmlns:adec="http://schemas.microsoft.com/office/drawing/2017/decorative" val="1"/>
                </a:ext>
              </a:extLst>
            </p:cNvPr>
            <p:cNvSpPr/>
            <p:nvPr/>
          </p:nvSpPr>
          <p:spPr>
            <a:xfrm>
              <a:off x="0" y="0"/>
              <a:ext cx="3330000" cy="2334600"/>
            </a:xfrm>
            <a:custGeom>
              <a:avLst/>
              <a:gdLst>
                <a:gd name="textAreaLeft" fmla="*/ 0 w 3330000"/>
                <a:gd name="textAreaRight" fmla="*/ 3331440 w 3330000"/>
                <a:gd name="textAreaTop" fmla="*/ 0 h 2334600"/>
                <a:gd name="textAreaBottom" fmla="*/ 2336040 h 2334600"/>
              </a:gdLst>
              <a:ahLst/>
              <a:cxnLst/>
              <a:rect l="textAreaLeft" t="textAreaTop" r="textAreaRight" b="textAreaBottom"/>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619" name="Freeform: Shape 28">
              <a:extLst>
                <a:ext uri="{C183D7F6-B498-43B3-948B-1728B52AA6E4}">
                  <adec:decorative xmlns:adec="http://schemas.microsoft.com/office/drawing/2017/decorative" val="1"/>
                </a:ext>
              </a:extLst>
            </p:cNvPr>
            <p:cNvSpPr/>
            <p:nvPr/>
          </p:nvSpPr>
          <p:spPr>
            <a:xfrm>
              <a:off x="360" y="0"/>
              <a:ext cx="3344040" cy="2509560"/>
            </a:xfrm>
            <a:custGeom>
              <a:avLst/>
              <a:gdLst>
                <a:gd name="textAreaLeft" fmla="*/ 0 w 3344040"/>
                <a:gd name="textAreaRight" fmla="*/ 3345480 w 3344040"/>
                <a:gd name="textAreaTop" fmla="*/ 0 h 2509560"/>
                <a:gd name="textAreaBottom" fmla="*/ 2511000 h 2509560"/>
              </a:gdLst>
              <a:ahLst/>
              <a:cxnLst/>
              <a:rect l="textAreaLeft" t="textAreaTop" r="textAreaRight" b="textAreaBottom"/>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grpSp>
      <p:sp>
        <p:nvSpPr>
          <p:cNvPr id="620" name="PlaceHolder 2"/>
          <p:cNvSpPr>
            <a:spLocks noGrp="1"/>
          </p:cNvSpPr>
          <p:nvPr>
            <p:ph/>
          </p:nvPr>
        </p:nvSpPr>
        <p:spPr>
          <a:xfrm>
            <a:off x="1179360" y="3329640"/>
            <a:ext cx="9831960" cy="2455920"/>
          </a:xfrm>
          <a:prstGeom prst="rect">
            <a:avLst/>
          </a:prstGeom>
          <a:noFill/>
          <a:ln w="0">
            <a:noFill/>
          </a:ln>
        </p:spPr>
        <p:txBody>
          <a:bodyPr lIns="91440" tIns="45720" rIns="91440" bIns="45720" anchor="t">
            <a:normAutofit/>
          </a:bodyPr>
          <a:lstStyle/>
          <a:p>
            <a:pPr marL="228600" indent="-228600" defTabSz="914400">
              <a:lnSpc>
                <a:spcPct val="90000"/>
              </a:lnSpc>
              <a:spcBef>
                <a:spcPts val="1001"/>
              </a:spcBef>
              <a:buClr>
                <a:srgbClr val="44546A"/>
              </a:buClr>
              <a:buFont typeface="Arial"/>
              <a:buChar char="•"/>
            </a:pPr>
            <a:r>
              <a:rPr lang="de-DE" sz="1500" b="0" u="none" strike="noStrike" dirty="0">
                <a:solidFill>
                  <a:schemeClr val="dk2"/>
                </a:solidFill>
                <a:uFillTx/>
                <a:latin typeface="Calibri"/>
              </a:rPr>
              <a:t>Erstelle eine Komponente </a:t>
            </a:r>
            <a:r>
              <a:rPr lang="de-DE" sz="1500" b="0" u="none" strike="noStrike" dirty="0" err="1">
                <a:solidFill>
                  <a:schemeClr val="dk2"/>
                </a:solidFill>
                <a:uFillTx/>
                <a:latin typeface="Calibri"/>
              </a:rPr>
              <a:t>CustomerListComponent</a:t>
            </a:r>
            <a:endParaRPr lang="de-DE" sz="1500" b="0" u="none" strike="noStrike" dirty="0">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500" b="0" u="none" strike="noStrike" dirty="0">
                <a:solidFill>
                  <a:schemeClr val="dk2"/>
                </a:solidFill>
                <a:uFillTx/>
                <a:latin typeface="Calibri"/>
              </a:rPr>
              <a:t>Generieren per </a:t>
            </a:r>
            <a:r>
              <a:rPr lang="de-DE" sz="1500" b="0" u="none" strike="noStrike" dirty="0" err="1">
                <a:solidFill>
                  <a:schemeClr val="dk2"/>
                </a:solidFill>
                <a:uFillTx/>
                <a:latin typeface="Calibri"/>
              </a:rPr>
              <a:t>ng</a:t>
            </a:r>
            <a:r>
              <a:rPr lang="de-DE" sz="1500" b="0" u="none" strike="noStrike" dirty="0">
                <a:solidFill>
                  <a:schemeClr val="dk2"/>
                </a:solidFill>
                <a:uFillTx/>
                <a:latin typeface="Calibri"/>
              </a:rPr>
              <a:t> </a:t>
            </a:r>
            <a:r>
              <a:rPr lang="de-DE" sz="1500" b="0" u="none" strike="noStrike" dirty="0" err="1">
                <a:solidFill>
                  <a:schemeClr val="dk2"/>
                </a:solidFill>
                <a:uFillTx/>
                <a:latin typeface="Calibri"/>
              </a:rPr>
              <a:t>generate</a:t>
            </a:r>
            <a:r>
              <a:rPr lang="de-DE" sz="1500" b="0" u="none" strike="noStrike" dirty="0">
                <a:solidFill>
                  <a:schemeClr val="dk2"/>
                </a:solidFill>
                <a:uFillTx/>
                <a:latin typeface="Calibri"/>
              </a:rPr>
              <a:t> </a:t>
            </a:r>
            <a:r>
              <a:rPr lang="de-DE" sz="1500" b="0" u="none" strike="noStrike" dirty="0" err="1">
                <a:solidFill>
                  <a:schemeClr val="dk2"/>
                </a:solidFill>
                <a:uFillTx/>
                <a:latin typeface="Calibri"/>
              </a:rPr>
              <a:t>component</a:t>
            </a:r>
            <a:r>
              <a:rPr lang="de-DE" sz="1500" b="0" u="none" strike="noStrike" dirty="0">
                <a:solidFill>
                  <a:schemeClr val="dk2"/>
                </a:solidFill>
                <a:uFillTx/>
                <a:latin typeface="Calibri"/>
              </a:rPr>
              <a:t> </a:t>
            </a:r>
            <a:r>
              <a:rPr lang="de-DE" sz="1500" b="0" u="none" strike="noStrike" dirty="0" err="1">
                <a:solidFill>
                  <a:schemeClr val="dk2"/>
                </a:solidFill>
                <a:uFillTx/>
                <a:latin typeface="Calibri"/>
              </a:rPr>
              <a:t>customer</a:t>
            </a:r>
            <a:r>
              <a:rPr lang="de-DE" sz="1500" b="0" u="none" strike="noStrike" dirty="0">
                <a:solidFill>
                  <a:schemeClr val="dk2"/>
                </a:solidFill>
                <a:uFillTx/>
                <a:latin typeface="Calibri"/>
              </a:rPr>
              <a:t>/</a:t>
            </a:r>
            <a:r>
              <a:rPr lang="de-DE" sz="1500" b="0" u="none" strike="noStrike" dirty="0" err="1">
                <a:solidFill>
                  <a:schemeClr val="dk2"/>
                </a:solidFill>
                <a:uFillTx/>
                <a:latin typeface="Calibri"/>
              </a:rPr>
              <a:t>customer</a:t>
            </a:r>
            <a:r>
              <a:rPr lang="de-DE" sz="1500" b="0" u="none" strike="noStrike" dirty="0">
                <a:solidFill>
                  <a:schemeClr val="dk2"/>
                </a:solidFill>
                <a:uFillTx/>
                <a:latin typeface="Calibri"/>
              </a:rPr>
              <a:t>-list</a:t>
            </a:r>
            <a:endParaRPr lang="de-DE" sz="1500" b="0" u="none" strike="noStrike" dirty="0">
              <a:solidFill>
                <a:srgbClr val="000000"/>
              </a:solidFill>
              <a:uFillTx/>
              <a:latin typeface="Arial"/>
            </a:endParaRPr>
          </a:p>
          <a:p>
            <a:pPr marL="228600" indent="-228600" defTabSz="914400">
              <a:lnSpc>
                <a:spcPct val="90000"/>
              </a:lnSpc>
              <a:spcBef>
                <a:spcPts val="1001"/>
              </a:spcBef>
              <a:buClr>
                <a:srgbClr val="44546A"/>
              </a:buClr>
              <a:buFont typeface="Arial"/>
              <a:buChar char="•"/>
            </a:pPr>
            <a:r>
              <a:rPr lang="de-DE" sz="1500" b="0" u="none" strike="noStrike" dirty="0">
                <a:solidFill>
                  <a:schemeClr val="dk2"/>
                </a:solidFill>
                <a:uFillTx/>
                <a:latin typeface="Calibri"/>
              </a:rPr>
              <a:t>Binde die neue Komponente ein</a:t>
            </a:r>
            <a:endParaRPr lang="de-DE" sz="1500" b="0" u="none" strike="noStrike" dirty="0">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500" b="0" u="none" strike="noStrike" dirty="0">
                <a:solidFill>
                  <a:schemeClr val="dk2"/>
                </a:solidFill>
                <a:uFillTx/>
                <a:latin typeface="Calibri"/>
              </a:rPr>
              <a:t>Importiere CustomerListComponent im imports-Array von AppComponent</a:t>
            </a:r>
            <a:endParaRPr lang="de-DE" sz="1500" b="0" u="none" strike="noStrike" dirty="0">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500" b="0" u="none" strike="noStrike" dirty="0">
                <a:solidFill>
                  <a:schemeClr val="dk2"/>
                </a:solidFill>
                <a:uFillTx/>
                <a:latin typeface="Calibri"/>
              </a:rPr>
              <a:t>Verwende </a:t>
            </a:r>
            <a:r>
              <a:rPr lang="de-DE" sz="1500" b="0" u="none" strike="noStrike" dirty="0" err="1">
                <a:solidFill>
                  <a:schemeClr val="dk2"/>
                </a:solidFill>
                <a:uFillTx/>
                <a:latin typeface="Calibri"/>
              </a:rPr>
              <a:t>CustomerListComponent</a:t>
            </a:r>
            <a:r>
              <a:rPr lang="de-DE" sz="1500" b="0" u="none" strike="noStrike" dirty="0">
                <a:solidFill>
                  <a:schemeClr val="dk2"/>
                </a:solidFill>
                <a:uFillTx/>
                <a:latin typeface="Calibri"/>
              </a:rPr>
              <a:t> im Template von </a:t>
            </a:r>
            <a:r>
              <a:rPr lang="de-DE" sz="1500" b="0" u="none" strike="noStrike" dirty="0" err="1">
                <a:solidFill>
                  <a:schemeClr val="dk2"/>
                </a:solidFill>
                <a:uFillTx/>
                <a:latin typeface="Calibri"/>
              </a:rPr>
              <a:t>AppComponent</a:t>
            </a:r>
            <a:endParaRPr lang="de-DE" sz="1500" b="0" u="none" strike="noStrike" dirty="0">
              <a:solidFill>
                <a:srgbClr val="000000"/>
              </a:solidFill>
              <a:uFillTx/>
              <a:latin typeface="Arial"/>
            </a:endParaRPr>
          </a:p>
          <a:p>
            <a:pPr indent="0" defTabSz="914400">
              <a:lnSpc>
                <a:spcPct val="90000"/>
              </a:lnSpc>
              <a:spcBef>
                <a:spcPts val="1001"/>
              </a:spcBef>
              <a:buNone/>
              <a:tabLst>
                <a:tab pos="0" algn="l"/>
              </a:tabLst>
            </a:pPr>
            <a:endParaRPr lang="de-DE" sz="1500" b="0" u="none" strike="noStrike" dirty="0">
              <a:solidFill>
                <a:srgbClr val="000000"/>
              </a:solidFill>
              <a:uFillTx/>
              <a:latin typeface="Arial"/>
            </a:endParaRPr>
          </a:p>
        </p:txBody>
      </p:sp>
      <p:grpSp>
        <p:nvGrpSpPr>
          <p:cNvPr id="621" name="Group 30">
            <a:extLst>
              <a:ext uri="{C183D7F6-B498-43B3-948B-1728B52AA6E4}">
                <adec:decorative xmlns:adec="http://schemas.microsoft.com/office/drawing/2017/decorative" val="1"/>
              </a:ext>
            </a:extLst>
          </p:cNvPr>
          <p:cNvGrpSpPr/>
          <p:nvPr/>
        </p:nvGrpSpPr>
        <p:grpSpPr>
          <a:xfrm>
            <a:off x="9829080" y="2979360"/>
            <a:ext cx="2367360" cy="3877200"/>
            <a:chOff x="9829080" y="2979360"/>
            <a:chExt cx="2367360" cy="3877200"/>
          </a:xfrm>
        </p:grpSpPr>
        <p:sp>
          <p:nvSpPr>
            <p:cNvPr id="622" name="Freeform: Shape 31">
              <a:extLst>
                <a:ext uri="{C183D7F6-B498-43B3-948B-1728B52AA6E4}">
                  <adec:decorative xmlns:adec="http://schemas.microsoft.com/office/drawing/2017/decorative" val="1"/>
                </a:ext>
              </a:extLst>
            </p:cNvPr>
            <p:cNvSpPr/>
            <p:nvPr/>
          </p:nvSpPr>
          <p:spPr>
            <a:xfrm rot="5400000">
              <a:off x="9074160" y="3734280"/>
              <a:ext cx="3877200" cy="2367360"/>
            </a:xfrm>
            <a:custGeom>
              <a:avLst/>
              <a:gdLst>
                <a:gd name="textAreaLeft" fmla="*/ 0 w 3877200"/>
                <a:gd name="textAreaRight" fmla="*/ 3878640 w 3877200"/>
                <a:gd name="textAreaTop" fmla="*/ 0 h 2367360"/>
                <a:gd name="textAreaBottom" fmla="*/ 2368800 h 2367360"/>
              </a:gdLst>
              <a:ahLst/>
              <a:cxnLst/>
              <a:rect l="textAreaLeft" t="textAreaTop" r="textAreaRight" b="textAreaBottom"/>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623" name="Freeform: Shape 32">
              <a:extLst>
                <a:ext uri="{C183D7F6-B498-43B3-948B-1728B52AA6E4}">
                  <adec:decorative xmlns:adec="http://schemas.microsoft.com/office/drawing/2017/decorative" val="1"/>
                </a:ext>
              </a:extLst>
            </p:cNvPr>
            <p:cNvSpPr/>
            <p:nvPr/>
          </p:nvSpPr>
          <p:spPr>
            <a:xfrm rot="5400000">
              <a:off x="9190800" y="3850920"/>
              <a:ext cx="3841200" cy="2169720"/>
            </a:xfrm>
            <a:custGeom>
              <a:avLst/>
              <a:gdLst>
                <a:gd name="textAreaLeft" fmla="*/ 0 w 3841200"/>
                <a:gd name="textAreaRight" fmla="*/ 3842640 w 3841200"/>
                <a:gd name="textAreaTop" fmla="*/ 0 h 2169720"/>
                <a:gd name="textAreaBottom" fmla="*/ 2171160 h 2169720"/>
              </a:gdLst>
              <a:ahLst/>
              <a:cxnLst/>
              <a:rect l="textAreaLeft" t="textAreaTop" r="textAreaRight" b="textAreaBottom"/>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624" name="Freeform: Shape 33">
              <a:extLst>
                <a:ext uri="{C183D7F6-B498-43B3-948B-1728B52AA6E4}">
                  <adec:decorative xmlns:adec="http://schemas.microsoft.com/office/drawing/2017/decorative" val="1"/>
                </a:ext>
              </a:extLst>
            </p:cNvPr>
            <p:cNvSpPr/>
            <p:nvPr/>
          </p:nvSpPr>
          <p:spPr>
            <a:xfrm rot="5400000">
              <a:off x="9212040" y="3872160"/>
              <a:ext cx="3837600" cy="2131200"/>
            </a:xfrm>
            <a:custGeom>
              <a:avLst/>
              <a:gdLst>
                <a:gd name="textAreaLeft" fmla="*/ 0 w 3837600"/>
                <a:gd name="textAreaRight" fmla="*/ 3839040 w 3837600"/>
                <a:gd name="textAreaTop" fmla="*/ 0 h 2131200"/>
                <a:gd name="textAreaBottom" fmla="*/ 2132640 h 2131200"/>
              </a:gdLst>
              <a:ahLst/>
              <a:cxnLst/>
              <a:rect l="textAreaLeft" t="textAreaTop" r="textAreaRight" b="textAreaBottom"/>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625" name="Freeform: Shape 34">
              <a:extLst>
                <a:ext uri="{C183D7F6-B498-43B3-948B-1728B52AA6E4}">
                  <adec:decorative xmlns:adec="http://schemas.microsoft.com/office/drawing/2017/decorative" val="1"/>
                </a:ext>
              </a:extLst>
            </p:cNvPr>
            <p:cNvSpPr/>
            <p:nvPr/>
          </p:nvSpPr>
          <p:spPr>
            <a:xfrm rot="5400000">
              <a:off x="9212040" y="3872160"/>
              <a:ext cx="3837600" cy="2131200"/>
            </a:xfrm>
            <a:custGeom>
              <a:avLst/>
              <a:gdLst>
                <a:gd name="textAreaLeft" fmla="*/ 0 w 3837600"/>
                <a:gd name="textAreaRight" fmla="*/ 3839040 w 3837600"/>
                <a:gd name="textAreaTop" fmla="*/ 0 h 2131200"/>
                <a:gd name="textAreaBottom" fmla="*/ 2132640 h 2131200"/>
              </a:gdLst>
              <a:ahLst/>
              <a:cxnLst/>
              <a:rect l="textAreaLeft" t="textAreaTop" r="textAreaRight" b="textAreaBottom"/>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gr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6"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Input einer Component</a:t>
            </a:r>
            <a:endParaRPr lang="de-DE" sz="4400" b="0" u="none" strike="noStrike">
              <a:solidFill>
                <a:srgbClr val="000000"/>
              </a:solidFill>
              <a:uFillTx/>
              <a:latin typeface="Arial"/>
            </a:endParaRPr>
          </a:p>
        </p:txBody>
      </p:sp>
      <p:sp>
        <p:nvSpPr>
          <p:cNvPr id="627"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de-DE" sz="2800" b="0" u="none" strike="noStrike" dirty="0">
                <a:solidFill>
                  <a:schemeClr val="dk1"/>
                </a:solidFill>
                <a:uFillTx/>
                <a:latin typeface="Calibri"/>
              </a:rPr>
              <a:t>Components können über das Template verschachtelt werden</a:t>
            </a:r>
            <a:endParaRPr lang="de-DE" sz="2800" b="0" u="none" strike="noStrike" dirty="0">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dirty="0">
                <a:solidFill>
                  <a:schemeClr val="dk1"/>
                </a:solidFill>
                <a:uFillTx/>
                <a:latin typeface="Calibri"/>
              </a:rPr>
              <a:t>Innerhalb des Templates wird ein Root-Element einer weiteren Angular-</a:t>
            </a:r>
            <a:r>
              <a:rPr lang="de-DE" sz="2400" b="0" u="none" strike="noStrike" dirty="0" err="1">
                <a:solidFill>
                  <a:schemeClr val="dk1"/>
                </a:solidFill>
                <a:uFillTx/>
                <a:latin typeface="Calibri"/>
              </a:rPr>
              <a:t>Component</a:t>
            </a:r>
            <a:r>
              <a:rPr lang="de-DE" sz="2400" b="0" u="none" strike="noStrike" dirty="0">
                <a:solidFill>
                  <a:schemeClr val="dk1"/>
                </a:solidFill>
                <a:uFillTx/>
                <a:latin typeface="Calibri"/>
              </a:rPr>
              <a:t> definiert</a:t>
            </a:r>
            <a:endParaRPr lang="de-DE" sz="2400" b="0" u="none" strike="noStrike" dirty="0">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dirty="0">
                <a:solidFill>
                  <a:schemeClr val="dk1"/>
                </a:solidFill>
                <a:uFillTx/>
                <a:latin typeface="Calibri"/>
              </a:rPr>
              <a:t>Der Kind-Controller kann Input-Parameter definieren</a:t>
            </a:r>
            <a:endParaRPr lang="de-DE" sz="2800" b="0" u="none" strike="noStrike" dirty="0">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dirty="0">
                <a:solidFill>
                  <a:schemeClr val="dk1"/>
                </a:solidFill>
                <a:uFillTx/>
                <a:latin typeface="Calibri"/>
              </a:rPr>
              <a:t>Dazu wird eine Eigenschaft mit der </a:t>
            </a:r>
            <a:r>
              <a:rPr lang="de-DE" sz="2400" b="0" u="none" strike="noStrike" dirty="0">
                <a:solidFill>
                  <a:schemeClr val="dk1"/>
                </a:solidFill>
                <a:uFillTx/>
                <a:latin typeface="Courier New"/>
              </a:rPr>
              <a:t>input</a:t>
            </a:r>
            <a:r>
              <a:rPr lang="de-DE" sz="2400" b="0" u="none" strike="noStrike" dirty="0">
                <a:solidFill>
                  <a:schemeClr val="dk1"/>
                </a:solidFill>
                <a:uFillTx/>
                <a:latin typeface="Calibri"/>
              </a:rPr>
              <a:t>-Signal versehen</a:t>
            </a:r>
            <a:endParaRPr lang="de-DE" sz="2400" b="0" u="none" strike="noStrike" dirty="0">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dirty="0">
                <a:solidFill>
                  <a:schemeClr val="dk1"/>
                </a:solidFill>
                <a:uFillTx/>
                <a:latin typeface="Calibri"/>
              </a:rPr>
              <a:t>Diese werden im Template gesetzt</a:t>
            </a:r>
            <a:endParaRPr lang="de-DE" sz="2800" b="0" u="none" strike="noStrike" dirty="0">
              <a:solidFill>
                <a:srgbClr val="000000"/>
              </a:solidFill>
              <a:uFillTx/>
              <a:latin typeface="Arial"/>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8"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dirty="0">
                <a:solidFill>
                  <a:schemeClr val="dk1"/>
                </a:solidFill>
                <a:uFillTx/>
                <a:latin typeface="Calibri Light"/>
              </a:rPr>
              <a:t>Beispiel: Input einer Child-</a:t>
            </a:r>
            <a:r>
              <a:rPr lang="de-DE" sz="4400" b="0" u="none" strike="noStrike" dirty="0" err="1">
                <a:solidFill>
                  <a:schemeClr val="dk1"/>
                </a:solidFill>
                <a:uFillTx/>
                <a:latin typeface="Calibri Light"/>
              </a:rPr>
              <a:t>Component</a:t>
            </a:r>
            <a:endParaRPr lang="de-DE" sz="4400" b="0" u="none" strike="noStrike" dirty="0">
              <a:solidFill>
                <a:srgbClr val="000000"/>
              </a:solidFill>
              <a:uFillTx/>
              <a:latin typeface="Arial"/>
            </a:endParaRPr>
          </a:p>
        </p:txBody>
      </p:sp>
      <p:grpSp>
        <p:nvGrpSpPr>
          <p:cNvPr id="629" name="Gruppieren 6"/>
          <p:cNvGrpSpPr/>
          <p:nvPr/>
        </p:nvGrpSpPr>
        <p:grpSpPr>
          <a:xfrm>
            <a:off x="7695000" y="1846800"/>
            <a:ext cx="2554920" cy="4534920"/>
            <a:chOff x="7641000" y="1872360"/>
            <a:chExt cx="2554920" cy="4534920"/>
          </a:xfrm>
        </p:grpSpPr>
        <p:sp>
          <p:nvSpPr>
            <p:cNvPr id="632" name="Legende mit Linie 1 10"/>
            <p:cNvSpPr/>
            <p:nvPr/>
          </p:nvSpPr>
          <p:spPr>
            <a:xfrm>
              <a:off x="7641000" y="1872360"/>
              <a:ext cx="2554920" cy="1006560"/>
            </a:xfrm>
            <a:prstGeom prst="borderCallout1">
              <a:avLst>
                <a:gd name="adj1" fmla="val 18750"/>
                <a:gd name="adj2" fmla="val -8333"/>
                <a:gd name="adj3" fmla="val 60768"/>
                <a:gd name="adj4" fmla="val -132231"/>
              </a:avLst>
            </a:prstGeom>
            <a:gradFill rotWithShape="0">
              <a:gsLst>
                <a:gs pos="0">
                  <a:srgbClr val="98C861"/>
                </a:gs>
                <a:gs pos="50000">
                  <a:srgbClr val="8BC63E"/>
                </a:gs>
                <a:gs pos="100000">
                  <a:srgbClr val="7CB831"/>
                </a:gs>
              </a:gsLst>
              <a:lin ang="5400000"/>
            </a:gradFill>
            <a:ln w="0">
              <a:noFill/>
            </a:ln>
            <a:effectLst>
              <a:outerShdw blurRad="57240" dist="19080" dir="5400000" algn="ctr" rotWithShape="0">
                <a:srgbClr val="000000">
                  <a:alpha val="63000"/>
                </a:srgbClr>
              </a:outerShdw>
            </a:effectLst>
          </p:spPr>
          <p:style>
            <a:lnRef idx="0">
              <a:schemeClr val="accent2"/>
            </a:lnRef>
            <a:fillRef idx="3">
              <a:schemeClr val="accent2"/>
            </a:fillRef>
            <a:effectRef idx="3">
              <a:schemeClr val="accent2"/>
            </a:effectRef>
            <a:fontRef idx="minor"/>
          </p:style>
          <p:txBody>
            <a:bodyPr lIns="90000" tIns="45000" rIns="90000" bIns="45000" anchor="ctr">
              <a:noAutofit/>
            </a:bodyPr>
            <a:lstStyle/>
            <a:p>
              <a:pPr algn="ctr" defTabSz="914400">
                <a:lnSpc>
                  <a:spcPct val="100000"/>
                </a:lnSpc>
              </a:pPr>
              <a:r>
                <a:rPr lang="de-DE" sz="1800" b="0" u="none" strike="noStrike" dirty="0" err="1">
                  <a:solidFill>
                    <a:schemeClr val="dk1"/>
                  </a:solidFill>
                  <a:uFillTx/>
                  <a:latin typeface="Calibri"/>
                </a:rPr>
                <a:t>AppComponent</a:t>
              </a:r>
              <a:r>
                <a:rPr lang="de-DE" sz="1800" b="0" u="none" strike="noStrike" dirty="0">
                  <a:solidFill>
                    <a:schemeClr val="dk1"/>
                  </a:solidFill>
                  <a:uFillTx/>
                  <a:latin typeface="Calibri"/>
                </a:rPr>
                <a:t>: </a:t>
              </a:r>
            </a:p>
            <a:p>
              <a:pPr algn="ctr" defTabSz="914400">
                <a:lnSpc>
                  <a:spcPct val="100000"/>
                </a:lnSpc>
              </a:pPr>
              <a:r>
                <a:rPr lang="de-DE" sz="1800" b="0" u="none" strike="noStrike" dirty="0">
                  <a:solidFill>
                    <a:schemeClr val="dk1"/>
                  </a:solidFill>
                  <a:uFillTx/>
                  <a:latin typeface="Calibri"/>
                </a:rPr>
                <a:t>Neues Root-Element für die Kind-</a:t>
              </a:r>
              <a:r>
                <a:rPr lang="de-DE" sz="1800" b="0" u="none" strike="noStrike" dirty="0" err="1">
                  <a:solidFill>
                    <a:schemeClr val="dk1"/>
                  </a:solidFill>
                  <a:uFillTx/>
                  <a:latin typeface="Calibri"/>
                </a:rPr>
                <a:t>Component</a:t>
              </a:r>
              <a:endParaRPr lang="de-DE" sz="1800" b="0" u="none" strike="noStrike" dirty="0">
                <a:solidFill>
                  <a:srgbClr val="000000"/>
                </a:solidFill>
                <a:uFillTx/>
                <a:latin typeface="Arial"/>
              </a:endParaRPr>
            </a:p>
          </p:txBody>
        </p:sp>
        <p:sp>
          <p:nvSpPr>
            <p:cNvPr id="633" name="Legende mit Linie 1 11"/>
            <p:cNvSpPr/>
            <p:nvPr/>
          </p:nvSpPr>
          <p:spPr>
            <a:xfrm>
              <a:off x="7641000" y="5400720"/>
              <a:ext cx="2554920" cy="1006560"/>
            </a:xfrm>
            <a:prstGeom prst="borderCallout1">
              <a:avLst>
                <a:gd name="adj1" fmla="val 18750"/>
                <a:gd name="adj2" fmla="val -8333"/>
                <a:gd name="adj3" fmla="val 64257"/>
                <a:gd name="adj4" fmla="val -110563"/>
              </a:avLst>
            </a:prstGeom>
            <a:gradFill rotWithShape="0">
              <a:gsLst>
                <a:gs pos="0">
                  <a:srgbClr val="98C861"/>
                </a:gs>
                <a:gs pos="50000">
                  <a:srgbClr val="8BC63E"/>
                </a:gs>
                <a:gs pos="100000">
                  <a:srgbClr val="7CB831"/>
                </a:gs>
              </a:gsLst>
              <a:lin ang="5400000"/>
            </a:gradFill>
            <a:ln w="0">
              <a:noFill/>
            </a:ln>
            <a:effectLst>
              <a:outerShdw blurRad="57240" dist="19080" dir="5400000" algn="ctr" rotWithShape="0">
                <a:srgbClr val="000000">
                  <a:alpha val="63000"/>
                </a:srgbClr>
              </a:outerShdw>
            </a:effectLst>
          </p:spPr>
          <p:style>
            <a:lnRef idx="0">
              <a:schemeClr val="accent2"/>
            </a:lnRef>
            <a:fillRef idx="3">
              <a:schemeClr val="accent2"/>
            </a:fillRef>
            <a:effectRef idx="3">
              <a:schemeClr val="accent2"/>
            </a:effectRef>
            <a:fontRef idx="minor"/>
          </p:style>
          <p:txBody>
            <a:bodyPr lIns="90000" tIns="45000" rIns="90000" bIns="45000" anchor="ctr">
              <a:noAutofit/>
            </a:bodyPr>
            <a:lstStyle/>
            <a:p>
              <a:pPr algn="ctr" defTabSz="914400">
                <a:lnSpc>
                  <a:spcPct val="100000"/>
                </a:lnSpc>
              </a:pPr>
              <a:r>
                <a:rPr lang="de-DE" sz="1800" b="0" u="none" strike="noStrike">
                  <a:solidFill>
                    <a:schemeClr val="dk1"/>
                  </a:solidFill>
                  <a:uFillTx/>
                  <a:latin typeface="Calibri"/>
                </a:rPr>
                <a:t>Deklaration einer Input-Eigenschaft</a:t>
              </a:r>
              <a:endParaRPr lang="de-DE" sz="1800" b="0" u="none" strike="noStrike">
                <a:solidFill>
                  <a:srgbClr val="000000"/>
                </a:solidFill>
                <a:uFillTx/>
                <a:latin typeface="Arial"/>
              </a:endParaRPr>
            </a:p>
          </p:txBody>
        </p:sp>
        <p:sp>
          <p:nvSpPr>
            <p:cNvPr id="634" name="Legende mit Linie 1 12"/>
            <p:cNvSpPr/>
            <p:nvPr/>
          </p:nvSpPr>
          <p:spPr>
            <a:xfrm>
              <a:off x="7641000" y="3564720"/>
              <a:ext cx="2554920" cy="1006560"/>
            </a:xfrm>
            <a:prstGeom prst="borderCallout1">
              <a:avLst>
                <a:gd name="adj1" fmla="val 18750"/>
                <a:gd name="adj2" fmla="val -8333"/>
                <a:gd name="adj3" fmla="val 64257"/>
                <a:gd name="adj4" fmla="val -110563"/>
              </a:avLst>
            </a:prstGeom>
            <a:gradFill rotWithShape="0">
              <a:gsLst>
                <a:gs pos="0">
                  <a:srgbClr val="98C861"/>
                </a:gs>
                <a:gs pos="50000">
                  <a:srgbClr val="8BC63E"/>
                </a:gs>
                <a:gs pos="100000">
                  <a:srgbClr val="7CB831"/>
                </a:gs>
              </a:gsLst>
              <a:lin ang="5400000"/>
            </a:gradFill>
            <a:ln w="0">
              <a:noFill/>
            </a:ln>
            <a:effectLst>
              <a:outerShdw blurRad="57240" dist="19080" dir="5400000" algn="ctr" rotWithShape="0">
                <a:srgbClr val="000000">
                  <a:alpha val="63000"/>
                </a:srgbClr>
              </a:outerShdw>
            </a:effectLst>
          </p:spPr>
          <p:style>
            <a:lnRef idx="0">
              <a:schemeClr val="accent2"/>
            </a:lnRef>
            <a:fillRef idx="3">
              <a:schemeClr val="accent2"/>
            </a:fillRef>
            <a:effectRef idx="3">
              <a:schemeClr val="accent2"/>
            </a:effectRef>
            <a:fontRef idx="minor"/>
          </p:style>
          <p:txBody>
            <a:bodyPr lIns="90000" tIns="45000" rIns="90000" bIns="45000" anchor="ctr">
              <a:noAutofit/>
            </a:bodyPr>
            <a:lstStyle/>
            <a:p>
              <a:pPr algn="ctr" defTabSz="914400">
                <a:lnSpc>
                  <a:spcPct val="100000"/>
                </a:lnSpc>
              </a:pPr>
              <a:r>
                <a:rPr lang="de-DE" sz="1800" b="0" u="none" strike="noStrike" dirty="0" err="1">
                  <a:solidFill>
                    <a:schemeClr val="dk1"/>
                  </a:solidFill>
                  <a:uFillTx/>
                  <a:latin typeface="Calibri"/>
                </a:rPr>
                <a:t>PeopleDetail</a:t>
              </a:r>
              <a:r>
                <a:rPr lang="de-DE" sz="1800" b="0" u="none" strike="noStrike" dirty="0">
                  <a:solidFill>
                    <a:schemeClr val="dk1"/>
                  </a:solidFill>
                  <a:uFillTx/>
                  <a:latin typeface="Calibri"/>
                </a:rPr>
                <a:t> </a:t>
              </a:r>
              <a:r>
                <a:rPr lang="de-DE" sz="1800" b="0" u="none" strike="noStrike" dirty="0" err="1">
                  <a:solidFill>
                    <a:schemeClr val="dk1"/>
                  </a:solidFill>
                  <a:uFillTx/>
                  <a:latin typeface="Calibri"/>
                </a:rPr>
                <a:t>Component</a:t>
              </a:r>
              <a:r>
                <a:rPr lang="de-DE" sz="1800" b="0" u="none" strike="noStrike" dirty="0">
                  <a:solidFill>
                    <a:schemeClr val="dk1"/>
                  </a:solidFill>
                  <a:uFillTx/>
                  <a:latin typeface="Calibri"/>
                </a:rPr>
                <a:t>: Angabe des Root-Elements</a:t>
              </a:r>
              <a:endParaRPr lang="de-DE" sz="1800" b="0" u="none" strike="noStrike" dirty="0">
                <a:solidFill>
                  <a:srgbClr val="000000"/>
                </a:solidFill>
                <a:uFillTx/>
                <a:latin typeface="Arial"/>
              </a:endParaRPr>
            </a:p>
          </p:txBody>
        </p:sp>
      </p:grpSp>
      <p:cxnSp>
        <p:nvCxnSpPr>
          <p:cNvPr id="635" name="Gerade Verbindung mit Pfeil 7"/>
          <p:cNvCxnSpPr>
            <a:cxnSpLocks/>
          </p:cNvCxnSpPr>
          <p:nvPr/>
        </p:nvCxnSpPr>
        <p:spPr>
          <a:xfrm flipH="1">
            <a:off x="4818185" y="1925118"/>
            <a:ext cx="2876815" cy="584802"/>
          </a:xfrm>
          <a:prstGeom prst="straightConnector1">
            <a:avLst/>
          </a:prstGeom>
          <a:ln w="0">
            <a:solidFill>
              <a:srgbClr val="1D9A78"/>
            </a:solidFill>
            <a:tailEnd type="triangle" w="med" len="med"/>
          </a:ln>
        </p:spPr>
      </p:cxnSp>
      <p:cxnSp>
        <p:nvCxnSpPr>
          <p:cNvPr id="636" name="Gerade Verbindung mit Pfeil 14"/>
          <p:cNvCxnSpPr>
            <a:cxnSpLocks/>
            <a:stCxn id="634" idx="2"/>
          </p:cNvCxnSpPr>
          <p:nvPr/>
        </p:nvCxnSpPr>
        <p:spPr>
          <a:xfrm flipH="1" flipV="1">
            <a:off x="3692769" y="3835274"/>
            <a:ext cx="4002231" cy="207166"/>
          </a:xfrm>
          <a:prstGeom prst="straightConnector1">
            <a:avLst/>
          </a:prstGeom>
          <a:ln w="0">
            <a:solidFill>
              <a:srgbClr val="1D9A78"/>
            </a:solidFill>
            <a:tailEnd type="triangle" w="med" len="med"/>
          </a:ln>
        </p:spPr>
      </p:cxnSp>
      <p:cxnSp>
        <p:nvCxnSpPr>
          <p:cNvPr id="637" name="Gerade Verbindung mit Pfeil 15"/>
          <p:cNvCxnSpPr>
            <a:cxnSpLocks/>
          </p:cNvCxnSpPr>
          <p:nvPr/>
        </p:nvCxnSpPr>
        <p:spPr>
          <a:xfrm flipH="1" flipV="1">
            <a:off x="4136400" y="5563772"/>
            <a:ext cx="3333960" cy="640828"/>
          </a:xfrm>
          <a:prstGeom prst="straightConnector1">
            <a:avLst/>
          </a:prstGeom>
          <a:ln w="0">
            <a:solidFill>
              <a:srgbClr val="1D9A78"/>
            </a:solidFill>
            <a:tailEnd type="triangle" w="med" len="med"/>
          </a:ln>
        </p:spPr>
      </p:cxnSp>
      <p:sp>
        <p:nvSpPr>
          <p:cNvPr id="3" name="Textfeld 2">
            <a:extLst>
              <a:ext uri="{FF2B5EF4-FFF2-40B4-BE49-F238E27FC236}">
                <a16:creationId xmlns:a16="http://schemas.microsoft.com/office/drawing/2014/main" id="{0DDCB9A3-251D-3E6C-56AB-9B5186BFC11C}"/>
              </a:ext>
            </a:extLst>
          </p:cNvPr>
          <p:cNvSpPr txBox="1"/>
          <p:nvPr/>
        </p:nvSpPr>
        <p:spPr>
          <a:xfrm>
            <a:off x="993947" y="1803568"/>
            <a:ext cx="6094826" cy="1754326"/>
          </a:xfrm>
          <a:prstGeom prst="rect">
            <a:avLst/>
          </a:prstGeom>
          <a:noFill/>
        </p:spPr>
        <p:txBody>
          <a:bodyPr wrap="square">
            <a:spAutoFit/>
          </a:bodyPr>
          <a:lstStyle/>
          <a:p>
            <a:pPr>
              <a:buNone/>
            </a:pPr>
            <a:r>
              <a:rPr lang="de-DE" dirty="0">
                <a:solidFill>
                  <a:srgbClr val="D5B778"/>
                </a:solidFill>
                <a:effectLst/>
                <a:latin typeface="JetBrains Mono"/>
              </a:rPr>
              <a:t>&lt;</a:t>
            </a:r>
            <a:r>
              <a:rPr lang="de-DE" dirty="0" err="1">
                <a:solidFill>
                  <a:srgbClr val="D5B778"/>
                </a:solidFill>
                <a:effectLst/>
                <a:latin typeface="JetBrains Mono"/>
              </a:rPr>
              <a:t>ul</a:t>
            </a:r>
            <a:r>
              <a:rPr lang="de-DE" dirty="0">
                <a:solidFill>
                  <a:srgbClr val="D5B778"/>
                </a:solidFill>
                <a:effectLst/>
                <a:latin typeface="JetBrains Mono"/>
              </a:rPr>
              <a:t>&gt;</a:t>
            </a:r>
            <a:br>
              <a:rPr lang="de-DE" dirty="0">
                <a:solidFill>
                  <a:srgbClr val="D5B778"/>
                </a:solidFill>
                <a:effectLst/>
                <a:latin typeface="JetBrains Mono"/>
              </a:rPr>
            </a:br>
            <a:r>
              <a:rPr lang="de-DE" dirty="0">
                <a:solidFill>
                  <a:srgbClr val="D5B778"/>
                </a:solidFill>
                <a:effectLst/>
                <a:latin typeface="JetBrains Mono"/>
              </a:rPr>
              <a:t>  </a:t>
            </a:r>
            <a:r>
              <a:rPr lang="de-DE" dirty="0">
                <a:solidFill>
                  <a:srgbClr val="CF8E6D"/>
                </a:solidFill>
                <a:effectLst/>
                <a:latin typeface="JetBrains Mono"/>
              </a:rPr>
              <a:t>@</a:t>
            </a:r>
            <a:r>
              <a:rPr lang="de-DE" dirty="0" err="1">
                <a:solidFill>
                  <a:srgbClr val="CF8E6D"/>
                </a:solidFill>
                <a:effectLst/>
                <a:latin typeface="JetBrains Mono"/>
              </a:rPr>
              <a:t>for</a:t>
            </a:r>
            <a:r>
              <a:rPr lang="de-DE" dirty="0">
                <a:solidFill>
                  <a:srgbClr val="BCBEC4"/>
                </a:solidFill>
                <a:effectLst/>
                <a:latin typeface="JetBrains Mono"/>
              </a:rPr>
              <a:t>(</a:t>
            </a:r>
            <a:r>
              <a:rPr lang="de-DE" dirty="0" err="1">
                <a:solidFill>
                  <a:srgbClr val="A9B7C6"/>
                </a:solidFill>
                <a:effectLst/>
                <a:latin typeface="JetBrains Mono"/>
              </a:rPr>
              <a:t>person</a:t>
            </a:r>
            <a:r>
              <a:rPr lang="de-DE" dirty="0">
                <a:solidFill>
                  <a:srgbClr val="A9B7C6"/>
                </a:solidFill>
                <a:effectLst/>
                <a:latin typeface="JetBrains Mono"/>
              </a:rPr>
              <a:t> </a:t>
            </a:r>
            <a:r>
              <a:rPr lang="de-DE" dirty="0" err="1">
                <a:solidFill>
                  <a:srgbClr val="CF8E6D"/>
                </a:solidFill>
                <a:effectLst/>
                <a:latin typeface="JetBrains Mono"/>
              </a:rPr>
              <a:t>of</a:t>
            </a:r>
            <a:r>
              <a:rPr lang="de-DE" dirty="0">
                <a:solidFill>
                  <a:srgbClr val="CF8E6D"/>
                </a:solidFill>
                <a:effectLst/>
                <a:latin typeface="JetBrains Mono"/>
              </a:rPr>
              <a:t> </a:t>
            </a:r>
            <a:r>
              <a:rPr lang="de-DE" dirty="0" err="1">
                <a:solidFill>
                  <a:srgbClr val="C77DBB"/>
                </a:solidFill>
                <a:effectLst/>
                <a:latin typeface="JetBrains Mono"/>
              </a:rPr>
              <a:t>people</a:t>
            </a:r>
            <a:r>
              <a:rPr lang="de-DE" dirty="0">
                <a:solidFill>
                  <a:srgbClr val="BCBEC4"/>
                </a:solidFill>
                <a:effectLst/>
                <a:latin typeface="JetBrains Mono"/>
              </a:rPr>
              <a:t>; </a:t>
            </a:r>
            <a:r>
              <a:rPr lang="de-DE" dirty="0">
                <a:solidFill>
                  <a:srgbClr val="CF8E6D"/>
                </a:solidFill>
                <a:effectLst/>
                <a:latin typeface="JetBrains Mono"/>
              </a:rPr>
              <a:t>track </a:t>
            </a:r>
            <a:r>
              <a:rPr lang="de-DE" dirty="0" err="1">
                <a:solidFill>
                  <a:srgbClr val="A9B7C6"/>
                </a:solidFill>
                <a:effectLst/>
                <a:latin typeface="JetBrains Mono"/>
              </a:rPr>
              <a:t>person</a:t>
            </a:r>
            <a:r>
              <a:rPr lang="de-DE" dirty="0" err="1">
                <a:solidFill>
                  <a:srgbClr val="BCBEC4"/>
                </a:solidFill>
                <a:effectLst/>
                <a:latin typeface="JetBrains Mono"/>
              </a:rPr>
              <a:t>.</a:t>
            </a:r>
            <a:r>
              <a:rPr lang="de-DE" dirty="0" err="1">
                <a:solidFill>
                  <a:srgbClr val="C77DBB"/>
                </a:solidFill>
                <a:effectLst/>
                <a:latin typeface="JetBrains Mono"/>
              </a:rPr>
              <a:t>id</a:t>
            </a:r>
            <a:r>
              <a:rPr lang="de-DE" dirty="0">
                <a:solidFill>
                  <a:srgbClr val="BCBEC4"/>
                </a:solidFill>
                <a:effectLst/>
                <a:latin typeface="JetBrains Mono"/>
              </a:rPr>
              <a:t>) {</a:t>
            </a:r>
            <a:br>
              <a:rPr lang="de-DE" dirty="0">
                <a:solidFill>
                  <a:srgbClr val="BCBEC4"/>
                </a:solidFill>
                <a:effectLst/>
                <a:latin typeface="JetBrains Mono"/>
              </a:rPr>
            </a:br>
            <a:r>
              <a:rPr lang="de-DE" dirty="0">
                <a:solidFill>
                  <a:srgbClr val="BCBEC4"/>
                </a:solidFill>
                <a:effectLst/>
                <a:latin typeface="JetBrains Mono"/>
              </a:rPr>
              <a:t>    </a:t>
            </a:r>
            <a:r>
              <a:rPr lang="de-DE" dirty="0">
                <a:solidFill>
                  <a:srgbClr val="D5B778"/>
                </a:solidFill>
                <a:effectLst/>
                <a:latin typeface="JetBrains Mono"/>
              </a:rPr>
              <a:t>&lt;li&gt;&lt;people-detail </a:t>
            </a:r>
            <a:r>
              <a:rPr lang="de-DE" dirty="0">
                <a:solidFill>
                  <a:srgbClr val="C77DBB"/>
                </a:solidFill>
                <a:effectLst/>
                <a:latin typeface="JetBrains Mono"/>
              </a:rPr>
              <a:t>[</a:t>
            </a:r>
            <a:r>
              <a:rPr lang="de-DE" dirty="0" err="1">
                <a:solidFill>
                  <a:srgbClr val="C77DBB"/>
                </a:solidFill>
                <a:effectLst/>
                <a:latin typeface="JetBrains Mono"/>
              </a:rPr>
              <a:t>person</a:t>
            </a:r>
            <a:r>
              <a:rPr lang="de-DE" dirty="0">
                <a:solidFill>
                  <a:srgbClr val="C77DBB"/>
                </a:solidFill>
                <a:effectLst/>
                <a:latin typeface="JetBrains Mono"/>
              </a:rPr>
              <a:t>]</a:t>
            </a:r>
            <a:r>
              <a:rPr lang="de-DE" dirty="0">
                <a:solidFill>
                  <a:srgbClr val="6AAB73"/>
                </a:solidFill>
                <a:effectLst/>
                <a:latin typeface="JetBrains Mono"/>
              </a:rPr>
              <a:t>="</a:t>
            </a:r>
            <a:r>
              <a:rPr lang="de-DE" dirty="0" err="1">
                <a:solidFill>
                  <a:srgbClr val="A9B7C6"/>
                </a:solidFill>
                <a:effectLst/>
                <a:latin typeface="JetBrains Mono"/>
              </a:rPr>
              <a:t>person</a:t>
            </a:r>
            <a:r>
              <a:rPr lang="de-DE" dirty="0">
                <a:solidFill>
                  <a:srgbClr val="6AAB73"/>
                </a:solidFill>
                <a:effectLst/>
                <a:latin typeface="JetBrains Mono"/>
              </a:rPr>
              <a:t>"</a:t>
            </a:r>
            <a:r>
              <a:rPr lang="de-DE" dirty="0">
                <a:solidFill>
                  <a:srgbClr val="D5B778"/>
                </a:solidFill>
                <a:effectLst/>
                <a:latin typeface="JetBrains Mono"/>
              </a:rPr>
              <a:t>&gt;&lt;/people-detail&gt;&lt;/li&gt;</a:t>
            </a:r>
            <a:br>
              <a:rPr lang="de-DE" dirty="0">
                <a:solidFill>
                  <a:srgbClr val="D5B778"/>
                </a:solidFill>
                <a:effectLst/>
                <a:latin typeface="JetBrains Mono"/>
              </a:rPr>
            </a:br>
            <a:r>
              <a:rPr lang="de-DE" dirty="0">
                <a:solidFill>
                  <a:srgbClr val="D5B778"/>
                </a:solidFill>
                <a:effectLst/>
                <a:latin typeface="JetBrains Mono"/>
              </a:rPr>
              <a:t>  </a:t>
            </a:r>
            <a:r>
              <a:rPr lang="de-DE" dirty="0">
                <a:solidFill>
                  <a:srgbClr val="BCBEC4"/>
                </a:solidFill>
                <a:effectLst/>
                <a:latin typeface="JetBrains Mono"/>
              </a:rPr>
              <a:t>}</a:t>
            </a:r>
            <a:br>
              <a:rPr lang="de-DE" dirty="0">
                <a:solidFill>
                  <a:srgbClr val="BCBEC4"/>
                </a:solidFill>
                <a:effectLst/>
                <a:latin typeface="JetBrains Mono"/>
              </a:rPr>
            </a:br>
            <a:r>
              <a:rPr lang="de-DE" dirty="0">
                <a:solidFill>
                  <a:srgbClr val="D5B778"/>
                </a:solidFill>
                <a:effectLst/>
                <a:latin typeface="JetBrains Mono"/>
              </a:rPr>
              <a:t>&lt;/</a:t>
            </a:r>
            <a:r>
              <a:rPr lang="de-DE" dirty="0" err="1">
                <a:solidFill>
                  <a:srgbClr val="D5B778"/>
                </a:solidFill>
                <a:effectLst/>
                <a:latin typeface="JetBrains Mono"/>
              </a:rPr>
              <a:t>ul</a:t>
            </a:r>
            <a:r>
              <a:rPr lang="de-DE" dirty="0">
                <a:solidFill>
                  <a:srgbClr val="D5B778"/>
                </a:solidFill>
                <a:effectLst/>
                <a:latin typeface="JetBrains Mono"/>
              </a:rPr>
              <a:t>&gt;</a:t>
            </a:r>
            <a:br>
              <a:rPr lang="de-DE" dirty="0">
                <a:solidFill>
                  <a:srgbClr val="D5B778"/>
                </a:solidFill>
                <a:effectLst/>
                <a:latin typeface="JetBrains Mono"/>
              </a:rPr>
            </a:br>
            <a:endParaRPr lang="de-DE" dirty="0">
              <a:solidFill>
                <a:srgbClr val="BCBEC4"/>
              </a:solidFill>
              <a:effectLst/>
              <a:latin typeface="JetBrains Mono"/>
            </a:endParaRPr>
          </a:p>
        </p:txBody>
      </p:sp>
      <p:sp>
        <p:nvSpPr>
          <p:cNvPr id="6" name="Textfeld 5">
            <a:extLst>
              <a:ext uri="{FF2B5EF4-FFF2-40B4-BE49-F238E27FC236}">
                <a16:creationId xmlns:a16="http://schemas.microsoft.com/office/drawing/2014/main" id="{6FF43E9B-0E06-9EDC-D014-071474F52181}"/>
              </a:ext>
            </a:extLst>
          </p:cNvPr>
          <p:cNvSpPr txBox="1"/>
          <p:nvPr/>
        </p:nvSpPr>
        <p:spPr>
          <a:xfrm>
            <a:off x="1088987" y="3326501"/>
            <a:ext cx="6094826" cy="3139321"/>
          </a:xfrm>
          <a:prstGeom prst="rect">
            <a:avLst/>
          </a:prstGeom>
          <a:noFill/>
        </p:spPr>
        <p:txBody>
          <a:bodyPr wrap="square">
            <a:spAutoFit/>
          </a:bodyPr>
          <a:lstStyle/>
          <a:p>
            <a:pPr>
              <a:buNone/>
            </a:pPr>
            <a:r>
              <a:rPr lang="de-DE" dirty="0">
                <a:solidFill>
                  <a:srgbClr val="B3AE60"/>
                </a:solidFill>
                <a:effectLst/>
                <a:latin typeface="JetBrains Mono"/>
              </a:rPr>
              <a:t>@</a:t>
            </a:r>
            <a:r>
              <a:rPr lang="de-DE" dirty="0" err="1">
                <a:solidFill>
                  <a:srgbClr val="B3AE60"/>
                </a:solidFill>
                <a:effectLst/>
                <a:latin typeface="JetBrains Mono"/>
              </a:rPr>
              <a:t>Component</a:t>
            </a:r>
            <a:r>
              <a:rPr lang="de-DE" dirty="0">
                <a:solidFill>
                  <a:srgbClr val="BCBEC4"/>
                </a:solidFill>
                <a:effectLst/>
                <a:latin typeface="JetBrains Mono"/>
              </a:rPr>
              <a:t>({</a:t>
            </a:r>
            <a:br>
              <a:rPr lang="de-DE" dirty="0">
                <a:solidFill>
                  <a:srgbClr val="BCBEC4"/>
                </a:solidFill>
                <a:effectLst/>
                <a:latin typeface="JetBrains Mono"/>
              </a:rPr>
            </a:br>
            <a:r>
              <a:rPr lang="de-DE" dirty="0">
                <a:solidFill>
                  <a:srgbClr val="BCBEC4"/>
                </a:solidFill>
                <a:effectLst/>
                <a:latin typeface="JetBrains Mono"/>
              </a:rPr>
              <a:t>  </a:t>
            </a:r>
            <a:r>
              <a:rPr lang="de-DE" dirty="0" err="1">
                <a:solidFill>
                  <a:srgbClr val="C77DBB"/>
                </a:solidFill>
                <a:effectLst/>
                <a:latin typeface="JetBrains Mono"/>
              </a:rPr>
              <a:t>selector</a:t>
            </a:r>
            <a:r>
              <a:rPr lang="de-DE" dirty="0">
                <a:solidFill>
                  <a:srgbClr val="BCBEC4"/>
                </a:solidFill>
                <a:effectLst/>
                <a:latin typeface="JetBrains Mono"/>
              </a:rPr>
              <a:t>: </a:t>
            </a:r>
            <a:r>
              <a:rPr lang="de-DE" dirty="0">
                <a:solidFill>
                  <a:srgbClr val="6AAB73"/>
                </a:solidFill>
                <a:effectLst/>
                <a:latin typeface="JetBrains Mono"/>
              </a:rPr>
              <a:t>'</a:t>
            </a:r>
            <a:r>
              <a:rPr lang="de-DE" dirty="0">
                <a:solidFill>
                  <a:srgbClr val="D5B778"/>
                </a:solidFill>
                <a:effectLst/>
                <a:latin typeface="JetBrains Mono"/>
              </a:rPr>
              <a:t>people-detail</a:t>
            </a:r>
            <a:r>
              <a:rPr lang="de-DE" dirty="0">
                <a:solidFill>
                  <a:srgbClr val="6AAB73"/>
                </a:solidFill>
                <a:effectLst/>
                <a:latin typeface="JetBrains Mono"/>
              </a:rPr>
              <a:t>'</a:t>
            </a:r>
            <a:r>
              <a:rPr lang="de-DE" dirty="0">
                <a:solidFill>
                  <a:srgbClr val="BCBEC4"/>
                </a:solidFill>
                <a:effectLst/>
                <a:latin typeface="JetBrains Mono"/>
              </a:rPr>
              <a:t>,</a:t>
            </a:r>
            <a:br>
              <a:rPr lang="de-DE" dirty="0">
                <a:solidFill>
                  <a:srgbClr val="BCBEC4"/>
                </a:solidFill>
                <a:effectLst/>
                <a:latin typeface="JetBrains Mono"/>
              </a:rPr>
            </a:br>
            <a:r>
              <a:rPr lang="de-DE" dirty="0">
                <a:solidFill>
                  <a:srgbClr val="BCBEC4"/>
                </a:solidFill>
                <a:effectLst/>
                <a:latin typeface="JetBrains Mono"/>
              </a:rPr>
              <a:t>  </a:t>
            </a:r>
            <a:r>
              <a:rPr lang="de-DE" dirty="0" err="1">
                <a:solidFill>
                  <a:srgbClr val="C77DBB"/>
                </a:solidFill>
                <a:effectLst/>
                <a:latin typeface="JetBrains Mono"/>
              </a:rPr>
              <a:t>imports</a:t>
            </a:r>
            <a:r>
              <a:rPr lang="de-DE" dirty="0">
                <a:solidFill>
                  <a:srgbClr val="BCBEC4"/>
                </a:solidFill>
                <a:effectLst/>
                <a:latin typeface="JetBrains Mono"/>
              </a:rPr>
              <a:t>: [],</a:t>
            </a:r>
            <a:br>
              <a:rPr lang="de-DE" dirty="0">
                <a:solidFill>
                  <a:srgbClr val="BCBEC4"/>
                </a:solidFill>
                <a:effectLst/>
                <a:latin typeface="JetBrains Mono"/>
              </a:rPr>
            </a:br>
            <a:r>
              <a:rPr lang="de-DE" dirty="0">
                <a:solidFill>
                  <a:srgbClr val="BCBEC4"/>
                </a:solidFill>
                <a:effectLst/>
                <a:latin typeface="JetBrains Mono"/>
              </a:rPr>
              <a:t>  </a:t>
            </a:r>
            <a:r>
              <a:rPr lang="de-DE" dirty="0" err="1">
                <a:solidFill>
                  <a:srgbClr val="C77DBB"/>
                </a:solidFill>
                <a:effectLst/>
                <a:latin typeface="JetBrains Mono"/>
              </a:rPr>
              <a:t>templateUrl</a:t>
            </a:r>
            <a:r>
              <a:rPr lang="de-DE" dirty="0">
                <a:solidFill>
                  <a:srgbClr val="BCBEC4"/>
                </a:solidFill>
                <a:effectLst/>
                <a:latin typeface="JetBrains Mono"/>
              </a:rPr>
              <a:t>: </a:t>
            </a:r>
            <a:r>
              <a:rPr lang="de-DE" dirty="0">
                <a:solidFill>
                  <a:srgbClr val="6AAB73"/>
                </a:solidFill>
                <a:effectLst/>
                <a:latin typeface="JetBrains Mono"/>
              </a:rPr>
              <a:t>'./people-</a:t>
            </a:r>
            <a:r>
              <a:rPr lang="de-DE" dirty="0" err="1">
                <a:solidFill>
                  <a:srgbClr val="6AAB73"/>
                </a:solidFill>
                <a:effectLst/>
                <a:latin typeface="JetBrains Mono"/>
              </a:rPr>
              <a:t>detail.html</a:t>
            </a:r>
            <a:r>
              <a:rPr lang="de-DE" dirty="0">
                <a:solidFill>
                  <a:srgbClr val="6AAB73"/>
                </a:solidFill>
                <a:effectLst/>
                <a:latin typeface="JetBrains Mono"/>
              </a:rPr>
              <a:t>'</a:t>
            </a:r>
            <a:r>
              <a:rPr lang="de-DE" dirty="0">
                <a:solidFill>
                  <a:srgbClr val="BCBEC4"/>
                </a:solidFill>
                <a:effectLst/>
                <a:latin typeface="JetBrains Mono"/>
              </a:rPr>
              <a:t>,</a:t>
            </a:r>
            <a:br>
              <a:rPr lang="de-DE" dirty="0">
                <a:solidFill>
                  <a:srgbClr val="BCBEC4"/>
                </a:solidFill>
                <a:effectLst/>
                <a:latin typeface="JetBrains Mono"/>
              </a:rPr>
            </a:br>
            <a:r>
              <a:rPr lang="de-DE" dirty="0">
                <a:solidFill>
                  <a:srgbClr val="BCBEC4"/>
                </a:solidFill>
                <a:effectLst/>
                <a:latin typeface="JetBrains Mono"/>
              </a:rPr>
              <a:t>  </a:t>
            </a:r>
            <a:r>
              <a:rPr lang="de-DE" dirty="0" err="1">
                <a:solidFill>
                  <a:srgbClr val="C77DBB"/>
                </a:solidFill>
                <a:effectLst/>
                <a:latin typeface="JetBrains Mono"/>
              </a:rPr>
              <a:t>styleUrl</a:t>
            </a:r>
            <a:r>
              <a:rPr lang="de-DE" dirty="0">
                <a:solidFill>
                  <a:srgbClr val="BCBEC4"/>
                </a:solidFill>
                <a:effectLst/>
                <a:latin typeface="JetBrains Mono"/>
              </a:rPr>
              <a:t>: </a:t>
            </a:r>
            <a:r>
              <a:rPr lang="de-DE" dirty="0">
                <a:solidFill>
                  <a:srgbClr val="6AAB73"/>
                </a:solidFill>
                <a:effectLst/>
                <a:latin typeface="JetBrains Mono"/>
              </a:rPr>
              <a:t>'./people-</a:t>
            </a:r>
            <a:r>
              <a:rPr lang="de-DE" dirty="0" err="1">
                <a:solidFill>
                  <a:srgbClr val="6AAB73"/>
                </a:solidFill>
                <a:effectLst/>
                <a:latin typeface="JetBrains Mono"/>
              </a:rPr>
              <a:t>detail.css</a:t>
            </a:r>
            <a:r>
              <a:rPr lang="de-DE" dirty="0">
                <a:solidFill>
                  <a:srgbClr val="6AAB73"/>
                </a:solidFill>
                <a:effectLst/>
                <a:latin typeface="JetBrains Mono"/>
              </a:rPr>
              <a:t>'</a:t>
            </a:r>
            <a:r>
              <a:rPr lang="de-DE" dirty="0">
                <a:solidFill>
                  <a:srgbClr val="BCBEC4"/>
                </a:solidFill>
                <a:effectLst/>
                <a:latin typeface="JetBrains Mono"/>
              </a:rPr>
              <a:t>,</a:t>
            </a:r>
            <a:br>
              <a:rPr lang="de-DE" dirty="0">
                <a:solidFill>
                  <a:srgbClr val="BCBEC4"/>
                </a:solidFill>
                <a:effectLst/>
                <a:latin typeface="JetBrains Mono"/>
              </a:rPr>
            </a:br>
            <a:r>
              <a:rPr lang="de-DE" dirty="0">
                <a:solidFill>
                  <a:srgbClr val="BCBEC4"/>
                </a:solidFill>
                <a:effectLst/>
                <a:latin typeface="JetBrains Mono"/>
              </a:rPr>
              <a:t>})</a:t>
            </a:r>
            <a:br>
              <a:rPr lang="de-DE" dirty="0">
                <a:solidFill>
                  <a:srgbClr val="BCBEC4"/>
                </a:solidFill>
                <a:effectLst/>
                <a:latin typeface="JetBrains Mono"/>
              </a:rPr>
            </a:br>
            <a:r>
              <a:rPr lang="de-DE" dirty="0" err="1">
                <a:solidFill>
                  <a:srgbClr val="CF8E6D"/>
                </a:solidFill>
                <a:effectLst/>
                <a:latin typeface="JetBrains Mono"/>
              </a:rPr>
              <a:t>export</a:t>
            </a:r>
            <a:r>
              <a:rPr lang="de-DE" dirty="0">
                <a:solidFill>
                  <a:srgbClr val="CF8E6D"/>
                </a:solidFill>
                <a:effectLst/>
                <a:latin typeface="JetBrains Mono"/>
              </a:rPr>
              <a:t> </a:t>
            </a:r>
            <a:r>
              <a:rPr lang="de-DE" dirty="0" err="1">
                <a:solidFill>
                  <a:srgbClr val="CF8E6D"/>
                </a:solidFill>
                <a:effectLst/>
                <a:latin typeface="JetBrains Mono"/>
              </a:rPr>
              <a:t>class</a:t>
            </a:r>
            <a:r>
              <a:rPr lang="de-DE" dirty="0">
                <a:solidFill>
                  <a:srgbClr val="CF8E6D"/>
                </a:solidFill>
                <a:effectLst/>
                <a:latin typeface="JetBrains Mono"/>
              </a:rPr>
              <a:t> </a:t>
            </a:r>
            <a:r>
              <a:rPr lang="de-DE" dirty="0" err="1">
                <a:solidFill>
                  <a:srgbClr val="BCBEC4"/>
                </a:solidFill>
                <a:effectLst/>
                <a:latin typeface="JetBrains Mono"/>
              </a:rPr>
              <a:t>PeopleDetail</a:t>
            </a:r>
            <a:r>
              <a:rPr lang="de-DE" dirty="0">
                <a:solidFill>
                  <a:srgbClr val="BCBEC4"/>
                </a:solidFill>
                <a:effectLst/>
                <a:latin typeface="JetBrains Mono"/>
              </a:rPr>
              <a:t> {</a:t>
            </a:r>
            <a:br>
              <a:rPr lang="de-DE" dirty="0">
                <a:solidFill>
                  <a:srgbClr val="BCBEC4"/>
                </a:solidFill>
                <a:effectLst/>
                <a:latin typeface="JetBrains Mono"/>
              </a:rPr>
            </a:br>
            <a:r>
              <a:rPr lang="de-DE" dirty="0">
                <a:solidFill>
                  <a:srgbClr val="BCBEC4"/>
                </a:solidFill>
                <a:effectLst/>
                <a:latin typeface="JetBrains Mono"/>
              </a:rPr>
              <a:t>  </a:t>
            </a:r>
            <a:r>
              <a:rPr lang="de-DE" dirty="0" err="1">
                <a:solidFill>
                  <a:srgbClr val="68AAA2"/>
                </a:solidFill>
                <a:effectLst/>
                <a:latin typeface="JetBrains Mono"/>
              </a:rPr>
              <a:t>person</a:t>
            </a:r>
            <a:r>
              <a:rPr lang="de-DE" dirty="0">
                <a:solidFill>
                  <a:srgbClr val="68AAA2"/>
                </a:solidFill>
                <a:effectLst/>
                <a:latin typeface="JetBrains Mono"/>
              </a:rPr>
              <a:t> </a:t>
            </a:r>
            <a:r>
              <a:rPr lang="de-DE" dirty="0">
                <a:solidFill>
                  <a:srgbClr val="BCBEC4"/>
                </a:solidFill>
                <a:effectLst/>
                <a:latin typeface="JetBrains Mono"/>
              </a:rPr>
              <a:t>= </a:t>
            </a:r>
            <a:r>
              <a:rPr lang="de-DE" dirty="0" err="1">
                <a:solidFill>
                  <a:srgbClr val="56A8F5"/>
                </a:solidFill>
                <a:effectLst/>
                <a:latin typeface="JetBrains Mono"/>
              </a:rPr>
              <a:t>input</a:t>
            </a:r>
            <a:r>
              <a:rPr lang="de-DE" dirty="0" err="1">
                <a:solidFill>
                  <a:srgbClr val="BCBEC4"/>
                </a:solidFill>
                <a:effectLst/>
                <a:latin typeface="JetBrains Mono"/>
              </a:rPr>
              <a:t>.</a:t>
            </a:r>
            <a:r>
              <a:rPr lang="de-DE" dirty="0" err="1">
                <a:solidFill>
                  <a:srgbClr val="56A8F5"/>
                </a:solidFill>
                <a:effectLst/>
                <a:latin typeface="JetBrains Mono"/>
              </a:rPr>
              <a:t>required</a:t>
            </a:r>
            <a:r>
              <a:rPr lang="de-DE" dirty="0">
                <a:solidFill>
                  <a:srgbClr val="BCBEC4"/>
                </a:solidFill>
                <a:effectLst/>
                <a:latin typeface="JetBrains Mono"/>
              </a:rPr>
              <a:t>&lt;Person&gt;();</a:t>
            </a:r>
            <a:br>
              <a:rPr lang="de-DE" dirty="0">
                <a:solidFill>
                  <a:srgbClr val="BCBEC4"/>
                </a:solidFill>
                <a:effectLst/>
                <a:latin typeface="JetBrains Mono"/>
              </a:rPr>
            </a:br>
            <a:br>
              <a:rPr lang="de-DE" dirty="0">
                <a:solidFill>
                  <a:srgbClr val="BCBEC4"/>
                </a:solidFill>
                <a:effectLst/>
                <a:latin typeface="JetBrains Mono"/>
              </a:rPr>
            </a:br>
            <a:r>
              <a:rPr lang="de-DE" dirty="0">
                <a:solidFill>
                  <a:srgbClr val="BCBEC4"/>
                </a:solidFill>
                <a:effectLst/>
                <a:latin typeface="JetBrains Mono"/>
              </a:rPr>
              <a:t>}</a:t>
            </a:r>
            <a:br>
              <a:rPr lang="de-DE" dirty="0">
                <a:solidFill>
                  <a:srgbClr val="BCBEC4"/>
                </a:solidFill>
                <a:effectLst/>
                <a:latin typeface="JetBrains Mono"/>
              </a:rPr>
            </a:br>
            <a:endParaRPr lang="de-DE" dirty="0">
              <a:solidFill>
                <a:srgbClr val="BCBEC4"/>
              </a:solidFill>
              <a:effectLst/>
              <a:latin typeface="JetBrains Mono"/>
            </a:endParaRPr>
          </a:p>
        </p:txBody>
      </p:sp>
      <p:sp>
        <p:nvSpPr>
          <p:cNvPr id="9" name="Textfeld 8">
            <a:extLst>
              <a:ext uri="{FF2B5EF4-FFF2-40B4-BE49-F238E27FC236}">
                <a16:creationId xmlns:a16="http://schemas.microsoft.com/office/drawing/2014/main" id="{155FD7ED-3CF8-2A79-436C-9D35346DF321}"/>
              </a:ext>
            </a:extLst>
          </p:cNvPr>
          <p:cNvSpPr txBox="1"/>
          <p:nvPr/>
        </p:nvSpPr>
        <p:spPr>
          <a:xfrm>
            <a:off x="1088987" y="6227101"/>
            <a:ext cx="6094826" cy="369332"/>
          </a:xfrm>
          <a:prstGeom prst="rect">
            <a:avLst/>
          </a:prstGeom>
          <a:noFill/>
        </p:spPr>
        <p:txBody>
          <a:bodyPr wrap="square">
            <a:spAutoFit/>
          </a:bodyPr>
          <a:lstStyle/>
          <a:p>
            <a:pPr>
              <a:buNone/>
            </a:pPr>
            <a:r>
              <a:rPr lang="de-DE" dirty="0">
                <a:solidFill>
                  <a:srgbClr val="D5B778"/>
                </a:solidFill>
                <a:effectLst/>
                <a:latin typeface="JetBrains Mono"/>
              </a:rPr>
              <a:t>&lt;h3&gt;</a:t>
            </a:r>
            <a:r>
              <a:rPr lang="de-DE" dirty="0">
                <a:solidFill>
                  <a:srgbClr val="BCBEC4"/>
                </a:solidFill>
                <a:effectLst/>
                <a:latin typeface="JetBrains Mono"/>
              </a:rPr>
              <a:t>{{</a:t>
            </a:r>
            <a:r>
              <a:rPr lang="de-DE" dirty="0" err="1">
                <a:solidFill>
                  <a:srgbClr val="68AAA2"/>
                </a:solidFill>
                <a:effectLst/>
                <a:latin typeface="JetBrains Mono"/>
              </a:rPr>
              <a:t>person</a:t>
            </a:r>
            <a:r>
              <a:rPr lang="de-DE" dirty="0">
                <a:solidFill>
                  <a:srgbClr val="BCBEC4"/>
                </a:solidFill>
                <a:effectLst/>
                <a:latin typeface="JetBrains Mono"/>
              </a:rPr>
              <a:t>().</a:t>
            </a:r>
            <a:r>
              <a:rPr lang="de-DE" dirty="0" err="1">
                <a:solidFill>
                  <a:srgbClr val="C77DBB"/>
                </a:solidFill>
                <a:effectLst/>
                <a:latin typeface="JetBrains Mono"/>
              </a:rPr>
              <a:t>firstname</a:t>
            </a:r>
            <a:r>
              <a:rPr lang="de-DE" dirty="0">
                <a:solidFill>
                  <a:srgbClr val="BCBEC4"/>
                </a:solidFill>
                <a:effectLst/>
                <a:latin typeface="JetBrains Mono"/>
              </a:rPr>
              <a:t>}} {{</a:t>
            </a:r>
            <a:r>
              <a:rPr lang="de-DE" dirty="0" err="1">
                <a:solidFill>
                  <a:srgbClr val="68AAA2"/>
                </a:solidFill>
                <a:effectLst/>
                <a:latin typeface="JetBrains Mono"/>
              </a:rPr>
              <a:t>person</a:t>
            </a:r>
            <a:r>
              <a:rPr lang="de-DE" dirty="0">
                <a:solidFill>
                  <a:srgbClr val="BCBEC4"/>
                </a:solidFill>
                <a:effectLst/>
                <a:latin typeface="JetBrains Mono"/>
              </a:rPr>
              <a:t>().</a:t>
            </a:r>
            <a:r>
              <a:rPr lang="de-DE" dirty="0" err="1">
                <a:solidFill>
                  <a:srgbClr val="C77DBB"/>
                </a:solidFill>
                <a:effectLst/>
                <a:latin typeface="JetBrains Mono"/>
              </a:rPr>
              <a:t>lastname</a:t>
            </a:r>
            <a:r>
              <a:rPr lang="de-DE" dirty="0">
                <a:solidFill>
                  <a:srgbClr val="BCBEC4"/>
                </a:solidFill>
                <a:effectLst/>
                <a:latin typeface="JetBrains Mono"/>
              </a:rPr>
              <a:t>}}</a:t>
            </a:r>
            <a:r>
              <a:rPr lang="de-DE" dirty="0">
                <a:solidFill>
                  <a:srgbClr val="D5B778"/>
                </a:solidFill>
                <a:effectLst/>
                <a:latin typeface="JetBrains Mono"/>
              </a:rPr>
              <a:t>&lt;/h3&gt;</a:t>
            </a:r>
            <a:endParaRPr lang="de-DE" dirty="0">
              <a:solidFill>
                <a:srgbClr val="BCBEC4"/>
              </a:solidFill>
              <a:effectLst/>
              <a:latin typeface="JetBrains Mono"/>
            </a:endParaRPr>
          </a:p>
        </p:txBody>
      </p:sp>
      <p:cxnSp>
        <p:nvCxnSpPr>
          <p:cNvPr id="10" name="Gerade Verbindung mit Pfeil 15">
            <a:extLst>
              <a:ext uri="{FF2B5EF4-FFF2-40B4-BE49-F238E27FC236}">
                <a16:creationId xmlns:a16="http://schemas.microsoft.com/office/drawing/2014/main" id="{4964B85F-05C6-86CE-7DC0-85942A571997}"/>
              </a:ext>
            </a:extLst>
          </p:cNvPr>
          <p:cNvCxnSpPr>
            <a:cxnSpLocks/>
          </p:cNvCxnSpPr>
          <p:nvPr/>
        </p:nvCxnSpPr>
        <p:spPr>
          <a:xfrm>
            <a:off x="1880293" y="5613009"/>
            <a:ext cx="0" cy="681053"/>
          </a:xfrm>
          <a:prstGeom prst="straightConnector1">
            <a:avLst/>
          </a:prstGeom>
          <a:ln w="0">
            <a:solidFill>
              <a:srgbClr val="1D9A78"/>
            </a:solidFill>
            <a:tailEnd type="triangle" w="med" len="med"/>
          </a:ln>
        </p:spPr>
      </p:cxn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8"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Inputs</a:t>
            </a:r>
            <a:endParaRPr lang="de-DE" sz="4400" b="0" u="none" strike="noStrike">
              <a:solidFill>
                <a:srgbClr val="000000"/>
              </a:solidFill>
              <a:uFillTx/>
              <a:latin typeface="Arial"/>
            </a:endParaRPr>
          </a:p>
        </p:txBody>
      </p:sp>
      <p:sp>
        <p:nvSpPr>
          <p:cNvPr id="639"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333333"/>
              </a:buClr>
              <a:buFont typeface="Arial"/>
              <a:buChar char="•"/>
            </a:pPr>
            <a:r>
              <a:rPr lang="de-DE" sz="2800" b="0" u="none" strike="noStrike">
                <a:solidFill>
                  <a:srgbClr val="333333"/>
                </a:solidFill>
                <a:uFillTx/>
                <a:latin typeface="Aller"/>
              </a:rPr>
              <a:t>Daten können an Komponente übergeben werden</a:t>
            </a:r>
            <a:endParaRPr lang="de-DE" sz="2800" b="0" u="none" strike="noStrike">
              <a:solidFill>
                <a:srgbClr val="000000"/>
              </a:solidFill>
              <a:uFillTx/>
              <a:latin typeface="Arial"/>
            </a:endParaRPr>
          </a:p>
          <a:p>
            <a:pPr marL="743040" lvl="1" indent="-285840" defTabSz="914400">
              <a:lnSpc>
                <a:spcPct val="90000"/>
              </a:lnSpc>
              <a:spcBef>
                <a:spcPts val="499"/>
              </a:spcBef>
              <a:buClr>
                <a:srgbClr val="333333"/>
              </a:buClr>
              <a:buFont typeface="Arial"/>
              <a:buChar char="•"/>
            </a:pPr>
            <a:r>
              <a:rPr lang="de-DE" sz="2400" b="0" i="1" u="none" strike="noStrike">
                <a:solidFill>
                  <a:srgbClr val="333333"/>
                </a:solidFill>
                <a:uFillTx/>
                <a:latin typeface="Aller"/>
              </a:rPr>
              <a:t>Property Binding</a:t>
            </a:r>
            <a:r>
              <a:rPr lang="de-DE" sz="2400" b="0" u="none" strike="noStrike">
                <a:solidFill>
                  <a:srgbClr val="333333"/>
                </a:solidFill>
                <a:uFillTx/>
                <a:latin typeface="Aller"/>
              </a:rPr>
              <a:t> über [propertyName]="expression"</a:t>
            </a:r>
            <a:endParaRPr lang="de-DE" sz="2400" b="0" u="none" strike="noStrike">
              <a:solidFill>
                <a:srgbClr val="000000"/>
              </a:solidFill>
              <a:uFillTx/>
              <a:latin typeface="Arial"/>
            </a:endParaRPr>
          </a:p>
          <a:p>
            <a:pPr marL="743040" lvl="1" indent="-285840" defTabSz="914400">
              <a:lnSpc>
                <a:spcPct val="90000"/>
              </a:lnSpc>
              <a:spcBef>
                <a:spcPts val="499"/>
              </a:spcBef>
              <a:buClr>
                <a:srgbClr val="333333"/>
              </a:buClr>
              <a:buFont typeface="Arial"/>
              <a:buChar char="•"/>
            </a:pPr>
            <a:r>
              <a:rPr lang="de-DE" sz="2400" b="0" u="none" strike="noStrike">
                <a:solidFill>
                  <a:srgbClr val="333333"/>
                </a:solidFill>
                <a:uFillTx/>
                <a:latin typeface="Aller"/>
              </a:rPr>
              <a:t>[propertyName] Property in der "inneren" Komponente </a:t>
            </a:r>
            <a:r>
              <a:rPr lang="de-DE" sz="2400" b="0" i="1" u="none" strike="noStrike">
                <a:solidFill>
                  <a:srgbClr val="333333"/>
                </a:solidFill>
                <a:uFillTx/>
                <a:latin typeface="Aller"/>
              </a:rPr>
              <a:t>release-card</a:t>
            </a:r>
            <a:endParaRPr lang="de-DE" sz="2400" b="0" u="none" strike="noStrike">
              <a:solidFill>
                <a:srgbClr val="000000"/>
              </a:solidFill>
              <a:uFillTx/>
              <a:latin typeface="Arial"/>
            </a:endParaRPr>
          </a:p>
          <a:p>
            <a:pPr marL="743040" lvl="1" indent="-285840" defTabSz="914400">
              <a:lnSpc>
                <a:spcPct val="90000"/>
              </a:lnSpc>
              <a:spcBef>
                <a:spcPts val="499"/>
              </a:spcBef>
              <a:buClr>
                <a:srgbClr val="333333"/>
              </a:buClr>
              <a:buFont typeface="Arial"/>
              <a:buChar char="•"/>
            </a:pPr>
            <a:r>
              <a:rPr lang="de-DE" sz="2400" b="0" u="none" strike="noStrike">
                <a:solidFill>
                  <a:srgbClr val="333333"/>
                </a:solidFill>
                <a:uFillTx/>
                <a:latin typeface="Aller"/>
              </a:rPr>
              <a:t>expression Property in der "äußeren / aufrufenden" Komponente</a:t>
            </a:r>
            <a:endParaRPr lang="de-DE" sz="2400" b="0" u="none" strike="noStrike">
              <a:solidFill>
                <a:srgbClr val="000000"/>
              </a:solidFill>
              <a:uFillTx/>
              <a:latin typeface="Arial"/>
            </a:endParaRPr>
          </a:p>
          <a:p>
            <a:pPr marL="228600" indent="-228600" defTabSz="914400">
              <a:lnSpc>
                <a:spcPct val="90000"/>
              </a:lnSpc>
              <a:spcBef>
                <a:spcPts val="1001"/>
              </a:spcBef>
              <a:buClr>
                <a:srgbClr val="333333"/>
              </a:buClr>
              <a:buFont typeface="Arial"/>
              <a:buChar char="•"/>
            </a:pPr>
            <a:r>
              <a:rPr lang="de-DE" sz="2800" b="0" u="none" strike="noStrike">
                <a:solidFill>
                  <a:srgbClr val="333333"/>
                </a:solidFill>
                <a:uFillTx/>
                <a:latin typeface="Aller"/>
              </a:rPr>
              <a:t>Data-Binding in Angular immer unidirektional</a:t>
            </a:r>
            <a:endParaRPr lang="de-DE" sz="2800" b="0" u="none" strike="noStrike">
              <a:solidFill>
                <a:srgbClr val="000000"/>
              </a:solidFill>
              <a:uFillTx/>
              <a:latin typeface="Arial"/>
            </a:endParaRPr>
          </a:p>
          <a:p>
            <a:pPr marL="743040" lvl="1" indent="-285840" defTabSz="914400">
              <a:lnSpc>
                <a:spcPct val="90000"/>
              </a:lnSpc>
              <a:spcBef>
                <a:spcPts val="499"/>
              </a:spcBef>
              <a:buClr>
                <a:srgbClr val="333333"/>
              </a:buClr>
              <a:buFont typeface="Arial"/>
              <a:buChar char="•"/>
            </a:pPr>
            <a:r>
              <a:rPr lang="de-DE" sz="2400" b="0" u="none" strike="noStrike">
                <a:solidFill>
                  <a:srgbClr val="333333"/>
                </a:solidFill>
                <a:uFillTx/>
                <a:latin typeface="Aller"/>
              </a:rPr>
              <a:t>Objekt veränderbar</a:t>
            </a:r>
            <a:endParaRPr lang="de-DE" sz="2400" b="0" u="none" strike="noStrike">
              <a:solidFill>
                <a:srgbClr val="000000"/>
              </a:solidFill>
              <a:uFillTx/>
              <a:latin typeface="Arial"/>
            </a:endParaRPr>
          </a:p>
          <a:p>
            <a:pPr marL="743040" lvl="1" indent="-285840" defTabSz="914400">
              <a:lnSpc>
                <a:spcPct val="90000"/>
              </a:lnSpc>
              <a:spcBef>
                <a:spcPts val="499"/>
              </a:spcBef>
              <a:buClr>
                <a:srgbClr val="333333"/>
              </a:buClr>
              <a:buFont typeface="Arial"/>
              <a:buChar char="•"/>
            </a:pPr>
            <a:r>
              <a:rPr lang="de-DE" sz="2400" b="0" u="none" strike="noStrike">
                <a:solidFill>
                  <a:srgbClr val="333333"/>
                </a:solidFill>
                <a:uFillTx/>
                <a:latin typeface="Aller"/>
              </a:rPr>
              <a:t>Referenz bleibt außen immer gleich</a:t>
            </a:r>
            <a:endParaRPr lang="de-DE" sz="2400" b="0" u="none" strike="noStrike">
              <a:solidFill>
                <a:srgbClr val="000000"/>
              </a:solidFill>
              <a:uFillTx/>
              <a:latin typeface="Arial"/>
            </a:endParaRPr>
          </a:p>
          <a:p>
            <a:pPr indent="0" defTabSz="914400">
              <a:lnSpc>
                <a:spcPct val="90000"/>
              </a:lnSpc>
              <a:spcBef>
                <a:spcPts val="1001"/>
              </a:spcBef>
              <a:buNone/>
              <a:tabLst>
                <a:tab pos="0" algn="l"/>
              </a:tabLst>
            </a:pPr>
            <a:endParaRPr lang="de-DE" sz="2800" b="0" u="none" strike="noStrike">
              <a:solidFill>
                <a:srgbClr val="000000"/>
              </a:solidFill>
              <a:uFillTx/>
              <a:latin typeface="Arial"/>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640" name="Rectangle 7">
            <a:extLst>
              <a:ext uri="{C183D7F6-B498-43B3-948B-1728B52AA6E4}">
                <adec:decorative xmlns:adec="http://schemas.microsoft.com/office/drawing/2017/decorative" val="1"/>
              </a:ext>
            </a:extLst>
          </p:cNvPr>
          <p:cNvSpPr/>
          <p:nvPr/>
        </p:nvSpPr>
        <p:spPr>
          <a:xfrm>
            <a:off x="0" y="0"/>
            <a:ext cx="12190320" cy="685656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641" name="Rectangle 9">
            <a:extLst>
              <a:ext uri="{C183D7F6-B498-43B3-948B-1728B52AA6E4}">
                <adec:decorative xmlns:adec="http://schemas.microsoft.com/office/drawing/2017/decorative" val="1"/>
              </a:ext>
            </a:extLst>
          </p:cNvPr>
          <p:cNvSpPr/>
          <p:nvPr/>
        </p:nvSpPr>
        <p:spPr>
          <a:xfrm>
            <a:off x="360" y="0"/>
            <a:ext cx="12190320" cy="68565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800" b="0" u="none" strike="noStrike">
              <a:solidFill>
                <a:schemeClr val="lt1"/>
              </a:solidFill>
              <a:uFillTx/>
              <a:latin typeface="Calibri"/>
            </a:endParaRPr>
          </a:p>
        </p:txBody>
      </p:sp>
      <p:sp>
        <p:nvSpPr>
          <p:cNvPr id="642" name="PlaceHolder 1"/>
          <p:cNvSpPr>
            <a:spLocks noGrp="1"/>
          </p:cNvSpPr>
          <p:nvPr>
            <p:ph type="title"/>
          </p:nvPr>
        </p:nvSpPr>
        <p:spPr>
          <a:xfrm>
            <a:off x="1179360" y="1594800"/>
            <a:ext cx="9831960" cy="1324080"/>
          </a:xfrm>
          <a:prstGeom prst="rect">
            <a:avLst/>
          </a:prstGeom>
          <a:noFill/>
          <a:ln w="0">
            <a:noFill/>
          </a:ln>
        </p:spPr>
        <p:txBody>
          <a:bodyPr lIns="91440" tIns="45720" rIns="91440" bIns="45720" anchor="b">
            <a:normAutofit/>
          </a:bodyPr>
          <a:lstStyle/>
          <a:p>
            <a:pPr indent="0" algn="ctr" defTabSz="914400">
              <a:lnSpc>
                <a:spcPct val="90000"/>
              </a:lnSpc>
              <a:buNone/>
              <a:tabLst>
                <a:tab pos="0" algn="l"/>
              </a:tabLst>
            </a:pPr>
            <a:r>
              <a:rPr lang="de-DE" sz="3600" b="0" u="none" strike="noStrike">
                <a:solidFill>
                  <a:schemeClr val="dk2"/>
                </a:solidFill>
                <a:uFillTx/>
                <a:latin typeface="Calibri Light"/>
              </a:rPr>
              <a:t>Übung 8: Inputs</a:t>
            </a:r>
            <a:endParaRPr lang="de-DE" sz="3600" b="0" u="none" strike="noStrike">
              <a:solidFill>
                <a:srgbClr val="000000"/>
              </a:solidFill>
              <a:uFillTx/>
              <a:latin typeface="Arial"/>
            </a:endParaRPr>
          </a:p>
        </p:txBody>
      </p:sp>
      <p:grpSp>
        <p:nvGrpSpPr>
          <p:cNvPr id="643" name="Group 11">
            <a:extLst>
              <a:ext uri="{C183D7F6-B498-43B3-948B-1728B52AA6E4}">
                <adec:decorative xmlns:adec="http://schemas.microsoft.com/office/drawing/2017/decorative" val="1"/>
              </a:ext>
            </a:extLst>
          </p:cNvPr>
          <p:cNvGrpSpPr/>
          <p:nvPr/>
        </p:nvGrpSpPr>
        <p:grpSpPr>
          <a:xfrm>
            <a:off x="0" y="0"/>
            <a:ext cx="3344400" cy="2509560"/>
            <a:chOff x="0" y="0"/>
            <a:chExt cx="3344400" cy="2509560"/>
          </a:xfrm>
        </p:grpSpPr>
        <p:sp>
          <p:nvSpPr>
            <p:cNvPr id="644" name="Freeform: Shape 12">
              <a:extLst>
                <a:ext uri="{C183D7F6-B498-43B3-948B-1728B52AA6E4}">
                  <adec:decorative xmlns:adec="http://schemas.microsoft.com/office/drawing/2017/decorative" val="1"/>
                </a:ext>
              </a:extLst>
            </p:cNvPr>
            <p:cNvSpPr/>
            <p:nvPr/>
          </p:nvSpPr>
          <p:spPr>
            <a:xfrm>
              <a:off x="360" y="0"/>
              <a:ext cx="3329280" cy="2315160"/>
            </a:xfrm>
            <a:custGeom>
              <a:avLst/>
              <a:gdLst>
                <a:gd name="textAreaLeft" fmla="*/ 0 w 3329280"/>
                <a:gd name="textAreaRight" fmla="*/ 3330720 w 3329280"/>
                <a:gd name="textAreaTop" fmla="*/ 0 h 2315160"/>
                <a:gd name="textAreaBottom" fmla="*/ 2316600 h 2315160"/>
              </a:gdLst>
              <a:ahLst/>
              <a:cxnLst/>
              <a:rect l="textAreaLeft" t="textAreaTop" r="textAreaRight" b="textAreaBottom"/>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645" name="Freeform: Shape 13">
              <a:extLst>
                <a:ext uri="{C183D7F6-B498-43B3-948B-1728B52AA6E4}">
                  <adec:decorative xmlns:adec="http://schemas.microsoft.com/office/drawing/2017/decorative" val="1"/>
                </a:ext>
              </a:extLst>
            </p:cNvPr>
            <p:cNvSpPr/>
            <p:nvPr/>
          </p:nvSpPr>
          <p:spPr>
            <a:xfrm>
              <a:off x="360" y="0"/>
              <a:ext cx="3329280" cy="2315160"/>
            </a:xfrm>
            <a:custGeom>
              <a:avLst/>
              <a:gdLst>
                <a:gd name="textAreaLeft" fmla="*/ 0 w 3329280"/>
                <a:gd name="textAreaRight" fmla="*/ 3330720 w 3329280"/>
                <a:gd name="textAreaTop" fmla="*/ 0 h 2315160"/>
                <a:gd name="textAreaBottom" fmla="*/ 2316600 h 2315160"/>
              </a:gdLst>
              <a:ahLst/>
              <a:cxnLst/>
              <a:rect l="textAreaLeft" t="textAreaTop" r="textAreaRight" b="textAreaBottom"/>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646" name="Freeform: Shape 14">
              <a:extLst>
                <a:ext uri="{C183D7F6-B498-43B3-948B-1728B52AA6E4}">
                  <adec:decorative xmlns:adec="http://schemas.microsoft.com/office/drawing/2017/decorative" val="1"/>
                </a:ext>
              </a:extLst>
            </p:cNvPr>
            <p:cNvSpPr/>
            <p:nvPr/>
          </p:nvSpPr>
          <p:spPr>
            <a:xfrm>
              <a:off x="0" y="0"/>
              <a:ext cx="3330000" cy="2334600"/>
            </a:xfrm>
            <a:custGeom>
              <a:avLst/>
              <a:gdLst>
                <a:gd name="textAreaLeft" fmla="*/ 0 w 3330000"/>
                <a:gd name="textAreaRight" fmla="*/ 3331440 w 3330000"/>
                <a:gd name="textAreaTop" fmla="*/ 0 h 2334600"/>
                <a:gd name="textAreaBottom" fmla="*/ 2336040 h 2334600"/>
              </a:gdLst>
              <a:ahLst/>
              <a:cxnLst/>
              <a:rect l="textAreaLeft" t="textAreaTop" r="textAreaRight" b="textAreaBottom"/>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647" name="Freeform: Shape 15">
              <a:extLst>
                <a:ext uri="{C183D7F6-B498-43B3-948B-1728B52AA6E4}">
                  <adec:decorative xmlns:adec="http://schemas.microsoft.com/office/drawing/2017/decorative" val="1"/>
                </a:ext>
              </a:extLst>
            </p:cNvPr>
            <p:cNvSpPr/>
            <p:nvPr/>
          </p:nvSpPr>
          <p:spPr>
            <a:xfrm>
              <a:off x="360" y="0"/>
              <a:ext cx="3344040" cy="2509560"/>
            </a:xfrm>
            <a:custGeom>
              <a:avLst/>
              <a:gdLst>
                <a:gd name="textAreaLeft" fmla="*/ 0 w 3344040"/>
                <a:gd name="textAreaRight" fmla="*/ 3345480 w 3344040"/>
                <a:gd name="textAreaTop" fmla="*/ 0 h 2509560"/>
                <a:gd name="textAreaBottom" fmla="*/ 2511000 h 2509560"/>
              </a:gdLst>
              <a:ahLst/>
              <a:cxnLst/>
              <a:rect l="textAreaLeft" t="textAreaTop" r="textAreaRight" b="textAreaBottom"/>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grpSp>
      <p:sp>
        <p:nvSpPr>
          <p:cNvPr id="648" name="PlaceHolder 2"/>
          <p:cNvSpPr>
            <a:spLocks noGrp="1"/>
          </p:cNvSpPr>
          <p:nvPr>
            <p:ph/>
          </p:nvPr>
        </p:nvSpPr>
        <p:spPr>
          <a:xfrm>
            <a:off x="1179360" y="3329640"/>
            <a:ext cx="9831960" cy="2455920"/>
          </a:xfrm>
          <a:prstGeom prst="rect">
            <a:avLst/>
          </a:prstGeom>
          <a:noFill/>
          <a:ln w="0">
            <a:noFill/>
          </a:ln>
        </p:spPr>
        <p:txBody>
          <a:bodyPr lIns="91440" tIns="45720" rIns="91440" bIns="45720" anchor="t">
            <a:normAutofit/>
          </a:bodyPr>
          <a:lstStyle/>
          <a:p>
            <a:pPr marL="228600" indent="-228600" defTabSz="914400">
              <a:lnSpc>
                <a:spcPct val="90000"/>
              </a:lnSpc>
              <a:spcBef>
                <a:spcPts val="1001"/>
              </a:spcBef>
              <a:buClr>
                <a:srgbClr val="44546A"/>
              </a:buClr>
              <a:buFont typeface="Arial"/>
              <a:buChar char="•"/>
            </a:pPr>
            <a:r>
              <a:rPr lang="de-DE" sz="1800" b="0" u="none" strike="noStrike">
                <a:solidFill>
                  <a:schemeClr val="dk2"/>
                </a:solidFill>
                <a:uFillTx/>
                <a:latin typeface="Calibri"/>
              </a:rPr>
              <a:t>Erweitere die Komponente CustomerListComponent</a:t>
            </a:r>
            <a:endParaRPr lang="de-DE" sz="18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800" b="0" u="none" strike="noStrike">
                <a:solidFill>
                  <a:schemeClr val="dk2"/>
                </a:solidFill>
                <a:uFillTx/>
                <a:latin typeface="Calibri"/>
              </a:rPr>
              <a:t>Nimm als Input ein Array von Customer Objekten entgegen</a:t>
            </a:r>
            <a:endParaRPr lang="de-DE" sz="18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800" b="0" u="none" strike="noStrike">
                <a:solidFill>
                  <a:schemeClr val="dk2"/>
                </a:solidFill>
                <a:uFillTx/>
                <a:latin typeface="Calibri"/>
              </a:rPr>
              <a:t>Verschiebe die bisherige Darstellung aus AppComponent in das Template von CustomerListComponent</a:t>
            </a:r>
            <a:br>
              <a:rPr sz="1800"/>
            </a:br>
            <a:r>
              <a:rPr lang="de-DE" sz="1800" b="0" u="none" strike="noStrike">
                <a:solidFill>
                  <a:schemeClr val="dk2"/>
                </a:solidFill>
                <a:uFillTx/>
                <a:latin typeface="Calibri"/>
              </a:rPr>
              <a:t>(Text und Liste, nicht die h1 Überschrift)</a:t>
            </a:r>
            <a:endParaRPr lang="de-DE" sz="1800" b="0" u="none" strike="noStrike">
              <a:solidFill>
                <a:srgbClr val="000000"/>
              </a:solidFill>
              <a:uFillTx/>
              <a:latin typeface="Arial"/>
            </a:endParaRPr>
          </a:p>
          <a:p>
            <a:pPr marL="228600" indent="-228600" defTabSz="914400">
              <a:lnSpc>
                <a:spcPct val="90000"/>
              </a:lnSpc>
              <a:spcBef>
                <a:spcPts val="1001"/>
              </a:spcBef>
              <a:buClr>
                <a:srgbClr val="44546A"/>
              </a:buClr>
              <a:buFont typeface="Arial"/>
              <a:buChar char="•"/>
            </a:pPr>
            <a:r>
              <a:rPr lang="de-DE" sz="1800" b="0" u="none" strike="noStrike">
                <a:solidFill>
                  <a:schemeClr val="dk2"/>
                </a:solidFill>
                <a:uFillTx/>
                <a:latin typeface="Calibri"/>
              </a:rPr>
              <a:t>Passe die Verwendung von CustomerListComponent in AppComponent an</a:t>
            </a:r>
            <a:endParaRPr lang="de-DE" sz="18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800" b="0" u="none" strike="noStrike">
                <a:solidFill>
                  <a:schemeClr val="dk2"/>
                </a:solidFill>
                <a:uFillTx/>
                <a:latin typeface="Calibri"/>
              </a:rPr>
              <a:t>Lösche den entsprechenden Teil des Templates</a:t>
            </a:r>
            <a:endParaRPr lang="de-DE" sz="18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800" b="0" u="none" strike="noStrike">
                <a:solidFill>
                  <a:schemeClr val="dk2"/>
                </a:solidFill>
                <a:uFillTx/>
                <a:latin typeface="Calibri"/>
              </a:rPr>
              <a:t>Übergebe app-customer-list die Daten per Property-Binding</a:t>
            </a:r>
            <a:endParaRPr lang="de-DE" sz="1800" b="0" u="none" strike="noStrike">
              <a:solidFill>
                <a:srgbClr val="000000"/>
              </a:solidFill>
              <a:uFillTx/>
              <a:latin typeface="Arial"/>
            </a:endParaRPr>
          </a:p>
        </p:txBody>
      </p:sp>
      <p:grpSp>
        <p:nvGrpSpPr>
          <p:cNvPr id="649" name="Group 17">
            <a:extLst>
              <a:ext uri="{C183D7F6-B498-43B3-948B-1728B52AA6E4}">
                <adec:decorative xmlns:adec="http://schemas.microsoft.com/office/drawing/2017/decorative" val="1"/>
              </a:ext>
            </a:extLst>
          </p:cNvPr>
          <p:cNvGrpSpPr/>
          <p:nvPr/>
        </p:nvGrpSpPr>
        <p:grpSpPr>
          <a:xfrm>
            <a:off x="9829080" y="2979360"/>
            <a:ext cx="2367360" cy="3877200"/>
            <a:chOff x="9829080" y="2979360"/>
            <a:chExt cx="2367360" cy="3877200"/>
          </a:xfrm>
        </p:grpSpPr>
        <p:sp>
          <p:nvSpPr>
            <p:cNvPr id="650" name="Freeform: Shape 18">
              <a:extLst>
                <a:ext uri="{C183D7F6-B498-43B3-948B-1728B52AA6E4}">
                  <adec:decorative xmlns:adec="http://schemas.microsoft.com/office/drawing/2017/decorative" val="1"/>
                </a:ext>
              </a:extLst>
            </p:cNvPr>
            <p:cNvSpPr/>
            <p:nvPr/>
          </p:nvSpPr>
          <p:spPr>
            <a:xfrm rot="5400000">
              <a:off x="9074160" y="3734280"/>
              <a:ext cx="3877200" cy="2367360"/>
            </a:xfrm>
            <a:custGeom>
              <a:avLst/>
              <a:gdLst>
                <a:gd name="textAreaLeft" fmla="*/ 0 w 3877200"/>
                <a:gd name="textAreaRight" fmla="*/ 3878640 w 3877200"/>
                <a:gd name="textAreaTop" fmla="*/ 0 h 2367360"/>
                <a:gd name="textAreaBottom" fmla="*/ 2368800 h 2367360"/>
              </a:gdLst>
              <a:ahLst/>
              <a:cxnLst/>
              <a:rect l="textAreaLeft" t="textAreaTop" r="textAreaRight" b="textAreaBottom"/>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651" name="Freeform: Shape 19">
              <a:extLst>
                <a:ext uri="{C183D7F6-B498-43B3-948B-1728B52AA6E4}">
                  <adec:decorative xmlns:adec="http://schemas.microsoft.com/office/drawing/2017/decorative" val="1"/>
                </a:ext>
              </a:extLst>
            </p:cNvPr>
            <p:cNvSpPr/>
            <p:nvPr/>
          </p:nvSpPr>
          <p:spPr>
            <a:xfrm rot="5400000">
              <a:off x="9190800" y="3850920"/>
              <a:ext cx="3841200" cy="2169720"/>
            </a:xfrm>
            <a:custGeom>
              <a:avLst/>
              <a:gdLst>
                <a:gd name="textAreaLeft" fmla="*/ 0 w 3841200"/>
                <a:gd name="textAreaRight" fmla="*/ 3842640 w 3841200"/>
                <a:gd name="textAreaTop" fmla="*/ 0 h 2169720"/>
                <a:gd name="textAreaBottom" fmla="*/ 2171160 h 2169720"/>
              </a:gdLst>
              <a:ahLst/>
              <a:cxnLst/>
              <a:rect l="textAreaLeft" t="textAreaTop" r="textAreaRight" b="textAreaBottom"/>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652" name="Freeform: Shape 20">
              <a:extLst>
                <a:ext uri="{C183D7F6-B498-43B3-948B-1728B52AA6E4}">
                  <adec:decorative xmlns:adec="http://schemas.microsoft.com/office/drawing/2017/decorative" val="1"/>
                </a:ext>
              </a:extLst>
            </p:cNvPr>
            <p:cNvSpPr/>
            <p:nvPr/>
          </p:nvSpPr>
          <p:spPr>
            <a:xfrm rot="5400000">
              <a:off x="9212040" y="3872160"/>
              <a:ext cx="3837600" cy="2131200"/>
            </a:xfrm>
            <a:custGeom>
              <a:avLst/>
              <a:gdLst>
                <a:gd name="textAreaLeft" fmla="*/ 0 w 3837600"/>
                <a:gd name="textAreaRight" fmla="*/ 3839040 w 3837600"/>
                <a:gd name="textAreaTop" fmla="*/ 0 h 2131200"/>
                <a:gd name="textAreaBottom" fmla="*/ 2132640 h 2131200"/>
              </a:gdLst>
              <a:ahLst/>
              <a:cxnLst/>
              <a:rect l="textAreaLeft" t="textAreaTop" r="textAreaRight" b="textAreaBottom"/>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653" name="Freeform: Shape 21">
              <a:extLst>
                <a:ext uri="{C183D7F6-B498-43B3-948B-1728B52AA6E4}">
                  <adec:decorative xmlns:adec="http://schemas.microsoft.com/office/drawing/2017/decorative" val="1"/>
                </a:ext>
              </a:extLst>
            </p:cNvPr>
            <p:cNvSpPr/>
            <p:nvPr/>
          </p:nvSpPr>
          <p:spPr>
            <a:xfrm rot="5400000">
              <a:off x="9212040" y="3872160"/>
              <a:ext cx="3837600" cy="2131200"/>
            </a:xfrm>
            <a:custGeom>
              <a:avLst/>
              <a:gdLst>
                <a:gd name="textAreaLeft" fmla="*/ 0 w 3837600"/>
                <a:gd name="textAreaRight" fmla="*/ 3839040 w 3837600"/>
                <a:gd name="textAreaTop" fmla="*/ 0 h 2131200"/>
                <a:gd name="textAreaBottom" fmla="*/ 2132640 h 2131200"/>
              </a:gdLst>
              <a:ahLst/>
              <a:cxnLst/>
              <a:rect l="textAreaLeft" t="textAreaTop" r="textAreaRight" b="textAreaBottom"/>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gr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654" name="Rectangle 13">
            <a:extLst>
              <a:ext uri="{C183D7F6-B498-43B3-948B-1728B52AA6E4}">
                <adec:decorative xmlns:adec="http://schemas.microsoft.com/office/drawing/2017/decorative" val="1"/>
              </a:ext>
            </a:extLst>
          </p:cNvPr>
          <p:cNvSpPr/>
          <p:nvPr/>
        </p:nvSpPr>
        <p:spPr>
          <a:xfrm flipV="1">
            <a:off x="0" y="-1440"/>
            <a:ext cx="12190680" cy="40053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655" name="PlaceHolder 1"/>
          <p:cNvSpPr>
            <a:spLocks noGrp="1"/>
          </p:cNvSpPr>
          <p:nvPr>
            <p:ph type="title"/>
          </p:nvPr>
        </p:nvSpPr>
        <p:spPr>
          <a:xfrm>
            <a:off x="838080" y="914400"/>
            <a:ext cx="10514160" cy="2658600"/>
          </a:xfrm>
          <a:prstGeom prst="rect">
            <a:avLst/>
          </a:prstGeom>
          <a:noFill/>
          <a:ln w="0">
            <a:noFill/>
          </a:ln>
        </p:spPr>
        <p:txBody>
          <a:bodyPr lIns="91440" tIns="45720" rIns="91440" bIns="45720" anchor="b">
            <a:normAutofit/>
          </a:bodyPr>
          <a:lstStyle/>
          <a:p>
            <a:pPr indent="0" algn="ctr" defTabSz="914400">
              <a:lnSpc>
                <a:spcPct val="90000"/>
              </a:lnSpc>
              <a:buNone/>
              <a:tabLst>
                <a:tab pos="0" algn="l"/>
              </a:tabLst>
            </a:pPr>
            <a:r>
              <a:rPr lang="en-US" sz="8000" b="0" u="none" strike="noStrike">
                <a:solidFill>
                  <a:srgbClr val="FFFFFF"/>
                </a:solidFill>
                <a:uFillTx/>
                <a:latin typeface="Calibri Light"/>
              </a:rPr>
              <a:t>Events </a:t>
            </a:r>
            <a:endParaRPr lang="de-DE" sz="8000" b="0" u="none" strike="noStrike">
              <a:solidFill>
                <a:srgbClr val="000000"/>
              </a:solidFill>
              <a:uFillTx/>
              <a:latin typeface="Arial"/>
            </a:endParaRPr>
          </a:p>
        </p:txBody>
      </p:sp>
      <p:sp>
        <p:nvSpPr>
          <p:cNvPr id="656" name="PlaceHolder 2"/>
          <p:cNvSpPr>
            <a:spLocks noGrp="1"/>
          </p:cNvSpPr>
          <p:nvPr>
            <p:ph/>
          </p:nvPr>
        </p:nvSpPr>
        <p:spPr>
          <a:xfrm>
            <a:off x="838080" y="4368960"/>
            <a:ext cx="10514160" cy="1389240"/>
          </a:xfrm>
          <a:prstGeom prst="rect">
            <a:avLst/>
          </a:prstGeom>
          <a:noFill/>
          <a:ln w="0">
            <a:noFill/>
          </a:ln>
        </p:spPr>
        <p:txBody>
          <a:bodyPr lIns="91440" tIns="45720" rIns="91440" bIns="45720" anchor="t">
            <a:normAutofit/>
          </a:bodyPr>
          <a:lstStyle/>
          <a:p>
            <a:pPr indent="0" algn="ctr" defTabSz="914400">
              <a:lnSpc>
                <a:spcPct val="90000"/>
              </a:lnSpc>
              <a:spcBef>
                <a:spcPts val="1001"/>
              </a:spcBef>
              <a:buNone/>
              <a:tabLst>
                <a:tab pos="0" algn="l"/>
              </a:tabLst>
            </a:pPr>
            <a:r>
              <a:rPr lang="en-US" sz="3200" b="0" u="none" strike="noStrike" dirty="0">
                <a:solidFill>
                  <a:schemeClr val="dk1"/>
                </a:solidFill>
                <a:uFillTx/>
                <a:latin typeface="Calibri"/>
              </a:rPr>
              <a:t>Output </a:t>
            </a:r>
            <a:r>
              <a:rPr lang="en-US" sz="3200" b="0" u="none" strike="noStrike" dirty="0" err="1">
                <a:solidFill>
                  <a:schemeClr val="dk1"/>
                </a:solidFill>
                <a:uFillTx/>
                <a:latin typeface="Calibri"/>
              </a:rPr>
              <a:t>aus</a:t>
            </a:r>
            <a:r>
              <a:rPr lang="en-US" sz="3200" b="0" u="none" strike="noStrike" dirty="0">
                <a:solidFill>
                  <a:schemeClr val="dk1"/>
                </a:solidFill>
                <a:uFillTx/>
                <a:latin typeface="Calibri"/>
              </a:rPr>
              <a:t> Components</a:t>
            </a:r>
            <a:endParaRPr lang="de-DE" sz="3200" b="0" u="none" strike="noStrike" dirty="0">
              <a:solidFill>
                <a:srgbClr val="000000"/>
              </a:solidFill>
              <a:uFillTx/>
              <a:latin typeface="Arial"/>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7"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Event Binding</a:t>
            </a:r>
            <a:endParaRPr lang="de-DE" sz="4400" b="0" u="none" strike="noStrike">
              <a:solidFill>
                <a:srgbClr val="000000"/>
              </a:solidFill>
              <a:uFillTx/>
              <a:latin typeface="Arial"/>
            </a:endParaRPr>
          </a:p>
        </p:txBody>
      </p:sp>
      <p:sp>
        <p:nvSpPr>
          <p:cNvPr id="658"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Data-Binding unidirektional</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Daten von außen nach innen</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Wie kommen Informationen von innen nach außen?</a:t>
            </a:r>
            <a:endParaRPr lang="de-DE" sz="24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Komponenten können Events nach außen geben</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i="1" u="none" strike="noStrike">
                <a:solidFill>
                  <a:schemeClr val="dk1"/>
                </a:solidFill>
                <a:uFillTx/>
                <a:latin typeface="Calibri"/>
              </a:rPr>
              <a:t>Event Binding</a:t>
            </a:r>
            <a:r>
              <a:rPr lang="de-DE" sz="2400" b="0" u="none" strike="noStrike">
                <a:solidFill>
                  <a:schemeClr val="dk1"/>
                </a:solidFill>
                <a:uFillTx/>
                <a:latin typeface="Calibri"/>
              </a:rPr>
              <a:t> mit (eventName)="statement"</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Zuweisung oder Funktionsaufruf</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Zugriff auf das Event immer über $event möglich</a:t>
            </a:r>
            <a:endParaRPr lang="de-DE" sz="2400" b="0" u="none" strike="noStrike">
              <a:solidFill>
                <a:srgbClr val="000000"/>
              </a:solidFill>
              <a:uFillTx/>
              <a:latin typeface="Arial"/>
            </a:endParaRPr>
          </a:p>
          <a:p>
            <a:pPr indent="0" defTabSz="914400">
              <a:lnSpc>
                <a:spcPct val="90000"/>
              </a:lnSpc>
              <a:spcBef>
                <a:spcPts val="1001"/>
              </a:spcBef>
              <a:buNone/>
              <a:tabLst>
                <a:tab pos="0" algn="l"/>
              </a:tabLst>
            </a:pPr>
            <a:endParaRPr lang="de-DE" sz="2800" b="0" u="none" strike="noStrike">
              <a:solidFill>
                <a:srgbClr val="000000"/>
              </a:solidFill>
              <a:uFillTx/>
              <a:latin typeface="Arial"/>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9"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Event Handler</a:t>
            </a:r>
            <a:endParaRPr lang="de-DE" sz="4400" b="0" u="none" strike="noStrike">
              <a:solidFill>
                <a:srgbClr val="000000"/>
              </a:solidFill>
              <a:uFillTx/>
              <a:latin typeface="Arial"/>
            </a:endParaRPr>
          </a:p>
        </p:txBody>
      </p:sp>
      <p:sp>
        <p:nvSpPr>
          <p:cNvPr id="660"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Im Gegensatz zum Standard-Eventmodell im Browser können beliebige Funktionen mit Parametern als Handler aufgerufen werden</a:t>
            </a:r>
            <a:endParaRPr lang="de-DE" sz="28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Die Event-behandelnde Funktion ist Bestandteil der </a:t>
            </a:r>
            <a:r>
              <a:rPr lang="de-DE" sz="2800" b="0" u="none" strike="noStrike">
                <a:solidFill>
                  <a:schemeClr val="dk1"/>
                </a:solidFill>
                <a:uFillTx/>
                <a:latin typeface="Courier New"/>
              </a:rPr>
              <a:t>Component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endParaRPr lang="de-DE" sz="2800" b="0" u="none" strike="noStrike">
              <a:solidFill>
                <a:srgbClr val="000000"/>
              </a:solidFill>
              <a:uFillTx/>
              <a:latin typeface="Arial"/>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1"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Event Handler: Beispiel</a:t>
            </a:r>
            <a:endParaRPr lang="de-DE" sz="4400" b="0" u="none" strike="noStrike">
              <a:solidFill>
                <a:srgbClr val="000000"/>
              </a:solidFill>
              <a:uFillTx/>
              <a:latin typeface="Arial"/>
            </a:endParaRPr>
          </a:p>
        </p:txBody>
      </p:sp>
      <p:sp>
        <p:nvSpPr>
          <p:cNvPr id="662"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fontScale="70000" lnSpcReduction="20000"/>
          </a:bodyPr>
          <a:lstStyle/>
          <a:p>
            <a:pPr indent="0" defTabSz="914400">
              <a:lnSpc>
                <a:spcPct val="90000"/>
              </a:lnSpc>
              <a:spcBef>
                <a:spcPts val="1001"/>
              </a:spcBef>
              <a:buNone/>
              <a:tabLst>
                <a:tab pos="0" algn="l"/>
              </a:tabLst>
            </a:pPr>
            <a:r>
              <a:rPr lang="de-DE" sz="2800" b="0" u="none" strike="noStrike">
                <a:solidFill>
                  <a:schemeClr val="dk1"/>
                </a:solidFill>
                <a:uFillTx/>
                <a:latin typeface="Courier New"/>
              </a:rPr>
              <a:t>export class UiAppComponent {</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chemeClr val="dk1"/>
                </a:solidFill>
                <a:uFillTx/>
                <a:latin typeface="Courier New"/>
              </a:rPr>
              <a:t>  //…</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chemeClr val="dk1"/>
                </a:solidFill>
                <a:uFillTx/>
                <a:latin typeface="Courier New"/>
              </a:rPr>
              <a:t>  selectionList: string[] = ["Item1", "Item2", "Item3"];</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chemeClr val="dk1"/>
                </a:solidFill>
                <a:uFillTx/>
                <a:latin typeface="Courier New"/>
              </a:rPr>
              <a:t>  setItem(item: string) {</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chemeClr val="dk1"/>
                </a:solidFill>
                <a:uFillTx/>
                <a:latin typeface="Courier New"/>
              </a:rPr>
              <a:t>    this.data.boundData = item;</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chemeClr val="dk1"/>
                </a:solidFill>
                <a:uFillTx/>
                <a:latin typeface="Courier New"/>
              </a:rPr>
              <a:t>  }</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chemeClr val="dk1"/>
                </a:solidFill>
                <a:uFillTx/>
                <a:latin typeface="Courier New"/>
              </a:rPr>
              <a: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chemeClr val="dk1"/>
                </a:solidFill>
                <a:uFillTx/>
                <a:latin typeface="Courier New"/>
              </a:rPr>
              <a:t>&lt;ul&gt;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chemeClr val="dk1"/>
                </a:solidFill>
                <a:uFillTx/>
                <a:latin typeface="Courier New"/>
              </a:rPr>
              <a:t>  @for (item of selectionList; track item) {</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chemeClr val="dk1"/>
                </a:solidFill>
                <a:uFillTx/>
                <a:latin typeface="Courier New"/>
              </a:rPr>
              <a:t>    &lt;li (click)="setItem(item)"&gt;{{item}}&lt;/li&gt;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chemeClr val="dk1"/>
                </a:solidFill>
                <a:uFillTx/>
                <a:latin typeface="Courier New"/>
              </a:rPr>
              <a:t>  }</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chemeClr val="dk1"/>
                </a:solidFill>
                <a:uFillTx/>
                <a:latin typeface="Courier New"/>
              </a:rPr>
              <a:t>&lt;/ul&gt;</a:t>
            </a:r>
            <a:endParaRPr lang="de-DE" sz="2800" b="0" u="none" strike="noStrike">
              <a:solidFill>
                <a:srgbClr val="000000"/>
              </a:solidFill>
              <a:uFillTx/>
              <a:latin typeface="Arial"/>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663" name="Rectangle 7">
            <a:extLst>
              <a:ext uri="{C183D7F6-B498-43B3-948B-1728B52AA6E4}">
                <adec:decorative xmlns:adec="http://schemas.microsoft.com/office/drawing/2017/decorative" val="1"/>
              </a:ext>
            </a:extLst>
          </p:cNvPr>
          <p:cNvSpPr/>
          <p:nvPr/>
        </p:nvSpPr>
        <p:spPr>
          <a:xfrm>
            <a:off x="0" y="0"/>
            <a:ext cx="12190320" cy="685656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664" name="Rectangle 9">
            <a:extLst>
              <a:ext uri="{C183D7F6-B498-43B3-948B-1728B52AA6E4}">
                <adec:decorative xmlns:adec="http://schemas.microsoft.com/office/drawing/2017/decorative" val="1"/>
              </a:ext>
            </a:extLst>
          </p:cNvPr>
          <p:cNvSpPr/>
          <p:nvPr/>
        </p:nvSpPr>
        <p:spPr>
          <a:xfrm>
            <a:off x="360" y="0"/>
            <a:ext cx="12190320" cy="68565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800" b="0" u="none" strike="noStrike">
              <a:solidFill>
                <a:schemeClr val="lt1"/>
              </a:solidFill>
              <a:uFillTx/>
              <a:latin typeface="Calibri"/>
            </a:endParaRPr>
          </a:p>
        </p:txBody>
      </p:sp>
      <p:sp>
        <p:nvSpPr>
          <p:cNvPr id="665" name="PlaceHolder 1"/>
          <p:cNvSpPr>
            <a:spLocks noGrp="1"/>
          </p:cNvSpPr>
          <p:nvPr>
            <p:ph type="title"/>
          </p:nvPr>
        </p:nvSpPr>
        <p:spPr>
          <a:xfrm>
            <a:off x="1179360" y="1594800"/>
            <a:ext cx="9831960" cy="1324080"/>
          </a:xfrm>
          <a:prstGeom prst="rect">
            <a:avLst/>
          </a:prstGeom>
          <a:noFill/>
          <a:ln w="0">
            <a:noFill/>
          </a:ln>
        </p:spPr>
        <p:txBody>
          <a:bodyPr lIns="91440" tIns="45720" rIns="91440" bIns="45720" anchor="b">
            <a:normAutofit/>
          </a:bodyPr>
          <a:lstStyle/>
          <a:p>
            <a:pPr indent="0" algn="ctr" defTabSz="914400">
              <a:lnSpc>
                <a:spcPct val="90000"/>
              </a:lnSpc>
              <a:buNone/>
              <a:tabLst>
                <a:tab pos="0" algn="l"/>
              </a:tabLst>
            </a:pPr>
            <a:r>
              <a:rPr lang="de-DE" sz="3600" b="0" u="none" strike="noStrike">
                <a:solidFill>
                  <a:schemeClr val="dk2"/>
                </a:solidFill>
                <a:uFillTx/>
                <a:latin typeface="Calibri Light"/>
              </a:rPr>
              <a:t>Übung 9: Events</a:t>
            </a:r>
            <a:endParaRPr lang="de-DE" sz="3600" b="0" u="none" strike="noStrike">
              <a:solidFill>
                <a:srgbClr val="000000"/>
              </a:solidFill>
              <a:uFillTx/>
              <a:latin typeface="Arial"/>
            </a:endParaRPr>
          </a:p>
        </p:txBody>
      </p:sp>
      <p:grpSp>
        <p:nvGrpSpPr>
          <p:cNvPr id="666" name="Group 11">
            <a:extLst>
              <a:ext uri="{C183D7F6-B498-43B3-948B-1728B52AA6E4}">
                <adec:decorative xmlns:adec="http://schemas.microsoft.com/office/drawing/2017/decorative" val="1"/>
              </a:ext>
            </a:extLst>
          </p:cNvPr>
          <p:cNvGrpSpPr/>
          <p:nvPr/>
        </p:nvGrpSpPr>
        <p:grpSpPr>
          <a:xfrm>
            <a:off x="0" y="0"/>
            <a:ext cx="3344400" cy="2509560"/>
            <a:chOff x="0" y="0"/>
            <a:chExt cx="3344400" cy="2509560"/>
          </a:xfrm>
        </p:grpSpPr>
        <p:sp>
          <p:nvSpPr>
            <p:cNvPr id="667" name="Freeform: Shape 12">
              <a:extLst>
                <a:ext uri="{C183D7F6-B498-43B3-948B-1728B52AA6E4}">
                  <adec:decorative xmlns:adec="http://schemas.microsoft.com/office/drawing/2017/decorative" val="1"/>
                </a:ext>
              </a:extLst>
            </p:cNvPr>
            <p:cNvSpPr/>
            <p:nvPr/>
          </p:nvSpPr>
          <p:spPr>
            <a:xfrm>
              <a:off x="360" y="0"/>
              <a:ext cx="3329280" cy="2315160"/>
            </a:xfrm>
            <a:custGeom>
              <a:avLst/>
              <a:gdLst>
                <a:gd name="textAreaLeft" fmla="*/ 0 w 3329280"/>
                <a:gd name="textAreaRight" fmla="*/ 3330720 w 3329280"/>
                <a:gd name="textAreaTop" fmla="*/ 0 h 2315160"/>
                <a:gd name="textAreaBottom" fmla="*/ 2316600 h 2315160"/>
              </a:gdLst>
              <a:ahLst/>
              <a:cxnLst/>
              <a:rect l="textAreaLeft" t="textAreaTop" r="textAreaRight" b="textAreaBottom"/>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668" name="Freeform: Shape 13">
              <a:extLst>
                <a:ext uri="{C183D7F6-B498-43B3-948B-1728B52AA6E4}">
                  <adec:decorative xmlns:adec="http://schemas.microsoft.com/office/drawing/2017/decorative" val="1"/>
                </a:ext>
              </a:extLst>
            </p:cNvPr>
            <p:cNvSpPr/>
            <p:nvPr/>
          </p:nvSpPr>
          <p:spPr>
            <a:xfrm>
              <a:off x="360" y="0"/>
              <a:ext cx="3329280" cy="2315160"/>
            </a:xfrm>
            <a:custGeom>
              <a:avLst/>
              <a:gdLst>
                <a:gd name="textAreaLeft" fmla="*/ 0 w 3329280"/>
                <a:gd name="textAreaRight" fmla="*/ 3330720 w 3329280"/>
                <a:gd name="textAreaTop" fmla="*/ 0 h 2315160"/>
                <a:gd name="textAreaBottom" fmla="*/ 2316600 h 2315160"/>
              </a:gdLst>
              <a:ahLst/>
              <a:cxnLst/>
              <a:rect l="textAreaLeft" t="textAreaTop" r="textAreaRight" b="textAreaBottom"/>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669" name="Freeform: Shape 14">
              <a:extLst>
                <a:ext uri="{C183D7F6-B498-43B3-948B-1728B52AA6E4}">
                  <adec:decorative xmlns:adec="http://schemas.microsoft.com/office/drawing/2017/decorative" val="1"/>
                </a:ext>
              </a:extLst>
            </p:cNvPr>
            <p:cNvSpPr/>
            <p:nvPr/>
          </p:nvSpPr>
          <p:spPr>
            <a:xfrm>
              <a:off x="0" y="0"/>
              <a:ext cx="3330000" cy="2334600"/>
            </a:xfrm>
            <a:custGeom>
              <a:avLst/>
              <a:gdLst>
                <a:gd name="textAreaLeft" fmla="*/ 0 w 3330000"/>
                <a:gd name="textAreaRight" fmla="*/ 3331440 w 3330000"/>
                <a:gd name="textAreaTop" fmla="*/ 0 h 2334600"/>
                <a:gd name="textAreaBottom" fmla="*/ 2336040 h 2334600"/>
              </a:gdLst>
              <a:ahLst/>
              <a:cxnLst/>
              <a:rect l="textAreaLeft" t="textAreaTop" r="textAreaRight" b="textAreaBottom"/>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670" name="Freeform: Shape 15">
              <a:extLst>
                <a:ext uri="{C183D7F6-B498-43B3-948B-1728B52AA6E4}">
                  <adec:decorative xmlns:adec="http://schemas.microsoft.com/office/drawing/2017/decorative" val="1"/>
                </a:ext>
              </a:extLst>
            </p:cNvPr>
            <p:cNvSpPr/>
            <p:nvPr/>
          </p:nvSpPr>
          <p:spPr>
            <a:xfrm>
              <a:off x="360" y="0"/>
              <a:ext cx="3344040" cy="2509560"/>
            </a:xfrm>
            <a:custGeom>
              <a:avLst/>
              <a:gdLst>
                <a:gd name="textAreaLeft" fmla="*/ 0 w 3344040"/>
                <a:gd name="textAreaRight" fmla="*/ 3345480 w 3344040"/>
                <a:gd name="textAreaTop" fmla="*/ 0 h 2509560"/>
                <a:gd name="textAreaBottom" fmla="*/ 2511000 h 2509560"/>
              </a:gdLst>
              <a:ahLst/>
              <a:cxnLst/>
              <a:rect l="textAreaLeft" t="textAreaTop" r="textAreaRight" b="textAreaBottom"/>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grpSp>
      <p:sp>
        <p:nvSpPr>
          <p:cNvPr id="671" name="PlaceHolder 2"/>
          <p:cNvSpPr>
            <a:spLocks noGrp="1"/>
          </p:cNvSpPr>
          <p:nvPr>
            <p:ph/>
          </p:nvPr>
        </p:nvSpPr>
        <p:spPr>
          <a:xfrm>
            <a:off x="1179360" y="3329640"/>
            <a:ext cx="9831960" cy="2455920"/>
          </a:xfrm>
          <a:prstGeom prst="rect">
            <a:avLst/>
          </a:prstGeom>
          <a:noFill/>
          <a:ln w="0">
            <a:noFill/>
          </a:ln>
        </p:spPr>
        <p:txBody>
          <a:bodyPr lIns="91440" tIns="45720" rIns="91440" bIns="45720" anchor="t">
            <a:normAutofit/>
          </a:bodyPr>
          <a:lstStyle/>
          <a:p>
            <a:pPr marL="228600" indent="-228600" defTabSz="914400">
              <a:lnSpc>
                <a:spcPct val="90000"/>
              </a:lnSpc>
              <a:spcBef>
                <a:spcPts val="1001"/>
              </a:spcBef>
              <a:buClr>
                <a:srgbClr val="44546A"/>
              </a:buClr>
              <a:buFont typeface="Arial"/>
              <a:buChar char="•"/>
            </a:pPr>
            <a:r>
              <a:rPr lang="de-DE" sz="1800" b="0" u="none" strike="noStrike">
                <a:solidFill>
                  <a:schemeClr val="dk2"/>
                </a:solidFill>
                <a:uFillTx/>
                <a:latin typeface="Calibri"/>
              </a:rPr>
              <a:t>Reagiere in CustomerListComponent auf Klicks auf die Listen-Elemente</a:t>
            </a:r>
            <a:endParaRPr lang="de-DE" sz="18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800" b="0" u="none" strike="noStrike">
                <a:solidFill>
                  <a:schemeClr val="dk2"/>
                </a:solidFill>
                <a:uFillTx/>
                <a:latin typeface="Calibri"/>
              </a:rPr>
              <a:t>Rufe eine Methode (listItemClicked) in der Component-Klasse auf</a:t>
            </a:r>
            <a:endParaRPr lang="de-DE" sz="18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800" b="0" u="none" strike="noStrike">
                <a:solidFill>
                  <a:schemeClr val="dk2"/>
                </a:solidFill>
                <a:uFillTx/>
                <a:latin typeface="Calibri"/>
              </a:rPr>
              <a:t>Übergebe das Dom-Event ($event vom Typ MouseEvent) und das Training des geklickten Listen-Eintrags</a:t>
            </a:r>
            <a:endParaRPr lang="de-DE" sz="18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800" b="0" u="none" strike="noStrike">
                <a:solidFill>
                  <a:schemeClr val="dk2"/>
                </a:solidFill>
                <a:uFillTx/>
                <a:latin typeface="Calibri"/>
              </a:rPr>
              <a:t>Logge den Namen des Customer und das Event auf die Konsole</a:t>
            </a:r>
            <a:br>
              <a:rPr sz="1800"/>
            </a:br>
            <a:r>
              <a:rPr lang="de-DE" sz="1800" b="0" u="none" strike="noStrike">
                <a:solidFill>
                  <a:schemeClr val="dk2"/>
                </a:solidFill>
                <a:uFillTx/>
                <a:latin typeface="Calibri"/>
              </a:rPr>
              <a:t>z.B. mit console.log(event, customer.firstname)</a:t>
            </a:r>
            <a:endParaRPr lang="de-DE" sz="1800" b="0" u="none" strike="noStrike">
              <a:solidFill>
                <a:srgbClr val="000000"/>
              </a:solidFill>
              <a:uFillTx/>
              <a:latin typeface="Arial"/>
            </a:endParaRPr>
          </a:p>
        </p:txBody>
      </p:sp>
      <p:grpSp>
        <p:nvGrpSpPr>
          <p:cNvPr id="672" name="Group 17">
            <a:extLst>
              <a:ext uri="{C183D7F6-B498-43B3-948B-1728B52AA6E4}">
                <adec:decorative xmlns:adec="http://schemas.microsoft.com/office/drawing/2017/decorative" val="1"/>
              </a:ext>
            </a:extLst>
          </p:cNvPr>
          <p:cNvGrpSpPr/>
          <p:nvPr/>
        </p:nvGrpSpPr>
        <p:grpSpPr>
          <a:xfrm>
            <a:off x="9829080" y="2979360"/>
            <a:ext cx="2367360" cy="3877200"/>
            <a:chOff x="9829080" y="2979360"/>
            <a:chExt cx="2367360" cy="3877200"/>
          </a:xfrm>
        </p:grpSpPr>
        <p:sp>
          <p:nvSpPr>
            <p:cNvPr id="673" name="Freeform: Shape 18">
              <a:extLst>
                <a:ext uri="{C183D7F6-B498-43B3-948B-1728B52AA6E4}">
                  <adec:decorative xmlns:adec="http://schemas.microsoft.com/office/drawing/2017/decorative" val="1"/>
                </a:ext>
              </a:extLst>
            </p:cNvPr>
            <p:cNvSpPr/>
            <p:nvPr/>
          </p:nvSpPr>
          <p:spPr>
            <a:xfrm rot="5400000">
              <a:off x="9074160" y="3734280"/>
              <a:ext cx="3877200" cy="2367360"/>
            </a:xfrm>
            <a:custGeom>
              <a:avLst/>
              <a:gdLst>
                <a:gd name="textAreaLeft" fmla="*/ 0 w 3877200"/>
                <a:gd name="textAreaRight" fmla="*/ 3878640 w 3877200"/>
                <a:gd name="textAreaTop" fmla="*/ 0 h 2367360"/>
                <a:gd name="textAreaBottom" fmla="*/ 2368800 h 2367360"/>
              </a:gdLst>
              <a:ahLst/>
              <a:cxnLst/>
              <a:rect l="textAreaLeft" t="textAreaTop" r="textAreaRight" b="textAreaBottom"/>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674" name="Freeform: Shape 19">
              <a:extLst>
                <a:ext uri="{C183D7F6-B498-43B3-948B-1728B52AA6E4}">
                  <adec:decorative xmlns:adec="http://schemas.microsoft.com/office/drawing/2017/decorative" val="1"/>
                </a:ext>
              </a:extLst>
            </p:cNvPr>
            <p:cNvSpPr/>
            <p:nvPr/>
          </p:nvSpPr>
          <p:spPr>
            <a:xfrm rot="5400000">
              <a:off x="9190800" y="3850920"/>
              <a:ext cx="3841200" cy="2169720"/>
            </a:xfrm>
            <a:custGeom>
              <a:avLst/>
              <a:gdLst>
                <a:gd name="textAreaLeft" fmla="*/ 0 w 3841200"/>
                <a:gd name="textAreaRight" fmla="*/ 3842640 w 3841200"/>
                <a:gd name="textAreaTop" fmla="*/ 0 h 2169720"/>
                <a:gd name="textAreaBottom" fmla="*/ 2171160 h 2169720"/>
              </a:gdLst>
              <a:ahLst/>
              <a:cxnLst/>
              <a:rect l="textAreaLeft" t="textAreaTop" r="textAreaRight" b="textAreaBottom"/>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675" name="Freeform: Shape 20">
              <a:extLst>
                <a:ext uri="{C183D7F6-B498-43B3-948B-1728B52AA6E4}">
                  <adec:decorative xmlns:adec="http://schemas.microsoft.com/office/drawing/2017/decorative" val="1"/>
                </a:ext>
              </a:extLst>
            </p:cNvPr>
            <p:cNvSpPr/>
            <p:nvPr/>
          </p:nvSpPr>
          <p:spPr>
            <a:xfrm rot="5400000">
              <a:off x="9212040" y="3872160"/>
              <a:ext cx="3837600" cy="2131200"/>
            </a:xfrm>
            <a:custGeom>
              <a:avLst/>
              <a:gdLst>
                <a:gd name="textAreaLeft" fmla="*/ 0 w 3837600"/>
                <a:gd name="textAreaRight" fmla="*/ 3839040 w 3837600"/>
                <a:gd name="textAreaTop" fmla="*/ 0 h 2131200"/>
                <a:gd name="textAreaBottom" fmla="*/ 2132640 h 2131200"/>
              </a:gdLst>
              <a:ahLst/>
              <a:cxnLst/>
              <a:rect l="textAreaLeft" t="textAreaTop" r="textAreaRight" b="textAreaBottom"/>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676" name="Freeform: Shape 21">
              <a:extLst>
                <a:ext uri="{C183D7F6-B498-43B3-948B-1728B52AA6E4}">
                  <adec:decorative xmlns:adec="http://schemas.microsoft.com/office/drawing/2017/decorative" val="1"/>
                </a:ext>
              </a:extLst>
            </p:cNvPr>
            <p:cNvSpPr/>
            <p:nvPr/>
          </p:nvSpPr>
          <p:spPr>
            <a:xfrm rot="5400000">
              <a:off x="9212040" y="3872160"/>
              <a:ext cx="3837600" cy="2131200"/>
            </a:xfrm>
            <a:custGeom>
              <a:avLst/>
              <a:gdLst>
                <a:gd name="textAreaLeft" fmla="*/ 0 w 3837600"/>
                <a:gd name="textAreaRight" fmla="*/ 3839040 w 3837600"/>
                <a:gd name="textAreaTop" fmla="*/ 0 h 2131200"/>
                <a:gd name="textAreaBottom" fmla="*/ 2132640 h 2131200"/>
              </a:gdLst>
              <a:ahLst/>
              <a:cxnLst/>
              <a:rect l="textAreaLeft" t="textAreaTop" r="textAreaRight" b="textAreaBottom"/>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gr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7"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Output -- Events aus Komponenten</a:t>
            </a:r>
            <a:endParaRPr lang="de-DE" sz="4400" b="0" u="none" strike="noStrike">
              <a:solidFill>
                <a:srgbClr val="000000"/>
              </a:solidFill>
              <a:uFillTx/>
              <a:latin typeface="Arial"/>
            </a:endParaRPr>
          </a:p>
        </p:txBody>
      </p:sp>
      <p:sp>
        <p:nvSpPr>
          <p:cNvPr id="678"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de-DE" sz="2800" b="0" u="none" strike="noStrike" dirty="0">
                <a:solidFill>
                  <a:schemeClr val="dk1"/>
                </a:solidFill>
                <a:uFillTx/>
                <a:latin typeface="Calibri"/>
              </a:rPr>
              <a:t>Komponenten können Events nach außen werfen</a:t>
            </a:r>
            <a:endParaRPr lang="de-DE" sz="2800" b="0" u="none" strike="noStrike" dirty="0">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dirty="0">
                <a:solidFill>
                  <a:schemeClr val="dk1"/>
                </a:solidFill>
                <a:uFillTx/>
                <a:latin typeface="Calibri"/>
              </a:rPr>
              <a:t>Eigenschaft wird mit der Funktion output&lt;T&gt;() angelegt</a:t>
            </a:r>
            <a:endParaRPr lang="de-DE" sz="2800" b="0" u="none" strike="noStrike" dirty="0">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dirty="0">
                <a:solidFill>
                  <a:schemeClr val="dk1"/>
                </a:solidFill>
                <a:uFillTx/>
                <a:latin typeface="Calibri"/>
              </a:rPr>
              <a:t>Typ-Parameter gibt Typ des Events an</a:t>
            </a:r>
            <a:endParaRPr lang="de-DE" sz="2400" b="0" u="none" strike="noStrike" dirty="0">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dirty="0">
                <a:solidFill>
                  <a:schemeClr val="dk1"/>
                </a:solidFill>
                <a:uFillTx/>
                <a:latin typeface="Calibri"/>
              </a:rPr>
              <a:t>Rückgabetyp ist OutputEmitterRef&lt;T&gt;</a:t>
            </a:r>
            <a:endParaRPr lang="de-DE" sz="2400" b="0" u="none" strike="noStrike" dirty="0">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dirty="0">
                <a:solidFill>
                  <a:schemeClr val="dk1"/>
                </a:solidFill>
                <a:uFillTx/>
                <a:latin typeface="Calibri"/>
              </a:rPr>
              <a:t>Events werden über emit(wert) gefeuert</a:t>
            </a:r>
            <a:endParaRPr lang="de-DE" sz="2800" b="0" u="none" strike="noStrike" dirty="0">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dirty="0">
                <a:solidFill>
                  <a:schemeClr val="dk1"/>
                </a:solidFill>
                <a:uFillTx/>
                <a:latin typeface="Calibri"/>
              </a:rPr>
              <a:t>Legacy: @Output() mit new EventEmitter&lt;T&gt;()</a:t>
            </a:r>
            <a:endParaRPr lang="de-DE" sz="2800" b="0" u="none" strike="noStrike" dirty="0">
              <a:solidFill>
                <a:srgbClr val="000000"/>
              </a:solidFill>
              <a:uFillTx/>
              <a:latin typeface="Arial"/>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9"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Output Beispiel</a:t>
            </a:r>
            <a:endParaRPr lang="de-DE" sz="4400" b="0" u="none" strike="noStrike">
              <a:solidFill>
                <a:srgbClr val="000000"/>
              </a:solidFill>
              <a:uFillTx/>
              <a:latin typeface="Arial"/>
            </a:endParaRPr>
          </a:p>
        </p:txBody>
      </p:sp>
      <p:sp>
        <p:nvSpPr>
          <p:cNvPr id="680"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de-DE" sz="1600" b="0" u="none" strike="noStrike" dirty="0" err="1">
                <a:solidFill>
                  <a:srgbClr val="1E347B"/>
                </a:solidFill>
                <a:uFillTx/>
                <a:latin typeface="SourceCodePro"/>
              </a:rPr>
              <a:t>import { Component, input, output } from "@angular/core";</a:t>
            </a:r>
            <a:endParaRPr lang="de-DE" sz="1600" b="0" u="none" strike="noStrike" dirty="0">
              <a:solidFill>
                <a:srgbClr val="000000"/>
              </a:solidFill>
              <a:uFillTx/>
              <a:latin typeface="Arial"/>
            </a:endParaRPr>
          </a:p>
          <a:p>
            <a:pPr indent="0" defTabSz="914400">
              <a:lnSpc>
                <a:spcPct val="90000"/>
              </a:lnSpc>
              <a:spcBef>
                <a:spcPts val="1001"/>
              </a:spcBef>
              <a:buNone/>
              <a:tabLst>
                <a:tab pos="0" algn="l"/>
              </a:tabLst>
            </a:pPr>
            <a:r>
              <a:rPr lang="de-DE" sz="1600" b="0" u="none" strike="noStrike" dirty="0" err="1">
                <a:solidFill>
                  <a:srgbClr val="1E347B"/>
                </a:solidFill>
                <a:uFillTx/>
                <a:latin typeface="SourceCodePro"/>
              </a:rPr>
              <a:t>@Component({</a:t>
            </a:r>
            <a:endParaRPr lang="de-DE" sz="1600" b="0" u="none" strike="noStrike" dirty="0">
              <a:solidFill>
                <a:srgbClr val="000000"/>
              </a:solidFill>
              <a:uFillTx/>
              <a:latin typeface="Arial"/>
            </a:endParaRPr>
          </a:p>
          <a:p>
            <a:pPr indent="0" defTabSz="914400">
              <a:lnSpc>
                <a:spcPct val="90000"/>
              </a:lnSpc>
              <a:spcBef>
                <a:spcPts val="1001"/>
              </a:spcBef>
              <a:buNone/>
              <a:tabLst>
                <a:tab pos="0" algn="l"/>
              </a:tabLst>
            </a:pPr>
            <a:r>
              <a:rPr lang="de-DE" sz="1600" b="0" u="none" strike="noStrike" dirty="0" err="1">
                <a:solidFill>
                  <a:srgbClr val="1E347B"/>
                </a:solidFill>
                <a:uFillTx/>
                <a:latin typeface="SourceCodePro"/>
              </a:rPr>
              <a:t>  selector: "release-card", template: `&lt;h3&gt;{{release().name}}&lt;/h3&gt;`</a:t>
            </a:r>
            <a:endParaRPr lang="de-DE" sz="1600" b="0" u="none" strike="noStrike" dirty="0">
              <a:solidFill>
                <a:srgbClr val="000000"/>
              </a:solidFill>
              <a:uFillTx/>
              <a:latin typeface="Arial"/>
            </a:endParaRPr>
          </a:p>
          <a:p>
            <a:pPr indent="0" defTabSz="914400">
              <a:lnSpc>
                <a:spcPct val="90000"/>
              </a:lnSpc>
              <a:spcBef>
                <a:spcPts val="1001"/>
              </a:spcBef>
              <a:buNone/>
              <a:tabLst>
                <a:tab pos="0" algn="l"/>
              </a:tabLst>
            </a:pPr>
            <a:r>
              <a:rPr lang="de-DE" sz="1600" b="0" u="none" strike="noStrike" dirty="0" err="1">
                <a:solidFill>
                  <a:srgbClr val="1E347B"/>
                </a:solidFill>
                <a:uFillTx/>
                <a:latin typeface="SourceCodePro"/>
              </a:rPr>
              <a:t>})</a:t>
            </a:r>
            <a:endParaRPr lang="de-DE" sz="1600" b="0" u="none" strike="noStrike" dirty="0">
              <a:solidFill>
                <a:srgbClr val="000000"/>
              </a:solidFill>
              <a:uFillTx/>
              <a:latin typeface="Arial"/>
            </a:endParaRPr>
          </a:p>
          <a:p>
            <a:pPr indent="0" defTabSz="914400">
              <a:lnSpc>
                <a:spcPct val="90000"/>
              </a:lnSpc>
              <a:spcBef>
                <a:spcPts val="1001"/>
              </a:spcBef>
              <a:buNone/>
              <a:tabLst>
                <a:tab pos="0" algn="l"/>
              </a:tabLst>
            </a:pPr>
            <a:r>
              <a:rPr lang="de-DE" sz="1600" b="0" u="none" strike="noStrike" dirty="0" err="1">
                <a:solidFill>
                  <a:srgbClr val="1E347B"/>
                </a:solidFill>
                <a:uFillTx/>
                <a:latin typeface="SourceCodePro"/>
              </a:rPr>
              <a:t>export class ReleaseCardComponent {</a:t>
            </a:r>
            <a:endParaRPr lang="de-DE" sz="1600" b="0" u="none" strike="noStrike" dirty="0">
              <a:solidFill>
                <a:srgbClr val="000000"/>
              </a:solidFill>
              <a:uFillTx/>
              <a:latin typeface="Arial"/>
            </a:endParaRPr>
          </a:p>
          <a:p>
            <a:pPr indent="0" defTabSz="914400">
              <a:lnSpc>
                <a:spcPct val="90000"/>
              </a:lnSpc>
              <a:spcBef>
                <a:spcPts val="1001"/>
              </a:spcBef>
              <a:buNone/>
              <a:tabLst>
                <a:tab pos="0" algn="l"/>
              </a:tabLst>
            </a:pPr>
            <a:r>
              <a:rPr lang="de-DE" sz="1600" b="0" u="none" strike="noStrike" dirty="0" err="1">
                <a:solidFill>
                  <a:srgbClr val="1E347B"/>
                </a:solidFill>
                <a:uFillTx/>
                <a:latin typeface="SourceCodePro"/>
              </a:rPr>
              <a:t>  release = input.required&lt;Release&gt;();</a:t>
            </a:r>
            <a:endParaRPr lang="de-DE" sz="1600" b="0" u="none" strike="noStrike" dirty="0">
              <a:solidFill>
                <a:srgbClr val="000000"/>
              </a:solidFill>
              <a:uFillTx/>
              <a:latin typeface="Arial"/>
            </a:endParaRPr>
          </a:p>
          <a:p>
            <a:pPr indent="0" defTabSz="914400">
              <a:lnSpc>
                <a:spcPct val="90000"/>
              </a:lnSpc>
              <a:spcBef>
                <a:spcPts val="1001"/>
              </a:spcBef>
              <a:buNone/>
              <a:tabLst>
                <a:tab pos="0" algn="l"/>
              </a:tabLst>
            </a:pPr>
            <a:r>
              <a:rPr lang="de-DE" sz="1600" b="0" u="none" strike="noStrike" dirty="0" err="1">
                <a:solidFill>
                  <a:srgbClr val="1E347B"/>
                </a:solidFill>
                <a:uFillTx/>
                <a:latin typeface="SourceCodePro"/>
              </a:rPr>
              <a:t>  // we use domain object as event, real world: ReleaseLikedEvent</a:t>
            </a:r>
            <a:endParaRPr lang="de-DE" sz="1600" b="0" u="none" strike="noStrike" dirty="0">
              <a:solidFill>
                <a:srgbClr val="000000"/>
              </a:solidFill>
              <a:uFillTx/>
              <a:latin typeface="Arial"/>
            </a:endParaRPr>
          </a:p>
          <a:p>
            <a:pPr indent="0" defTabSz="914400">
              <a:lnSpc>
                <a:spcPct val="90000"/>
              </a:lnSpc>
              <a:spcBef>
                <a:spcPts val="1001"/>
              </a:spcBef>
              <a:buNone/>
              <a:tabLst>
                <a:tab pos="0" algn="l"/>
              </a:tabLst>
            </a:pPr>
            <a:r>
              <a:rPr lang="de-DE" sz="1600" b="0" u="none" strike="noStrike" dirty="0" err="1">
                <a:solidFill>
                  <a:srgbClr val="1E347B"/>
                </a:solidFill>
                <a:uFillTx/>
                <a:latin typeface="SourceCodePro"/>
              </a:rPr>
              <a:t>  releaseLiked = output&lt;Release&gt;();</a:t>
            </a:r>
            <a:endParaRPr lang="de-DE" sz="1600" b="0" u="none" strike="noStrike" dirty="0">
              <a:solidFill>
                <a:srgbClr val="000000"/>
              </a:solidFill>
              <a:uFillTx/>
              <a:latin typeface="Arial"/>
            </a:endParaRPr>
          </a:p>
          <a:p>
            <a:pPr indent="0" defTabSz="914400">
              <a:lnSpc>
                <a:spcPct val="90000"/>
              </a:lnSpc>
              <a:spcBef>
                <a:spcPts val="1001"/>
              </a:spcBef>
              <a:buNone/>
              <a:tabLst>
                <a:tab pos="0" algn="l"/>
              </a:tabLst>
            </a:pPr>
            <a:r>
              <a:rPr lang="de-DE" sz="1600" b="0" u="none" strike="noStrike" dirty="0" err="1">
                <a:solidFill>
                  <a:srgbClr val="1E347B"/>
                </a:solidFill>
                <a:uFillTx/>
                <a:latin typeface="SourceCodePro"/>
              </a:rPr>
              <a:t>  likeRelease() {</a:t>
            </a:r>
            <a:endParaRPr lang="de-DE" sz="1600" b="0" u="none" strike="noStrike" dirty="0">
              <a:solidFill>
                <a:srgbClr val="000000"/>
              </a:solidFill>
              <a:uFillTx/>
              <a:latin typeface="Arial"/>
            </a:endParaRPr>
          </a:p>
          <a:p>
            <a:pPr indent="0" defTabSz="914400">
              <a:lnSpc>
                <a:spcPct val="90000"/>
              </a:lnSpc>
              <a:spcBef>
                <a:spcPts val="1001"/>
              </a:spcBef>
              <a:buNone/>
              <a:tabLst>
                <a:tab pos="0" algn="l"/>
              </a:tabLst>
            </a:pPr>
            <a:r>
              <a:rPr lang="de-DE" sz="1600" b="0" u="none" strike="noStrike" dirty="0" err="1">
                <a:solidFill>
                  <a:srgbClr val="1E347B"/>
                </a:solidFill>
                <a:uFillTx/>
                <a:latin typeface="SourceCodePro"/>
              </a:rPr>
              <a:t>    this.releaseLiked.emit(this.release());</a:t>
            </a:r>
            <a:endParaRPr lang="de-DE" sz="1600" b="0" u="none" strike="noStrike" dirty="0">
              <a:solidFill>
                <a:srgbClr val="000000"/>
              </a:solidFill>
              <a:uFillTx/>
              <a:latin typeface="Arial"/>
            </a:endParaRPr>
          </a:p>
          <a:p>
            <a:pPr indent="0" defTabSz="914400">
              <a:lnSpc>
                <a:spcPct val="90000"/>
              </a:lnSpc>
              <a:spcBef>
                <a:spcPts val="1001"/>
              </a:spcBef>
              <a:buNone/>
              <a:tabLst>
                <a:tab pos="0" algn="l"/>
              </a:tabLst>
            </a:pPr>
            <a:r>
              <a:rPr lang="de-DE" sz="1600" b="0" u="none" strike="noStrike" dirty="0" err="1">
                <a:solidFill>
                  <a:srgbClr val="1E347B"/>
                </a:solidFill>
                <a:uFillTx/>
                <a:latin typeface="SourceCodePro"/>
              </a:rPr>
              <a:t>  }</a:t>
            </a:r>
            <a:endParaRPr lang="de-DE" sz="1600" b="0" u="none" strike="noStrike" dirty="0">
              <a:solidFill>
                <a:srgbClr val="000000"/>
              </a:solidFill>
              <a:uFillTx/>
              <a:latin typeface="Arial"/>
            </a:endParaRPr>
          </a:p>
          <a:p>
            <a:pPr indent="0" defTabSz="914400">
              <a:lnSpc>
                <a:spcPct val="90000"/>
              </a:lnSpc>
              <a:spcBef>
                <a:spcPts val="1001"/>
              </a:spcBef>
              <a:buNone/>
              <a:tabLst>
                <a:tab pos="0" algn="l"/>
              </a:tabLst>
            </a:pPr>
            <a:r>
              <a:rPr lang="de-DE" sz="1600" b="0" u="none" strike="noStrike" dirty="0" err="1">
                <a:solidFill>
                  <a:srgbClr val="1E347B"/>
                </a:solidFill>
                <a:uFillTx/>
                <a:latin typeface="SourceCodePro"/>
              </a:rPr>
              <a:t>}</a:t>
            </a:r>
            <a:endParaRPr lang="de-DE" sz="1600" b="0" u="none" strike="noStrike" dirty="0">
              <a:solidFill>
                <a:srgbClr val="000000"/>
              </a:solidFill>
              <a:uFillTx/>
              <a:latin typeface="Arial"/>
            </a:endParaRP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1"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Nutzende Komponente</a:t>
            </a:r>
            <a:endParaRPr lang="de-DE" sz="4400" b="0" u="none" strike="noStrike">
              <a:solidFill>
                <a:srgbClr val="000000"/>
              </a:solidFill>
              <a:uFillTx/>
              <a:latin typeface="Arial"/>
            </a:endParaRPr>
          </a:p>
        </p:txBody>
      </p:sp>
      <p:sp>
        <p:nvSpPr>
          <p:cNvPr id="682"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de-DE" sz="2800" b="0" u="none" strike="noStrike" dirty="0">
                <a:solidFill>
                  <a:srgbClr val="1E347B"/>
                </a:solidFill>
                <a:uFillTx/>
                <a:latin typeface="SourceCodePro"/>
              </a:rPr>
              <a:t>&lt;div</a:t>
            </a:r>
            <a:r>
              <a:rPr lang="de-DE" sz="2800" b="0" u="none" strike="noStrike" dirty="0">
                <a:solidFill>
                  <a:srgbClr val="48484C"/>
                </a:solidFill>
                <a:uFillTx/>
                <a:latin typeface="SourceCodePro"/>
              </a:rPr>
              <a:t> </a:t>
            </a:r>
            <a:r>
              <a:rPr lang="de-DE" sz="2800" b="0" u="none" strike="noStrike" dirty="0" err="1">
                <a:solidFill>
                  <a:srgbClr val="008080"/>
                </a:solidFill>
                <a:uFillTx/>
                <a:latin typeface="SourceCodePro"/>
              </a:rPr>
              <a:t>class</a:t>
            </a:r>
            <a:r>
              <a:rPr lang="de-DE" sz="2800" b="0" u="none" strike="noStrike" dirty="0">
                <a:solidFill>
                  <a:srgbClr val="93A1A1"/>
                </a:solidFill>
                <a:uFillTx/>
                <a:latin typeface="SourceCodePro"/>
              </a:rPr>
              <a:t>=</a:t>
            </a:r>
            <a:r>
              <a:rPr lang="de-DE" sz="2800" b="0" u="none" strike="noStrike" dirty="0">
                <a:solidFill>
                  <a:srgbClr val="DD1144"/>
                </a:solidFill>
                <a:uFillTx/>
                <a:latin typeface="SourceCodePro"/>
              </a:rPr>
              <a:t>"</a:t>
            </a:r>
            <a:r>
              <a:rPr lang="de-DE" sz="2800" b="0" u="none" strike="noStrike" dirty="0" err="1">
                <a:solidFill>
                  <a:srgbClr val="DD1144"/>
                </a:solidFill>
                <a:uFillTx/>
                <a:latin typeface="SourceCodePro"/>
              </a:rPr>
              <a:t>releases</a:t>
            </a:r>
            <a:r>
              <a:rPr lang="de-DE" sz="2800" b="0" u="none" strike="noStrike" dirty="0">
                <a:solidFill>
                  <a:srgbClr val="DD1144"/>
                </a:solidFill>
                <a:uFillTx/>
                <a:latin typeface="SourceCodePro"/>
              </a:rPr>
              <a:t>"</a:t>
            </a:r>
            <a:r>
              <a:rPr lang="de-DE" sz="2800" b="0" u="none" strike="noStrike" dirty="0">
                <a:solidFill>
                  <a:srgbClr val="1E347B"/>
                </a:solidFill>
                <a:uFillTx/>
                <a:latin typeface="SourceCodePro"/>
              </a:rPr>
              <a:t>&gt;</a:t>
            </a:r>
          </a:p>
          <a:p>
            <a:pPr>
              <a:spcBef>
                <a:spcPts val="1001"/>
              </a:spcBef>
              <a:tabLst>
                <a:tab pos="0" algn="l"/>
              </a:tabLst>
            </a:pPr>
            <a:r>
              <a:rPr lang="de-DE" sz="2800" dirty="0">
                <a:solidFill>
                  <a:srgbClr val="008080"/>
                </a:solidFill>
                <a:latin typeface="SourceCodePro"/>
              </a:rPr>
              <a:t>	     @for (release of artist.releases; track release.id) {</a:t>
            </a:r>
          </a:p>
          <a:p>
            <a:pPr marL="457200" indent="0" defTabSz="914400">
              <a:lnSpc>
                <a:spcPct val="90000"/>
              </a:lnSpc>
              <a:spcBef>
                <a:spcPts val="499"/>
              </a:spcBef>
              <a:buNone/>
              <a:tabLst>
                <a:tab pos="0" algn="l"/>
              </a:tabLst>
            </a:pPr>
            <a:r>
              <a:rPr lang="de-DE" sz="2800" b="0" u="none" strike="noStrike" dirty="0">
                <a:solidFill>
                  <a:srgbClr val="1E347B"/>
                </a:solidFill>
                <a:uFillTx/>
                <a:latin typeface="SourceCodePro"/>
              </a:rPr>
              <a:t>&lt;release-card</a:t>
            </a:r>
            <a:endParaRPr lang="de-DE" sz="2800" b="0" u="none" strike="noStrike" dirty="0">
              <a:solidFill>
                <a:srgbClr val="000000"/>
              </a:solidFill>
              <a:uFillTx/>
              <a:latin typeface="Arial"/>
            </a:endParaRPr>
          </a:p>
          <a:p>
            <a:pPr marL="914400" indent="0" defTabSz="914400">
              <a:lnSpc>
                <a:spcPct val="90000"/>
              </a:lnSpc>
              <a:spcBef>
                <a:spcPts val="499"/>
              </a:spcBef>
              <a:buNone/>
              <a:tabLst>
                <a:tab pos="0" algn="l"/>
              </a:tabLst>
            </a:pPr>
            <a:r>
              <a:rPr lang="de-DE" sz="2800" b="0" u="none" strike="noStrike" dirty="0">
                <a:solidFill>
                  <a:srgbClr val="48484C"/>
                </a:solidFill>
                <a:uFillTx/>
                <a:latin typeface="SourceCodePro"/>
              </a:rPr>
              <a:t>[</a:t>
            </a:r>
            <a:r>
              <a:rPr lang="de-DE" sz="2800" b="0" u="none" strike="noStrike" dirty="0">
                <a:solidFill>
                  <a:srgbClr val="008080"/>
                </a:solidFill>
                <a:uFillTx/>
                <a:latin typeface="SourceCodePro"/>
              </a:rPr>
              <a:t>release</a:t>
            </a:r>
            <a:r>
              <a:rPr lang="de-DE" sz="2800" b="0" u="none" strike="noStrike" dirty="0">
                <a:solidFill>
                  <a:srgbClr val="48484C"/>
                </a:solidFill>
                <a:uFillTx/>
                <a:latin typeface="SourceCodePro"/>
              </a:rPr>
              <a:t>]</a:t>
            </a:r>
            <a:r>
              <a:rPr lang="de-DE" sz="2800" b="0" u="none" strike="noStrike" dirty="0">
                <a:solidFill>
                  <a:srgbClr val="93A1A1"/>
                </a:solidFill>
                <a:uFillTx/>
                <a:latin typeface="SourceCodePro"/>
              </a:rPr>
              <a:t>=</a:t>
            </a:r>
            <a:r>
              <a:rPr lang="de-DE" sz="2800" b="0" u="none" strike="noStrike" dirty="0">
                <a:solidFill>
                  <a:srgbClr val="DD1144"/>
                </a:solidFill>
                <a:uFillTx/>
                <a:latin typeface="SourceCodePro"/>
              </a:rPr>
              <a:t>"release"</a:t>
            </a:r>
            <a:endParaRPr lang="de-DE" sz="2800" b="0" u="none" strike="noStrike" dirty="0">
              <a:solidFill>
                <a:srgbClr val="000000"/>
              </a:solidFill>
              <a:uFillTx/>
              <a:latin typeface="Arial"/>
            </a:endParaRPr>
          </a:p>
          <a:p>
            <a:pPr marL="914400" indent="0" defTabSz="914400">
              <a:lnSpc>
                <a:spcPct val="90000"/>
              </a:lnSpc>
              <a:spcBef>
                <a:spcPts val="499"/>
              </a:spcBef>
              <a:buNone/>
              <a:tabLst>
                <a:tab pos="0" algn="l"/>
              </a:tabLst>
            </a:pPr>
            <a:r>
              <a:rPr lang="de-DE" sz="2800" b="0" u="none" strike="noStrike" dirty="0">
                <a:solidFill>
                  <a:srgbClr val="48484C"/>
                </a:solidFill>
                <a:uFillTx/>
                <a:latin typeface="SourceCodePro"/>
              </a:rPr>
              <a:t>(</a:t>
            </a:r>
            <a:r>
              <a:rPr lang="de-DE" sz="2800" b="0" u="none" strike="noStrike" dirty="0" err="1">
                <a:solidFill>
                  <a:srgbClr val="008080"/>
                </a:solidFill>
                <a:uFillTx/>
                <a:latin typeface="SourceCodePro"/>
              </a:rPr>
              <a:t>releaseLiked</a:t>
            </a:r>
            <a:r>
              <a:rPr lang="de-DE" sz="2800" b="0" u="none" strike="noStrike" dirty="0">
                <a:solidFill>
                  <a:srgbClr val="48484C"/>
                </a:solidFill>
                <a:uFillTx/>
                <a:latin typeface="SourceCodePro"/>
              </a:rPr>
              <a:t>)</a:t>
            </a:r>
            <a:r>
              <a:rPr lang="de-DE" sz="2800" b="0" u="none" strike="noStrike" dirty="0">
                <a:solidFill>
                  <a:srgbClr val="93A1A1"/>
                </a:solidFill>
                <a:uFillTx/>
                <a:latin typeface="SourceCodePro"/>
              </a:rPr>
              <a:t>=</a:t>
            </a:r>
            <a:r>
              <a:rPr lang="de-DE" sz="2800" b="0" u="none" strike="noStrike" dirty="0">
                <a:solidFill>
                  <a:srgbClr val="DD1144"/>
                </a:solidFill>
                <a:uFillTx/>
                <a:latin typeface="SourceCodePro"/>
              </a:rPr>
              <a:t>"</a:t>
            </a:r>
            <a:r>
              <a:rPr lang="de-DE" sz="2800" b="0" u="none" strike="noStrike" dirty="0" err="1">
                <a:solidFill>
                  <a:srgbClr val="DD1144"/>
                </a:solidFill>
                <a:uFillTx/>
                <a:latin typeface="SourceCodePro"/>
              </a:rPr>
              <a:t>onReleaseLiked</a:t>
            </a:r>
            <a:r>
              <a:rPr lang="de-DE" sz="2800" b="0" u="none" strike="noStrike" dirty="0">
                <a:solidFill>
                  <a:srgbClr val="DD1144"/>
                </a:solidFill>
                <a:uFillTx/>
                <a:latin typeface="SourceCodePro"/>
              </a:rPr>
              <a:t>($</a:t>
            </a:r>
            <a:r>
              <a:rPr lang="de-DE" sz="2800" b="0" u="none" strike="noStrike" dirty="0" err="1">
                <a:solidFill>
                  <a:srgbClr val="DD1144"/>
                </a:solidFill>
                <a:uFillTx/>
                <a:latin typeface="SourceCodePro"/>
              </a:rPr>
              <a:t>event</a:t>
            </a:r>
            <a:r>
              <a:rPr lang="de-DE" sz="2800" b="0" u="none" strike="noStrike" dirty="0">
                <a:solidFill>
                  <a:srgbClr val="DD1144"/>
                </a:solidFill>
                <a:uFillTx/>
                <a:latin typeface="SourceCodePro"/>
              </a:rPr>
              <a:t>, release)"</a:t>
            </a:r>
            <a:r>
              <a:rPr lang="de-DE" sz="2800" b="0" u="none" strike="noStrike" dirty="0">
                <a:solidFill>
                  <a:srgbClr val="1E347B"/>
                </a:solidFill>
                <a:uFillTx/>
                <a:latin typeface="SourceCodePro"/>
              </a:rPr>
              <a:t>&gt;</a:t>
            </a:r>
            <a:endParaRPr lang="de-DE" sz="2800" b="0" u="none" strike="noStrike" dirty="0">
              <a:solidFill>
                <a:srgbClr val="000000"/>
              </a:solidFill>
              <a:uFillTx/>
              <a:latin typeface="Arial"/>
            </a:endParaRPr>
          </a:p>
          <a:p>
            <a:pPr marL="457200" indent="0" defTabSz="914400">
              <a:lnSpc>
                <a:spcPct val="90000"/>
              </a:lnSpc>
              <a:spcBef>
                <a:spcPts val="499"/>
              </a:spcBef>
              <a:buNone/>
              <a:tabLst>
                <a:tab pos="0" algn="l"/>
              </a:tabLst>
            </a:pPr>
            <a:r>
              <a:rPr lang="de-DE" sz="2800" b="0" u="none" strike="noStrike" dirty="0">
                <a:solidFill>
                  <a:srgbClr val="1E347B"/>
                </a:solidFill>
                <a:uFillTx/>
                <a:latin typeface="SourceCodePro"/>
              </a:rPr>
              <a:t>&lt;/release-card&gt;</a:t>
            </a:r>
          </a:p>
          <a:p>
            <a:pPr marL="457200" indent="0" defTabSz="914400">
              <a:lnSpc>
                <a:spcPct val="90000"/>
              </a:lnSpc>
              <a:spcBef>
                <a:spcPts val="499"/>
              </a:spcBef>
              <a:buNone/>
              <a:tabLst>
                <a:tab pos="0" algn="l"/>
              </a:tabLst>
            </a:pPr>
            <a:r>
              <a:rPr lang="de-DE" sz="2800" b="0" u="none" strike="noStrike" dirty="0">
                <a:solidFill>
                  <a:srgbClr val="1E347B"/>
                </a:solidFill>
                <a:uFillTx/>
                <a:latin typeface="SourceCodePro"/>
              </a:rPr>
              <a:t>}</a:t>
            </a:r>
            <a:endParaRPr lang="de-DE" sz="2800" dirty="0">
              <a:solidFill>
                <a:srgbClr val="000000"/>
              </a:solidFill>
              <a:latin typeface="Arial"/>
            </a:endParaRPr>
          </a:p>
          <a:p>
            <a:pPr marL="457200">
              <a:spcBef>
                <a:spcPts val="499"/>
              </a:spcBef>
              <a:tabLst>
                <a:tab pos="0" algn="l"/>
              </a:tabLst>
            </a:pPr>
            <a:r>
              <a:rPr lang="de-DE" sz="2800" b="0" u="none" strike="noStrike" dirty="0">
                <a:solidFill>
                  <a:srgbClr val="1E347B"/>
                </a:solidFill>
                <a:uFillTx/>
                <a:latin typeface="SourceCodePro"/>
              </a:rPr>
              <a:t>&lt;/div&gt;</a:t>
            </a:r>
            <a:endParaRPr lang="de-DE" sz="2800" b="0" u="none" strike="noStrike" dirty="0">
              <a:solidFill>
                <a:srgbClr val="000000"/>
              </a:solidFill>
              <a:uFillTx/>
              <a:latin typeface="Arial"/>
            </a:endParaRPr>
          </a:p>
          <a:p>
            <a:pPr marL="457200" indent="0" defTabSz="914400">
              <a:lnSpc>
                <a:spcPct val="90000"/>
              </a:lnSpc>
              <a:spcBef>
                <a:spcPts val="1001"/>
              </a:spcBef>
              <a:buNone/>
              <a:tabLst>
                <a:tab pos="0" algn="l"/>
              </a:tabLst>
            </a:pPr>
            <a:endParaRPr lang="de-DE" sz="2800" b="0" u="none" strike="noStrike" dirty="0">
              <a:solidFill>
                <a:srgbClr val="000000"/>
              </a:solidFill>
              <a:uFillTx/>
              <a:latin typeface="Arial"/>
            </a:endParaRPr>
          </a:p>
        </p:txBody>
      </p:sp>
      <p:cxnSp>
        <p:nvCxnSpPr>
          <p:cNvPr id="683" name="Gerade Verbindung mit Pfeil 4"/>
          <p:cNvCxnSpPr/>
          <p:nvPr/>
        </p:nvCxnSpPr>
        <p:spPr>
          <a:xfrm flipH="1" flipV="1">
            <a:off x="5824440" y="3707640"/>
            <a:ext cx="1128600" cy="965880"/>
          </a:xfrm>
          <a:prstGeom prst="straightConnector1">
            <a:avLst/>
          </a:prstGeom>
          <a:ln w="0">
            <a:solidFill>
              <a:srgbClr val="1D9A78"/>
            </a:solidFill>
            <a:tailEnd type="triangle" w="med" len="med"/>
          </a:ln>
        </p:spPr>
      </p:cxnSp>
      <p:sp>
        <p:nvSpPr>
          <p:cNvPr id="684" name="Textfeld 5"/>
          <p:cNvSpPr/>
          <p:nvPr/>
        </p:nvSpPr>
        <p:spPr>
          <a:xfrm>
            <a:off x="7063560" y="4847400"/>
            <a:ext cx="3862440" cy="638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de-DE" sz="1800" b="0" u="none" strike="noStrike">
                <a:solidFill>
                  <a:schemeClr val="dk1"/>
                </a:solidFill>
                <a:uFillTx/>
                <a:latin typeface="Calibri"/>
              </a:rPr>
              <a:t>Methode im aufrufendem Controller</a:t>
            </a:r>
            <a:endParaRPr lang="de-DE" sz="1800" b="0" u="none" strike="noStrike">
              <a:solidFill>
                <a:srgbClr val="000000"/>
              </a:solidFill>
              <a:uFillTx/>
              <a:latin typeface="Arial"/>
            </a:endParaRPr>
          </a:p>
          <a:p>
            <a:pPr defTabSz="914400">
              <a:lnSpc>
                <a:spcPct val="100000"/>
              </a:lnSpc>
            </a:pPr>
            <a:r>
              <a:rPr lang="de-DE" sz="1800" b="0" u="none" strike="noStrike">
                <a:solidFill>
                  <a:schemeClr val="dk1"/>
                </a:solidFill>
                <a:uFillTx/>
                <a:latin typeface="Calibri"/>
              </a:rPr>
              <a:t>NICHT in der Release-Card Komponente</a:t>
            </a:r>
            <a:endParaRPr lang="de-DE" sz="1800" b="0" u="none" strike="noStrike">
              <a:solidFill>
                <a:srgbClr val="000000"/>
              </a:solidFill>
              <a:uFillTx/>
              <a:latin typeface="Arial"/>
            </a:endParaRP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10"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Lokaler State mit Signals</a:t>
            </a:r>
            <a:endParaRPr lang="de-DE" sz="4400" b="0" u="none" strike="noStrike">
              <a:solidFill>
                <a:srgbClr val="000000"/>
              </a:solidFill>
              <a:uFillTx/>
              <a:latin typeface="Arial"/>
            </a:endParaRPr>
          </a:p>
        </p:txBody>
      </p:sp>
      <p:sp>
        <p:nvSpPr>
          <p:cNvPr id="811"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a:bodyPr>
          <a:lstStyle/>
          <a:p>
            <a:pPr indent="0" defTabSz="914400">
              <a:lnSpc>
                <a:spcPct val="90000"/>
              </a:lnSpc>
              <a:spcBef>
                <a:spcPts val="790"/>
              </a:spcBef>
              <a:buNone/>
              <a:tabLst>
                <a:tab pos="0" algn="l"/>
              </a:tabLst>
            </a:pPr>
            <a:r>
              <a:rPr lang="de-DE" sz="2200" b="0" u="none" strike="noStrike">
                <a:solidFill>
                  <a:srgbClr val="1E347B"/>
                </a:solidFill>
                <a:uFillTx/>
                <a:latin typeface="SourceCodePro"/>
              </a:rPr>
              <a:t>import { Component, computed, signal } from '@angular/core';</a:t>
            </a:r>
            <a:endParaRPr lang="de-DE" sz="2200" b="0" u="none" strike="noStrike">
              <a:solidFill>
                <a:srgbClr val="000000"/>
              </a:solidFill>
              <a:uFillTx/>
              <a:latin typeface="Arial"/>
            </a:endParaRPr>
          </a:p>
          <a:p>
            <a:pPr indent="0" defTabSz="914400">
              <a:lnSpc>
                <a:spcPct val="90000"/>
              </a:lnSpc>
              <a:spcBef>
                <a:spcPts val="790"/>
              </a:spcBef>
              <a:buNone/>
              <a:tabLst>
                <a:tab pos="0" algn="l"/>
              </a:tabLst>
            </a:pPr>
            <a:r>
              <a:rPr lang="de-DE" sz="2200" b="0" u="none" strike="noStrike">
                <a:solidFill>
                  <a:srgbClr val="1E347B"/>
                </a:solidFill>
                <a:uFillTx/>
                <a:latin typeface="SourceCodePro"/>
              </a:rPr>
              <a:t>export class AppComponent {</a:t>
            </a:r>
            <a:endParaRPr lang="de-DE" sz="2200" b="0" u="none" strike="noStrike">
              <a:solidFill>
                <a:srgbClr val="000000"/>
              </a:solidFill>
              <a:uFillTx/>
              <a:latin typeface="Arial"/>
            </a:endParaRPr>
          </a:p>
          <a:p>
            <a:pPr indent="0" defTabSz="914400">
              <a:lnSpc>
                <a:spcPct val="90000"/>
              </a:lnSpc>
              <a:spcBef>
                <a:spcPts val="790"/>
              </a:spcBef>
              <a:buNone/>
              <a:tabLst>
                <a:tab pos="0" algn="l"/>
              </a:tabLst>
            </a:pPr>
            <a:r>
              <a:rPr lang="de-DE" sz="2200" b="0" u="none" strike="noStrike">
                <a:solidFill>
                  <a:srgbClr val="1E347B"/>
                </a:solidFill>
                <a:uFillTx/>
                <a:latin typeface="SourceCodePro"/>
              </a:rPr>
              <a:t>  selectedCustomer = signal&lt;Customer | undefined&gt;(undefined);</a:t>
            </a:r>
            <a:endParaRPr lang="de-DE" sz="2200" b="0" u="none" strike="noStrike">
              <a:solidFill>
                <a:srgbClr val="000000"/>
              </a:solidFill>
              <a:uFillTx/>
              <a:latin typeface="Arial"/>
            </a:endParaRPr>
          </a:p>
          <a:p>
            <a:pPr indent="0" defTabSz="914400">
              <a:lnSpc>
                <a:spcPct val="90000"/>
              </a:lnSpc>
              <a:spcBef>
                <a:spcPts val="790"/>
              </a:spcBef>
              <a:buNone/>
              <a:tabLst>
                <a:tab pos="0" algn="l"/>
              </a:tabLst>
            </a:pPr>
            <a:r>
              <a:rPr lang="de-DE" sz="2200" b="0" u="none" strike="noStrike">
                <a:solidFill>
                  <a:srgbClr val="1E347B"/>
                </a:solidFill>
                <a:uFillTx/>
                <a:latin typeface="SourceCodePro"/>
              </a:rPr>
              <a:t>  hasSelection = computed(() =&gt; this.selectedCustomer() !== undefined);</a:t>
            </a:r>
            <a:endParaRPr lang="de-DE" sz="2200" b="0" u="none" strike="noStrike">
              <a:solidFill>
                <a:srgbClr val="000000"/>
              </a:solidFill>
              <a:uFillTx/>
              <a:latin typeface="Arial"/>
            </a:endParaRPr>
          </a:p>
          <a:p>
            <a:pPr indent="0" defTabSz="914400">
              <a:lnSpc>
                <a:spcPct val="90000"/>
              </a:lnSpc>
              <a:spcBef>
                <a:spcPts val="790"/>
              </a:spcBef>
              <a:buNone/>
              <a:tabLst>
                <a:tab pos="0" algn="l"/>
              </a:tabLst>
            </a:pPr>
            <a:r>
              <a:rPr lang="de-DE" sz="2200" b="0" u="none" strike="noStrike">
                <a:solidFill>
                  <a:srgbClr val="1E347B"/>
                </a:solidFill>
                <a:uFillTx/>
                <a:latin typeface="SourceCodePro"/>
              </a:rPr>
              <a:t/>
            </a:r>
            <a:endParaRPr lang="de-DE" sz="2200" b="0" u="none" strike="noStrike">
              <a:solidFill>
                <a:srgbClr val="000000"/>
              </a:solidFill>
              <a:uFillTx/>
              <a:latin typeface="Arial"/>
            </a:endParaRPr>
          </a:p>
          <a:p>
            <a:pPr indent="0" defTabSz="914400">
              <a:lnSpc>
                <a:spcPct val="90000"/>
              </a:lnSpc>
              <a:spcBef>
                <a:spcPts val="790"/>
              </a:spcBef>
              <a:buNone/>
              <a:tabLst>
                <a:tab pos="0" algn="l"/>
              </a:tabLst>
            </a:pPr>
            <a:r>
              <a:rPr lang="de-DE" sz="2200" b="0" u="none" strike="noStrike">
                <a:solidFill>
                  <a:srgbClr val="1E347B"/>
                </a:solidFill>
                <a:uFillTx/>
                <a:latin typeface="SourceCodePro"/>
              </a:rPr>
              <a:t>  newCustomerSelected(customer: Customer) {</a:t>
            </a:r>
            <a:endParaRPr lang="de-DE" sz="2200" b="0" u="none" strike="noStrike">
              <a:solidFill>
                <a:srgbClr val="000000"/>
              </a:solidFill>
              <a:uFillTx/>
              <a:latin typeface="Arial"/>
            </a:endParaRPr>
          </a:p>
          <a:p>
            <a:pPr indent="0" defTabSz="914400">
              <a:lnSpc>
                <a:spcPct val="90000"/>
              </a:lnSpc>
              <a:spcBef>
                <a:spcPts val="790"/>
              </a:spcBef>
              <a:buNone/>
              <a:tabLst>
                <a:tab pos="0" algn="l"/>
              </a:tabLst>
            </a:pPr>
            <a:r>
              <a:rPr lang="de-DE" sz="2200" b="0" u="none" strike="noStrike">
                <a:solidFill>
                  <a:srgbClr val="1E347B"/>
                </a:solidFill>
                <a:uFillTx/>
                <a:latin typeface="SourceCodePro"/>
              </a:rPr>
              <a:t>    this.selectedCustomer.set(customer);   // oder .update(old =&gt; ...)</a:t>
            </a:r>
            <a:endParaRPr lang="de-DE" sz="2200" b="0" u="none" strike="noStrike">
              <a:solidFill>
                <a:srgbClr val="000000"/>
              </a:solidFill>
              <a:uFillTx/>
              <a:latin typeface="Arial"/>
            </a:endParaRPr>
          </a:p>
          <a:p>
            <a:pPr indent="0" defTabSz="914400">
              <a:lnSpc>
                <a:spcPct val="90000"/>
              </a:lnSpc>
              <a:spcBef>
                <a:spcPts val="790"/>
              </a:spcBef>
              <a:buNone/>
              <a:tabLst>
                <a:tab pos="0" algn="l"/>
              </a:tabLst>
            </a:pPr>
            <a:r>
              <a:rPr lang="de-DE" sz="2200" b="0" u="none" strike="noStrike">
                <a:solidFill>
                  <a:srgbClr val="1E347B"/>
                </a:solidFill>
                <a:uFillTx/>
                <a:latin typeface="SourceCodePro"/>
              </a:rPr>
              <a:t>  }</a:t>
            </a:r>
            <a:endParaRPr lang="de-DE" sz="2200" b="0" u="none" strike="noStrike">
              <a:solidFill>
                <a:srgbClr val="000000"/>
              </a:solidFill>
              <a:uFillTx/>
              <a:latin typeface="Arial"/>
            </a:endParaRPr>
          </a:p>
          <a:p>
            <a:pPr indent="0" defTabSz="914400">
              <a:lnSpc>
                <a:spcPct val="90000"/>
              </a:lnSpc>
              <a:spcBef>
                <a:spcPts val="790"/>
              </a:spcBef>
              <a:buNone/>
              <a:tabLst>
                <a:tab pos="0" algn="l"/>
              </a:tabLst>
            </a:pPr>
            <a:r>
              <a:rPr lang="de-DE" sz="2200" b="0" u="none" strike="noStrike">
                <a:solidFill>
                  <a:srgbClr val="1E347B"/>
                </a:solidFill>
                <a:uFillTx/>
                <a:latin typeface="SourceCodePro"/>
              </a:rPr>
              <a:t>}</a:t>
            </a:r>
            <a:endParaRPr lang="de-DE" sz="2200" b="0" u="none" strike="noStrike">
              <a:solidFill>
                <a:srgbClr val="000000"/>
              </a:solidFill>
              <a:uFillTx/>
              <a:latin typeface="Arial"/>
            </a:endParaRPr>
          </a:p>
          <a:p>
            <a:pPr indent="0" defTabSz="914400">
              <a:lnSpc>
                <a:spcPct val="90000"/>
              </a:lnSpc>
              <a:spcBef>
                <a:spcPts val="790"/>
              </a:spcBef>
              <a:buNone/>
              <a:tabLst>
                <a:tab pos="0" algn="l"/>
              </a:tabLst>
            </a:pPr>
            <a:r>
              <a:rPr lang="de-DE" sz="2200" b="0" u="none" strike="noStrike">
                <a:solidFill>
                  <a:srgbClr val="1E347B"/>
                </a:solidFill>
                <a:uFillTx/>
                <a:latin typeface="SourceCodePro"/>
              </a:rPr>
              <a:t>&lt;!-- Template: Signals werden wie Funktionen gelesen --&gt;</a:t>
            </a:r>
            <a:endParaRPr lang="de-DE" sz="2200" b="0" u="none" strike="noStrike">
              <a:solidFill>
                <a:srgbClr val="000000"/>
              </a:solidFill>
              <a:uFillTx/>
              <a:latin typeface="Arial"/>
            </a:endParaRPr>
          </a:p>
          <a:p>
            <a:pPr indent="0" defTabSz="914400">
              <a:lnSpc>
                <a:spcPct val="90000"/>
              </a:lnSpc>
              <a:spcBef>
                <a:spcPts val="790"/>
              </a:spcBef>
              <a:buNone/>
              <a:tabLst>
                <a:tab pos="0" algn="l"/>
              </a:tabLst>
            </a:pPr>
            <a:r>
              <a:rPr lang="de-DE" sz="2200" b="0" u="none" strike="noStrike">
                <a:solidFill>
                  <a:srgbClr val="1E347B"/>
                </a:solidFill>
                <a:uFillTx/>
                <a:latin typeface="SourceCodePro"/>
              </a:rPr>
              <a:t>&lt;customer-details [customer]="selectedCustomer()" /&gt;</a:t>
            </a:r>
            <a:endParaRPr lang="de-DE" sz="2200" b="0" u="none" strike="noStrike">
              <a:solidFill>
                <a:srgbClr val="000000"/>
              </a:solidFill>
              <a:uFillTx/>
              <a:latin typeface="Arial"/>
            </a:endParaRPr>
          </a:p>
          <a:p>
            <a:pPr indent="0" defTabSz="914400">
              <a:lnSpc>
                <a:spcPct val="90000"/>
              </a:lnSpc>
              <a:spcBef>
                <a:spcPts val="790"/>
              </a:spcBef>
              <a:buNone/>
              <a:tabLst>
                <a:tab pos="0" algn="l"/>
              </a:tabLst>
            </a:pPr>
            <a:r>
              <a:rPr lang="de-DE" sz="2200" b="0" u="none" strike="noStrike">
                <a:solidFill>
                  <a:srgbClr val="1E347B"/>
                </a:solidFill>
                <a:uFillTx/>
                <a:latin typeface="SourceCodePro"/>
              </a:rPr>
              <a:t>// Signals + zoneless: Angular weiß genau, was sich geändert hat</a:t>
            </a:r>
            <a:endParaRPr lang="de-DE" sz="2200" b="0" u="none" strike="noStrike">
              <a:solidFill>
                <a:srgbClr val="000000"/>
              </a:solidFill>
              <a:uFillTx/>
              <a:latin typeface="Arial"/>
            </a:endParaRP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693" name="Rectangle 7">
            <a:extLst>
              <a:ext uri="{C183D7F6-B498-43B3-948B-1728B52AA6E4}">
                <adec:decorative xmlns:adec="http://schemas.microsoft.com/office/drawing/2017/decorative" val="1"/>
              </a:ext>
            </a:extLst>
          </p:cNvPr>
          <p:cNvSpPr/>
          <p:nvPr/>
        </p:nvSpPr>
        <p:spPr>
          <a:xfrm>
            <a:off x="0" y="0"/>
            <a:ext cx="12190320" cy="685656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694" name="Rectangle 9">
            <a:extLst>
              <a:ext uri="{C183D7F6-B498-43B3-948B-1728B52AA6E4}">
                <adec:decorative xmlns:adec="http://schemas.microsoft.com/office/drawing/2017/decorative" val="1"/>
              </a:ext>
            </a:extLst>
          </p:cNvPr>
          <p:cNvSpPr/>
          <p:nvPr/>
        </p:nvSpPr>
        <p:spPr>
          <a:xfrm>
            <a:off x="360" y="0"/>
            <a:ext cx="12190320" cy="68565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800" b="0" u="none" strike="noStrike">
              <a:solidFill>
                <a:schemeClr val="lt1"/>
              </a:solidFill>
              <a:uFillTx/>
              <a:latin typeface="Calibri"/>
            </a:endParaRPr>
          </a:p>
        </p:txBody>
      </p:sp>
      <p:sp>
        <p:nvSpPr>
          <p:cNvPr id="695" name="PlaceHolder 1"/>
          <p:cNvSpPr>
            <a:spLocks noGrp="1"/>
          </p:cNvSpPr>
          <p:nvPr>
            <p:ph type="title"/>
          </p:nvPr>
        </p:nvSpPr>
        <p:spPr>
          <a:xfrm>
            <a:off x="1179360" y="1755000"/>
            <a:ext cx="9831960" cy="1065240"/>
          </a:xfrm>
          <a:prstGeom prst="rect">
            <a:avLst/>
          </a:prstGeom>
          <a:noFill/>
          <a:ln w="0">
            <a:noFill/>
          </a:ln>
        </p:spPr>
        <p:txBody>
          <a:bodyPr lIns="91440" tIns="45720" rIns="91440" bIns="45720" anchor="b">
            <a:normAutofit/>
          </a:bodyPr>
          <a:lstStyle/>
          <a:p>
            <a:pPr indent="0" defTabSz="914400">
              <a:lnSpc>
                <a:spcPct val="90000"/>
              </a:lnSpc>
              <a:buNone/>
              <a:tabLst>
                <a:tab pos="0" algn="l"/>
              </a:tabLst>
            </a:pPr>
            <a:r>
              <a:rPr lang="de-DE" sz="3600" b="0" u="none" strike="noStrike">
                <a:solidFill>
                  <a:schemeClr val="dk2"/>
                </a:solidFill>
                <a:uFillTx/>
                <a:latin typeface="Calibri Light"/>
              </a:rPr>
              <a:t>Übung 10: Output</a:t>
            </a:r>
            <a:endParaRPr lang="de-DE" sz="3600" b="0" u="none" strike="noStrike">
              <a:solidFill>
                <a:srgbClr val="000000"/>
              </a:solidFill>
              <a:uFillTx/>
              <a:latin typeface="Arial"/>
            </a:endParaRPr>
          </a:p>
        </p:txBody>
      </p:sp>
      <p:grpSp>
        <p:nvGrpSpPr>
          <p:cNvPr id="696" name="Group 11">
            <a:extLst>
              <a:ext uri="{C183D7F6-B498-43B3-948B-1728B52AA6E4}">
                <adec:decorative xmlns:adec="http://schemas.microsoft.com/office/drawing/2017/decorative" val="1"/>
              </a:ext>
            </a:extLst>
          </p:cNvPr>
          <p:cNvGrpSpPr/>
          <p:nvPr/>
        </p:nvGrpSpPr>
        <p:grpSpPr>
          <a:xfrm>
            <a:off x="7867080" y="0"/>
            <a:ext cx="4323600" cy="2639880"/>
            <a:chOff x="7867080" y="0"/>
            <a:chExt cx="4323600" cy="2639880"/>
          </a:xfrm>
        </p:grpSpPr>
        <p:sp>
          <p:nvSpPr>
            <p:cNvPr id="697" name="Freeform: Shape 12">
              <a:extLst>
                <a:ext uri="{C183D7F6-B498-43B3-948B-1728B52AA6E4}">
                  <adec:decorative xmlns:adec="http://schemas.microsoft.com/office/drawing/2017/decorative" val="1"/>
                </a:ext>
              </a:extLst>
            </p:cNvPr>
            <p:cNvSpPr/>
            <p:nvPr/>
          </p:nvSpPr>
          <p:spPr>
            <a:xfrm>
              <a:off x="7867080" y="0"/>
              <a:ext cx="4323600" cy="2639880"/>
            </a:xfrm>
            <a:custGeom>
              <a:avLst/>
              <a:gdLst>
                <a:gd name="textAreaLeft" fmla="*/ 0 w 4323600"/>
                <a:gd name="textAreaRight" fmla="*/ 4325040 w 4323600"/>
                <a:gd name="textAreaTop" fmla="*/ 0 h 2639880"/>
                <a:gd name="textAreaBottom" fmla="*/ 2641320 h 2639880"/>
              </a:gdLst>
              <a:ahLst/>
              <a:cxnLst/>
              <a:rect l="textAreaLeft" t="textAreaTop" r="textAreaRight" b="textAreaBottom"/>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698" name="Freeform: Shape 13">
              <a:extLst>
                <a:ext uri="{C183D7F6-B498-43B3-948B-1728B52AA6E4}">
                  <adec:decorative xmlns:adec="http://schemas.microsoft.com/office/drawing/2017/decorative" val="1"/>
                </a:ext>
              </a:extLst>
            </p:cNvPr>
            <p:cNvSpPr/>
            <p:nvPr/>
          </p:nvSpPr>
          <p:spPr>
            <a:xfrm>
              <a:off x="7907400" y="0"/>
              <a:ext cx="4283280" cy="2419560"/>
            </a:xfrm>
            <a:custGeom>
              <a:avLst/>
              <a:gdLst>
                <a:gd name="textAreaLeft" fmla="*/ 0 w 4283280"/>
                <a:gd name="textAreaRight" fmla="*/ 4284720 w 4283280"/>
                <a:gd name="textAreaTop" fmla="*/ 0 h 2419560"/>
                <a:gd name="textAreaBottom" fmla="*/ 2421000 h 2419560"/>
              </a:gdLst>
              <a:ahLst/>
              <a:cxnLst/>
              <a:rect l="textAreaLeft" t="textAreaTop" r="textAreaRight" b="textAreaBottom"/>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699" name="Freeform: Shape 14">
              <a:extLst>
                <a:ext uri="{C183D7F6-B498-43B3-948B-1728B52AA6E4}">
                  <adec:decorative xmlns:adec="http://schemas.microsoft.com/office/drawing/2017/decorative" val="1"/>
                </a:ext>
              </a:extLst>
            </p:cNvPr>
            <p:cNvSpPr/>
            <p:nvPr/>
          </p:nvSpPr>
          <p:spPr>
            <a:xfrm>
              <a:off x="7911000" y="0"/>
              <a:ext cx="4279320" cy="2376360"/>
            </a:xfrm>
            <a:custGeom>
              <a:avLst/>
              <a:gdLst>
                <a:gd name="textAreaLeft" fmla="*/ 0 w 4279320"/>
                <a:gd name="textAreaRight" fmla="*/ 4280760 w 4279320"/>
                <a:gd name="textAreaTop" fmla="*/ 0 h 2376360"/>
                <a:gd name="textAreaBottom" fmla="*/ 2377800 h 2376360"/>
              </a:gdLst>
              <a:ahLst/>
              <a:cxnLst/>
              <a:rect l="textAreaLeft" t="textAreaTop" r="textAreaRight" b="textAreaBottom"/>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700" name="Freeform: Shape 15">
              <a:extLst>
                <a:ext uri="{C183D7F6-B498-43B3-948B-1728B52AA6E4}">
                  <adec:decorative xmlns:adec="http://schemas.microsoft.com/office/drawing/2017/decorative" val="1"/>
                </a:ext>
              </a:extLst>
            </p:cNvPr>
            <p:cNvSpPr/>
            <p:nvPr/>
          </p:nvSpPr>
          <p:spPr>
            <a:xfrm>
              <a:off x="7911000" y="0"/>
              <a:ext cx="4279320" cy="2376360"/>
            </a:xfrm>
            <a:custGeom>
              <a:avLst/>
              <a:gdLst>
                <a:gd name="textAreaLeft" fmla="*/ 0 w 4279320"/>
                <a:gd name="textAreaRight" fmla="*/ 4280760 w 4279320"/>
                <a:gd name="textAreaTop" fmla="*/ 0 h 2376360"/>
                <a:gd name="textAreaBottom" fmla="*/ 2377800 h 2376360"/>
              </a:gdLst>
              <a:ahLst/>
              <a:cxnLst/>
              <a:rect l="textAreaLeft" t="textAreaTop" r="textAreaRight" b="textAreaBottom"/>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grpSp>
      <p:sp>
        <p:nvSpPr>
          <p:cNvPr id="701" name="PlaceHolder 2"/>
          <p:cNvSpPr>
            <a:spLocks noGrp="1"/>
          </p:cNvSpPr>
          <p:nvPr>
            <p:ph/>
          </p:nvPr>
        </p:nvSpPr>
        <p:spPr>
          <a:xfrm>
            <a:off x="1179360" y="3049200"/>
            <a:ext cx="9831960" cy="2944080"/>
          </a:xfrm>
          <a:prstGeom prst="rect">
            <a:avLst/>
          </a:prstGeom>
          <a:noFill/>
          <a:ln w="0">
            <a:noFill/>
          </a:ln>
        </p:spPr>
        <p:txBody>
          <a:bodyPr lIns="91440" tIns="45720" rIns="91440" bIns="45720" anchor="ctr">
            <a:normAutofit lnSpcReduction="9999"/>
          </a:bodyPr>
          <a:lstStyle/>
          <a:p>
            <a:pPr marL="228600" indent="-228600" defTabSz="914400">
              <a:lnSpc>
                <a:spcPct val="90000"/>
              </a:lnSpc>
              <a:spcBef>
                <a:spcPts val="1001"/>
              </a:spcBef>
              <a:buClr>
                <a:srgbClr val="44546A"/>
              </a:buClr>
              <a:buFont typeface="Arial"/>
              <a:buChar char="•"/>
            </a:pPr>
            <a:r>
              <a:rPr lang="de-DE" sz="1100" b="0" u="none" strike="noStrike">
                <a:solidFill>
                  <a:schemeClr val="dk2"/>
                </a:solidFill>
                <a:uFillTx/>
                <a:latin typeface="Calibri"/>
              </a:rPr>
              <a:t>Erweitere CustomerListComponent</a:t>
            </a:r>
            <a:endParaRPr lang="de-DE" sz="11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100" b="0" u="none" strike="noStrike">
                <a:solidFill>
                  <a:schemeClr val="dk2"/>
                </a:solidFill>
                <a:uFillTx/>
                <a:latin typeface="Calibri"/>
              </a:rPr>
              <a:t>Erstelle in CustomerListComponent ein Output customerSelected = output&lt;Customer&gt;()</a:t>
            </a:r>
            <a:endParaRPr lang="de-DE" sz="11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100" b="0" u="none" strike="noStrike">
                <a:solidFill>
                  <a:schemeClr val="dk2"/>
                </a:solidFill>
                <a:uFillTx/>
                <a:latin typeface="Calibri"/>
              </a:rPr>
              <a:t>Emitte in CustomerListComponent#listItemClicked customerSelected ein Event</a:t>
            </a:r>
            <a:endParaRPr lang="de-DE" sz="11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100" b="0" u="none" strike="noStrike">
                <a:solidFill>
                  <a:schemeClr val="dk2"/>
                </a:solidFill>
                <a:uFillTx/>
                <a:latin typeface="Calibri"/>
              </a:rPr>
              <a:t>Erstelle in AppComponent ein Event-Binding für customerSelected an CustomerListComponent</a:t>
            </a:r>
            <a:endParaRPr lang="de-DE" sz="11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100" b="0" u="none" strike="noStrike">
                <a:solidFill>
                  <a:schemeClr val="dk2"/>
                </a:solidFill>
                <a:uFillTx/>
                <a:latin typeface="Calibri"/>
              </a:rPr>
              <a:t>Speichere in AppComponent den zuletzt selektierten Customer in einem signal()</a:t>
            </a:r>
            <a:endParaRPr lang="de-DE" sz="1100" b="0" u="none" strike="noStrike">
              <a:solidFill>
                <a:srgbClr val="000000"/>
              </a:solidFill>
              <a:uFillTx/>
              <a:latin typeface="Arial"/>
            </a:endParaRPr>
          </a:p>
          <a:p>
            <a:pPr marL="228600" indent="-228600" defTabSz="914400">
              <a:lnSpc>
                <a:spcPct val="90000"/>
              </a:lnSpc>
              <a:spcBef>
                <a:spcPts val="1001"/>
              </a:spcBef>
              <a:buClr>
                <a:srgbClr val="44546A"/>
              </a:buClr>
              <a:buFont typeface="Arial"/>
              <a:buChar char="•"/>
            </a:pPr>
            <a:r>
              <a:rPr lang="de-DE" sz="1100" b="0" u="none" strike="noStrike">
                <a:solidFill>
                  <a:schemeClr val="dk2"/>
                </a:solidFill>
                <a:uFillTx/>
                <a:latin typeface="Calibri"/>
              </a:rPr>
              <a:t>Erstelle eine Komponente CustomerDetailsComponent</a:t>
            </a:r>
            <a:endParaRPr lang="de-DE" sz="11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100" b="0" u="none" strike="noStrike">
                <a:solidFill>
                  <a:schemeClr val="dk2"/>
                </a:solidFill>
                <a:uFillTx/>
                <a:latin typeface="Calibri"/>
              </a:rPr>
              <a:t>Generieren per ng generate component customer/customer-details</a:t>
            </a:r>
            <a:endParaRPr lang="de-DE" sz="11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100" b="0" u="none" strike="noStrike">
                <a:solidFill>
                  <a:schemeClr val="dk2"/>
                </a:solidFill>
                <a:uFillTx/>
                <a:latin typeface="Calibri"/>
              </a:rPr>
              <a:t>Erstelle einen Signal-Input customer = input&lt;Customer&gt;() und zeige im Template dessen Properties an</a:t>
            </a:r>
            <a:endParaRPr lang="de-DE" sz="11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100" b="0" u="none" strike="noStrike">
                <a:solidFill>
                  <a:schemeClr val="dk2"/>
                </a:solidFill>
                <a:uFillTx/>
                <a:latin typeface="Calibri"/>
              </a:rPr>
              <a:t>Importiere CustomerDetailsComponent im imports-Array von AppComponent</a:t>
            </a:r>
            <a:endParaRPr lang="de-DE" sz="1100" b="0" u="none" strike="noStrike">
              <a:solidFill>
                <a:srgbClr val="000000"/>
              </a:solidFill>
              <a:uFillTx/>
              <a:latin typeface="Arial"/>
            </a:endParaRPr>
          </a:p>
          <a:p>
            <a:pPr marL="228600" indent="-228600" defTabSz="914400">
              <a:lnSpc>
                <a:spcPct val="90000"/>
              </a:lnSpc>
              <a:spcBef>
                <a:spcPts val="1001"/>
              </a:spcBef>
              <a:buClr>
                <a:srgbClr val="44546A"/>
              </a:buClr>
              <a:buFont typeface="Arial"/>
              <a:buChar char="•"/>
            </a:pPr>
            <a:r>
              <a:rPr lang="de-DE" sz="1100" b="0" u="none" strike="noStrike">
                <a:solidFill>
                  <a:schemeClr val="dk2"/>
                </a:solidFill>
                <a:uFillTx/>
                <a:latin typeface="Calibri"/>
              </a:rPr>
              <a:t>Verbinde die beiden Komponenten in AppComponent</a:t>
            </a:r>
            <a:endParaRPr lang="de-DE" sz="11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100" b="0" u="none" strike="noStrike">
                <a:solidFill>
                  <a:schemeClr val="dk2"/>
                </a:solidFill>
                <a:uFillTx/>
                <a:latin typeface="Calibri"/>
              </a:rPr>
              <a:t>Binde CustomerDetailsComponent in AppComponent ein (parallel zu CustomerListComponent)</a:t>
            </a:r>
            <a:endParaRPr lang="de-DE" sz="11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100" b="0" u="none" strike="noStrike">
                <a:solidFill>
                  <a:schemeClr val="dk2"/>
                </a:solidFill>
                <a:uFillTx/>
                <a:latin typeface="Calibri"/>
              </a:rPr>
              <a:t>Reiche das selektierte Customer an CustomerDetailsComponent weiter ([customer]="selectedCustomer()")</a:t>
            </a:r>
            <a:endParaRPr lang="de-DE" sz="11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100" b="0" u="none" strike="noStrike">
                <a:solidFill>
                  <a:schemeClr val="dk2"/>
                </a:solidFill>
                <a:uFillTx/>
                <a:latin typeface="Calibri"/>
              </a:rPr>
              <a:t>Zeige in AppComponent die Detail-Ansicht nur an, wenn ein Customer selektiert wurde (NPE vermeiden)</a:t>
            </a:r>
            <a:endParaRPr lang="de-DE" sz="1100" b="0" u="none" strike="noStrike">
              <a:solidFill>
                <a:srgbClr val="000000"/>
              </a:solidFill>
              <a:uFillTx/>
              <a:latin typeface="Arial"/>
            </a:endParaRPr>
          </a:p>
          <a:p>
            <a:pPr indent="0" defTabSz="914400">
              <a:lnSpc>
                <a:spcPct val="90000"/>
              </a:lnSpc>
              <a:spcBef>
                <a:spcPts val="1001"/>
              </a:spcBef>
              <a:buNone/>
              <a:tabLst>
                <a:tab pos="0" algn="l"/>
              </a:tabLst>
            </a:pPr>
            <a:endParaRPr lang="de-DE" sz="1100" b="0" u="none" strike="noStrike">
              <a:solidFill>
                <a:srgbClr val="000000"/>
              </a:solidFill>
              <a:uFillTx/>
              <a:latin typeface="Arial"/>
            </a:endParaRP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5" name="Abgerundetes Rechteck 3"/>
          <p:cNvSpPr/>
          <p:nvPr/>
        </p:nvSpPr>
        <p:spPr>
          <a:xfrm>
            <a:off x="1158840" y="3625560"/>
            <a:ext cx="2231280" cy="1029960"/>
          </a:xfrm>
          <a:prstGeom prst="roundRect">
            <a:avLst>
              <a:gd name="adj" fmla="val 16667"/>
            </a:avLst>
          </a:prstGeom>
          <a:solidFill>
            <a:srgbClr val="1D9A78"/>
          </a:solidFill>
          <a:ln>
            <a:solidFill>
              <a:srgbClr val="157158"/>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de-DE" sz="1800" b="0" u="none" strike="noStrike" dirty="0" err="1">
                <a:solidFill>
                  <a:schemeClr val="lt1"/>
                </a:solidFill>
                <a:uFillTx/>
                <a:latin typeface="Calibri"/>
              </a:rPr>
              <a:t>CustomerListComp</a:t>
            </a:r>
            <a:endParaRPr lang="de-DE" sz="1800" b="0" u="none" strike="noStrike" dirty="0">
              <a:solidFill>
                <a:srgbClr val="FFFFFF"/>
              </a:solidFill>
              <a:uFillTx/>
              <a:latin typeface="Arial"/>
            </a:endParaRPr>
          </a:p>
        </p:txBody>
      </p:sp>
      <p:sp>
        <p:nvSpPr>
          <p:cNvPr id="686" name="Abgerundetes Rechteck 4"/>
          <p:cNvSpPr/>
          <p:nvPr/>
        </p:nvSpPr>
        <p:spPr>
          <a:xfrm>
            <a:off x="5181480" y="535320"/>
            <a:ext cx="3323160" cy="1029960"/>
          </a:xfrm>
          <a:prstGeom prst="roundRect">
            <a:avLst>
              <a:gd name="adj" fmla="val 16667"/>
            </a:avLst>
          </a:prstGeom>
          <a:solidFill>
            <a:srgbClr val="1D9A78"/>
          </a:solidFill>
          <a:ln>
            <a:solidFill>
              <a:srgbClr val="157158"/>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de-DE" sz="1800" b="0" u="none" strike="noStrike" dirty="0" err="1">
                <a:solidFill>
                  <a:schemeClr val="lt1"/>
                </a:solidFill>
                <a:uFillTx/>
                <a:latin typeface="Calibri"/>
              </a:rPr>
              <a:t>AppComponent</a:t>
            </a:r>
            <a:endParaRPr lang="de-DE" sz="1800" b="0" u="none" strike="noStrike" dirty="0">
              <a:solidFill>
                <a:srgbClr val="FFFFFF"/>
              </a:solidFill>
              <a:uFillTx/>
              <a:latin typeface="Arial"/>
            </a:endParaRPr>
          </a:p>
          <a:p>
            <a:pPr algn="ctr" defTabSz="914400">
              <a:lnSpc>
                <a:spcPct val="100000"/>
              </a:lnSpc>
            </a:pPr>
            <a:r>
              <a:rPr lang="de-DE" sz="1800" b="0" u="none" strike="noStrike" dirty="0" err="1">
                <a:solidFill>
                  <a:schemeClr val="lt1"/>
                </a:solidFill>
                <a:uFillTx/>
                <a:latin typeface="Calibri"/>
              </a:rPr>
              <a:t>selectedCustomer = signal&lt;Customer | undefined&gt;()</a:t>
            </a:r>
            <a:endParaRPr lang="de-DE" sz="1800" b="0" u="none" strike="noStrike" dirty="0">
              <a:solidFill>
                <a:srgbClr val="FFFFFF"/>
              </a:solidFill>
              <a:uFillTx/>
              <a:latin typeface="Arial"/>
            </a:endParaRPr>
          </a:p>
        </p:txBody>
      </p:sp>
      <p:sp>
        <p:nvSpPr>
          <p:cNvPr id="687" name="Abgerundetes Rechteck 5"/>
          <p:cNvSpPr/>
          <p:nvPr/>
        </p:nvSpPr>
        <p:spPr>
          <a:xfrm>
            <a:off x="7417315" y="3625560"/>
            <a:ext cx="3323160" cy="1029960"/>
          </a:xfrm>
          <a:prstGeom prst="roundRect">
            <a:avLst>
              <a:gd name="adj" fmla="val 16667"/>
            </a:avLst>
          </a:prstGeom>
          <a:solidFill>
            <a:srgbClr val="1D9A78"/>
          </a:solidFill>
          <a:ln>
            <a:solidFill>
              <a:srgbClr val="157158"/>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de-DE" sz="1800" b="0" u="none" strike="noStrike" dirty="0" err="1">
                <a:solidFill>
                  <a:schemeClr val="lt1"/>
                </a:solidFill>
                <a:uFillTx/>
                <a:latin typeface="Calibri"/>
              </a:rPr>
              <a:t>DetailComponent</a:t>
            </a:r>
            <a:endParaRPr lang="de-DE" sz="1800" b="0" u="none" strike="noStrike" dirty="0">
              <a:solidFill>
                <a:srgbClr val="FFFFFF"/>
              </a:solidFill>
              <a:uFillTx/>
              <a:latin typeface="Arial"/>
            </a:endParaRPr>
          </a:p>
          <a:p>
            <a:pPr algn="ctr" defTabSz="914400">
              <a:lnSpc>
                <a:spcPct val="100000"/>
              </a:lnSpc>
            </a:pPr>
            <a:r>
              <a:rPr lang="de-DE" sz="1800" b="0" u="none" strike="noStrike" dirty="0" err="1">
                <a:solidFill>
                  <a:schemeClr val="lt1"/>
                </a:solidFill>
                <a:uFillTx/>
                <a:latin typeface="Calibri"/>
              </a:rPr>
              <a:t>customer2Show = input&lt;Customer&gt;()</a:t>
            </a:r>
            <a:endParaRPr lang="de-DE" sz="1800" b="0" u="none" strike="noStrike" dirty="0">
              <a:solidFill>
                <a:srgbClr val="FFFFFF"/>
              </a:solidFill>
              <a:uFillTx/>
              <a:latin typeface="Arial"/>
            </a:endParaRPr>
          </a:p>
        </p:txBody>
      </p:sp>
      <p:sp>
        <p:nvSpPr>
          <p:cNvPr id="688" name="Textfeld 6"/>
          <p:cNvSpPr/>
          <p:nvPr/>
        </p:nvSpPr>
        <p:spPr>
          <a:xfrm>
            <a:off x="7246080" y="1846302"/>
            <a:ext cx="3945352" cy="367878"/>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de-DE" sz="1800" b="0" u="none" strike="noStrike" dirty="0">
                <a:solidFill>
                  <a:schemeClr val="dk1"/>
                </a:solidFill>
                <a:uFillTx/>
                <a:latin typeface="Calibri"/>
              </a:rPr>
              <a:t>[customer2Show]="selectedCustomer()"</a:t>
            </a:r>
            <a:endParaRPr lang="de-DE" sz="1800" b="0" u="none" strike="noStrike" dirty="0">
              <a:solidFill>
                <a:srgbClr val="000000"/>
              </a:solidFill>
              <a:uFillTx/>
              <a:latin typeface="Arial"/>
            </a:endParaRPr>
          </a:p>
        </p:txBody>
      </p:sp>
      <p:cxnSp>
        <p:nvCxnSpPr>
          <p:cNvPr id="689" name="Gerade Verbindung mit Pfeil 8"/>
          <p:cNvCxnSpPr>
            <a:cxnSpLocks/>
          </p:cNvCxnSpPr>
          <p:nvPr/>
        </p:nvCxnSpPr>
        <p:spPr>
          <a:xfrm>
            <a:off x="6731391" y="1775520"/>
            <a:ext cx="1371849" cy="2287440"/>
          </a:xfrm>
          <a:prstGeom prst="straightConnector1">
            <a:avLst/>
          </a:prstGeom>
          <a:ln w="9525">
            <a:solidFill>
              <a:srgbClr val="000000"/>
            </a:solidFill>
            <a:round/>
            <a:tailEnd type="arrow" w="med" len="med"/>
          </a:ln>
        </p:spPr>
      </p:cxnSp>
      <p:cxnSp>
        <p:nvCxnSpPr>
          <p:cNvPr id="690" name="Gerade Verbindung mit Pfeil 10"/>
          <p:cNvCxnSpPr/>
          <p:nvPr/>
        </p:nvCxnSpPr>
        <p:spPr>
          <a:xfrm flipV="1">
            <a:off x="3487320" y="1775520"/>
            <a:ext cx="2425680" cy="2287440"/>
          </a:xfrm>
          <a:prstGeom prst="straightConnector1">
            <a:avLst/>
          </a:prstGeom>
          <a:ln w="0">
            <a:solidFill>
              <a:srgbClr val="1D9A78"/>
            </a:solidFill>
            <a:tailEnd type="triangle" w="med" len="med"/>
          </a:ln>
        </p:spPr>
      </p:cxnSp>
      <p:sp>
        <p:nvSpPr>
          <p:cNvPr id="691" name="Textfeld 11"/>
          <p:cNvSpPr/>
          <p:nvPr/>
        </p:nvSpPr>
        <p:spPr>
          <a:xfrm>
            <a:off x="967237" y="3152562"/>
            <a:ext cx="4660804" cy="367878"/>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de-DE" sz="1800" b="0" u="none" strike="noStrike" dirty="0">
                <a:solidFill>
                  <a:schemeClr val="dk1"/>
                </a:solidFill>
                <a:uFillTx/>
                <a:latin typeface="Calibri"/>
              </a:rPr>
              <a:t>(customerSelected)="newCustomerSelected($event)"</a:t>
            </a:r>
            <a:endParaRPr lang="de-DE" sz="1800" b="0" u="none" strike="noStrike" dirty="0">
              <a:solidFill>
                <a:srgbClr val="000000"/>
              </a:solidFill>
              <a:uFillTx/>
              <a:latin typeface="Arial"/>
            </a:endParaRPr>
          </a:p>
        </p:txBody>
      </p:sp>
      <p:sp>
        <p:nvSpPr>
          <p:cNvPr id="692" name="Textfeld 12"/>
          <p:cNvSpPr/>
          <p:nvPr/>
        </p:nvSpPr>
        <p:spPr>
          <a:xfrm>
            <a:off x="8966520" y="4656960"/>
            <a:ext cx="2559396" cy="367878"/>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de-DE" sz="1800" b="0" u="none" strike="noStrike" dirty="0">
                <a:solidFill>
                  <a:schemeClr val="dk1"/>
                </a:solidFill>
                <a:uFillTx/>
                <a:latin typeface="Calibri"/>
              </a:rPr>
              <a:t>{{customer2Show()?.name}}</a:t>
            </a:r>
            <a:endParaRPr lang="de-DE" sz="1800" b="0" u="none" strike="noStrike" dirty="0">
              <a:solidFill>
                <a:srgbClr val="000000"/>
              </a:solidFill>
              <a:uFillTx/>
              <a:latin typeface="Arial"/>
            </a:endParaRP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702" name="Rectangle 9">
            <a:extLst>
              <a:ext uri="{C183D7F6-B498-43B3-948B-1728B52AA6E4}">
                <adec:decorative xmlns:adec="http://schemas.microsoft.com/office/drawing/2017/decorative" val="1"/>
              </a:ext>
            </a:extLst>
          </p:cNvPr>
          <p:cNvSpPr/>
          <p:nvPr/>
        </p:nvSpPr>
        <p:spPr>
          <a:xfrm>
            <a:off x="0" y="0"/>
            <a:ext cx="12190680" cy="68565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tabLst>
                <a:tab pos="0" algn="l"/>
              </a:tabLst>
            </a:pPr>
            <a:endParaRPr lang="en-US" sz="1800" b="0" u="none" strike="noStrike">
              <a:solidFill>
                <a:srgbClr val="FFFFFF"/>
              </a:solidFill>
              <a:uFillTx/>
              <a:latin typeface="Calibri"/>
            </a:endParaRPr>
          </a:p>
        </p:txBody>
      </p:sp>
      <p:sp>
        <p:nvSpPr>
          <p:cNvPr id="703" name="PlaceHolder 1"/>
          <p:cNvSpPr>
            <a:spLocks noGrp="1"/>
          </p:cNvSpPr>
          <p:nvPr>
            <p:ph type="title"/>
          </p:nvPr>
        </p:nvSpPr>
        <p:spPr>
          <a:xfrm>
            <a:off x="1848600" y="3298680"/>
            <a:ext cx="8493480" cy="1783080"/>
          </a:xfrm>
          <a:prstGeom prst="rect">
            <a:avLst/>
          </a:prstGeom>
          <a:noFill/>
          <a:ln w="0">
            <a:noFill/>
          </a:ln>
        </p:spPr>
        <p:txBody>
          <a:bodyPr lIns="91440" tIns="45720" rIns="91440" bIns="45720" anchor="b">
            <a:normAutofit/>
          </a:bodyPr>
          <a:lstStyle/>
          <a:p>
            <a:pPr indent="0" algn="ctr" defTabSz="914400">
              <a:lnSpc>
                <a:spcPct val="90000"/>
              </a:lnSpc>
              <a:buNone/>
              <a:tabLst>
                <a:tab pos="0" algn="l"/>
              </a:tabLst>
            </a:pPr>
            <a:r>
              <a:rPr lang="en-US" sz="6000" b="0" u="none" strike="noStrike">
                <a:solidFill>
                  <a:srgbClr val="FFFFFF"/>
                </a:solidFill>
                <a:uFillTx/>
                <a:latin typeface="Calibri Light"/>
              </a:rPr>
              <a:t>Expression Language </a:t>
            </a:r>
            <a:endParaRPr lang="de-DE" sz="6000" b="0" u="none" strike="noStrike">
              <a:solidFill>
                <a:srgbClr val="000000"/>
              </a:solidFill>
              <a:uFillTx/>
              <a:latin typeface="Arial"/>
            </a:endParaRPr>
          </a:p>
        </p:txBody>
      </p:sp>
      <p:sp>
        <p:nvSpPr>
          <p:cNvPr id="704" name="Oval 11">
            <a:extLst>
              <a:ext uri="{C183D7F6-B498-43B3-948B-1728B52AA6E4}">
                <adec:decorative xmlns:adec="http://schemas.microsoft.com/office/drawing/2017/decorative" val="1"/>
              </a:ext>
            </a:extLst>
          </p:cNvPr>
          <p:cNvSpPr/>
          <p:nvPr/>
        </p:nvSpPr>
        <p:spPr>
          <a:xfrm>
            <a:off x="5025960" y="889200"/>
            <a:ext cx="2138760" cy="2138760"/>
          </a:xfrm>
          <a:prstGeom prst="ellipse">
            <a:avLst/>
          </a:prstGeom>
          <a:solidFill>
            <a:srgbClr val="FFFFFF"/>
          </a:solidFill>
          <a:ln w="19050">
            <a:solidFill>
              <a:srgbClr val="1D9A78"/>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tabLst>
                <a:tab pos="0" algn="l"/>
              </a:tabLst>
            </a:pPr>
            <a:endParaRPr lang="en-US" sz="1800" b="0" u="none" strike="noStrike">
              <a:solidFill>
                <a:srgbClr val="FFFFFF"/>
              </a:solidFill>
              <a:uFillTx/>
              <a:latin typeface="Calibri"/>
            </a:endParaRPr>
          </a:p>
        </p:txBody>
      </p:sp>
      <p:pic>
        <p:nvPicPr>
          <p:cNvPr id="705" name="Graphic 6" descr="Bleistift"/>
          <p:cNvPicPr/>
          <p:nvPr/>
        </p:nvPicPr>
        <p:blipFill>
          <a:blip>
            <a:extLst>
              <a:ext uri="{96DAC541-7B7A-43D3-8B79-37D633B846F1}">
                <asvg:svgBlip xmlns:asvg="http://schemas.microsoft.com/office/drawing/2016/SVG/main" r:embed="rId2"/>
              </a:ext>
            </a:extLst>
          </a:blip>
          <a:stretch/>
        </p:blipFill>
        <p:spPr>
          <a:xfrm>
            <a:off x="5508360" y="1371600"/>
            <a:ext cx="1173960" cy="1173960"/>
          </a:xfrm>
          <a:prstGeom prst="rect">
            <a:avLst/>
          </a:prstGeom>
          <a:noFill/>
          <a:ln w="0">
            <a:noFill/>
          </a:ln>
        </p:spPr>
      </p:pic>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Was wir fast alles schon kennen</a:t>
            </a:r>
            <a:endParaRPr lang="de-DE" sz="4400" b="0" u="none" strike="noStrike">
              <a:solidFill>
                <a:srgbClr val="000000"/>
              </a:solidFill>
              <a:uFillTx/>
              <a:latin typeface="Arial"/>
            </a:endParaRPr>
          </a:p>
        </p:txBody>
      </p:sp>
      <p:graphicFrame>
        <p:nvGraphicFramePr>
          <p:cNvPr id="707" name="Tabelle 5"/>
          <p:cNvGraphicFramePr/>
          <p:nvPr>
            <p:extLst>
              <p:ext uri="{D42A27DB-BD31-4B8C-83A1-F6EECF244321}">
                <p14:modId xmlns:p14="http://schemas.microsoft.com/office/powerpoint/2010/main" val="3321166145"/>
              </p:ext>
            </p:extLst>
          </p:nvPr>
        </p:nvGraphicFramePr>
        <p:xfrm>
          <a:off x="838080" y="1825560"/>
          <a:ext cx="10515600" cy="2661840"/>
        </p:xfrm>
        <a:graphic>
          <a:graphicData uri="http://schemas.openxmlformats.org/drawingml/2006/table">
            <a:tbl>
              <a:tblPr/>
              <a:tblGrid>
                <a:gridCol w="5257800">
                  <a:extLst>
                    <a:ext uri="{9D8B030D-6E8A-4147-A177-3AD203B41FA5}">
                      <a16:colId xmlns:a16="http://schemas.microsoft.com/office/drawing/2014/main" val="20000"/>
                    </a:ext>
                  </a:extLst>
                </a:gridCol>
                <a:gridCol w="5257800">
                  <a:extLst>
                    <a:ext uri="{9D8B030D-6E8A-4147-A177-3AD203B41FA5}">
                      <a16:colId xmlns:a16="http://schemas.microsoft.com/office/drawing/2014/main" val="20001"/>
                    </a:ext>
                  </a:extLst>
                </a:gridCol>
              </a:tblGrid>
              <a:tr h="370800">
                <a:tc>
                  <a:txBody>
                    <a:bodyPr/>
                    <a:lstStyle/>
                    <a:p>
                      <a:pPr defTabSz="914400">
                        <a:lnSpc>
                          <a:spcPct val="100000"/>
                        </a:lnSpc>
                      </a:pPr>
                      <a:r>
                        <a:rPr lang="de-DE" sz="1800" b="0" u="none" strike="noStrike" dirty="0">
                          <a:solidFill>
                            <a:schemeClr val="dk1"/>
                          </a:solidFill>
                          <a:uFillTx/>
                          <a:latin typeface="Calibri"/>
                        </a:rPr>
                        <a:t>Interpolation</a:t>
                      </a:r>
                      <a:endParaRPr lang="de-DE" sz="1800" b="0" u="none" strike="noStrike" dirty="0">
                        <a:solidFill>
                          <a:srgbClr val="FFFFFF"/>
                        </a:solidFill>
                        <a:uFillTx/>
                        <a:latin typeface="Arial"/>
                      </a:endParaRPr>
                    </a:p>
                  </a:txBody>
                  <a:tcPr>
                    <a:lnL w="12240">
                      <a:solidFill>
                        <a:srgbClr val="1D9A78"/>
                      </a:solidFill>
                      <a:prstDash val="solid"/>
                    </a:lnL>
                    <a:lnR w="12240">
                      <a:solidFill>
                        <a:srgbClr val="1D9A78"/>
                      </a:solidFill>
                      <a:prstDash val="solid"/>
                    </a:lnR>
                    <a:lnT w="12240">
                      <a:solidFill>
                        <a:srgbClr val="1D9A78"/>
                      </a:solidFill>
                      <a:prstDash val="solid"/>
                    </a:lnT>
                    <a:lnB w="12240">
                      <a:solidFill>
                        <a:srgbClr val="1D9A78"/>
                      </a:solidFill>
                      <a:prstDash val="solid"/>
                    </a:lnB>
                    <a:solidFill>
                      <a:schemeClr val="accent1">
                        <a:alpha val="20000"/>
                      </a:schemeClr>
                    </a:solidFill>
                  </a:tcPr>
                </a:tc>
                <a:tc>
                  <a:txBody>
                    <a:bodyPr/>
                    <a:lstStyle/>
                    <a:p>
                      <a:pPr defTabSz="914400">
                        <a:lnSpc>
                          <a:spcPct val="100000"/>
                        </a:lnSpc>
                        <a:tabLst>
                          <a:tab pos="0" algn="l"/>
                        </a:tabLst>
                      </a:pPr>
                      <a:r>
                        <a:rPr lang="de-DE" sz="1800" b="0" u="none" strike="noStrike">
                          <a:solidFill>
                            <a:schemeClr val="dk1"/>
                          </a:solidFill>
                          <a:uFillTx/>
                          <a:latin typeface="Calibri"/>
                        </a:rPr>
                        <a:t> {{ expression }}</a:t>
                      </a:r>
                      <a:endParaRPr lang="de-DE" sz="1800" b="0" u="none" strike="noStrike">
                        <a:solidFill>
                          <a:srgbClr val="FFFFFF"/>
                        </a:solidFill>
                        <a:uFillTx/>
                        <a:latin typeface="Arial"/>
                      </a:endParaRPr>
                    </a:p>
                    <a:p>
                      <a:pPr defTabSz="914400">
                        <a:lnSpc>
                          <a:spcPct val="100000"/>
                        </a:lnSpc>
                        <a:tabLst>
                          <a:tab pos="0" algn="l"/>
                        </a:tabLst>
                      </a:pPr>
                      <a:endParaRPr lang="de-DE" sz="1800" b="0" u="none" strike="noStrike">
                        <a:solidFill>
                          <a:srgbClr val="FFFFFF"/>
                        </a:solidFill>
                        <a:uFillTx/>
                        <a:latin typeface="Arial"/>
                      </a:endParaRPr>
                    </a:p>
                  </a:txBody>
                  <a:tcPr>
                    <a:lnL w="12240">
                      <a:solidFill>
                        <a:srgbClr val="1D9A78"/>
                      </a:solidFill>
                      <a:prstDash val="solid"/>
                    </a:lnL>
                    <a:lnR w="12240">
                      <a:solidFill>
                        <a:srgbClr val="1D9A78"/>
                      </a:solidFill>
                      <a:prstDash val="solid"/>
                    </a:lnR>
                    <a:lnT w="12240">
                      <a:solidFill>
                        <a:srgbClr val="1D9A78"/>
                      </a:solidFill>
                      <a:prstDash val="solid"/>
                    </a:lnT>
                    <a:lnB w="12240">
                      <a:solidFill>
                        <a:srgbClr val="1D9A78"/>
                      </a:solidFill>
                      <a:prstDash val="solid"/>
                    </a:lnB>
                    <a:solidFill>
                      <a:schemeClr val="accent1">
                        <a:alpha val="20000"/>
                      </a:schemeClr>
                    </a:solidFill>
                  </a:tcPr>
                </a:tc>
                <a:extLst>
                  <a:ext uri="{0D108BD9-81ED-4DB2-BD59-A6C34878D82A}">
                    <a16:rowId xmlns:a16="http://schemas.microsoft.com/office/drawing/2014/main" val="10000"/>
                  </a:ext>
                </a:extLst>
              </a:tr>
              <a:tr h="370800">
                <a:tc>
                  <a:txBody>
                    <a:bodyPr/>
                    <a:lstStyle/>
                    <a:p>
                      <a:pPr defTabSz="914400">
                        <a:lnSpc>
                          <a:spcPct val="100000"/>
                        </a:lnSpc>
                      </a:pPr>
                      <a:r>
                        <a:rPr lang="de-DE" sz="1800" b="0" u="none" strike="noStrike">
                          <a:solidFill>
                            <a:schemeClr val="dk1"/>
                          </a:solidFill>
                          <a:uFillTx/>
                          <a:latin typeface="Calibri"/>
                        </a:rPr>
                        <a:t>Property Bindings</a:t>
                      </a:r>
                      <a:endParaRPr lang="de-DE" sz="1800" b="0" u="none" strike="noStrike">
                        <a:solidFill>
                          <a:srgbClr val="000000"/>
                        </a:solidFill>
                        <a:uFillTx/>
                        <a:latin typeface="Arial"/>
                      </a:endParaRPr>
                    </a:p>
                  </a:txBody>
                  <a:tcPr>
                    <a:lnL w="12240">
                      <a:solidFill>
                        <a:srgbClr val="1D9A78"/>
                      </a:solidFill>
                      <a:prstDash val="solid"/>
                    </a:lnL>
                    <a:lnR w="12240">
                      <a:solidFill>
                        <a:srgbClr val="1D9A78"/>
                      </a:solidFill>
                      <a:prstDash val="solid"/>
                    </a:lnR>
                    <a:lnT w="12240">
                      <a:solidFill>
                        <a:srgbClr val="1D9A78"/>
                      </a:solidFill>
                      <a:prstDash val="solid"/>
                    </a:lnT>
                    <a:lnB w="12240">
                      <a:solidFill>
                        <a:srgbClr val="1D9A78"/>
                      </a:solidFill>
                      <a:prstDash val="solid"/>
                    </a:lnB>
                    <a:noFill/>
                  </a:tcPr>
                </a:tc>
                <a:tc>
                  <a:txBody>
                    <a:bodyPr/>
                    <a:lstStyle/>
                    <a:p>
                      <a:pPr defTabSz="914400">
                        <a:lnSpc>
                          <a:spcPct val="100000"/>
                        </a:lnSpc>
                        <a:tabLst>
                          <a:tab pos="0" algn="l"/>
                        </a:tabLst>
                      </a:pPr>
                      <a:r>
                        <a:rPr lang="de-DE" sz="1800" b="0" u="none" strike="noStrike">
                          <a:solidFill>
                            <a:schemeClr val="dk1"/>
                          </a:solidFill>
                          <a:uFillTx/>
                          <a:latin typeface="Calibri"/>
                        </a:rPr>
                        <a:t>[propertyName]="expression"</a:t>
                      </a:r>
                      <a:endParaRPr lang="de-DE" sz="1800" b="0" u="none" strike="noStrike">
                        <a:solidFill>
                          <a:srgbClr val="000000"/>
                        </a:solidFill>
                        <a:uFillTx/>
                        <a:latin typeface="Arial"/>
                      </a:endParaRPr>
                    </a:p>
                    <a:p>
                      <a:pPr defTabSz="914400">
                        <a:lnSpc>
                          <a:spcPct val="100000"/>
                        </a:lnSpc>
                        <a:tabLst>
                          <a:tab pos="0" algn="l"/>
                        </a:tabLst>
                      </a:pPr>
                      <a:endParaRPr lang="de-DE" sz="1800" b="0" u="none" strike="noStrike">
                        <a:solidFill>
                          <a:srgbClr val="000000"/>
                        </a:solidFill>
                        <a:uFillTx/>
                        <a:latin typeface="Arial"/>
                      </a:endParaRPr>
                    </a:p>
                  </a:txBody>
                  <a:tcPr>
                    <a:lnL w="12240">
                      <a:solidFill>
                        <a:srgbClr val="1D9A78"/>
                      </a:solidFill>
                      <a:prstDash val="solid"/>
                    </a:lnL>
                    <a:lnR w="12240">
                      <a:solidFill>
                        <a:srgbClr val="1D9A78"/>
                      </a:solidFill>
                      <a:prstDash val="solid"/>
                    </a:lnR>
                    <a:lnT w="12240">
                      <a:solidFill>
                        <a:srgbClr val="1D9A78"/>
                      </a:solidFill>
                      <a:prstDash val="solid"/>
                    </a:lnT>
                    <a:lnB w="12240">
                      <a:solidFill>
                        <a:srgbClr val="1D9A78"/>
                      </a:solidFill>
                      <a:prstDash val="solid"/>
                    </a:lnB>
                    <a:noFill/>
                  </a:tcPr>
                </a:tc>
                <a:extLst>
                  <a:ext uri="{0D108BD9-81ED-4DB2-BD59-A6C34878D82A}">
                    <a16:rowId xmlns:a16="http://schemas.microsoft.com/office/drawing/2014/main" val="10001"/>
                  </a:ext>
                </a:extLst>
              </a:tr>
              <a:tr h="370800">
                <a:tc>
                  <a:txBody>
                    <a:bodyPr/>
                    <a:lstStyle/>
                    <a:p>
                      <a:pPr defTabSz="914400">
                        <a:lnSpc>
                          <a:spcPct val="100000"/>
                        </a:lnSpc>
                      </a:pPr>
                      <a:r>
                        <a:rPr lang="de-DE" sz="1800" b="0" u="none" strike="noStrike" dirty="0">
                          <a:solidFill>
                            <a:schemeClr val="dk1"/>
                          </a:solidFill>
                          <a:uFillTx/>
                          <a:latin typeface="Calibri"/>
                        </a:rPr>
                        <a:t>Event-Bindings</a:t>
                      </a:r>
                      <a:endParaRPr lang="de-DE" sz="1800" b="0" u="none" strike="noStrike" dirty="0">
                        <a:solidFill>
                          <a:srgbClr val="FFFFFF"/>
                        </a:solidFill>
                        <a:uFillTx/>
                        <a:latin typeface="Arial"/>
                      </a:endParaRPr>
                    </a:p>
                  </a:txBody>
                  <a:tcPr>
                    <a:lnL w="12240">
                      <a:solidFill>
                        <a:srgbClr val="1D9A78"/>
                      </a:solidFill>
                      <a:prstDash val="solid"/>
                    </a:lnL>
                    <a:lnR w="12240">
                      <a:solidFill>
                        <a:srgbClr val="1D9A78"/>
                      </a:solidFill>
                      <a:prstDash val="solid"/>
                    </a:lnR>
                    <a:lnT w="12240">
                      <a:solidFill>
                        <a:srgbClr val="1D9A78"/>
                      </a:solidFill>
                      <a:prstDash val="solid"/>
                    </a:lnT>
                    <a:lnB w="12240">
                      <a:solidFill>
                        <a:srgbClr val="1D9A78"/>
                      </a:solidFill>
                      <a:prstDash val="solid"/>
                    </a:lnB>
                    <a:solidFill>
                      <a:schemeClr val="accent1">
                        <a:alpha val="20000"/>
                      </a:schemeClr>
                    </a:solidFill>
                  </a:tcPr>
                </a:tc>
                <a:tc>
                  <a:txBody>
                    <a:bodyPr/>
                    <a:lstStyle/>
                    <a:p>
                      <a:pPr defTabSz="914400">
                        <a:lnSpc>
                          <a:spcPct val="100000"/>
                        </a:lnSpc>
                        <a:tabLst>
                          <a:tab pos="0" algn="l"/>
                        </a:tabLst>
                      </a:pPr>
                      <a:r>
                        <a:rPr lang="de-DE" sz="1800" b="0" u="none" strike="noStrike" dirty="0">
                          <a:solidFill>
                            <a:schemeClr val="dk1"/>
                          </a:solidFill>
                          <a:uFillTx/>
                          <a:latin typeface="Calibri"/>
                        </a:rPr>
                        <a:t>(</a:t>
                      </a:r>
                      <a:r>
                        <a:rPr lang="de-DE" sz="1800" b="0" u="none" strike="noStrike" dirty="0" err="1">
                          <a:solidFill>
                            <a:schemeClr val="dk1"/>
                          </a:solidFill>
                          <a:uFillTx/>
                          <a:latin typeface="Calibri"/>
                        </a:rPr>
                        <a:t>eventName</a:t>
                      </a:r>
                      <a:r>
                        <a:rPr lang="de-DE" sz="1800" b="0" u="none" strike="noStrike" dirty="0">
                          <a:solidFill>
                            <a:schemeClr val="dk1"/>
                          </a:solidFill>
                          <a:uFillTx/>
                          <a:latin typeface="Calibri"/>
                        </a:rPr>
                        <a:t>)="</a:t>
                      </a:r>
                      <a:r>
                        <a:rPr lang="de-DE" sz="1800" b="0" u="none" strike="noStrike" dirty="0" err="1">
                          <a:solidFill>
                            <a:schemeClr val="dk1"/>
                          </a:solidFill>
                          <a:uFillTx/>
                          <a:latin typeface="Calibri"/>
                        </a:rPr>
                        <a:t>statement</a:t>
                      </a:r>
                      <a:r>
                        <a:rPr lang="de-DE" sz="1800" b="0" u="none" strike="noStrike" dirty="0">
                          <a:solidFill>
                            <a:schemeClr val="dk1"/>
                          </a:solidFill>
                          <a:uFillTx/>
                          <a:latin typeface="Calibri"/>
                        </a:rPr>
                        <a:t>"</a:t>
                      </a:r>
                      <a:endParaRPr lang="de-DE" sz="1800" b="0" u="none" strike="noStrike" dirty="0">
                        <a:solidFill>
                          <a:srgbClr val="FFFFFF"/>
                        </a:solidFill>
                        <a:uFillTx/>
                        <a:latin typeface="Arial"/>
                      </a:endParaRPr>
                    </a:p>
                  </a:txBody>
                  <a:tcPr>
                    <a:lnL w="12240">
                      <a:solidFill>
                        <a:srgbClr val="1D9A78"/>
                      </a:solidFill>
                      <a:prstDash val="solid"/>
                    </a:lnL>
                    <a:lnR w="12240">
                      <a:solidFill>
                        <a:srgbClr val="1D9A78"/>
                      </a:solidFill>
                      <a:prstDash val="solid"/>
                    </a:lnR>
                    <a:lnT w="12240">
                      <a:solidFill>
                        <a:srgbClr val="1D9A78"/>
                      </a:solidFill>
                      <a:prstDash val="solid"/>
                    </a:lnT>
                    <a:lnB w="12240">
                      <a:solidFill>
                        <a:srgbClr val="1D9A78"/>
                      </a:solidFill>
                      <a:prstDash val="solid"/>
                    </a:lnB>
                    <a:solidFill>
                      <a:schemeClr val="accent1">
                        <a:alpha val="20000"/>
                      </a:schemeClr>
                    </a:solidFill>
                  </a:tcPr>
                </a:tc>
                <a:extLst>
                  <a:ext uri="{0D108BD9-81ED-4DB2-BD59-A6C34878D82A}">
                    <a16:rowId xmlns:a16="http://schemas.microsoft.com/office/drawing/2014/main" val="10002"/>
                  </a:ext>
                </a:extLst>
              </a:tr>
              <a:tr h="370800">
                <a:tc>
                  <a:txBody>
                    <a:bodyPr/>
                    <a:lstStyle/>
                    <a:p>
                      <a:pPr defTabSz="914400">
                        <a:lnSpc>
                          <a:spcPct val="100000"/>
                        </a:lnSpc>
                      </a:pPr>
                      <a:r>
                        <a:rPr lang="de-DE" sz="1800" b="0" u="none" strike="noStrike">
                          <a:solidFill>
                            <a:schemeClr val="dk1"/>
                          </a:solidFill>
                          <a:uFillTx/>
                          <a:latin typeface="Calibri"/>
                        </a:rPr>
                        <a:t> Two-Way-Data-Binding </a:t>
                      </a:r>
                      <a:endParaRPr lang="de-DE" sz="1800" b="0" u="none" strike="noStrike">
                        <a:solidFill>
                          <a:srgbClr val="000000"/>
                        </a:solidFill>
                        <a:uFillTx/>
                        <a:latin typeface="Arial"/>
                      </a:endParaRPr>
                    </a:p>
                  </a:txBody>
                  <a:tcPr>
                    <a:lnL w="12240">
                      <a:solidFill>
                        <a:srgbClr val="1D9A78"/>
                      </a:solidFill>
                      <a:prstDash val="solid"/>
                    </a:lnL>
                    <a:lnR w="12240">
                      <a:solidFill>
                        <a:srgbClr val="1D9A78"/>
                      </a:solidFill>
                      <a:prstDash val="solid"/>
                    </a:lnR>
                    <a:lnT w="12240">
                      <a:solidFill>
                        <a:srgbClr val="1D9A78"/>
                      </a:solidFill>
                      <a:prstDash val="solid"/>
                    </a:lnT>
                    <a:lnB w="12240" cap="flat" cmpd="sng" algn="ctr">
                      <a:solidFill>
                        <a:srgbClr val="1D9A78"/>
                      </a:solidFill>
                      <a:prstDash val="solid"/>
                      <a:round/>
                      <a:headEnd type="none" w="med" len="med"/>
                      <a:tailEnd type="none" w="med" len="med"/>
                    </a:lnB>
                    <a:noFill/>
                  </a:tcPr>
                </a:tc>
                <a:tc>
                  <a:txBody>
                    <a:bodyPr/>
                    <a:lstStyle/>
                    <a:p>
                      <a:pPr defTabSz="914400">
                        <a:lnSpc>
                          <a:spcPct val="100000"/>
                        </a:lnSpc>
                        <a:tabLst>
                          <a:tab pos="0" algn="l"/>
                        </a:tabLst>
                      </a:pPr>
                      <a:r>
                        <a:rPr lang="de-DE" sz="1800" b="0" u="none" strike="noStrike" dirty="0">
                          <a:solidFill>
                            <a:schemeClr val="dk1"/>
                          </a:solidFill>
                          <a:uFillTx/>
                          <a:latin typeface="Calibri"/>
                        </a:rPr>
                        <a:t>[(</a:t>
                      </a:r>
                      <a:r>
                        <a:rPr lang="de-DE" sz="1800" b="0" u="none" strike="noStrike" dirty="0" err="1">
                          <a:solidFill>
                            <a:schemeClr val="dk1"/>
                          </a:solidFill>
                          <a:uFillTx/>
                          <a:latin typeface="Calibri"/>
                        </a:rPr>
                        <a:t>ngModel</a:t>
                      </a:r>
                      <a:r>
                        <a:rPr lang="de-DE" sz="1800" b="0" u="none" strike="noStrike" dirty="0">
                          <a:solidFill>
                            <a:schemeClr val="dk1"/>
                          </a:solidFill>
                          <a:uFillTx/>
                          <a:latin typeface="Calibri"/>
                        </a:rPr>
                        <a:t>)]="</a:t>
                      </a:r>
                      <a:r>
                        <a:rPr lang="de-DE" sz="1800" b="0" u="none" strike="noStrike" dirty="0" err="1">
                          <a:solidFill>
                            <a:schemeClr val="dk1"/>
                          </a:solidFill>
                          <a:uFillTx/>
                          <a:latin typeface="Calibri"/>
                        </a:rPr>
                        <a:t>assignable</a:t>
                      </a:r>
                      <a:r>
                        <a:rPr lang="de-DE" sz="1800" b="0" u="none" strike="noStrike" dirty="0">
                          <a:solidFill>
                            <a:schemeClr val="dk1"/>
                          </a:solidFill>
                          <a:uFillTx/>
                          <a:latin typeface="Calibri"/>
                        </a:rPr>
                        <a:t> </a:t>
                      </a:r>
                      <a:r>
                        <a:rPr lang="de-DE" sz="1800" b="0" u="none" strike="noStrike" dirty="0" err="1">
                          <a:solidFill>
                            <a:schemeClr val="dk1"/>
                          </a:solidFill>
                          <a:uFillTx/>
                          <a:latin typeface="Calibri"/>
                        </a:rPr>
                        <a:t>expression</a:t>
                      </a:r>
                      <a:r>
                        <a:rPr lang="de-DE" sz="1800" b="0" u="none" strike="noStrike" dirty="0">
                          <a:solidFill>
                            <a:schemeClr val="dk1"/>
                          </a:solidFill>
                          <a:uFillTx/>
                          <a:latin typeface="Calibri"/>
                        </a:rPr>
                        <a:t>"</a:t>
                      </a:r>
                      <a:endParaRPr lang="de-DE" sz="1800" b="0" u="none" strike="noStrike" dirty="0">
                        <a:solidFill>
                          <a:srgbClr val="000000"/>
                        </a:solidFill>
                        <a:uFillTx/>
                        <a:latin typeface="Arial"/>
                      </a:endParaRPr>
                    </a:p>
                    <a:p>
                      <a:pPr defTabSz="914400">
                        <a:lnSpc>
                          <a:spcPct val="100000"/>
                        </a:lnSpc>
                        <a:tabLst>
                          <a:tab pos="0" algn="l"/>
                        </a:tabLst>
                      </a:pPr>
                      <a:endParaRPr lang="de-DE" sz="1800" b="0" u="none" strike="noStrike" dirty="0">
                        <a:solidFill>
                          <a:srgbClr val="000000"/>
                        </a:solidFill>
                        <a:uFillTx/>
                        <a:latin typeface="Arial"/>
                      </a:endParaRPr>
                    </a:p>
                  </a:txBody>
                  <a:tcPr>
                    <a:lnL w="12240">
                      <a:solidFill>
                        <a:srgbClr val="1D9A78"/>
                      </a:solidFill>
                      <a:prstDash val="solid"/>
                    </a:lnL>
                    <a:lnR w="12240">
                      <a:solidFill>
                        <a:srgbClr val="1D9A78"/>
                      </a:solidFill>
                      <a:prstDash val="solid"/>
                    </a:lnR>
                    <a:lnT w="12240">
                      <a:solidFill>
                        <a:srgbClr val="1D9A78"/>
                      </a:solidFill>
                      <a:prstDash val="solid"/>
                    </a:lnT>
                    <a:lnB w="12240" cap="flat" cmpd="sng" algn="ctr">
                      <a:solidFill>
                        <a:srgbClr val="1D9A78"/>
                      </a:solidFill>
                      <a:prstDash val="solid"/>
                      <a:round/>
                      <a:headEnd type="none" w="med" len="med"/>
                      <a:tailEnd type="none" w="med" len="med"/>
                    </a:lnB>
                    <a:noFill/>
                  </a:tcPr>
                </a:tc>
                <a:extLst>
                  <a:ext uri="{0D108BD9-81ED-4DB2-BD59-A6C34878D82A}">
                    <a16:rowId xmlns:a16="http://schemas.microsoft.com/office/drawing/2014/main" val="10003"/>
                  </a:ext>
                </a:extLst>
              </a:tr>
              <a:tr h="370800">
                <a:tc>
                  <a:txBody>
                    <a:bodyPr/>
                    <a:lstStyle/>
                    <a:p>
                      <a:pPr defTabSz="914400">
                        <a:lnSpc>
                          <a:spcPct val="100000"/>
                        </a:lnSpc>
                      </a:pPr>
                      <a:r>
                        <a:rPr lang="de-DE" sz="1800" b="0" u="none" strike="noStrike" dirty="0">
                          <a:solidFill>
                            <a:srgbClr val="000000"/>
                          </a:solidFill>
                          <a:uFillTx/>
                          <a:latin typeface="Arial"/>
                        </a:rPr>
                        <a:t>In Control Flow</a:t>
                      </a:r>
                    </a:p>
                  </a:txBody>
                  <a:tcPr>
                    <a:lnL w="12240">
                      <a:solidFill>
                        <a:srgbClr val="1D9A78"/>
                      </a:solidFill>
                      <a:prstDash val="solid"/>
                    </a:lnL>
                    <a:lnR w="12240" cap="flat" cmpd="sng" algn="ctr">
                      <a:solidFill>
                        <a:srgbClr val="1D9A78"/>
                      </a:solidFill>
                      <a:prstDash val="solid"/>
                      <a:round/>
                      <a:headEnd type="none" w="med" len="med"/>
                      <a:tailEnd type="none" w="med" len="med"/>
                    </a:lnR>
                    <a:lnT w="12240">
                      <a:solidFill>
                        <a:srgbClr val="1D9A78"/>
                      </a:solidFill>
                      <a:prstDash val="solid"/>
                    </a:lnT>
                    <a:lnB w="12240">
                      <a:solidFill>
                        <a:srgbClr val="1D9A78"/>
                      </a:solidFill>
                      <a:prstDash val="solid"/>
                    </a:lnB>
                    <a:noFill/>
                  </a:tcPr>
                </a:tc>
                <a:tc>
                  <a:txBody>
                    <a:bodyPr/>
                    <a:lstStyle/>
                    <a:p>
                      <a:pPr defTabSz="914400">
                        <a:lnSpc>
                          <a:spcPct val="100000"/>
                        </a:lnSpc>
                        <a:tabLst>
                          <a:tab pos="0" algn="l"/>
                        </a:tabLst>
                      </a:pPr>
                      <a:r>
                        <a:rPr lang="de-DE" sz="1800" b="0" u="none" strike="noStrike" dirty="0">
                          <a:solidFill>
                            <a:srgbClr val="000000"/>
                          </a:solidFill>
                          <a:uFillTx/>
                          <a:latin typeface="Arial"/>
                        </a:rPr>
                        <a:t>@</a:t>
                      </a:r>
                      <a:r>
                        <a:rPr lang="de-DE" sz="1800" b="0" u="none" strike="noStrike" dirty="0" err="1">
                          <a:solidFill>
                            <a:srgbClr val="000000"/>
                          </a:solidFill>
                          <a:uFillTx/>
                          <a:latin typeface="Arial"/>
                        </a:rPr>
                        <a:t>if</a:t>
                      </a:r>
                      <a:r>
                        <a:rPr lang="de-DE" sz="1800" b="0" u="none" strike="noStrike" dirty="0">
                          <a:solidFill>
                            <a:srgbClr val="000000"/>
                          </a:solidFill>
                          <a:uFillTx/>
                          <a:latin typeface="Arial"/>
                        </a:rPr>
                        <a:t>(</a:t>
                      </a:r>
                      <a:r>
                        <a:rPr lang="de-DE" sz="1800" b="0" u="none" strike="noStrike" dirty="0" err="1">
                          <a:solidFill>
                            <a:srgbClr val="000000"/>
                          </a:solidFill>
                          <a:uFillTx/>
                          <a:latin typeface="Arial"/>
                        </a:rPr>
                        <a:t>expression</a:t>
                      </a:r>
                      <a:r>
                        <a:rPr lang="de-DE" sz="1800" b="0" u="none" strike="noStrike" dirty="0">
                          <a:solidFill>
                            <a:srgbClr val="000000"/>
                          </a:solidFill>
                          <a:uFillTx/>
                          <a:latin typeface="Arial"/>
                        </a:rPr>
                        <a:t>)</a:t>
                      </a:r>
                    </a:p>
                  </a:txBody>
                  <a:tcPr>
                    <a:lnL w="12240" cap="flat" cmpd="sng" algn="ctr">
                      <a:solidFill>
                        <a:srgbClr val="1D9A78"/>
                      </a:solidFill>
                      <a:prstDash val="solid"/>
                      <a:round/>
                      <a:headEnd type="none" w="med" len="med"/>
                      <a:tailEnd type="none" w="med" len="med"/>
                    </a:lnL>
                    <a:lnR w="12240">
                      <a:solidFill>
                        <a:srgbClr val="1D9A78"/>
                      </a:solidFill>
                      <a:prstDash val="solid"/>
                    </a:lnR>
                    <a:lnT w="12240">
                      <a:solidFill>
                        <a:srgbClr val="1D9A78"/>
                      </a:solidFill>
                      <a:prstDash val="solid"/>
                    </a:lnT>
                    <a:lnB w="12240">
                      <a:solidFill>
                        <a:srgbClr val="1D9A78"/>
                      </a:solidFill>
                      <a:prstDash val="solid"/>
                    </a:lnB>
                    <a:noFill/>
                  </a:tcPr>
                </a:tc>
                <a:extLst>
                  <a:ext uri="{0D108BD9-81ED-4DB2-BD59-A6C34878D82A}">
                    <a16:rowId xmlns:a16="http://schemas.microsoft.com/office/drawing/2014/main" val="1001572767"/>
                  </a:ext>
                </a:extLst>
              </a:tr>
            </a:tbl>
          </a:graphicData>
        </a:graphic>
      </p:graphicFrame>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8"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Expression</a:t>
            </a:r>
            <a:endParaRPr lang="de-DE" sz="4400" b="0" u="none" strike="noStrike">
              <a:solidFill>
                <a:srgbClr val="000000"/>
              </a:solidFill>
              <a:uFillTx/>
              <a:latin typeface="Arial"/>
            </a:endParaRPr>
          </a:p>
        </p:txBody>
      </p:sp>
      <p:graphicFrame>
        <p:nvGraphicFramePr>
          <p:cNvPr id="7" name="Diagram7"/>
          <p:cNvGraphicFramePr/>
          <p:nvPr>
            <p:extLst>
              <p:ext uri="{D42A27DB-BD31-4B8C-83A1-F6EECF244321}">
                <p14:modId xmlns:p14="http://schemas.microsoft.com/office/powerpoint/2010/main" val="453746784"/>
              </p:ext>
            </p:extLst>
          </p:nvPr>
        </p:nvGraphicFramePr>
        <p:xfrm>
          <a:off x="838080" y="1825560"/>
          <a:ext cx="10514160" cy="43498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9"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Safe Navigator</a:t>
            </a:r>
            <a:endParaRPr lang="de-DE" sz="4400" b="0" u="none" strike="noStrike">
              <a:solidFill>
                <a:srgbClr val="000000"/>
              </a:solidFill>
              <a:uFillTx/>
              <a:latin typeface="Arial"/>
            </a:endParaRPr>
          </a:p>
        </p:txBody>
      </p:sp>
      <p:sp>
        <p:nvSpPr>
          <p:cNvPr id="710"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&lt;p&gt;{{bean?.name}}&lt;/p&gt;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endParaRPr lang="de-DE" sz="28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tabLst>
                <a:tab pos="0" algn="l"/>
              </a:tabLst>
            </a:pPr>
            <a:r>
              <a:rPr lang="de-DE" sz="2800" b="0" u="none" strike="noStrike">
                <a:solidFill>
                  <a:schemeClr val="dk1"/>
                </a:solidFill>
                <a:uFillTx/>
                <a:latin typeface="Calibri"/>
              </a:rPr>
              <a:t>Auch mehrfach</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tabLst>
                <a:tab pos="0" algn="l"/>
              </a:tabLst>
            </a:pPr>
            <a:r>
              <a:rPr lang="de-DE" sz="2400" b="0" u="none" strike="noStrike">
                <a:solidFill>
                  <a:schemeClr val="dk1"/>
                </a:solidFill>
                <a:uFillTx/>
                <a:latin typeface="Calibri"/>
              </a:rPr>
              <a:t>&lt;p&gt;{{bean?.complexProperty?.name}}&lt;/p&gt;</a:t>
            </a:r>
            <a:endParaRPr lang="de-DE" sz="2400" b="0" u="none" strike="noStrike">
              <a:solidFill>
                <a:srgbClr val="000000"/>
              </a:solidFill>
              <a:uFillTx/>
              <a:latin typeface="Arial"/>
            </a:endParaRPr>
          </a:p>
          <a:p>
            <a:pPr indent="0" defTabSz="914400">
              <a:lnSpc>
                <a:spcPct val="90000"/>
              </a:lnSpc>
              <a:spcBef>
                <a:spcPts val="1001"/>
              </a:spcBef>
              <a:buNone/>
              <a:tabLst>
                <a:tab pos="0" algn="l"/>
              </a:tabLst>
            </a:pPr>
            <a:endParaRPr lang="de-DE" sz="2800" b="0" u="none" strike="noStrike">
              <a:solidFill>
                <a:srgbClr val="000000"/>
              </a:solidFill>
              <a:uFillTx/>
              <a:latin typeface="Arial"/>
            </a:endParaRPr>
          </a:p>
        </p:txBody>
      </p:sp>
      <p:cxnSp>
        <p:nvCxnSpPr>
          <p:cNvPr id="711" name="Gerade Verbindung mit Pfeil 6"/>
          <p:cNvCxnSpPr>
            <a:stCxn id="712" idx="1"/>
          </p:cNvCxnSpPr>
          <p:nvPr/>
        </p:nvCxnSpPr>
        <p:spPr>
          <a:xfrm flipH="1" flipV="1">
            <a:off x="2680560" y="2379600"/>
            <a:ext cx="1655280" cy="952920"/>
          </a:xfrm>
          <a:prstGeom prst="straightConnector1">
            <a:avLst/>
          </a:prstGeom>
          <a:ln w="0">
            <a:solidFill>
              <a:srgbClr val="1D9A78"/>
            </a:solidFill>
            <a:tailEnd type="triangle" w="med" len="med"/>
          </a:ln>
        </p:spPr>
      </p:cxnSp>
      <p:sp>
        <p:nvSpPr>
          <p:cNvPr id="712" name="Textfeld 7"/>
          <p:cNvSpPr/>
          <p:nvPr/>
        </p:nvSpPr>
        <p:spPr>
          <a:xfrm>
            <a:off x="4335480" y="3150360"/>
            <a:ext cx="6793200" cy="363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de-DE" sz="1800" b="0" u="none" strike="noStrike">
                <a:solidFill>
                  <a:schemeClr val="dk1"/>
                </a:solidFill>
                <a:uFillTx/>
                <a:latin typeface="Calibri"/>
              </a:rPr>
              <a:t>Falls bean null oder undefined dann keine Exception sondern Leerstring</a:t>
            </a:r>
            <a:endParaRPr lang="de-DE" sz="1800" b="0" u="none" strike="noStrike">
              <a:solidFill>
                <a:srgbClr val="000000"/>
              </a:solidFill>
              <a:uFillTx/>
              <a:latin typeface="Arial"/>
            </a:endParaRP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el 1">
            <a:extLst>
              <a:ext uri="{FF2B5EF4-FFF2-40B4-BE49-F238E27FC236}">
                <a16:creationId xmlns:a16="http://schemas.microsoft.com/office/drawing/2014/main" id="{482B6770-C1F9-158F-ED3B-B1E97227863C}"/>
              </a:ext>
            </a:extLst>
          </p:cNvPr>
          <p:cNvSpPr>
            <a:spLocks noGrp="1"/>
          </p:cNvSpPr>
          <p:nvPr>
            <p:ph type="title"/>
          </p:nvPr>
        </p:nvSpPr>
        <p:spPr>
          <a:xfrm>
            <a:off x="6657715" y="467271"/>
            <a:ext cx="4195674" cy="2052522"/>
          </a:xfrm>
        </p:spPr>
        <p:txBody>
          <a:bodyPr anchor="b">
            <a:normAutofit/>
          </a:bodyPr>
          <a:lstStyle/>
          <a:p>
            <a:r>
              <a:rPr lang="de-DE" sz="5600"/>
              <a:t>Performance Impact</a:t>
            </a:r>
          </a:p>
        </p:txBody>
      </p:sp>
      <p:sp>
        <p:nvSpPr>
          <p:cNvPr id="20" name="Oval 19">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2965" y="554152"/>
            <a:ext cx="5742189" cy="5742189"/>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NC-Drehmaschinenbearbeitung">
            <a:extLst>
              <a:ext uri="{FF2B5EF4-FFF2-40B4-BE49-F238E27FC236}">
                <a16:creationId xmlns:a16="http://schemas.microsoft.com/office/drawing/2014/main" id="{C78C90F1-9CBE-A87B-1B30-3BE40118FAE9}"/>
              </a:ext>
            </a:extLst>
          </p:cNvPr>
          <p:cNvPicPr>
            <a:picLocks noChangeAspect="1"/>
          </p:cNvPicPr>
          <p:nvPr/>
        </p:nvPicPr>
        <p:blipFill>
          <a:blip r:embed="rId2"/>
          <a:srcRect l="33250" r="-2" b="-2"/>
          <a:stretch>
            <a:fillRect/>
          </a:stretch>
        </p:blipFill>
        <p:spPr>
          <a:xfrm>
            <a:off x="505418" y="554151"/>
            <a:ext cx="5742189" cy="5742189"/>
          </a:xfrm>
          <a:custGeom>
            <a:avLst/>
            <a:gdLst/>
            <a:ahLst/>
            <a:cxnLst/>
            <a:rect l="l" t="t" r="r" b="b"/>
            <a:pathLst>
              <a:path w="1838528" h="1838528">
                <a:moveTo>
                  <a:pt x="919264" y="0"/>
                </a:moveTo>
                <a:cubicBezTo>
                  <a:pt x="1426959" y="0"/>
                  <a:pt x="1838528" y="411569"/>
                  <a:pt x="1838528" y="919264"/>
                </a:cubicBezTo>
                <a:cubicBezTo>
                  <a:pt x="1838528" y="1426959"/>
                  <a:pt x="1426959" y="1838528"/>
                  <a:pt x="919264" y="1838528"/>
                </a:cubicBezTo>
                <a:cubicBezTo>
                  <a:pt x="411569" y="1838528"/>
                  <a:pt x="0" y="1426959"/>
                  <a:pt x="0" y="919264"/>
                </a:cubicBezTo>
                <a:cubicBezTo>
                  <a:pt x="0" y="411569"/>
                  <a:pt x="411569" y="0"/>
                  <a:pt x="919264" y="0"/>
                </a:cubicBezTo>
                <a:close/>
              </a:path>
            </a:pathLst>
          </a:custGeom>
        </p:spPr>
      </p:pic>
      <p:sp>
        <p:nvSpPr>
          <p:cNvPr id="22" name="!!plus graphic">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4956" y="703679"/>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1"/>
          </a:solidFill>
          <a:ln w="776" cap="flat">
            <a:noFill/>
            <a:prstDash val="solid"/>
            <a:miter/>
          </a:ln>
        </p:spPr>
        <p:txBody>
          <a:bodyPr rtlCol="0" anchor="ctr"/>
          <a:lstStyle/>
          <a:p>
            <a:endParaRPr lang="en-US"/>
          </a:p>
        </p:txBody>
      </p:sp>
      <p:sp>
        <p:nvSpPr>
          <p:cNvPr id="24" name="!!circle graphic">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753" y="1562696"/>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1"/>
          </a:solidFill>
          <a:ln w="751" cap="flat">
            <a:noFill/>
            <a:prstDash val="solid"/>
            <a:miter/>
          </a:ln>
        </p:spPr>
        <p:txBody>
          <a:bodyPr rtlCol="0" anchor="ctr"/>
          <a:lstStyle/>
          <a:p>
            <a:endParaRPr lang="en-US"/>
          </a:p>
        </p:txBody>
      </p:sp>
      <p:sp>
        <p:nvSpPr>
          <p:cNvPr id="3" name="Inhaltsplatzhalter 2">
            <a:extLst>
              <a:ext uri="{FF2B5EF4-FFF2-40B4-BE49-F238E27FC236}">
                <a16:creationId xmlns:a16="http://schemas.microsoft.com/office/drawing/2014/main" id="{A2B63644-8C37-9DC1-698C-F54AC412C6F8}"/>
              </a:ext>
            </a:extLst>
          </p:cNvPr>
          <p:cNvSpPr>
            <a:spLocks noGrp="1"/>
          </p:cNvSpPr>
          <p:nvPr>
            <p:ph/>
          </p:nvPr>
        </p:nvSpPr>
        <p:spPr>
          <a:xfrm>
            <a:off x="6657715" y="2990818"/>
            <a:ext cx="4429856" cy="2913872"/>
          </a:xfrm>
        </p:spPr>
        <p:txBody>
          <a:bodyPr anchor="t">
            <a:normAutofit lnSpcReduction="10000"/>
          </a:bodyPr>
          <a:lstStyle/>
          <a:p>
            <a:pPr>
              <a:spcAft>
                <a:spcPts val="600"/>
              </a:spcAft>
            </a:pPr>
            <a:r>
              <a:rPr lang="de-DE" sz="1700" dirty="0">
                <a:solidFill>
                  <a:schemeClr val="tx1">
                    <a:alpha val="80000"/>
                  </a:schemeClr>
                </a:solidFill>
              </a:rPr>
              <a:t>Schlecht, wird bei jeder Change </a:t>
            </a:r>
            <a:r>
              <a:rPr lang="de-DE" sz="1700" dirty="0" err="1">
                <a:solidFill>
                  <a:schemeClr val="tx1">
                    <a:alpha val="80000"/>
                  </a:schemeClr>
                </a:solidFill>
              </a:rPr>
              <a:t>Detection</a:t>
            </a:r>
            <a:r>
              <a:rPr lang="de-DE" sz="1700" dirty="0">
                <a:solidFill>
                  <a:schemeClr val="tx1">
                    <a:alpha val="80000"/>
                  </a:schemeClr>
                </a:solidFill>
              </a:rPr>
              <a:t> </a:t>
            </a:r>
            <a:r>
              <a:rPr lang="de-DE" sz="1700" dirty="0" err="1">
                <a:solidFill>
                  <a:schemeClr val="tx1">
                    <a:alpha val="80000"/>
                  </a:schemeClr>
                </a:solidFill>
              </a:rPr>
              <a:t>gecalled</a:t>
            </a:r>
            <a:endParaRPr lang="de-DE" sz="1700" dirty="0">
              <a:solidFill>
                <a:schemeClr val="tx1">
                  <a:alpha val="80000"/>
                </a:schemeClr>
              </a:solidFill>
            </a:endParaRPr>
          </a:p>
          <a:p>
            <a:pPr lvl="1">
              <a:spcAft>
                <a:spcPts val="600"/>
              </a:spcAft>
            </a:pPr>
            <a:r>
              <a:rPr lang="de-DE" sz="1700" dirty="0">
                <a:solidFill>
                  <a:schemeClr val="tx1">
                    <a:alpha val="80000"/>
                  </a:schemeClr>
                </a:solidFill>
              </a:rPr>
              <a:t>@</a:t>
            </a:r>
            <a:r>
              <a:rPr lang="de-DE" sz="1700" dirty="0" err="1">
                <a:solidFill>
                  <a:schemeClr val="tx1">
                    <a:alpha val="80000"/>
                  </a:schemeClr>
                </a:solidFill>
              </a:rPr>
              <a:t>if</a:t>
            </a:r>
            <a:r>
              <a:rPr lang="de-DE" sz="1700" dirty="0">
                <a:solidFill>
                  <a:schemeClr val="tx1">
                    <a:alpha val="80000"/>
                  </a:schemeClr>
                </a:solidFill>
              </a:rPr>
              <a:t> (</a:t>
            </a:r>
            <a:r>
              <a:rPr lang="de-DE" sz="1700" dirty="0" err="1">
                <a:solidFill>
                  <a:schemeClr val="tx1">
                    <a:alpha val="80000"/>
                  </a:schemeClr>
                </a:solidFill>
              </a:rPr>
              <a:t>isUserActive</a:t>
            </a:r>
            <a:r>
              <a:rPr lang="de-DE" sz="1700" dirty="0">
                <a:solidFill>
                  <a:schemeClr val="tx1">
                    <a:alpha val="80000"/>
                  </a:schemeClr>
                </a:solidFill>
              </a:rPr>
              <a:t>(</a:t>
            </a:r>
            <a:r>
              <a:rPr lang="de-DE" sz="1700" dirty="0" err="1">
                <a:solidFill>
                  <a:schemeClr val="tx1">
                    <a:alpha val="80000"/>
                  </a:schemeClr>
                </a:solidFill>
              </a:rPr>
              <a:t>user</a:t>
            </a:r>
            <a:r>
              <a:rPr lang="de-DE" sz="1700" dirty="0">
                <a:solidFill>
                  <a:schemeClr val="tx1">
                    <a:alpha val="80000"/>
                  </a:schemeClr>
                </a:solidFill>
              </a:rPr>
              <a:t>)) { ... } </a:t>
            </a:r>
          </a:p>
          <a:p>
            <a:pPr>
              <a:spcAft>
                <a:spcPts val="600"/>
              </a:spcAft>
            </a:pPr>
            <a:r>
              <a:rPr lang="de-DE" sz="1700" dirty="0">
                <a:solidFill>
                  <a:schemeClr val="tx1">
                    <a:alpha val="80000"/>
                  </a:schemeClr>
                </a:solidFill>
              </a:rPr>
              <a:t>Besser</a:t>
            </a:r>
          </a:p>
          <a:p>
            <a:pPr lvl="1">
              <a:spcAft>
                <a:spcPts val="600"/>
              </a:spcAft>
            </a:pPr>
            <a:r>
              <a:rPr lang="de-DE" sz="1700" dirty="0">
                <a:solidFill>
                  <a:schemeClr val="tx1">
                    <a:alpha val="80000"/>
                  </a:schemeClr>
                </a:solidFill>
              </a:rPr>
              <a:t>// Im </a:t>
            </a:r>
            <a:r>
              <a:rPr lang="de-DE" sz="1700" dirty="0" err="1">
                <a:solidFill>
                  <a:schemeClr val="tx1">
                    <a:alpha val="80000"/>
                  </a:schemeClr>
                </a:solidFill>
              </a:rPr>
              <a:t>Component</a:t>
            </a:r>
            <a:r>
              <a:rPr lang="de-DE" sz="1700" dirty="0">
                <a:solidFill>
                  <a:schemeClr val="tx1">
                    <a:alpha val="80000"/>
                  </a:schemeClr>
                </a:solidFill>
              </a:rPr>
              <a:t> </a:t>
            </a:r>
          </a:p>
          <a:p>
            <a:pPr lvl="2">
              <a:spcAft>
                <a:spcPts val="600"/>
              </a:spcAft>
            </a:pPr>
            <a:r>
              <a:rPr lang="de-DE" sz="1700" dirty="0" err="1">
                <a:solidFill>
                  <a:schemeClr val="tx1">
                    <a:alpha val="80000"/>
                  </a:schemeClr>
                </a:solidFill>
              </a:rPr>
              <a:t>activeUser</a:t>
            </a:r>
            <a:r>
              <a:rPr lang="de-DE" sz="1700" dirty="0">
                <a:solidFill>
                  <a:schemeClr val="tx1">
                    <a:alpha val="80000"/>
                  </a:schemeClr>
                </a:solidFill>
              </a:rPr>
              <a:t> = </a:t>
            </a:r>
            <a:r>
              <a:rPr lang="de-DE" sz="1700" dirty="0" err="1">
                <a:solidFill>
                  <a:schemeClr val="tx1">
                    <a:alpha val="80000"/>
                  </a:schemeClr>
                </a:solidFill>
              </a:rPr>
              <a:t>computed</a:t>
            </a:r>
            <a:r>
              <a:rPr lang="de-DE" sz="1700" dirty="0">
                <a:solidFill>
                  <a:schemeClr val="tx1">
                    <a:alpha val="80000"/>
                  </a:schemeClr>
                </a:solidFill>
              </a:rPr>
              <a:t>(() =&gt; </a:t>
            </a:r>
            <a:r>
              <a:rPr lang="de-DE" sz="1700" dirty="0" err="1">
                <a:solidFill>
                  <a:schemeClr val="tx1">
                    <a:alpha val="80000"/>
                  </a:schemeClr>
                </a:solidFill>
              </a:rPr>
              <a:t>this.isUserActive</a:t>
            </a:r>
            <a:r>
              <a:rPr lang="de-DE" sz="1700" dirty="0">
                <a:solidFill>
                  <a:schemeClr val="tx1">
                    <a:alpha val="80000"/>
                  </a:schemeClr>
                </a:solidFill>
              </a:rPr>
              <a:t>(</a:t>
            </a:r>
            <a:r>
              <a:rPr lang="de-DE" sz="1700" dirty="0" err="1">
                <a:solidFill>
                  <a:schemeClr val="tx1">
                    <a:alpha val="80000"/>
                  </a:schemeClr>
                </a:solidFill>
              </a:rPr>
              <a:t>this.currentUser</a:t>
            </a:r>
            <a:r>
              <a:rPr lang="de-DE" sz="1700" dirty="0">
                <a:solidFill>
                  <a:schemeClr val="tx1">
                    <a:alpha val="80000"/>
                  </a:schemeClr>
                </a:solidFill>
              </a:rPr>
              <a:t>()));</a:t>
            </a:r>
          </a:p>
          <a:p>
            <a:pPr lvl="1">
              <a:spcAft>
                <a:spcPts val="600"/>
              </a:spcAft>
            </a:pPr>
            <a:r>
              <a:rPr lang="de-DE" sz="1700" dirty="0">
                <a:solidFill>
                  <a:schemeClr val="tx1">
                    <a:alpha val="80000"/>
                  </a:schemeClr>
                </a:solidFill>
              </a:rPr>
              <a:t>// Im Template 	</a:t>
            </a:r>
          </a:p>
          <a:p>
            <a:pPr lvl="2">
              <a:spcAft>
                <a:spcPts val="600"/>
              </a:spcAft>
            </a:pPr>
            <a:r>
              <a:rPr lang="de-DE" sz="1700" dirty="0">
                <a:solidFill>
                  <a:schemeClr val="tx1">
                    <a:alpha val="80000"/>
                  </a:schemeClr>
                </a:solidFill>
              </a:rPr>
              <a:t>@</a:t>
            </a:r>
            <a:r>
              <a:rPr lang="de-DE" sz="1700" dirty="0" err="1">
                <a:solidFill>
                  <a:schemeClr val="tx1">
                    <a:alpha val="80000"/>
                  </a:schemeClr>
                </a:solidFill>
              </a:rPr>
              <a:t>if</a:t>
            </a:r>
            <a:r>
              <a:rPr lang="de-DE" sz="1700" dirty="0">
                <a:solidFill>
                  <a:schemeClr val="tx1">
                    <a:alpha val="80000"/>
                  </a:schemeClr>
                </a:solidFill>
              </a:rPr>
              <a:t> (</a:t>
            </a:r>
            <a:r>
              <a:rPr lang="de-DE" sz="1700" dirty="0" err="1">
                <a:solidFill>
                  <a:schemeClr val="tx1">
                    <a:alpha val="80000"/>
                  </a:schemeClr>
                </a:solidFill>
              </a:rPr>
              <a:t>activeUser</a:t>
            </a:r>
            <a:r>
              <a:rPr lang="de-DE" sz="1700" dirty="0">
                <a:solidFill>
                  <a:schemeClr val="tx1">
                    <a:alpha val="80000"/>
                  </a:schemeClr>
                </a:solidFill>
              </a:rPr>
              <a:t>()) { ... }</a:t>
            </a:r>
          </a:p>
          <a:p>
            <a:pPr>
              <a:spcAft>
                <a:spcPts val="600"/>
              </a:spcAft>
            </a:pPr>
            <a:endParaRPr lang="de-DE" sz="1700" dirty="0">
              <a:solidFill>
                <a:schemeClr val="tx1">
                  <a:alpha val="80000"/>
                </a:schemeClr>
              </a:solidFill>
            </a:endParaRPr>
          </a:p>
        </p:txBody>
      </p:sp>
      <p:sp>
        <p:nvSpPr>
          <p:cNvPr id="26" name="!!dot graphic">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54149" y="5775082"/>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1"/>
          </a:solidFill>
          <a:ln w="516" cap="flat">
            <a:noFill/>
            <a:prstDash val="solid"/>
            <a:miter/>
          </a:ln>
        </p:spPr>
        <p:txBody>
          <a:bodyPr rtlCol="0" anchor="ctr"/>
          <a:lstStyle/>
          <a:p>
            <a:endParaRPr lang="en-US"/>
          </a:p>
        </p:txBody>
      </p:sp>
      <p:cxnSp>
        <p:nvCxnSpPr>
          <p:cNvPr id="28" name="!!Straight Connector">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9272"/>
            <a:ext cx="0" cy="3238728"/>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75948428"/>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3"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One Way Property Bindings bei Images </a:t>
            </a:r>
            <a:endParaRPr lang="de-DE" sz="4400" b="0" u="none" strike="noStrike">
              <a:solidFill>
                <a:srgbClr val="000000"/>
              </a:solidFill>
              <a:uFillTx/>
              <a:latin typeface="Arial"/>
            </a:endParaRPr>
          </a:p>
        </p:txBody>
      </p:sp>
      <p:sp>
        <p:nvSpPr>
          <p:cNvPr id="714"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de-DE" sz="2800" b="0" u="none" strike="noStrike">
                <a:solidFill>
                  <a:srgbClr val="1E347B"/>
                </a:solidFill>
                <a:uFillTx/>
                <a:latin typeface="SourceCodePro"/>
              </a:rPr>
              <a:t>&lt;img</a:t>
            </a:r>
            <a:r>
              <a:rPr lang="de-DE" sz="2800" b="0" u="none" strike="noStrike">
                <a:solidFill>
                  <a:srgbClr val="48484C"/>
                </a:solidFill>
                <a:uFillTx/>
                <a:latin typeface="SourceCodePro"/>
              </a:rPr>
              <a:t> [</a:t>
            </a:r>
            <a:r>
              <a:rPr lang="de-DE" sz="2800" b="0" u="none" strike="noStrike">
                <a:solidFill>
                  <a:srgbClr val="008080"/>
                </a:solidFill>
                <a:uFillTx/>
                <a:latin typeface="SourceCodePro"/>
              </a:rPr>
              <a:t>src</a:t>
            </a:r>
            <a:r>
              <a:rPr lang="de-DE" sz="2800" b="0" u="none" strike="noStrike">
                <a:solidFill>
                  <a:srgbClr val="48484C"/>
                </a:solidFill>
                <a:uFillTx/>
                <a:latin typeface="SourceCodePro"/>
              </a:rPr>
              <a:t>]</a:t>
            </a:r>
            <a:r>
              <a:rPr lang="de-DE" sz="2800" b="0" u="none" strike="noStrike">
                <a:solidFill>
                  <a:srgbClr val="93A1A1"/>
                </a:solidFill>
                <a:uFillTx/>
                <a:latin typeface="SourceCodePro"/>
              </a:rPr>
              <a:t>=</a:t>
            </a:r>
            <a:r>
              <a:rPr lang="de-DE" sz="2800" b="0" u="none" strike="noStrike">
                <a:solidFill>
                  <a:srgbClr val="DD1144"/>
                </a:solidFill>
                <a:uFillTx/>
                <a:latin typeface="SourceCodePro"/>
              </a:rPr>
              <a:t>"release.cover"</a:t>
            </a:r>
            <a:r>
              <a:rPr lang="de-DE" sz="2800" b="0" u="none" strike="noStrike">
                <a:solidFill>
                  <a:srgbClr val="1E347B"/>
                </a:solidFill>
                <a:uFillTx/>
                <a:latin typeface="SourceCodePro"/>
              </a:rPr>
              <a:t>&gt;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1E347B"/>
                </a:solidFill>
                <a:uFillTx/>
                <a:latin typeface="SourceCodePro"/>
              </a:rPr>
              <a:t>&lt;button</a:t>
            </a:r>
            <a:r>
              <a:rPr lang="de-DE" sz="2800" b="0" u="none" strike="noStrike">
                <a:solidFill>
                  <a:srgbClr val="48484C"/>
                </a:solidFill>
                <a:uFillTx/>
                <a:latin typeface="SourceCodePro"/>
              </a:rPr>
              <a:t> [</a:t>
            </a:r>
            <a:r>
              <a:rPr lang="de-DE" sz="2800" b="0" u="none" strike="noStrike">
                <a:solidFill>
                  <a:srgbClr val="008080"/>
                </a:solidFill>
                <a:uFillTx/>
                <a:latin typeface="SourceCodePro"/>
              </a:rPr>
              <a:t>disabled</a:t>
            </a:r>
            <a:r>
              <a:rPr lang="de-DE" sz="2800" b="0" u="none" strike="noStrike">
                <a:solidFill>
                  <a:srgbClr val="48484C"/>
                </a:solidFill>
                <a:uFillTx/>
                <a:latin typeface="SourceCodePro"/>
              </a:rPr>
              <a:t>]</a:t>
            </a:r>
            <a:r>
              <a:rPr lang="de-DE" sz="2800" b="0" u="none" strike="noStrike">
                <a:solidFill>
                  <a:srgbClr val="93A1A1"/>
                </a:solidFill>
                <a:uFillTx/>
                <a:latin typeface="SourceCodePro"/>
              </a:rPr>
              <a:t>=</a:t>
            </a:r>
            <a:r>
              <a:rPr lang="de-DE" sz="2800" b="0" u="none" strike="noStrike">
                <a:solidFill>
                  <a:srgbClr val="DD1144"/>
                </a:solidFill>
                <a:uFillTx/>
                <a:latin typeface="SourceCodePro"/>
              </a:rPr>
              <a:t>"!track.playable"</a:t>
            </a:r>
            <a:r>
              <a:rPr lang="de-DE" sz="2800" b="0" u="none" strike="noStrike">
                <a:solidFill>
                  <a:srgbClr val="1E347B"/>
                </a:solidFill>
                <a:uFillTx/>
                <a:latin typeface="SourceCodePro"/>
              </a:rPr>
              <a:t>&gt;&lt;/button&gt;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endParaRPr lang="de-DE" sz="2800" b="0" u="none" strike="noStrike">
              <a:solidFill>
                <a:srgbClr val="000000"/>
              </a:solidFill>
              <a:uFillTx/>
              <a:latin typeface="Arial"/>
            </a:endParaRP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5"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Event Binding </a:t>
            </a:r>
            <a:endParaRPr lang="de-DE" sz="4400" b="0" u="none" strike="noStrike">
              <a:solidFill>
                <a:srgbClr val="000000"/>
              </a:solidFill>
              <a:uFillTx/>
              <a:latin typeface="Arial"/>
            </a:endParaRPr>
          </a:p>
        </p:txBody>
      </p:sp>
      <p:sp>
        <p:nvSpPr>
          <p:cNvPr id="716"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One-Way nach oben im Komponenten-Baum</a:t>
            </a:r>
            <a:endParaRPr lang="de-DE" sz="28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$event als Handle auf das Event-Objekt</a:t>
            </a:r>
            <a:endParaRPr lang="de-DE" sz="28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Ziele </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Standard-DOM-Events</a:t>
            </a:r>
            <a:endParaRPr lang="de-DE" sz="2400" b="0" u="none" strike="noStrike">
              <a:solidFill>
                <a:srgbClr val="000000"/>
              </a:solidFill>
              <a:uFillTx/>
              <a:latin typeface="Arial"/>
            </a:endParaRPr>
          </a:p>
          <a:p>
            <a:pPr marL="1143000" lvl="2" indent="-228600" defTabSz="914400">
              <a:lnSpc>
                <a:spcPct val="90000"/>
              </a:lnSpc>
              <a:spcBef>
                <a:spcPts val="499"/>
              </a:spcBef>
              <a:buClr>
                <a:srgbClr val="000000"/>
              </a:buClr>
              <a:buFont typeface="Arial"/>
              <a:buChar char="•"/>
            </a:pPr>
            <a:r>
              <a:rPr lang="de-DE" sz="2000" b="0" u="none" strike="noStrike">
                <a:solidFill>
                  <a:schemeClr val="dk1"/>
                </a:solidFill>
                <a:uFillTx/>
                <a:latin typeface="Calibri"/>
              </a:rPr>
              <a:t>&lt;input type="text" (keyup)="logInput($event.target.value)"&gt;</a:t>
            </a:r>
            <a:endParaRPr lang="de-DE" sz="20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Custom-Events an Komponenten</a:t>
            </a:r>
            <a:endParaRPr lang="de-DE" sz="2400" b="0" u="none" strike="noStrike">
              <a:solidFill>
                <a:srgbClr val="000000"/>
              </a:solidFill>
              <a:uFillTx/>
              <a:latin typeface="Arial"/>
            </a:endParaRPr>
          </a:p>
          <a:p>
            <a:pPr marL="1143000" lvl="2" indent="-228600" defTabSz="914400">
              <a:lnSpc>
                <a:spcPct val="90000"/>
              </a:lnSpc>
              <a:spcBef>
                <a:spcPts val="499"/>
              </a:spcBef>
              <a:buClr>
                <a:srgbClr val="000000"/>
              </a:buClr>
              <a:buFont typeface="Arial"/>
              <a:buChar char="•"/>
            </a:pPr>
            <a:r>
              <a:rPr lang="de-DE" sz="2000" b="0" u="none" strike="noStrike">
                <a:solidFill>
                  <a:schemeClr val="dk1"/>
                </a:solidFill>
                <a:uFillTx/>
                <a:latin typeface="Calibri"/>
              </a:rPr>
              <a:t>&lt;release (releaseLiked)="highlight($event)"&gt;&lt;/release&gt;</a:t>
            </a:r>
            <a:endParaRPr lang="de-DE" sz="2000" b="0" u="none" strike="noStrike">
              <a:solidFill>
                <a:srgbClr val="000000"/>
              </a:solidFill>
              <a:uFillTx/>
              <a:latin typeface="Arial"/>
            </a:endParaRPr>
          </a:p>
          <a:p>
            <a:pPr indent="0" defTabSz="914400">
              <a:lnSpc>
                <a:spcPct val="90000"/>
              </a:lnSpc>
              <a:spcBef>
                <a:spcPts val="1001"/>
              </a:spcBef>
              <a:buNone/>
              <a:tabLst>
                <a:tab pos="0" algn="l"/>
              </a:tabLst>
            </a:pPr>
            <a:endParaRPr lang="de-DE" sz="2800" b="0" u="none" strike="noStrike">
              <a:solidFill>
                <a:srgbClr val="000000"/>
              </a:solidFill>
              <a:uFillTx/>
              <a:latin typeface="Arial"/>
            </a:endParaRP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Style Bindings</a:t>
            </a:r>
            <a:endParaRPr lang="de-DE" sz="4400" b="0" u="none" strike="noStrike">
              <a:solidFill>
                <a:srgbClr val="000000"/>
              </a:solidFill>
              <a:uFillTx/>
              <a:latin typeface="Arial"/>
            </a:endParaRPr>
          </a:p>
        </p:txBody>
      </p:sp>
      <p:sp>
        <p:nvSpPr>
          <p:cNvPr id="718"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333333"/>
              </a:buClr>
              <a:buFont typeface="Arial"/>
              <a:buChar char="•"/>
            </a:pPr>
            <a:r>
              <a:rPr lang="de-DE" sz="2800" b="0" u="none" strike="noStrike">
                <a:solidFill>
                  <a:srgbClr val="333333"/>
                </a:solidFill>
                <a:uFillTx/>
                <a:latin typeface="Aller"/>
              </a:rPr>
              <a:t>Class-Bindings</a:t>
            </a:r>
            <a:endParaRPr lang="de-DE" sz="2800" b="0" u="none" strike="noStrike">
              <a:solidFill>
                <a:srgbClr val="000000"/>
              </a:solidFill>
              <a:uFillTx/>
              <a:latin typeface="Arial"/>
            </a:endParaRPr>
          </a:p>
          <a:p>
            <a:pPr marL="685800" lvl="1" indent="-228600" defTabSz="914400">
              <a:lnSpc>
                <a:spcPct val="90000"/>
              </a:lnSpc>
              <a:spcBef>
                <a:spcPts val="499"/>
              </a:spcBef>
              <a:buClr>
                <a:srgbClr val="333333"/>
              </a:buClr>
              <a:buFont typeface="Arial"/>
              <a:buChar char="•"/>
            </a:pPr>
            <a:r>
              <a:rPr lang="de-DE" sz="2400" b="0" u="none" strike="noStrike">
                <a:solidFill>
                  <a:srgbClr val="333333"/>
                </a:solidFill>
                <a:uFillTx/>
                <a:latin typeface="Aller"/>
              </a:rPr>
              <a:t>      &lt;div class="selected"</a:t>
            </a:r>
            <a:endParaRPr lang="de-DE" sz="2400" b="0" u="none" strike="noStrike">
              <a:solidFill>
                <a:srgbClr val="000000"/>
              </a:solidFill>
              <a:uFillTx/>
              <a:latin typeface="Arial"/>
            </a:endParaRPr>
          </a:p>
          <a:p>
            <a:pPr marL="685800" lvl="1" indent="-228600" defTabSz="914400">
              <a:lnSpc>
                <a:spcPct val="90000"/>
              </a:lnSpc>
              <a:spcBef>
                <a:spcPts val="499"/>
              </a:spcBef>
              <a:buClr>
                <a:srgbClr val="1E347B"/>
              </a:buClr>
              <a:buFont typeface="Arial"/>
              <a:buChar char="•"/>
            </a:pPr>
            <a:r>
              <a:rPr lang="de-DE" sz="2400" b="0" u="none" strike="noStrike">
                <a:solidFill>
                  <a:srgbClr val="1E347B"/>
                </a:solidFill>
                <a:uFillTx/>
                <a:latin typeface="SourceCodePro"/>
              </a:rPr>
              <a:t>&lt;div</a:t>
            </a:r>
            <a:r>
              <a:rPr lang="de-DE" sz="2400" b="0" u="none" strike="noStrike">
                <a:solidFill>
                  <a:srgbClr val="48484C"/>
                </a:solidFill>
                <a:uFillTx/>
                <a:latin typeface="SourceCodePro"/>
              </a:rPr>
              <a:t> [</a:t>
            </a:r>
            <a:r>
              <a:rPr lang="de-DE" sz="2400" b="0" u="none" strike="noStrike">
                <a:solidFill>
                  <a:srgbClr val="008080"/>
                </a:solidFill>
                <a:uFillTx/>
                <a:latin typeface="SourceCodePro"/>
              </a:rPr>
              <a:t>class</a:t>
            </a:r>
            <a:r>
              <a:rPr lang="de-DE" sz="2400" b="0" u="none" strike="noStrike">
                <a:solidFill>
                  <a:srgbClr val="48484C"/>
                </a:solidFill>
                <a:uFillTx/>
                <a:latin typeface="SourceCodePro"/>
              </a:rPr>
              <a:t>.</a:t>
            </a:r>
            <a:r>
              <a:rPr lang="de-DE" sz="2400" b="0" u="none" strike="noStrike">
                <a:solidFill>
                  <a:srgbClr val="008080"/>
                </a:solidFill>
                <a:uFillTx/>
                <a:latin typeface="SourceCodePro"/>
              </a:rPr>
              <a:t>selected</a:t>
            </a:r>
            <a:r>
              <a:rPr lang="de-DE" sz="2400" b="0" u="none" strike="noStrike">
                <a:solidFill>
                  <a:srgbClr val="48484C"/>
                </a:solidFill>
                <a:uFillTx/>
                <a:latin typeface="SourceCodePro"/>
              </a:rPr>
              <a:t>]</a:t>
            </a:r>
            <a:r>
              <a:rPr lang="de-DE" sz="2400" b="0" u="none" strike="noStrike">
                <a:solidFill>
                  <a:srgbClr val="93A1A1"/>
                </a:solidFill>
                <a:uFillTx/>
                <a:latin typeface="SourceCodePro"/>
              </a:rPr>
              <a:t>=</a:t>
            </a:r>
            <a:r>
              <a:rPr lang="de-DE" sz="2400" b="0" u="none" strike="noStrike">
                <a:solidFill>
                  <a:srgbClr val="DD1144"/>
                </a:solidFill>
                <a:uFillTx/>
                <a:latin typeface="SourceCodePro"/>
              </a:rPr>
              <a:t>"isSelected(track)"</a:t>
            </a:r>
            <a:r>
              <a:rPr lang="de-DE" sz="2400" b="0" u="none" strike="noStrike">
                <a:solidFill>
                  <a:srgbClr val="1E347B"/>
                </a:solidFill>
                <a:uFillTx/>
                <a:latin typeface="SourceCodePro"/>
              </a:rPr>
              <a:t>&gt;&lt;/div&gt;</a:t>
            </a:r>
            <a:endParaRPr lang="de-DE" sz="2400" b="0" u="none" strike="noStrike">
              <a:solidFill>
                <a:srgbClr val="000000"/>
              </a:solidFill>
              <a:uFillTx/>
              <a:latin typeface="Arial"/>
            </a:endParaRPr>
          </a:p>
          <a:p>
            <a:pPr marL="228600" indent="-228600" defTabSz="914400">
              <a:lnSpc>
                <a:spcPct val="90000"/>
              </a:lnSpc>
              <a:spcBef>
                <a:spcPts val="1001"/>
              </a:spcBef>
              <a:buClr>
                <a:srgbClr val="333333"/>
              </a:buClr>
              <a:buFont typeface="Arial"/>
              <a:buChar char="•"/>
            </a:pPr>
            <a:r>
              <a:rPr lang="de-DE" sz="2800" b="0" u="none" strike="noStrike">
                <a:solidFill>
                  <a:srgbClr val="333333"/>
                </a:solidFill>
                <a:uFillTx/>
                <a:latin typeface="Aller"/>
              </a:rPr>
              <a:t>Style-Bindings</a:t>
            </a:r>
            <a:endParaRPr lang="de-DE" sz="2800" b="0" u="none" strike="noStrike">
              <a:solidFill>
                <a:srgbClr val="000000"/>
              </a:solidFill>
              <a:uFillTx/>
              <a:latin typeface="Arial"/>
            </a:endParaRPr>
          </a:p>
          <a:p>
            <a:pPr marL="685800" lvl="1" indent="-228600" defTabSz="914400">
              <a:lnSpc>
                <a:spcPct val="90000"/>
              </a:lnSpc>
              <a:spcBef>
                <a:spcPts val="499"/>
              </a:spcBef>
              <a:buClr>
                <a:srgbClr val="1E347B"/>
              </a:buClr>
              <a:buFont typeface="Arial"/>
              <a:buChar char="•"/>
            </a:pPr>
            <a:r>
              <a:rPr lang="de-DE" sz="2400" b="0" u="none" strike="noStrike">
                <a:solidFill>
                  <a:srgbClr val="1E347B"/>
                </a:solidFill>
                <a:uFillTx/>
                <a:latin typeface="SourceCodePro"/>
              </a:rPr>
              <a:t>&lt;img</a:t>
            </a:r>
            <a:r>
              <a:rPr lang="de-DE" sz="2400" b="0" u="none" strike="noStrike">
                <a:solidFill>
                  <a:srgbClr val="48484C"/>
                </a:solidFill>
                <a:uFillTx/>
                <a:latin typeface="SourceCodePro"/>
              </a:rPr>
              <a:t> [</a:t>
            </a:r>
            <a:r>
              <a:rPr lang="de-DE" sz="2400" b="0" u="none" strike="noStrike">
                <a:solidFill>
                  <a:srgbClr val="008080"/>
                </a:solidFill>
                <a:uFillTx/>
                <a:latin typeface="SourceCodePro"/>
              </a:rPr>
              <a:t>style</a:t>
            </a:r>
            <a:r>
              <a:rPr lang="de-DE" sz="2400" b="0" u="none" strike="noStrike">
                <a:solidFill>
                  <a:srgbClr val="48484C"/>
                </a:solidFill>
                <a:uFillTx/>
                <a:latin typeface="SourceCodePro"/>
              </a:rPr>
              <a:t>.</a:t>
            </a:r>
            <a:r>
              <a:rPr lang="de-DE" sz="2400" b="0" u="none" strike="noStrike">
                <a:solidFill>
                  <a:srgbClr val="008080"/>
                </a:solidFill>
                <a:uFillTx/>
                <a:latin typeface="SourceCodePro"/>
              </a:rPr>
              <a:t>visibility</a:t>
            </a:r>
            <a:r>
              <a:rPr lang="de-DE" sz="2400" b="0" u="none" strike="noStrike">
                <a:solidFill>
                  <a:srgbClr val="48484C"/>
                </a:solidFill>
                <a:uFillTx/>
                <a:latin typeface="SourceCodePro"/>
              </a:rPr>
              <a:t>]</a:t>
            </a:r>
            <a:r>
              <a:rPr lang="de-DE" sz="2400" b="0" u="none" strike="noStrike">
                <a:solidFill>
                  <a:srgbClr val="93A1A1"/>
                </a:solidFill>
                <a:uFillTx/>
                <a:latin typeface="SourceCodePro"/>
              </a:rPr>
              <a:t>=</a:t>
            </a:r>
            <a:r>
              <a:rPr lang="de-DE" sz="2400" b="0" u="none" strike="noStrike">
                <a:solidFill>
                  <a:srgbClr val="DD1144"/>
                </a:solidFill>
                <a:uFillTx/>
                <a:latin typeface="SourceCodePro"/>
              </a:rPr>
              <a:t>"release.cover ? 'visible' : 'hidden'"</a:t>
            </a:r>
            <a:r>
              <a:rPr lang="de-DE" sz="2400" b="0" u="none" strike="noStrike">
                <a:solidFill>
                  <a:srgbClr val="1E347B"/>
                </a:solidFill>
                <a:uFillTx/>
                <a:latin typeface="SourceCodePro"/>
              </a:rPr>
              <a:t>&gt;</a:t>
            </a:r>
            <a:endParaRPr lang="de-DE" sz="2400" b="0" u="none" strike="noStrike">
              <a:solidFill>
                <a:srgbClr val="000000"/>
              </a:solidFill>
              <a:uFillTx/>
              <a:latin typeface="Arial"/>
            </a:endParaRPr>
          </a:p>
          <a:p>
            <a:pPr marL="228600" indent="-228600" defTabSz="914400">
              <a:lnSpc>
                <a:spcPct val="90000"/>
              </a:lnSpc>
              <a:spcBef>
                <a:spcPts val="1001"/>
              </a:spcBef>
              <a:buClr>
                <a:srgbClr val="333333"/>
              </a:buClr>
              <a:buFont typeface="Arial"/>
              <a:buChar char="•"/>
            </a:pPr>
            <a:r>
              <a:rPr lang="de-DE" sz="2800" b="0" u="none" strike="noStrike">
                <a:solidFill>
                  <a:srgbClr val="333333"/>
                </a:solidFill>
                <a:uFillTx/>
                <a:latin typeface="Aller"/>
              </a:rPr>
              <a:t>Alternativ: [class]="{ selected: isSelected(track) }" bzw. [style]-Bindings (ngClass/ngStyle nicht mehr nötig)</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endParaRPr lang="de-DE" sz="2800" b="0" u="none" strike="noStrike">
              <a:solidFill>
                <a:srgbClr val="000000"/>
              </a:solidFill>
              <a:uFillTx/>
              <a:latin typeface="Arial"/>
            </a:endParaRP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9"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Data Binding in Formularen</a:t>
            </a:r>
            <a:endParaRPr lang="de-DE" sz="4400" b="0" u="none" strike="noStrike">
              <a:solidFill>
                <a:srgbClr val="000000"/>
              </a:solidFill>
              <a:uFillTx/>
              <a:latin typeface="Arial"/>
            </a:endParaRPr>
          </a:p>
        </p:txBody>
      </p:sp>
      <p:sp>
        <p:nvSpPr>
          <p:cNvPr id="720"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Ziel: </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Formularfelder an Properties binden</a:t>
            </a:r>
            <a:endParaRPr lang="de-DE" sz="24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Manuelles Synchronisieren würde bedeuten</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&lt;input [value]="bean.name"</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(input)="bean.name=$event.target.value"&gt;</a:t>
            </a:r>
            <a:endParaRPr lang="de-DE" sz="24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Zwei-Wege-Data-Binding mit ngModel</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&lt;input [(ngModel)]="bean.name"&gt;</a:t>
            </a:r>
            <a:endParaRPr lang="de-DE" sz="2400" b="0" u="none" strike="noStrike">
              <a:solidFill>
                <a:srgbClr val="000000"/>
              </a:solidFill>
              <a:uFillTx/>
              <a:latin typeface="Arial"/>
            </a:endParaRPr>
          </a:p>
          <a:p>
            <a:pPr indent="0" defTabSz="914400">
              <a:lnSpc>
                <a:spcPct val="90000"/>
              </a:lnSpc>
              <a:spcBef>
                <a:spcPts val="1001"/>
              </a:spcBef>
              <a:buNone/>
              <a:tabLst>
                <a:tab pos="0" algn="l"/>
              </a:tabLst>
            </a:pPr>
            <a:endParaRPr lang="de-DE" sz="28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tabLst>
                <a:tab pos="0" algn="l"/>
              </a:tabLst>
            </a:pPr>
            <a:r>
              <a:rPr lang="de-DE" sz="2800" b="0" i="1" u="none" strike="noStrike">
                <a:solidFill>
                  <a:schemeClr val="dk1"/>
                </a:solidFill>
                <a:uFillTx/>
                <a:latin typeface="Calibri"/>
              </a:rPr>
              <a:t>Merke: Banana in a Box [()]</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endParaRPr lang="de-DE" sz="2800" b="0" u="none" strike="noStrike">
              <a:solidFill>
                <a:srgbClr val="000000"/>
              </a:solidFill>
              <a:uFillTx/>
              <a:latin typeface="Arial"/>
            </a:endParaRP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10"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Deferrable Views: @defer</a:t>
            </a:r>
            <a:endParaRPr lang="de-DE" sz="4400" b="0" u="none" strike="noStrike">
              <a:solidFill>
                <a:srgbClr val="000000"/>
              </a:solidFill>
              <a:uFillTx/>
              <a:latin typeface="Arial"/>
            </a:endParaRPr>
          </a:p>
        </p:txBody>
      </p:sp>
      <p:sp>
        <p:nvSpPr>
          <p:cNvPr id="811"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a:bodyPr>
          <a:lstStyle/>
          <a:p>
            <a:pPr indent="0" defTabSz="914400">
              <a:lnSpc>
                <a:spcPct val="90000"/>
              </a:lnSpc>
              <a:spcBef>
                <a:spcPts val="760"/>
              </a:spcBef>
              <a:buNone/>
              <a:tabLst>
                <a:tab pos="0" algn="l"/>
              </a:tabLst>
            </a:pPr>
            <a:r>
              <a:rPr lang="de-DE" sz="2100" b="0" u="none" strike="noStrike">
                <a:solidFill>
                  <a:srgbClr val="1E347B"/>
                </a:solidFill>
                <a:uFillTx/>
                <a:latin typeface="SourceCodePro"/>
              </a:rPr>
              <a:t>@defer (on idle) {</a:t>
            </a:r>
            <a:endParaRPr lang="de-DE" sz="2100" b="0" u="none" strike="noStrike">
              <a:solidFill>
                <a:srgbClr val="000000"/>
              </a:solidFill>
              <a:uFillTx/>
              <a:latin typeface="Arial"/>
            </a:endParaRPr>
          </a:p>
          <a:p>
            <a:pPr indent="0" defTabSz="914400">
              <a:lnSpc>
                <a:spcPct val="90000"/>
              </a:lnSpc>
              <a:spcBef>
                <a:spcPts val="760"/>
              </a:spcBef>
              <a:buNone/>
              <a:tabLst>
                <a:tab pos="0" algn="l"/>
              </a:tabLst>
            </a:pPr>
            <a:r>
              <a:rPr lang="de-DE" sz="2100" b="0" u="none" strike="noStrike">
                <a:solidFill>
                  <a:srgbClr val="1E347B"/>
                </a:solidFill>
                <a:uFillTx/>
                <a:latin typeface="SourceCodePro"/>
              </a:rPr>
              <a:t>  &lt;customer-details [customer]="selectedCustomer()" /&gt;</a:t>
            </a:r>
            <a:endParaRPr lang="de-DE" sz="2100" b="0" u="none" strike="noStrike">
              <a:solidFill>
                <a:srgbClr val="000000"/>
              </a:solidFill>
              <a:uFillTx/>
              <a:latin typeface="Arial"/>
            </a:endParaRPr>
          </a:p>
          <a:p>
            <a:pPr indent="0" defTabSz="914400">
              <a:lnSpc>
                <a:spcPct val="90000"/>
              </a:lnSpc>
              <a:spcBef>
                <a:spcPts val="760"/>
              </a:spcBef>
              <a:buNone/>
              <a:tabLst>
                <a:tab pos="0" algn="l"/>
              </a:tabLst>
            </a:pPr>
            <a:r>
              <a:rPr lang="de-DE" sz="2100" b="0" u="none" strike="noStrike">
                <a:solidFill>
                  <a:srgbClr val="1E347B"/>
                </a:solidFill>
                <a:uFillTx/>
                <a:latin typeface="SourceCodePro"/>
              </a:rPr>
              <a:t>} @placeholder {</a:t>
            </a:r>
            <a:endParaRPr lang="de-DE" sz="2100" b="0" u="none" strike="noStrike">
              <a:solidFill>
                <a:srgbClr val="000000"/>
              </a:solidFill>
              <a:uFillTx/>
              <a:latin typeface="Arial"/>
            </a:endParaRPr>
          </a:p>
          <a:p>
            <a:pPr indent="0" defTabSz="914400">
              <a:lnSpc>
                <a:spcPct val="90000"/>
              </a:lnSpc>
              <a:spcBef>
                <a:spcPts val="760"/>
              </a:spcBef>
              <a:buNone/>
              <a:tabLst>
                <a:tab pos="0" algn="l"/>
              </a:tabLst>
            </a:pPr>
            <a:r>
              <a:rPr lang="de-DE" sz="2100" b="0" u="none" strike="noStrike">
                <a:solidFill>
                  <a:srgbClr val="1E347B"/>
                </a:solidFill>
                <a:uFillTx/>
                <a:latin typeface="SourceCodePro"/>
              </a:rPr>
              <a:t>  &lt;div&gt;Lade Kundendetails...&lt;/div&gt;</a:t>
            </a:r>
            <a:endParaRPr lang="de-DE" sz="2100" b="0" u="none" strike="noStrike">
              <a:solidFill>
                <a:srgbClr val="000000"/>
              </a:solidFill>
              <a:uFillTx/>
              <a:latin typeface="Arial"/>
            </a:endParaRPr>
          </a:p>
          <a:p>
            <a:pPr indent="0" defTabSz="914400">
              <a:lnSpc>
                <a:spcPct val="90000"/>
              </a:lnSpc>
              <a:spcBef>
                <a:spcPts val="760"/>
              </a:spcBef>
              <a:buNone/>
              <a:tabLst>
                <a:tab pos="0" algn="l"/>
              </a:tabLst>
            </a:pPr>
            <a:r>
              <a:rPr lang="de-DE" sz="2100" b="0" u="none" strike="noStrike">
                <a:solidFill>
                  <a:srgbClr val="1E347B"/>
                </a:solidFill>
                <a:uFillTx/>
                <a:latin typeface="SourceCodePro"/>
              </a:rPr>
              <a:t>} @loading (minimum 500ms) {</a:t>
            </a:r>
            <a:endParaRPr lang="de-DE" sz="2100" b="0" u="none" strike="noStrike">
              <a:solidFill>
                <a:srgbClr val="000000"/>
              </a:solidFill>
              <a:uFillTx/>
              <a:latin typeface="Arial"/>
            </a:endParaRPr>
          </a:p>
          <a:p>
            <a:pPr indent="0" defTabSz="914400">
              <a:lnSpc>
                <a:spcPct val="90000"/>
              </a:lnSpc>
              <a:spcBef>
                <a:spcPts val="760"/>
              </a:spcBef>
              <a:buNone/>
              <a:tabLst>
                <a:tab pos="0" algn="l"/>
              </a:tabLst>
            </a:pPr>
            <a:r>
              <a:rPr lang="de-DE" sz="2100" b="0" u="none" strike="noStrike">
                <a:solidFill>
                  <a:srgbClr val="1E347B"/>
                </a:solidFill>
                <a:uFillTx/>
                <a:latin typeface="SourceCodePro"/>
              </a:rPr>
              <a:t>  &lt;p&gt;Lädt…&lt;/p&gt;</a:t>
            </a:r>
            <a:endParaRPr lang="de-DE" sz="2100" b="0" u="none" strike="noStrike">
              <a:solidFill>
                <a:srgbClr val="000000"/>
              </a:solidFill>
              <a:uFillTx/>
              <a:latin typeface="Arial"/>
            </a:endParaRPr>
          </a:p>
          <a:p>
            <a:pPr indent="0" defTabSz="914400">
              <a:lnSpc>
                <a:spcPct val="90000"/>
              </a:lnSpc>
              <a:spcBef>
                <a:spcPts val="760"/>
              </a:spcBef>
              <a:buNone/>
              <a:tabLst>
                <a:tab pos="0" algn="l"/>
              </a:tabLst>
            </a:pPr>
            <a:r>
              <a:rPr lang="de-DE" sz="2100" b="0" u="none" strike="noStrike">
                <a:solidFill>
                  <a:srgbClr val="1E347B"/>
                </a:solidFill>
                <a:uFillTx/>
                <a:latin typeface="SourceCodePro"/>
              </a:rPr>
              <a:t>} @error {</a:t>
            </a:r>
            <a:endParaRPr lang="de-DE" sz="2100" b="0" u="none" strike="noStrike">
              <a:solidFill>
                <a:srgbClr val="000000"/>
              </a:solidFill>
              <a:uFillTx/>
              <a:latin typeface="Arial"/>
            </a:endParaRPr>
          </a:p>
          <a:p>
            <a:pPr indent="0" defTabSz="914400">
              <a:lnSpc>
                <a:spcPct val="90000"/>
              </a:lnSpc>
              <a:spcBef>
                <a:spcPts val="760"/>
              </a:spcBef>
              <a:buNone/>
              <a:tabLst>
                <a:tab pos="0" algn="l"/>
              </a:tabLst>
            </a:pPr>
            <a:r>
              <a:rPr lang="de-DE" sz="2100" b="0" u="none" strike="noStrike">
                <a:solidFill>
                  <a:srgbClr val="1E347B"/>
                </a:solidFill>
                <a:uFillTx/>
                <a:latin typeface="SourceCodePro"/>
              </a:rPr>
              <a:t>  &lt;p&gt;Fehler beim Laden&lt;/p&gt;</a:t>
            </a:r>
            <a:endParaRPr lang="de-DE" sz="2100" b="0" u="none" strike="noStrike">
              <a:solidFill>
                <a:srgbClr val="000000"/>
              </a:solidFill>
              <a:uFillTx/>
              <a:latin typeface="Arial"/>
            </a:endParaRPr>
          </a:p>
          <a:p>
            <a:pPr indent="0" defTabSz="914400">
              <a:lnSpc>
                <a:spcPct val="90000"/>
              </a:lnSpc>
              <a:spcBef>
                <a:spcPts val="760"/>
              </a:spcBef>
              <a:buNone/>
              <a:tabLst>
                <a:tab pos="0" algn="l"/>
              </a:tabLst>
            </a:pPr>
            <a:r>
              <a:rPr lang="de-DE" sz="2100" b="0" u="none" strike="noStrike">
                <a:solidFill>
                  <a:srgbClr val="1E347B"/>
                </a:solidFill>
                <a:uFillTx/>
                <a:latin typeface="SourceCodePro"/>
              </a:rPr>
              <a:t>}</a:t>
            </a:r>
            <a:endParaRPr lang="de-DE" sz="2100" b="0" u="none" strike="noStrike">
              <a:solidFill>
                <a:srgbClr val="000000"/>
              </a:solidFill>
              <a:uFillTx/>
              <a:latin typeface="Arial"/>
            </a:endParaRPr>
          </a:p>
          <a:p>
            <a:pPr indent="0" defTabSz="914400">
              <a:lnSpc>
                <a:spcPct val="90000"/>
              </a:lnSpc>
              <a:spcBef>
                <a:spcPts val="760"/>
              </a:spcBef>
              <a:buNone/>
              <a:tabLst>
                <a:tab pos="0" algn="l"/>
              </a:tabLst>
            </a:pPr>
            <a:r>
              <a:rPr lang="de-DE" sz="2100" b="0" u="none" strike="noStrike">
                <a:solidFill>
                  <a:srgbClr val="1E347B"/>
                </a:solidFill>
                <a:uFillTx/>
                <a:latin typeface="SourceCodePro"/>
              </a:rPr>
              <a:t>// Trigger: on idle | on viewport | on interaction | on hover | on timer(2s) | when bedingung</a:t>
            </a:r>
            <a:endParaRPr lang="de-DE" sz="2100" b="0" u="none" strike="noStrike">
              <a:solidFill>
                <a:srgbClr val="000000"/>
              </a:solidFill>
              <a:uFillTx/>
              <a:latin typeface="Arial"/>
            </a:endParaRPr>
          </a:p>
          <a:p>
            <a:pPr indent="0" defTabSz="914400">
              <a:lnSpc>
                <a:spcPct val="90000"/>
              </a:lnSpc>
              <a:spcBef>
                <a:spcPts val="760"/>
              </a:spcBef>
              <a:buNone/>
              <a:tabLst>
                <a:tab pos="0" algn="l"/>
              </a:tabLst>
            </a:pPr>
            <a:r>
              <a:rPr lang="de-DE" sz="2100" b="0" u="none" strike="noStrike">
                <a:solidFill>
                  <a:srgbClr val="1E347B"/>
                </a:solidFill>
                <a:uFillTx/>
                <a:latin typeface="SourceCodePro"/>
              </a:rPr>
              <a:t>// Die Komponente landet in einem eigenen Bundle und wird erst bei Bedarf geladen</a:t>
            </a:r>
            <a:endParaRPr lang="de-DE" sz="2100" b="0" u="none" strike="noStrike">
              <a:solidFill>
                <a:srgbClr val="000000"/>
              </a:solidFill>
              <a:uFillTx/>
              <a:latin typeface="Arial"/>
            </a:endParaRP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721" name="Rectangle 7">
            <a:extLst>
              <a:ext uri="{C183D7F6-B498-43B3-948B-1728B52AA6E4}">
                <adec:decorative xmlns:adec="http://schemas.microsoft.com/office/drawing/2017/decorative" val="1"/>
              </a:ext>
            </a:extLst>
          </p:cNvPr>
          <p:cNvSpPr/>
          <p:nvPr/>
        </p:nvSpPr>
        <p:spPr>
          <a:xfrm>
            <a:off x="0" y="0"/>
            <a:ext cx="12190320" cy="685656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722" name="Rectangle 9">
            <a:extLst>
              <a:ext uri="{C183D7F6-B498-43B3-948B-1728B52AA6E4}">
                <adec:decorative xmlns:adec="http://schemas.microsoft.com/office/drawing/2017/decorative" val="1"/>
              </a:ext>
            </a:extLst>
          </p:cNvPr>
          <p:cNvSpPr/>
          <p:nvPr/>
        </p:nvSpPr>
        <p:spPr>
          <a:xfrm>
            <a:off x="360" y="0"/>
            <a:ext cx="12190320" cy="68565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800" b="0" u="none" strike="noStrike">
              <a:solidFill>
                <a:schemeClr val="lt1"/>
              </a:solidFill>
              <a:uFillTx/>
              <a:latin typeface="Calibri"/>
            </a:endParaRPr>
          </a:p>
        </p:txBody>
      </p:sp>
      <p:sp>
        <p:nvSpPr>
          <p:cNvPr id="723" name="PlaceHolder 1"/>
          <p:cNvSpPr>
            <a:spLocks noGrp="1"/>
          </p:cNvSpPr>
          <p:nvPr>
            <p:ph type="title"/>
          </p:nvPr>
        </p:nvSpPr>
        <p:spPr>
          <a:xfrm>
            <a:off x="1179360" y="1280520"/>
            <a:ext cx="9831960" cy="1324080"/>
          </a:xfrm>
          <a:prstGeom prst="rect">
            <a:avLst/>
          </a:prstGeom>
          <a:noFill/>
          <a:ln w="0">
            <a:noFill/>
          </a:ln>
        </p:spPr>
        <p:txBody>
          <a:bodyPr lIns="91440" tIns="45720" rIns="91440" bIns="45720" anchor="b">
            <a:normAutofit/>
          </a:bodyPr>
          <a:lstStyle/>
          <a:p>
            <a:pPr indent="0" algn="ctr" defTabSz="914400">
              <a:lnSpc>
                <a:spcPct val="90000"/>
              </a:lnSpc>
              <a:buNone/>
              <a:tabLst>
                <a:tab pos="0" algn="l"/>
              </a:tabLst>
            </a:pPr>
            <a:r>
              <a:rPr lang="de-DE" sz="3600" b="0" u="none" strike="noStrike">
                <a:solidFill>
                  <a:schemeClr val="dk2"/>
                </a:solidFill>
                <a:uFillTx/>
                <a:latin typeface="Calibri Light"/>
              </a:rPr>
              <a:t>Übung 11: Bindings auf Images und mehr</a:t>
            </a:r>
            <a:endParaRPr lang="de-DE" sz="3600" b="0" u="none" strike="noStrike">
              <a:solidFill>
                <a:srgbClr val="000000"/>
              </a:solidFill>
              <a:uFillTx/>
              <a:latin typeface="Arial"/>
            </a:endParaRPr>
          </a:p>
        </p:txBody>
      </p:sp>
      <p:grpSp>
        <p:nvGrpSpPr>
          <p:cNvPr id="724" name="Group 11">
            <a:extLst>
              <a:ext uri="{C183D7F6-B498-43B3-948B-1728B52AA6E4}">
                <adec:decorative xmlns:adec="http://schemas.microsoft.com/office/drawing/2017/decorative" val="1"/>
              </a:ext>
            </a:extLst>
          </p:cNvPr>
          <p:cNvGrpSpPr/>
          <p:nvPr/>
        </p:nvGrpSpPr>
        <p:grpSpPr>
          <a:xfrm>
            <a:off x="8289720" y="0"/>
            <a:ext cx="3900960" cy="2381400"/>
            <a:chOff x="8289720" y="0"/>
            <a:chExt cx="3900960" cy="2381400"/>
          </a:xfrm>
        </p:grpSpPr>
        <p:sp>
          <p:nvSpPr>
            <p:cNvPr id="725" name="Freeform: Shape 12">
              <a:extLst>
                <a:ext uri="{C183D7F6-B498-43B3-948B-1728B52AA6E4}">
                  <adec:decorative xmlns:adec="http://schemas.microsoft.com/office/drawing/2017/decorative" val="1"/>
                </a:ext>
              </a:extLst>
            </p:cNvPr>
            <p:cNvSpPr/>
            <p:nvPr/>
          </p:nvSpPr>
          <p:spPr>
            <a:xfrm>
              <a:off x="8289720" y="0"/>
              <a:ext cx="3900600" cy="2381400"/>
            </a:xfrm>
            <a:custGeom>
              <a:avLst/>
              <a:gdLst>
                <a:gd name="textAreaLeft" fmla="*/ 0 w 3900600"/>
                <a:gd name="textAreaRight" fmla="*/ 3902040 w 3900600"/>
                <a:gd name="textAreaTop" fmla="*/ 0 h 2381400"/>
                <a:gd name="textAreaBottom" fmla="*/ 2382840 h 2381400"/>
              </a:gdLst>
              <a:ahLst/>
              <a:cxnLst/>
              <a:rect l="textAreaLeft" t="textAreaTop" r="textAreaRight" b="textAreaBottom"/>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726" name="Freeform: Shape 13">
              <a:extLst>
                <a:ext uri="{C183D7F6-B498-43B3-948B-1728B52AA6E4}">
                  <adec:decorative xmlns:adec="http://schemas.microsoft.com/office/drawing/2017/decorative" val="1"/>
                </a:ext>
              </a:extLst>
            </p:cNvPr>
            <p:cNvSpPr/>
            <p:nvPr/>
          </p:nvSpPr>
          <p:spPr>
            <a:xfrm>
              <a:off x="8326080" y="0"/>
              <a:ext cx="3864600" cy="2182680"/>
            </a:xfrm>
            <a:custGeom>
              <a:avLst/>
              <a:gdLst>
                <a:gd name="textAreaLeft" fmla="*/ 0 w 3864600"/>
                <a:gd name="textAreaRight" fmla="*/ 3866040 w 3864600"/>
                <a:gd name="textAreaTop" fmla="*/ 0 h 2182680"/>
                <a:gd name="textAreaBottom" fmla="*/ 2184120 h 2182680"/>
              </a:gdLst>
              <a:ahLst/>
              <a:cxnLst/>
              <a:rect l="textAreaLeft" t="textAreaTop" r="textAreaRight" b="textAreaBottom"/>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727" name="Freeform: Shape 14">
              <a:extLst>
                <a:ext uri="{C183D7F6-B498-43B3-948B-1728B52AA6E4}">
                  <adec:decorative xmlns:adec="http://schemas.microsoft.com/office/drawing/2017/decorative" val="1"/>
                </a:ext>
              </a:extLst>
            </p:cNvPr>
            <p:cNvSpPr/>
            <p:nvPr/>
          </p:nvSpPr>
          <p:spPr>
            <a:xfrm>
              <a:off x="8329680" y="0"/>
              <a:ext cx="3861000" cy="2144160"/>
            </a:xfrm>
            <a:custGeom>
              <a:avLst/>
              <a:gdLst>
                <a:gd name="textAreaLeft" fmla="*/ 0 w 3861000"/>
                <a:gd name="textAreaRight" fmla="*/ 3862440 w 3861000"/>
                <a:gd name="textAreaTop" fmla="*/ 0 h 2144160"/>
                <a:gd name="textAreaBottom" fmla="*/ 2145600 h 2144160"/>
              </a:gdLst>
              <a:ahLst/>
              <a:cxnLst/>
              <a:rect l="textAreaLeft" t="textAreaTop" r="textAreaRight" b="textAreaBottom"/>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728" name="Freeform: Shape 15">
              <a:extLst>
                <a:ext uri="{C183D7F6-B498-43B3-948B-1728B52AA6E4}">
                  <adec:decorative xmlns:adec="http://schemas.microsoft.com/office/drawing/2017/decorative" val="1"/>
                </a:ext>
              </a:extLst>
            </p:cNvPr>
            <p:cNvSpPr/>
            <p:nvPr/>
          </p:nvSpPr>
          <p:spPr>
            <a:xfrm>
              <a:off x="8329680" y="0"/>
              <a:ext cx="3861000" cy="2144160"/>
            </a:xfrm>
            <a:custGeom>
              <a:avLst/>
              <a:gdLst>
                <a:gd name="textAreaLeft" fmla="*/ 0 w 3861000"/>
                <a:gd name="textAreaRight" fmla="*/ 3862440 w 3861000"/>
                <a:gd name="textAreaTop" fmla="*/ 0 h 2144160"/>
                <a:gd name="textAreaBottom" fmla="*/ 2145600 h 2144160"/>
              </a:gdLst>
              <a:ahLst/>
              <a:cxnLst/>
              <a:rect l="textAreaLeft" t="textAreaTop" r="textAreaRight" b="textAreaBottom"/>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grpSp>
      <p:sp>
        <p:nvSpPr>
          <p:cNvPr id="729" name="PlaceHolder 2"/>
          <p:cNvSpPr>
            <a:spLocks noGrp="1"/>
          </p:cNvSpPr>
          <p:nvPr>
            <p:ph/>
          </p:nvPr>
        </p:nvSpPr>
        <p:spPr>
          <a:xfrm>
            <a:off x="1179360" y="2890800"/>
            <a:ext cx="9831960" cy="2692440"/>
          </a:xfrm>
          <a:prstGeom prst="rect">
            <a:avLst/>
          </a:prstGeom>
          <a:noFill/>
          <a:ln w="0">
            <a:noFill/>
          </a:ln>
        </p:spPr>
        <p:txBody>
          <a:bodyPr lIns="91440" tIns="45720" rIns="91440" bIns="45720" anchor="t">
            <a:normAutofit/>
          </a:bodyPr>
          <a:lstStyle/>
          <a:p>
            <a:pPr marL="228600" indent="-228600" defTabSz="914400">
              <a:lnSpc>
                <a:spcPct val="90000"/>
              </a:lnSpc>
              <a:spcBef>
                <a:spcPts val="1001"/>
              </a:spcBef>
              <a:buClr>
                <a:srgbClr val="44546A"/>
              </a:buClr>
              <a:buFont typeface="Arial"/>
              <a:buChar char="•"/>
            </a:pPr>
            <a:r>
              <a:rPr lang="de-DE" sz="1400" b="0" u="none" strike="noStrike">
                <a:solidFill>
                  <a:schemeClr val="dk2"/>
                </a:solidFill>
                <a:uFillTx/>
                <a:latin typeface="Calibri"/>
              </a:rPr>
              <a:t>Erweitere das Datenmodell</a:t>
            </a:r>
            <a:endParaRPr lang="de-DE" sz="14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400" b="0" u="none" strike="noStrike">
                <a:solidFill>
                  <a:schemeClr val="dk2"/>
                </a:solidFill>
                <a:uFillTx/>
                <a:latin typeface="Calibri"/>
              </a:rPr>
              <a:t>Füge der Klasse Customer eine optionale Eigenschaft imageUrl: string hinzu</a:t>
            </a:r>
            <a:endParaRPr lang="de-DE" sz="14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400" b="0" u="none" strike="noStrike">
                <a:solidFill>
                  <a:schemeClr val="dk2"/>
                </a:solidFill>
                <a:uFillTx/>
                <a:latin typeface="Calibri"/>
              </a:rPr>
              <a:t>Nehme imageUrl im Konstruktor als Parameter entgegen und setzte das Feld</a:t>
            </a:r>
            <a:endParaRPr lang="de-DE" sz="1400" b="0" u="none" strike="noStrike">
              <a:solidFill>
                <a:srgbClr val="000000"/>
              </a:solidFill>
              <a:uFillTx/>
              <a:latin typeface="Arial"/>
            </a:endParaRPr>
          </a:p>
          <a:p>
            <a:pPr marL="228600" indent="-228600" defTabSz="914400">
              <a:lnSpc>
                <a:spcPct val="90000"/>
              </a:lnSpc>
              <a:spcBef>
                <a:spcPts val="1001"/>
              </a:spcBef>
              <a:buClr>
                <a:srgbClr val="44546A"/>
              </a:buClr>
              <a:buFont typeface="Arial"/>
              <a:buChar char="•"/>
            </a:pPr>
            <a:r>
              <a:rPr lang="de-DE" sz="1400" b="0" u="none" strike="noStrike">
                <a:solidFill>
                  <a:schemeClr val="dk2"/>
                </a:solidFill>
                <a:uFillTx/>
                <a:latin typeface="Calibri"/>
              </a:rPr>
              <a:t>Passe AppComponent an</a:t>
            </a:r>
            <a:endParaRPr lang="de-DE" sz="14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400" b="0" u="none" strike="noStrike">
                <a:solidFill>
                  <a:schemeClr val="dk2"/>
                </a:solidFill>
                <a:uFillTx/>
                <a:latin typeface="Calibri"/>
              </a:rPr>
              <a:t>Kopiere aus der Musterlösung (11_image) die Bilder aus src/assets/images/customer</a:t>
            </a:r>
            <a:endParaRPr lang="de-DE" sz="14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400" b="0" u="none" strike="noStrike">
                <a:solidFill>
                  <a:schemeClr val="dk2"/>
                </a:solidFill>
                <a:uFillTx/>
                <a:latin typeface="Calibri"/>
              </a:rPr>
              <a:t>Setze beim Erzeugen der Testdaten bei manchen Customer ein Bild.</a:t>
            </a:r>
            <a:br>
              <a:rPr sz="1400"/>
            </a:br>
            <a:r>
              <a:rPr lang="de-DE" sz="1400" b="0" u="none" strike="noStrike">
                <a:solidFill>
                  <a:schemeClr val="dk2"/>
                </a:solidFill>
                <a:uFillTx/>
                <a:latin typeface="Calibri"/>
              </a:rPr>
              <a:t>Pfad z.B. assets/images/customer/carl.svg</a:t>
            </a:r>
            <a:endParaRPr lang="de-DE" sz="1400" b="0" u="none" strike="noStrike">
              <a:solidFill>
                <a:srgbClr val="000000"/>
              </a:solidFill>
              <a:uFillTx/>
              <a:latin typeface="Arial"/>
            </a:endParaRPr>
          </a:p>
          <a:p>
            <a:pPr marL="228600" indent="-228600" defTabSz="914400">
              <a:lnSpc>
                <a:spcPct val="90000"/>
              </a:lnSpc>
              <a:spcBef>
                <a:spcPts val="1001"/>
              </a:spcBef>
              <a:buClr>
                <a:srgbClr val="44546A"/>
              </a:buClr>
              <a:buFont typeface="Arial"/>
              <a:buChar char="•"/>
            </a:pPr>
            <a:r>
              <a:rPr lang="de-DE" sz="1400" b="0" u="none" strike="noStrike">
                <a:solidFill>
                  <a:schemeClr val="dk2"/>
                </a:solidFill>
                <a:uFillTx/>
                <a:latin typeface="Calibri"/>
              </a:rPr>
              <a:t>Erweitere die Darstellung in CustomerDetailsComponents</a:t>
            </a:r>
            <a:endParaRPr lang="de-DE" sz="14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400" b="0" u="none" strike="noStrike">
                <a:solidFill>
                  <a:schemeClr val="dk2"/>
                </a:solidFill>
                <a:uFillTx/>
                <a:latin typeface="Calibri"/>
              </a:rPr>
              <a:t>Zeige das Bild mit einer festen Größe an, falls vorhanden</a:t>
            </a:r>
            <a:endParaRPr lang="de-DE" sz="14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400" b="0" u="none" strike="noStrike">
                <a:solidFill>
                  <a:schemeClr val="dk2"/>
                </a:solidFill>
                <a:uFillTx/>
                <a:latin typeface="Calibri"/>
              </a:rPr>
              <a:t>Blende das Bild aus, falls kein Bild vorhanden</a:t>
            </a:r>
            <a:endParaRPr lang="de-DE" sz="1400" b="0" u="none" strike="noStrike">
              <a:solidFill>
                <a:srgbClr val="000000"/>
              </a:solidFill>
              <a:uFillTx/>
              <a:latin typeface="Arial"/>
            </a:endParaRPr>
          </a:p>
          <a:p>
            <a:pPr marL="685800" indent="-228600" defTabSz="914400">
              <a:lnSpc>
                <a:spcPct val="90000"/>
              </a:lnSpc>
              <a:spcBef>
                <a:spcPts val="499"/>
              </a:spcBef>
              <a:buClr>
                <a:srgbClr val="44546A"/>
              </a:buClr>
              <a:buFont typeface="Arial"/>
              <a:buChar char="•"/>
            </a:pPr>
            <a:r>
              <a:rPr lang="de-DE" sz="1400" b="0" u="none" strike="noStrike">
                <a:solidFill>
                  <a:schemeClr val="dk2"/>
                </a:solidFill>
                <a:uFillTx/>
                <a:latin typeface="Calibri"/>
              </a:rPr>
              <a:t>Optional: Lade CustomerDetailsComponent in AppComponent per @defer (on idle) mit @placeholder</a:t>
            </a:r>
            <a:endParaRPr lang="de-DE" sz="1400" b="0" u="none" strike="noStrike">
              <a:solidFill>
                <a:srgbClr val="000000"/>
              </a:solidFill>
              <a:uFillTx/>
              <a:latin typeface="Arial"/>
            </a:endParaRPr>
          </a:p>
          <a:p>
            <a:pPr indent="0" defTabSz="914400">
              <a:lnSpc>
                <a:spcPct val="90000"/>
              </a:lnSpc>
              <a:spcBef>
                <a:spcPts val="1001"/>
              </a:spcBef>
              <a:buNone/>
              <a:tabLst>
                <a:tab pos="0" algn="l"/>
              </a:tabLst>
            </a:pPr>
            <a:endParaRPr lang="de-DE" sz="1400" b="0" u="none" strike="noStrike">
              <a:solidFill>
                <a:srgbClr val="000000"/>
              </a:solidFill>
              <a:uFillTx/>
              <a:latin typeface="Arial"/>
            </a:endParaRPr>
          </a:p>
        </p:txBody>
      </p:sp>
      <p:grpSp>
        <p:nvGrpSpPr>
          <p:cNvPr id="730" name="Group 17">
            <a:extLst>
              <a:ext uri="{C183D7F6-B498-43B3-948B-1728B52AA6E4}">
                <adec:decorative xmlns:adec="http://schemas.microsoft.com/office/drawing/2017/decorative" val="1"/>
              </a:ext>
            </a:extLst>
          </p:cNvPr>
          <p:cNvGrpSpPr/>
          <p:nvPr/>
        </p:nvGrpSpPr>
        <p:grpSpPr>
          <a:xfrm>
            <a:off x="0" y="4681440"/>
            <a:ext cx="2897280" cy="2174040"/>
            <a:chOff x="0" y="4681440"/>
            <a:chExt cx="2897280" cy="2174040"/>
          </a:xfrm>
        </p:grpSpPr>
        <p:sp>
          <p:nvSpPr>
            <p:cNvPr id="731" name="Freeform: Shape 18">
              <a:extLst>
                <a:ext uri="{C183D7F6-B498-43B3-948B-1728B52AA6E4}">
                  <adec:decorative xmlns:adec="http://schemas.microsoft.com/office/drawing/2017/decorative" val="1"/>
                </a:ext>
              </a:extLst>
            </p:cNvPr>
            <p:cNvSpPr/>
            <p:nvPr/>
          </p:nvSpPr>
          <p:spPr>
            <a:xfrm flipV="1">
              <a:off x="360" y="4849560"/>
              <a:ext cx="2884320" cy="2005560"/>
            </a:xfrm>
            <a:custGeom>
              <a:avLst/>
              <a:gdLst>
                <a:gd name="textAreaLeft" fmla="*/ 0 w 2884320"/>
                <a:gd name="textAreaRight" fmla="*/ 2885760 w 2884320"/>
                <a:gd name="textAreaTop" fmla="*/ 720 h 2005560"/>
                <a:gd name="textAreaBottom" fmla="*/ 2007720 h 2005560"/>
              </a:gdLst>
              <a:ahLst/>
              <a:cxnLst/>
              <a:rect l="textAreaLeft" t="textAreaTop" r="textAreaRight" b="textAreaBottom"/>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732" name="Freeform: Shape 19">
              <a:extLst>
                <a:ext uri="{C183D7F6-B498-43B3-948B-1728B52AA6E4}">
                  <adec:decorative xmlns:adec="http://schemas.microsoft.com/office/drawing/2017/decorative" val="1"/>
                </a:ext>
              </a:extLst>
            </p:cNvPr>
            <p:cNvSpPr/>
            <p:nvPr/>
          </p:nvSpPr>
          <p:spPr>
            <a:xfrm flipV="1">
              <a:off x="360" y="4849560"/>
              <a:ext cx="2884320" cy="2005560"/>
            </a:xfrm>
            <a:custGeom>
              <a:avLst/>
              <a:gdLst>
                <a:gd name="textAreaLeft" fmla="*/ 0 w 2884320"/>
                <a:gd name="textAreaRight" fmla="*/ 2885760 w 2884320"/>
                <a:gd name="textAreaTop" fmla="*/ 720 h 2005560"/>
                <a:gd name="textAreaBottom" fmla="*/ 2007720 h 2005560"/>
              </a:gdLst>
              <a:ahLst/>
              <a:cxnLst/>
              <a:rect l="textAreaLeft" t="textAreaTop" r="textAreaRight" b="textAreaBottom"/>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733" name="Freeform: Shape 20">
              <a:extLst>
                <a:ext uri="{C183D7F6-B498-43B3-948B-1728B52AA6E4}">
                  <adec:decorative xmlns:adec="http://schemas.microsoft.com/office/drawing/2017/decorative" val="1"/>
                </a:ext>
              </a:extLst>
            </p:cNvPr>
            <p:cNvSpPr/>
            <p:nvPr/>
          </p:nvSpPr>
          <p:spPr>
            <a:xfrm flipV="1">
              <a:off x="0" y="4832640"/>
              <a:ext cx="2884680" cy="2022480"/>
            </a:xfrm>
            <a:custGeom>
              <a:avLst/>
              <a:gdLst>
                <a:gd name="textAreaLeft" fmla="*/ 0 w 2884680"/>
                <a:gd name="textAreaRight" fmla="*/ 2886120 w 2884680"/>
                <a:gd name="textAreaTop" fmla="*/ -720 h 2022480"/>
                <a:gd name="textAreaBottom" fmla="*/ 2023200 h 2022480"/>
              </a:gdLst>
              <a:ahLst/>
              <a:cxnLst/>
              <a:rect l="textAreaLeft" t="textAreaTop" r="textAreaRight" b="textAreaBottom"/>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734" name="Freeform: Shape 21">
              <a:extLst>
                <a:ext uri="{C183D7F6-B498-43B3-948B-1728B52AA6E4}">
                  <adec:decorative xmlns:adec="http://schemas.microsoft.com/office/drawing/2017/decorative" val="1"/>
                </a:ext>
              </a:extLst>
            </p:cNvPr>
            <p:cNvSpPr/>
            <p:nvPr/>
          </p:nvSpPr>
          <p:spPr>
            <a:xfrm flipV="1">
              <a:off x="360" y="4681080"/>
              <a:ext cx="2896920" cy="2174040"/>
            </a:xfrm>
            <a:custGeom>
              <a:avLst/>
              <a:gdLst>
                <a:gd name="textAreaLeft" fmla="*/ 0 w 2896920"/>
                <a:gd name="textAreaRight" fmla="*/ 2898360 w 2896920"/>
                <a:gd name="textAreaTop" fmla="*/ 720 h 2174040"/>
                <a:gd name="textAreaBottom" fmla="*/ 2176200 h 2174040"/>
              </a:gdLst>
              <a:ahLst/>
              <a:cxnLst/>
              <a:rect l="textAreaLeft" t="textAreaTop" r="textAreaRight" b="textAreaBottom"/>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gr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735" name="Rectangle 20">
            <a:extLst>
              <a:ext uri="{C183D7F6-B498-43B3-948B-1728B52AA6E4}">
                <adec:decorative xmlns:adec="http://schemas.microsoft.com/office/drawing/2017/decorative" val="1"/>
              </a:ext>
            </a:extLst>
          </p:cNvPr>
          <p:cNvSpPr/>
          <p:nvPr/>
        </p:nvSpPr>
        <p:spPr>
          <a:xfrm>
            <a:off x="0" y="0"/>
            <a:ext cx="12190320" cy="685656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736" name="Rectangle 22">
            <a:extLst>
              <a:ext uri="{C183D7F6-B498-43B3-948B-1728B52AA6E4}">
                <adec:decorative xmlns:adec="http://schemas.microsoft.com/office/drawing/2017/decorative" val="1"/>
              </a:ext>
            </a:extLst>
          </p:cNvPr>
          <p:cNvSpPr/>
          <p:nvPr/>
        </p:nvSpPr>
        <p:spPr>
          <a:xfrm>
            <a:off x="360" y="0"/>
            <a:ext cx="12190320" cy="68565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800" b="0" u="none" strike="noStrike">
              <a:solidFill>
                <a:schemeClr val="lt1"/>
              </a:solidFill>
              <a:uFillTx/>
              <a:latin typeface="Calibri"/>
            </a:endParaRPr>
          </a:p>
        </p:txBody>
      </p:sp>
      <p:sp>
        <p:nvSpPr>
          <p:cNvPr id="737" name="PlaceHolder 1"/>
          <p:cNvSpPr>
            <a:spLocks noGrp="1"/>
          </p:cNvSpPr>
          <p:nvPr>
            <p:ph type="title"/>
          </p:nvPr>
        </p:nvSpPr>
        <p:spPr>
          <a:xfrm>
            <a:off x="1179360" y="1280520"/>
            <a:ext cx="9831960" cy="1324080"/>
          </a:xfrm>
          <a:prstGeom prst="rect">
            <a:avLst/>
          </a:prstGeom>
          <a:noFill/>
          <a:ln w="0">
            <a:noFill/>
          </a:ln>
        </p:spPr>
        <p:txBody>
          <a:bodyPr lIns="91440" tIns="45720" rIns="91440" bIns="45720" anchor="b">
            <a:normAutofit/>
          </a:bodyPr>
          <a:lstStyle/>
          <a:p>
            <a:pPr indent="0" algn="ctr" defTabSz="914400">
              <a:lnSpc>
                <a:spcPct val="90000"/>
              </a:lnSpc>
              <a:buNone/>
              <a:tabLst>
                <a:tab pos="0" algn="l"/>
              </a:tabLst>
            </a:pPr>
            <a:r>
              <a:rPr lang="de-DE" sz="3600" b="0" u="none" strike="noStrike">
                <a:solidFill>
                  <a:schemeClr val="dk2"/>
                </a:solidFill>
                <a:uFillTx/>
                <a:latin typeface="Calibri Light"/>
              </a:rPr>
              <a:t>Übung 12: Class Binding</a:t>
            </a:r>
            <a:endParaRPr lang="de-DE" sz="3600" b="0" u="none" strike="noStrike">
              <a:solidFill>
                <a:srgbClr val="000000"/>
              </a:solidFill>
              <a:uFillTx/>
              <a:latin typeface="Arial"/>
            </a:endParaRPr>
          </a:p>
        </p:txBody>
      </p:sp>
      <p:grpSp>
        <p:nvGrpSpPr>
          <p:cNvPr id="738" name="Group 24">
            <a:extLst>
              <a:ext uri="{C183D7F6-B498-43B3-948B-1728B52AA6E4}">
                <adec:decorative xmlns:adec="http://schemas.microsoft.com/office/drawing/2017/decorative" val="1"/>
              </a:ext>
            </a:extLst>
          </p:cNvPr>
          <p:cNvGrpSpPr/>
          <p:nvPr/>
        </p:nvGrpSpPr>
        <p:grpSpPr>
          <a:xfrm>
            <a:off x="8289720" y="0"/>
            <a:ext cx="3900960" cy="2381400"/>
            <a:chOff x="8289720" y="0"/>
            <a:chExt cx="3900960" cy="2381400"/>
          </a:xfrm>
        </p:grpSpPr>
        <p:sp>
          <p:nvSpPr>
            <p:cNvPr id="739" name="Freeform: Shape 25">
              <a:extLst>
                <a:ext uri="{C183D7F6-B498-43B3-948B-1728B52AA6E4}">
                  <adec:decorative xmlns:adec="http://schemas.microsoft.com/office/drawing/2017/decorative" val="1"/>
                </a:ext>
              </a:extLst>
            </p:cNvPr>
            <p:cNvSpPr/>
            <p:nvPr/>
          </p:nvSpPr>
          <p:spPr>
            <a:xfrm>
              <a:off x="8289720" y="0"/>
              <a:ext cx="3900600" cy="2381400"/>
            </a:xfrm>
            <a:custGeom>
              <a:avLst/>
              <a:gdLst>
                <a:gd name="textAreaLeft" fmla="*/ 0 w 3900600"/>
                <a:gd name="textAreaRight" fmla="*/ 3902040 w 3900600"/>
                <a:gd name="textAreaTop" fmla="*/ 0 h 2381400"/>
                <a:gd name="textAreaBottom" fmla="*/ 2382840 h 2381400"/>
              </a:gdLst>
              <a:ahLst/>
              <a:cxnLst/>
              <a:rect l="textAreaLeft" t="textAreaTop" r="textAreaRight" b="textAreaBottom"/>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740" name="Freeform: Shape 26">
              <a:extLst>
                <a:ext uri="{C183D7F6-B498-43B3-948B-1728B52AA6E4}">
                  <adec:decorative xmlns:adec="http://schemas.microsoft.com/office/drawing/2017/decorative" val="1"/>
                </a:ext>
              </a:extLst>
            </p:cNvPr>
            <p:cNvSpPr/>
            <p:nvPr/>
          </p:nvSpPr>
          <p:spPr>
            <a:xfrm>
              <a:off x="8326080" y="0"/>
              <a:ext cx="3864600" cy="2182680"/>
            </a:xfrm>
            <a:custGeom>
              <a:avLst/>
              <a:gdLst>
                <a:gd name="textAreaLeft" fmla="*/ 0 w 3864600"/>
                <a:gd name="textAreaRight" fmla="*/ 3866040 w 3864600"/>
                <a:gd name="textAreaTop" fmla="*/ 0 h 2182680"/>
                <a:gd name="textAreaBottom" fmla="*/ 2184120 h 2182680"/>
              </a:gdLst>
              <a:ahLst/>
              <a:cxnLst/>
              <a:rect l="textAreaLeft" t="textAreaTop" r="textAreaRight" b="textAreaBottom"/>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741" name="Freeform: Shape 27">
              <a:extLst>
                <a:ext uri="{C183D7F6-B498-43B3-948B-1728B52AA6E4}">
                  <adec:decorative xmlns:adec="http://schemas.microsoft.com/office/drawing/2017/decorative" val="1"/>
                </a:ext>
              </a:extLst>
            </p:cNvPr>
            <p:cNvSpPr/>
            <p:nvPr/>
          </p:nvSpPr>
          <p:spPr>
            <a:xfrm>
              <a:off x="8329680" y="0"/>
              <a:ext cx="3861000" cy="2144160"/>
            </a:xfrm>
            <a:custGeom>
              <a:avLst/>
              <a:gdLst>
                <a:gd name="textAreaLeft" fmla="*/ 0 w 3861000"/>
                <a:gd name="textAreaRight" fmla="*/ 3862440 w 3861000"/>
                <a:gd name="textAreaTop" fmla="*/ 0 h 2144160"/>
                <a:gd name="textAreaBottom" fmla="*/ 2145600 h 2144160"/>
              </a:gdLst>
              <a:ahLst/>
              <a:cxnLst/>
              <a:rect l="textAreaLeft" t="textAreaTop" r="textAreaRight" b="textAreaBottom"/>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742" name="Freeform: Shape 28">
              <a:extLst>
                <a:ext uri="{C183D7F6-B498-43B3-948B-1728B52AA6E4}">
                  <adec:decorative xmlns:adec="http://schemas.microsoft.com/office/drawing/2017/decorative" val="1"/>
                </a:ext>
              </a:extLst>
            </p:cNvPr>
            <p:cNvSpPr/>
            <p:nvPr/>
          </p:nvSpPr>
          <p:spPr>
            <a:xfrm>
              <a:off x="8329680" y="0"/>
              <a:ext cx="3861000" cy="2144160"/>
            </a:xfrm>
            <a:custGeom>
              <a:avLst/>
              <a:gdLst>
                <a:gd name="textAreaLeft" fmla="*/ 0 w 3861000"/>
                <a:gd name="textAreaRight" fmla="*/ 3862440 w 3861000"/>
                <a:gd name="textAreaTop" fmla="*/ 0 h 2144160"/>
                <a:gd name="textAreaBottom" fmla="*/ 2145600 h 2144160"/>
              </a:gdLst>
              <a:ahLst/>
              <a:cxnLst/>
              <a:rect l="textAreaLeft" t="textAreaTop" r="textAreaRight" b="textAreaBottom"/>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grpSp>
      <p:sp>
        <p:nvSpPr>
          <p:cNvPr id="743" name="PlaceHolder 2"/>
          <p:cNvSpPr>
            <a:spLocks noGrp="1"/>
          </p:cNvSpPr>
          <p:nvPr>
            <p:ph/>
          </p:nvPr>
        </p:nvSpPr>
        <p:spPr>
          <a:xfrm>
            <a:off x="1179360" y="2890800"/>
            <a:ext cx="9831960" cy="2692440"/>
          </a:xfrm>
          <a:prstGeom prst="rect">
            <a:avLst/>
          </a:prstGeom>
          <a:noFill/>
          <a:ln w="0">
            <a:noFill/>
          </a:ln>
        </p:spPr>
        <p:txBody>
          <a:bodyPr lIns="91440" tIns="45720" rIns="91440" bIns="45720" anchor="t">
            <a:normAutofit/>
          </a:bodyPr>
          <a:lstStyle/>
          <a:p>
            <a:pPr marL="228600" indent="-228600" defTabSz="914400">
              <a:lnSpc>
                <a:spcPct val="90000"/>
              </a:lnSpc>
              <a:spcBef>
                <a:spcPts val="1001"/>
              </a:spcBef>
              <a:buClr>
                <a:srgbClr val="44546A"/>
              </a:buClr>
              <a:buFont typeface="Arial"/>
              <a:buChar char="•"/>
            </a:pPr>
            <a:r>
              <a:rPr lang="de-DE" sz="1100" b="0" u="none" strike="noStrike">
                <a:solidFill>
                  <a:schemeClr val="dk2"/>
                </a:solidFill>
                <a:uFillTx/>
                <a:latin typeface="Calibri"/>
              </a:rPr>
              <a:t>Erweitere das Datenmodell</a:t>
            </a:r>
            <a:endParaRPr lang="de-DE" sz="11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100" b="0" u="none" strike="noStrike">
                <a:solidFill>
                  <a:schemeClr val="dk2"/>
                </a:solidFill>
                <a:uFillTx/>
                <a:latin typeface="Calibri"/>
              </a:rPr>
              <a:t>Lege in Customer ein Feld discontinued: boolean an, das per Konstruktor gesetzt wird</a:t>
            </a:r>
            <a:endParaRPr lang="de-DE" sz="11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100" b="0" u="none" strike="noStrike">
                <a:solidFill>
                  <a:schemeClr val="dk2"/>
                </a:solidFill>
                <a:uFillTx/>
                <a:latin typeface="Calibri"/>
              </a:rPr>
              <a:t>Erzeuge in AppComponent mindestens ein Customer, an den nichts mehr geliefert wird</a:t>
            </a:r>
            <a:endParaRPr lang="de-DE" sz="11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100" b="0" u="none" strike="noStrike">
                <a:solidFill>
                  <a:schemeClr val="dk2"/>
                </a:solidFill>
                <a:uFillTx/>
                <a:latin typeface="Calibri"/>
              </a:rPr>
              <a:t>Setze für diesen Customer discontinued auf true</a:t>
            </a:r>
            <a:endParaRPr lang="de-DE" sz="1100" b="0" u="none" strike="noStrike">
              <a:solidFill>
                <a:srgbClr val="000000"/>
              </a:solidFill>
              <a:uFillTx/>
              <a:latin typeface="Arial"/>
            </a:endParaRPr>
          </a:p>
          <a:p>
            <a:pPr marL="228600" indent="-228600" defTabSz="914400">
              <a:lnSpc>
                <a:spcPct val="90000"/>
              </a:lnSpc>
              <a:spcBef>
                <a:spcPts val="1001"/>
              </a:spcBef>
              <a:buClr>
                <a:srgbClr val="44546A"/>
              </a:buClr>
              <a:buFont typeface="Arial"/>
              <a:buChar char="•"/>
            </a:pPr>
            <a:r>
              <a:rPr lang="de-DE" sz="1100" b="0" u="none" strike="noStrike">
                <a:solidFill>
                  <a:schemeClr val="dk2"/>
                </a:solidFill>
                <a:uFillTx/>
                <a:latin typeface="Calibri"/>
              </a:rPr>
              <a:t>Passe die Darstellung in CustomerListComponent an</a:t>
            </a:r>
            <a:endParaRPr lang="de-DE" sz="11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100" b="0" u="none" strike="noStrike">
                <a:solidFill>
                  <a:schemeClr val="dk2"/>
                </a:solidFill>
                <a:uFillTx/>
                <a:latin typeface="Calibri"/>
              </a:rPr>
              <a:t>Setze an nicht länger gewünschte Customer eine Klasse</a:t>
            </a:r>
            <a:endParaRPr lang="de-DE" sz="11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100" b="0" u="none" strike="noStrike">
                <a:solidFill>
                  <a:schemeClr val="dk2"/>
                </a:solidFill>
                <a:uFillTx/>
                <a:latin typeface="Calibri"/>
              </a:rPr>
              <a:t>Stelle nicht länger gewünschte Customer anders dar</a:t>
            </a:r>
            <a:br>
              <a:rPr sz="1100"/>
            </a:br>
            <a:r>
              <a:rPr lang="de-DE" sz="1100" b="0" u="none" strike="noStrike">
                <a:solidFill>
                  <a:schemeClr val="dk2"/>
                </a:solidFill>
                <a:uFillTx/>
                <a:latin typeface="Calibri"/>
              </a:rPr>
              <a:t>(über Klasse an Element und CSS in customer-list.component.css, z.B. ausgegraut oder durchgestrichen)</a:t>
            </a:r>
            <a:endParaRPr lang="de-DE" sz="1100" b="0" u="none" strike="noStrike">
              <a:solidFill>
                <a:srgbClr val="000000"/>
              </a:solidFill>
              <a:uFillTx/>
              <a:latin typeface="Arial"/>
            </a:endParaRPr>
          </a:p>
          <a:p>
            <a:pPr marL="228600" indent="-228600" defTabSz="914400">
              <a:lnSpc>
                <a:spcPct val="90000"/>
              </a:lnSpc>
              <a:spcBef>
                <a:spcPts val="1001"/>
              </a:spcBef>
              <a:buClr>
                <a:srgbClr val="44546A"/>
              </a:buClr>
              <a:buFont typeface="Arial"/>
              <a:buChar char="•"/>
            </a:pPr>
            <a:r>
              <a:rPr lang="de-DE" sz="1100" b="0" u="none" strike="noStrike">
                <a:solidFill>
                  <a:schemeClr val="dk2"/>
                </a:solidFill>
                <a:uFillTx/>
                <a:latin typeface="Calibri"/>
              </a:rPr>
              <a:t>Hebe in der Liste das selektierte Customer hervor</a:t>
            </a:r>
            <a:endParaRPr lang="de-DE" sz="11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100" b="0" u="none" strike="noStrike">
                <a:solidFill>
                  <a:schemeClr val="dk2"/>
                </a:solidFill>
                <a:uFillTx/>
                <a:latin typeface="Calibri"/>
              </a:rPr>
              <a:t>Speichere in CustomerListComponent den zuletzt selektierten Customer in einem signal()</a:t>
            </a:r>
            <a:endParaRPr lang="de-DE" sz="11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100" b="0" u="none" strike="noStrike">
                <a:solidFill>
                  <a:schemeClr val="dk2"/>
                </a:solidFill>
                <a:uFillTx/>
                <a:latin typeface="Calibri"/>
              </a:rPr>
              <a:t>Prüfe am &lt;li&gt; ob der  aktuelle Customer das selektierte ist und setze ensprechend eine Klasse</a:t>
            </a:r>
            <a:endParaRPr lang="de-DE" sz="1100" b="0" u="none" strike="noStrike">
              <a:solidFill>
                <a:srgbClr val="000000"/>
              </a:solidFill>
              <a:uFillTx/>
              <a:latin typeface="Arial"/>
            </a:endParaRPr>
          </a:p>
          <a:p>
            <a:pPr indent="0" defTabSz="914400">
              <a:lnSpc>
                <a:spcPct val="90000"/>
              </a:lnSpc>
              <a:spcBef>
                <a:spcPts val="1001"/>
              </a:spcBef>
              <a:buNone/>
              <a:tabLst>
                <a:tab pos="0" algn="l"/>
              </a:tabLst>
            </a:pPr>
            <a:endParaRPr lang="de-DE" sz="1100" b="0" u="none" strike="noStrike">
              <a:solidFill>
                <a:srgbClr val="000000"/>
              </a:solidFill>
              <a:uFillTx/>
              <a:latin typeface="Arial"/>
            </a:endParaRPr>
          </a:p>
        </p:txBody>
      </p:sp>
      <p:grpSp>
        <p:nvGrpSpPr>
          <p:cNvPr id="744" name="Group 30">
            <a:extLst>
              <a:ext uri="{C183D7F6-B498-43B3-948B-1728B52AA6E4}">
                <adec:decorative xmlns:adec="http://schemas.microsoft.com/office/drawing/2017/decorative" val="1"/>
              </a:ext>
            </a:extLst>
          </p:cNvPr>
          <p:cNvGrpSpPr/>
          <p:nvPr/>
        </p:nvGrpSpPr>
        <p:grpSpPr>
          <a:xfrm>
            <a:off x="0" y="4681440"/>
            <a:ext cx="2897280" cy="2174040"/>
            <a:chOff x="0" y="4681440"/>
            <a:chExt cx="2897280" cy="2174040"/>
          </a:xfrm>
        </p:grpSpPr>
        <p:sp>
          <p:nvSpPr>
            <p:cNvPr id="745" name="Freeform: Shape 31">
              <a:extLst>
                <a:ext uri="{C183D7F6-B498-43B3-948B-1728B52AA6E4}">
                  <adec:decorative xmlns:adec="http://schemas.microsoft.com/office/drawing/2017/decorative" val="1"/>
                </a:ext>
              </a:extLst>
            </p:cNvPr>
            <p:cNvSpPr/>
            <p:nvPr/>
          </p:nvSpPr>
          <p:spPr>
            <a:xfrm flipV="1">
              <a:off x="360" y="4849560"/>
              <a:ext cx="2884320" cy="2005560"/>
            </a:xfrm>
            <a:custGeom>
              <a:avLst/>
              <a:gdLst>
                <a:gd name="textAreaLeft" fmla="*/ 0 w 2884320"/>
                <a:gd name="textAreaRight" fmla="*/ 2885760 w 2884320"/>
                <a:gd name="textAreaTop" fmla="*/ 720 h 2005560"/>
                <a:gd name="textAreaBottom" fmla="*/ 2007720 h 2005560"/>
              </a:gdLst>
              <a:ahLst/>
              <a:cxnLst/>
              <a:rect l="textAreaLeft" t="textAreaTop" r="textAreaRight" b="textAreaBottom"/>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746" name="Freeform: Shape 32">
              <a:extLst>
                <a:ext uri="{C183D7F6-B498-43B3-948B-1728B52AA6E4}">
                  <adec:decorative xmlns:adec="http://schemas.microsoft.com/office/drawing/2017/decorative" val="1"/>
                </a:ext>
              </a:extLst>
            </p:cNvPr>
            <p:cNvSpPr/>
            <p:nvPr/>
          </p:nvSpPr>
          <p:spPr>
            <a:xfrm flipV="1">
              <a:off x="360" y="4849560"/>
              <a:ext cx="2884320" cy="2005560"/>
            </a:xfrm>
            <a:custGeom>
              <a:avLst/>
              <a:gdLst>
                <a:gd name="textAreaLeft" fmla="*/ 0 w 2884320"/>
                <a:gd name="textAreaRight" fmla="*/ 2885760 w 2884320"/>
                <a:gd name="textAreaTop" fmla="*/ 720 h 2005560"/>
                <a:gd name="textAreaBottom" fmla="*/ 2007720 h 2005560"/>
              </a:gdLst>
              <a:ahLst/>
              <a:cxnLst/>
              <a:rect l="textAreaLeft" t="textAreaTop" r="textAreaRight" b="textAreaBottom"/>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747" name="Freeform: Shape 33">
              <a:extLst>
                <a:ext uri="{C183D7F6-B498-43B3-948B-1728B52AA6E4}">
                  <adec:decorative xmlns:adec="http://schemas.microsoft.com/office/drawing/2017/decorative" val="1"/>
                </a:ext>
              </a:extLst>
            </p:cNvPr>
            <p:cNvSpPr/>
            <p:nvPr/>
          </p:nvSpPr>
          <p:spPr>
            <a:xfrm flipV="1">
              <a:off x="0" y="4832640"/>
              <a:ext cx="2884680" cy="2022480"/>
            </a:xfrm>
            <a:custGeom>
              <a:avLst/>
              <a:gdLst>
                <a:gd name="textAreaLeft" fmla="*/ 0 w 2884680"/>
                <a:gd name="textAreaRight" fmla="*/ 2886120 w 2884680"/>
                <a:gd name="textAreaTop" fmla="*/ -720 h 2022480"/>
                <a:gd name="textAreaBottom" fmla="*/ 2023200 h 2022480"/>
              </a:gdLst>
              <a:ahLst/>
              <a:cxnLst/>
              <a:rect l="textAreaLeft" t="textAreaTop" r="textAreaRight" b="textAreaBottom"/>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748" name="Freeform: Shape 34">
              <a:extLst>
                <a:ext uri="{C183D7F6-B498-43B3-948B-1728B52AA6E4}">
                  <adec:decorative xmlns:adec="http://schemas.microsoft.com/office/drawing/2017/decorative" val="1"/>
                </a:ext>
              </a:extLst>
            </p:cNvPr>
            <p:cNvSpPr/>
            <p:nvPr/>
          </p:nvSpPr>
          <p:spPr>
            <a:xfrm flipV="1">
              <a:off x="360" y="4681080"/>
              <a:ext cx="2896920" cy="2174040"/>
            </a:xfrm>
            <a:custGeom>
              <a:avLst/>
              <a:gdLst>
                <a:gd name="textAreaLeft" fmla="*/ 0 w 2896920"/>
                <a:gd name="textAreaRight" fmla="*/ 2898360 w 2896920"/>
                <a:gd name="textAreaTop" fmla="*/ 720 h 2174040"/>
                <a:gd name="textAreaBottom" fmla="*/ 2176200 h 2174040"/>
              </a:gdLst>
              <a:ahLst/>
              <a:cxnLst/>
              <a:rect l="textAreaLeft" t="textAreaTop" r="textAreaRight" b="textAreaBottom"/>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gr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9"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Übung 13: Formulare</a:t>
            </a:r>
            <a:endParaRPr lang="de-DE" sz="4400" b="0" u="none" strike="noStrike">
              <a:solidFill>
                <a:srgbClr val="000000"/>
              </a:solidFill>
              <a:uFillTx/>
              <a:latin typeface="Arial"/>
            </a:endParaRPr>
          </a:p>
        </p:txBody>
      </p:sp>
      <p:sp>
        <p:nvSpPr>
          <p:cNvPr id="750"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Biete in der Detail-Ansicht die Möglichkeit an, den Namen eines Customers zu verändern</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Importiere FormsModule aus @angular/forms im imports-Array von CustomerDetailsComponent</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Erstelle ein input mit ngModel</a:t>
            </a:r>
            <a:endParaRPr lang="de-DE" sz="2400" b="0" u="none" strike="noStrike">
              <a:solidFill>
                <a:srgbClr val="000000"/>
              </a:solidFill>
              <a:uFillTx/>
              <a:latin typeface="Arial"/>
            </a:endParaRPr>
          </a:p>
          <a:p>
            <a:pPr indent="0" defTabSz="914400">
              <a:lnSpc>
                <a:spcPct val="90000"/>
              </a:lnSpc>
              <a:spcBef>
                <a:spcPts val="1001"/>
              </a:spcBef>
              <a:buNone/>
              <a:tabLst>
                <a:tab pos="0" algn="l"/>
              </a:tabLst>
            </a:pPr>
            <a:endParaRPr lang="de-DE" sz="2800" b="0" u="none" strike="noStrike">
              <a:solidFill>
                <a:srgbClr val="000000"/>
              </a:solidFill>
              <a:uFillTx/>
              <a:latin typeface="Arial"/>
            </a:endParaRP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751" name="Rectangle 14">
            <a:extLst>
              <a:ext uri="{C183D7F6-B498-43B3-948B-1728B52AA6E4}">
                <adec:decorative xmlns:adec="http://schemas.microsoft.com/office/drawing/2017/decorative" val="1"/>
              </a:ext>
            </a:extLst>
          </p:cNvPr>
          <p:cNvSpPr/>
          <p:nvPr/>
        </p:nvSpPr>
        <p:spPr>
          <a:xfrm>
            <a:off x="0" y="0"/>
            <a:ext cx="12190680" cy="68565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tabLst>
                <a:tab pos="0" algn="l"/>
              </a:tabLst>
            </a:pPr>
            <a:endParaRPr lang="en-US" sz="1800" b="0" u="none" strike="noStrike">
              <a:solidFill>
                <a:srgbClr val="FFFFFF"/>
              </a:solidFill>
              <a:uFillTx/>
              <a:latin typeface="Calibri"/>
            </a:endParaRPr>
          </a:p>
        </p:txBody>
      </p:sp>
      <p:sp>
        <p:nvSpPr>
          <p:cNvPr id="752" name="PlaceHolder 1"/>
          <p:cNvSpPr>
            <a:spLocks noGrp="1"/>
          </p:cNvSpPr>
          <p:nvPr>
            <p:ph type="title"/>
          </p:nvPr>
        </p:nvSpPr>
        <p:spPr>
          <a:xfrm>
            <a:off x="1848600" y="3298680"/>
            <a:ext cx="8493480" cy="1783080"/>
          </a:xfrm>
          <a:prstGeom prst="rect">
            <a:avLst/>
          </a:prstGeom>
          <a:noFill/>
          <a:ln w="0">
            <a:noFill/>
          </a:ln>
        </p:spPr>
        <p:txBody>
          <a:bodyPr lIns="91440" tIns="45720" rIns="91440" bIns="45720" anchor="b">
            <a:normAutofit/>
          </a:bodyPr>
          <a:lstStyle/>
          <a:p>
            <a:pPr indent="0" algn="ctr" defTabSz="914400">
              <a:lnSpc>
                <a:spcPct val="90000"/>
              </a:lnSpc>
              <a:buNone/>
              <a:tabLst>
                <a:tab pos="0" algn="l"/>
              </a:tabLst>
            </a:pPr>
            <a:r>
              <a:rPr lang="en-US" sz="6000" b="0" u="none" strike="noStrike">
                <a:solidFill>
                  <a:srgbClr val="FFFFFF"/>
                </a:solidFill>
                <a:uFillTx/>
                <a:latin typeface="Calibri Light"/>
              </a:rPr>
              <a:t>Services</a:t>
            </a:r>
            <a:endParaRPr lang="de-DE" sz="6000" b="0" u="none" strike="noStrike">
              <a:solidFill>
                <a:srgbClr val="000000"/>
              </a:solidFill>
              <a:uFillTx/>
              <a:latin typeface="Arial"/>
            </a:endParaRPr>
          </a:p>
        </p:txBody>
      </p:sp>
      <p:sp>
        <p:nvSpPr>
          <p:cNvPr id="753" name="PlaceHolder 2"/>
          <p:cNvSpPr>
            <a:spLocks noGrp="1"/>
          </p:cNvSpPr>
          <p:nvPr>
            <p:ph/>
          </p:nvPr>
        </p:nvSpPr>
        <p:spPr>
          <a:xfrm>
            <a:off x="1848600" y="5258880"/>
            <a:ext cx="8493480" cy="902520"/>
          </a:xfrm>
          <a:prstGeom prst="rect">
            <a:avLst/>
          </a:prstGeom>
          <a:noFill/>
          <a:ln w="0">
            <a:noFill/>
          </a:ln>
        </p:spPr>
        <p:txBody>
          <a:bodyPr lIns="91440" tIns="45720" rIns="91440" bIns="45720" anchor="t">
            <a:normAutofit/>
          </a:bodyPr>
          <a:lstStyle/>
          <a:p>
            <a:pPr indent="0">
              <a:spcBef>
                <a:spcPts val="1417"/>
              </a:spcBef>
              <a:buNone/>
            </a:pPr>
            <a:endParaRPr lang="de-DE" sz="1800" b="0" u="none" strike="noStrike">
              <a:solidFill>
                <a:srgbClr val="000000"/>
              </a:solidFill>
              <a:uFillTx/>
              <a:latin typeface="Arial"/>
            </a:endParaRPr>
          </a:p>
        </p:txBody>
      </p:sp>
      <p:sp>
        <p:nvSpPr>
          <p:cNvPr id="754" name="Oval 16">
            <a:extLst>
              <a:ext uri="{C183D7F6-B498-43B3-948B-1728B52AA6E4}">
                <adec:decorative xmlns:adec="http://schemas.microsoft.com/office/drawing/2017/decorative" val="1"/>
              </a:ext>
            </a:extLst>
          </p:cNvPr>
          <p:cNvSpPr/>
          <p:nvPr/>
        </p:nvSpPr>
        <p:spPr>
          <a:xfrm>
            <a:off x="5025960" y="889200"/>
            <a:ext cx="2138760" cy="2138760"/>
          </a:xfrm>
          <a:prstGeom prst="ellipse">
            <a:avLst/>
          </a:prstGeom>
          <a:solidFill>
            <a:srgbClr val="FFFFFF"/>
          </a:solidFill>
          <a:ln w="19050">
            <a:solidFill>
              <a:srgbClr val="1D9A78"/>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tabLst>
                <a:tab pos="0" algn="l"/>
              </a:tabLst>
            </a:pPr>
            <a:endParaRPr lang="en-US" sz="1800" b="0" u="none" strike="noStrike">
              <a:solidFill>
                <a:srgbClr val="FFFFFF"/>
              </a:solidFill>
              <a:uFillTx/>
              <a:latin typeface="Calibri"/>
            </a:endParaRPr>
          </a:p>
        </p:txBody>
      </p:sp>
      <p:pic>
        <p:nvPicPr>
          <p:cNvPr id="755" name="Graphic 11" descr="Zahnräder"/>
          <p:cNvPicPr/>
          <p:nvPr/>
        </p:nvPicPr>
        <p:blipFill>
          <a:blip>
            <a:extLst>
              <a:ext uri="{96DAC541-7B7A-43D3-8B79-37D633B846F1}">
                <asvg:svgBlip xmlns:asvg="http://schemas.microsoft.com/office/drawing/2016/SVG/main" r:embed="rId2"/>
              </a:ext>
            </a:extLst>
          </a:blip>
          <a:stretch/>
        </p:blipFill>
        <p:spPr>
          <a:xfrm>
            <a:off x="5508360" y="1371600"/>
            <a:ext cx="1173960" cy="1173960"/>
          </a:xfrm>
          <a:prstGeom prst="rect">
            <a:avLst/>
          </a:prstGeom>
          <a:noFill/>
          <a:ln w="0">
            <a:noFill/>
          </a:ln>
        </p:spPr>
      </p:pic>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756" name="Rectangle 13">
            <a:extLst>
              <a:ext uri="{C183D7F6-B498-43B3-948B-1728B52AA6E4}">
                <adec:decorative xmlns:adec="http://schemas.microsoft.com/office/drawing/2017/decorative" val="1"/>
              </a:ext>
            </a:extLst>
          </p:cNvPr>
          <p:cNvSpPr/>
          <p:nvPr/>
        </p:nvSpPr>
        <p:spPr>
          <a:xfrm>
            <a:off x="0" y="0"/>
            <a:ext cx="12187440" cy="685656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757" name="Rectangle 15">
            <a:extLst>
              <a:ext uri="{C183D7F6-B498-43B3-948B-1728B52AA6E4}">
                <adec:decorative xmlns:adec="http://schemas.microsoft.com/office/drawing/2017/decorative" val="1"/>
              </a:ext>
            </a:extLst>
          </p:cNvPr>
          <p:cNvSpPr/>
          <p:nvPr/>
        </p:nvSpPr>
        <p:spPr>
          <a:xfrm>
            <a:off x="0" y="0"/>
            <a:ext cx="5019480" cy="649008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758" name="PlaceHolder 1"/>
          <p:cNvSpPr>
            <a:spLocks noGrp="1"/>
          </p:cNvSpPr>
          <p:nvPr>
            <p:ph type="title"/>
          </p:nvPr>
        </p:nvSpPr>
        <p:spPr>
          <a:xfrm>
            <a:off x="594360" y="1209240"/>
            <a:ext cx="3875400" cy="4063320"/>
          </a:xfrm>
          <a:prstGeom prst="rect">
            <a:avLst/>
          </a:prstGeom>
          <a:noFill/>
          <a:ln w="0">
            <a:noFill/>
          </a:ln>
        </p:spPr>
        <p:txBody>
          <a:bodyPr lIns="91440" tIns="45720" rIns="91440" bIns="45720" anchor="ctr">
            <a:normAutofit/>
          </a:bodyPr>
          <a:lstStyle/>
          <a:p>
            <a:pPr indent="0" defTabSz="914400">
              <a:lnSpc>
                <a:spcPct val="90000"/>
              </a:lnSpc>
              <a:buNone/>
              <a:tabLst>
                <a:tab pos="0" algn="l"/>
              </a:tabLst>
            </a:pPr>
            <a:r>
              <a:rPr lang="de-DE" sz="5000" b="0" u="none" strike="noStrike">
                <a:solidFill>
                  <a:schemeClr val="dk1"/>
                </a:solidFill>
                <a:uFillTx/>
                <a:latin typeface="Calibri Light"/>
              </a:rPr>
              <a:t>Eigenschaften eines Services</a:t>
            </a:r>
            <a:endParaRPr lang="de-DE" sz="5000" b="0" u="none" strike="noStrike">
              <a:solidFill>
                <a:srgbClr val="000000"/>
              </a:solidFill>
              <a:uFillTx/>
              <a:latin typeface="Arial"/>
            </a:endParaRPr>
          </a:p>
        </p:txBody>
      </p:sp>
      <p:grpSp>
        <p:nvGrpSpPr>
          <p:cNvPr id="759" name="Group 17">
            <a:extLst>
              <a:ext uri="{C183D7F6-B498-43B3-948B-1728B52AA6E4}">
                <adec:decorative xmlns:adec="http://schemas.microsoft.com/office/drawing/2017/decorative" val="1"/>
              </a:ext>
            </a:extLst>
          </p:cNvPr>
          <p:cNvGrpSpPr/>
          <p:nvPr/>
        </p:nvGrpSpPr>
        <p:grpSpPr>
          <a:xfrm>
            <a:off x="57600" y="2569320"/>
            <a:ext cx="240840" cy="1339560"/>
            <a:chOff x="57600" y="2569320"/>
            <a:chExt cx="240840" cy="1339560"/>
          </a:xfrm>
        </p:grpSpPr>
        <p:sp>
          <p:nvSpPr>
            <p:cNvPr id="760" name="Rectangle 2">
              <a:extLst>
                <a:ext uri="{C183D7F6-B498-43B3-948B-1728B52AA6E4}">
                  <adec:decorative xmlns:adec="http://schemas.microsoft.com/office/drawing/2017/decorative" val="1"/>
                </a:ext>
              </a:extLst>
            </p:cNvPr>
            <p:cNvSpPr/>
            <p:nvPr/>
          </p:nvSpPr>
          <p:spPr>
            <a:xfrm rot="5400000">
              <a:off x="239040" y="3138840"/>
              <a:ext cx="60480" cy="5796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3240" rIns="90000" bIns="-324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761" name="Rectangle 59">
              <a:extLst>
                <a:ext uri="{C183D7F6-B498-43B3-948B-1728B52AA6E4}">
                  <adec:decorative xmlns:adec="http://schemas.microsoft.com/office/drawing/2017/decorative" val="1"/>
                </a:ext>
              </a:extLst>
            </p:cNvPr>
            <p:cNvSpPr/>
            <p:nvPr/>
          </p:nvSpPr>
          <p:spPr>
            <a:xfrm rot="5400000">
              <a:off x="56160" y="3138840"/>
              <a:ext cx="60480" cy="5796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3240" rIns="90000" bIns="-324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762" name="Rectangle 2">
              <a:extLst>
                <a:ext uri="{C183D7F6-B498-43B3-948B-1728B52AA6E4}">
                  <adec:decorative xmlns:adec="http://schemas.microsoft.com/office/drawing/2017/decorative" val="1"/>
                </a:ext>
              </a:extLst>
            </p:cNvPr>
            <p:cNvSpPr/>
            <p:nvPr/>
          </p:nvSpPr>
          <p:spPr>
            <a:xfrm rot="5400000">
              <a:off x="239040" y="2997000"/>
              <a:ext cx="60480" cy="5796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3240" rIns="90000" bIns="-324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763" name="Rectangle 59">
              <a:extLst>
                <a:ext uri="{C183D7F6-B498-43B3-948B-1728B52AA6E4}">
                  <adec:decorative xmlns:adec="http://schemas.microsoft.com/office/drawing/2017/decorative" val="1"/>
                </a:ext>
              </a:extLst>
            </p:cNvPr>
            <p:cNvSpPr/>
            <p:nvPr/>
          </p:nvSpPr>
          <p:spPr>
            <a:xfrm rot="5400000">
              <a:off x="56160" y="2997000"/>
              <a:ext cx="60480" cy="5796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3240" rIns="90000" bIns="-324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764" name="Rectangle 2">
              <a:extLst>
                <a:ext uri="{C183D7F6-B498-43B3-948B-1728B52AA6E4}">
                  <adec:decorative xmlns:adec="http://schemas.microsoft.com/office/drawing/2017/decorative" val="1"/>
                </a:ext>
              </a:extLst>
            </p:cNvPr>
            <p:cNvSpPr/>
            <p:nvPr/>
          </p:nvSpPr>
          <p:spPr>
            <a:xfrm rot="5400000">
              <a:off x="239040" y="2854800"/>
              <a:ext cx="60480" cy="5796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3240" rIns="90000" bIns="-324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765" name="Rectangle 59">
              <a:extLst>
                <a:ext uri="{C183D7F6-B498-43B3-948B-1728B52AA6E4}">
                  <adec:decorative xmlns:adec="http://schemas.microsoft.com/office/drawing/2017/decorative" val="1"/>
                </a:ext>
              </a:extLst>
            </p:cNvPr>
            <p:cNvSpPr/>
            <p:nvPr/>
          </p:nvSpPr>
          <p:spPr>
            <a:xfrm rot="5400000">
              <a:off x="56160" y="2854800"/>
              <a:ext cx="60480" cy="5796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3240" rIns="90000" bIns="-324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766" name="Rectangle 2">
              <a:extLst>
                <a:ext uri="{C183D7F6-B498-43B3-948B-1728B52AA6E4}">
                  <adec:decorative xmlns:adec="http://schemas.microsoft.com/office/drawing/2017/decorative" val="1"/>
                </a:ext>
              </a:extLst>
            </p:cNvPr>
            <p:cNvSpPr/>
            <p:nvPr/>
          </p:nvSpPr>
          <p:spPr>
            <a:xfrm rot="5400000">
              <a:off x="239040" y="2712600"/>
              <a:ext cx="60480" cy="5796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3240" rIns="90000" bIns="-324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767" name="Rectangle 59">
              <a:extLst>
                <a:ext uri="{C183D7F6-B498-43B3-948B-1728B52AA6E4}">
                  <adec:decorative xmlns:adec="http://schemas.microsoft.com/office/drawing/2017/decorative" val="1"/>
                </a:ext>
              </a:extLst>
            </p:cNvPr>
            <p:cNvSpPr/>
            <p:nvPr/>
          </p:nvSpPr>
          <p:spPr>
            <a:xfrm rot="5400000">
              <a:off x="56160" y="2712600"/>
              <a:ext cx="60480" cy="5796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3240" rIns="90000" bIns="-324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768" name="Rectangle 2">
              <a:extLst>
                <a:ext uri="{C183D7F6-B498-43B3-948B-1728B52AA6E4}">
                  <adec:decorative xmlns:adec="http://schemas.microsoft.com/office/drawing/2017/decorative" val="1"/>
                </a:ext>
              </a:extLst>
            </p:cNvPr>
            <p:cNvSpPr/>
            <p:nvPr/>
          </p:nvSpPr>
          <p:spPr>
            <a:xfrm rot="5400000">
              <a:off x="239040" y="2570400"/>
              <a:ext cx="60480" cy="5796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3240" rIns="90000" bIns="-324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769" name="Rectangle 59">
              <a:extLst>
                <a:ext uri="{C183D7F6-B498-43B3-948B-1728B52AA6E4}">
                  <adec:decorative xmlns:adec="http://schemas.microsoft.com/office/drawing/2017/decorative" val="1"/>
                </a:ext>
              </a:extLst>
            </p:cNvPr>
            <p:cNvSpPr/>
            <p:nvPr/>
          </p:nvSpPr>
          <p:spPr>
            <a:xfrm rot="5400000">
              <a:off x="56160" y="2570400"/>
              <a:ext cx="60480" cy="5796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3240" rIns="90000" bIns="-324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770" name="Rectangle 2">
              <a:extLst>
                <a:ext uri="{C183D7F6-B498-43B3-948B-1728B52AA6E4}">
                  <adec:decorative xmlns:adec="http://schemas.microsoft.com/office/drawing/2017/decorative" val="1"/>
                </a:ext>
              </a:extLst>
            </p:cNvPr>
            <p:cNvSpPr/>
            <p:nvPr/>
          </p:nvSpPr>
          <p:spPr>
            <a:xfrm rot="5400000">
              <a:off x="239040" y="3849480"/>
              <a:ext cx="60480" cy="5796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3240" rIns="90000" bIns="-324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771" name="Rectangle 59">
              <a:extLst>
                <a:ext uri="{C183D7F6-B498-43B3-948B-1728B52AA6E4}">
                  <adec:decorative xmlns:adec="http://schemas.microsoft.com/office/drawing/2017/decorative" val="1"/>
                </a:ext>
              </a:extLst>
            </p:cNvPr>
            <p:cNvSpPr/>
            <p:nvPr/>
          </p:nvSpPr>
          <p:spPr>
            <a:xfrm rot="5400000">
              <a:off x="56160" y="3849480"/>
              <a:ext cx="60480" cy="5796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3240" rIns="90000" bIns="-324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772" name="Rectangle 2">
              <a:extLst>
                <a:ext uri="{C183D7F6-B498-43B3-948B-1728B52AA6E4}">
                  <adec:decorative xmlns:adec="http://schemas.microsoft.com/office/drawing/2017/decorative" val="1"/>
                </a:ext>
              </a:extLst>
            </p:cNvPr>
            <p:cNvSpPr/>
            <p:nvPr/>
          </p:nvSpPr>
          <p:spPr>
            <a:xfrm rot="5400000">
              <a:off x="239040" y="3707280"/>
              <a:ext cx="60480" cy="5796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3240" rIns="90000" bIns="-324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773" name="Rectangle 59">
              <a:extLst>
                <a:ext uri="{C183D7F6-B498-43B3-948B-1728B52AA6E4}">
                  <adec:decorative xmlns:adec="http://schemas.microsoft.com/office/drawing/2017/decorative" val="1"/>
                </a:ext>
              </a:extLst>
            </p:cNvPr>
            <p:cNvSpPr/>
            <p:nvPr/>
          </p:nvSpPr>
          <p:spPr>
            <a:xfrm rot="5400000">
              <a:off x="56160" y="3707280"/>
              <a:ext cx="60480" cy="5796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3240" rIns="90000" bIns="-324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774" name="Rectangle 2">
              <a:extLst>
                <a:ext uri="{C183D7F6-B498-43B3-948B-1728B52AA6E4}">
                  <adec:decorative xmlns:adec="http://schemas.microsoft.com/office/drawing/2017/decorative" val="1"/>
                </a:ext>
              </a:extLst>
            </p:cNvPr>
            <p:cNvSpPr/>
            <p:nvPr/>
          </p:nvSpPr>
          <p:spPr>
            <a:xfrm rot="5400000">
              <a:off x="239040" y="3565440"/>
              <a:ext cx="60480" cy="5796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3240" rIns="90000" bIns="-324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775" name="Rectangle 59">
              <a:extLst>
                <a:ext uri="{C183D7F6-B498-43B3-948B-1728B52AA6E4}">
                  <adec:decorative xmlns:adec="http://schemas.microsoft.com/office/drawing/2017/decorative" val="1"/>
                </a:ext>
              </a:extLst>
            </p:cNvPr>
            <p:cNvSpPr/>
            <p:nvPr/>
          </p:nvSpPr>
          <p:spPr>
            <a:xfrm rot="5400000">
              <a:off x="56160" y="3565440"/>
              <a:ext cx="60480" cy="5796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3240" rIns="90000" bIns="-324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776" name="Rectangle 2">
              <a:extLst>
                <a:ext uri="{C183D7F6-B498-43B3-948B-1728B52AA6E4}">
                  <adec:decorative xmlns:adec="http://schemas.microsoft.com/office/drawing/2017/decorative" val="1"/>
                </a:ext>
              </a:extLst>
            </p:cNvPr>
            <p:cNvSpPr/>
            <p:nvPr/>
          </p:nvSpPr>
          <p:spPr>
            <a:xfrm rot="5400000">
              <a:off x="239040" y="3423240"/>
              <a:ext cx="60480" cy="5796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3240" rIns="90000" bIns="-324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777" name="Rectangle 59">
              <a:extLst>
                <a:ext uri="{C183D7F6-B498-43B3-948B-1728B52AA6E4}">
                  <adec:decorative xmlns:adec="http://schemas.microsoft.com/office/drawing/2017/decorative" val="1"/>
                </a:ext>
              </a:extLst>
            </p:cNvPr>
            <p:cNvSpPr/>
            <p:nvPr/>
          </p:nvSpPr>
          <p:spPr>
            <a:xfrm rot="5400000">
              <a:off x="56160" y="3423240"/>
              <a:ext cx="60480" cy="5796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3240" rIns="90000" bIns="-324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778" name="Rectangle 2">
              <a:extLst>
                <a:ext uri="{C183D7F6-B498-43B3-948B-1728B52AA6E4}">
                  <adec:decorative xmlns:adec="http://schemas.microsoft.com/office/drawing/2017/decorative" val="1"/>
                </a:ext>
              </a:extLst>
            </p:cNvPr>
            <p:cNvSpPr/>
            <p:nvPr/>
          </p:nvSpPr>
          <p:spPr>
            <a:xfrm rot="5400000">
              <a:off x="239040" y="3281040"/>
              <a:ext cx="60480" cy="5796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3240" rIns="90000" bIns="-324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779" name="Rectangle 59">
              <a:extLst>
                <a:ext uri="{C183D7F6-B498-43B3-948B-1728B52AA6E4}">
                  <adec:decorative xmlns:adec="http://schemas.microsoft.com/office/drawing/2017/decorative" val="1"/>
                </a:ext>
              </a:extLst>
            </p:cNvPr>
            <p:cNvSpPr/>
            <p:nvPr/>
          </p:nvSpPr>
          <p:spPr>
            <a:xfrm rot="5400000">
              <a:off x="56160" y="3281040"/>
              <a:ext cx="60480" cy="5796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3240" rIns="90000" bIns="-3240" anchor="ctr">
              <a:noAutofit/>
            </a:bodyPr>
            <a:lstStyle/>
            <a:p>
              <a:pPr algn="ctr" defTabSz="914400">
                <a:lnSpc>
                  <a:spcPct val="100000"/>
                </a:lnSpc>
              </a:pPr>
              <a:endParaRPr lang="en-US" sz="1800" b="0" u="none" strike="noStrike">
                <a:solidFill>
                  <a:schemeClr val="lt1"/>
                </a:solidFill>
                <a:uFillTx/>
                <a:latin typeface="Calibri"/>
              </a:endParaRPr>
            </a:p>
          </p:txBody>
        </p:sp>
      </p:grpSp>
      <p:sp>
        <p:nvSpPr>
          <p:cNvPr id="780" name="Rectangle 39">
            <a:extLst>
              <a:ext uri="{C183D7F6-B498-43B3-948B-1728B52AA6E4}">
                <adec:decorative xmlns:adec="http://schemas.microsoft.com/office/drawing/2017/decorative" val="1"/>
              </a:ext>
            </a:extLst>
          </p:cNvPr>
          <p:cNvSpPr/>
          <p:nvPr/>
        </p:nvSpPr>
        <p:spPr>
          <a:xfrm>
            <a:off x="0" y="6501240"/>
            <a:ext cx="12190680" cy="35532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graphicFrame>
        <p:nvGraphicFramePr>
          <p:cNvPr id="8" name="Diagram8"/>
          <p:cNvGraphicFramePr/>
          <p:nvPr>
            <p:extLst>
              <p:ext uri="{D42A27DB-BD31-4B8C-83A1-F6EECF244321}">
                <p14:modId xmlns:p14="http://schemas.microsoft.com/office/powerpoint/2010/main" val="4177044177"/>
              </p:ext>
            </p:extLst>
          </p:nvPr>
        </p:nvGraphicFramePr>
        <p:xfrm>
          <a:off x="5614560" y="457200"/>
          <a:ext cx="6116040" cy="5695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781" name="Rectangle 8">
            <a:extLst>
              <a:ext uri="{C183D7F6-B498-43B3-948B-1728B52AA6E4}">
                <adec:decorative xmlns:adec="http://schemas.microsoft.com/office/drawing/2017/decorative" val="1"/>
              </a:ext>
            </a:extLst>
          </p:cNvPr>
          <p:cNvSpPr/>
          <p:nvPr/>
        </p:nvSpPr>
        <p:spPr>
          <a:xfrm>
            <a:off x="0" y="0"/>
            <a:ext cx="12187440" cy="685656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782" name="Rectangle 10">
            <a:extLst>
              <a:ext uri="{C183D7F6-B498-43B3-948B-1728B52AA6E4}">
                <adec:decorative xmlns:adec="http://schemas.microsoft.com/office/drawing/2017/decorative" val="1"/>
              </a:ext>
            </a:extLst>
          </p:cNvPr>
          <p:cNvSpPr/>
          <p:nvPr/>
        </p:nvSpPr>
        <p:spPr>
          <a:xfrm>
            <a:off x="0" y="0"/>
            <a:ext cx="5019480" cy="649008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783" name="PlaceHolder 1"/>
          <p:cNvSpPr>
            <a:spLocks noGrp="1"/>
          </p:cNvSpPr>
          <p:nvPr>
            <p:ph type="title"/>
          </p:nvPr>
        </p:nvSpPr>
        <p:spPr>
          <a:xfrm>
            <a:off x="594360" y="1209240"/>
            <a:ext cx="3875400" cy="4063320"/>
          </a:xfrm>
          <a:prstGeom prst="rect">
            <a:avLst/>
          </a:prstGeom>
          <a:noFill/>
          <a:ln w="0">
            <a:noFill/>
          </a:ln>
        </p:spPr>
        <p:txBody>
          <a:bodyPr lIns="91440" tIns="45720" rIns="91440" bIns="45720" anchor="ctr">
            <a:normAutofit/>
          </a:bodyPr>
          <a:lstStyle/>
          <a:p>
            <a:pPr indent="0" defTabSz="914400">
              <a:lnSpc>
                <a:spcPct val="90000"/>
              </a:lnSpc>
              <a:buNone/>
              <a:tabLst>
                <a:tab pos="0" algn="l"/>
              </a:tabLst>
            </a:pPr>
            <a:r>
              <a:rPr lang="de-DE" sz="5000" b="0" u="none" strike="noStrike">
                <a:solidFill>
                  <a:schemeClr val="dk1"/>
                </a:solidFill>
                <a:uFillTx/>
                <a:latin typeface="Calibri Light"/>
              </a:rPr>
              <a:t>Services? Was</a:t>
            </a:r>
            <a:endParaRPr lang="de-DE" sz="5000" b="0" u="none" strike="noStrike">
              <a:solidFill>
                <a:srgbClr val="000000"/>
              </a:solidFill>
              <a:uFillTx/>
              <a:latin typeface="Arial"/>
            </a:endParaRPr>
          </a:p>
        </p:txBody>
      </p:sp>
      <p:grpSp>
        <p:nvGrpSpPr>
          <p:cNvPr id="784" name="Group 12">
            <a:extLst>
              <a:ext uri="{C183D7F6-B498-43B3-948B-1728B52AA6E4}">
                <adec:decorative xmlns:adec="http://schemas.microsoft.com/office/drawing/2017/decorative" val="1"/>
              </a:ext>
            </a:extLst>
          </p:cNvPr>
          <p:cNvGrpSpPr/>
          <p:nvPr/>
        </p:nvGrpSpPr>
        <p:grpSpPr>
          <a:xfrm>
            <a:off x="57600" y="2569320"/>
            <a:ext cx="240840" cy="1339560"/>
            <a:chOff x="57600" y="2569320"/>
            <a:chExt cx="240840" cy="1339560"/>
          </a:xfrm>
        </p:grpSpPr>
        <p:sp>
          <p:nvSpPr>
            <p:cNvPr id="785" name="Rectangle 2">
              <a:extLst>
                <a:ext uri="{C183D7F6-B498-43B3-948B-1728B52AA6E4}">
                  <adec:decorative xmlns:adec="http://schemas.microsoft.com/office/drawing/2017/decorative" val="1"/>
                </a:ext>
              </a:extLst>
            </p:cNvPr>
            <p:cNvSpPr/>
            <p:nvPr/>
          </p:nvSpPr>
          <p:spPr>
            <a:xfrm rot="5400000">
              <a:off x="239040" y="3138840"/>
              <a:ext cx="60480" cy="5796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3240" rIns="90000" bIns="-324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786" name="Rectangle 59">
              <a:extLst>
                <a:ext uri="{C183D7F6-B498-43B3-948B-1728B52AA6E4}">
                  <adec:decorative xmlns:adec="http://schemas.microsoft.com/office/drawing/2017/decorative" val="1"/>
                </a:ext>
              </a:extLst>
            </p:cNvPr>
            <p:cNvSpPr/>
            <p:nvPr/>
          </p:nvSpPr>
          <p:spPr>
            <a:xfrm rot="5400000">
              <a:off x="56160" y="3138840"/>
              <a:ext cx="60480" cy="5796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3240" rIns="90000" bIns="-324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787" name="Rectangle 2">
              <a:extLst>
                <a:ext uri="{C183D7F6-B498-43B3-948B-1728B52AA6E4}">
                  <adec:decorative xmlns:adec="http://schemas.microsoft.com/office/drawing/2017/decorative" val="1"/>
                </a:ext>
              </a:extLst>
            </p:cNvPr>
            <p:cNvSpPr/>
            <p:nvPr/>
          </p:nvSpPr>
          <p:spPr>
            <a:xfrm rot="5400000">
              <a:off x="239040" y="2997000"/>
              <a:ext cx="60480" cy="5796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3240" rIns="90000" bIns="-324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788" name="Rectangle 59">
              <a:extLst>
                <a:ext uri="{C183D7F6-B498-43B3-948B-1728B52AA6E4}">
                  <adec:decorative xmlns:adec="http://schemas.microsoft.com/office/drawing/2017/decorative" val="1"/>
                </a:ext>
              </a:extLst>
            </p:cNvPr>
            <p:cNvSpPr/>
            <p:nvPr/>
          </p:nvSpPr>
          <p:spPr>
            <a:xfrm rot="5400000">
              <a:off x="56160" y="2997000"/>
              <a:ext cx="60480" cy="5796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3240" rIns="90000" bIns="-324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789" name="Rectangle 2">
              <a:extLst>
                <a:ext uri="{C183D7F6-B498-43B3-948B-1728B52AA6E4}">
                  <adec:decorative xmlns:adec="http://schemas.microsoft.com/office/drawing/2017/decorative" val="1"/>
                </a:ext>
              </a:extLst>
            </p:cNvPr>
            <p:cNvSpPr/>
            <p:nvPr/>
          </p:nvSpPr>
          <p:spPr>
            <a:xfrm rot="5400000">
              <a:off x="239040" y="2854800"/>
              <a:ext cx="60480" cy="5796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3240" rIns="90000" bIns="-324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790" name="Rectangle 59">
              <a:extLst>
                <a:ext uri="{C183D7F6-B498-43B3-948B-1728B52AA6E4}">
                  <adec:decorative xmlns:adec="http://schemas.microsoft.com/office/drawing/2017/decorative" val="1"/>
                </a:ext>
              </a:extLst>
            </p:cNvPr>
            <p:cNvSpPr/>
            <p:nvPr/>
          </p:nvSpPr>
          <p:spPr>
            <a:xfrm rot="5400000">
              <a:off x="56160" y="2854800"/>
              <a:ext cx="60480" cy="5796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3240" rIns="90000" bIns="-324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791" name="Rectangle 2">
              <a:extLst>
                <a:ext uri="{C183D7F6-B498-43B3-948B-1728B52AA6E4}">
                  <adec:decorative xmlns:adec="http://schemas.microsoft.com/office/drawing/2017/decorative" val="1"/>
                </a:ext>
              </a:extLst>
            </p:cNvPr>
            <p:cNvSpPr/>
            <p:nvPr/>
          </p:nvSpPr>
          <p:spPr>
            <a:xfrm rot="5400000">
              <a:off x="239040" y="2712600"/>
              <a:ext cx="60480" cy="5796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3240" rIns="90000" bIns="-324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792" name="Rectangle 59">
              <a:extLst>
                <a:ext uri="{C183D7F6-B498-43B3-948B-1728B52AA6E4}">
                  <adec:decorative xmlns:adec="http://schemas.microsoft.com/office/drawing/2017/decorative" val="1"/>
                </a:ext>
              </a:extLst>
            </p:cNvPr>
            <p:cNvSpPr/>
            <p:nvPr/>
          </p:nvSpPr>
          <p:spPr>
            <a:xfrm rot="5400000">
              <a:off x="56160" y="2712600"/>
              <a:ext cx="60480" cy="5796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3240" rIns="90000" bIns="-324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793" name="Rectangle 2">
              <a:extLst>
                <a:ext uri="{C183D7F6-B498-43B3-948B-1728B52AA6E4}">
                  <adec:decorative xmlns:adec="http://schemas.microsoft.com/office/drawing/2017/decorative" val="1"/>
                </a:ext>
              </a:extLst>
            </p:cNvPr>
            <p:cNvSpPr/>
            <p:nvPr/>
          </p:nvSpPr>
          <p:spPr>
            <a:xfrm rot="5400000">
              <a:off x="239040" y="2570400"/>
              <a:ext cx="60480" cy="5796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3240" rIns="90000" bIns="-324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794" name="Rectangle 59">
              <a:extLst>
                <a:ext uri="{C183D7F6-B498-43B3-948B-1728B52AA6E4}">
                  <adec:decorative xmlns:adec="http://schemas.microsoft.com/office/drawing/2017/decorative" val="1"/>
                </a:ext>
              </a:extLst>
            </p:cNvPr>
            <p:cNvSpPr/>
            <p:nvPr/>
          </p:nvSpPr>
          <p:spPr>
            <a:xfrm rot="5400000">
              <a:off x="56160" y="2570400"/>
              <a:ext cx="60480" cy="5796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3240" rIns="90000" bIns="-324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795" name="Rectangle 2">
              <a:extLst>
                <a:ext uri="{C183D7F6-B498-43B3-948B-1728B52AA6E4}">
                  <adec:decorative xmlns:adec="http://schemas.microsoft.com/office/drawing/2017/decorative" val="1"/>
                </a:ext>
              </a:extLst>
            </p:cNvPr>
            <p:cNvSpPr/>
            <p:nvPr/>
          </p:nvSpPr>
          <p:spPr>
            <a:xfrm rot="5400000">
              <a:off x="239040" y="3849480"/>
              <a:ext cx="60480" cy="5796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3240" rIns="90000" bIns="-324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796" name="Rectangle 59">
              <a:extLst>
                <a:ext uri="{C183D7F6-B498-43B3-948B-1728B52AA6E4}">
                  <adec:decorative xmlns:adec="http://schemas.microsoft.com/office/drawing/2017/decorative" val="1"/>
                </a:ext>
              </a:extLst>
            </p:cNvPr>
            <p:cNvSpPr/>
            <p:nvPr/>
          </p:nvSpPr>
          <p:spPr>
            <a:xfrm rot="5400000">
              <a:off x="56160" y="3849480"/>
              <a:ext cx="60480" cy="5796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3240" rIns="90000" bIns="-324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797" name="Rectangle 2">
              <a:extLst>
                <a:ext uri="{C183D7F6-B498-43B3-948B-1728B52AA6E4}">
                  <adec:decorative xmlns:adec="http://schemas.microsoft.com/office/drawing/2017/decorative" val="1"/>
                </a:ext>
              </a:extLst>
            </p:cNvPr>
            <p:cNvSpPr/>
            <p:nvPr/>
          </p:nvSpPr>
          <p:spPr>
            <a:xfrm rot="5400000">
              <a:off x="239040" y="3707280"/>
              <a:ext cx="60480" cy="5796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3240" rIns="90000" bIns="-324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798" name="Rectangle 59">
              <a:extLst>
                <a:ext uri="{C183D7F6-B498-43B3-948B-1728B52AA6E4}">
                  <adec:decorative xmlns:adec="http://schemas.microsoft.com/office/drawing/2017/decorative" val="1"/>
                </a:ext>
              </a:extLst>
            </p:cNvPr>
            <p:cNvSpPr/>
            <p:nvPr/>
          </p:nvSpPr>
          <p:spPr>
            <a:xfrm rot="5400000">
              <a:off x="56160" y="3707280"/>
              <a:ext cx="60480" cy="5796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3240" rIns="90000" bIns="-324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799" name="Rectangle 2">
              <a:extLst>
                <a:ext uri="{C183D7F6-B498-43B3-948B-1728B52AA6E4}">
                  <adec:decorative xmlns:adec="http://schemas.microsoft.com/office/drawing/2017/decorative" val="1"/>
                </a:ext>
              </a:extLst>
            </p:cNvPr>
            <p:cNvSpPr/>
            <p:nvPr/>
          </p:nvSpPr>
          <p:spPr>
            <a:xfrm rot="5400000">
              <a:off x="239040" y="3565440"/>
              <a:ext cx="60480" cy="5796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3240" rIns="90000" bIns="-324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800" name="Rectangle 59">
              <a:extLst>
                <a:ext uri="{C183D7F6-B498-43B3-948B-1728B52AA6E4}">
                  <adec:decorative xmlns:adec="http://schemas.microsoft.com/office/drawing/2017/decorative" val="1"/>
                </a:ext>
              </a:extLst>
            </p:cNvPr>
            <p:cNvSpPr/>
            <p:nvPr/>
          </p:nvSpPr>
          <p:spPr>
            <a:xfrm rot="5400000">
              <a:off x="56160" y="3565440"/>
              <a:ext cx="60480" cy="5796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3240" rIns="90000" bIns="-324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801" name="Rectangle 2">
              <a:extLst>
                <a:ext uri="{C183D7F6-B498-43B3-948B-1728B52AA6E4}">
                  <adec:decorative xmlns:adec="http://schemas.microsoft.com/office/drawing/2017/decorative" val="1"/>
                </a:ext>
              </a:extLst>
            </p:cNvPr>
            <p:cNvSpPr/>
            <p:nvPr/>
          </p:nvSpPr>
          <p:spPr>
            <a:xfrm rot="5400000">
              <a:off x="239040" y="3423240"/>
              <a:ext cx="60480" cy="5796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3240" rIns="90000" bIns="-324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802" name="Rectangle 59">
              <a:extLst>
                <a:ext uri="{C183D7F6-B498-43B3-948B-1728B52AA6E4}">
                  <adec:decorative xmlns:adec="http://schemas.microsoft.com/office/drawing/2017/decorative" val="1"/>
                </a:ext>
              </a:extLst>
            </p:cNvPr>
            <p:cNvSpPr/>
            <p:nvPr/>
          </p:nvSpPr>
          <p:spPr>
            <a:xfrm rot="5400000">
              <a:off x="56160" y="3423240"/>
              <a:ext cx="60480" cy="5796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3240" rIns="90000" bIns="-324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803" name="Rectangle 2">
              <a:extLst>
                <a:ext uri="{C183D7F6-B498-43B3-948B-1728B52AA6E4}">
                  <adec:decorative xmlns:adec="http://schemas.microsoft.com/office/drawing/2017/decorative" val="1"/>
                </a:ext>
              </a:extLst>
            </p:cNvPr>
            <p:cNvSpPr/>
            <p:nvPr/>
          </p:nvSpPr>
          <p:spPr>
            <a:xfrm rot="5400000">
              <a:off x="239040" y="3281040"/>
              <a:ext cx="60480" cy="5796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3240" rIns="90000" bIns="-324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804" name="Rectangle 59">
              <a:extLst>
                <a:ext uri="{C183D7F6-B498-43B3-948B-1728B52AA6E4}">
                  <adec:decorative xmlns:adec="http://schemas.microsoft.com/office/drawing/2017/decorative" val="1"/>
                </a:ext>
              </a:extLst>
            </p:cNvPr>
            <p:cNvSpPr/>
            <p:nvPr/>
          </p:nvSpPr>
          <p:spPr>
            <a:xfrm rot="5400000">
              <a:off x="56160" y="3281040"/>
              <a:ext cx="60480" cy="5796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3240" rIns="90000" bIns="-3240" anchor="ctr">
              <a:noAutofit/>
            </a:bodyPr>
            <a:lstStyle/>
            <a:p>
              <a:pPr algn="ctr" defTabSz="914400">
                <a:lnSpc>
                  <a:spcPct val="100000"/>
                </a:lnSpc>
              </a:pPr>
              <a:endParaRPr lang="en-US" sz="1800" b="0" u="none" strike="noStrike">
                <a:solidFill>
                  <a:schemeClr val="lt1"/>
                </a:solidFill>
                <a:uFillTx/>
                <a:latin typeface="Calibri"/>
              </a:endParaRPr>
            </a:p>
          </p:txBody>
        </p:sp>
      </p:grpSp>
      <p:sp>
        <p:nvSpPr>
          <p:cNvPr id="805" name="Rectangle 34">
            <a:extLst>
              <a:ext uri="{C183D7F6-B498-43B3-948B-1728B52AA6E4}">
                <adec:decorative xmlns:adec="http://schemas.microsoft.com/office/drawing/2017/decorative" val="1"/>
              </a:ext>
            </a:extLst>
          </p:cNvPr>
          <p:cNvSpPr/>
          <p:nvPr/>
        </p:nvSpPr>
        <p:spPr>
          <a:xfrm>
            <a:off x="0" y="6501240"/>
            <a:ext cx="12190680" cy="35532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graphicFrame>
        <p:nvGraphicFramePr>
          <p:cNvPr id="9" name="Diagram9"/>
          <p:cNvGraphicFramePr/>
          <p:nvPr>
            <p:extLst>
              <p:ext uri="{D42A27DB-BD31-4B8C-83A1-F6EECF244321}">
                <p14:modId xmlns:p14="http://schemas.microsoft.com/office/powerpoint/2010/main" val="1929844664"/>
              </p:ext>
            </p:extLst>
          </p:nvPr>
        </p:nvGraphicFramePr>
        <p:xfrm>
          <a:off x="5614560" y="457200"/>
          <a:ext cx="6116040" cy="5695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6"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Aufgaben eines Services</a:t>
            </a:r>
            <a:endParaRPr lang="de-DE" sz="4400" b="0" u="none" strike="noStrike">
              <a:solidFill>
                <a:srgbClr val="000000"/>
              </a:solidFill>
              <a:uFillTx/>
              <a:latin typeface="Arial"/>
            </a:endParaRPr>
          </a:p>
        </p:txBody>
      </p:sp>
      <p:sp>
        <p:nvSpPr>
          <p:cNvPr id="807"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Standard-Services des Angular-Frameworks stellen nützliche Routinen zur Verfügung</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Beispielsweise wird die Client-Server-Kommunikation über den </a:t>
            </a:r>
            <a:r>
              <a:rPr lang="de-DE" sz="2400" b="0" u="none" strike="noStrike">
                <a:solidFill>
                  <a:schemeClr val="dk1"/>
                </a:solidFill>
                <a:uFillTx/>
                <a:latin typeface="Courier New"/>
              </a:rPr>
              <a:t>HttpClient</a:t>
            </a:r>
            <a:r>
              <a:rPr lang="de-DE" sz="2400" b="0" u="none" strike="noStrike">
                <a:solidFill>
                  <a:schemeClr val="dk1"/>
                </a:solidFill>
                <a:uFillTx/>
                <a:latin typeface="Calibri"/>
              </a:rPr>
              <a:t>-Service realisiert</a:t>
            </a:r>
            <a:endParaRPr lang="de-DE" sz="24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Eigene Services werden in der Anwendung häufig benutzt, um in einer sauberen Architektur ein Datenmodell zu definieren</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Dieses wird dann von allen Components konsistent benutzt</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Services ermöglichen damit eine Inter-Component-Kommunikation, die unabhängig von Input-Parametern sind</a:t>
            </a:r>
            <a:endParaRPr lang="de-DE" sz="2400" b="0" u="none" strike="noStrike">
              <a:solidFill>
                <a:srgbClr val="000000"/>
              </a:solidFill>
              <a:uFillTx/>
              <a:latin typeface="Arial"/>
            </a:endParaRPr>
          </a:p>
          <a:p>
            <a:pPr marL="1143000" lvl="2" indent="-228600" defTabSz="914400">
              <a:lnSpc>
                <a:spcPct val="90000"/>
              </a:lnSpc>
              <a:spcBef>
                <a:spcPts val="499"/>
              </a:spcBef>
              <a:buClr>
                <a:srgbClr val="000000"/>
              </a:buClr>
              <a:buFont typeface="Arial"/>
              <a:buChar char="•"/>
            </a:pPr>
            <a:r>
              <a:rPr lang="de-DE" sz="2000" b="0" u="none" strike="noStrike">
                <a:solidFill>
                  <a:schemeClr val="dk1"/>
                </a:solidFill>
                <a:uFillTx/>
                <a:latin typeface="Calibri"/>
              </a:rPr>
              <a:t>Wesentlich leichter wartbar</a:t>
            </a:r>
            <a:endParaRPr lang="de-DE" sz="2000" b="0" u="none" strike="noStrike">
              <a:solidFill>
                <a:srgbClr val="000000"/>
              </a:solidFill>
              <a:uFillTx/>
              <a:latin typeface="Arial"/>
            </a:endParaRP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Ein simpler Service</a:t>
            </a:r>
            <a:endParaRPr lang="de-DE" sz="4400" b="0" u="none" strike="noStrike">
              <a:solidFill>
                <a:srgbClr val="000000"/>
              </a:solidFill>
              <a:uFillTx/>
              <a:latin typeface="Arial"/>
            </a:endParaRPr>
          </a:p>
        </p:txBody>
      </p:sp>
      <p:sp>
        <p:nvSpPr>
          <p:cNvPr id="809"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a:bodyPr>
          <a:lstStyle/>
          <a:p>
            <a:pPr marL="228600" indent="-228600" defTabSz="914400">
              <a:lnSpc>
                <a:spcPct val="90000"/>
              </a:lnSpc>
              <a:spcBef>
                <a:spcPts val="870"/>
              </a:spcBef>
              <a:buClr>
                <a:srgbClr val="000000"/>
              </a:buClr>
              <a:buFont typeface="Arial"/>
              <a:buChar char="•"/>
            </a:pPr>
            <a:r>
              <a:rPr lang="de-DE" sz="2400" b="0" u="none" strike="noStrike">
                <a:solidFill>
                  <a:schemeClr val="dk1"/>
                </a:solidFill>
                <a:uFillTx/>
                <a:latin typeface="Calibri"/>
              </a:rPr>
              <a:t>Die Erzeugung eines Services kann das Angular-CLI übernehmen</a:t>
            </a:r>
            <a:endParaRPr lang="de-DE" sz="2400" b="0" u="none" strike="noStrike">
              <a:solidFill>
                <a:srgbClr val="000000"/>
              </a:solidFill>
              <a:uFillTx/>
              <a:latin typeface="Arial"/>
            </a:endParaRPr>
          </a:p>
          <a:p>
            <a:pPr marL="685800" lvl="1" indent="-228600" defTabSz="914400">
              <a:lnSpc>
                <a:spcPct val="90000"/>
              </a:lnSpc>
              <a:spcBef>
                <a:spcPts val="433"/>
              </a:spcBef>
              <a:buClr>
                <a:srgbClr val="000000"/>
              </a:buClr>
              <a:buFont typeface="Arial"/>
              <a:buChar char="•"/>
            </a:pPr>
            <a:r>
              <a:rPr lang="de-DE" sz="2100" b="0" u="none" strike="noStrike">
                <a:solidFill>
                  <a:schemeClr val="dk1"/>
                </a:solidFill>
                <a:uFillTx/>
                <a:latin typeface="Calibri"/>
              </a:rPr>
              <a:t>ng generate service &lt;ServiceName&gt;</a:t>
            </a:r>
            <a:endParaRPr lang="de-DE" sz="2100" b="0" u="none" strike="noStrike">
              <a:solidFill>
                <a:srgbClr val="000000"/>
              </a:solidFill>
              <a:uFillTx/>
              <a:latin typeface="Arial"/>
            </a:endParaRPr>
          </a:p>
          <a:p>
            <a:pPr marL="228600" indent="-228600" defTabSz="914400">
              <a:lnSpc>
                <a:spcPct val="90000"/>
              </a:lnSpc>
              <a:spcBef>
                <a:spcPts val="870"/>
              </a:spcBef>
              <a:buClr>
                <a:srgbClr val="000000"/>
              </a:buClr>
              <a:buFont typeface="Arial"/>
              <a:buChar char="•"/>
            </a:pPr>
            <a:r>
              <a:rPr lang="de-DE" sz="2400" b="0" u="none" strike="noStrike">
                <a:solidFill>
                  <a:schemeClr val="dk1"/>
                </a:solidFill>
                <a:uFillTx/>
                <a:latin typeface="Calibri"/>
              </a:rPr>
              <a:t>Ein Service selbst ist eine @Injectable-Klasse</a:t>
            </a:r>
            <a:endParaRPr lang="de-DE" sz="2400" b="0" u="none" strike="noStrike">
              <a:solidFill>
                <a:srgbClr val="000000"/>
              </a:solidFill>
              <a:uFillTx/>
              <a:latin typeface="Arial"/>
            </a:endParaRPr>
          </a:p>
          <a:p>
            <a:pPr marL="685800" lvl="1" indent="-228600" defTabSz="914400">
              <a:lnSpc>
                <a:spcPct val="90000"/>
              </a:lnSpc>
              <a:spcBef>
                <a:spcPts val="433"/>
              </a:spcBef>
              <a:buClr>
                <a:srgbClr val="000000"/>
              </a:buClr>
              <a:buFont typeface="Arial"/>
              <a:buChar char="•"/>
            </a:pPr>
            <a:r>
              <a:rPr lang="de-DE" sz="2100" b="0" u="none" strike="noStrike">
                <a:solidFill>
                  <a:schemeClr val="dk1"/>
                </a:solidFill>
                <a:uFillTx/>
                <a:latin typeface="Calibri"/>
              </a:rPr>
              <a:t>@Injectable({ providedIn: 'root' }) – anwendungsweiter Singleton, tree-shakeable</a:t>
            </a:r>
            <a:endParaRPr lang="de-DE" sz="2100" b="0" u="none" strike="noStrike">
              <a:solidFill>
                <a:srgbClr val="000000"/>
              </a:solidFill>
              <a:uFillTx/>
              <a:latin typeface="Arial"/>
            </a:endParaRPr>
          </a:p>
          <a:p>
            <a:pPr marL="228600" indent="-228600" defTabSz="914400">
              <a:lnSpc>
                <a:spcPct val="90000"/>
              </a:lnSpc>
              <a:spcBef>
                <a:spcPts val="870"/>
              </a:spcBef>
              <a:buClr>
                <a:srgbClr val="000000"/>
              </a:buClr>
              <a:buFont typeface="Arial"/>
              <a:buChar char="•"/>
            </a:pPr>
            <a:r>
              <a:rPr lang="de-DE" sz="2400" b="0" u="none" strike="noStrike">
                <a:solidFill>
                  <a:schemeClr val="dk1"/>
                </a:solidFill>
                <a:uFillTx/>
                <a:latin typeface="Calibri"/>
              </a:rPr>
              <a:t>Nutzung in jeder anderen Angular-Klasse per inject() (oder Konstruktor)</a:t>
            </a:r>
            <a:endParaRPr lang="de-DE" sz="2400" b="0" u="none" strike="noStrike">
              <a:solidFill>
                <a:srgbClr val="000000"/>
              </a:solidFill>
              <a:uFillTx/>
              <a:latin typeface="Arial"/>
            </a:endParaRPr>
          </a:p>
          <a:p>
            <a:pPr marL="685800" lvl="1" indent="-228600" defTabSz="914400">
              <a:lnSpc>
                <a:spcPct val="90000"/>
              </a:lnSpc>
              <a:spcBef>
                <a:spcPts val="433"/>
              </a:spcBef>
              <a:buClr>
                <a:srgbClr val="000000"/>
              </a:buClr>
              <a:buFont typeface="Arial"/>
              <a:buChar char="•"/>
            </a:pPr>
            <a:r>
              <a:rPr lang="de-DE" sz="2100" b="0" u="none" strike="noStrike">
                <a:solidFill>
                  <a:schemeClr val="dk1"/>
                </a:solidFill>
                <a:uFillTx/>
                <a:latin typeface="Calibri"/>
              </a:rPr>
              <a:t>Components</a:t>
            </a:r>
            <a:endParaRPr lang="de-DE" sz="2100" b="0" u="none" strike="noStrike">
              <a:solidFill>
                <a:srgbClr val="000000"/>
              </a:solidFill>
              <a:uFillTx/>
              <a:latin typeface="Arial"/>
            </a:endParaRPr>
          </a:p>
          <a:p>
            <a:pPr marL="685800" lvl="1" indent="-228600" defTabSz="914400">
              <a:lnSpc>
                <a:spcPct val="90000"/>
              </a:lnSpc>
              <a:spcBef>
                <a:spcPts val="433"/>
              </a:spcBef>
              <a:buClr>
                <a:srgbClr val="000000"/>
              </a:buClr>
              <a:buFont typeface="Arial"/>
              <a:buChar char="•"/>
            </a:pPr>
            <a:r>
              <a:rPr lang="de-DE" sz="2100" b="0" u="none" strike="noStrike">
                <a:solidFill>
                  <a:schemeClr val="dk1"/>
                </a:solidFill>
                <a:uFillTx/>
                <a:latin typeface="Calibri"/>
              </a:rPr>
              <a:t>Andere Services, Guards, Interceptors</a:t>
            </a:r>
            <a:endParaRPr lang="de-DE" sz="2100" b="0" u="none" strike="noStrike">
              <a:solidFill>
                <a:srgbClr val="000000"/>
              </a:solidFill>
              <a:uFillTx/>
              <a:latin typeface="Arial"/>
            </a:endParaRPr>
          </a:p>
          <a:p>
            <a:pPr marL="228600" indent="-228600" defTabSz="914400">
              <a:lnSpc>
                <a:spcPct val="90000"/>
              </a:lnSpc>
              <a:spcBef>
                <a:spcPts val="870"/>
              </a:spcBef>
              <a:buClr>
                <a:srgbClr val="000000"/>
              </a:buClr>
              <a:buFont typeface="Arial"/>
              <a:buChar char="•"/>
            </a:pPr>
            <a:r>
              <a:rPr lang="de-DE" sz="2400" b="0" u="none" strike="noStrike">
                <a:solidFill>
                  <a:schemeClr val="dk1"/>
                </a:solidFill>
                <a:uFillTx/>
                <a:latin typeface="Calibri"/>
              </a:rPr>
              <a:t>Alternativen zur Registrierung</a:t>
            </a:r>
            <a:endParaRPr lang="de-DE" sz="2400" b="0" u="none" strike="noStrike">
              <a:solidFill>
                <a:srgbClr val="000000"/>
              </a:solidFill>
              <a:uFillTx/>
              <a:latin typeface="Arial"/>
            </a:endParaRPr>
          </a:p>
          <a:p>
            <a:pPr marL="685800" lvl="1" indent="-228600" defTabSz="914400">
              <a:lnSpc>
                <a:spcPct val="90000"/>
              </a:lnSpc>
              <a:spcBef>
                <a:spcPts val="433"/>
              </a:spcBef>
              <a:buClr>
                <a:srgbClr val="000000"/>
              </a:buClr>
              <a:buFont typeface="Arial"/>
              <a:buChar char="•"/>
            </a:pPr>
            <a:r>
              <a:rPr lang="de-DE" sz="2100" b="0" u="none" strike="noStrike">
                <a:solidFill>
                  <a:schemeClr val="dk1"/>
                </a:solidFill>
                <a:uFillTx/>
                <a:latin typeface="Calibri"/>
              </a:rPr>
              <a:t>providers in bootstrapApplication (main.ts)</a:t>
            </a:r>
            <a:endParaRPr lang="de-DE" sz="2100" b="0" u="none" strike="noStrike">
              <a:solidFill>
                <a:srgbClr val="000000"/>
              </a:solidFill>
              <a:uFillTx/>
              <a:latin typeface="Arial"/>
            </a:endParaRPr>
          </a:p>
          <a:p>
            <a:pPr marL="685800" lvl="1" indent="-228600" defTabSz="914400">
              <a:lnSpc>
                <a:spcPct val="90000"/>
              </a:lnSpc>
              <a:spcBef>
                <a:spcPts val="433"/>
              </a:spcBef>
              <a:buClr>
                <a:srgbClr val="000000"/>
              </a:buClr>
              <a:buFont typeface="Arial"/>
              <a:buChar char="•"/>
            </a:pPr>
            <a:r>
              <a:rPr lang="de-DE" sz="2100" b="0" u="none" strike="noStrike">
                <a:solidFill>
                  <a:schemeClr val="dk1"/>
                </a:solidFill>
                <a:uFillTx/>
                <a:latin typeface="Calibri"/>
              </a:rPr>
              <a:t>providers der @Component-Annotation</a:t>
            </a:r>
            <a:endParaRPr lang="de-DE" sz="2100" b="0" u="none" strike="noStrike">
              <a:solidFill>
                <a:srgbClr val="000000"/>
              </a:solidFill>
              <a:uFillTx/>
              <a:latin typeface="Arial"/>
            </a:endParaRPr>
          </a:p>
          <a:p>
            <a:pPr marL="685800" lvl="1" indent="-228600" defTabSz="914400">
              <a:lnSpc>
                <a:spcPct val="90000"/>
              </a:lnSpc>
              <a:spcBef>
                <a:spcPts val="433"/>
              </a:spcBef>
              <a:buClr>
                <a:srgbClr val="000000"/>
              </a:buClr>
              <a:buFont typeface="Arial"/>
              <a:buChar char="•"/>
            </a:pPr>
            <a:r>
              <a:rPr lang="de-DE" sz="2100" b="0" u="none" strike="noStrike">
                <a:solidFill>
                  <a:schemeClr val="dk1"/>
                </a:solidFill>
                <a:uFillTx/>
                <a:latin typeface="Calibri"/>
              </a:rPr>
              <a:t>https://angular.dev/guide/di</a:t>
            </a:r>
            <a:endParaRPr lang="de-DE" sz="2100" b="0" u="none" strike="noStrike">
              <a:solidFill>
                <a:srgbClr val="000000"/>
              </a:solidFill>
              <a:uFillTx/>
              <a:latin typeface="Arial"/>
            </a:endParaRP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0"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Methode in Services</a:t>
            </a:r>
            <a:endParaRPr lang="de-DE" sz="4400" b="0" u="none" strike="noStrike">
              <a:solidFill>
                <a:srgbClr val="000000"/>
              </a:solidFill>
              <a:uFillTx/>
              <a:latin typeface="Arial"/>
            </a:endParaRPr>
          </a:p>
        </p:txBody>
      </p:sp>
      <p:sp>
        <p:nvSpPr>
          <p:cNvPr id="811"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a:bodyPr>
          <a:lstStyle/>
          <a:p>
            <a:pPr indent="0" defTabSz="914400">
              <a:lnSpc>
                <a:spcPct val="90000"/>
              </a:lnSpc>
              <a:spcBef>
                <a:spcPts val="1001"/>
              </a:spcBef>
              <a:buNone/>
              <a:tabLst>
                <a:tab pos="0" algn="l"/>
              </a:tabLst>
            </a:pPr>
            <a:r>
              <a:rPr lang="de-DE" sz="2800" b="0" u="none" strike="noStrike">
                <a:solidFill>
                  <a:srgbClr val="1E347B"/>
                </a:solidFill>
                <a:uFillTx/>
                <a:latin typeface="SourceCodePro"/>
              </a:rPr>
              <a:t>import</a:t>
            </a:r>
            <a:r>
              <a:rPr lang="de-DE" sz="2800" b="0" u="none" strike="noStrike">
                <a:solidFill>
                  <a:srgbClr val="48484C"/>
                </a:solidFill>
                <a:uFillTx/>
                <a:latin typeface="SourceCodePro"/>
              </a:rPr>
              <a:t> </a:t>
            </a:r>
            <a:r>
              <a:rPr lang="de-DE" sz="2800" b="0" u="none" strike="noStrike">
                <a:solidFill>
                  <a:srgbClr val="93A1A1"/>
                </a:solidFill>
                <a:uFillTx/>
                <a:latin typeface="SourceCodePro"/>
              </a:rPr>
              <a:t>{</a:t>
            </a:r>
            <a:r>
              <a:rPr lang="de-DE" sz="2800" b="0" u="none" strike="noStrike">
                <a:solidFill>
                  <a:srgbClr val="008080"/>
                </a:solidFill>
                <a:uFillTx/>
                <a:latin typeface="SourceCodePro"/>
              </a:rPr>
              <a:t>Artist</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a:t>
            </a:r>
            <a:r>
              <a:rPr lang="de-DE" sz="2800" b="0" u="none" strike="noStrike">
                <a:solidFill>
                  <a:srgbClr val="1E347B"/>
                </a:solidFill>
                <a:uFillTx/>
                <a:latin typeface="SourceCodePro"/>
              </a:rPr>
              <a:t>from</a:t>
            </a:r>
            <a:r>
              <a:rPr lang="de-DE" sz="2800" b="0" u="none" strike="noStrike">
                <a:solidFill>
                  <a:srgbClr val="48484C"/>
                </a:solidFill>
                <a:uFillTx/>
                <a:latin typeface="SourceCodePro"/>
              </a:rPr>
              <a:t> </a:t>
            </a:r>
            <a:r>
              <a:rPr lang="de-DE" sz="2800" b="0" u="none" strike="noStrike">
                <a:solidFill>
                  <a:srgbClr val="DD1144"/>
                </a:solidFill>
                <a:uFillTx/>
                <a:latin typeface="SourceCodePro"/>
              </a:rPr>
              <a:t>"./artist.model"</a:t>
            </a:r>
            <a:r>
              <a:rPr lang="de-DE" sz="2800" b="0" u="none" strike="noStrike">
                <a:solidFill>
                  <a:srgbClr val="93A1A1"/>
                </a:solidFill>
                <a:uFillTx/>
                <a:latin typeface="SourceCodePro"/>
              </a:rPr>
              <a: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48484C"/>
                </a:solidFill>
                <a:uFillTx/>
                <a:latin typeface="SourceCodePro"/>
              </a:rPr>
              <a:t> </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1E347B"/>
                </a:solidFill>
                <a:uFillTx/>
                <a:latin typeface="SourceCodePro"/>
              </a:rPr>
              <a:t>export</a:t>
            </a:r>
            <a:r>
              <a:rPr lang="de-DE" sz="2800" b="0" u="none" strike="noStrike">
                <a:solidFill>
                  <a:srgbClr val="48484C"/>
                </a:solidFill>
                <a:uFillTx/>
                <a:latin typeface="SourceCodePro"/>
              </a:rPr>
              <a:t> </a:t>
            </a:r>
            <a:r>
              <a:rPr lang="de-DE" sz="2800" b="0" u="none" strike="noStrike">
                <a:solidFill>
                  <a:srgbClr val="1E347B"/>
                </a:solidFill>
                <a:uFillTx/>
                <a:latin typeface="SourceCodePro"/>
              </a:rPr>
              <a:t>class</a:t>
            </a:r>
            <a:r>
              <a:rPr lang="de-DE" sz="2800" b="0" u="none" strike="noStrike">
                <a:solidFill>
                  <a:srgbClr val="48484C"/>
                </a:solidFill>
                <a:uFillTx/>
                <a:latin typeface="SourceCodePro"/>
              </a:rPr>
              <a:t> </a:t>
            </a:r>
            <a:r>
              <a:rPr lang="de-DE" sz="2800" b="0" u="none" strike="noStrike">
                <a:solidFill>
                  <a:srgbClr val="008080"/>
                </a:solidFill>
                <a:uFillTx/>
                <a:latin typeface="SourceCodePro"/>
              </a:rPr>
              <a:t>ArtistService</a:t>
            </a:r>
            <a:r>
              <a:rPr lang="de-DE" sz="2800" b="0" u="none" strike="noStrike">
                <a:solidFill>
                  <a:srgbClr val="48484C"/>
                </a:solidFill>
                <a:uFillTx/>
                <a:latin typeface="SourceCodePro"/>
              </a:rPr>
              <a:t> </a:t>
            </a:r>
            <a:r>
              <a:rPr lang="de-DE" sz="2800" b="0" u="none" strike="noStrike">
                <a:solidFill>
                  <a:srgbClr val="93A1A1"/>
                </a:solidFill>
                <a:uFillTx/>
                <a:latin typeface="SourceCodePro"/>
              </a:rPr>
              <a:t>{</a:t>
            </a:r>
            <a:endParaRPr lang="de-DE" sz="2800" b="0" u="none" strike="noStrike">
              <a:solidFill>
                <a:srgbClr val="000000"/>
              </a:solidFill>
              <a:uFillTx/>
              <a:latin typeface="Arial"/>
            </a:endParaRPr>
          </a:p>
          <a:p>
            <a:pPr marL="457200" indent="0" defTabSz="914400">
              <a:lnSpc>
                <a:spcPct val="90000"/>
              </a:lnSpc>
              <a:spcBef>
                <a:spcPts val="499"/>
              </a:spcBef>
              <a:buNone/>
              <a:tabLst>
                <a:tab pos="0" algn="l"/>
              </a:tabLst>
            </a:pPr>
            <a:r>
              <a:rPr lang="de-DE" sz="2800" b="0" u="none" strike="noStrike">
                <a:solidFill>
                  <a:srgbClr val="48484C"/>
                </a:solidFill>
                <a:uFillTx/>
                <a:latin typeface="SourceCodePro"/>
              </a:rPr>
              <a:t>getAllArtists</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a:t>
            </a:r>
            <a:r>
              <a:rPr lang="de-DE" sz="2800" b="0" u="none" strike="noStrike">
                <a:solidFill>
                  <a:srgbClr val="008080"/>
                </a:solidFill>
                <a:uFillTx/>
                <a:latin typeface="SourceCodePro"/>
              </a:rPr>
              <a:t>Artist</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a:t>
            </a:r>
            <a:r>
              <a:rPr lang="de-DE" sz="2800" b="0" u="none" strike="noStrike">
                <a:solidFill>
                  <a:srgbClr val="93A1A1"/>
                </a:solidFill>
                <a:uFillTx/>
                <a:latin typeface="SourceCodePro"/>
              </a:rPr>
              <a:t>{</a:t>
            </a:r>
            <a:endParaRPr lang="de-DE" sz="2800" b="0" u="none" strike="noStrike">
              <a:solidFill>
                <a:srgbClr val="000000"/>
              </a:solidFill>
              <a:uFillTx/>
              <a:latin typeface="Arial"/>
            </a:endParaRPr>
          </a:p>
          <a:p>
            <a:pPr marL="457200" indent="0" defTabSz="914400">
              <a:lnSpc>
                <a:spcPct val="90000"/>
              </a:lnSpc>
              <a:spcBef>
                <a:spcPts val="499"/>
              </a:spcBef>
              <a:buNone/>
              <a:tabLst>
                <a:tab pos="0" algn="l"/>
              </a:tabLst>
            </a:pPr>
            <a:r>
              <a:rPr lang="de-DE" sz="2800" b="0" u="none" strike="noStrike">
                <a:solidFill>
                  <a:srgbClr val="1E347B"/>
                </a:solidFill>
                <a:uFillTx/>
                <a:latin typeface="SourceCodePro"/>
              </a:rPr>
              <a:t>	return</a:t>
            </a:r>
            <a:r>
              <a:rPr lang="de-DE" sz="2800" b="0" u="none" strike="noStrike">
                <a:solidFill>
                  <a:srgbClr val="48484C"/>
                </a:solidFill>
                <a:uFillTx/>
                <a:latin typeface="SourceCodePro"/>
              </a:rPr>
              <a:t> </a:t>
            </a:r>
            <a:r>
              <a:rPr lang="de-DE" sz="2800" b="0" u="none" strike="noStrike">
                <a:solidFill>
                  <a:srgbClr val="93A1A1"/>
                </a:solidFill>
                <a:uFillTx/>
                <a:latin typeface="SourceCodePro"/>
              </a:rPr>
              <a:t>[];</a:t>
            </a:r>
            <a:endParaRPr lang="de-DE" sz="2800" b="0" u="none" strike="noStrike">
              <a:solidFill>
                <a:srgbClr val="000000"/>
              </a:solidFill>
              <a:uFillTx/>
              <a:latin typeface="Arial"/>
            </a:endParaRPr>
          </a:p>
          <a:p>
            <a:pPr marL="457200" indent="0" defTabSz="914400">
              <a:lnSpc>
                <a:spcPct val="90000"/>
              </a:lnSpc>
              <a:spcBef>
                <a:spcPts val="499"/>
              </a:spcBef>
              <a:buNone/>
              <a:tabLst>
                <a:tab pos="0" algn="l"/>
              </a:tabLst>
            </a:pPr>
            <a:r>
              <a:rPr lang="de-DE" sz="2800" b="0" u="none" strike="noStrike">
                <a:solidFill>
                  <a:srgbClr val="93A1A1"/>
                </a:solidFill>
                <a:uFillTx/>
                <a:latin typeface="SourceCodePro"/>
              </a:rPr>
              <a:t>}</a:t>
            </a:r>
            <a:endParaRPr lang="de-DE" sz="2800" b="0" u="none" strike="noStrike">
              <a:solidFill>
                <a:srgbClr val="000000"/>
              </a:solidFill>
              <a:uFillTx/>
              <a:latin typeface="Arial"/>
            </a:endParaRPr>
          </a:p>
          <a:p>
            <a:pPr marL="457200" indent="0" defTabSz="914400">
              <a:lnSpc>
                <a:spcPct val="90000"/>
              </a:lnSpc>
              <a:spcBef>
                <a:spcPts val="1001"/>
              </a:spcBef>
              <a:buNone/>
              <a:tabLst>
                <a:tab pos="0" algn="l"/>
              </a:tabLst>
            </a:pPr>
            <a:r>
              <a:rPr lang="de-DE" sz="2800" b="0" u="none" strike="noStrike">
                <a:solidFill>
                  <a:srgbClr val="93A1A1"/>
                </a:solidFill>
                <a:uFillTx/>
                <a:latin typeface="SourceCodePro"/>
              </a:rPr>
              <a:t>}</a:t>
            </a:r>
            <a:endParaRPr lang="de-DE" sz="2800" b="0" u="none" strike="noStrike">
              <a:solidFill>
                <a:srgbClr val="000000"/>
              </a:solidFill>
              <a:uFillTx/>
              <a:latin typeface="Arial"/>
            </a:endParaRPr>
          </a:p>
          <a:p>
            <a:pPr marL="457200" indent="0" defTabSz="914400">
              <a:lnSpc>
                <a:spcPct val="90000"/>
              </a:lnSpc>
              <a:spcBef>
                <a:spcPts val="1001"/>
              </a:spcBef>
              <a:buNone/>
              <a:tabLst>
                <a:tab pos="0" algn="l"/>
              </a:tabLst>
            </a:pPr>
            <a:endParaRPr lang="de-DE" sz="2800" b="0" u="none" strike="noStrike">
              <a:solidFill>
                <a:srgbClr val="000000"/>
              </a:solidFill>
              <a:uFillTx/>
              <a:latin typeface="Arial"/>
            </a:endParaRP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2"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API Stabilität</a:t>
            </a:r>
            <a:endParaRPr lang="de-DE" sz="4400" b="0" u="none" strike="noStrike">
              <a:solidFill>
                <a:srgbClr val="000000"/>
              </a:solidFill>
              <a:uFillTx/>
              <a:latin typeface="Arial"/>
            </a:endParaRPr>
          </a:p>
        </p:txBody>
      </p:sp>
      <p:sp>
        <p:nvSpPr>
          <p:cNvPr id="813"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fontScale="92500" lnSpcReduction="9999"/>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Service versteckt Details über Datenhaltung vor Komponenten</a:t>
            </a:r>
            <a:endParaRPr lang="de-DE" sz="28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API stabil, Datenquelle austauschbar</a:t>
            </a:r>
            <a:endParaRPr lang="de-DE" sz="28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Best Practice: Mock-Daten parallel zu Service in eigene Datei ablegen</a:t>
            </a:r>
            <a:endParaRPr lang="de-DE" sz="2800" b="0" u="none" strike="noStrike">
              <a:solidFill>
                <a:srgbClr val="000000"/>
              </a:solidFill>
              <a:uFillTx/>
              <a:latin typeface="Arial"/>
            </a:endParaRPr>
          </a:p>
          <a:p>
            <a:pPr marL="457200" indent="0" defTabSz="914400">
              <a:lnSpc>
                <a:spcPct val="90000"/>
              </a:lnSpc>
              <a:spcBef>
                <a:spcPts val="499"/>
              </a:spcBef>
              <a:buNone/>
              <a:tabLst>
                <a:tab pos="0" algn="l"/>
              </a:tabLst>
            </a:pPr>
            <a:r>
              <a:rPr lang="de-DE" sz="2800" b="0" u="none" strike="noStrike">
                <a:solidFill>
                  <a:srgbClr val="1E347B"/>
                </a:solidFill>
                <a:uFillTx/>
                <a:latin typeface="SourceCodePro"/>
              </a:rPr>
              <a:t>import</a:t>
            </a:r>
            <a:r>
              <a:rPr lang="de-DE" sz="2800" b="0" u="none" strike="noStrike">
                <a:solidFill>
                  <a:srgbClr val="48484C"/>
                </a:solidFill>
                <a:uFillTx/>
                <a:latin typeface="SourceCodePro"/>
              </a:rPr>
              <a:t> </a:t>
            </a:r>
            <a:r>
              <a:rPr lang="de-DE" sz="2800" b="0" u="none" strike="noStrike">
                <a:solidFill>
                  <a:srgbClr val="93A1A1"/>
                </a:solidFill>
                <a:uFillTx/>
                <a:latin typeface="SourceCodePro"/>
              </a:rPr>
              <a:t>{</a:t>
            </a:r>
            <a:r>
              <a:rPr lang="de-DE" sz="2800" b="0" u="none" strike="noStrike">
                <a:solidFill>
                  <a:srgbClr val="008080"/>
                </a:solidFill>
                <a:uFillTx/>
                <a:latin typeface="SourceCodePro"/>
              </a:rPr>
              <a:t>Artist</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a:t>
            </a:r>
            <a:r>
              <a:rPr lang="de-DE" sz="2800" b="0" u="none" strike="noStrike">
                <a:solidFill>
                  <a:srgbClr val="1E347B"/>
                </a:solidFill>
                <a:uFillTx/>
                <a:latin typeface="SourceCodePro"/>
              </a:rPr>
              <a:t>from</a:t>
            </a:r>
            <a:r>
              <a:rPr lang="de-DE" sz="2800" b="0" u="none" strike="noStrike">
                <a:solidFill>
                  <a:srgbClr val="48484C"/>
                </a:solidFill>
                <a:uFillTx/>
                <a:latin typeface="SourceCodePro"/>
              </a:rPr>
              <a:t> </a:t>
            </a:r>
            <a:r>
              <a:rPr lang="de-DE" sz="2800" b="0" u="none" strike="noStrike">
                <a:solidFill>
                  <a:srgbClr val="DD1144"/>
                </a:solidFill>
                <a:uFillTx/>
                <a:latin typeface="SourceCodePro"/>
              </a:rPr>
              <a:t>"./artist.model"</a:t>
            </a:r>
            <a:r>
              <a:rPr lang="de-DE" sz="2800" b="0" u="none" strike="noStrike">
                <a:solidFill>
                  <a:srgbClr val="93A1A1"/>
                </a:solidFill>
                <a:uFillTx/>
                <a:latin typeface="SourceCodePro"/>
              </a:rPr>
              <a:t>;</a:t>
            </a:r>
            <a:endParaRPr lang="de-DE" sz="2800" b="0" u="none" strike="noStrike">
              <a:solidFill>
                <a:srgbClr val="000000"/>
              </a:solidFill>
              <a:uFillTx/>
              <a:latin typeface="Arial"/>
            </a:endParaRPr>
          </a:p>
          <a:p>
            <a:pPr marL="457200" indent="0" defTabSz="914400">
              <a:lnSpc>
                <a:spcPct val="90000"/>
              </a:lnSpc>
              <a:spcBef>
                <a:spcPts val="499"/>
              </a:spcBef>
              <a:buNone/>
              <a:tabLst>
                <a:tab pos="0" algn="l"/>
              </a:tabLst>
            </a:pPr>
            <a:r>
              <a:rPr lang="de-DE" sz="2800" b="0" u="none" strike="noStrike">
                <a:solidFill>
                  <a:srgbClr val="1E347B"/>
                </a:solidFill>
                <a:uFillTx/>
                <a:latin typeface="SourceCodePro"/>
              </a:rPr>
              <a:t>import</a:t>
            </a:r>
            <a:r>
              <a:rPr lang="de-DE" sz="2800" b="0" u="none" strike="noStrike">
                <a:solidFill>
                  <a:srgbClr val="48484C"/>
                </a:solidFill>
                <a:uFillTx/>
                <a:latin typeface="SourceCodePro"/>
              </a:rPr>
              <a:t> </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ARTISTS</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a:t>
            </a:r>
            <a:r>
              <a:rPr lang="de-DE" sz="2800" b="0" u="none" strike="noStrike">
                <a:solidFill>
                  <a:srgbClr val="1E347B"/>
                </a:solidFill>
                <a:uFillTx/>
                <a:latin typeface="SourceCodePro"/>
              </a:rPr>
              <a:t>from</a:t>
            </a:r>
            <a:r>
              <a:rPr lang="de-DE" sz="2800" b="0" u="none" strike="noStrike">
                <a:solidFill>
                  <a:srgbClr val="48484C"/>
                </a:solidFill>
                <a:uFillTx/>
                <a:latin typeface="SourceCodePro"/>
              </a:rPr>
              <a:t> </a:t>
            </a:r>
            <a:r>
              <a:rPr lang="de-DE" sz="2800" b="0" u="none" strike="noStrike">
                <a:solidFill>
                  <a:srgbClr val="DD1144"/>
                </a:solidFill>
                <a:uFillTx/>
                <a:latin typeface="SourceCodePro"/>
              </a:rPr>
              <a:t>'./artist.mock'</a:t>
            </a:r>
            <a:r>
              <a:rPr lang="de-DE" sz="2800" b="0" u="none" strike="noStrike">
                <a:solidFill>
                  <a:srgbClr val="93A1A1"/>
                </a:solidFill>
                <a:uFillTx/>
                <a:latin typeface="SourceCodePro"/>
              </a:rPr>
              <a:t>;</a:t>
            </a:r>
            <a:endParaRPr lang="de-DE" sz="2800" b="0" u="none" strike="noStrike">
              <a:solidFill>
                <a:srgbClr val="000000"/>
              </a:solidFill>
              <a:uFillTx/>
              <a:latin typeface="Arial"/>
            </a:endParaRPr>
          </a:p>
          <a:p>
            <a:pPr marL="457200" indent="0" defTabSz="914400">
              <a:lnSpc>
                <a:spcPct val="90000"/>
              </a:lnSpc>
              <a:spcBef>
                <a:spcPts val="499"/>
              </a:spcBef>
              <a:buNone/>
              <a:tabLst>
                <a:tab pos="0" algn="l"/>
              </a:tabLst>
            </a:pPr>
            <a:r>
              <a:rPr lang="de-DE" sz="2800" b="0" u="none" strike="noStrike">
                <a:solidFill>
                  <a:srgbClr val="48484C"/>
                </a:solidFill>
                <a:uFillTx/>
                <a:latin typeface="SourceCodePro"/>
              </a:rPr>
              <a:t> </a:t>
            </a:r>
            <a:endParaRPr lang="de-DE" sz="2800" b="0" u="none" strike="noStrike">
              <a:solidFill>
                <a:srgbClr val="000000"/>
              </a:solidFill>
              <a:uFillTx/>
              <a:latin typeface="Arial"/>
            </a:endParaRPr>
          </a:p>
          <a:p>
            <a:pPr marL="457200" indent="0" defTabSz="914400">
              <a:lnSpc>
                <a:spcPct val="90000"/>
              </a:lnSpc>
              <a:spcBef>
                <a:spcPts val="499"/>
              </a:spcBef>
              <a:buNone/>
              <a:tabLst>
                <a:tab pos="0" algn="l"/>
              </a:tabLst>
            </a:pPr>
            <a:r>
              <a:rPr lang="de-DE" sz="2800" b="0" u="none" strike="noStrike">
                <a:solidFill>
                  <a:srgbClr val="1E347B"/>
                </a:solidFill>
                <a:uFillTx/>
                <a:latin typeface="SourceCodePro"/>
              </a:rPr>
              <a:t>export</a:t>
            </a:r>
            <a:r>
              <a:rPr lang="de-DE" sz="2800" b="0" u="none" strike="noStrike">
                <a:solidFill>
                  <a:srgbClr val="48484C"/>
                </a:solidFill>
                <a:uFillTx/>
                <a:latin typeface="SourceCodePro"/>
              </a:rPr>
              <a:t> </a:t>
            </a:r>
            <a:r>
              <a:rPr lang="de-DE" sz="2800" b="0" u="none" strike="noStrike">
                <a:solidFill>
                  <a:srgbClr val="1E347B"/>
                </a:solidFill>
                <a:uFillTx/>
                <a:latin typeface="SourceCodePro"/>
              </a:rPr>
              <a:t>class</a:t>
            </a:r>
            <a:r>
              <a:rPr lang="de-DE" sz="2800" b="0" u="none" strike="noStrike">
                <a:solidFill>
                  <a:srgbClr val="48484C"/>
                </a:solidFill>
                <a:uFillTx/>
                <a:latin typeface="SourceCodePro"/>
              </a:rPr>
              <a:t> </a:t>
            </a:r>
            <a:r>
              <a:rPr lang="de-DE" sz="2800" b="0" u="none" strike="noStrike">
                <a:solidFill>
                  <a:srgbClr val="008080"/>
                </a:solidFill>
                <a:uFillTx/>
                <a:latin typeface="SourceCodePro"/>
              </a:rPr>
              <a:t>ArtistService</a:t>
            </a:r>
            <a:r>
              <a:rPr lang="de-DE" sz="2800" b="0" u="none" strike="noStrike">
                <a:solidFill>
                  <a:srgbClr val="48484C"/>
                </a:solidFill>
                <a:uFillTx/>
                <a:latin typeface="SourceCodePro"/>
              </a:rPr>
              <a:t> </a:t>
            </a:r>
            <a:r>
              <a:rPr lang="de-DE" sz="2800" b="0" u="none" strike="noStrike">
                <a:solidFill>
                  <a:srgbClr val="93A1A1"/>
                </a:solidFill>
                <a:uFillTx/>
                <a:latin typeface="SourceCodePro"/>
              </a:rPr>
              <a:t>{</a:t>
            </a:r>
            <a:endParaRPr lang="de-DE" sz="2800" b="0" u="none" strike="noStrike">
              <a:solidFill>
                <a:srgbClr val="000000"/>
              </a:solidFill>
              <a:uFillTx/>
              <a:latin typeface="Arial"/>
            </a:endParaRPr>
          </a:p>
          <a:p>
            <a:pPr marL="914400" indent="0" defTabSz="914400">
              <a:lnSpc>
                <a:spcPct val="90000"/>
              </a:lnSpc>
              <a:spcBef>
                <a:spcPts val="499"/>
              </a:spcBef>
              <a:buNone/>
              <a:tabLst>
                <a:tab pos="0" algn="l"/>
              </a:tabLst>
            </a:pPr>
            <a:r>
              <a:rPr lang="de-DE" sz="2800" b="0" u="none" strike="noStrike">
                <a:solidFill>
                  <a:srgbClr val="48484C"/>
                </a:solidFill>
                <a:uFillTx/>
                <a:latin typeface="SourceCodePro"/>
              </a:rPr>
              <a:t>getAllArtists</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a:t>
            </a:r>
            <a:r>
              <a:rPr lang="de-DE" sz="2800" b="0" u="none" strike="noStrike">
                <a:solidFill>
                  <a:srgbClr val="008080"/>
                </a:solidFill>
                <a:uFillTx/>
                <a:latin typeface="SourceCodePro"/>
              </a:rPr>
              <a:t>Artist</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a:t>
            </a:r>
            <a:r>
              <a:rPr lang="de-DE" sz="2800" b="0" u="none" strike="noStrike">
                <a:solidFill>
                  <a:srgbClr val="93A1A1"/>
                </a:solidFill>
                <a:uFillTx/>
                <a:latin typeface="SourceCodePro"/>
              </a:rPr>
              <a:t>{</a:t>
            </a:r>
            <a:endParaRPr lang="de-DE" sz="2800" b="0" u="none" strike="noStrike">
              <a:solidFill>
                <a:srgbClr val="000000"/>
              </a:solidFill>
              <a:uFillTx/>
              <a:latin typeface="Arial"/>
            </a:endParaRPr>
          </a:p>
          <a:p>
            <a:pPr marL="914400" indent="0" defTabSz="914400">
              <a:lnSpc>
                <a:spcPct val="90000"/>
              </a:lnSpc>
              <a:spcBef>
                <a:spcPts val="499"/>
              </a:spcBef>
              <a:buNone/>
              <a:tabLst>
                <a:tab pos="0" algn="l"/>
              </a:tabLst>
            </a:pPr>
            <a:r>
              <a:rPr lang="de-DE" sz="2800" b="0" u="none" strike="noStrike">
                <a:solidFill>
                  <a:srgbClr val="1E347B"/>
                </a:solidFill>
                <a:uFillTx/>
                <a:latin typeface="SourceCodePro"/>
              </a:rPr>
              <a:t>	return</a:t>
            </a:r>
            <a:r>
              <a:rPr lang="de-DE" sz="2800" b="0" u="none" strike="noStrike">
                <a:solidFill>
                  <a:srgbClr val="48484C"/>
                </a:solidFill>
                <a:uFillTx/>
                <a:latin typeface="SourceCodePro"/>
              </a:rPr>
              <a:t> ARTISTS</a:t>
            </a:r>
            <a:r>
              <a:rPr lang="de-DE" sz="2800" b="0" u="none" strike="noStrike">
                <a:solidFill>
                  <a:srgbClr val="93A1A1"/>
                </a:solidFill>
                <a:uFillTx/>
                <a:latin typeface="SourceCodePro"/>
              </a:rPr>
              <a:t>;</a:t>
            </a:r>
            <a:endParaRPr lang="de-DE" sz="2800" b="0" u="none" strike="noStrike">
              <a:solidFill>
                <a:srgbClr val="000000"/>
              </a:solidFill>
              <a:uFillTx/>
              <a:latin typeface="Arial"/>
            </a:endParaRPr>
          </a:p>
          <a:p>
            <a:pPr marL="914400" indent="0" defTabSz="914400">
              <a:lnSpc>
                <a:spcPct val="90000"/>
              </a:lnSpc>
              <a:spcBef>
                <a:spcPts val="499"/>
              </a:spcBef>
              <a:buNone/>
              <a:tabLst>
                <a:tab pos="0" algn="l"/>
              </a:tabLst>
            </a:pPr>
            <a:r>
              <a:rPr lang="de-DE" sz="2800" b="0" u="none" strike="noStrike">
                <a:solidFill>
                  <a:srgbClr val="93A1A1"/>
                </a:solidFill>
                <a:uFillTx/>
                <a:latin typeface="SourceCodePro"/>
              </a:rPr>
              <a:t>}</a:t>
            </a:r>
            <a:endParaRPr lang="de-DE" sz="2800" b="0" u="none" strike="noStrike">
              <a:solidFill>
                <a:srgbClr val="000000"/>
              </a:solidFill>
              <a:uFillTx/>
              <a:latin typeface="Arial"/>
            </a:endParaRPr>
          </a:p>
          <a:p>
            <a:pPr marL="457200" indent="0" defTabSz="914400">
              <a:lnSpc>
                <a:spcPct val="90000"/>
              </a:lnSpc>
              <a:spcBef>
                <a:spcPts val="499"/>
              </a:spcBef>
              <a:buNone/>
              <a:tabLst>
                <a:tab pos="0" algn="l"/>
              </a:tabLst>
            </a:pPr>
            <a:r>
              <a:rPr lang="de-DE" sz="2800" b="0" u="none" strike="noStrike">
                <a:solidFill>
                  <a:srgbClr val="93A1A1"/>
                </a:solidFill>
                <a:uFillTx/>
                <a:latin typeface="SourceCodePro"/>
              </a:rPr>
              <a:t>}</a:t>
            </a:r>
            <a:endParaRPr lang="de-DE" sz="2800" b="0" u="none" strike="noStrike">
              <a:solidFill>
                <a:srgbClr val="000000"/>
              </a:solidFill>
              <a:uFillTx/>
              <a:latin typeface="Arial"/>
            </a:endParaRPr>
          </a:p>
          <a:p>
            <a:pPr marL="457200" indent="0" defTabSz="914400">
              <a:lnSpc>
                <a:spcPct val="90000"/>
              </a:lnSpc>
              <a:spcBef>
                <a:spcPts val="1001"/>
              </a:spcBef>
              <a:buNone/>
              <a:tabLst>
                <a:tab pos="0" algn="l"/>
              </a:tabLst>
            </a:pPr>
            <a:endParaRPr lang="de-DE" sz="2800" b="0" u="none" strike="noStrike">
              <a:solidFill>
                <a:srgbClr val="000000"/>
              </a:solidFill>
              <a:uFillTx/>
              <a:latin typeface="Arial"/>
            </a:endParaRP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4"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Arial"/>
              </a:rPr>
              <a:t>Objektnetze in OO- Systemen</a:t>
            </a:r>
            <a:endParaRPr lang="de-DE" sz="4400" b="0" u="none" strike="noStrike">
              <a:solidFill>
                <a:srgbClr val="000000"/>
              </a:solidFill>
              <a:uFillTx/>
              <a:latin typeface="Arial"/>
            </a:endParaRPr>
          </a:p>
        </p:txBody>
      </p:sp>
      <p:graphicFrame>
        <p:nvGraphicFramePr>
          <p:cNvPr id="10" name="Diagram10"/>
          <p:cNvGraphicFramePr/>
          <p:nvPr>
            <p:extLst>
              <p:ext uri="{D42A27DB-BD31-4B8C-83A1-F6EECF244321}">
                <p14:modId xmlns:p14="http://schemas.microsoft.com/office/powerpoint/2010/main" val="1758125532"/>
              </p:ext>
            </p:extLst>
          </p:nvPr>
        </p:nvGraphicFramePr>
        <p:xfrm>
          <a:off x="1981080" y="1600200"/>
          <a:ext cx="8228160" cy="45244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5"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Assignment by Third Party</a:t>
            </a:r>
            <a:endParaRPr lang="de-DE" sz="4400" b="0" u="none" strike="noStrike">
              <a:solidFill>
                <a:srgbClr val="000000"/>
              </a:solidFill>
              <a:uFillTx/>
              <a:latin typeface="Arial"/>
            </a:endParaRPr>
          </a:p>
        </p:txBody>
      </p:sp>
      <p:sp>
        <p:nvSpPr>
          <p:cNvPr id="816" name="PlaceHolder 2"/>
          <p:cNvSpPr>
            <a:spLocks noGrp="1"/>
          </p:cNvSpPr>
          <p:nvPr>
            <p:ph/>
          </p:nvPr>
        </p:nvSpPr>
        <p:spPr>
          <a:xfrm>
            <a:off x="838080" y="1825560"/>
            <a:ext cx="10514160" cy="4349880"/>
          </a:xfrm>
          <a:prstGeom prst="rect">
            <a:avLst/>
          </a:prstGeom>
          <a:noFill/>
          <a:ln w="0">
            <a:noFill/>
          </a:ln>
        </p:spPr>
        <p:txBody>
          <a:bodyPr lIns="91440" tIns="45720" rIns="91440" bIns="45720" anchor="ctr">
            <a:noAutofit/>
          </a:bodyPr>
          <a:lstStyle/>
          <a:p>
            <a:pPr marL="228600" indent="-228600" defTabSz="914400">
              <a:lnSpc>
                <a:spcPct val="90000"/>
              </a:lnSpc>
              <a:spcBef>
                <a:spcPts val="1001"/>
              </a:spcBef>
              <a:buNone/>
              <a:tabLst>
                <a:tab pos="0" algn="l"/>
              </a:tabLst>
            </a:pPr>
            <a:r>
              <a:rPr lang="de-DE" sz="2800" b="0" u="none" strike="noStrike">
                <a:solidFill>
                  <a:schemeClr val="dk1"/>
                </a:solidFill>
                <a:uFillTx/>
                <a:latin typeface="Courier New"/>
              </a:rPr>
              <a:t> </a:t>
            </a:r>
            <a:r>
              <a:rPr lang="de-DE" sz="2000" b="1" u="none" strike="noStrike">
                <a:solidFill>
                  <a:srgbClr val="7F0055"/>
                </a:solidFill>
                <a:uFillTx/>
                <a:latin typeface="Courier New"/>
              </a:rPr>
              <a:t>public</a:t>
            </a:r>
            <a:r>
              <a:rPr lang="de-DE" sz="2000" b="0" u="none" strike="noStrike">
                <a:solidFill>
                  <a:schemeClr val="dk1"/>
                </a:solidFill>
                <a:uFillTx/>
                <a:latin typeface="Courier New"/>
              </a:rPr>
              <a:t> </a:t>
            </a:r>
            <a:r>
              <a:rPr lang="de-DE" sz="2000" b="1" u="none" strike="noStrike">
                <a:solidFill>
                  <a:srgbClr val="7F0055"/>
                </a:solidFill>
                <a:uFillTx/>
                <a:latin typeface="Courier New"/>
              </a:rPr>
              <a:t>static</a:t>
            </a:r>
            <a:r>
              <a:rPr lang="de-DE" sz="2000" b="0" u="none" strike="noStrike">
                <a:solidFill>
                  <a:schemeClr val="dk1"/>
                </a:solidFill>
                <a:uFillTx/>
                <a:latin typeface="Courier New"/>
              </a:rPr>
              <a:t> </a:t>
            </a:r>
            <a:r>
              <a:rPr lang="de-DE" sz="2000" b="1" u="none" strike="noStrike">
                <a:solidFill>
                  <a:srgbClr val="7F0055"/>
                </a:solidFill>
                <a:uFillTx/>
                <a:latin typeface="Courier New"/>
              </a:rPr>
              <a:t>void</a:t>
            </a:r>
            <a:r>
              <a:rPr lang="de-DE" sz="2000" b="0" u="none" strike="noStrike">
                <a:solidFill>
                  <a:schemeClr val="dk1"/>
                </a:solidFill>
                <a:uFillTx/>
                <a:latin typeface="Courier New"/>
              </a:rPr>
              <a:t> main(String[] args)</a:t>
            </a:r>
            <a:endParaRPr lang="de-DE" sz="2000" b="0" u="none" strike="noStrike">
              <a:solidFill>
                <a:srgbClr val="000000"/>
              </a:solidFill>
              <a:uFillTx/>
              <a:latin typeface="Arial"/>
            </a:endParaRPr>
          </a:p>
          <a:p>
            <a:pPr marL="228600" indent="-228600" defTabSz="914400">
              <a:lnSpc>
                <a:spcPct val="90000"/>
              </a:lnSpc>
              <a:spcBef>
                <a:spcPts val="1001"/>
              </a:spcBef>
              <a:buNone/>
              <a:tabLst>
                <a:tab pos="0" algn="l"/>
              </a:tabLst>
            </a:pPr>
            <a:r>
              <a:rPr lang="de-DE" sz="2000" b="0" u="none" strike="noStrike">
                <a:solidFill>
                  <a:schemeClr val="dk1"/>
                </a:solidFill>
                <a:uFillTx/>
                <a:latin typeface="Courier New"/>
              </a:rPr>
              <a:t> {</a:t>
            </a:r>
            <a:endParaRPr lang="de-DE" sz="2000" b="0" u="none" strike="noStrike">
              <a:solidFill>
                <a:srgbClr val="000000"/>
              </a:solidFill>
              <a:uFillTx/>
              <a:latin typeface="Arial"/>
            </a:endParaRPr>
          </a:p>
          <a:p>
            <a:pPr marL="685800" indent="-228600" defTabSz="914400">
              <a:lnSpc>
                <a:spcPct val="90000"/>
              </a:lnSpc>
              <a:spcBef>
                <a:spcPts val="499"/>
              </a:spcBef>
              <a:buNone/>
              <a:tabLst>
                <a:tab pos="0" algn="l"/>
              </a:tabLst>
            </a:pPr>
            <a:r>
              <a:rPr lang="de-DE" sz="1800" b="0" u="none" strike="noStrike">
                <a:solidFill>
                  <a:schemeClr val="dk1"/>
                </a:solidFill>
                <a:uFillTx/>
                <a:latin typeface="Courier New"/>
              </a:rPr>
              <a:t> 	</a:t>
            </a:r>
            <a:r>
              <a:rPr lang="de-DE" sz="2400" b="0" u="none" strike="noStrike">
                <a:solidFill>
                  <a:schemeClr val="dk1"/>
                </a:solidFill>
                <a:uFillTx/>
                <a:latin typeface="Courier New"/>
              </a:rPr>
              <a:t>MyService service = </a:t>
            </a:r>
            <a:r>
              <a:rPr lang="de-DE" sz="2400" b="1" u="none" strike="noStrike">
                <a:solidFill>
                  <a:srgbClr val="7F0055"/>
                </a:solidFill>
                <a:uFillTx/>
                <a:latin typeface="Courier New"/>
              </a:rPr>
              <a:t>new</a:t>
            </a:r>
            <a:r>
              <a:rPr lang="de-DE" sz="2400" b="0" u="none" strike="noStrike">
                <a:solidFill>
                  <a:schemeClr val="dk1"/>
                </a:solidFill>
                <a:uFillTx/>
                <a:latin typeface="Courier New"/>
              </a:rPr>
              <a:t> MyService();</a:t>
            </a:r>
            <a:endParaRPr lang="de-DE" sz="2400" b="0" u="none" strike="noStrike">
              <a:solidFill>
                <a:srgbClr val="000000"/>
              </a:solidFill>
              <a:uFillTx/>
              <a:latin typeface="Arial"/>
            </a:endParaRPr>
          </a:p>
          <a:p>
            <a:pPr marL="685800" indent="-228600" defTabSz="914400">
              <a:lnSpc>
                <a:spcPct val="90000"/>
              </a:lnSpc>
              <a:spcBef>
                <a:spcPts val="499"/>
              </a:spcBef>
              <a:buNone/>
              <a:tabLst>
                <a:tab pos="0" algn="l"/>
              </a:tabLst>
            </a:pPr>
            <a:r>
              <a:rPr lang="de-DE" sz="2400" b="0" u="none" strike="noStrike">
                <a:solidFill>
                  <a:schemeClr val="dk1"/>
                </a:solidFill>
                <a:uFillTx/>
                <a:latin typeface="Courier New"/>
              </a:rPr>
              <a:t> 	service.setDAO(</a:t>
            </a:r>
            <a:r>
              <a:rPr lang="de-DE" sz="2400" b="1" u="none" strike="noStrike">
                <a:solidFill>
                  <a:srgbClr val="7F0055"/>
                </a:solidFill>
                <a:uFillTx/>
                <a:latin typeface="Courier New"/>
              </a:rPr>
              <a:t>new</a:t>
            </a:r>
            <a:r>
              <a:rPr lang="de-DE" sz="2400" b="0" u="none" strike="noStrike">
                <a:solidFill>
                  <a:schemeClr val="dk1"/>
                </a:solidFill>
                <a:uFillTx/>
                <a:latin typeface="Courier New"/>
              </a:rPr>
              <a:t> MyDAO());</a:t>
            </a:r>
            <a:endParaRPr lang="de-DE" sz="2400" b="0" u="none" strike="noStrike">
              <a:solidFill>
                <a:srgbClr val="000000"/>
              </a:solidFill>
              <a:uFillTx/>
              <a:latin typeface="Arial"/>
            </a:endParaRPr>
          </a:p>
          <a:p>
            <a:pPr marL="228600" indent="-228600" defTabSz="914400">
              <a:lnSpc>
                <a:spcPct val="90000"/>
              </a:lnSpc>
              <a:spcBef>
                <a:spcPts val="1001"/>
              </a:spcBef>
              <a:buNone/>
              <a:tabLst>
                <a:tab pos="0" algn="l"/>
              </a:tabLst>
            </a:pPr>
            <a:r>
              <a:rPr lang="de-DE" sz="2000" b="0" u="none" strike="noStrike">
                <a:solidFill>
                  <a:schemeClr val="dk1"/>
                </a:solidFill>
                <a:uFillTx/>
                <a:latin typeface="Courier New"/>
              </a:rPr>
              <a:t> }</a:t>
            </a:r>
            <a:endParaRPr lang="de-DE" sz="2000" b="0" u="none" strike="noStrike">
              <a:solidFill>
                <a:srgbClr val="000000"/>
              </a:solidFill>
              <a:uFillTx/>
              <a:latin typeface="Arial"/>
            </a:endParaRP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7"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Creating itself - DIRECT</a:t>
            </a:r>
            <a:endParaRPr lang="de-DE" sz="4400" b="0" u="none" strike="noStrike">
              <a:solidFill>
                <a:srgbClr val="000000"/>
              </a:solidFill>
              <a:uFillTx/>
              <a:latin typeface="Arial"/>
            </a:endParaRPr>
          </a:p>
        </p:txBody>
      </p:sp>
      <p:sp>
        <p:nvSpPr>
          <p:cNvPr id="818" name="PlaceHolder 2"/>
          <p:cNvSpPr>
            <a:spLocks noGrp="1"/>
          </p:cNvSpPr>
          <p:nvPr>
            <p:ph/>
          </p:nvPr>
        </p:nvSpPr>
        <p:spPr>
          <a:xfrm>
            <a:off x="838080" y="1825560"/>
            <a:ext cx="10514160" cy="4349880"/>
          </a:xfrm>
          <a:prstGeom prst="rect">
            <a:avLst/>
          </a:prstGeom>
          <a:noFill/>
          <a:ln w="0">
            <a:noFill/>
          </a:ln>
        </p:spPr>
        <p:txBody>
          <a:bodyPr lIns="91440" tIns="45720" rIns="91440" bIns="45720" anchor="ctr">
            <a:noAutofit/>
          </a:bodyPr>
          <a:lstStyle/>
          <a:p>
            <a:pPr marL="228600" indent="-228600" defTabSz="914400">
              <a:lnSpc>
                <a:spcPct val="90000"/>
              </a:lnSpc>
              <a:spcBef>
                <a:spcPts val="1001"/>
              </a:spcBef>
              <a:buNone/>
              <a:tabLst>
                <a:tab pos="0" algn="l"/>
              </a:tabLst>
            </a:pPr>
            <a:r>
              <a:rPr lang="de-DE" sz="2800" b="0" u="none" strike="noStrike">
                <a:solidFill>
                  <a:schemeClr val="dk1"/>
                </a:solidFill>
                <a:uFillTx/>
                <a:latin typeface="Courier New"/>
              </a:rPr>
              <a:t>	</a:t>
            </a:r>
            <a:r>
              <a:rPr lang="de-DE" sz="2000" b="1" u="none" strike="noStrike">
                <a:solidFill>
                  <a:srgbClr val="7F0055"/>
                </a:solidFill>
                <a:uFillTx/>
                <a:latin typeface="Courier New"/>
              </a:rPr>
              <a:t>public</a:t>
            </a:r>
            <a:r>
              <a:rPr lang="de-DE" sz="2000" b="0" u="none" strike="noStrike">
                <a:solidFill>
                  <a:schemeClr val="dk1"/>
                </a:solidFill>
                <a:uFillTx/>
                <a:latin typeface="Courier New"/>
              </a:rPr>
              <a:t> MyService()</a:t>
            </a:r>
            <a:endParaRPr lang="de-DE" sz="2000" b="0" u="none" strike="noStrike">
              <a:solidFill>
                <a:srgbClr val="000000"/>
              </a:solidFill>
              <a:uFillTx/>
              <a:latin typeface="Arial"/>
            </a:endParaRPr>
          </a:p>
          <a:p>
            <a:pPr marL="228600" indent="-228600" defTabSz="914400">
              <a:lnSpc>
                <a:spcPct val="90000"/>
              </a:lnSpc>
              <a:spcBef>
                <a:spcPts val="1001"/>
              </a:spcBef>
              <a:buNone/>
              <a:tabLst>
                <a:tab pos="0" algn="l"/>
              </a:tabLst>
            </a:pPr>
            <a:r>
              <a:rPr lang="de-DE" sz="2000" b="0" u="none" strike="noStrike">
                <a:solidFill>
                  <a:schemeClr val="dk1"/>
                </a:solidFill>
                <a:uFillTx/>
                <a:latin typeface="Courier New"/>
              </a:rPr>
              <a:t>	{</a:t>
            </a:r>
            <a:endParaRPr lang="de-DE" sz="2000" b="0" u="none" strike="noStrike">
              <a:solidFill>
                <a:srgbClr val="000000"/>
              </a:solidFill>
              <a:uFillTx/>
              <a:latin typeface="Arial"/>
            </a:endParaRPr>
          </a:p>
          <a:p>
            <a:pPr marL="228600" indent="-228600" defTabSz="914400">
              <a:lnSpc>
                <a:spcPct val="90000"/>
              </a:lnSpc>
              <a:spcBef>
                <a:spcPts val="1001"/>
              </a:spcBef>
              <a:buNone/>
              <a:tabLst>
                <a:tab pos="0" algn="l"/>
              </a:tabLst>
            </a:pPr>
            <a:r>
              <a:rPr lang="de-DE" sz="2000" b="0" u="none" strike="noStrike">
                <a:solidFill>
                  <a:schemeClr val="dk1"/>
                </a:solidFill>
                <a:uFillTx/>
                <a:latin typeface="Courier New"/>
              </a:rPr>
              <a:t>		</a:t>
            </a:r>
            <a:r>
              <a:rPr lang="de-DE" sz="2000" b="1" u="none" strike="noStrike">
                <a:solidFill>
                  <a:srgbClr val="7F0055"/>
                </a:solidFill>
                <a:uFillTx/>
                <a:latin typeface="Courier New"/>
              </a:rPr>
              <a:t>this</a:t>
            </a:r>
            <a:r>
              <a:rPr lang="de-DE" sz="2000" b="0" u="none" strike="noStrike">
                <a:solidFill>
                  <a:schemeClr val="dk1"/>
                </a:solidFill>
                <a:uFillTx/>
                <a:latin typeface="Courier New"/>
              </a:rPr>
              <a:t>.myDao = </a:t>
            </a:r>
            <a:r>
              <a:rPr lang="de-DE" sz="2000" b="1" u="none" strike="noStrike">
                <a:solidFill>
                  <a:srgbClr val="7F0055"/>
                </a:solidFill>
                <a:uFillTx/>
                <a:latin typeface="Courier New"/>
              </a:rPr>
              <a:t>new</a:t>
            </a:r>
            <a:r>
              <a:rPr lang="de-DE" sz="2000" b="0" u="none" strike="noStrike">
                <a:solidFill>
                  <a:schemeClr val="dk1"/>
                </a:solidFill>
                <a:uFillTx/>
                <a:latin typeface="Courier New"/>
              </a:rPr>
              <a:t> MyDao();</a:t>
            </a:r>
            <a:endParaRPr lang="de-DE" sz="2000" b="0" u="none" strike="noStrike">
              <a:solidFill>
                <a:srgbClr val="000000"/>
              </a:solidFill>
              <a:uFillTx/>
              <a:latin typeface="Arial"/>
            </a:endParaRPr>
          </a:p>
          <a:p>
            <a:pPr marL="228600" indent="-228600" defTabSz="914400">
              <a:lnSpc>
                <a:spcPct val="90000"/>
              </a:lnSpc>
              <a:spcBef>
                <a:spcPts val="1001"/>
              </a:spcBef>
              <a:buNone/>
              <a:tabLst>
                <a:tab pos="0" algn="l"/>
              </a:tabLst>
            </a:pPr>
            <a:r>
              <a:rPr lang="de-DE" sz="2000" b="0" u="none" strike="noStrike">
                <a:solidFill>
                  <a:schemeClr val="dk1"/>
                </a:solidFill>
                <a:uFillTx/>
                <a:latin typeface="Courier New"/>
              </a:rPr>
              <a:t>	}</a:t>
            </a:r>
            <a:endParaRPr lang="de-DE" sz="2000" b="0" u="none" strike="noStrike">
              <a:solidFill>
                <a:srgbClr val="000000"/>
              </a:solidFill>
              <a:uFillTx/>
              <a:latin typeface="Arial"/>
            </a:endParaRP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Factory- Pattern</a:t>
            </a:r>
            <a:endParaRPr lang="de-DE" sz="4400" b="0" u="none" strike="noStrike">
              <a:solidFill>
                <a:srgbClr val="000000"/>
              </a:solidFill>
              <a:uFillTx/>
              <a:latin typeface="Arial"/>
            </a:endParaRPr>
          </a:p>
        </p:txBody>
      </p:sp>
      <p:sp>
        <p:nvSpPr>
          <p:cNvPr id="820" name="PlaceHolder 2"/>
          <p:cNvSpPr>
            <a:spLocks noGrp="1"/>
          </p:cNvSpPr>
          <p:nvPr>
            <p:ph/>
          </p:nvPr>
        </p:nvSpPr>
        <p:spPr>
          <a:xfrm>
            <a:off x="1991520" y="1556640"/>
            <a:ext cx="8228160" cy="4524480"/>
          </a:xfrm>
          <a:prstGeom prst="rect">
            <a:avLst/>
          </a:prstGeom>
          <a:noFill/>
          <a:ln w="0">
            <a:noFill/>
          </a:ln>
        </p:spPr>
        <p:txBody>
          <a:bodyPr lIns="91440" tIns="45720" rIns="91440" bIns="45720" anchor="ctr">
            <a:noAutofit/>
          </a:bodyPr>
          <a:lstStyle/>
          <a:p>
            <a:pPr marL="228600" indent="-228600" defTabSz="914400">
              <a:lnSpc>
                <a:spcPct val="90000"/>
              </a:lnSpc>
              <a:spcBef>
                <a:spcPts val="1001"/>
              </a:spcBef>
              <a:buNone/>
              <a:tabLst>
                <a:tab pos="0" algn="l"/>
              </a:tabLst>
            </a:pPr>
            <a:r>
              <a:rPr lang="de-DE" sz="2000" b="1" u="none" strike="noStrike">
                <a:solidFill>
                  <a:srgbClr val="7F0055"/>
                </a:solidFill>
                <a:uFillTx/>
                <a:latin typeface="Courier New"/>
              </a:rPr>
              <a:t>public</a:t>
            </a:r>
            <a:r>
              <a:rPr lang="de-DE" sz="2000" b="0" u="none" strike="noStrike">
                <a:solidFill>
                  <a:schemeClr val="dk1"/>
                </a:solidFill>
                <a:uFillTx/>
                <a:latin typeface="Courier New"/>
              </a:rPr>
              <a:t> MyService()</a:t>
            </a:r>
            <a:endParaRPr lang="de-DE" sz="2000" b="0" u="none" strike="noStrike">
              <a:solidFill>
                <a:srgbClr val="000000"/>
              </a:solidFill>
              <a:uFillTx/>
              <a:latin typeface="Arial"/>
            </a:endParaRPr>
          </a:p>
          <a:p>
            <a:pPr marL="228600" indent="-228600" defTabSz="914400">
              <a:lnSpc>
                <a:spcPct val="90000"/>
              </a:lnSpc>
              <a:spcBef>
                <a:spcPts val="1001"/>
              </a:spcBef>
              <a:buNone/>
              <a:tabLst>
                <a:tab pos="0" algn="l"/>
              </a:tabLst>
            </a:pPr>
            <a:r>
              <a:rPr lang="de-DE" sz="2000" b="0" u="none" strike="noStrike">
                <a:solidFill>
                  <a:schemeClr val="dk1"/>
                </a:solidFill>
                <a:uFillTx/>
                <a:latin typeface="Courier New"/>
              </a:rPr>
              <a:t>{</a:t>
            </a:r>
            <a:endParaRPr lang="de-DE" sz="2000" b="0" u="none" strike="noStrike">
              <a:solidFill>
                <a:srgbClr val="000000"/>
              </a:solidFill>
              <a:uFillTx/>
              <a:latin typeface="Arial"/>
            </a:endParaRPr>
          </a:p>
          <a:p>
            <a:pPr marL="228600" indent="-228600" defTabSz="914400">
              <a:lnSpc>
                <a:spcPct val="90000"/>
              </a:lnSpc>
              <a:spcBef>
                <a:spcPts val="1001"/>
              </a:spcBef>
              <a:buNone/>
              <a:tabLst>
                <a:tab pos="0" algn="l"/>
              </a:tabLst>
            </a:pPr>
            <a:r>
              <a:rPr lang="de-DE" sz="2000" b="1" u="none" strike="noStrike">
                <a:solidFill>
                  <a:srgbClr val="7F0055"/>
                </a:solidFill>
                <a:uFillTx/>
                <a:latin typeface="Courier New"/>
              </a:rPr>
              <a:t>	this</a:t>
            </a:r>
            <a:r>
              <a:rPr lang="de-DE" sz="2000" b="0" u="none" strike="noStrike">
                <a:solidFill>
                  <a:schemeClr val="dk1"/>
                </a:solidFill>
                <a:uFillTx/>
                <a:latin typeface="Courier New"/>
              </a:rPr>
              <a:t>.myDao = Factory.getMyDao();</a:t>
            </a:r>
            <a:endParaRPr lang="de-DE" sz="2000" b="0" u="none" strike="noStrike">
              <a:solidFill>
                <a:srgbClr val="000000"/>
              </a:solidFill>
              <a:uFillTx/>
              <a:latin typeface="Arial"/>
            </a:endParaRPr>
          </a:p>
          <a:p>
            <a:pPr marL="228600" indent="-228600" defTabSz="914400">
              <a:lnSpc>
                <a:spcPct val="90000"/>
              </a:lnSpc>
              <a:spcBef>
                <a:spcPts val="1001"/>
              </a:spcBef>
              <a:buNone/>
              <a:tabLst>
                <a:tab pos="0" algn="l"/>
              </a:tabLst>
            </a:pPr>
            <a:r>
              <a:rPr lang="de-DE" sz="2000" b="0" u="none" strike="noStrike">
                <a:solidFill>
                  <a:schemeClr val="dk1"/>
                </a:solidFill>
                <a:uFillTx/>
                <a:latin typeface="Courier New"/>
              </a:rPr>
              <a:t>}</a:t>
            </a:r>
            <a:endParaRPr lang="de-DE" sz="2000" b="0" u="none" strike="noStrike">
              <a:solidFill>
                <a:srgbClr val="000000"/>
              </a:solidFill>
              <a:uFillTx/>
              <a:latin typeface="Arial"/>
            </a:endParaRPr>
          </a:p>
          <a:p>
            <a:pPr marL="228600" indent="-228600" defTabSz="914400">
              <a:lnSpc>
                <a:spcPct val="90000"/>
              </a:lnSpc>
              <a:spcBef>
                <a:spcPts val="1001"/>
              </a:spcBef>
              <a:buNone/>
              <a:tabLst>
                <a:tab pos="0" algn="l"/>
              </a:tabLst>
            </a:pPr>
            <a:endParaRPr lang="de-DE" sz="1800" b="0" u="none" strike="noStrike">
              <a:solidFill>
                <a:srgbClr val="000000"/>
              </a:solidFill>
              <a:uFillTx/>
              <a:latin typeface="Arial"/>
            </a:endParaRPr>
          </a:p>
          <a:p>
            <a:pPr marL="228600" indent="0" defTabSz="914400">
              <a:lnSpc>
                <a:spcPct val="90000"/>
              </a:lnSpc>
              <a:spcBef>
                <a:spcPts val="1001"/>
              </a:spcBef>
              <a:buNone/>
              <a:tabLst>
                <a:tab pos="0" algn="l"/>
              </a:tabLst>
            </a:pPr>
            <a:endParaRPr lang="de-DE" sz="1800" b="0" u="none" strike="noStrike">
              <a:solidFill>
                <a:srgbClr val="000000"/>
              </a:solidFill>
              <a:uFillTx/>
              <a:latin typeface="Arial"/>
            </a:endParaRP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1"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Dependency Injection</a:t>
            </a:r>
            <a:endParaRPr lang="de-DE" sz="4400" b="0" u="none" strike="noStrike">
              <a:solidFill>
                <a:srgbClr val="000000"/>
              </a:solidFill>
              <a:uFillTx/>
              <a:latin typeface="Arial"/>
            </a:endParaRPr>
          </a:p>
        </p:txBody>
      </p:sp>
      <p:sp>
        <p:nvSpPr>
          <p:cNvPr id="822"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fontScale="92500" lnSpcReduction="9999"/>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Objekte werden zur Laufzeit „injiziert“.</a:t>
            </a:r>
            <a:endParaRPr lang="de-DE" sz="28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Objekte werden passiv, statt sie zum Beispiel mit einer Factory aktiv zu erzeugen.</a:t>
            </a:r>
            <a:endParaRPr lang="de-DE" sz="28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Abhängigkeiten sind explizit an der Schnittstelle durch entsprechende set-Methoden zu erkennen.</a:t>
            </a:r>
            <a:endParaRPr lang="de-DE" sz="28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Es können beliebige andere Objekte zugewiesen werden(z.B. Mocks / an Bedürfnisse angepasste Objekte).</a:t>
            </a:r>
            <a:endParaRPr lang="de-DE" sz="28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Sehr flexibel wenn Objekte nur noch von Interfaces abhängen.</a:t>
            </a:r>
            <a:endParaRPr lang="de-DE" sz="28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Externe Konfiguration der Beziehungen zwischen Objekten.</a:t>
            </a:r>
            <a:endParaRPr lang="de-DE" sz="28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Objekte bekommen ihre abhängigen Objekte statt sie selbst zu suchen.</a:t>
            </a:r>
            <a:endParaRPr lang="de-DE" sz="2800" b="0" u="none" strike="noStrike">
              <a:solidFill>
                <a:srgbClr val="000000"/>
              </a:solidFill>
              <a:uFillTx/>
              <a:latin typeface="Arial"/>
            </a:endParaRP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3"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Beispiel: Service</a:t>
            </a:r>
            <a:endParaRPr lang="de-DE" sz="4400" b="0" u="none" strike="noStrike">
              <a:solidFill>
                <a:srgbClr val="000000"/>
              </a:solidFill>
              <a:uFillTx/>
              <a:latin typeface="Arial"/>
            </a:endParaRPr>
          </a:p>
        </p:txBody>
      </p:sp>
      <p:grpSp>
        <p:nvGrpSpPr>
          <p:cNvPr id="824" name="Gruppieren 6"/>
          <p:cNvGrpSpPr/>
          <p:nvPr/>
        </p:nvGrpSpPr>
        <p:grpSpPr>
          <a:xfrm>
            <a:off x="1549800" y="1367640"/>
            <a:ext cx="8675640" cy="5310360"/>
            <a:chOff x="1549800" y="1367640"/>
            <a:chExt cx="8675640" cy="5310360"/>
          </a:xfrm>
        </p:grpSpPr>
        <p:pic>
          <p:nvPicPr>
            <p:cNvPr id="825" name="Picture 2"/>
            <p:cNvPicPr/>
            <p:nvPr/>
          </p:nvPicPr>
          <p:blipFill>
            <a:blip r:embed="rId2"/>
            <a:stretch/>
          </p:blipFill>
          <p:spPr>
            <a:xfrm>
              <a:off x="1549800" y="1367640"/>
              <a:ext cx="5608800" cy="2208240"/>
            </a:xfrm>
            <a:prstGeom prst="rect">
              <a:avLst/>
            </a:prstGeom>
            <a:noFill/>
            <a:ln w="0">
              <a:noFill/>
            </a:ln>
          </p:spPr>
        </p:pic>
        <p:sp>
          <p:nvSpPr>
            <p:cNvPr id="826" name="Legende mit Linie 1 8"/>
            <p:cNvSpPr/>
            <p:nvPr/>
          </p:nvSpPr>
          <p:spPr>
            <a:xfrm>
              <a:off x="7670520" y="1583640"/>
              <a:ext cx="2554920" cy="1006560"/>
            </a:xfrm>
            <a:prstGeom prst="borderCallout1">
              <a:avLst>
                <a:gd name="adj1" fmla="val 18750"/>
                <a:gd name="adj2" fmla="val -8333"/>
                <a:gd name="adj3" fmla="val 38092"/>
                <a:gd name="adj4" fmla="val -163187"/>
              </a:avLst>
            </a:prstGeom>
            <a:gradFill rotWithShape="0">
              <a:gsLst>
                <a:gs pos="0">
                  <a:srgbClr val="98C861"/>
                </a:gs>
                <a:gs pos="50000">
                  <a:srgbClr val="8BC63E"/>
                </a:gs>
                <a:gs pos="100000">
                  <a:srgbClr val="7CB831"/>
                </a:gs>
              </a:gsLst>
              <a:lin ang="5400000"/>
            </a:gradFill>
            <a:ln w="0">
              <a:noFill/>
            </a:ln>
            <a:effectLst>
              <a:outerShdw blurRad="57240" dist="19080" dir="5400000" algn="ctr" rotWithShape="0">
                <a:srgbClr val="000000">
                  <a:alpha val="63000"/>
                </a:srgbClr>
              </a:outerShdw>
            </a:effectLst>
          </p:spPr>
          <p:style>
            <a:lnRef idx="0">
              <a:schemeClr val="accent2"/>
            </a:lnRef>
            <a:fillRef idx="3">
              <a:schemeClr val="accent2"/>
            </a:fillRef>
            <a:effectRef idx="3">
              <a:schemeClr val="accent2"/>
            </a:effectRef>
            <a:fontRef idx="minor"/>
          </p:style>
          <p:txBody>
            <a:bodyPr lIns="90000" tIns="45000" rIns="90000" bIns="45000" anchor="ctr">
              <a:noAutofit/>
            </a:bodyPr>
            <a:lstStyle/>
            <a:p>
              <a:pPr algn="ctr" defTabSz="914400">
                <a:lnSpc>
                  <a:spcPct val="100000"/>
                </a:lnSpc>
              </a:pPr>
              <a:r>
                <a:rPr lang="de-DE" sz="1800" b="0" u="none" strike="noStrike">
                  <a:solidFill>
                    <a:schemeClr val="dk1"/>
                  </a:solidFill>
                  <a:uFillTx/>
                  <a:latin typeface="Calibri"/>
                </a:rPr>
                <a:t>@Injectable macht diese Klasse dem Angular-Context bekannt</a:t>
              </a:r>
              <a:endParaRPr lang="de-DE" sz="1800" b="0" u="none" strike="noStrike">
                <a:solidFill>
                  <a:srgbClr val="000000"/>
                </a:solidFill>
                <a:uFillTx/>
                <a:latin typeface="Arial"/>
              </a:endParaRPr>
            </a:p>
          </p:txBody>
        </p:sp>
        <p:pic>
          <p:nvPicPr>
            <p:cNvPr id="827" name="Picture 4"/>
            <p:cNvPicPr/>
            <p:nvPr/>
          </p:nvPicPr>
          <p:blipFill>
            <a:blip r:embed="rId3"/>
            <a:stretch/>
          </p:blipFill>
          <p:spPr>
            <a:xfrm>
              <a:off x="2040120" y="3960000"/>
              <a:ext cx="2313000" cy="741600"/>
            </a:xfrm>
            <a:prstGeom prst="rect">
              <a:avLst/>
            </a:prstGeom>
            <a:noFill/>
            <a:ln w="0">
              <a:noFill/>
            </a:ln>
          </p:spPr>
        </p:pic>
        <p:sp>
          <p:nvSpPr>
            <p:cNvPr id="828" name="Legende mit Linie 1 10"/>
            <p:cNvSpPr/>
            <p:nvPr/>
          </p:nvSpPr>
          <p:spPr>
            <a:xfrm>
              <a:off x="7670520" y="3456000"/>
              <a:ext cx="2554920" cy="1006560"/>
            </a:xfrm>
            <a:prstGeom prst="borderCallout1">
              <a:avLst>
                <a:gd name="adj1" fmla="val 18750"/>
                <a:gd name="adj2" fmla="val -8333"/>
                <a:gd name="adj3" fmla="val 64257"/>
                <a:gd name="adj4" fmla="val -152869"/>
              </a:avLst>
            </a:prstGeom>
            <a:gradFill rotWithShape="0">
              <a:gsLst>
                <a:gs pos="0">
                  <a:srgbClr val="98C861"/>
                </a:gs>
                <a:gs pos="50000">
                  <a:srgbClr val="8BC63E"/>
                </a:gs>
                <a:gs pos="100000">
                  <a:srgbClr val="7CB831"/>
                </a:gs>
              </a:gsLst>
              <a:lin ang="5400000"/>
            </a:gradFill>
            <a:ln w="0">
              <a:noFill/>
            </a:ln>
            <a:effectLst>
              <a:outerShdw blurRad="57240" dist="19080" dir="5400000" algn="ctr" rotWithShape="0">
                <a:srgbClr val="000000">
                  <a:alpha val="63000"/>
                </a:srgbClr>
              </a:outerShdw>
            </a:effectLst>
          </p:spPr>
          <p:style>
            <a:lnRef idx="0">
              <a:schemeClr val="accent2"/>
            </a:lnRef>
            <a:fillRef idx="3">
              <a:schemeClr val="accent2"/>
            </a:fillRef>
            <a:effectRef idx="3">
              <a:schemeClr val="accent2"/>
            </a:effectRef>
            <a:fontRef idx="minor"/>
          </p:style>
          <p:txBody>
            <a:bodyPr lIns="90000" tIns="45000" rIns="90000" bIns="45000" anchor="ctr">
              <a:noAutofit/>
            </a:bodyPr>
            <a:lstStyle/>
            <a:p>
              <a:pPr algn="ctr" defTabSz="914400">
                <a:lnSpc>
                  <a:spcPct val="100000"/>
                </a:lnSpc>
              </a:pPr>
              <a:r>
                <a:rPr lang="de-DE" sz="1800" b="0" u="none" strike="noStrike">
                  <a:solidFill>
                    <a:schemeClr val="dk1"/>
                  </a:solidFill>
                  <a:uFillTx/>
                  <a:latin typeface="Calibri"/>
                </a:rPr>
                <a:t>Im Modul oder der </a:t>
              </a:r>
              <a:r>
                <a:rPr lang="de-DE" sz="1800" b="0" u="none" strike="noStrike">
                  <a:solidFill>
                    <a:schemeClr val="dk1"/>
                  </a:solidFill>
                  <a:uFillTx/>
                  <a:latin typeface="Courier New"/>
                </a:rPr>
                <a:t>@Component</a:t>
              </a:r>
              <a:r>
                <a:rPr lang="de-DE" sz="1800" b="0" u="none" strike="noStrike">
                  <a:solidFill>
                    <a:schemeClr val="dk1"/>
                  </a:solidFill>
                  <a:uFillTx/>
                  <a:latin typeface="Calibri"/>
                </a:rPr>
                <a:t>-Annotation</a:t>
              </a:r>
              <a:endParaRPr lang="de-DE" sz="1800" b="0" u="none" strike="noStrike">
                <a:solidFill>
                  <a:srgbClr val="000000"/>
                </a:solidFill>
                <a:uFillTx/>
                <a:latin typeface="Arial"/>
              </a:endParaRPr>
            </a:p>
          </p:txBody>
        </p:sp>
        <p:pic>
          <p:nvPicPr>
            <p:cNvPr id="829" name="Picture 5"/>
            <p:cNvPicPr/>
            <p:nvPr/>
          </p:nvPicPr>
          <p:blipFill>
            <a:blip r:embed="rId4"/>
            <a:stretch/>
          </p:blipFill>
          <p:spPr>
            <a:xfrm>
              <a:off x="2035800" y="4860000"/>
              <a:ext cx="5913720" cy="1818000"/>
            </a:xfrm>
            <a:prstGeom prst="rect">
              <a:avLst/>
            </a:prstGeom>
            <a:noFill/>
            <a:ln w="0">
              <a:noFill/>
            </a:ln>
          </p:spPr>
        </p:pic>
        <p:sp>
          <p:nvSpPr>
            <p:cNvPr id="830" name="Legende mit Linie 1 12"/>
            <p:cNvSpPr/>
            <p:nvPr/>
          </p:nvSpPr>
          <p:spPr>
            <a:xfrm>
              <a:off x="7670520" y="5508000"/>
              <a:ext cx="2554920" cy="1006560"/>
            </a:xfrm>
            <a:prstGeom prst="borderCallout1">
              <a:avLst>
                <a:gd name="adj1" fmla="val 18750"/>
                <a:gd name="adj2" fmla="val -8333"/>
                <a:gd name="adj3" fmla="val -19470"/>
                <a:gd name="adj4" fmla="val -142551"/>
              </a:avLst>
            </a:prstGeom>
            <a:gradFill rotWithShape="0">
              <a:gsLst>
                <a:gs pos="0">
                  <a:srgbClr val="98C861"/>
                </a:gs>
                <a:gs pos="50000">
                  <a:srgbClr val="8BC63E"/>
                </a:gs>
                <a:gs pos="100000">
                  <a:srgbClr val="7CB831"/>
                </a:gs>
              </a:gsLst>
              <a:lin ang="5400000"/>
            </a:gradFill>
            <a:ln w="0">
              <a:noFill/>
            </a:ln>
            <a:effectLst>
              <a:outerShdw blurRad="57240" dist="19080" dir="5400000" algn="ctr" rotWithShape="0">
                <a:srgbClr val="000000">
                  <a:alpha val="63000"/>
                </a:srgbClr>
              </a:outerShdw>
            </a:effectLst>
          </p:spPr>
          <p:style>
            <a:lnRef idx="0">
              <a:schemeClr val="accent2"/>
            </a:lnRef>
            <a:fillRef idx="3">
              <a:schemeClr val="accent2"/>
            </a:fillRef>
            <a:effectRef idx="3">
              <a:schemeClr val="accent2"/>
            </a:effectRef>
            <a:fontRef idx="minor"/>
          </p:style>
          <p:txBody>
            <a:bodyPr lIns="90000" tIns="45000" rIns="90000" bIns="45000" anchor="ctr">
              <a:noAutofit/>
            </a:bodyPr>
            <a:lstStyle/>
            <a:p>
              <a:pPr algn="ctr" defTabSz="914400">
                <a:lnSpc>
                  <a:spcPct val="100000"/>
                </a:lnSpc>
              </a:pPr>
              <a:r>
                <a:rPr lang="de-DE" sz="1800" b="0" u="none" strike="noStrike">
                  <a:solidFill>
                    <a:schemeClr val="dk1"/>
                  </a:solidFill>
                  <a:uFillTx/>
                  <a:latin typeface="Calibri"/>
                </a:rPr>
                <a:t>Dependency Injection in einer Component</a:t>
              </a:r>
              <a:endParaRPr lang="de-DE" sz="1800" b="0" u="none" strike="noStrike">
                <a:solidFill>
                  <a:srgbClr val="000000"/>
                </a:solidFill>
                <a:uFillTx/>
                <a:latin typeface="Arial"/>
              </a:endParaRPr>
            </a:p>
          </p:txBody>
        </p:sp>
      </p:gr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1"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DI Konfig</a:t>
            </a:r>
            <a:endParaRPr lang="de-DE" sz="4400" b="0" u="none" strike="noStrike">
              <a:solidFill>
                <a:srgbClr val="000000"/>
              </a:solidFill>
              <a:uFillTx/>
              <a:latin typeface="Arial"/>
            </a:endParaRPr>
          </a:p>
        </p:txBody>
      </p:sp>
      <p:sp>
        <p:nvSpPr>
          <p:cNvPr id="832"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333333"/>
              </a:buClr>
              <a:buFont typeface="Arial"/>
              <a:buChar char="•"/>
            </a:pPr>
            <a:r>
              <a:rPr lang="de-DE" sz="2800" b="0" u="none" strike="noStrike">
                <a:solidFill>
                  <a:srgbClr val="333333"/>
                </a:solidFill>
                <a:uFillTx/>
                <a:latin typeface="Aller"/>
              </a:rPr>
              <a:t>Woher weiß Angular was zu injizieren ist?</a:t>
            </a:r>
            <a:endParaRPr lang="de-DE" sz="2800" b="0" u="none" strike="noStrike">
              <a:solidFill>
                <a:srgbClr val="000000"/>
              </a:solidFill>
              <a:uFillTx/>
              <a:latin typeface="Arial"/>
            </a:endParaRPr>
          </a:p>
          <a:p>
            <a:pPr marL="228600" indent="-228600" defTabSz="914400">
              <a:lnSpc>
                <a:spcPct val="90000"/>
              </a:lnSpc>
              <a:spcBef>
                <a:spcPts val="1001"/>
              </a:spcBef>
              <a:buClr>
                <a:srgbClr val="333333"/>
              </a:buClr>
              <a:buFont typeface="Arial"/>
              <a:buChar char="•"/>
            </a:pPr>
            <a:r>
              <a:rPr lang="de-DE" sz="2800" b="0" u="none" strike="noStrike">
                <a:solidFill>
                  <a:srgbClr val="333333"/>
                </a:solidFill>
                <a:uFillTx/>
                <a:latin typeface="Aller"/>
              </a:rPr>
              <a:t>Muss konfiguriert werden: Providers</a:t>
            </a:r>
            <a:endParaRPr lang="de-DE" sz="2800" b="0" u="none" strike="noStrike">
              <a:solidFill>
                <a:srgbClr val="000000"/>
              </a:solidFill>
              <a:uFillTx/>
              <a:latin typeface="Arial"/>
            </a:endParaRPr>
          </a:p>
          <a:p>
            <a:pPr marL="743040" lvl="1" indent="-285840" defTabSz="914400">
              <a:lnSpc>
                <a:spcPct val="90000"/>
              </a:lnSpc>
              <a:spcBef>
                <a:spcPts val="499"/>
              </a:spcBef>
              <a:buClr>
                <a:srgbClr val="333333"/>
              </a:buClr>
              <a:buFont typeface="Arial"/>
              <a:buChar char="•"/>
            </a:pPr>
            <a:r>
              <a:rPr lang="de-DE" sz="2400" b="0" u="none" strike="noStrike">
                <a:solidFill>
                  <a:srgbClr val="333333"/>
                </a:solidFill>
                <a:uFillTx/>
                <a:latin typeface="Aller"/>
              </a:rPr>
              <a:t>Injector -&gt; Provider -&gt; Instance</a:t>
            </a:r>
            <a:endParaRPr lang="de-DE" sz="2400" b="0" u="none" strike="noStrike">
              <a:solidFill>
                <a:srgbClr val="000000"/>
              </a:solidFill>
              <a:uFillTx/>
              <a:latin typeface="Arial"/>
            </a:endParaRPr>
          </a:p>
          <a:p>
            <a:pPr marL="228600" indent="-228600" defTabSz="914400">
              <a:lnSpc>
                <a:spcPct val="90000"/>
              </a:lnSpc>
              <a:spcBef>
                <a:spcPts val="1001"/>
              </a:spcBef>
              <a:buClr>
                <a:srgbClr val="333333"/>
              </a:buClr>
              <a:buFont typeface="Arial"/>
              <a:buChar char="•"/>
            </a:pPr>
            <a:r>
              <a:rPr lang="de-DE" sz="2800" b="0" u="none" strike="noStrike">
                <a:solidFill>
                  <a:srgbClr val="333333"/>
                </a:solidFill>
                <a:uFillTx/>
                <a:latin typeface="Aller"/>
              </a:rPr>
              <a:t>Konfiguration direkt am Service</a:t>
            </a:r>
            <a:endParaRPr lang="de-DE" sz="2800" b="0" u="none" strike="noStrike">
              <a:solidFill>
                <a:srgbClr val="000000"/>
              </a:solidFill>
              <a:uFillTx/>
              <a:latin typeface="Arial"/>
            </a:endParaRPr>
          </a:p>
          <a:p>
            <a:pPr marL="0" indent="0" defTabSz="914400">
              <a:lnSpc>
                <a:spcPct val="90000"/>
              </a:lnSpc>
              <a:spcBef>
                <a:spcPts val="1001"/>
              </a:spcBef>
              <a:buClr>
                <a:srgbClr val="333333"/>
              </a:buClr>
              <a:buFont typeface="Arial"/>
              <a:buNone/>
            </a:pPr>
            <a:r>
              <a:rPr lang="de-DE" sz="2800" b="0" u="none" strike="noStrike">
                <a:solidFill>
                  <a:srgbClr val="333333"/>
                </a:solidFill>
                <a:uFillTx/>
                <a:latin typeface="Aller"/>
              </a:rPr>
              <a:t>@Injectable({ providedIn: 'root' })</a:t>
            </a:r>
            <a:endParaRPr lang="de-DE" sz="2800" b="0" u="none" strike="noStrike">
              <a:solidFill>
                <a:srgbClr val="000000"/>
              </a:solidFill>
              <a:uFillTx/>
              <a:latin typeface="Arial"/>
            </a:endParaRPr>
          </a:p>
          <a:p>
            <a:pPr marL="0" indent="0" defTabSz="914400">
              <a:lnSpc>
                <a:spcPct val="90000"/>
              </a:lnSpc>
              <a:spcBef>
                <a:spcPts val="1001"/>
              </a:spcBef>
              <a:buClr>
                <a:srgbClr val="333333"/>
              </a:buClr>
              <a:buFont typeface="Arial"/>
              <a:buNone/>
            </a:pPr>
            <a:r>
              <a:rPr lang="de-DE" sz="2800" b="0" u="none" strike="noStrike">
                <a:solidFill>
                  <a:srgbClr val="333333"/>
                </a:solidFill>
                <a:uFillTx/>
                <a:latin typeface="Aller"/>
              </a:rPr>
              <a:t>export class TrackService { }</a:t>
            </a:r>
            <a:endParaRPr lang="de-DE" sz="2800" b="0" u="none" strike="noStrike">
              <a:solidFill>
                <a:srgbClr val="000000"/>
              </a:solidFill>
              <a:uFillTx/>
              <a:latin typeface="Arial"/>
            </a:endParaRPr>
          </a:p>
          <a:p>
            <a:pPr marL="228600" indent="-228600" defTabSz="914400">
              <a:lnSpc>
                <a:spcPct val="90000"/>
              </a:lnSpc>
              <a:spcBef>
                <a:spcPts val="1001"/>
              </a:spcBef>
              <a:buClr>
                <a:srgbClr val="333333"/>
              </a:buClr>
              <a:buFont typeface="Arial"/>
              <a:buChar char="•"/>
            </a:pPr>
            <a:r>
              <a:rPr lang="de-DE" sz="2800" b="0" u="none" strike="noStrike">
                <a:solidFill>
                  <a:srgbClr val="333333"/>
                </a:solidFill>
                <a:uFillTx/>
                <a:latin typeface="Aller"/>
              </a:rPr>
              <a:t>oder global in main.ts</a:t>
            </a:r>
            <a:endParaRPr lang="de-DE" sz="2800" b="0" u="none" strike="noStrike">
              <a:solidFill>
                <a:srgbClr val="000000"/>
              </a:solidFill>
              <a:uFillTx/>
              <a:latin typeface="Arial"/>
            </a:endParaRPr>
          </a:p>
          <a:p>
            <a:pPr marL="0" indent="0" defTabSz="914400">
              <a:lnSpc>
                <a:spcPct val="90000"/>
              </a:lnSpc>
              <a:spcBef>
                <a:spcPts val="1001"/>
              </a:spcBef>
              <a:buClr>
                <a:srgbClr val="333333"/>
              </a:buClr>
              <a:buFont typeface="Arial"/>
              <a:buNone/>
            </a:pPr>
            <a:r>
              <a:rPr lang="de-DE" sz="2800" b="0" u="none" strike="noStrike">
                <a:solidFill>
                  <a:srgbClr val="333333"/>
                </a:solidFill>
                <a:uFillTx/>
                <a:latin typeface="Aller"/>
              </a:rPr>
              <a:t>bootstrapApplication(AppComponent, { providers: [ TrackService ] });</a:t>
            </a:r>
            <a:endParaRPr lang="de-DE" sz="2800" b="0" u="none" strike="noStrike">
              <a:solidFill>
                <a:srgbClr val="000000"/>
              </a:solidFill>
              <a:uFillTx/>
              <a:latin typeface="Arial"/>
            </a:endParaRPr>
          </a:p>
          <a:p>
            <a:pPr marL="228600" indent="-228600" defTabSz="914400">
              <a:lnSpc>
                <a:spcPct val="90000"/>
              </a:lnSpc>
              <a:spcBef>
                <a:spcPts val="1001"/>
              </a:spcBef>
              <a:buClr>
                <a:srgbClr val="333333"/>
              </a:buClr>
              <a:buFont typeface="Arial"/>
              <a:buChar char="•"/>
            </a:pPr>
            <a:r>
              <a:rPr lang="de-DE" sz="2800" b="0" u="none" strike="noStrike">
                <a:solidFill>
                  <a:srgbClr val="333333"/>
                </a:solidFill>
                <a:uFillTx/>
                <a:latin typeface="Aller"/>
              </a:rPr>
              <a:t>Wie sieht ein Provider aus?</a:t>
            </a:r>
            <a:endParaRPr lang="de-DE" sz="2800" b="0" u="none" strike="noStrike">
              <a:solidFill>
                <a:srgbClr val="000000"/>
              </a:solidFill>
              <a:uFillTx/>
              <a:latin typeface="Arial"/>
            </a:endParaRP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3"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Wie geht DI in Angular</a:t>
            </a:r>
            <a:endParaRPr lang="de-DE" sz="4400" b="0" u="none" strike="noStrike">
              <a:solidFill>
                <a:srgbClr val="000000"/>
              </a:solidFill>
              <a:uFillTx/>
              <a:latin typeface="Arial"/>
            </a:endParaRPr>
          </a:p>
        </p:txBody>
      </p:sp>
      <p:sp>
        <p:nvSpPr>
          <p:cNvPr id="834"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fontScale="70000" lnSpcReduction="20000"/>
          </a:bodyPr>
          <a:lstStyle/>
          <a:p>
            <a:pPr marL="228600" indent="-228600" defTabSz="914400">
              <a:lnSpc>
                <a:spcPct val="90000"/>
              </a:lnSpc>
              <a:spcBef>
                <a:spcPts val="1001"/>
              </a:spcBef>
              <a:buClr>
                <a:srgbClr val="333333"/>
              </a:buClr>
              <a:buFont typeface="Arial"/>
              <a:buChar char="•"/>
            </a:pPr>
            <a:r>
              <a:rPr lang="de-DE" sz="2800" b="0" u="none" strike="noStrike">
                <a:solidFill>
                  <a:srgbClr val="333333"/>
                </a:solidFill>
                <a:uFillTx/>
                <a:latin typeface="Aller"/>
              </a:rPr>
              <a:t>Direkte Abhängigkeit</a:t>
            </a:r>
            <a:endParaRPr lang="de-DE" sz="2800" b="0" u="none" strike="noStrike">
              <a:solidFill>
                <a:srgbClr val="000000"/>
              </a:solidFill>
              <a:uFillTx/>
              <a:latin typeface="Arial"/>
            </a:endParaRPr>
          </a:p>
          <a:p>
            <a:pPr marL="743040" lvl="1" indent="-285840" defTabSz="914400">
              <a:lnSpc>
                <a:spcPct val="90000"/>
              </a:lnSpc>
              <a:spcBef>
                <a:spcPts val="499"/>
              </a:spcBef>
              <a:buClr>
                <a:srgbClr val="333333"/>
              </a:buClr>
              <a:buFont typeface="Arial"/>
              <a:buChar char="•"/>
            </a:pPr>
            <a:r>
              <a:rPr lang="de-DE" sz="2400" b="0" u="none" strike="noStrike">
                <a:solidFill>
                  <a:srgbClr val="333333"/>
                </a:solidFill>
                <a:uFillTx/>
                <a:latin typeface="Aller"/>
              </a:rPr>
              <a:t>einfach nur die Klasse angeben: [ConsoleLogger]</a:t>
            </a:r>
            <a:endParaRPr lang="de-DE" sz="2400" b="0" u="none" strike="noStrike">
              <a:solidFill>
                <a:srgbClr val="000000"/>
              </a:solidFill>
              <a:uFillTx/>
              <a:latin typeface="Arial"/>
            </a:endParaRPr>
          </a:p>
          <a:p>
            <a:pPr marL="743040" lvl="1" indent="-285840" defTabSz="914400">
              <a:lnSpc>
                <a:spcPct val="90000"/>
              </a:lnSpc>
              <a:spcBef>
                <a:spcPts val="499"/>
              </a:spcBef>
              <a:buClr>
                <a:srgbClr val="333333"/>
              </a:buClr>
              <a:buFont typeface="Arial"/>
              <a:buChar char="•"/>
            </a:pPr>
            <a:r>
              <a:rPr lang="de-DE" sz="2400" b="0" u="none" strike="noStrike">
                <a:solidFill>
                  <a:srgbClr val="333333"/>
                </a:solidFill>
                <a:uFillTx/>
                <a:latin typeface="Aller"/>
              </a:rPr>
              <a:t>Kurz für [{ provide: ConsoleLogger, useClass: ConsoleLogger}]</a:t>
            </a:r>
            <a:endParaRPr lang="de-DE" sz="2400" b="0" u="none" strike="noStrike">
              <a:solidFill>
                <a:srgbClr val="000000"/>
              </a:solidFill>
              <a:uFillTx/>
              <a:latin typeface="Arial"/>
            </a:endParaRPr>
          </a:p>
          <a:p>
            <a:pPr marL="228600" indent="-228600" defTabSz="914400">
              <a:lnSpc>
                <a:spcPct val="90000"/>
              </a:lnSpc>
              <a:spcBef>
                <a:spcPts val="1001"/>
              </a:spcBef>
              <a:buClr>
                <a:srgbClr val="333333"/>
              </a:buClr>
              <a:buFont typeface="Arial"/>
              <a:buChar char="•"/>
            </a:pPr>
            <a:r>
              <a:rPr lang="de-DE" sz="2800" b="0" u="none" strike="noStrike">
                <a:solidFill>
                  <a:srgbClr val="333333"/>
                </a:solidFill>
                <a:uFillTx/>
                <a:latin typeface="Aller"/>
              </a:rPr>
              <a:t>Allgemein: Provider-Objekt</a:t>
            </a:r>
            <a:endParaRPr lang="de-DE" sz="2800" b="0" u="none" strike="noStrike">
              <a:solidFill>
                <a:srgbClr val="000000"/>
              </a:solidFill>
              <a:uFillTx/>
              <a:latin typeface="Arial"/>
            </a:endParaRPr>
          </a:p>
          <a:p>
            <a:pPr marL="743040" lvl="1" indent="-285840" defTabSz="914400">
              <a:lnSpc>
                <a:spcPct val="90000"/>
              </a:lnSpc>
              <a:spcBef>
                <a:spcPts val="499"/>
              </a:spcBef>
              <a:buClr>
                <a:srgbClr val="333333"/>
              </a:buClr>
              <a:buFont typeface="Arial"/>
              <a:buChar char="•"/>
            </a:pPr>
            <a:r>
              <a:rPr lang="de-DE" sz="2400" b="0" u="none" strike="noStrike">
                <a:solidFill>
                  <a:srgbClr val="333333"/>
                </a:solidFill>
                <a:uFillTx/>
                <a:latin typeface="Aller"/>
              </a:rPr>
              <a:t>provide: Unter welchem Namen steht es zur Verfügung -&gt; Klasse oder InjectionToken</a:t>
            </a:r>
            <a:endParaRPr lang="de-DE" sz="2400" b="0" u="none" strike="noStrike">
              <a:solidFill>
                <a:srgbClr val="000000"/>
              </a:solidFill>
              <a:uFillTx/>
              <a:latin typeface="Arial"/>
            </a:endParaRPr>
          </a:p>
          <a:p>
            <a:pPr marL="743040" lvl="1" indent="-285840" defTabSz="914400">
              <a:lnSpc>
                <a:spcPct val="90000"/>
              </a:lnSpc>
              <a:spcBef>
                <a:spcPts val="499"/>
              </a:spcBef>
              <a:buClr>
                <a:srgbClr val="333333"/>
              </a:buClr>
              <a:buFont typeface="Arial"/>
              <a:buChar char="•"/>
            </a:pPr>
            <a:r>
              <a:rPr lang="de-DE" sz="2400" b="0" u="none" strike="noStrike">
                <a:solidFill>
                  <a:srgbClr val="333333"/>
                </a:solidFill>
                <a:uFillTx/>
                <a:latin typeface="Aller"/>
              </a:rPr>
              <a:t>Ein Rezept, wie es erzeugt werden soll -&gt; useClass, useValue, useFactory oder useExisting</a:t>
            </a:r>
            <a:endParaRPr lang="de-DE" sz="2400" b="0" u="none" strike="noStrike">
              <a:solidFill>
                <a:srgbClr val="000000"/>
              </a:solidFill>
              <a:uFillTx/>
              <a:latin typeface="Arial"/>
            </a:endParaRPr>
          </a:p>
          <a:p>
            <a:pPr marL="0" indent="0" defTabSz="914400">
              <a:lnSpc>
                <a:spcPct val="90000"/>
              </a:lnSpc>
              <a:spcBef>
                <a:spcPts val="1001"/>
              </a:spcBef>
              <a:buClr>
                <a:srgbClr val="333333"/>
              </a:buClr>
              <a:buFont typeface="Arial"/>
              <a:buNone/>
            </a:pPr>
            <a:r>
              <a:rPr lang="de-DE" sz="2800" b="0" u="none" strike="noStrike">
                <a:solidFill>
                  <a:srgbClr val="333333"/>
                </a:solidFill>
                <a:uFillTx/>
                <a:latin typeface="Aller"/>
              </a:rPr>
              <a:t>bootstrapApplication(AppComponent, {</a:t>
            </a:r>
            <a:endParaRPr lang="de-DE" sz="2800" b="0" u="none" strike="noStrike">
              <a:solidFill>
                <a:srgbClr val="000000"/>
              </a:solidFill>
              <a:uFillTx/>
              <a:latin typeface="Arial"/>
            </a:endParaRPr>
          </a:p>
          <a:p>
            <a:pPr marL="0" indent="0" defTabSz="914400">
              <a:lnSpc>
                <a:spcPct val="90000"/>
              </a:lnSpc>
              <a:spcBef>
                <a:spcPts val="1001"/>
              </a:spcBef>
              <a:buClr>
                <a:srgbClr val="333333"/>
              </a:buClr>
              <a:buFont typeface="Arial"/>
              <a:buNone/>
            </a:pPr>
            <a:r>
              <a:rPr lang="de-DE" sz="2800" b="0" u="none" strike="noStrike">
                <a:solidFill>
                  <a:srgbClr val="333333"/>
                </a:solidFill>
                <a:uFillTx/>
                <a:latin typeface="Aller"/>
              </a:rPr>
              <a:t>  providers: [</a:t>
            </a:r>
            <a:endParaRPr lang="de-DE" sz="2800" b="0" u="none" strike="noStrike">
              <a:solidFill>
                <a:srgbClr val="000000"/>
              </a:solidFill>
              <a:uFillTx/>
              <a:latin typeface="Arial"/>
            </a:endParaRPr>
          </a:p>
          <a:p>
            <a:pPr marL="0" indent="0" defTabSz="914400">
              <a:lnSpc>
                <a:spcPct val="90000"/>
              </a:lnSpc>
              <a:spcBef>
                <a:spcPts val="1001"/>
              </a:spcBef>
              <a:buClr>
                <a:srgbClr val="333333"/>
              </a:buClr>
              <a:buFont typeface="Arial"/>
              <a:buNone/>
            </a:pPr>
            <a:r>
              <a:rPr lang="de-DE" sz="2800" b="0" u="none" strike="noStrike">
                <a:solidFill>
                  <a:srgbClr val="333333"/>
                </a:solidFill>
                <a:uFillTx/>
                <a:latin typeface="Aller"/>
              </a:rPr>
              <a:t>    { provide: ConsoleLogger, useClass: ConsoleLogger }, // same as shortcut</a:t>
            </a:r>
            <a:endParaRPr lang="de-DE" sz="2800" b="0" u="none" strike="noStrike">
              <a:solidFill>
                <a:srgbClr val="000000"/>
              </a:solidFill>
              <a:uFillTx/>
              <a:latin typeface="Arial"/>
            </a:endParaRPr>
          </a:p>
          <a:p>
            <a:pPr marL="0" indent="0" defTabSz="914400">
              <a:lnSpc>
                <a:spcPct val="90000"/>
              </a:lnSpc>
              <a:spcBef>
                <a:spcPts val="1001"/>
              </a:spcBef>
              <a:buClr>
                <a:srgbClr val="333333"/>
              </a:buClr>
              <a:buFont typeface="Arial"/>
              <a:buNone/>
            </a:pPr>
            <a:r>
              <a:rPr lang="de-DE" sz="2800" b="0" u="none" strike="noStrike">
                <a:solidFill>
                  <a:srgbClr val="333333"/>
                </a:solidFill>
                <a:uFillTx/>
                <a:latin typeface="Aller"/>
              </a:rPr>
              <a:t>    { provide: Logger, useExisting: ConsoleLogger } // different token, same instance</a:t>
            </a:r>
            <a:endParaRPr lang="de-DE" sz="2800" b="0" u="none" strike="noStrike">
              <a:solidFill>
                <a:srgbClr val="000000"/>
              </a:solidFill>
              <a:uFillTx/>
              <a:latin typeface="Arial"/>
            </a:endParaRPr>
          </a:p>
          <a:p>
            <a:pPr marL="0" indent="0" defTabSz="914400">
              <a:lnSpc>
                <a:spcPct val="90000"/>
              </a:lnSpc>
              <a:spcBef>
                <a:spcPts val="1001"/>
              </a:spcBef>
              <a:buClr>
                <a:srgbClr val="333333"/>
              </a:buClr>
              <a:buFont typeface="Arial"/>
              <a:buNone/>
            </a:pPr>
            <a:r>
              <a:rPr lang="de-DE" sz="2800" b="0" u="none" strike="noStrike">
                <a:solidFill>
                  <a:srgbClr val="333333"/>
                </a:solidFill>
                <a:uFillTx/>
                <a:latin typeface="Aller"/>
              </a:rPr>
              <a:t>  ]</a:t>
            </a:r>
            <a:endParaRPr lang="de-DE" sz="2800" b="0" u="none" strike="noStrike">
              <a:solidFill>
                <a:srgbClr val="000000"/>
              </a:solidFill>
              <a:uFillTx/>
              <a:latin typeface="Arial"/>
            </a:endParaRPr>
          </a:p>
          <a:p>
            <a:pPr marL="0" indent="0" defTabSz="914400">
              <a:lnSpc>
                <a:spcPct val="90000"/>
              </a:lnSpc>
              <a:spcBef>
                <a:spcPts val="1001"/>
              </a:spcBef>
              <a:buClr>
                <a:srgbClr val="333333"/>
              </a:buClr>
              <a:buFont typeface="Arial"/>
              <a:buNone/>
            </a:pPr>
            <a:r>
              <a:rPr lang="de-DE" sz="2800" b="0" u="none" strike="noStrike">
                <a:solidFill>
                  <a:srgbClr val="333333"/>
                </a:solidFill>
                <a:uFillTx/>
                <a:latin typeface="Aller"/>
              </a:rPr>
              <a:t>});</a:t>
            </a:r>
            <a:endParaRPr lang="de-DE" sz="2800" b="0" u="none" strike="noStrike">
              <a:solidFill>
                <a:srgbClr val="000000"/>
              </a:solidFill>
              <a:uFillTx/>
              <a:latin typeface="Arial"/>
            </a:endParaRP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10"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Moderne Dependency Injection mit inject()</a:t>
            </a:r>
            <a:endParaRPr lang="de-DE" sz="4400" b="0" u="none" strike="noStrike">
              <a:solidFill>
                <a:srgbClr val="000000"/>
              </a:solidFill>
              <a:uFillTx/>
              <a:latin typeface="Arial"/>
            </a:endParaRPr>
          </a:p>
        </p:txBody>
      </p:sp>
      <p:sp>
        <p:nvSpPr>
          <p:cNvPr id="811"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a:bodyPr>
          <a:lstStyle/>
          <a:p>
            <a:pPr indent="0" defTabSz="914400">
              <a:lnSpc>
                <a:spcPct val="90000"/>
              </a:lnSpc>
              <a:spcBef>
                <a:spcPts val="730"/>
              </a:spcBef>
              <a:buNone/>
              <a:tabLst>
                <a:tab pos="0" algn="l"/>
              </a:tabLst>
            </a:pPr>
            <a:r>
              <a:rPr lang="de-DE" sz="2000" b="0" u="none" strike="noStrike">
                <a:solidFill>
                  <a:srgbClr val="1E347B"/>
                </a:solidFill>
                <a:uFillTx/>
                <a:latin typeface="SourceCodePro"/>
              </a:rPr>
              <a:t>import { Component, inject } from '@angular/core';</a:t>
            </a:r>
            <a:endParaRPr lang="de-DE" sz="2000" b="0" u="none" strike="noStrike">
              <a:solidFill>
                <a:srgbClr val="000000"/>
              </a:solidFill>
              <a:uFillTx/>
              <a:latin typeface="Arial"/>
            </a:endParaRPr>
          </a:p>
          <a:p>
            <a:pPr indent="0" defTabSz="914400">
              <a:lnSpc>
                <a:spcPct val="90000"/>
              </a:lnSpc>
              <a:spcBef>
                <a:spcPts val="730"/>
              </a:spcBef>
              <a:buNone/>
              <a:tabLst>
                <a:tab pos="0" algn="l"/>
              </a:tabLst>
            </a:pPr>
            <a:r>
              <a:rPr lang="de-DE" sz="2000" b="0" u="none" strike="noStrike">
                <a:solidFill>
                  <a:srgbClr val="1E347B"/>
                </a:solidFill>
                <a:uFillTx/>
                <a:latin typeface="SourceCodePro"/>
              </a:rPr>
              <a:t/>
            </a:r>
            <a:endParaRPr lang="de-DE" sz="2000" b="0" u="none" strike="noStrike">
              <a:solidFill>
                <a:srgbClr val="000000"/>
              </a:solidFill>
              <a:uFillTx/>
              <a:latin typeface="Arial"/>
            </a:endParaRPr>
          </a:p>
          <a:p>
            <a:pPr indent="0" defTabSz="914400">
              <a:lnSpc>
                <a:spcPct val="90000"/>
              </a:lnSpc>
              <a:spcBef>
                <a:spcPts val="730"/>
              </a:spcBef>
              <a:buNone/>
              <a:tabLst>
                <a:tab pos="0" algn="l"/>
              </a:tabLst>
            </a:pPr>
            <a:r>
              <a:rPr lang="de-DE" sz="2000" b="0" u="none" strike="noStrike">
                <a:solidFill>
                  <a:srgbClr val="1E347B"/>
                </a:solidFill>
                <a:uFillTx/>
                <a:latin typeface="SourceCodePro"/>
              </a:rPr>
              <a:t>@Component({ selector: 'app-root', templateUrl: './app.component.html' })</a:t>
            </a:r>
            <a:endParaRPr lang="de-DE" sz="2000" b="0" u="none" strike="noStrike">
              <a:solidFill>
                <a:srgbClr val="000000"/>
              </a:solidFill>
              <a:uFillTx/>
              <a:latin typeface="Arial"/>
            </a:endParaRPr>
          </a:p>
          <a:p>
            <a:pPr indent="0" defTabSz="914400">
              <a:lnSpc>
                <a:spcPct val="90000"/>
              </a:lnSpc>
              <a:spcBef>
                <a:spcPts val="730"/>
              </a:spcBef>
              <a:buNone/>
              <a:tabLst>
                <a:tab pos="0" algn="l"/>
              </a:tabLst>
            </a:pPr>
            <a:r>
              <a:rPr lang="de-DE" sz="2000" b="0" u="none" strike="noStrike">
                <a:solidFill>
                  <a:srgbClr val="1E347B"/>
                </a:solidFill>
                <a:uFillTx/>
                <a:latin typeface="SourceCodePro"/>
              </a:rPr>
              <a:t>export class AppComponent {</a:t>
            </a:r>
            <a:endParaRPr lang="de-DE" sz="2000" b="0" u="none" strike="noStrike">
              <a:solidFill>
                <a:srgbClr val="000000"/>
              </a:solidFill>
              <a:uFillTx/>
              <a:latin typeface="Arial"/>
            </a:endParaRPr>
          </a:p>
          <a:p>
            <a:pPr indent="0" defTabSz="914400">
              <a:lnSpc>
                <a:spcPct val="90000"/>
              </a:lnSpc>
              <a:spcBef>
                <a:spcPts val="730"/>
              </a:spcBef>
              <a:buNone/>
              <a:tabLst>
                <a:tab pos="0" algn="l"/>
              </a:tabLst>
            </a:pPr>
            <a:r>
              <a:rPr lang="de-DE" sz="2000" b="0" u="none" strike="noStrike">
                <a:solidFill>
                  <a:srgbClr val="1E347B"/>
                </a:solidFill>
                <a:uFillTx/>
                <a:latin typeface="SourceCodePro"/>
              </a:rPr>
              <a:t>  private readonly customerService = inject(CustomerService);</a:t>
            </a:r>
            <a:endParaRPr lang="de-DE" sz="2000" b="0" u="none" strike="noStrike">
              <a:solidFill>
                <a:srgbClr val="000000"/>
              </a:solidFill>
              <a:uFillTx/>
              <a:latin typeface="Arial"/>
            </a:endParaRPr>
          </a:p>
          <a:p>
            <a:pPr indent="0" defTabSz="914400">
              <a:lnSpc>
                <a:spcPct val="90000"/>
              </a:lnSpc>
              <a:spcBef>
                <a:spcPts val="730"/>
              </a:spcBef>
              <a:buNone/>
              <a:tabLst>
                <a:tab pos="0" algn="l"/>
              </a:tabLst>
            </a:pPr>
            <a:r>
              <a:rPr lang="de-DE" sz="2000" b="0" u="none" strike="noStrike">
                <a:solidFill>
                  <a:srgbClr val="1E347B"/>
                </a:solidFill>
                <a:uFillTx/>
                <a:latin typeface="SourceCodePro"/>
              </a:rPr>
              <a:t>  customers = this.customerService.getAll();</a:t>
            </a:r>
            <a:endParaRPr lang="de-DE" sz="2000" b="0" u="none" strike="noStrike">
              <a:solidFill>
                <a:srgbClr val="000000"/>
              </a:solidFill>
              <a:uFillTx/>
              <a:latin typeface="Arial"/>
            </a:endParaRPr>
          </a:p>
          <a:p>
            <a:pPr indent="0" defTabSz="914400">
              <a:lnSpc>
                <a:spcPct val="90000"/>
              </a:lnSpc>
              <a:spcBef>
                <a:spcPts val="730"/>
              </a:spcBef>
              <a:buNone/>
              <a:tabLst>
                <a:tab pos="0" algn="l"/>
              </a:tabLst>
            </a:pPr>
            <a:r>
              <a:rPr lang="de-DE" sz="2000" b="0" u="none" strike="noStrike">
                <a:solidFill>
                  <a:srgbClr val="1E347B"/>
                </a:solidFill>
                <a:uFillTx/>
                <a:latin typeface="SourceCodePro"/>
              </a:rPr>
              <a:t>}</a:t>
            </a:r>
            <a:endParaRPr lang="de-DE" sz="2000" b="0" u="none" strike="noStrike">
              <a:solidFill>
                <a:srgbClr val="000000"/>
              </a:solidFill>
              <a:uFillTx/>
              <a:latin typeface="Arial"/>
            </a:endParaRPr>
          </a:p>
          <a:p>
            <a:pPr indent="0" defTabSz="914400">
              <a:lnSpc>
                <a:spcPct val="90000"/>
              </a:lnSpc>
              <a:spcBef>
                <a:spcPts val="730"/>
              </a:spcBef>
              <a:buNone/>
              <a:tabLst>
                <a:tab pos="0" algn="l"/>
              </a:tabLst>
            </a:pPr>
            <a:r>
              <a:rPr lang="de-DE" sz="2000" b="0" u="none" strike="noStrike">
                <a:solidFill>
                  <a:srgbClr val="1E347B"/>
                </a:solidFill>
                <a:uFillTx/>
                <a:latin typeface="SourceCodePro"/>
              </a:rPr>
              <a:t>// Früher: constructor(private customerService: CustomerService) {}</a:t>
            </a:r>
            <a:endParaRPr lang="de-DE" sz="2000" b="0" u="none" strike="noStrike">
              <a:solidFill>
                <a:srgbClr val="000000"/>
              </a:solidFill>
              <a:uFillTx/>
              <a:latin typeface="Arial"/>
            </a:endParaRPr>
          </a:p>
          <a:p>
            <a:pPr indent="0" defTabSz="914400">
              <a:lnSpc>
                <a:spcPct val="90000"/>
              </a:lnSpc>
              <a:spcBef>
                <a:spcPts val="730"/>
              </a:spcBef>
              <a:buNone/>
              <a:tabLst>
                <a:tab pos="0" algn="l"/>
              </a:tabLst>
            </a:pPr>
            <a:r>
              <a:rPr lang="de-DE" sz="2000" b="0" u="none" strike="noStrike">
                <a:solidFill>
                  <a:srgbClr val="1E347B"/>
                </a:solidFill>
                <a:uFillTx/>
                <a:latin typeface="SourceCodePro"/>
              </a:rPr>
              <a:t/>
            </a:r>
            <a:endParaRPr lang="de-DE" sz="2000" b="0" u="none" strike="noStrike">
              <a:solidFill>
                <a:srgbClr val="000000"/>
              </a:solidFill>
              <a:uFillTx/>
              <a:latin typeface="Arial"/>
            </a:endParaRPr>
          </a:p>
          <a:p>
            <a:pPr indent="0" defTabSz="914400">
              <a:lnSpc>
                <a:spcPct val="90000"/>
              </a:lnSpc>
              <a:spcBef>
                <a:spcPts val="730"/>
              </a:spcBef>
              <a:buNone/>
              <a:tabLst>
                <a:tab pos="0" algn="l"/>
              </a:tabLst>
            </a:pPr>
            <a:r>
              <a:rPr lang="de-DE" sz="2000" b="0" u="none" strike="noStrike">
                <a:solidFill>
                  <a:srgbClr val="1E347B"/>
                </a:solidFill>
                <a:uFillTx/>
                <a:latin typeface="SourceCodePro"/>
              </a:rPr>
              <a:t>// inject() funktioniert auch in Funktionen (Injection Context):</a:t>
            </a:r>
            <a:endParaRPr lang="de-DE" sz="2000" b="0" u="none" strike="noStrike">
              <a:solidFill>
                <a:srgbClr val="000000"/>
              </a:solidFill>
              <a:uFillTx/>
              <a:latin typeface="Arial"/>
            </a:endParaRPr>
          </a:p>
          <a:p>
            <a:pPr indent="0" defTabSz="914400">
              <a:lnSpc>
                <a:spcPct val="90000"/>
              </a:lnSpc>
              <a:spcBef>
                <a:spcPts val="730"/>
              </a:spcBef>
              <a:buNone/>
              <a:tabLst>
                <a:tab pos="0" algn="l"/>
              </a:tabLst>
            </a:pPr>
            <a:r>
              <a:rPr lang="de-DE" sz="2000" b="0" u="none" strike="noStrike">
                <a:solidFill>
                  <a:srgbClr val="1E347B"/>
                </a:solidFill>
                <a:uFillTx/>
                <a:latin typeface="SourceCodePro"/>
              </a:rPr>
              <a:t>export const authGuard: CanActivateFn = () =&gt; inject(AuthService).isLoggedIn();</a:t>
            </a:r>
            <a:endParaRPr lang="de-DE" sz="2000" b="0" u="none" strike="noStrike">
              <a:solidFill>
                <a:srgbClr val="000000"/>
              </a:solidFill>
              <a:uFillTx/>
              <a:latin typeface="Arial"/>
            </a:endParaRPr>
          </a:p>
          <a:p>
            <a:pPr indent="0" defTabSz="914400">
              <a:lnSpc>
                <a:spcPct val="90000"/>
              </a:lnSpc>
              <a:spcBef>
                <a:spcPts val="730"/>
              </a:spcBef>
              <a:buNone/>
              <a:tabLst>
                <a:tab pos="0" algn="l"/>
              </a:tabLst>
            </a:pPr>
            <a:r>
              <a:rPr lang="de-DE" sz="2000" b="0" u="none" strike="noStrike">
                <a:solidFill>
                  <a:srgbClr val="1E347B"/>
                </a:solidFill>
                <a:uFillTx/>
                <a:latin typeface="SourceCodePro"/>
              </a:rPr>
              <a:t>// Vorteile: weniger Boilerplate, einfache Vererbung, funktionale Guards &amp; Interceptors</a:t>
            </a:r>
            <a:endParaRPr lang="de-DE" sz="2000" b="0" u="none" strike="noStrike">
              <a:solidFill>
                <a:srgbClr val="000000"/>
              </a:solidFill>
              <a:uFillTx/>
              <a:latin typeface="Arial"/>
            </a:endParaRP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5"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Kontextbasierte Injektion	</a:t>
            </a:r>
            <a:endParaRPr lang="de-DE" sz="4400" b="0" u="none" strike="noStrike">
              <a:solidFill>
                <a:srgbClr val="000000"/>
              </a:solidFill>
              <a:uFillTx/>
              <a:latin typeface="Arial"/>
            </a:endParaRPr>
          </a:p>
        </p:txBody>
      </p:sp>
      <p:sp>
        <p:nvSpPr>
          <p:cNvPr id="836"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Injektoren bilden einen Baum</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Jede Komponente ein Child-Injector vom Injector der Vater-Komponente</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Instanzen sind Singletons in einem Injektor</a:t>
            </a:r>
            <a:endParaRPr lang="de-DE" sz="24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Provider für Child-Injektoren können an Komponenten definiert werden</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Child-Injector kann Provider des Vaters überschreiben / ergänzen</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providers Property in @Component Decorator</a:t>
            </a:r>
            <a:endParaRPr lang="de-DE" sz="24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Einsatzmöglichkeiten</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Auflösen von Namenskonflikten</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Unterschiedliche Konfiguration (z.B. Log-Level)</a:t>
            </a:r>
            <a:endParaRPr lang="de-DE" sz="2400" b="0" u="none" strike="noStrike">
              <a:solidFill>
                <a:srgbClr val="000000"/>
              </a:solidFill>
              <a:uFillTx/>
              <a:latin typeface="Arial"/>
            </a:endParaRPr>
          </a:p>
          <a:p>
            <a:pPr indent="0" defTabSz="914400">
              <a:lnSpc>
                <a:spcPct val="90000"/>
              </a:lnSpc>
              <a:spcBef>
                <a:spcPts val="1001"/>
              </a:spcBef>
              <a:buNone/>
              <a:tabLst>
                <a:tab pos="0" algn="l"/>
              </a:tabLst>
            </a:pPr>
            <a:endParaRPr lang="de-DE" sz="2800" b="0" u="none" strike="noStrike">
              <a:solidFill>
                <a:srgbClr val="000000"/>
              </a:solidFill>
              <a:uFillTx/>
              <a:latin typeface="Arial"/>
            </a:endParaRP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837" name="Rectangle 7">
            <a:extLst>
              <a:ext uri="{C183D7F6-B498-43B3-948B-1728B52AA6E4}">
                <adec:decorative xmlns:adec="http://schemas.microsoft.com/office/drawing/2017/decorative" val="1"/>
              </a:ext>
            </a:extLst>
          </p:cNvPr>
          <p:cNvSpPr/>
          <p:nvPr/>
        </p:nvSpPr>
        <p:spPr>
          <a:xfrm>
            <a:off x="0" y="0"/>
            <a:ext cx="12190320" cy="685656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838" name="Rectangle 9">
            <a:extLst>
              <a:ext uri="{C183D7F6-B498-43B3-948B-1728B52AA6E4}">
                <adec:decorative xmlns:adec="http://schemas.microsoft.com/office/drawing/2017/decorative" val="1"/>
              </a:ext>
            </a:extLst>
          </p:cNvPr>
          <p:cNvSpPr/>
          <p:nvPr/>
        </p:nvSpPr>
        <p:spPr>
          <a:xfrm>
            <a:off x="360" y="0"/>
            <a:ext cx="12190320" cy="68565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800" b="0" u="none" strike="noStrike">
              <a:solidFill>
                <a:schemeClr val="lt1"/>
              </a:solidFill>
              <a:uFillTx/>
              <a:latin typeface="Calibri"/>
            </a:endParaRPr>
          </a:p>
        </p:txBody>
      </p:sp>
      <p:sp>
        <p:nvSpPr>
          <p:cNvPr id="839" name="PlaceHolder 1"/>
          <p:cNvSpPr>
            <a:spLocks noGrp="1"/>
          </p:cNvSpPr>
          <p:nvPr>
            <p:ph type="title"/>
          </p:nvPr>
        </p:nvSpPr>
        <p:spPr>
          <a:xfrm>
            <a:off x="1179360" y="1280520"/>
            <a:ext cx="9831960" cy="1324080"/>
          </a:xfrm>
          <a:prstGeom prst="rect">
            <a:avLst/>
          </a:prstGeom>
          <a:noFill/>
          <a:ln w="0">
            <a:noFill/>
          </a:ln>
        </p:spPr>
        <p:txBody>
          <a:bodyPr lIns="91440" tIns="45720" rIns="91440" bIns="45720" anchor="b">
            <a:normAutofit/>
          </a:bodyPr>
          <a:lstStyle/>
          <a:p>
            <a:pPr indent="0" algn="ctr" defTabSz="914400">
              <a:lnSpc>
                <a:spcPct val="90000"/>
              </a:lnSpc>
              <a:buNone/>
              <a:tabLst>
                <a:tab pos="0" algn="l"/>
              </a:tabLst>
            </a:pPr>
            <a:r>
              <a:rPr lang="de-DE" sz="3600" b="0" u="none" strike="noStrike">
                <a:solidFill>
                  <a:schemeClr val="dk2"/>
                </a:solidFill>
                <a:uFillTx/>
                <a:latin typeface="Calibri Light"/>
              </a:rPr>
              <a:t>Übung 14</a:t>
            </a:r>
            <a:endParaRPr lang="de-DE" sz="3600" b="0" u="none" strike="noStrike">
              <a:solidFill>
                <a:srgbClr val="000000"/>
              </a:solidFill>
              <a:uFillTx/>
              <a:latin typeface="Arial"/>
            </a:endParaRPr>
          </a:p>
        </p:txBody>
      </p:sp>
      <p:grpSp>
        <p:nvGrpSpPr>
          <p:cNvPr id="840" name="Group 11">
            <a:extLst>
              <a:ext uri="{C183D7F6-B498-43B3-948B-1728B52AA6E4}">
                <adec:decorative xmlns:adec="http://schemas.microsoft.com/office/drawing/2017/decorative" val="1"/>
              </a:ext>
            </a:extLst>
          </p:cNvPr>
          <p:cNvGrpSpPr/>
          <p:nvPr/>
        </p:nvGrpSpPr>
        <p:grpSpPr>
          <a:xfrm>
            <a:off x="8289720" y="0"/>
            <a:ext cx="3900960" cy="2381400"/>
            <a:chOff x="8289720" y="0"/>
            <a:chExt cx="3900960" cy="2381400"/>
          </a:xfrm>
        </p:grpSpPr>
        <p:sp>
          <p:nvSpPr>
            <p:cNvPr id="841" name="Freeform: Shape 12">
              <a:extLst>
                <a:ext uri="{C183D7F6-B498-43B3-948B-1728B52AA6E4}">
                  <adec:decorative xmlns:adec="http://schemas.microsoft.com/office/drawing/2017/decorative" val="1"/>
                </a:ext>
              </a:extLst>
            </p:cNvPr>
            <p:cNvSpPr/>
            <p:nvPr/>
          </p:nvSpPr>
          <p:spPr>
            <a:xfrm>
              <a:off x="8289720" y="0"/>
              <a:ext cx="3900600" cy="2381400"/>
            </a:xfrm>
            <a:custGeom>
              <a:avLst/>
              <a:gdLst>
                <a:gd name="textAreaLeft" fmla="*/ 0 w 3900600"/>
                <a:gd name="textAreaRight" fmla="*/ 3902040 w 3900600"/>
                <a:gd name="textAreaTop" fmla="*/ 0 h 2381400"/>
                <a:gd name="textAreaBottom" fmla="*/ 2382840 h 2381400"/>
              </a:gdLst>
              <a:ahLst/>
              <a:cxnLst/>
              <a:rect l="textAreaLeft" t="textAreaTop" r="textAreaRight" b="textAreaBottom"/>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842" name="Freeform: Shape 13">
              <a:extLst>
                <a:ext uri="{C183D7F6-B498-43B3-948B-1728B52AA6E4}">
                  <adec:decorative xmlns:adec="http://schemas.microsoft.com/office/drawing/2017/decorative" val="1"/>
                </a:ext>
              </a:extLst>
            </p:cNvPr>
            <p:cNvSpPr/>
            <p:nvPr/>
          </p:nvSpPr>
          <p:spPr>
            <a:xfrm>
              <a:off x="8326080" y="0"/>
              <a:ext cx="3864600" cy="2182680"/>
            </a:xfrm>
            <a:custGeom>
              <a:avLst/>
              <a:gdLst>
                <a:gd name="textAreaLeft" fmla="*/ 0 w 3864600"/>
                <a:gd name="textAreaRight" fmla="*/ 3866040 w 3864600"/>
                <a:gd name="textAreaTop" fmla="*/ 0 h 2182680"/>
                <a:gd name="textAreaBottom" fmla="*/ 2184120 h 2182680"/>
              </a:gdLst>
              <a:ahLst/>
              <a:cxnLst/>
              <a:rect l="textAreaLeft" t="textAreaTop" r="textAreaRight" b="textAreaBottom"/>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843" name="Freeform: Shape 14">
              <a:extLst>
                <a:ext uri="{C183D7F6-B498-43B3-948B-1728B52AA6E4}">
                  <adec:decorative xmlns:adec="http://schemas.microsoft.com/office/drawing/2017/decorative" val="1"/>
                </a:ext>
              </a:extLst>
            </p:cNvPr>
            <p:cNvSpPr/>
            <p:nvPr/>
          </p:nvSpPr>
          <p:spPr>
            <a:xfrm>
              <a:off x="8329680" y="0"/>
              <a:ext cx="3861000" cy="2144160"/>
            </a:xfrm>
            <a:custGeom>
              <a:avLst/>
              <a:gdLst>
                <a:gd name="textAreaLeft" fmla="*/ 0 w 3861000"/>
                <a:gd name="textAreaRight" fmla="*/ 3862440 w 3861000"/>
                <a:gd name="textAreaTop" fmla="*/ 0 h 2144160"/>
                <a:gd name="textAreaBottom" fmla="*/ 2145600 h 2144160"/>
              </a:gdLst>
              <a:ahLst/>
              <a:cxnLst/>
              <a:rect l="textAreaLeft" t="textAreaTop" r="textAreaRight" b="textAreaBottom"/>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844" name="Freeform: Shape 15">
              <a:extLst>
                <a:ext uri="{C183D7F6-B498-43B3-948B-1728B52AA6E4}">
                  <adec:decorative xmlns:adec="http://schemas.microsoft.com/office/drawing/2017/decorative" val="1"/>
                </a:ext>
              </a:extLst>
            </p:cNvPr>
            <p:cNvSpPr/>
            <p:nvPr/>
          </p:nvSpPr>
          <p:spPr>
            <a:xfrm>
              <a:off x="8329680" y="0"/>
              <a:ext cx="3861000" cy="2144160"/>
            </a:xfrm>
            <a:custGeom>
              <a:avLst/>
              <a:gdLst>
                <a:gd name="textAreaLeft" fmla="*/ 0 w 3861000"/>
                <a:gd name="textAreaRight" fmla="*/ 3862440 w 3861000"/>
                <a:gd name="textAreaTop" fmla="*/ 0 h 2144160"/>
                <a:gd name="textAreaBottom" fmla="*/ 2145600 h 2144160"/>
              </a:gdLst>
              <a:ahLst/>
              <a:cxnLst/>
              <a:rect l="textAreaLeft" t="textAreaTop" r="textAreaRight" b="textAreaBottom"/>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grpSp>
      <p:sp>
        <p:nvSpPr>
          <p:cNvPr id="845" name="PlaceHolder 2"/>
          <p:cNvSpPr>
            <a:spLocks noGrp="1"/>
          </p:cNvSpPr>
          <p:nvPr>
            <p:ph/>
          </p:nvPr>
        </p:nvSpPr>
        <p:spPr>
          <a:xfrm>
            <a:off x="1179360" y="2890800"/>
            <a:ext cx="9831960" cy="2692440"/>
          </a:xfrm>
          <a:prstGeom prst="rect">
            <a:avLst/>
          </a:prstGeom>
          <a:noFill/>
          <a:ln w="0">
            <a:noFill/>
          </a:ln>
        </p:spPr>
        <p:txBody>
          <a:bodyPr lIns="91440" tIns="45720" rIns="91440" bIns="45720" anchor="t">
            <a:normAutofit/>
          </a:bodyPr>
          <a:lstStyle/>
          <a:p>
            <a:pPr marL="228600" indent="-228600" defTabSz="914400">
              <a:lnSpc>
                <a:spcPct val="90000"/>
              </a:lnSpc>
              <a:spcBef>
                <a:spcPts val="1001"/>
              </a:spcBef>
              <a:buClr>
                <a:srgbClr val="44546A"/>
              </a:buClr>
              <a:buFont typeface="Arial"/>
              <a:buChar char="•"/>
            </a:pPr>
            <a:r>
              <a:rPr lang="de-DE" sz="1300" b="0" u="none" strike="noStrike">
                <a:solidFill>
                  <a:schemeClr val="dk2"/>
                </a:solidFill>
                <a:uFillTx/>
                <a:latin typeface="Calibri"/>
              </a:rPr>
              <a:t>Erstelle einen Service CustomerService</a:t>
            </a:r>
            <a:endParaRPr lang="de-DE" sz="13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300" b="0" u="none" strike="noStrike">
                <a:solidFill>
                  <a:schemeClr val="dk2"/>
                </a:solidFill>
                <a:uFillTx/>
                <a:latin typeface="Calibri"/>
              </a:rPr>
              <a:t>Generieren per ng generate service customer/customer</a:t>
            </a:r>
            <a:endParaRPr lang="de-DE" sz="1300" b="0" u="none" strike="noStrike">
              <a:solidFill>
                <a:srgbClr val="000000"/>
              </a:solidFill>
              <a:uFillTx/>
              <a:latin typeface="Arial"/>
            </a:endParaRPr>
          </a:p>
          <a:p>
            <a:pPr marL="228600" indent="-228600" defTabSz="914400">
              <a:lnSpc>
                <a:spcPct val="90000"/>
              </a:lnSpc>
              <a:spcBef>
                <a:spcPts val="1001"/>
              </a:spcBef>
              <a:buClr>
                <a:srgbClr val="44546A"/>
              </a:buClr>
              <a:buFont typeface="Arial"/>
              <a:buChar char="•"/>
            </a:pPr>
            <a:r>
              <a:rPr lang="de-DE" sz="1300" b="0" u="none" strike="noStrike">
                <a:solidFill>
                  <a:schemeClr val="dk2"/>
                </a:solidFill>
                <a:uFillTx/>
                <a:latin typeface="Calibri"/>
              </a:rPr>
              <a:t>Erstelle Mock-Daten</a:t>
            </a:r>
            <a:endParaRPr lang="de-DE" sz="13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300" b="0" u="none" strike="noStrike">
                <a:solidFill>
                  <a:schemeClr val="dk2"/>
                </a:solidFill>
                <a:uFillTx/>
                <a:latin typeface="Calibri"/>
              </a:rPr>
              <a:t>Erstelle eine Datei src/app/customer/customer.mock.ts</a:t>
            </a:r>
            <a:endParaRPr lang="de-DE" sz="13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300" b="0" u="none" strike="noStrike">
                <a:solidFill>
                  <a:schemeClr val="dk2"/>
                </a:solidFill>
                <a:uFillTx/>
                <a:latin typeface="Calibri"/>
              </a:rPr>
              <a:t>Exportiere darin ein Array von Customer (kopieren aus AppComponent)</a:t>
            </a:r>
            <a:endParaRPr lang="de-DE" sz="1300" b="0" u="none" strike="noStrike">
              <a:solidFill>
                <a:srgbClr val="000000"/>
              </a:solidFill>
              <a:uFillTx/>
              <a:latin typeface="Arial"/>
            </a:endParaRPr>
          </a:p>
          <a:p>
            <a:pPr marL="228600" indent="-228600" defTabSz="914400">
              <a:lnSpc>
                <a:spcPct val="90000"/>
              </a:lnSpc>
              <a:spcBef>
                <a:spcPts val="1001"/>
              </a:spcBef>
              <a:buClr>
                <a:srgbClr val="44546A"/>
              </a:buClr>
              <a:buFont typeface="Arial"/>
              <a:buChar char="•"/>
            </a:pPr>
            <a:r>
              <a:rPr lang="de-DE" sz="1300" b="0" u="none" strike="noStrike">
                <a:solidFill>
                  <a:schemeClr val="dk2"/>
                </a:solidFill>
                <a:uFillTx/>
                <a:latin typeface="Calibri"/>
              </a:rPr>
              <a:t>Verwende im Service die Mock-Daten</a:t>
            </a:r>
            <a:endParaRPr lang="de-DE" sz="13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300" b="0" u="none" strike="noStrike">
                <a:solidFill>
                  <a:schemeClr val="dk2"/>
                </a:solidFill>
                <a:uFillTx/>
                <a:latin typeface="Calibri"/>
              </a:rPr>
              <a:t>Importiere die Mock-Daten aus customer.mock</a:t>
            </a:r>
            <a:endParaRPr lang="de-DE" sz="13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300" b="0" u="none" strike="noStrike">
                <a:solidFill>
                  <a:schemeClr val="dk2"/>
                </a:solidFill>
                <a:uFillTx/>
                <a:latin typeface="Calibri"/>
              </a:rPr>
              <a:t>Erstelle in CustomerService eine Methode getAll(): Customer[]</a:t>
            </a:r>
            <a:endParaRPr lang="de-DE" sz="13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300" b="0" u="none" strike="noStrike">
                <a:solidFill>
                  <a:schemeClr val="dk2"/>
                </a:solidFill>
                <a:uFillTx/>
                <a:latin typeface="Calibri"/>
              </a:rPr>
              <a:t>Gebe darin die Mock-Daten zurück</a:t>
            </a:r>
            <a:endParaRPr lang="de-DE" sz="1300" b="0" u="none" strike="noStrike">
              <a:solidFill>
                <a:srgbClr val="000000"/>
              </a:solidFill>
              <a:uFillTx/>
              <a:latin typeface="Arial"/>
            </a:endParaRPr>
          </a:p>
          <a:p>
            <a:pPr marL="228600" indent="-228600" defTabSz="914400">
              <a:lnSpc>
                <a:spcPct val="90000"/>
              </a:lnSpc>
              <a:spcBef>
                <a:spcPts val="1001"/>
              </a:spcBef>
              <a:buClr>
                <a:srgbClr val="44546A"/>
              </a:buClr>
              <a:buFont typeface="Arial"/>
              <a:buChar char="•"/>
            </a:pPr>
            <a:r>
              <a:rPr lang="de-DE" sz="1300" b="0" u="none" strike="noStrike">
                <a:solidFill>
                  <a:schemeClr val="dk2"/>
                </a:solidFill>
                <a:uFillTx/>
                <a:latin typeface="Calibri"/>
              </a:rPr>
              <a:t>Verwende den Service noch nicht!</a:t>
            </a:r>
            <a:endParaRPr lang="de-DE" sz="1300" b="0" u="none" strike="noStrike">
              <a:solidFill>
                <a:srgbClr val="000000"/>
              </a:solidFill>
              <a:uFillTx/>
              <a:latin typeface="Arial"/>
            </a:endParaRPr>
          </a:p>
        </p:txBody>
      </p:sp>
      <p:grpSp>
        <p:nvGrpSpPr>
          <p:cNvPr id="846" name="Group 17">
            <a:extLst>
              <a:ext uri="{C183D7F6-B498-43B3-948B-1728B52AA6E4}">
                <adec:decorative xmlns:adec="http://schemas.microsoft.com/office/drawing/2017/decorative" val="1"/>
              </a:ext>
            </a:extLst>
          </p:cNvPr>
          <p:cNvGrpSpPr/>
          <p:nvPr/>
        </p:nvGrpSpPr>
        <p:grpSpPr>
          <a:xfrm>
            <a:off x="0" y="4681440"/>
            <a:ext cx="2897280" cy="2174040"/>
            <a:chOff x="0" y="4681440"/>
            <a:chExt cx="2897280" cy="2174040"/>
          </a:xfrm>
        </p:grpSpPr>
        <p:sp>
          <p:nvSpPr>
            <p:cNvPr id="847" name="Freeform: Shape 18">
              <a:extLst>
                <a:ext uri="{C183D7F6-B498-43B3-948B-1728B52AA6E4}">
                  <adec:decorative xmlns:adec="http://schemas.microsoft.com/office/drawing/2017/decorative" val="1"/>
                </a:ext>
              </a:extLst>
            </p:cNvPr>
            <p:cNvSpPr/>
            <p:nvPr/>
          </p:nvSpPr>
          <p:spPr>
            <a:xfrm flipV="1">
              <a:off x="360" y="4849560"/>
              <a:ext cx="2884320" cy="2005560"/>
            </a:xfrm>
            <a:custGeom>
              <a:avLst/>
              <a:gdLst>
                <a:gd name="textAreaLeft" fmla="*/ 0 w 2884320"/>
                <a:gd name="textAreaRight" fmla="*/ 2885760 w 2884320"/>
                <a:gd name="textAreaTop" fmla="*/ 720 h 2005560"/>
                <a:gd name="textAreaBottom" fmla="*/ 2007720 h 2005560"/>
              </a:gdLst>
              <a:ahLst/>
              <a:cxnLst/>
              <a:rect l="textAreaLeft" t="textAreaTop" r="textAreaRight" b="textAreaBottom"/>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848" name="Freeform: Shape 19">
              <a:extLst>
                <a:ext uri="{C183D7F6-B498-43B3-948B-1728B52AA6E4}">
                  <adec:decorative xmlns:adec="http://schemas.microsoft.com/office/drawing/2017/decorative" val="1"/>
                </a:ext>
              </a:extLst>
            </p:cNvPr>
            <p:cNvSpPr/>
            <p:nvPr/>
          </p:nvSpPr>
          <p:spPr>
            <a:xfrm flipV="1">
              <a:off x="360" y="4849560"/>
              <a:ext cx="2884320" cy="2005560"/>
            </a:xfrm>
            <a:custGeom>
              <a:avLst/>
              <a:gdLst>
                <a:gd name="textAreaLeft" fmla="*/ 0 w 2884320"/>
                <a:gd name="textAreaRight" fmla="*/ 2885760 w 2884320"/>
                <a:gd name="textAreaTop" fmla="*/ 720 h 2005560"/>
                <a:gd name="textAreaBottom" fmla="*/ 2007720 h 2005560"/>
              </a:gdLst>
              <a:ahLst/>
              <a:cxnLst/>
              <a:rect l="textAreaLeft" t="textAreaTop" r="textAreaRight" b="textAreaBottom"/>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849" name="Freeform: Shape 20">
              <a:extLst>
                <a:ext uri="{C183D7F6-B498-43B3-948B-1728B52AA6E4}">
                  <adec:decorative xmlns:adec="http://schemas.microsoft.com/office/drawing/2017/decorative" val="1"/>
                </a:ext>
              </a:extLst>
            </p:cNvPr>
            <p:cNvSpPr/>
            <p:nvPr/>
          </p:nvSpPr>
          <p:spPr>
            <a:xfrm flipV="1">
              <a:off x="0" y="4832640"/>
              <a:ext cx="2884680" cy="2022480"/>
            </a:xfrm>
            <a:custGeom>
              <a:avLst/>
              <a:gdLst>
                <a:gd name="textAreaLeft" fmla="*/ 0 w 2884680"/>
                <a:gd name="textAreaRight" fmla="*/ 2886120 w 2884680"/>
                <a:gd name="textAreaTop" fmla="*/ -720 h 2022480"/>
                <a:gd name="textAreaBottom" fmla="*/ 2023200 h 2022480"/>
              </a:gdLst>
              <a:ahLst/>
              <a:cxnLst/>
              <a:rect l="textAreaLeft" t="textAreaTop" r="textAreaRight" b="textAreaBottom"/>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850" name="Freeform: Shape 21">
              <a:extLst>
                <a:ext uri="{C183D7F6-B498-43B3-948B-1728B52AA6E4}">
                  <adec:decorative xmlns:adec="http://schemas.microsoft.com/office/drawing/2017/decorative" val="1"/>
                </a:ext>
              </a:extLst>
            </p:cNvPr>
            <p:cNvSpPr/>
            <p:nvPr/>
          </p:nvSpPr>
          <p:spPr>
            <a:xfrm flipV="1">
              <a:off x="360" y="4681080"/>
              <a:ext cx="2896920" cy="2174040"/>
            </a:xfrm>
            <a:custGeom>
              <a:avLst/>
              <a:gdLst>
                <a:gd name="textAreaLeft" fmla="*/ 0 w 2896920"/>
                <a:gd name="textAreaRight" fmla="*/ 2898360 w 2896920"/>
                <a:gd name="textAreaTop" fmla="*/ 720 h 2174040"/>
                <a:gd name="textAreaBottom" fmla="*/ 2176200 h 2174040"/>
              </a:gdLst>
              <a:ahLst/>
              <a:cxnLst/>
              <a:rect l="textAreaLeft" t="textAreaTop" r="textAreaRight" b="textAreaBottom"/>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gr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851" name="Rectangle 7">
            <a:extLst>
              <a:ext uri="{C183D7F6-B498-43B3-948B-1728B52AA6E4}">
                <adec:decorative xmlns:adec="http://schemas.microsoft.com/office/drawing/2017/decorative" val="1"/>
              </a:ext>
            </a:extLst>
          </p:cNvPr>
          <p:cNvSpPr/>
          <p:nvPr/>
        </p:nvSpPr>
        <p:spPr>
          <a:xfrm>
            <a:off x="0" y="0"/>
            <a:ext cx="12190320" cy="685656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852" name="Rectangle 9">
            <a:extLst>
              <a:ext uri="{C183D7F6-B498-43B3-948B-1728B52AA6E4}">
                <adec:decorative xmlns:adec="http://schemas.microsoft.com/office/drawing/2017/decorative" val="1"/>
              </a:ext>
            </a:extLst>
          </p:cNvPr>
          <p:cNvSpPr/>
          <p:nvPr/>
        </p:nvSpPr>
        <p:spPr>
          <a:xfrm>
            <a:off x="360" y="0"/>
            <a:ext cx="12190320" cy="68565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800" b="0" u="none" strike="noStrike">
              <a:solidFill>
                <a:schemeClr val="lt1"/>
              </a:solidFill>
              <a:uFillTx/>
              <a:latin typeface="Calibri"/>
            </a:endParaRPr>
          </a:p>
        </p:txBody>
      </p:sp>
      <p:sp>
        <p:nvSpPr>
          <p:cNvPr id="853" name="PlaceHolder 1"/>
          <p:cNvSpPr>
            <a:spLocks noGrp="1"/>
          </p:cNvSpPr>
          <p:nvPr>
            <p:ph type="title"/>
          </p:nvPr>
        </p:nvSpPr>
        <p:spPr>
          <a:xfrm>
            <a:off x="1179360" y="1280520"/>
            <a:ext cx="9831960" cy="1324080"/>
          </a:xfrm>
          <a:prstGeom prst="rect">
            <a:avLst/>
          </a:prstGeom>
          <a:noFill/>
          <a:ln w="0">
            <a:noFill/>
          </a:ln>
        </p:spPr>
        <p:txBody>
          <a:bodyPr lIns="91440" tIns="45720" rIns="91440" bIns="45720" anchor="b">
            <a:normAutofit/>
          </a:bodyPr>
          <a:lstStyle/>
          <a:p>
            <a:pPr indent="0" algn="ctr" defTabSz="914400">
              <a:lnSpc>
                <a:spcPct val="90000"/>
              </a:lnSpc>
              <a:buNone/>
              <a:tabLst>
                <a:tab pos="0" algn="l"/>
              </a:tabLst>
            </a:pPr>
            <a:r>
              <a:rPr lang="de-DE" sz="3600" b="0" u="none" strike="noStrike">
                <a:solidFill>
                  <a:schemeClr val="dk2"/>
                </a:solidFill>
                <a:uFillTx/>
                <a:latin typeface="Calibri Light"/>
              </a:rPr>
              <a:t>Übung 15</a:t>
            </a:r>
            <a:endParaRPr lang="de-DE" sz="3600" b="0" u="none" strike="noStrike">
              <a:solidFill>
                <a:srgbClr val="000000"/>
              </a:solidFill>
              <a:uFillTx/>
              <a:latin typeface="Arial"/>
            </a:endParaRPr>
          </a:p>
        </p:txBody>
      </p:sp>
      <p:grpSp>
        <p:nvGrpSpPr>
          <p:cNvPr id="854" name="Group 11">
            <a:extLst>
              <a:ext uri="{C183D7F6-B498-43B3-948B-1728B52AA6E4}">
                <adec:decorative xmlns:adec="http://schemas.microsoft.com/office/drawing/2017/decorative" val="1"/>
              </a:ext>
            </a:extLst>
          </p:cNvPr>
          <p:cNvGrpSpPr/>
          <p:nvPr/>
        </p:nvGrpSpPr>
        <p:grpSpPr>
          <a:xfrm>
            <a:off x="8289720" y="0"/>
            <a:ext cx="3900960" cy="2381400"/>
            <a:chOff x="8289720" y="0"/>
            <a:chExt cx="3900960" cy="2381400"/>
          </a:xfrm>
        </p:grpSpPr>
        <p:sp>
          <p:nvSpPr>
            <p:cNvPr id="855" name="Freeform: Shape 12">
              <a:extLst>
                <a:ext uri="{C183D7F6-B498-43B3-948B-1728B52AA6E4}">
                  <adec:decorative xmlns:adec="http://schemas.microsoft.com/office/drawing/2017/decorative" val="1"/>
                </a:ext>
              </a:extLst>
            </p:cNvPr>
            <p:cNvSpPr/>
            <p:nvPr/>
          </p:nvSpPr>
          <p:spPr>
            <a:xfrm>
              <a:off x="8289720" y="0"/>
              <a:ext cx="3900600" cy="2381400"/>
            </a:xfrm>
            <a:custGeom>
              <a:avLst/>
              <a:gdLst>
                <a:gd name="textAreaLeft" fmla="*/ 0 w 3900600"/>
                <a:gd name="textAreaRight" fmla="*/ 3902040 w 3900600"/>
                <a:gd name="textAreaTop" fmla="*/ 0 h 2381400"/>
                <a:gd name="textAreaBottom" fmla="*/ 2382840 h 2381400"/>
              </a:gdLst>
              <a:ahLst/>
              <a:cxnLst/>
              <a:rect l="textAreaLeft" t="textAreaTop" r="textAreaRight" b="textAreaBottom"/>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856" name="Freeform: Shape 13">
              <a:extLst>
                <a:ext uri="{C183D7F6-B498-43B3-948B-1728B52AA6E4}">
                  <adec:decorative xmlns:adec="http://schemas.microsoft.com/office/drawing/2017/decorative" val="1"/>
                </a:ext>
              </a:extLst>
            </p:cNvPr>
            <p:cNvSpPr/>
            <p:nvPr/>
          </p:nvSpPr>
          <p:spPr>
            <a:xfrm>
              <a:off x="8326080" y="0"/>
              <a:ext cx="3864600" cy="2182680"/>
            </a:xfrm>
            <a:custGeom>
              <a:avLst/>
              <a:gdLst>
                <a:gd name="textAreaLeft" fmla="*/ 0 w 3864600"/>
                <a:gd name="textAreaRight" fmla="*/ 3866040 w 3864600"/>
                <a:gd name="textAreaTop" fmla="*/ 0 h 2182680"/>
                <a:gd name="textAreaBottom" fmla="*/ 2184120 h 2182680"/>
              </a:gdLst>
              <a:ahLst/>
              <a:cxnLst/>
              <a:rect l="textAreaLeft" t="textAreaTop" r="textAreaRight" b="textAreaBottom"/>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857" name="Freeform: Shape 14">
              <a:extLst>
                <a:ext uri="{C183D7F6-B498-43B3-948B-1728B52AA6E4}">
                  <adec:decorative xmlns:adec="http://schemas.microsoft.com/office/drawing/2017/decorative" val="1"/>
                </a:ext>
              </a:extLst>
            </p:cNvPr>
            <p:cNvSpPr/>
            <p:nvPr/>
          </p:nvSpPr>
          <p:spPr>
            <a:xfrm>
              <a:off x="8329680" y="0"/>
              <a:ext cx="3861000" cy="2144160"/>
            </a:xfrm>
            <a:custGeom>
              <a:avLst/>
              <a:gdLst>
                <a:gd name="textAreaLeft" fmla="*/ 0 w 3861000"/>
                <a:gd name="textAreaRight" fmla="*/ 3862440 w 3861000"/>
                <a:gd name="textAreaTop" fmla="*/ 0 h 2144160"/>
                <a:gd name="textAreaBottom" fmla="*/ 2145600 h 2144160"/>
              </a:gdLst>
              <a:ahLst/>
              <a:cxnLst/>
              <a:rect l="textAreaLeft" t="textAreaTop" r="textAreaRight" b="textAreaBottom"/>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858" name="Freeform: Shape 15">
              <a:extLst>
                <a:ext uri="{C183D7F6-B498-43B3-948B-1728B52AA6E4}">
                  <adec:decorative xmlns:adec="http://schemas.microsoft.com/office/drawing/2017/decorative" val="1"/>
                </a:ext>
              </a:extLst>
            </p:cNvPr>
            <p:cNvSpPr/>
            <p:nvPr/>
          </p:nvSpPr>
          <p:spPr>
            <a:xfrm>
              <a:off x="8329680" y="0"/>
              <a:ext cx="3861000" cy="2144160"/>
            </a:xfrm>
            <a:custGeom>
              <a:avLst/>
              <a:gdLst>
                <a:gd name="textAreaLeft" fmla="*/ 0 w 3861000"/>
                <a:gd name="textAreaRight" fmla="*/ 3862440 w 3861000"/>
                <a:gd name="textAreaTop" fmla="*/ 0 h 2144160"/>
                <a:gd name="textAreaBottom" fmla="*/ 2145600 h 2144160"/>
              </a:gdLst>
              <a:ahLst/>
              <a:cxnLst/>
              <a:rect l="textAreaLeft" t="textAreaTop" r="textAreaRight" b="textAreaBottom"/>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grpSp>
      <p:sp>
        <p:nvSpPr>
          <p:cNvPr id="859" name="PlaceHolder 2"/>
          <p:cNvSpPr>
            <a:spLocks noGrp="1"/>
          </p:cNvSpPr>
          <p:nvPr>
            <p:ph/>
          </p:nvPr>
        </p:nvSpPr>
        <p:spPr>
          <a:xfrm>
            <a:off x="1179360" y="2890800"/>
            <a:ext cx="9831960" cy="2692440"/>
          </a:xfrm>
          <a:prstGeom prst="rect">
            <a:avLst/>
          </a:prstGeom>
          <a:noFill/>
          <a:ln w="0">
            <a:noFill/>
          </a:ln>
        </p:spPr>
        <p:txBody>
          <a:bodyPr lIns="91440" tIns="45720" rIns="91440" bIns="45720" anchor="t">
            <a:normAutofit/>
          </a:bodyPr>
          <a:lstStyle/>
          <a:p>
            <a:pPr marL="228600" indent="-228600" defTabSz="914400">
              <a:lnSpc>
                <a:spcPct val="90000"/>
              </a:lnSpc>
              <a:spcBef>
                <a:spcPts val="1001"/>
              </a:spcBef>
              <a:buClr>
                <a:srgbClr val="44546A"/>
              </a:buClr>
              <a:buFont typeface="Arial"/>
              <a:buChar char="•"/>
            </a:pPr>
            <a:r>
              <a:rPr lang="de-DE" sz="1800" b="0" u="none" strike="noStrike">
                <a:solidFill>
                  <a:schemeClr val="dk2"/>
                </a:solidFill>
                <a:uFillTx/>
                <a:latin typeface="Calibri"/>
              </a:rPr>
              <a:t>Lasse CustomerService in AppComponent injizieren</a:t>
            </a:r>
            <a:endParaRPr lang="de-DE" sz="18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800" b="0" u="none" strike="noStrike">
                <a:solidFill>
                  <a:schemeClr val="dk2"/>
                </a:solidFill>
                <a:uFillTx/>
                <a:latin typeface="Calibri"/>
              </a:rPr>
              <a:t>Stelle den CustomerService über @Injectable({ providedIn: 'root' }) zur Verfügung (Default von ng generate)</a:t>
            </a:r>
            <a:endParaRPr lang="de-DE" sz="18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800" b="0" u="none" strike="noStrike">
                <a:solidFill>
                  <a:schemeClr val="dk2"/>
                </a:solidFill>
                <a:uFillTx/>
                <a:latin typeface="Calibri"/>
              </a:rPr>
              <a:t>Injiziere CustomerService in AppComponent per inject(CustomerService)</a:t>
            </a:r>
            <a:endParaRPr lang="de-DE" sz="1800" b="0" u="none" strike="noStrike">
              <a:solidFill>
                <a:srgbClr val="000000"/>
              </a:solidFill>
              <a:uFillTx/>
              <a:latin typeface="Arial"/>
            </a:endParaRPr>
          </a:p>
          <a:p>
            <a:pPr marL="228600" indent="-228600" defTabSz="914400">
              <a:lnSpc>
                <a:spcPct val="90000"/>
              </a:lnSpc>
              <a:spcBef>
                <a:spcPts val="1001"/>
              </a:spcBef>
              <a:buClr>
                <a:srgbClr val="44546A"/>
              </a:buClr>
              <a:buFont typeface="Arial"/>
              <a:buChar char="•"/>
            </a:pPr>
            <a:r>
              <a:rPr lang="de-DE" sz="1800" b="0" u="none" strike="noStrike">
                <a:solidFill>
                  <a:schemeClr val="dk2"/>
                </a:solidFill>
                <a:uFillTx/>
                <a:latin typeface="Calibri"/>
              </a:rPr>
              <a:t>Verwende CustomerService in AppComponent um die Daten zu beziehen</a:t>
            </a:r>
            <a:endParaRPr lang="de-DE" sz="18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800" b="0" u="none" strike="noStrike">
                <a:solidFill>
                  <a:schemeClr val="dk2"/>
                </a:solidFill>
                <a:uFillTx/>
                <a:latin typeface="Calibri"/>
              </a:rPr>
              <a:t>Lösche den Code zum Erzeugen der Test-Daten in AppComponent</a:t>
            </a:r>
            <a:endParaRPr lang="de-DE" sz="18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800" b="0" u="none" strike="noStrike">
                <a:solidFill>
                  <a:schemeClr val="dk2"/>
                </a:solidFill>
                <a:uFillTx/>
                <a:latin typeface="Calibri"/>
              </a:rPr>
              <a:t>Rufe CustomerService#getAll auf um Daten zu bekommen</a:t>
            </a:r>
            <a:endParaRPr lang="de-DE" sz="1800" b="0" u="none" strike="noStrike">
              <a:solidFill>
                <a:srgbClr val="000000"/>
              </a:solidFill>
              <a:uFillTx/>
              <a:latin typeface="Arial"/>
            </a:endParaRPr>
          </a:p>
          <a:p>
            <a:pPr indent="0" defTabSz="914400">
              <a:lnSpc>
                <a:spcPct val="90000"/>
              </a:lnSpc>
              <a:spcBef>
                <a:spcPts val="1001"/>
              </a:spcBef>
              <a:buNone/>
              <a:tabLst>
                <a:tab pos="0" algn="l"/>
              </a:tabLst>
            </a:pPr>
            <a:endParaRPr lang="de-DE" sz="1800" b="0" u="none" strike="noStrike">
              <a:solidFill>
                <a:srgbClr val="000000"/>
              </a:solidFill>
              <a:uFillTx/>
              <a:latin typeface="Arial"/>
            </a:endParaRPr>
          </a:p>
        </p:txBody>
      </p:sp>
      <p:grpSp>
        <p:nvGrpSpPr>
          <p:cNvPr id="860" name="Group 17">
            <a:extLst>
              <a:ext uri="{C183D7F6-B498-43B3-948B-1728B52AA6E4}">
                <adec:decorative xmlns:adec="http://schemas.microsoft.com/office/drawing/2017/decorative" val="1"/>
              </a:ext>
            </a:extLst>
          </p:cNvPr>
          <p:cNvGrpSpPr/>
          <p:nvPr/>
        </p:nvGrpSpPr>
        <p:grpSpPr>
          <a:xfrm>
            <a:off x="0" y="4681440"/>
            <a:ext cx="2897280" cy="2174040"/>
            <a:chOff x="0" y="4681440"/>
            <a:chExt cx="2897280" cy="2174040"/>
          </a:xfrm>
        </p:grpSpPr>
        <p:sp>
          <p:nvSpPr>
            <p:cNvPr id="861" name="Freeform: Shape 18">
              <a:extLst>
                <a:ext uri="{C183D7F6-B498-43B3-948B-1728B52AA6E4}">
                  <adec:decorative xmlns:adec="http://schemas.microsoft.com/office/drawing/2017/decorative" val="1"/>
                </a:ext>
              </a:extLst>
            </p:cNvPr>
            <p:cNvSpPr/>
            <p:nvPr/>
          </p:nvSpPr>
          <p:spPr>
            <a:xfrm flipV="1">
              <a:off x="360" y="4849560"/>
              <a:ext cx="2884320" cy="2005560"/>
            </a:xfrm>
            <a:custGeom>
              <a:avLst/>
              <a:gdLst>
                <a:gd name="textAreaLeft" fmla="*/ 0 w 2884320"/>
                <a:gd name="textAreaRight" fmla="*/ 2885760 w 2884320"/>
                <a:gd name="textAreaTop" fmla="*/ 720 h 2005560"/>
                <a:gd name="textAreaBottom" fmla="*/ 2007720 h 2005560"/>
              </a:gdLst>
              <a:ahLst/>
              <a:cxnLst/>
              <a:rect l="textAreaLeft" t="textAreaTop" r="textAreaRight" b="textAreaBottom"/>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862" name="Freeform: Shape 19">
              <a:extLst>
                <a:ext uri="{C183D7F6-B498-43B3-948B-1728B52AA6E4}">
                  <adec:decorative xmlns:adec="http://schemas.microsoft.com/office/drawing/2017/decorative" val="1"/>
                </a:ext>
              </a:extLst>
            </p:cNvPr>
            <p:cNvSpPr/>
            <p:nvPr/>
          </p:nvSpPr>
          <p:spPr>
            <a:xfrm flipV="1">
              <a:off x="360" y="4849560"/>
              <a:ext cx="2884320" cy="2005560"/>
            </a:xfrm>
            <a:custGeom>
              <a:avLst/>
              <a:gdLst>
                <a:gd name="textAreaLeft" fmla="*/ 0 w 2884320"/>
                <a:gd name="textAreaRight" fmla="*/ 2885760 w 2884320"/>
                <a:gd name="textAreaTop" fmla="*/ 720 h 2005560"/>
                <a:gd name="textAreaBottom" fmla="*/ 2007720 h 2005560"/>
              </a:gdLst>
              <a:ahLst/>
              <a:cxnLst/>
              <a:rect l="textAreaLeft" t="textAreaTop" r="textAreaRight" b="textAreaBottom"/>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863" name="Freeform: Shape 20">
              <a:extLst>
                <a:ext uri="{C183D7F6-B498-43B3-948B-1728B52AA6E4}">
                  <adec:decorative xmlns:adec="http://schemas.microsoft.com/office/drawing/2017/decorative" val="1"/>
                </a:ext>
              </a:extLst>
            </p:cNvPr>
            <p:cNvSpPr/>
            <p:nvPr/>
          </p:nvSpPr>
          <p:spPr>
            <a:xfrm flipV="1">
              <a:off x="0" y="4832640"/>
              <a:ext cx="2884680" cy="2022480"/>
            </a:xfrm>
            <a:custGeom>
              <a:avLst/>
              <a:gdLst>
                <a:gd name="textAreaLeft" fmla="*/ 0 w 2884680"/>
                <a:gd name="textAreaRight" fmla="*/ 2886120 w 2884680"/>
                <a:gd name="textAreaTop" fmla="*/ -720 h 2022480"/>
                <a:gd name="textAreaBottom" fmla="*/ 2023200 h 2022480"/>
              </a:gdLst>
              <a:ahLst/>
              <a:cxnLst/>
              <a:rect l="textAreaLeft" t="textAreaTop" r="textAreaRight" b="textAreaBottom"/>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864" name="Freeform: Shape 21">
              <a:extLst>
                <a:ext uri="{C183D7F6-B498-43B3-948B-1728B52AA6E4}">
                  <adec:decorative xmlns:adec="http://schemas.microsoft.com/office/drawing/2017/decorative" val="1"/>
                </a:ext>
              </a:extLst>
            </p:cNvPr>
            <p:cNvSpPr/>
            <p:nvPr/>
          </p:nvSpPr>
          <p:spPr>
            <a:xfrm flipV="1">
              <a:off x="360" y="4681080"/>
              <a:ext cx="2896920" cy="2174040"/>
            </a:xfrm>
            <a:custGeom>
              <a:avLst/>
              <a:gdLst>
                <a:gd name="textAreaLeft" fmla="*/ 0 w 2896920"/>
                <a:gd name="textAreaRight" fmla="*/ 2898360 w 2896920"/>
                <a:gd name="textAreaTop" fmla="*/ 720 h 2174040"/>
                <a:gd name="textAreaBottom" fmla="*/ 2176200 h 2174040"/>
              </a:gdLst>
              <a:ahLst/>
              <a:cxnLst/>
              <a:rect l="textAreaLeft" t="textAreaTop" r="textAreaRight" b="textAreaBottom"/>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gr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5"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Komponenten Lebenszyklus</a:t>
            </a:r>
            <a:endParaRPr lang="de-DE" sz="4400" b="0" u="none" strike="noStrike">
              <a:solidFill>
                <a:srgbClr val="000000"/>
              </a:solidFill>
              <a:uFillTx/>
              <a:latin typeface="Arial"/>
            </a:endParaRPr>
          </a:p>
        </p:txBody>
      </p:sp>
      <p:sp>
        <p:nvSpPr>
          <p:cNvPr id="866" name="PlaceHolder 2"/>
          <p:cNvSpPr>
            <a:spLocks noGrp="1"/>
          </p:cNvSpPr>
          <p:nvPr>
            <p:ph/>
          </p:nvPr>
        </p:nvSpPr>
        <p:spPr>
          <a:xfrm>
            <a:off x="838080" y="1690560"/>
            <a:ext cx="10514160" cy="4349880"/>
          </a:xfrm>
          <a:prstGeom prst="rect">
            <a:avLst/>
          </a:prstGeom>
          <a:noFill/>
          <a:ln w="0">
            <a:noFill/>
          </a:ln>
        </p:spPr>
        <p:txBody>
          <a:bodyPr lIns="91440" tIns="45720" rIns="91440" bIns="45720" anchor="t">
            <a:normAutofit lnSpcReduction="9999"/>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Komponenten haben einen Lebenszyklus</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1" u="none" strike="noStrike">
                <a:solidFill>
                  <a:schemeClr val="dk1"/>
                </a:solidFill>
                <a:uFillTx/>
                <a:latin typeface="Calibri"/>
              </a:rPr>
              <a:t>Aufruf des Konstruktors</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1" u="none" strike="noStrike">
                <a:solidFill>
                  <a:schemeClr val="dk1"/>
                </a:solidFill>
                <a:uFillTx/>
                <a:latin typeface="Calibri"/>
              </a:rPr>
              <a:t>ngOnChanges</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1" u="none" strike="noStrike">
                <a:solidFill>
                  <a:schemeClr val="dk1"/>
                </a:solidFill>
                <a:uFillTx/>
                <a:latin typeface="Calibri"/>
              </a:rPr>
              <a:t>ngOnInit</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ngDoCheck</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ngAfterContentInit</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ngAfterContentChecked</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ngAfterViewInit</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ngAfterViewChecked</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[ngDoCheck und ggf. ngOnChanges]*</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1" u="none" strike="noStrike">
                <a:solidFill>
                  <a:schemeClr val="dk1"/>
                </a:solidFill>
                <a:uFillTx/>
                <a:latin typeface="Calibri"/>
              </a:rPr>
              <a:t>ngOnDestroy</a:t>
            </a:r>
            <a:endParaRPr lang="de-DE" sz="2400" b="0" u="none" strike="noStrike">
              <a:solidFill>
                <a:srgbClr val="000000"/>
              </a:solidFill>
              <a:uFillTx/>
              <a:latin typeface="Arial"/>
            </a:endParaRPr>
          </a:p>
          <a:p>
            <a:pPr indent="0" defTabSz="914400">
              <a:lnSpc>
                <a:spcPct val="90000"/>
              </a:lnSpc>
              <a:spcBef>
                <a:spcPts val="1001"/>
              </a:spcBef>
              <a:buNone/>
              <a:tabLst>
                <a:tab pos="0" algn="l"/>
              </a:tabLst>
            </a:pPr>
            <a:endParaRPr lang="de-DE" sz="2800" b="0" u="none" strike="noStrike">
              <a:solidFill>
                <a:srgbClr val="000000"/>
              </a:solidFill>
              <a:uFillTx/>
              <a:latin typeface="Arial"/>
            </a:endParaRPr>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7"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Was soll das?</a:t>
            </a:r>
            <a:endParaRPr lang="de-DE" sz="4400" b="0" u="none" strike="noStrike">
              <a:solidFill>
                <a:srgbClr val="000000"/>
              </a:solidFill>
              <a:uFillTx/>
              <a:latin typeface="Arial"/>
            </a:endParaRPr>
          </a:p>
        </p:txBody>
      </p:sp>
      <p:sp>
        <p:nvSpPr>
          <p:cNvPr id="868"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Bestimmte Informationen stehen erst später zur Verfügung</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ID des Trainings beim Routing</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Kind-Komponenten</a:t>
            </a:r>
            <a:endParaRPr lang="de-DE" sz="24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Instanziierung und Initialisierung trennen</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Gut für Testbarkeit</a:t>
            </a:r>
            <a:endParaRPr lang="de-DE" sz="2400" b="0" u="none" strike="noStrike">
              <a:solidFill>
                <a:srgbClr val="000000"/>
              </a:solidFill>
              <a:uFillTx/>
              <a:latin typeface="Arial"/>
            </a:endParaRPr>
          </a:p>
          <a:p>
            <a:pPr indent="0" defTabSz="914400">
              <a:lnSpc>
                <a:spcPct val="90000"/>
              </a:lnSpc>
              <a:spcBef>
                <a:spcPts val="1001"/>
              </a:spcBef>
              <a:buNone/>
              <a:tabLst>
                <a:tab pos="0" algn="l"/>
              </a:tabLst>
            </a:pPr>
            <a:endParaRPr lang="de-DE" sz="28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tabLst>
                <a:tab pos="0" algn="l"/>
              </a:tabLst>
            </a:pPr>
            <a:r>
              <a:rPr lang="de-DE" sz="2800" b="0" u="none" strike="noStrike">
                <a:solidFill>
                  <a:schemeClr val="dk1"/>
                </a:solidFill>
                <a:uFillTx/>
                <a:latin typeface="Calibri"/>
              </a:rPr>
              <a:t>Achtung: keine Lifecycle-Hooks für Services</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endParaRPr lang="de-DE" sz="2800" b="0" u="none" strike="noStrike">
              <a:solidFill>
                <a:srgbClr val="000000"/>
              </a:solidFill>
              <a:uFillTx/>
              <a:latin typeface="Arial"/>
            </a:endParaRP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9"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Best Practices: OnInit</a:t>
            </a:r>
            <a:endParaRPr lang="de-DE" sz="4400" b="0" u="none" strike="noStrike">
              <a:solidFill>
                <a:srgbClr val="000000"/>
              </a:solidFill>
              <a:uFillTx/>
              <a:latin typeface="Arial"/>
            </a:endParaRPr>
          </a:p>
        </p:txBody>
      </p:sp>
      <p:sp>
        <p:nvSpPr>
          <p:cNvPr id="870"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a:bodyPr>
          <a:lstStyle/>
          <a:p>
            <a:pPr indent="0" defTabSz="914400">
              <a:lnSpc>
                <a:spcPct val="90000"/>
              </a:lnSpc>
              <a:spcBef>
                <a:spcPts val="729"/>
              </a:spcBef>
              <a:buNone/>
              <a:tabLst>
                <a:tab pos="0" algn="l"/>
              </a:tabLst>
            </a:pPr>
            <a:r>
              <a:rPr lang="de-DE" sz="2000" b="0" u="none" strike="noStrike">
                <a:solidFill>
                  <a:srgbClr val="1E347B"/>
                </a:solidFill>
                <a:uFillTx/>
                <a:latin typeface="SourceCodePro"/>
              </a:rPr>
              <a:t>import { Component, OnInit, inject } from "@angular/core";</a:t>
            </a:r>
            <a:endParaRPr lang="de-DE" sz="2000" b="0" u="none" strike="noStrike">
              <a:solidFill>
                <a:srgbClr val="000000"/>
              </a:solidFill>
              <a:uFillTx/>
              <a:latin typeface="Arial"/>
            </a:endParaRPr>
          </a:p>
          <a:p>
            <a:pPr indent="0" defTabSz="914400">
              <a:lnSpc>
                <a:spcPct val="90000"/>
              </a:lnSpc>
              <a:spcBef>
                <a:spcPts val="729"/>
              </a:spcBef>
              <a:buNone/>
              <a:tabLst>
                <a:tab pos="0" algn="l"/>
              </a:tabLst>
            </a:pPr>
            <a:r>
              <a:rPr lang="de-DE" sz="2000" b="0" u="none" strike="noStrike">
                <a:solidFill>
                  <a:srgbClr val="1E347B"/>
                </a:solidFill>
                <a:uFillTx/>
                <a:latin typeface="SourceCodePro"/>
              </a:rPr>
              <a:t>@Component({</a:t>
            </a:r>
            <a:endParaRPr lang="de-DE" sz="2000" b="0" u="none" strike="noStrike">
              <a:solidFill>
                <a:srgbClr val="000000"/>
              </a:solidFill>
              <a:uFillTx/>
              <a:latin typeface="Arial"/>
            </a:endParaRPr>
          </a:p>
          <a:p>
            <a:pPr indent="0" defTabSz="914400">
              <a:lnSpc>
                <a:spcPct val="90000"/>
              </a:lnSpc>
              <a:spcBef>
                <a:spcPts val="729"/>
              </a:spcBef>
              <a:buNone/>
              <a:tabLst>
                <a:tab pos="0" algn="l"/>
              </a:tabLst>
            </a:pPr>
            <a:r>
              <a:rPr lang="de-DE" sz="2000" b="0" u="none" strike="noStrike">
                <a:solidFill>
                  <a:srgbClr val="1E347B"/>
                </a:solidFill>
                <a:uFillTx/>
                <a:latin typeface="SourceCodePro"/>
              </a:rPr>
              <a:t>  selector: "music-app", template: `&lt;h1&gt;Music App&lt;/h1&gt;`,</a:t>
            </a:r>
            <a:endParaRPr lang="de-DE" sz="2000" b="0" u="none" strike="noStrike">
              <a:solidFill>
                <a:srgbClr val="000000"/>
              </a:solidFill>
              <a:uFillTx/>
              <a:latin typeface="Arial"/>
            </a:endParaRPr>
          </a:p>
          <a:p>
            <a:pPr indent="0" defTabSz="914400">
              <a:lnSpc>
                <a:spcPct val="90000"/>
              </a:lnSpc>
              <a:spcBef>
                <a:spcPts val="729"/>
              </a:spcBef>
              <a:buNone/>
              <a:tabLst>
                <a:tab pos="0" algn="l"/>
              </a:tabLst>
            </a:pPr>
            <a:r>
              <a:rPr lang="de-DE" sz="2000" b="0" u="none" strike="noStrike">
                <a:solidFill>
                  <a:srgbClr val="1E347B"/>
                </a:solidFill>
                <a:uFillTx/>
                <a:latin typeface="SourceCodePro"/>
              </a:rPr>
              <a:t>  providers: [ ArtistService ]</a:t>
            </a:r>
            <a:endParaRPr lang="de-DE" sz="2000" b="0" u="none" strike="noStrike">
              <a:solidFill>
                <a:srgbClr val="000000"/>
              </a:solidFill>
              <a:uFillTx/>
              <a:latin typeface="Arial"/>
            </a:endParaRPr>
          </a:p>
          <a:p>
            <a:pPr indent="0" defTabSz="914400">
              <a:lnSpc>
                <a:spcPct val="90000"/>
              </a:lnSpc>
              <a:spcBef>
                <a:spcPts val="729"/>
              </a:spcBef>
              <a:buNone/>
              <a:tabLst>
                <a:tab pos="0" algn="l"/>
              </a:tabLst>
            </a:pPr>
            <a:r>
              <a:rPr lang="de-DE" sz="2000" b="0" u="none" strike="noStrike">
                <a:solidFill>
                  <a:srgbClr val="1E347B"/>
                </a:solidFill>
                <a:uFillTx/>
                <a:latin typeface="SourceCodePro"/>
              </a:rPr>
              <a:t>})</a:t>
            </a:r>
            <a:endParaRPr lang="de-DE" sz="2000" b="0" u="none" strike="noStrike">
              <a:solidFill>
                <a:srgbClr val="000000"/>
              </a:solidFill>
              <a:uFillTx/>
              <a:latin typeface="Arial"/>
            </a:endParaRPr>
          </a:p>
          <a:p>
            <a:pPr indent="0" defTabSz="914400">
              <a:lnSpc>
                <a:spcPct val="90000"/>
              </a:lnSpc>
              <a:spcBef>
                <a:spcPts val="729"/>
              </a:spcBef>
              <a:buNone/>
              <a:tabLst>
                <a:tab pos="0" algn="l"/>
              </a:tabLst>
            </a:pPr>
            <a:r>
              <a:rPr lang="de-DE" sz="2000" b="0" u="none" strike="noStrike">
                <a:solidFill>
                  <a:srgbClr val="1E347B"/>
                </a:solidFill>
                <a:uFillTx/>
                <a:latin typeface="SourceCodePro"/>
              </a:rPr>
              <a:t>export class MusicAppComponent implements OnInit {</a:t>
            </a:r>
            <a:endParaRPr lang="de-DE" sz="2000" b="0" u="none" strike="noStrike">
              <a:solidFill>
                <a:srgbClr val="000000"/>
              </a:solidFill>
              <a:uFillTx/>
              <a:latin typeface="Arial"/>
            </a:endParaRPr>
          </a:p>
          <a:p>
            <a:pPr indent="0" defTabSz="914400">
              <a:lnSpc>
                <a:spcPct val="90000"/>
              </a:lnSpc>
              <a:spcBef>
                <a:spcPts val="729"/>
              </a:spcBef>
              <a:buNone/>
              <a:tabLst>
                <a:tab pos="0" algn="l"/>
              </a:tabLst>
            </a:pPr>
            <a:r>
              <a:rPr lang="de-DE" sz="2000" b="0" u="none" strike="noStrike">
                <a:solidFill>
                  <a:srgbClr val="1E347B"/>
                </a:solidFill>
                <a:uFillTx/>
                <a:latin typeface="SourceCodePro"/>
              </a:rPr>
              <a:t>  private readonly service = inject(ArtistService);</a:t>
            </a:r>
            <a:endParaRPr lang="de-DE" sz="2000" b="0" u="none" strike="noStrike">
              <a:solidFill>
                <a:srgbClr val="000000"/>
              </a:solidFill>
              <a:uFillTx/>
              <a:latin typeface="Arial"/>
            </a:endParaRPr>
          </a:p>
          <a:p>
            <a:pPr indent="0" defTabSz="914400">
              <a:lnSpc>
                <a:spcPct val="90000"/>
              </a:lnSpc>
              <a:spcBef>
                <a:spcPts val="729"/>
              </a:spcBef>
              <a:buNone/>
              <a:tabLst>
                <a:tab pos="0" algn="l"/>
              </a:tabLst>
            </a:pPr>
            <a:r>
              <a:rPr lang="de-DE" sz="2000" b="0" u="none" strike="noStrike">
                <a:solidFill>
                  <a:srgbClr val="1E347B"/>
                </a:solidFill>
                <a:uFillTx/>
                <a:latin typeface="SourceCodePro"/>
              </a:rPr>
              <a:t>  public artists: Artist[] = [];</a:t>
            </a:r>
            <a:endParaRPr lang="de-DE" sz="2000" b="0" u="none" strike="noStrike">
              <a:solidFill>
                <a:srgbClr val="000000"/>
              </a:solidFill>
              <a:uFillTx/>
              <a:latin typeface="Arial"/>
            </a:endParaRPr>
          </a:p>
          <a:p>
            <a:pPr indent="0" defTabSz="914400">
              <a:lnSpc>
                <a:spcPct val="90000"/>
              </a:lnSpc>
              <a:spcBef>
                <a:spcPts val="729"/>
              </a:spcBef>
              <a:buNone/>
              <a:tabLst>
                <a:tab pos="0" algn="l"/>
              </a:tabLst>
            </a:pPr>
            <a:r>
              <a:rPr lang="de-DE" sz="2000" b="0" u="none" strike="noStrike">
                <a:solidFill>
                  <a:srgbClr val="1E347B"/>
                </a:solidFill>
                <a:uFillTx/>
                <a:latin typeface="SourceCodePro"/>
              </a:rPr>
              <a:t>  ngOnInit() {</a:t>
            </a:r>
            <a:endParaRPr lang="de-DE" sz="2000" b="0" u="none" strike="noStrike">
              <a:solidFill>
                <a:srgbClr val="000000"/>
              </a:solidFill>
              <a:uFillTx/>
              <a:latin typeface="Arial"/>
            </a:endParaRPr>
          </a:p>
          <a:p>
            <a:pPr indent="0" defTabSz="914400">
              <a:lnSpc>
                <a:spcPct val="90000"/>
              </a:lnSpc>
              <a:spcBef>
                <a:spcPts val="729"/>
              </a:spcBef>
              <a:buNone/>
              <a:tabLst>
                <a:tab pos="0" algn="l"/>
              </a:tabLst>
            </a:pPr>
            <a:r>
              <a:rPr lang="de-DE" sz="2000" b="0" u="none" strike="noStrike">
                <a:solidFill>
                  <a:srgbClr val="1E347B"/>
                </a:solidFill>
                <a:uFillTx/>
                <a:latin typeface="SourceCodePro"/>
              </a:rPr>
              <a:t>    this.artists = this.service.getAll();</a:t>
            </a:r>
            <a:endParaRPr lang="de-DE" sz="2000" b="0" u="none" strike="noStrike">
              <a:solidFill>
                <a:srgbClr val="000000"/>
              </a:solidFill>
              <a:uFillTx/>
              <a:latin typeface="Arial"/>
            </a:endParaRPr>
          </a:p>
          <a:p>
            <a:pPr indent="0" defTabSz="914400">
              <a:lnSpc>
                <a:spcPct val="90000"/>
              </a:lnSpc>
              <a:spcBef>
                <a:spcPts val="729"/>
              </a:spcBef>
              <a:buNone/>
              <a:tabLst>
                <a:tab pos="0" algn="l"/>
              </a:tabLst>
            </a:pPr>
            <a:r>
              <a:rPr lang="de-DE" sz="2000" b="0" u="none" strike="noStrike">
                <a:solidFill>
                  <a:srgbClr val="1E347B"/>
                </a:solidFill>
                <a:uFillTx/>
                <a:latin typeface="SourceCodePro"/>
              </a:rPr>
              <a:t>  }</a:t>
            </a:r>
            <a:endParaRPr lang="de-DE" sz="2000" b="0" u="none" strike="noStrike">
              <a:solidFill>
                <a:srgbClr val="000000"/>
              </a:solidFill>
              <a:uFillTx/>
              <a:latin typeface="Arial"/>
            </a:endParaRPr>
          </a:p>
          <a:p>
            <a:pPr indent="0" defTabSz="914400">
              <a:lnSpc>
                <a:spcPct val="90000"/>
              </a:lnSpc>
              <a:spcBef>
                <a:spcPts val="729"/>
              </a:spcBef>
              <a:buNone/>
              <a:tabLst>
                <a:tab pos="0" algn="l"/>
              </a:tabLst>
            </a:pPr>
            <a:r>
              <a:rPr lang="de-DE" sz="2000" b="0" u="none" strike="noStrike">
                <a:solidFill>
                  <a:srgbClr val="1E347B"/>
                </a:solidFill>
                <a:uFillTx/>
                <a:latin typeface="SourceCodePro"/>
              </a:rPr>
              <a:t>}</a:t>
            </a:r>
            <a:endParaRPr lang="de-DE" sz="2000" b="0" u="none" strike="noStrike">
              <a:solidFill>
                <a:srgbClr val="000000"/>
              </a:solidFill>
              <a:uFillTx/>
              <a:latin typeface="Arial"/>
            </a:endParaRP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871" name="Rectangle 7">
            <a:extLst>
              <a:ext uri="{C183D7F6-B498-43B3-948B-1728B52AA6E4}">
                <adec:decorative xmlns:adec="http://schemas.microsoft.com/office/drawing/2017/decorative" val="1"/>
              </a:ext>
            </a:extLst>
          </p:cNvPr>
          <p:cNvSpPr/>
          <p:nvPr/>
        </p:nvSpPr>
        <p:spPr>
          <a:xfrm>
            <a:off x="0" y="0"/>
            <a:ext cx="12190320" cy="685656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872" name="Rectangle 9">
            <a:extLst>
              <a:ext uri="{C183D7F6-B498-43B3-948B-1728B52AA6E4}">
                <adec:decorative xmlns:adec="http://schemas.microsoft.com/office/drawing/2017/decorative" val="1"/>
              </a:ext>
            </a:extLst>
          </p:cNvPr>
          <p:cNvSpPr/>
          <p:nvPr/>
        </p:nvSpPr>
        <p:spPr>
          <a:xfrm>
            <a:off x="360" y="0"/>
            <a:ext cx="12190320" cy="68565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800" b="0" u="none" strike="noStrike">
              <a:solidFill>
                <a:schemeClr val="lt1"/>
              </a:solidFill>
              <a:uFillTx/>
              <a:latin typeface="Calibri"/>
            </a:endParaRPr>
          </a:p>
        </p:txBody>
      </p:sp>
      <p:sp>
        <p:nvSpPr>
          <p:cNvPr id="873" name="PlaceHolder 1"/>
          <p:cNvSpPr>
            <a:spLocks noGrp="1"/>
          </p:cNvSpPr>
          <p:nvPr>
            <p:ph type="title"/>
          </p:nvPr>
        </p:nvSpPr>
        <p:spPr>
          <a:xfrm>
            <a:off x="1179360" y="1280520"/>
            <a:ext cx="9831960" cy="1324080"/>
          </a:xfrm>
          <a:prstGeom prst="rect">
            <a:avLst/>
          </a:prstGeom>
          <a:noFill/>
          <a:ln w="0">
            <a:noFill/>
          </a:ln>
        </p:spPr>
        <p:txBody>
          <a:bodyPr lIns="91440" tIns="45720" rIns="91440" bIns="45720" anchor="b">
            <a:normAutofit/>
          </a:bodyPr>
          <a:lstStyle/>
          <a:p>
            <a:pPr indent="0" algn="ctr" defTabSz="914400">
              <a:lnSpc>
                <a:spcPct val="90000"/>
              </a:lnSpc>
              <a:buNone/>
              <a:tabLst>
                <a:tab pos="0" algn="l"/>
              </a:tabLst>
            </a:pPr>
            <a:r>
              <a:rPr lang="de-DE" sz="3600" b="0" u="none" strike="noStrike">
                <a:solidFill>
                  <a:schemeClr val="dk2"/>
                </a:solidFill>
                <a:uFillTx/>
                <a:latin typeface="Calibri Light"/>
              </a:rPr>
              <a:t>Übung 16: OnInit</a:t>
            </a:r>
            <a:endParaRPr lang="de-DE" sz="3600" b="0" u="none" strike="noStrike">
              <a:solidFill>
                <a:srgbClr val="000000"/>
              </a:solidFill>
              <a:uFillTx/>
              <a:latin typeface="Arial"/>
            </a:endParaRPr>
          </a:p>
        </p:txBody>
      </p:sp>
      <p:grpSp>
        <p:nvGrpSpPr>
          <p:cNvPr id="874" name="Group 11">
            <a:extLst>
              <a:ext uri="{C183D7F6-B498-43B3-948B-1728B52AA6E4}">
                <adec:decorative xmlns:adec="http://schemas.microsoft.com/office/drawing/2017/decorative" val="1"/>
              </a:ext>
            </a:extLst>
          </p:cNvPr>
          <p:cNvGrpSpPr/>
          <p:nvPr/>
        </p:nvGrpSpPr>
        <p:grpSpPr>
          <a:xfrm>
            <a:off x="8289720" y="0"/>
            <a:ext cx="3900960" cy="2381400"/>
            <a:chOff x="8289720" y="0"/>
            <a:chExt cx="3900960" cy="2381400"/>
          </a:xfrm>
        </p:grpSpPr>
        <p:sp>
          <p:nvSpPr>
            <p:cNvPr id="875" name="Freeform: Shape 12">
              <a:extLst>
                <a:ext uri="{C183D7F6-B498-43B3-948B-1728B52AA6E4}">
                  <adec:decorative xmlns:adec="http://schemas.microsoft.com/office/drawing/2017/decorative" val="1"/>
                </a:ext>
              </a:extLst>
            </p:cNvPr>
            <p:cNvSpPr/>
            <p:nvPr/>
          </p:nvSpPr>
          <p:spPr>
            <a:xfrm>
              <a:off x="8289720" y="0"/>
              <a:ext cx="3900600" cy="2381400"/>
            </a:xfrm>
            <a:custGeom>
              <a:avLst/>
              <a:gdLst>
                <a:gd name="textAreaLeft" fmla="*/ 0 w 3900600"/>
                <a:gd name="textAreaRight" fmla="*/ 3902040 w 3900600"/>
                <a:gd name="textAreaTop" fmla="*/ 0 h 2381400"/>
                <a:gd name="textAreaBottom" fmla="*/ 2382840 h 2381400"/>
              </a:gdLst>
              <a:ahLst/>
              <a:cxnLst/>
              <a:rect l="textAreaLeft" t="textAreaTop" r="textAreaRight" b="textAreaBottom"/>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876" name="Freeform: Shape 13">
              <a:extLst>
                <a:ext uri="{C183D7F6-B498-43B3-948B-1728B52AA6E4}">
                  <adec:decorative xmlns:adec="http://schemas.microsoft.com/office/drawing/2017/decorative" val="1"/>
                </a:ext>
              </a:extLst>
            </p:cNvPr>
            <p:cNvSpPr/>
            <p:nvPr/>
          </p:nvSpPr>
          <p:spPr>
            <a:xfrm>
              <a:off x="8326080" y="0"/>
              <a:ext cx="3864600" cy="2182680"/>
            </a:xfrm>
            <a:custGeom>
              <a:avLst/>
              <a:gdLst>
                <a:gd name="textAreaLeft" fmla="*/ 0 w 3864600"/>
                <a:gd name="textAreaRight" fmla="*/ 3866040 w 3864600"/>
                <a:gd name="textAreaTop" fmla="*/ 0 h 2182680"/>
                <a:gd name="textAreaBottom" fmla="*/ 2184120 h 2182680"/>
              </a:gdLst>
              <a:ahLst/>
              <a:cxnLst/>
              <a:rect l="textAreaLeft" t="textAreaTop" r="textAreaRight" b="textAreaBottom"/>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877" name="Freeform: Shape 14">
              <a:extLst>
                <a:ext uri="{C183D7F6-B498-43B3-948B-1728B52AA6E4}">
                  <adec:decorative xmlns:adec="http://schemas.microsoft.com/office/drawing/2017/decorative" val="1"/>
                </a:ext>
              </a:extLst>
            </p:cNvPr>
            <p:cNvSpPr/>
            <p:nvPr/>
          </p:nvSpPr>
          <p:spPr>
            <a:xfrm>
              <a:off x="8329680" y="0"/>
              <a:ext cx="3861000" cy="2144160"/>
            </a:xfrm>
            <a:custGeom>
              <a:avLst/>
              <a:gdLst>
                <a:gd name="textAreaLeft" fmla="*/ 0 w 3861000"/>
                <a:gd name="textAreaRight" fmla="*/ 3862440 w 3861000"/>
                <a:gd name="textAreaTop" fmla="*/ 0 h 2144160"/>
                <a:gd name="textAreaBottom" fmla="*/ 2145600 h 2144160"/>
              </a:gdLst>
              <a:ahLst/>
              <a:cxnLst/>
              <a:rect l="textAreaLeft" t="textAreaTop" r="textAreaRight" b="textAreaBottom"/>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878" name="Freeform: Shape 15">
              <a:extLst>
                <a:ext uri="{C183D7F6-B498-43B3-948B-1728B52AA6E4}">
                  <adec:decorative xmlns:adec="http://schemas.microsoft.com/office/drawing/2017/decorative" val="1"/>
                </a:ext>
              </a:extLst>
            </p:cNvPr>
            <p:cNvSpPr/>
            <p:nvPr/>
          </p:nvSpPr>
          <p:spPr>
            <a:xfrm>
              <a:off x="8329680" y="0"/>
              <a:ext cx="3861000" cy="2144160"/>
            </a:xfrm>
            <a:custGeom>
              <a:avLst/>
              <a:gdLst>
                <a:gd name="textAreaLeft" fmla="*/ 0 w 3861000"/>
                <a:gd name="textAreaRight" fmla="*/ 3862440 w 3861000"/>
                <a:gd name="textAreaTop" fmla="*/ 0 h 2144160"/>
                <a:gd name="textAreaBottom" fmla="*/ 2145600 h 2144160"/>
              </a:gdLst>
              <a:ahLst/>
              <a:cxnLst/>
              <a:rect l="textAreaLeft" t="textAreaTop" r="textAreaRight" b="textAreaBottom"/>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grpSp>
      <p:sp>
        <p:nvSpPr>
          <p:cNvPr id="879" name="PlaceHolder 2"/>
          <p:cNvSpPr>
            <a:spLocks noGrp="1"/>
          </p:cNvSpPr>
          <p:nvPr>
            <p:ph/>
          </p:nvPr>
        </p:nvSpPr>
        <p:spPr>
          <a:xfrm>
            <a:off x="1179360" y="2890800"/>
            <a:ext cx="9831960" cy="2692440"/>
          </a:xfrm>
          <a:prstGeom prst="rect">
            <a:avLst/>
          </a:prstGeom>
          <a:noFill/>
          <a:ln w="0">
            <a:noFill/>
          </a:ln>
        </p:spPr>
        <p:txBody>
          <a:bodyPr lIns="91440" tIns="45720" rIns="91440" bIns="45720" anchor="t">
            <a:normAutofit/>
          </a:bodyPr>
          <a:lstStyle/>
          <a:p>
            <a:pPr indent="0" defTabSz="914400">
              <a:lnSpc>
                <a:spcPct val="90000"/>
              </a:lnSpc>
              <a:spcBef>
                <a:spcPts val="1001"/>
              </a:spcBef>
              <a:buNone/>
              <a:tabLst>
                <a:tab pos="0" algn="l"/>
              </a:tabLst>
            </a:pPr>
            <a:r>
              <a:rPr lang="de-DE" sz="1800" b="0" u="none" strike="noStrike">
                <a:solidFill>
                  <a:schemeClr val="dk2"/>
                </a:solidFill>
                <a:uFillTx/>
                <a:latin typeface="Aller"/>
              </a:rPr>
              <a:t>Initialisiere die Daten in AppComponent im ngOnInit Hook statt im Konstruktor</a:t>
            </a:r>
            <a:endParaRPr lang="de-DE" sz="1800" b="0" u="none" strike="noStrike">
              <a:solidFill>
                <a:srgbClr val="000000"/>
              </a:solidFill>
              <a:uFillTx/>
              <a:latin typeface="Arial"/>
            </a:endParaRPr>
          </a:p>
          <a:p>
            <a:pPr marL="457200" indent="0" defTabSz="914400">
              <a:lnSpc>
                <a:spcPct val="90000"/>
              </a:lnSpc>
              <a:spcBef>
                <a:spcPts val="499"/>
              </a:spcBef>
              <a:buNone/>
              <a:tabLst>
                <a:tab pos="0" algn="l"/>
              </a:tabLst>
            </a:pPr>
            <a:r>
              <a:rPr lang="de-DE" sz="1800" b="0" u="none" strike="noStrike">
                <a:solidFill>
                  <a:schemeClr val="dk2"/>
                </a:solidFill>
                <a:uFillTx/>
                <a:latin typeface="Aller"/>
              </a:rPr>
              <a:t>Implementiere das Interface OnInit aus @angular/core</a:t>
            </a:r>
            <a:endParaRPr lang="de-DE" sz="1800" b="0" u="none" strike="noStrike">
              <a:solidFill>
                <a:srgbClr val="000000"/>
              </a:solidFill>
              <a:uFillTx/>
              <a:latin typeface="Arial"/>
            </a:endParaRPr>
          </a:p>
          <a:p>
            <a:pPr marL="457200" indent="0" defTabSz="914400">
              <a:lnSpc>
                <a:spcPct val="90000"/>
              </a:lnSpc>
              <a:spcBef>
                <a:spcPts val="499"/>
              </a:spcBef>
              <a:buNone/>
              <a:tabLst>
                <a:tab pos="0" algn="l"/>
              </a:tabLst>
            </a:pPr>
            <a:r>
              <a:rPr lang="de-DE" sz="1800" b="0" u="none" strike="noStrike">
                <a:solidFill>
                  <a:schemeClr val="dk2"/>
                </a:solidFill>
                <a:uFillTx/>
                <a:latin typeface="Aller"/>
              </a:rPr>
              <a:t>Verschiebe das Laden der Daten aus dem Konstruktor in die Hook-Methode</a:t>
            </a:r>
            <a:endParaRPr lang="de-DE" sz="1800" b="0" u="none" strike="noStrike">
              <a:solidFill>
                <a:srgbClr val="000000"/>
              </a:solidFill>
              <a:uFillTx/>
              <a:latin typeface="Arial"/>
            </a:endParaRPr>
          </a:p>
          <a:p>
            <a:pPr marL="457200" indent="0" defTabSz="914400">
              <a:lnSpc>
                <a:spcPct val="90000"/>
              </a:lnSpc>
              <a:spcBef>
                <a:spcPts val="1001"/>
              </a:spcBef>
              <a:buNone/>
              <a:tabLst>
                <a:tab pos="0" algn="l"/>
              </a:tabLst>
            </a:pPr>
            <a:endParaRPr lang="de-DE" sz="1800" b="0" u="none" strike="noStrike">
              <a:solidFill>
                <a:srgbClr val="000000"/>
              </a:solidFill>
              <a:uFillTx/>
              <a:latin typeface="Arial"/>
            </a:endParaRPr>
          </a:p>
        </p:txBody>
      </p:sp>
      <p:grpSp>
        <p:nvGrpSpPr>
          <p:cNvPr id="880" name="Group 17">
            <a:extLst>
              <a:ext uri="{C183D7F6-B498-43B3-948B-1728B52AA6E4}">
                <adec:decorative xmlns:adec="http://schemas.microsoft.com/office/drawing/2017/decorative" val="1"/>
              </a:ext>
            </a:extLst>
          </p:cNvPr>
          <p:cNvGrpSpPr/>
          <p:nvPr/>
        </p:nvGrpSpPr>
        <p:grpSpPr>
          <a:xfrm>
            <a:off x="0" y="4681440"/>
            <a:ext cx="2897280" cy="2174040"/>
            <a:chOff x="0" y="4681440"/>
            <a:chExt cx="2897280" cy="2174040"/>
          </a:xfrm>
        </p:grpSpPr>
        <p:sp>
          <p:nvSpPr>
            <p:cNvPr id="881" name="Freeform: Shape 18">
              <a:extLst>
                <a:ext uri="{C183D7F6-B498-43B3-948B-1728B52AA6E4}">
                  <adec:decorative xmlns:adec="http://schemas.microsoft.com/office/drawing/2017/decorative" val="1"/>
                </a:ext>
              </a:extLst>
            </p:cNvPr>
            <p:cNvSpPr/>
            <p:nvPr/>
          </p:nvSpPr>
          <p:spPr>
            <a:xfrm flipV="1">
              <a:off x="360" y="4849560"/>
              <a:ext cx="2884320" cy="2005560"/>
            </a:xfrm>
            <a:custGeom>
              <a:avLst/>
              <a:gdLst>
                <a:gd name="textAreaLeft" fmla="*/ 0 w 2884320"/>
                <a:gd name="textAreaRight" fmla="*/ 2885760 w 2884320"/>
                <a:gd name="textAreaTop" fmla="*/ 720 h 2005560"/>
                <a:gd name="textAreaBottom" fmla="*/ 2007720 h 2005560"/>
              </a:gdLst>
              <a:ahLst/>
              <a:cxnLst/>
              <a:rect l="textAreaLeft" t="textAreaTop" r="textAreaRight" b="textAreaBottom"/>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882" name="Freeform: Shape 19">
              <a:extLst>
                <a:ext uri="{C183D7F6-B498-43B3-948B-1728B52AA6E4}">
                  <adec:decorative xmlns:adec="http://schemas.microsoft.com/office/drawing/2017/decorative" val="1"/>
                </a:ext>
              </a:extLst>
            </p:cNvPr>
            <p:cNvSpPr/>
            <p:nvPr/>
          </p:nvSpPr>
          <p:spPr>
            <a:xfrm flipV="1">
              <a:off x="360" y="4849560"/>
              <a:ext cx="2884320" cy="2005560"/>
            </a:xfrm>
            <a:custGeom>
              <a:avLst/>
              <a:gdLst>
                <a:gd name="textAreaLeft" fmla="*/ 0 w 2884320"/>
                <a:gd name="textAreaRight" fmla="*/ 2885760 w 2884320"/>
                <a:gd name="textAreaTop" fmla="*/ 720 h 2005560"/>
                <a:gd name="textAreaBottom" fmla="*/ 2007720 h 2005560"/>
              </a:gdLst>
              <a:ahLst/>
              <a:cxnLst/>
              <a:rect l="textAreaLeft" t="textAreaTop" r="textAreaRight" b="textAreaBottom"/>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883" name="Freeform: Shape 20">
              <a:extLst>
                <a:ext uri="{C183D7F6-B498-43B3-948B-1728B52AA6E4}">
                  <adec:decorative xmlns:adec="http://schemas.microsoft.com/office/drawing/2017/decorative" val="1"/>
                </a:ext>
              </a:extLst>
            </p:cNvPr>
            <p:cNvSpPr/>
            <p:nvPr/>
          </p:nvSpPr>
          <p:spPr>
            <a:xfrm flipV="1">
              <a:off x="0" y="4832640"/>
              <a:ext cx="2884680" cy="2022480"/>
            </a:xfrm>
            <a:custGeom>
              <a:avLst/>
              <a:gdLst>
                <a:gd name="textAreaLeft" fmla="*/ 0 w 2884680"/>
                <a:gd name="textAreaRight" fmla="*/ 2886120 w 2884680"/>
                <a:gd name="textAreaTop" fmla="*/ -720 h 2022480"/>
                <a:gd name="textAreaBottom" fmla="*/ 2023200 h 2022480"/>
              </a:gdLst>
              <a:ahLst/>
              <a:cxnLst/>
              <a:rect l="textAreaLeft" t="textAreaTop" r="textAreaRight" b="textAreaBottom"/>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884" name="Freeform: Shape 21">
              <a:extLst>
                <a:ext uri="{C183D7F6-B498-43B3-948B-1728B52AA6E4}">
                  <adec:decorative xmlns:adec="http://schemas.microsoft.com/office/drawing/2017/decorative" val="1"/>
                </a:ext>
              </a:extLst>
            </p:cNvPr>
            <p:cNvSpPr/>
            <p:nvPr/>
          </p:nvSpPr>
          <p:spPr>
            <a:xfrm flipV="1">
              <a:off x="360" y="4681080"/>
              <a:ext cx="2896920" cy="2174040"/>
            </a:xfrm>
            <a:custGeom>
              <a:avLst/>
              <a:gdLst>
                <a:gd name="textAreaLeft" fmla="*/ 0 w 2896920"/>
                <a:gd name="textAreaRight" fmla="*/ 2898360 w 2896920"/>
                <a:gd name="textAreaTop" fmla="*/ 720 h 2174040"/>
                <a:gd name="textAreaBottom" fmla="*/ 2176200 h 2174040"/>
              </a:gdLst>
              <a:ahLst/>
              <a:cxnLst/>
              <a:rect l="textAreaLeft" t="textAreaTop" r="textAreaRight" b="textAreaBottom"/>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gr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885" name="Rectangle 12">
            <a:extLst>
              <a:ext uri="{C183D7F6-B498-43B3-948B-1728B52AA6E4}">
                <adec:decorative xmlns:adec="http://schemas.microsoft.com/office/drawing/2017/decorative" val="1"/>
              </a:ext>
            </a:extLst>
          </p:cNvPr>
          <p:cNvSpPr/>
          <p:nvPr/>
        </p:nvSpPr>
        <p:spPr>
          <a:xfrm>
            <a:off x="0" y="0"/>
            <a:ext cx="12190680" cy="685656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886" name="Rectangle 14">
            <a:extLst>
              <a:ext uri="{C183D7F6-B498-43B3-948B-1728B52AA6E4}">
                <adec:decorative xmlns:adec="http://schemas.microsoft.com/office/drawing/2017/decorative" val="1"/>
              </a:ext>
            </a:extLst>
          </p:cNvPr>
          <p:cNvSpPr/>
          <p:nvPr/>
        </p:nvSpPr>
        <p:spPr>
          <a:xfrm rot="10800000">
            <a:off x="1440" y="-21240"/>
            <a:ext cx="12190680" cy="4372560"/>
          </a:xfrm>
          <a:prstGeom prst="rect">
            <a:avLst/>
          </a:prstGeom>
          <a:gradFill rotWithShape="0">
            <a:gsLst>
              <a:gs pos="0">
                <a:srgbClr val="16735A"/>
              </a:gs>
              <a:gs pos="100000">
                <a:srgbClr val="000000"/>
              </a:gs>
            </a:gsLst>
            <a:lin ang="42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887" name="Rectangle 16">
            <a:extLst>
              <a:ext uri="{C183D7F6-B498-43B3-948B-1728B52AA6E4}">
                <adec:decorative xmlns:adec="http://schemas.microsoft.com/office/drawing/2017/decorative" val="1"/>
              </a:ext>
            </a:extLst>
          </p:cNvPr>
          <p:cNvSpPr/>
          <p:nvPr/>
        </p:nvSpPr>
        <p:spPr>
          <a:xfrm rot="5400000">
            <a:off x="3909960" y="-3931560"/>
            <a:ext cx="4373280" cy="12190680"/>
          </a:xfrm>
          <a:prstGeom prst="rect">
            <a:avLst/>
          </a:prstGeom>
          <a:gradFill rotWithShape="0">
            <a:gsLst>
              <a:gs pos="40000">
                <a:srgbClr val="1D9A78">
                  <a:alpha val="0"/>
                </a:srgbClr>
              </a:gs>
              <a:gs pos="100000">
                <a:srgbClr val="16735A">
                  <a:alpha val="52000"/>
                </a:srgbClr>
              </a:gs>
            </a:gsLst>
            <a:lin ang="78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888" name="Rectangle 18">
            <a:extLst>
              <a:ext uri="{C183D7F6-B498-43B3-948B-1728B52AA6E4}">
                <adec:decorative xmlns:adec="http://schemas.microsoft.com/office/drawing/2017/decorative" val="1"/>
              </a:ext>
            </a:extLst>
          </p:cNvPr>
          <p:cNvSpPr/>
          <p:nvPr/>
        </p:nvSpPr>
        <p:spPr>
          <a:xfrm rot="5400000">
            <a:off x="4138200" y="-3703680"/>
            <a:ext cx="4372560" cy="11734920"/>
          </a:xfrm>
          <a:prstGeom prst="rect">
            <a:avLst/>
          </a:prstGeom>
          <a:gradFill rotWithShape="0">
            <a:gsLst>
              <a:gs pos="17000">
                <a:srgbClr val="1D9A78">
                  <a:alpha val="0"/>
                </a:srgbClr>
              </a:gs>
              <a:gs pos="100000">
                <a:srgbClr val="000000">
                  <a:alpha val="37000"/>
                </a:srgbClr>
              </a:gs>
            </a:gsLst>
            <a:lin ang="132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889" name="Rectangle 20">
            <a:extLst>
              <a:ext uri="{C183D7F6-B498-43B3-948B-1728B52AA6E4}">
                <adec:decorative xmlns:adec="http://schemas.microsoft.com/office/drawing/2017/decorative" val="1"/>
              </a:ext>
            </a:extLst>
          </p:cNvPr>
          <p:cNvSpPr/>
          <p:nvPr/>
        </p:nvSpPr>
        <p:spPr>
          <a:xfrm>
            <a:off x="0" y="-22680"/>
            <a:ext cx="8541000" cy="4372560"/>
          </a:xfrm>
          <a:prstGeom prst="rect">
            <a:avLst/>
          </a:prstGeom>
          <a:gradFill rotWithShape="0">
            <a:gsLst>
              <a:gs pos="0">
                <a:srgbClr val="0E4D3C">
                  <a:alpha val="0"/>
                </a:srgbClr>
              </a:gs>
              <a:gs pos="100000">
                <a:srgbClr val="000000">
                  <a:alpha val="25000"/>
                </a:srgbClr>
              </a:gs>
            </a:gsLst>
            <a:lin ang="186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890" name="Freeform: Shape 22">
            <a:extLst>
              <a:ext uri="{C183D7F6-B498-43B3-948B-1728B52AA6E4}">
                <adec:decorative xmlns:adec="http://schemas.microsoft.com/office/drawing/2017/decorative" val="1"/>
              </a:ext>
            </a:extLst>
          </p:cNvPr>
          <p:cNvSpPr/>
          <p:nvPr/>
        </p:nvSpPr>
        <p:spPr>
          <a:xfrm rot="12508800">
            <a:off x="5945400" y="-1029600"/>
            <a:ext cx="4988880" cy="4437720"/>
          </a:xfrm>
          <a:custGeom>
            <a:avLst/>
            <a:gdLst>
              <a:gd name="textAreaLeft" fmla="*/ 0 w 4988880"/>
              <a:gd name="textAreaRight" fmla="*/ 4990320 w 4988880"/>
              <a:gd name="textAreaTop" fmla="*/ 0 h 4437720"/>
              <a:gd name="textAreaBottom" fmla="*/ 4439160 h 4437720"/>
            </a:gdLst>
            <a:ahLst/>
            <a:cxnLst/>
            <a:rect l="textAreaLeft" t="textAreaTop" r="textAreaRight" b="textAreaBottom"/>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rotWithShape="0">
            <a:gsLst>
              <a:gs pos="0">
                <a:srgbClr val="1D9A78">
                  <a:alpha val="22000"/>
                </a:srgbClr>
              </a:gs>
              <a:gs pos="87000">
                <a:srgbClr val="5AE0BB">
                  <a:alpha val="2000"/>
                </a:srgbClr>
              </a:gs>
            </a:gsLst>
            <a:lin ang="20904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891" name="PlaceHolder 1"/>
          <p:cNvSpPr>
            <a:spLocks noGrp="1"/>
          </p:cNvSpPr>
          <p:nvPr>
            <p:ph type="title"/>
          </p:nvPr>
        </p:nvSpPr>
        <p:spPr>
          <a:xfrm>
            <a:off x="1314720" y="735120"/>
            <a:ext cx="10052280" cy="2927160"/>
          </a:xfrm>
          <a:prstGeom prst="rect">
            <a:avLst/>
          </a:prstGeom>
          <a:noFill/>
          <a:ln w="0">
            <a:noFill/>
          </a:ln>
        </p:spPr>
        <p:txBody>
          <a:bodyPr lIns="91440" tIns="45720" rIns="91440" bIns="45720" anchor="b">
            <a:normAutofit/>
          </a:bodyPr>
          <a:lstStyle/>
          <a:p>
            <a:pPr indent="0" defTabSz="914400">
              <a:lnSpc>
                <a:spcPct val="90000"/>
              </a:lnSpc>
              <a:buNone/>
              <a:tabLst>
                <a:tab pos="0" algn="l"/>
              </a:tabLst>
            </a:pPr>
            <a:r>
              <a:rPr lang="en-US" sz="4800" b="0" u="none" strike="noStrike">
                <a:solidFill>
                  <a:srgbClr val="FFFFFF"/>
                </a:solidFill>
                <a:uFillTx/>
                <a:latin typeface="Calibri Light"/>
              </a:rPr>
              <a:t>Pipes</a:t>
            </a:r>
            <a:endParaRPr lang="de-DE" sz="4800" b="0" u="none" strike="noStrike">
              <a:solidFill>
                <a:srgbClr val="000000"/>
              </a:solidFill>
              <a:uFillTx/>
              <a:latin typeface="Arial"/>
            </a:endParaRPr>
          </a:p>
        </p:txBody>
      </p:sp>
      <p:sp>
        <p:nvSpPr>
          <p:cNvPr id="892" name="PlaceHolder 2"/>
          <p:cNvSpPr>
            <a:spLocks noGrp="1"/>
          </p:cNvSpPr>
          <p:nvPr>
            <p:ph/>
          </p:nvPr>
        </p:nvSpPr>
        <p:spPr>
          <a:xfrm>
            <a:off x="1350720" y="4870800"/>
            <a:ext cx="10004400" cy="1456920"/>
          </a:xfrm>
          <a:prstGeom prst="rect">
            <a:avLst/>
          </a:prstGeom>
          <a:noFill/>
          <a:ln w="0">
            <a:noFill/>
          </a:ln>
        </p:spPr>
        <p:txBody>
          <a:bodyPr lIns="91440" tIns="45720" rIns="91440" bIns="45720" anchor="ctr">
            <a:normAutofit/>
          </a:bodyPr>
          <a:lstStyle/>
          <a:p>
            <a:pPr indent="0" defTabSz="914400">
              <a:lnSpc>
                <a:spcPct val="90000"/>
              </a:lnSpc>
              <a:spcBef>
                <a:spcPts val="1001"/>
              </a:spcBef>
              <a:buNone/>
              <a:tabLst>
                <a:tab pos="0" algn="l"/>
              </a:tabLst>
            </a:pPr>
            <a:r>
              <a:rPr lang="en-US" sz="2400" b="0" u="none" strike="noStrike">
                <a:solidFill>
                  <a:schemeClr val="dk1"/>
                </a:solidFill>
                <a:uFillTx/>
                <a:latin typeface="Calibri"/>
              </a:rPr>
              <a:t>Daten für UI aufbereiten</a:t>
            </a:r>
            <a:endParaRPr lang="de-DE" sz="2400" b="0" u="none" strike="noStrike">
              <a:solidFill>
                <a:srgbClr val="000000"/>
              </a:solidFill>
              <a:uFillTx/>
              <a:latin typeface="Arial"/>
            </a:endParaRPr>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3"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Allgemein</a:t>
            </a:r>
            <a:endParaRPr lang="de-DE" sz="4400" b="0" u="none" strike="noStrike">
              <a:solidFill>
                <a:srgbClr val="000000"/>
              </a:solidFill>
              <a:uFillTx/>
              <a:latin typeface="Arial"/>
            </a:endParaRPr>
          </a:p>
        </p:txBody>
      </p:sp>
      <p:sp>
        <p:nvSpPr>
          <p:cNvPr id="894"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lnSpcReduction="9999"/>
          </a:bodyPr>
          <a:lstStyle/>
          <a:p>
            <a:pPr marL="228600" indent="-228600" defTabSz="914400">
              <a:lnSpc>
                <a:spcPct val="90000"/>
              </a:lnSpc>
              <a:spcBef>
                <a:spcPts val="1001"/>
              </a:spcBef>
              <a:buClr>
                <a:srgbClr val="333333"/>
              </a:buClr>
              <a:buFont typeface="Arial"/>
              <a:buChar char="•"/>
            </a:pPr>
            <a:r>
              <a:rPr lang="de-DE" sz="2800" b="0" u="none" strike="noStrike">
                <a:solidFill>
                  <a:srgbClr val="333333"/>
                </a:solidFill>
                <a:uFillTx/>
                <a:latin typeface="Aller"/>
              </a:rPr>
              <a:t>Daten-Transformation für das UI</a:t>
            </a:r>
            <a:endParaRPr lang="de-DE" sz="2800" b="0" u="none" strike="noStrike">
              <a:solidFill>
                <a:srgbClr val="000000"/>
              </a:solidFill>
              <a:uFillTx/>
              <a:latin typeface="Arial"/>
            </a:endParaRPr>
          </a:p>
          <a:p>
            <a:pPr marL="743040" lvl="1" indent="-285840" defTabSz="914400">
              <a:lnSpc>
                <a:spcPct val="90000"/>
              </a:lnSpc>
              <a:spcBef>
                <a:spcPts val="499"/>
              </a:spcBef>
              <a:buClr>
                <a:srgbClr val="333333"/>
              </a:buClr>
              <a:buFont typeface="Arial"/>
              <a:buChar char="•"/>
            </a:pPr>
            <a:r>
              <a:rPr lang="de-DE" sz="2400" b="0" u="none" strike="noStrike">
                <a:solidFill>
                  <a:srgbClr val="333333"/>
                </a:solidFill>
                <a:uFillTx/>
                <a:latin typeface="Aller"/>
              </a:rPr>
              <a:t>Kleine, wiederverwendbare Operationen für das UI</a:t>
            </a:r>
            <a:endParaRPr lang="de-DE" sz="2400" b="0" u="none" strike="noStrike">
              <a:solidFill>
                <a:srgbClr val="000000"/>
              </a:solidFill>
              <a:uFillTx/>
              <a:latin typeface="Arial"/>
            </a:endParaRPr>
          </a:p>
          <a:p>
            <a:pPr marL="743040" lvl="1" indent="-285840" defTabSz="914400">
              <a:lnSpc>
                <a:spcPct val="90000"/>
              </a:lnSpc>
              <a:spcBef>
                <a:spcPts val="499"/>
              </a:spcBef>
              <a:buClr>
                <a:srgbClr val="333333"/>
              </a:buClr>
              <a:buFont typeface="Arial"/>
              <a:buChar char="•"/>
            </a:pPr>
            <a:r>
              <a:rPr lang="de-DE" sz="2400" b="0" u="none" strike="noStrike">
                <a:solidFill>
                  <a:srgbClr val="333333"/>
                </a:solidFill>
                <a:uFillTx/>
                <a:latin typeface="Aller"/>
              </a:rPr>
              <a:t>An Funktionale Programmierung angelehnt</a:t>
            </a:r>
            <a:endParaRPr lang="de-DE" sz="2400" b="0" u="none" strike="noStrike">
              <a:solidFill>
                <a:srgbClr val="000000"/>
              </a:solidFill>
              <a:uFillTx/>
              <a:latin typeface="Arial"/>
            </a:endParaRPr>
          </a:p>
          <a:p>
            <a:pPr marL="1143000" lvl="2" indent="-228600" defTabSz="914400">
              <a:lnSpc>
                <a:spcPct val="90000"/>
              </a:lnSpc>
              <a:spcBef>
                <a:spcPts val="499"/>
              </a:spcBef>
              <a:buClr>
                <a:srgbClr val="333333"/>
              </a:buClr>
              <a:buFont typeface="Arial"/>
              <a:buChar char="•"/>
            </a:pPr>
            <a:r>
              <a:rPr lang="de-DE" sz="2000" b="0" u="none" strike="noStrike">
                <a:solidFill>
                  <a:srgbClr val="333333"/>
                </a:solidFill>
                <a:uFillTx/>
                <a:latin typeface="Aller"/>
              </a:rPr>
              <a:t>Daten und Konfiguration per Parameter</a:t>
            </a:r>
            <a:endParaRPr lang="de-DE" sz="2000" b="0" u="none" strike="noStrike">
              <a:solidFill>
                <a:srgbClr val="000000"/>
              </a:solidFill>
              <a:uFillTx/>
              <a:latin typeface="Arial"/>
            </a:endParaRPr>
          </a:p>
          <a:p>
            <a:pPr marL="1143000" lvl="2" indent="-228600" defTabSz="914400">
              <a:lnSpc>
                <a:spcPct val="90000"/>
              </a:lnSpc>
              <a:spcBef>
                <a:spcPts val="499"/>
              </a:spcBef>
              <a:buClr>
                <a:srgbClr val="333333"/>
              </a:buClr>
              <a:buFont typeface="Arial"/>
              <a:buChar char="•"/>
            </a:pPr>
            <a:r>
              <a:rPr lang="de-DE" sz="2000" b="0" u="none" strike="noStrike">
                <a:solidFill>
                  <a:srgbClr val="333333"/>
                </a:solidFill>
                <a:uFillTx/>
                <a:latin typeface="Aller"/>
              </a:rPr>
              <a:t>Pipe verändert ursprünglichen Wert nicht</a:t>
            </a:r>
            <a:endParaRPr lang="de-DE" sz="2000" b="0" u="none" strike="noStrike">
              <a:solidFill>
                <a:srgbClr val="000000"/>
              </a:solidFill>
              <a:uFillTx/>
              <a:latin typeface="Arial"/>
            </a:endParaRPr>
          </a:p>
          <a:p>
            <a:pPr marL="228600" indent="-228600" defTabSz="914400">
              <a:lnSpc>
                <a:spcPct val="90000"/>
              </a:lnSpc>
              <a:spcBef>
                <a:spcPts val="1001"/>
              </a:spcBef>
              <a:buClr>
                <a:srgbClr val="333333"/>
              </a:buClr>
              <a:buFont typeface="Arial"/>
              <a:buChar char="•"/>
            </a:pPr>
            <a:r>
              <a:rPr lang="de-DE" sz="2800" b="0" u="none" strike="noStrike">
                <a:solidFill>
                  <a:srgbClr val="333333"/>
                </a:solidFill>
                <a:uFillTx/>
                <a:latin typeface="Aller"/>
              </a:rPr>
              <a:t>Pipes werden an Expression mit | angehängt </a:t>
            </a:r>
            <a:endParaRPr lang="de-DE" sz="2800" b="0" u="none" strike="noStrike">
              <a:solidFill>
                <a:srgbClr val="000000"/>
              </a:solidFill>
              <a:uFillTx/>
              <a:latin typeface="Arial"/>
            </a:endParaRPr>
          </a:p>
          <a:p>
            <a:pPr marL="685800" lvl="1" indent="-228600" defTabSz="914400">
              <a:lnSpc>
                <a:spcPct val="90000"/>
              </a:lnSpc>
              <a:spcBef>
                <a:spcPts val="499"/>
              </a:spcBef>
              <a:buClr>
                <a:srgbClr val="48484C"/>
              </a:buClr>
              <a:buFont typeface="Arial"/>
              <a:buChar char="•"/>
            </a:pPr>
            <a:r>
              <a:rPr lang="de-DE" sz="2400" b="0" u="none" strike="noStrike">
                <a:solidFill>
                  <a:srgbClr val="48484C"/>
                </a:solidFill>
                <a:uFillTx/>
                <a:latin typeface="SourceCodePro"/>
              </a:rPr>
              <a:t>{{ </a:t>
            </a:r>
            <a:r>
              <a:rPr lang="de-DE" sz="2400" b="0" i="1" u="none" strike="noStrike">
                <a:solidFill>
                  <a:srgbClr val="48484C"/>
                </a:solidFill>
                <a:uFillTx/>
                <a:latin typeface="SourceCodePro"/>
              </a:rPr>
              <a:t>property</a:t>
            </a:r>
            <a:r>
              <a:rPr lang="de-DE" sz="2400" b="0" u="none" strike="noStrike">
                <a:solidFill>
                  <a:srgbClr val="48484C"/>
                </a:solidFill>
                <a:uFillTx/>
                <a:latin typeface="SourceCodePro"/>
              </a:rPr>
              <a:t> | json }}</a:t>
            </a:r>
            <a:endParaRPr lang="de-DE" sz="2400" b="0" u="none" strike="noStrike">
              <a:solidFill>
                <a:srgbClr val="000000"/>
              </a:solidFill>
              <a:uFillTx/>
              <a:latin typeface="Arial"/>
            </a:endParaRPr>
          </a:p>
          <a:p>
            <a:pPr marL="228600" indent="-228600" defTabSz="914400">
              <a:lnSpc>
                <a:spcPct val="90000"/>
              </a:lnSpc>
              <a:spcBef>
                <a:spcPts val="1001"/>
              </a:spcBef>
              <a:buClr>
                <a:srgbClr val="333333"/>
              </a:buClr>
              <a:buFont typeface="Arial"/>
              <a:buChar char="•"/>
            </a:pPr>
            <a:r>
              <a:rPr lang="de-DE" sz="2800" b="0" u="none" strike="noStrike">
                <a:solidFill>
                  <a:srgbClr val="333333"/>
                </a:solidFill>
                <a:uFillTx/>
                <a:latin typeface="Aller"/>
              </a:rPr>
              <a:t>Pipes können per : konfiguriert werden</a:t>
            </a:r>
            <a:endParaRPr lang="de-DE" sz="2800" b="0" u="none" strike="noStrike">
              <a:solidFill>
                <a:srgbClr val="000000"/>
              </a:solidFill>
              <a:uFillTx/>
              <a:latin typeface="Arial"/>
            </a:endParaRPr>
          </a:p>
          <a:p>
            <a:pPr marL="685800" lvl="1" indent="-228600" defTabSz="914400">
              <a:lnSpc>
                <a:spcPct val="90000"/>
              </a:lnSpc>
              <a:spcBef>
                <a:spcPts val="499"/>
              </a:spcBef>
              <a:buClr>
                <a:srgbClr val="48484C"/>
              </a:buClr>
              <a:buFont typeface="Arial"/>
              <a:buChar char="•"/>
            </a:pPr>
            <a:r>
              <a:rPr lang="de-DE" sz="2400" b="0" u="none" strike="noStrike">
                <a:solidFill>
                  <a:srgbClr val="48484C"/>
                </a:solidFill>
                <a:uFillTx/>
                <a:latin typeface="SourceCodePro"/>
              </a:rPr>
              <a:t>{{ release.releaseDate | date:'dd.MM.yyyy' }}</a:t>
            </a:r>
            <a:endParaRPr lang="de-DE" sz="2400" b="0" u="none" strike="noStrike">
              <a:solidFill>
                <a:srgbClr val="000000"/>
              </a:solidFill>
              <a:uFillTx/>
              <a:latin typeface="Arial"/>
            </a:endParaRPr>
          </a:p>
          <a:p>
            <a:pPr marL="228600" indent="-228600" defTabSz="914400">
              <a:lnSpc>
                <a:spcPct val="90000"/>
              </a:lnSpc>
              <a:spcBef>
                <a:spcPts val="1001"/>
              </a:spcBef>
              <a:buClr>
                <a:srgbClr val="333333"/>
              </a:buClr>
              <a:buFont typeface="Arial"/>
              <a:buChar char="•"/>
            </a:pPr>
            <a:r>
              <a:rPr lang="de-DE" sz="2800" b="0" u="none" strike="noStrike">
                <a:solidFill>
                  <a:srgbClr val="333333"/>
                </a:solidFill>
                <a:uFillTx/>
                <a:latin typeface="Aller"/>
              </a:rPr>
              <a:t>Pipes können verkettet werden</a:t>
            </a:r>
            <a:endParaRPr lang="de-DE" sz="2800" b="0" u="none" strike="noStrike">
              <a:solidFill>
                <a:srgbClr val="000000"/>
              </a:solidFill>
              <a:uFillTx/>
              <a:latin typeface="Arial"/>
            </a:endParaRPr>
          </a:p>
          <a:p>
            <a:pPr marL="685800" lvl="1" indent="-228600" defTabSz="914400">
              <a:lnSpc>
                <a:spcPct val="90000"/>
              </a:lnSpc>
              <a:spcBef>
                <a:spcPts val="499"/>
              </a:spcBef>
              <a:buClr>
                <a:srgbClr val="48484C"/>
              </a:buClr>
              <a:buFont typeface="Arial"/>
              <a:buChar char="•"/>
            </a:pPr>
            <a:r>
              <a:rPr lang="de-DE" sz="2400" b="0" u="none" strike="noStrike">
                <a:solidFill>
                  <a:srgbClr val="48484C"/>
                </a:solidFill>
                <a:uFillTx/>
                <a:latin typeface="SourceCodePro"/>
              </a:rPr>
              <a:t>{{ release.releaseDate | date | uppercase }}</a:t>
            </a:r>
            <a:endParaRPr lang="de-DE" sz="2400" b="0" u="none" strike="noStrike">
              <a:solidFill>
                <a:srgbClr val="000000"/>
              </a:solidFill>
              <a:uFillTx/>
              <a:latin typeface="Arial"/>
            </a:endParaRPr>
          </a:p>
          <a:p>
            <a:pPr indent="0" defTabSz="914400">
              <a:lnSpc>
                <a:spcPct val="90000"/>
              </a:lnSpc>
              <a:spcBef>
                <a:spcPts val="1001"/>
              </a:spcBef>
              <a:buNone/>
              <a:tabLst>
                <a:tab pos="0" algn="l"/>
              </a:tabLst>
            </a:pPr>
            <a:endParaRPr lang="de-DE" sz="2800" b="0" u="none" strike="noStrike">
              <a:solidFill>
                <a:srgbClr val="000000"/>
              </a:solidFill>
              <a:uFillTx/>
              <a:latin typeface="Arial"/>
            </a:endParaRPr>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5"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Was sind Pipes?</a:t>
            </a:r>
            <a:endParaRPr lang="de-DE" sz="4400" b="0" u="none" strike="noStrike">
              <a:solidFill>
                <a:srgbClr val="000000"/>
              </a:solidFill>
              <a:uFillTx/>
              <a:latin typeface="Arial"/>
            </a:endParaRPr>
          </a:p>
        </p:txBody>
      </p:sp>
      <p:sp>
        <p:nvSpPr>
          <p:cNvPr id="896"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Pipes formatieren das Ergebnis beispielsweise einer Interpolation</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ourier New"/>
              </a:rPr>
              <a:t>{{dateOfBirth | date}}</a:t>
            </a:r>
            <a:endParaRPr lang="de-DE" sz="2400" b="0" u="none" strike="noStrike">
              <a:solidFill>
                <a:srgbClr val="000000"/>
              </a:solidFill>
              <a:uFillTx/>
              <a:latin typeface="Arial"/>
            </a:endParaRPr>
          </a:p>
          <a:p>
            <a:pPr marL="1143000" lvl="2" indent="-228600" defTabSz="914400">
              <a:lnSpc>
                <a:spcPct val="90000"/>
              </a:lnSpc>
              <a:spcBef>
                <a:spcPts val="499"/>
              </a:spcBef>
              <a:buClr>
                <a:srgbClr val="000000"/>
              </a:buClr>
              <a:buFont typeface="Arial"/>
              <a:buChar char="•"/>
            </a:pPr>
            <a:r>
              <a:rPr lang="de-DE" sz="2000" b="0" u="none" strike="noStrike">
                <a:solidFill>
                  <a:schemeClr val="dk1"/>
                </a:solidFill>
                <a:uFillTx/>
                <a:latin typeface="Calibri"/>
              </a:rPr>
              <a:t>Hier wird das Geburtsdatum als Datum formatiert dargestellt</a:t>
            </a:r>
            <a:endParaRPr lang="de-DE" sz="20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Pipes sowie der Operator </a:t>
            </a:r>
            <a:r>
              <a:rPr lang="de-DE" sz="2400" b="0" u="none" strike="noStrike">
                <a:solidFill>
                  <a:schemeClr val="dk1"/>
                </a:solidFill>
                <a:uFillTx/>
                <a:latin typeface="Courier New"/>
              </a:rPr>
              <a:t>|</a:t>
            </a:r>
            <a:r>
              <a:rPr lang="de-DE" sz="2400" b="0" u="none" strike="noStrike">
                <a:solidFill>
                  <a:schemeClr val="dk1"/>
                </a:solidFill>
                <a:uFillTx/>
                <a:latin typeface="Calibri"/>
              </a:rPr>
              <a:t> sind aus der Linux-Welt übernommen</a:t>
            </a:r>
            <a:endParaRPr lang="de-DE" sz="24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Vordefinierte Pipes umfassen</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ourier New"/>
              </a:rPr>
              <a:t>date[:format[:timezone[:locale]]]</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uFillTx/>
                <a:latin typeface="Courier New"/>
              </a:rPr>
              <a:t>currency[:currencyCode[:display[:digitInfo[:locale]]]]</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uFillTx/>
                <a:latin typeface="Courier New"/>
              </a:rPr>
              <a:t>lowercase</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uFillTx/>
                <a:latin typeface="Calibri"/>
              </a:rPr>
              <a:t>Vollständige Liste und Dokumentation unter </a:t>
            </a:r>
            <a:r>
              <a:rPr lang="en-US" sz="2400" b="0" i="1" u="none" strike="noStrike">
                <a:solidFill>
                  <a:schemeClr val="dk1"/>
                </a:solidFill>
                <a:uFillTx/>
                <a:latin typeface="Courier New"/>
              </a:rPr>
              <a:t>https://angular.io/api?status=stable&amp;type=pipe</a:t>
            </a:r>
            <a:endParaRPr lang="de-DE" sz="2400" b="0" u="none" strike="noStrike">
              <a:solidFill>
                <a:srgbClr val="000000"/>
              </a:solidFill>
              <a:uFillTx/>
              <a:latin typeface="Arial"/>
            </a:endParaRPr>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7"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Decimal Pipe</a:t>
            </a:r>
            <a:endParaRPr lang="de-DE" sz="4400" b="0" u="none" strike="noStrike">
              <a:solidFill>
                <a:srgbClr val="000000"/>
              </a:solidFill>
              <a:uFillTx/>
              <a:latin typeface="Arial"/>
            </a:endParaRPr>
          </a:p>
        </p:txBody>
      </p:sp>
      <p:sp>
        <p:nvSpPr>
          <p:cNvPr id="898"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333333"/>
              </a:buClr>
              <a:buFont typeface="Arial"/>
              <a:buChar char="•"/>
            </a:pPr>
            <a:r>
              <a:rPr lang="de-DE" sz="2800" b="0" u="none" strike="noStrike">
                <a:solidFill>
                  <a:srgbClr val="333333"/>
                </a:solidFill>
                <a:uFillTx/>
                <a:latin typeface="Aller"/>
              </a:rPr>
              <a:t>Formatiertung von Zahlenwert</a:t>
            </a:r>
            <a:endParaRPr lang="de-DE" sz="2800" b="0" u="none" strike="noStrike">
              <a:solidFill>
                <a:srgbClr val="000000"/>
              </a:solidFill>
              <a:uFillTx/>
              <a:latin typeface="Arial"/>
            </a:endParaRPr>
          </a:p>
          <a:p>
            <a:pPr marL="228600" indent="-228600" defTabSz="914400">
              <a:lnSpc>
                <a:spcPct val="90000"/>
              </a:lnSpc>
              <a:spcBef>
                <a:spcPts val="1001"/>
              </a:spcBef>
              <a:buClr>
                <a:srgbClr val="333333"/>
              </a:buClr>
              <a:buFont typeface="Arial"/>
              <a:buChar char="•"/>
            </a:pPr>
            <a:r>
              <a:rPr lang="de-DE" sz="2800" b="0" u="none" strike="noStrike">
                <a:solidFill>
                  <a:srgbClr val="333333"/>
                </a:solidFill>
                <a:uFillTx/>
                <a:latin typeface="Aller"/>
              </a:rPr>
              <a:t>Parameter: Anzahl Nachkommastellen</a:t>
            </a:r>
            <a:endParaRPr lang="de-DE" sz="2800" b="0" u="none" strike="noStrike">
              <a:solidFill>
                <a:srgbClr val="000000"/>
              </a:solidFill>
              <a:uFillTx/>
              <a:latin typeface="Arial"/>
            </a:endParaRPr>
          </a:p>
          <a:p>
            <a:pPr marL="457200" indent="0" defTabSz="914400">
              <a:lnSpc>
                <a:spcPct val="90000"/>
              </a:lnSpc>
              <a:spcBef>
                <a:spcPts val="499"/>
              </a:spcBef>
              <a:buNone/>
              <a:tabLst>
                <a:tab pos="0" algn="l"/>
              </a:tabLst>
            </a:pPr>
            <a:r>
              <a:rPr lang="de-DE" sz="2400" b="0" u="none" strike="noStrike">
                <a:solidFill>
                  <a:srgbClr val="48484C"/>
                </a:solidFill>
                <a:uFillTx/>
                <a:latin typeface="SourceCodePro"/>
              </a:rPr>
              <a:t>{{ track.size | decimal:2 }}</a:t>
            </a:r>
            <a:endParaRPr lang="de-DE" sz="2400" b="0" u="none" strike="noStrike">
              <a:solidFill>
                <a:srgbClr val="000000"/>
              </a:solidFill>
              <a:uFillTx/>
              <a:latin typeface="Arial"/>
            </a:endParaRPr>
          </a:p>
          <a:p>
            <a:pPr marL="457200" indent="0" defTabSz="914400">
              <a:lnSpc>
                <a:spcPct val="90000"/>
              </a:lnSpc>
              <a:spcBef>
                <a:spcPts val="1001"/>
              </a:spcBef>
              <a:buNone/>
              <a:tabLst>
                <a:tab pos="0" algn="l"/>
              </a:tabLst>
            </a:pPr>
            <a:endParaRPr lang="de-DE" sz="2800" b="0" u="none" strike="noStrike">
              <a:solidFill>
                <a:srgbClr val="000000"/>
              </a:solidFill>
              <a:uFillTx/>
              <a:latin typeface="Arial"/>
            </a:endParaRPr>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9"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Date Pipe</a:t>
            </a:r>
            <a:endParaRPr lang="de-DE" sz="4400" b="0" u="none" strike="noStrike">
              <a:solidFill>
                <a:srgbClr val="000000"/>
              </a:solidFill>
              <a:uFillTx/>
              <a:latin typeface="Arial"/>
            </a:endParaRPr>
          </a:p>
        </p:txBody>
      </p:sp>
      <p:sp>
        <p:nvSpPr>
          <p:cNvPr id="900"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333333"/>
              </a:buClr>
              <a:buFont typeface="Arial"/>
              <a:buChar char="•"/>
            </a:pPr>
            <a:r>
              <a:rPr lang="de-DE" sz="2800" b="0" u="none" strike="noStrike">
                <a:solidFill>
                  <a:srgbClr val="333333"/>
                </a:solidFill>
                <a:uFillTx/>
                <a:latin typeface="Aller"/>
              </a:rPr>
              <a:t>Für Datum-String, Date-Object, Timestamp-Number</a:t>
            </a:r>
            <a:endParaRPr lang="de-DE" sz="2800" b="0" u="none" strike="noStrike">
              <a:solidFill>
                <a:srgbClr val="000000"/>
              </a:solidFill>
              <a:uFillTx/>
              <a:latin typeface="Arial"/>
            </a:endParaRPr>
          </a:p>
          <a:p>
            <a:pPr marL="228600" indent="-228600" defTabSz="914400">
              <a:lnSpc>
                <a:spcPct val="90000"/>
              </a:lnSpc>
              <a:spcBef>
                <a:spcPts val="1001"/>
              </a:spcBef>
              <a:buClr>
                <a:srgbClr val="333333"/>
              </a:buClr>
              <a:buFont typeface="Arial"/>
              <a:buChar char="•"/>
            </a:pPr>
            <a:r>
              <a:rPr lang="de-DE" sz="2800" b="0" u="none" strike="noStrike">
                <a:solidFill>
                  <a:srgbClr val="333333"/>
                </a:solidFill>
                <a:uFillTx/>
                <a:latin typeface="Aller"/>
              </a:rPr>
              <a:t>Nimmt als Parameter Shortcut (z.B. short) oder Format-String entgegen</a:t>
            </a:r>
            <a:endParaRPr lang="de-DE" sz="2800" b="0" u="none" strike="noStrike">
              <a:solidFill>
                <a:srgbClr val="000000"/>
              </a:solidFill>
              <a:uFillTx/>
              <a:latin typeface="Arial"/>
            </a:endParaRPr>
          </a:p>
          <a:p>
            <a:pPr marL="228600" indent="-228600" defTabSz="914400">
              <a:lnSpc>
                <a:spcPct val="90000"/>
              </a:lnSpc>
              <a:spcBef>
                <a:spcPts val="1001"/>
              </a:spcBef>
              <a:buClr>
                <a:srgbClr val="333333"/>
              </a:buClr>
              <a:buFont typeface="Arial"/>
              <a:buChar char="•"/>
            </a:pPr>
            <a:r>
              <a:rPr lang="de-DE" sz="2800" b="0" u="none" strike="noStrike">
                <a:solidFill>
                  <a:srgbClr val="333333"/>
                </a:solidFill>
                <a:uFillTx/>
                <a:latin typeface="Aller"/>
              </a:rPr>
              <a:t>Kurzschreibweise: Zusammenspiel mit locale des Browsers</a:t>
            </a:r>
            <a:endParaRPr lang="de-DE" sz="2800" b="0" u="none" strike="noStrike">
              <a:solidFill>
                <a:srgbClr val="000000"/>
              </a:solidFill>
              <a:uFillTx/>
              <a:latin typeface="Arial"/>
            </a:endParaRPr>
          </a:p>
          <a:p>
            <a:pPr marL="457200" indent="0" defTabSz="914400">
              <a:lnSpc>
                <a:spcPct val="90000"/>
              </a:lnSpc>
              <a:spcBef>
                <a:spcPts val="499"/>
              </a:spcBef>
              <a:buNone/>
              <a:tabLst>
                <a:tab pos="0" algn="l"/>
              </a:tabLst>
            </a:pPr>
            <a:r>
              <a:rPr lang="de-DE" sz="2400" b="0" u="none" strike="noStrike">
                <a:solidFill>
                  <a:srgbClr val="48484C"/>
                </a:solidFill>
                <a:uFillTx/>
                <a:latin typeface="SourceCodePro"/>
              </a:rPr>
              <a:t>{{ release.releaseDate | date:'short' }}</a:t>
            </a:r>
            <a:endParaRPr lang="de-DE" sz="2400" b="0" u="none" strike="noStrike">
              <a:solidFill>
                <a:srgbClr val="000000"/>
              </a:solidFill>
              <a:uFillTx/>
              <a:latin typeface="Arial"/>
            </a:endParaRPr>
          </a:p>
          <a:p>
            <a:pPr marL="457200" indent="0" defTabSz="914400">
              <a:lnSpc>
                <a:spcPct val="90000"/>
              </a:lnSpc>
              <a:spcBef>
                <a:spcPts val="499"/>
              </a:spcBef>
              <a:buNone/>
              <a:tabLst>
                <a:tab pos="0" algn="l"/>
              </a:tabLst>
            </a:pPr>
            <a:r>
              <a:rPr lang="de-DE" sz="2400" b="0" u="none" strike="noStrike">
                <a:solidFill>
                  <a:srgbClr val="48484C"/>
                </a:solidFill>
                <a:uFillTx/>
                <a:latin typeface="SourceCodePro"/>
              </a:rPr>
              <a:t>{{ release.releaseDate | date:'dd.MM.yyyy' }}</a:t>
            </a:r>
            <a:endParaRPr lang="de-DE" sz="2400" b="0" u="none" strike="noStrike">
              <a:solidFill>
                <a:srgbClr val="000000"/>
              </a:solidFill>
              <a:uFillTx/>
              <a:latin typeface="Arial"/>
            </a:endParaRPr>
          </a:p>
          <a:p>
            <a:pPr marL="457200" indent="0" defTabSz="914400">
              <a:lnSpc>
                <a:spcPct val="90000"/>
              </a:lnSpc>
              <a:spcBef>
                <a:spcPts val="1001"/>
              </a:spcBef>
              <a:buNone/>
              <a:tabLst>
                <a:tab pos="0" algn="l"/>
              </a:tabLst>
            </a:pPr>
            <a:endParaRPr lang="de-DE" sz="2800" b="0" u="none" strike="noStrike">
              <a:solidFill>
                <a:srgbClr val="000000"/>
              </a:solidFill>
              <a:uFillTx/>
              <a:latin typeface="Arial"/>
            </a:endParaRPr>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901" name="Rectangle 7">
            <a:extLst>
              <a:ext uri="{C183D7F6-B498-43B3-948B-1728B52AA6E4}">
                <adec:decorative xmlns:adec="http://schemas.microsoft.com/office/drawing/2017/decorative" val="1"/>
              </a:ext>
            </a:extLst>
          </p:cNvPr>
          <p:cNvSpPr/>
          <p:nvPr/>
        </p:nvSpPr>
        <p:spPr>
          <a:xfrm>
            <a:off x="0" y="0"/>
            <a:ext cx="12190320" cy="685656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902" name="Rectangle 9">
            <a:extLst>
              <a:ext uri="{C183D7F6-B498-43B3-948B-1728B52AA6E4}">
                <adec:decorative xmlns:adec="http://schemas.microsoft.com/office/drawing/2017/decorative" val="1"/>
              </a:ext>
            </a:extLst>
          </p:cNvPr>
          <p:cNvSpPr/>
          <p:nvPr/>
        </p:nvSpPr>
        <p:spPr>
          <a:xfrm>
            <a:off x="360" y="0"/>
            <a:ext cx="12190320" cy="68565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800" b="0" u="none" strike="noStrike">
              <a:solidFill>
                <a:schemeClr val="lt1"/>
              </a:solidFill>
              <a:uFillTx/>
              <a:latin typeface="Calibri"/>
            </a:endParaRPr>
          </a:p>
        </p:txBody>
      </p:sp>
      <p:sp>
        <p:nvSpPr>
          <p:cNvPr id="903" name="PlaceHolder 1"/>
          <p:cNvSpPr>
            <a:spLocks noGrp="1"/>
          </p:cNvSpPr>
          <p:nvPr>
            <p:ph type="title"/>
          </p:nvPr>
        </p:nvSpPr>
        <p:spPr>
          <a:xfrm>
            <a:off x="1179360" y="1280520"/>
            <a:ext cx="9831960" cy="1324080"/>
          </a:xfrm>
          <a:prstGeom prst="rect">
            <a:avLst/>
          </a:prstGeom>
          <a:noFill/>
          <a:ln w="0">
            <a:noFill/>
          </a:ln>
        </p:spPr>
        <p:txBody>
          <a:bodyPr lIns="91440" tIns="45720" rIns="91440" bIns="45720" anchor="b">
            <a:normAutofit/>
          </a:bodyPr>
          <a:lstStyle/>
          <a:p>
            <a:pPr indent="0" algn="ctr" defTabSz="914400">
              <a:lnSpc>
                <a:spcPct val="90000"/>
              </a:lnSpc>
              <a:buNone/>
              <a:tabLst>
                <a:tab pos="0" algn="l"/>
              </a:tabLst>
            </a:pPr>
            <a:r>
              <a:rPr lang="de-DE" sz="3600" b="0" u="none" strike="noStrike">
                <a:solidFill>
                  <a:schemeClr val="dk2"/>
                </a:solidFill>
                <a:uFillTx/>
                <a:latin typeface="Calibri Light"/>
              </a:rPr>
              <a:t>Übung 17: Pipe</a:t>
            </a:r>
            <a:endParaRPr lang="de-DE" sz="3600" b="0" u="none" strike="noStrike">
              <a:solidFill>
                <a:srgbClr val="000000"/>
              </a:solidFill>
              <a:uFillTx/>
              <a:latin typeface="Arial"/>
            </a:endParaRPr>
          </a:p>
        </p:txBody>
      </p:sp>
      <p:grpSp>
        <p:nvGrpSpPr>
          <p:cNvPr id="904" name="Group 11">
            <a:extLst>
              <a:ext uri="{C183D7F6-B498-43B3-948B-1728B52AA6E4}">
                <adec:decorative xmlns:adec="http://schemas.microsoft.com/office/drawing/2017/decorative" val="1"/>
              </a:ext>
            </a:extLst>
          </p:cNvPr>
          <p:cNvGrpSpPr/>
          <p:nvPr/>
        </p:nvGrpSpPr>
        <p:grpSpPr>
          <a:xfrm>
            <a:off x="8289720" y="0"/>
            <a:ext cx="3900960" cy="2381400"/>
            <a:chOff x="8289720" y="0"/>
            <a:chExt cx="3900960" cy="2381400"/>
          </a:xfrm>
        </p:grpSpPr>
        <p:sp>
          <p:nvSpPr>
            <p:cNvPr id="905" name="Freeform: Shape 12">
              <a:extLst>
                <a:ext uri="{C183D7F6-B498-43B3-948B-1728B52AA6E4}">
                  <adec:decorative xmlns:adec="http://schemas.microsoft.com/office/drawing/2017/decorative" val="1"/>
                </a:ext>
              </a:extLst>
            </p:cNvPr>
            <p:cNvSpPr/>
            <p:nvPr/>
          </p:nvSpPr>
          <p:spPr>
            <a:xfrm>
              <a:off x="8289720" y="0"/>
              <a:ext cx="3900600" cy="2381400"/>
            </a:xfrm>
            <a:custGeom>
              <a:avLst/>
              <a:gdLst>
                <a:gd name="textAreaLeft" fmla="*/ 0 w 3900600"/>
                <a:gd name="textAreaRight" fmla="*/ 3902040 w 3900600"/>
                <a:gd name="textAreaTop" fmla="*/ 0 h 2381400"/>
                <a:gd name="textAreaBottom" fmla="*/ 2382840 h 2381400"/>
              </a:gdLst>
              <a:ahLst/>
              <a:cxnLst/>
              <a:rect l="textAreaLeft" t="textAreaTop" r="textAreaRight" b="textAreaBottom"/>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906" name="Freeform: Shape 13">
              <a:extLst>
                <a:ext uri="{C183D7F6-B498-43B3-948B-1728B52AA6E4}">
                  <adec:decorative xmlns:adec="http://schemas.microsoft.com/office/drawing/2017/decorative" val="1"/>
                </a:ext>
              </a:extLst>
            </p:cNvPr>
            <p:cNvSpPr/>
            <p:nvPr/>
          </p:nvSpPr>
          <p:spPr>
            <a:xfrm>
              <a:off x="8326080" y="0"/>
              <a:ext cx="3864600" cy="2182680"/>
            </a:xfrm>
            <a:custGeom>
              <a:avLst/>
              <a:gdLst>
                <a:gd name="textAreaLeft" fmla="*/ 0 w 3864600"/>
                <a:gd name="textAreaRight" fmla="*/ 3866040 w 3864600"/>
                <a:gd name="textAreaTop" fmla="*/ 0 h 2182680"/>
                <a:gd name="textAreaBottom" fmla="*/ 2184120 h 2182680"/>
              </a:gdLst>
              <a:ahLst/>
              <a:cxnLst/>
              <a:rect l="textAreaLeft" t="textAreaTop" r="textAreaRight" b="textAreaBottom"/>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907" name="Freeform: Shape 14">
              <a:extLst>
                <a:ext uri="{C183D7F6-B498-43B3-948B-1728B52AA6E4}">
                  <adec:decorative xmlns:adec="http://schemas.microsoft.com/office/drawing/2017/decorative" val="1"/>
                </a:ext>
              </a:extLst>
            </p:cNvPr>
            <p:cNvSpPr/>
            <p:nvPr/>
          </p:nvSpPr>
          <p:spPr>
            <a:xfrm>
              <a:off x="8329680" y="0"/>
              <a:ext cx="3861000" cy="2144160"/>
            </a:xfrm>
            <a:custGeom>
              <a:avLst/>
              <a:gdLst>
                <a:gd name="textAreaLeft" fmla="*/ 0 w 3861000"/>
                <a:gd name="textAreaRight" fmla="*/ 3862440 w 3861000"/>
                <a:gd name="textAreaTop" fmla="*/ 0 h 2144160"/>
                <a:gd name="textAreaBottom" fmla="*/ 2145600 h 2144160"/>
              </a:gdLst>
              <a:ahLst/>
              <a:cxnLst/>
              <a:rect l="textAreaLeft" t="textAreaTop" r="textAreaRight" b="textAreaBottom"/>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908" name="Freeform: Shape 15">
              <a:extLst>
                <a:ext uri="{C183D7F6-B498-43B3-948B-1728B52AA6E4}">
                  <adec:decorative xmlns:adec="http://schemas.microsoft.com/office/drawing/2017/decorative" val="1"/>
                </a:ext>
              </a:extLst>
            </p:cNvPr>
            <p:cNvSpPr/>
            <p:nvPr/>
          </p:nvSpPr>
          <p:spPr>
            <a:xfrm>
              <a:off x="8329680" y="0"/>
              <a:ext cx="3861000" cy="2144160"/>
            </a:xfrm>
            <a:custGeom>
              <a:avLst/>
              <a:gdLst>
                <a:gd name="textAreaLeft" fmla="*/ 0 w 3861000"/>
                <a:gd name="textAreaRight" fmla="*/ 3862440 w 3861000"/>
                <a:gd name="textAreaTop" fmla="*/ 0 h 2144160"/>
                <a:gd name="textAreaBottom" fmla="*/ 2145600 h 2144160"/>
              </a:gdLst>
              <a:ahLst/>
              <a:cxnLst/>
              <a:rect l="textAreaLeft" t="textAreaTop" r="textAreaRight" b="textAreaBottom"/>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grpSp>
      <p:sp>
        <p:nvSpPr>
          <p:cNvPr id="909" name="PlaceHolder 2"/>
          <p:cNvSpPr>
            <a:spLocks noGrp="1"/>
          </p:cNvSpPr>
          <p:nvPr>
            <p:ph/>
          </p:nvPr>
        </p:nvSpPr>
        <p:spPr>
          <a:xfrm>
            <a:off x="1179360" y="2890800"/>
            <a:ext cx="9831960" cy="2692440"/>
          </a:xfrm>
          <a:prstGeom prst="rect">
            <a:avLst/>
          </a:prstGeom>
          <a:noFill/>
          <a:ln w="0">
            <a:noFill/>
          </a:ln>
        </p:spPr>
        <p:txBody>
          <a:bodyPr lIns="91440" tIns="45720" rIns="91440" bIns="45720" anchor="t">
            <a:normAutofit lnSpcReduction="9999"/>
          </a:bodyPr>
          <a:lstStyle/>
          <a:p>
            <a:pPr marL="228600" indent="-228600" defTabSz="914400">
              <a:lnSpc>
                <a:spcPct val="90000"/>
              </a:lnSpc>
              <a:spcBef>
                <a:spcPts val="1001"/>
              </a:spcBef>
              <a:buClr>
                <a:srgbClr val="44546A"/>
              </a:buClr>
              <a:buFont typeface="Arial"/>
              <a:buChar char="•"/>
            </a:pPr>
            <a:r>
              <a:rPr lang="de-DE" sz="1800" b="0" u="none" strike="noStrike">
                <a:solidFill>
                  <a:schemeClr val="dk2"/>
                </a:solidFill>
                <a:uFillTx/>
                <a:latin typeface="Calibri"/>
              </a:rPr>
              <a:t>Erweitere das Datenmodell</a:t>
            </a:r>
            <a:endParaRPr lang="de-DE" sz="18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800" b="0" u="none" strike="noStrike">
                <a:solidFill>
                  <a:schemeClr val="dk2"/>
                </a:solidFill>
                <a:uFillTx/>
                <a:latin typeface="Calibri"/>
              </a:rPr>
              <a:t>Lege in Customer ein Feld / Konstruktor-Parameter lastOrderDate vom Typ Date an</a:t>
            </a:r>
            <a:endParaRPr lang="de-DE" sz="1800" b="0" u="none" strike="noStrike">
              <a:solidFill>
                <a:srgbClr val="000000"/>
              </a:solidFill>
              <a:uFillTx/>
              <a:latin typeface="Arial"/>
            </a:endParaRPr>
          </a:p>
          <a:p>
            <a:pPr marL="228600" indent="-228600" defTabSz="914400">
              <a:lnSpc>
                <a:spcPct val="90000"/>
              </a:lnSpc>
              <a:spcBef>
                <a:spcPts val="1001"/>
              </a:spcBef>
              <a:buClr>
                <a:srgbClr val="44546A"/>
              </a:buClr>
              <a:buFont typeface="Arial"/>
              <a:buChar char="•"/>
            </a:pPr>
            <a:r>
              <a:rPr lang="de-DE" sz="1800" b="0" u="none" strike="noStrike">
                <a:solidFill>
                  <a:schemeClr val="dk2"/>
                </a:solidFill>
                <a:uFillTx/>
                <a:latin typeface="Calibri"/>
              </a:rPr>
              <a:t>Passe die Mock-Daten an</a:t>
            </a:r>
            <a:endParaRPr lang="de-DE" sz="18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800" b="0" u="none" strike="noStrike">
                <a:solidFill>
                  <a:schemeClr val="dk2"/>
                </a:solidFill>
                <a:uFillTx/>
                <a:latin typeface="Calibri"/>
              </a:rPr>
              <a:t>Setze für jeden Customer ein unterschiedliches Datum (new Date(year, month - 1, day))</a:t>
            </a:r>
            <a:endParaRPr lang="de-DE" sz="18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800" b="0" u="none" strike="noStrike">
                <a:solidFill>
                  <a:schemeClr val="dk2"/>
                </a:solidFill>
                <a:uFillTx/>
                <a:latin typeface="Calibri"/>
              </a:rPr>
              <a:t>Für mind. 1 Customer weniger als 1 Woche zurück</a:t>
            </a:r>
            <a:endParaRPr lang="de-DE" sz="18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800" b="0" u="none" strike="noStrike">
                <a:solidFill>
                  <a:schemeClr val="dk2"/>
                </a:solidFill>
                <a:uFillTx/>
                <a:latin typeface="Calibri"/>
              </a:rPr>
              <a:t>Setze für nicht länger gewünschte Customer natürlich ein Datum in der weiteren Vergangenheit</a:t>
            </a:r>
            <a:endParaRPr lang="de-DE" sz="1800" b="0" u="none" strike="noStrike">
              <a:solidFill>
                <a:srgbClr val="000000"/>
              </a:solidFill>
              <a:uFillTx/>
              <a:latin typeface="Arial"/>
            </a:endParaRPr>
          </a:p>
          <a:p>
            <a:pPr marL="228600" indent="-228600" defTabSz="914400">
              <a:lnSpc>
                <a:spcPct val="90000"/>
              </a:lnSpc>
              <a:spcBef>
                <a:spcPts val="1001"/>
              </a:spcBef>
              <a:buClr>
                <a:srgbClr val="44546A"/>
              </a:buClr>
              <a:buFont typeface="Arial"/>
              <a:buChar char="•"/>
            </a:pPr>
            <a:r>
              <a:rPr lang="de-DE" sz="1800" b="0" u="none" strike="noStrike">
                <a:solidFill>
                  <a:schemeClr val="dk2"/>
                </a:solidFill>
                <a:uFillTx/>
                <a:latin typeface="Calibri"/>
              </a:rPr>
              <a:t>Erweitere das Template von CustomerDetailsComponent</a:t>
            </a:r>
            <a:endParaRPr lang="de-DE" sz="18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800" b="0" u="none" strike="noStrike">
                <a:solidFill>
                  <a:schemeClr val="dk2"/>
                </a:solidFill>
                <a:uFillTx/>
                <a:latin typeface="Calibri"/>
              </a:rPr>
              <a:t>Gib das Datum  lastOrderDate formatiert aus</a:t>
            </a:r>
            <a:endParaRPr lang="de-DE" sz="18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800" b="0" u="none" strike="noStrike">
                <a:solidFill>
                  <a:schemeClr val="dk2"/>
                </a:solidFill>
                <a:uFillTx/>
                <a:latin typeface="Calibri"/>
              </a:rPr>
              <a:t>Probiere verschiedene Formattierungen aus (Pattern, Shortcuts)</a:t>
            </a:r>
            <a:endParaRPr lang="de-DE" sz="1800" b="0" u="none" strike="noStrike">
              <a:solidFill>
                <a:srgbClr val="000000"/>
              </a:solidFill>
              <a:uFillTx/>
              <a:latin typeface="Arial"/>
            </a:endParaRPr>
          </a:p>
          <a:p>
            <a:pPr indent="0" defTabSz="914400">
              <a:lnSpc>
                <a:spcPct val="90000"/>
              </a:lnSpc>
              <a:spcBef>
                <a:spcPts val="1001"/>
              </a:spcBef>
              <a:buNone/>
              <a:tabLst>
                <a:tab pos="0" algn="l"/>
              </a:tabLst>
            </a:pPr>
            <a:endParaRPr lang="de-DE" sz="1800" b="0" u="none" strike="noStrike">
              <a:solidFill>
                <a:srgbClr val="000000"/>
              </a:solidFill>
              <a:uFillTx/>
              <a:latin typeface="Arial"/>
            </a:endParaRPr>
          </a:p>
        </p:txBody>
      </p:sp>
      <p:grpSp>
        <p:nvGrpSpPr>
          <p:cNvPr id="910" name="Group 17">
            <a:extLst>
              <a:ext uri="{C183D7F6-B498-43B3-948B-1728B52AA6E4}">
                <adec:decorative xmlns:adec="http://schemas.microsoft.com/office/drawing/2017/decorative" val="1"/>
              </a:ext>
            </a:extLst>
          </p:cNvPr>
          <p:cNvGrpSpPr/>
          <p:nvPr/>
        </p:nvGrpSpPr>
        <p:grpSpPr>
          <a:xfrm>
            <a:off x="0" y="4681440"/>
            <a:ext cx="2897280" cy="2174040"/>
            <a:chOff x="0" y="4681440"/>
            <a:chExt cx="2897280" cy="2174040"/>
          </a:xfrm>
        </p:grpSpPr>
        <p:sp>
          <p:nvSpPr>
            <p:cNvPr id="911" name="Freeform: Shape 18">
              <a:extLst>
                <a:ext uri="{C183D7F6-B498-43B3-948B-1728B52AA6E4}">
                  <adec:decorative xmlns:adec="http://schemas.microsoft.com/office/drawing/2017/decorative" val="1"/>
                </a:ext>
              </a:extLst>
            </p:cNvPr>
            <p:cNvSpPr/>
            <p:nvPr/>
          </p:nvSpPr>
          <p:spPr>
            <a:xfrm flipV="1">
              <a:off x="360" y="4849560"/>
              <a:ext cx="2884320" cy="2005560"/>
            </a:xfrm>
            <a:custGeom>
              <a:avLst/>
              <a:gdLst>
                <a:gd name="textAreaLeft" fmla="*/ 0 w 2884320"/>
                <a:gd name="textAreaRight" fmla="*/ 2885760 w 2884320"/>
                <a:gd name="textAreaTop" fmla="*/ 720 h 2005560"/>
                <a:gd name="textAreaBottom" fmla="*/ 2007720 h 2005560"/>
              </a:gdLst>
              <a:ahLst/>
              <a:cxnLst/>
              <a:rect l="textAreaLeft" t="textAreaTop" r="textAreaRight" b="textAreaBottom"/>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912" name="Freeform: Shape 19">
              <a:extLst>
                <a:ext uri="{C183D7F6-B498-43B3-948B-1728B52AA6E4}">
                  <adec:decorative xmlns:adec="http://schemas.microsoft.com/office/drawing/2017/decorative" val="1"/>
                </a:ext>
              </a:extLst>
            </p:cNvPr>
            <p:cNvSpPr/>
            <p:nvPr/>
          </p:nvSpPr>
          <p:spPr>
            <a:xfrm flipV="1">
              <a:off x="360" y="4849560"/>
              <a:ext cx="2884320" cy="2005560"/>
            </a:xfrm>
            <a:custGeom>
              <a:avLst/>
              <a:gdLst>
                <a:gd name="textAreaLeft" fmla="*/ 0 w 2884320"/>
                <a:gd name="textAreaRight" fmla="*/ 2885760 w 2884320"/>
                <a:gd name="textAreaTop" fmla="*/ 720 h 2005560"/>
                <a:gd name="textAreaBottom" fmla="*/ 2007720 h 2005560"/>
              </a:gdLst>
              <a:ahLst/>
              <a:cxnLst/>
              <a:rect l="textAreaLeft" t="textAreaTop" r="textAreaRight" b="textAreaBottom"/>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913" name="Freeform: Shape 20">
              <a:extLst>
                <a:ext uri="{C183D7F6-B498-43B3-948B-1728B52AA6E4}">
                  <adec:decorative xmlns:adec="http://schemas.microsoft.com/office/drawing/2017/decorative" val="1"/>
                </a:ext>
              </a:extLst>
            </p:cNvPr>
            <p:cNvSpPr/>
            <p:nvPr/>
          </p:nvSpPr>
          <p:spPr>
            <a:xfrm flipV="1">
              <a:off x="0" y="4832640"/>
              <a:ext cx="2884680" cy="2022480"/>
            </a:xfrm>
            <a:custGeom>
              <a:avLst/>
              <a:gdLst>
                <a:gd name="textAreaLeft" fmla="*/ 0 w 2884680"/>
                <a:gd name="textAreaRight" fmla="*/ 2886120 w 2884680"/>
                <a:gd name="textAreaTop" fmla="*/ -720 h 2022480"/>
                <a:gd name="textAreaBottom" fmla="*/ 2023200 h 2022480"/>
              </a:gdLst>
              <a:ahLst/>
              <a:cxnLst/>
              <a:rect l="textAreaLeft" t="textAreaTop" r="textAreaRight" b="textAreaBottom"/>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914" name="Freeform: Shape 21">
              <a:extLst>
                <a:ext uri="{C183D7F6-B498-43B3-948B-1728B52AA6E4}">
                  <adec:decorative xmlns:adec="http://schemas.microsoft.com/office/drawing/2017/decorative" val="1"/>
                </a:ext>
              </a:extLst>
            </p:cNvPr>
            <p:cNvSpPr/>
            <p:nvPr/>
          </p:nvSpPr>
          <p:spPr>
            <a:xfrm flipV="1">
              <a:off x="360" y="4681080"/>
              <a:ext cx="2896920" cy="2174040"/>
            </a:xfrm>
            <a:custGeom>
              <a:avLst/>
              <a:gdLst>
                <a:gd name="textAreaLeft" fmla="*/ 0 w 2896920"/>
                <a:gd name="textAreaRight" fmla="*/ 2898360 w 2896920"/>
                <a:gd name="textAreaTop" fmla="*/ 720 h 2174040"/>
                <a:gd name="textAreaBottom" fmla="*/ 2176200 h 2174040"/>
              </a:gdLst>
              <a:ahLst/>
              <a:cxnLst/>
              <a:rect l="textAreaLeft" t="textAreaTop" r="textAreaRight" b="textAreaBottom"/>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gr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5"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Pipes sind Klassen</a:t>
            </a:r>
            <a:endParaRPr lang="de-DE" sz="4400" b="0" u="none" strike="noStrike">
              <a:solidFill>
                <a:srgbClr val="000000"/>
              </a:solidFill>
              <a:uFillTx/>
              <a:latin typeface="Arial"/>
            </a:endParaRPr>
          </a:p>
        </p:txBody>
      </p:sp>
      <p:sp>
        <p:nvSpPr>
          <p:cNvPr id="916"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lnSpcReduction="9999"/>
          </a:bodyPr>
          <a:lstStyle/>
          <a:p>
            <a:pPr marL="228600" indent="-228600" defTabSz="914400">
              <a:lnSpc>
                <a:spcPct val="90000"/>
              </a:lnSpc>
              <a:spcBef>
                <a:spcPts val="1001"/>
              </a:spcBef>
              <a:buClr>
                <a:srgbClr val="333333"/>
              </a:buClr>
              <a:buFont typeface="Arial"/>
              <a:buChar char="•"/>
            </a:pPr>
            <a:r>
              <a:rPr lang="de-DE" sz="2800" b="0" u="none" strike="noStrike">
                <a:solidFill>
                  <a:srgbClr val="333333"/>
                </a:solidFill>
                <a:uFillTx/>
                <a:latin typeface="Aller"/>
              </a:rPr>
              <a:t>Pipes sind Klassen</a:t>
            </a:r>
            <a:endParaRPr lang="de-DE" sz="2800" b="0" u="none" strike="noStrike">
              <a:solidFill>
                <a:srgbClr val="000000"/>
              </a:solidFill>
              <a:uFillTx/>
              <a:latin typeface="Arial"/>
            </a:endParaRPr>
          </a:p>
          <a:p>
            <a:pPr marL="743040" lvl="1" indent="-285840" defTabSz="914400">
              <a:lnSpc>
                <a:spcPct val="90000"/>
              </a:lnSpc>
              <a:spcBef>
                <a:spcPts val="499"/>
              </a:spcBef>
              <a:buClr>
                <a:srgbClr val="333333"/>
              </a:buClr>
              <a:buFont typeface="Arial"/>
              <a:buChar char="•"/>
            </a:pPr>
            <a:r>
              <a:rPr lang="de-DE" sz="2400" b="0" u="none" strike="noStrike">
                <a:solidFill>
                  <a:srgbClr val="333333"/>
                </a:solidFill>
                <a:uFillTx/>
                <a:latin typeface="Aller"/>
              </a:rPr>
              <a:t>Implementieren Interface PipeTransform aus @angular/core</a:t>
            </a:r>
            <a:endParaRPr lang="de-DE" sz="2400" b="0" u="none" strike="noStrike">
              <a:solidFill>
                <a:srgbClr val="000000"/>
              </a:solidFill>
              <a:uFillTx/>
              <a:latin typeface="Arial"/>
            </a:endParaRPr>
          </a:p>
          <a:p>
            <a:pPr marL="743040" lvl="1" indent="-285840" defTabSz="914400">
              <a:lnSpc>
                <a:spcPct val="90000"/>
              </a:lnSpc>
              <a:spcBef>
                <a:spcPts val="499"/>
              </a:spcBef>
              <a:buClr>
                <a:srgbClr val="333333"/>
              </a:buClr>
              <a:buFont typeface="Arial"/>
              <a:buChar char="•"/>
            </a:pPr>
            <a:r>
              <a:rPr lang="de-DE" sz="2400" b="0" u="none" strike="noStrike">
                <a:solidFill>
                  <a:srgbClr val="333333"/>
                </a:solidFill>
                <a:uFillTx/>
                <a:latin typeface="Aller"/>
              </a:rPr>
              <a:t>Werden mit @Pipe Decorator aus @angular/core markiert</a:t>
            </a:r>
            <a:endParaRPr lang="de-DE" sz="2400" b="0" u="none" strike="noStrike">
              <a:solidFill>
                <a:srgbClr val="000000"/>
              </a:solidFill>
              <a:uFillTx/>
              <a:latin typeface="Arial"/>
            </a:endParaRPr>
          </a:p>
          <a:p>
            <a:pPr marL="457200" indent="0" defTabSz="914400">
              <a:lnSpc>
                <a:spcPct val="90000"/>
              </a:lnSpc>
              <a:spcBef>
                <a:spcPts val="499"/>
              </a:spcBef>
              <a:buNone/>
              <a:tabLst>
                <a:tab pos="0" algn="l"/>
              </a:tabLst>
            </a:pPr>
            <a:endParaRPr lang="de-DE" sz="2400" b="0" u="none" strike="noStrike">
              <a:solidFill>
                <a:srgbClr val="000000"/>
              </a:solidFill>
              <a:uFillTx/>
              <a:latin typeface="Arial"/>
            </a:endParaRPr>
          </a:p>
          <a:p>
            <a:pPr marL="457200" indent="0" defTabSz="914400">
              <a:lnSpc>
                <a:spcPct val="90000"/>
              </a:lnSpc>
              <a:spcBef>
                <a:spcPts val="499"/>
              </a:spcBef>
              <a:buNone/>
              <a:tabLst>
                <a:tab pos="0" algn="l"/>
              </a:tabLst>
            </a:pPr>
            <a:r>
              <a:rPr lang="de-DE" sz="2400" b="0" u="none" strike="noStrike">
                <a:solidFill>
                  <a:srgbClr val="1E347B"/>
                </a:solidFill>
                <a:uFillTx/>
                <a:latin typeface="SourceCodePro"/>
              </a:rPr>
              <a:t>import</a:t>
            </a:r>
            <a:r>
              <a:rPr lang="de-DE" sz="2400" b="0" u="none" strike="noStrike">
                <a:solidFill>
                  <a:srgbClr val="48484C"/>
                </a:solidFill>
                <a:uFillTx/>
                <a:latin typeface="SourceCodePro"/>
              </a:rPr>
              <a:t> </a:t>
            </a:r>
            <a:r>
              <a:rPr lang="de-DE" sz="2400" b="0" u="none" strike="noStrike">
                <a:solidFill>
                  <a:srgbClr val="93A1A1"/>
                </a:solidFill>
                <a:uFillTx/>
                <a:latin typeface="SourceCodePro"/>
              </a:rPr>
              <a:t>{</a:t>
            </a:r>
            <a:r>
              <a:rPr lang="de-DE" sz="2400" b="0" u="none" strike="noStrike">
                <a:solidFill>
                  <a:srgbClr val="008080"/>
                </a:solidFill>
                <a:uFillTx/>
                <a:latin typeface="SourceCodePro"/>
              </a:rPr>
              <a:t>Pipe</a:t>
            </a:r>
            <a:r>
              <a:rPr lang="de-DE" sz="2400" b="0" u="none" strike="noStrike">
                <a:solidFill>
                  <a:srgbClr val="93A1A1"/>
                </a:solidFill>
                <a:uFillTx/>
                <a:latin typeface="SourceCodePro"/>
              </a:rPr>
              <a:t>,</a:t>
            </a:r>
            <a:r>
              <a:rPr lang="de-DE" sz="2400" b="0" u="none" strike="noStrike">
                <a:solidFill>
                  <a:srgbClr val="48484C"/>
                </a:solidFill>
                <a:uFillTx/>
                <a:latin typeface="SourceCodePro"/>
              </a:rPr>
              <a:t> </a:t>
            </a:r>
            <a:r>
              <a:rPr lang="de-DE" sz="2400" b="0" u="none" strike="noStrike">
                <a:solidFill>
                  <a:srgbClr val="008080"/>
                </a:solidFill>
                <a:uFillTx/>
                <a:latin typeface="SourceCodePro"/>
              </a:rPr>
              <a:t>PipeTransform</a:t>
            </a:r>
            <a:r>
              <a:rPr lang="de-DE" sz="2400" b="0" u="none" strike="noStrike">
                <a:solidFill>
                  <a:srgbClr val="93A1A1"/>
                </a:solidFill>
                <a:uFillTx/>
                <a:latin typeface="SourceCodePro"/>
              </a:rPr>
              <a:t>}</a:t>
            </a:r>
            <a:r>
              <a:rPr lang="de-DE" sz="2400" b="0" u="none" strike="noStrike">
                <a:solidFill>
                  <a:srgbClr val="48484C"/>
                </a:solidFill>
                <a:uFillTx/>
                <a:latin typeface="SourceCodePro"/>
              </a:rPr>
              <a:t> </a:t>
            </a:r>
            <a:r>
              <a:rPr lang="de-DE" sz="2400" b="0" u="none" strike="noStrike">
                <a:solidFill>
                  <a:srgbClr val="1E347B"/>
                </a:solidFill>
                <a:uFillTx/>
                <a:latin typeface="SourceCodePro"/>
              </a:rPr>
              <a:t>from</a:t>
            </a:r>
            <a:r>
              <a:rPr lang="de-DE" sz="2400" b="0" u="none" strike="noStrike">
                <a:solidFill>
                  <a:srgbClr val="48484C"/>
                </a:solidFill>
                <a:uFillTx/>
                <a:latin typeface="SourceCodePro"/>
              </a:rPr>
              <a:t> </a:t>
            </a:r>
            <a:r>
              <a:rPr lang="de-DE" sz="2400" b="0" u="none" strike="noStrike">
                <a:solidFill>
                  <a:srgbClr val="DD1144"/>
                </a:solidFill>
                <a:uFillTx/>
                <a:latin typeface="SourceCodePro"/>
              </a:rPr>
              <a:t>"@angular/core"</a:t>
            </a:r>
            <a:r>
              <a:rPr lang="de-DE" sz="2400" b="0" u="none" strike="noStrike">
                <a:solidFill>
                  <a:srgbClr val="93A1A1"/>
                </a:solidFill>
                <a:uFillTx/>
                <a:latin typeface="SourceCodePro"/>
              </a:rPr>
              <a:t>;</a:t>
            </a:r>
            <a:endParaRPr lang="de-DE" sz="2400" b="0" u="none" strike="noStrike">
              <a:solidFill>
                <a:srgbClr val="000000"/>
              </a:solidFill>
              <a:uFillTx/>
              <a:latin typeface="Arial"/>
            </a:endParaRPr>
          </a:p>
          <a:p>
            <a:pPr marL="457200" indent="0" defTabSz="914400">
              <a:lnSpc>
                <a:spcPct val="90000"/>
              </a:lnSpc>
              <a:spcBef>
                <a:spcPts val="499"/>
              </a:spcBef>
              <a:buNone/>
              <a:tabLst>
                <a:tab pos="0" algn="l"/>
              </a:tabLst>
            </a:pPr>
            <a:r>
              <a:rPr lang="de-DE" sz="2400" b="0" u="none" strike="noStrike">
                <a:solidFill>
                  <a:srgbClr val="195F91"/>
                </a:solidFill>
                <a:uFillTx/>
                <a:latin typeface="SourceCodePro"/>
              </a:rPr>
              <a:t>@Pipe</a:t>
            </a:r>
            <a:r>
              <a:rPr lang="de-DE" sz="2400" b="0" u="none" strike="noStrike">
                <a:solidFill>
                  <a:srgbClr val="93A1A1"/>
                </a:solidFill>
                <a:uFillTx/>
                <a:latin typeface="SourceCodePro"/>
              </a:rPr>
              <a:t>({</a:t>
            </a:r>
            <a:r>
              <a:rPr lang="de-DE" sz="2400" b="0" u="none" strike="noStrike">
                <a:solidFill>
                  <a:srgbClr val="48484C"/>
                </a:solidFill>
                <a:uFillTx/>
                <a:latin typeface="SourceCodePro"/>
              </a:rPr>
              <a:t> name</a:t>
            </a:r>
            <a:r>
              <a:rPr lang="de-DE" sz="2400" b="0" u="none" strike="noStrike">
                <a:solidFill>
                  <a:srgbClr val="93A1A1"/>
                </a:solidFill>
                <a:uFillTx/>
                <a:latin typeface="SourceCodePro"/>
              </a:rPr>
              <a:t>:</a:t>
            </a:r>
            <a:r>
              <a:rPr lang="de-DE" sz="2400" b="0" u="none" strike="noStrike">
                <a:solidFill>
                  <a:srgbClr val="48484C"/>
                </a:solidFill>
                <a:uFillTx/>
                <a:latin typeface="SourceCodePro"/>
              </a:rPr>
              <a:t> </a:t>
            </a:r>
            <a:r>
              <a:rPr lang="de-DE" sz="2400" b="0" u="none" strike="noStrike">
                <a:solidFill>
                  <a:srgbClr val="DD1144"/>
                </a:solidFill>
                <a:uFillTx/>
                <a:latin typeface="SourceCodePro"/>
              </a:rPr>
              <a:t>"hasLikes"</a:t>
            </a:r>
            <a:r>
              <a:rPr lang="de-DE" sz="2400" b="0" u="none" strike="noStrike">
                <a:solidFill>
                  <a:srgbClr val="48484C"/>
                </a:solidFill>
                <a:uFillTx/>
                <a:latin typeface="SourceCodePro"/>
              </a:rPr>
              <a:t> </a:t>
            </a:r>
            <a:r>
              <a:rPr lang="de-DE" sz="2400" b="0" u="none" strike="noStrike">
                <a:solidFill>
                  <a:srgbClr val="93A1A1"/>
                </a:solidFill>
                <a:uFillTx/>
                <a:latin typeface="SourceCodePro"/>
              </a:rPr>
              <a:t>})</a:t>
            </a:r>
            <a:endParaRPr lang="de-DE" sz="2400" b="0" u="none" strike="noStrike">
              <a:solidFill>
                <a:srgbClr val="000000"/>
              </a:solidFill>
              <a:uFillTx/>
              <a:latin typeface="Arial"/>
            </a:endParaRPr>
          </a:p>
          <a:p>
            <a:pPr marL="457200" indent="0" defTabSz="914400">
              <a:lnSpc>
                <a:spcPct val="90000"/>
              </a:lnSpc>
              <a:spcBef>
                <a:spcPts val="499"/>
              </a:spcBef>
              <a:buNone/>
              <a:tabLst>
                <a:tab pos="0" algn="l"/>
              </a:tabLst>
            </a:pPr>
            <a:r>
              <a:rPr lang="de-DE" sz="2400" b="0" u="none" strike="noStrike">
                <a:solidFill>
                  <a:srgbClr val="1E347B"/>
                </a:solidFill>
                <a:uFillTx/>
                <a:latin typeface="SourceCodePro"/>
              </a:rPr>
              <a:t>export</a:t>
            </a:r>
            <a:r>
              <a:rPr lang="de-DE" sz="2400" b="0" u="none" strike="noStrike">
                <a:solidFill>
                  <a:srgbClr val="48484C"/>
                </a:solidFill>
                <a:uFillTx/>
                <a:latin typeface="SourceCodePro"/>
              </a:rPr>
              <a:t> </a:t>
            </a:r>
            <a:r>
              <a:rPr lang="de-DE" sz="2400" b="0" u="none" strike="noStrike">
                <a:solidFill>
                  <a:srgbClr val="1E347B"/>
                </a:solidFill>
                <a:uFillTx/>
                <a:latin typeface="SourceCodePro"/>
              </a:rPr>
              <a:t>class</a:t>
            </a:r>
            <a:r>
              <a:rPr lang="de-DE" sz="2400" b="0" u="none" strike="noStrike">
                <a:solidFill>
                  <a:srgbClr val="48484C"/>
                </a:solidFill>
                <a:uFillTx/>
                <a:latin typeface="SourceCodePro"/>
              </a:rPr>
              <a:t> </a:t>
            </a:r>
            <a:r>
              <a:rPr lang="de-DE" sz="2400" b="0" u="none" strike="noStrike">
                <a:solidFill>
                  <a:srgbClr val="008080"/>
                </a:solidFill>
                <a:uFillTx/>
                <a:latin typeface="SourceCodePro"/>
              </a:rPr>
              <a:t>HasLikesPipe</a:t>
            </a:r>
            <a:r>
              <a:rPr lang="de-DE" sz="2400" b="0" u="none" strike="noStrike">
                <a:solidFill>
                  <a:srgbClr val="48484C"/>
                </a:solidFill>
                <a:uFillTx/>
                <a:latin typeface="SourceCodePro"/>
              </a:rPr>
              <a:t> </a:t>
            </a:r>
            <a:r>
              <a:rPr lang="de-DE" sz="2400" b="0" u="none" strike="noStrike">
                <a:solidFill>
                  <a:srgbClr val="1E347B"/>
                </a:solidFill>
                <a:uFillTx/>
                <a:latin typeface="SourceCodePro"/>
              </a:rPr>
              <a:t>implements</a:t>
            </a:r>
            <a:r>
              <a:rPr lang="de-DE" sz="2400" b="0" u="none" strike="noStrike">
                <a:solidFill>
                  <a:srgbClr val="48484C"/>
                </a:solidFill>
                <a:uFillTx/>
                <a:latin typeface="SourceCodePro"/>
              </a:rPr>
              <a:t> </a:t>
            </a:r>
            <a:r>
              <a:rPr lang="de-DE" sz="2400" b="0" u="none" strike="noStrike">
                <a:solidFill>
                  <a:srgbClr val="008080"/>
                </a:solidFill>
                <a:uFillTx/>
                <a:latin typeface="SourceCodePro"/>
              </a:rPr>
              <a:t>PipeTransform</a:t>
            </a:r>
            <a:r>
              <a:rPr lang="de-DE" sz="2400" b="0" u="none" strike="noStrike">
                <a:solidFill>
                  <a:srgbClr val="48484C"/>
                </a:solidFill>
                <a:uFillTx/>
                <a:latin typeface="SourceCodePro"/>
              </a:rPr>
              <a:t> </a:t>
            </a:r>
            <a:r>
              <a:rPr lang="de-DE" sz="2400" b="0" u="none" strike="noStrike">
                <a:solidFill>
                  <a:srgbClr val="93A1A1"/>
                </a:solidFill>
                <a:uFillTx/>
                <a:latin typeface="SourceCodePro"/>
              </a:rPr>
              <a:t>{</a:t>
            </a:r>
            <a:endParaRPr lang="de-DE" sz="2400" b="0" u="none" strike="noStrike">
              <a:solidFill>
                <a:srgbClr val="000000"/>
              </a:solidFill>
              <a:uFillTx/>
              <a:latin typeface="Arial"/>
            </a:endParaRPr>
          </a:p>
          <a:p>
            <a:pPr marL="457200" indent="0" defTabSz="914400">
              <a:lnSpc>
                <a:spcPct val="90000"/>
              </a:lnSpc>
              <a:spcBef>
                <a:spcPts val="499"/>
              </a:spcBef>
              <a:buNone/>
              <a:tabLst>
                <a:tab pos="0" algn="l"/>
              </a:tabLst>
            </a:pPr>
            <a:r>
              <a:rPr lang="de-DE" sz="2400" b="0" u="none" strike="noStrike">
                <a:solidFill>
                  <a:srgbClr val="48484C"/>
                </a:solidFill>
                <a:uFillTx/>
                <a:latin typeface="SourceCodePro"/>
              </a:rPr>
              <a:t>	transform</a:t>
            </a:r>
            <a:r>
              <a:rPr lang="de-DE" sz="2400" b="0" u="none" strike="noStrike">
                <a:solidFill>
                  <a:srgbClr val="93A1A1"/>
                </a:solidFill>
                <a:uFillTx/>
                <a:latin typeface="SourceCodePro"/>
              </a:rPr>
              <a:t>(</a:t>
            </a:r>
            <a:r>
              <a:rPr lang="de-DE" sz="2400" b="0" u="none" strike="noStrike">
                <a:solidFill>
                  <a:srgbClr val="48484C"/>
                </a:solidFill>
                <a:uFillTx/>
                <a:latin typeface="SourceCodePro"/>
              </a:rPr>
              <a:t>withLikes</a:t>
            </a:r>
            <a:r>
              <a:rPr lang="de-DE" sz="2400" b="0" u="none" strike="noStrike">
                <a:solidFill>
                  <a:srgbClr val="93A1A1"/>
                </a:solidFill>
                <a:uFillTx/>
                <a:latin typeface="SourceCodePro"/>
              </a:rPr>
              <a:t>:</a:t>
            </a:r>
            <a:r>
              <a:rPr lang="de-DE" sz="2400" b="0" u="none" strike="noStrike">
                <a:solidFill>
                  <a:srgbClr val="48484C"/>
                </a:solidFill>
                <a:uFillTx/>
                <a:latin typeface="SourceCodePro"/>
              </a:rPr>
              <a:t> </a:t>
            </a:r>
            <a:r>
              <a:rPr lang="de-DE" sz="2400" b="0" u="none" strike="noStrike">
                <a:solidFill>
                  <a:srgbClr val="93A1A1"/>
                </a:solidFill>
                <a:uFillTx/>
                <a:latin typeface="SourceCodePro"/>
              </a:rPr>
              <a:t>{</a:t>
            </a:r>
            <a:r>
              <a:rPr lang="de-DE" sz="2400" b="0" u="none" strike="noStrike">
                <a:solidFill>
                  <a:srgbClr val="48484C"/>
                </a:solidFill>
                <a:uFillTx/>
                <a:latin typeface="SourceCodePro"/>
              </a:rPr>
              <a:t>likes </a:t>
            </a:r>
            <a:r>
              <a:rPr lang="de-DE" sz="2400" b="0" u="none" strike="noStrike">
                <a:solidFill>
                  <a:srgbClr val="93A1A1"/>
                </a:solidFill>
                <a:uFillTx/>
                <a:latin typeface="SourceCodePro"/>
              </a:rPr>
              <a:t>:</a:t>
            </a:r>
            <a:r>
              <a:rPr lang="de-DE" sz="2400" b="0" u="none" strike="noStrike">
                <a:solidFill>
                  <a:srgbClr val="48484C"/>
                </a:solidFill>
                <a:uFillTx/>
                <a:latin typeface="SourceCodePro"/>
              </a:rPr>
              <a:t>number</a:t>
            </a:r>
            <a:r>
              <a:rPr lang="de-DE" sz="2400" b="0" u="none" strike="noStrike">
                <a:solidFill>
                  <a:srgbClr val="93A1A1"/>
                </a:solidFill>
                <a:uFillTx/>
                <a:latin typeface="SourceCodePro"/>
              </a:rPr>
              <a:t>}):</a:t>
            </a:r>
            <a:r>
              <a:rPr lang="de-DE" sz="2400" b="0" u="none" strike="noStrike">
                <a:solidFill>
                  <a:srgbClr val="48484C"/>
                </a:solidFill>
                <a:uFillTx/>
                <a:latin typeface="SourceCodePro"/>
              </a:rPr>
              <a:t> </a:t>
            </a:r>
            <a:r>
              <a:rPr lang="de-DE" sz="2400" b="0" u="none" strike="noStrike">
                <a:solidFill>
                  <a:srgbClr val="1E347B"/>
                </a:solidFill>
                <a:uFillTx/>
                <a:latin typeface="SourceCodePro"/>
              </a:rPr>
              <a:t>boolean</a:t>
            </a:r>
            <a:r>
              <a:rPr lang="de-DE" sz="2400" b="0" u="none" strike="noStrike">
                <a:solidFill>
                  <a:srgbClr val="48484C"/>
                </a:solidFill>
                <a:uFillTx/>
                <a:latin typeface="SourceCodePro"/>
              </a:rPr>
              <a:t> </a:t>
            </a:r>
            <a:r>
              <a:rPr lang="de-DE" sz="2400" b="0" u="none" strike="noStrike">
                <a:solidFill>
                  <a:srgbClr val="93A1A1"/>
                </a:solidFill>
                <a:uFillTx/>
                <a:latin typeface="SourceCodePro"/>
              </a:rPr>
              <a:t>{</a:t>
            </a:r>
            <a:endParaRPr lang="de-DE" sz="2400" b="0" u="none" strike="noStrike">
              <a:solidFill>
                <a:srgbClr val="000000"/>
              </a:solidFill>
              <a:uFillTx/>
              <a:latin typeface="Arial"/>
            </a:endParaRPr>
          </a:p>
          <a:p>
            <a:pPr marL="457200" indent="0" defTabSz="914400">
              <a:lnSpc>
                <a:spcPct val="90000"/>
              </a:lnSpc>
              <a:spcBef>
                <a:spcPts val="499"/>
              </a:spcBef>
              <a:buNone/>
              <a:tabLst>
                <a:tab pos="0" algn="l"/>
              </a:tabLst>
            </a:pPr>
            <a:r>
              <a:rPr lang="de-DE" sz="2400" b="0" u="none" strike="noStrike">
                <a:solidFill>
                  <a:srgbClr val="1E347B"/>
                </a:solidFill>
                <a:uFillTx/>
                <a:latin typeface="SourceCodePro"/>
              </a:rPr>
              <a:t>		return</a:t>
            </a:r>
            <a:r>
              <a:rPr lang="de-DE" sz="2400" b="0" u="none" strike="noStrike">
                <a:solidFill>
                  <a:srgbClr val="48484C"/>
                </a:solidFill>
                <a:uFillTx/>
                <a:latin typeface="SourceCodePro"/>
              </a:rPr>
              <a:t> withLikes</a:t>
            </a:r>
            <a:r>
              <a:rPr lang="de-DE" sz="2400" b="0" u="none" strike="noStrike">
                <a:solidFill>
                  <a:srgbClr val="93A1A1"/>
                </a:solidFill>
                <a:uFillTx/>
                <a:latin typeface="SourceCodePro"/>
              </a:rPr>
              <a:t>.</a:t>
            </a:r>
            <a:r>
              <a:rPr lang="de-DE" sz="2400" b="0" u="none" strike="noStrike">
                <a:solidFill>
                  <a:srgbClr val="48484C"/>
                </a:solidFill>
                <a:uFillTx/>
                <a:latin typeface="SourceCodePro"/>
              </a:rPr>
              <a:t>likes </a:t>
            </a:r>
            <a:r>
              <a:rPr lang="de-DE" sz="2400" b="0" u="none" strike="noStrike">
                <a:solidFill>
                  <a:srgbClr val="93A1A1"/>
                </a:solidFill>
                <a:uFillTx/>
                <a:latin typeface="SourceCodePro"/>
              </a:rPr>
              <a:t>&gt;</a:t>
            </a:r>
            <a:r>
              <a:rPr lang="de-DE" sz="2400" b="0" u="none" strike="noStrike">
                <a:solidFill>
                  <a:srgbClr val="48484C"/>
                </a:solidFill>
                <a:uFillTx/>
                <a:latin typeface="SourceCodePro"/>
              </a:rPr>
              <a:t> </a:t>
            </a:r>
            <a:r>
              <a:rPr lang="de-DE" sz="2400" b="0" u="none" strike="noStrike">
                <a:solidFill>
                  <a:srgbClr val="195F91"/>
                </a:solidFill>
                <a:uFillTx/>
                <a:latin typeface="SourceCodePro"/>
              </a:rPr>
              <a:t>0</a:t>
            </a:r>
            <a:r>
              <a:rPr lang="de-DE" sz="2400" b="0" u="none" strike="noStrike">
                <a:solidFill>
                  <a:srgbClr val="93A1A1"/>
                </a:solidFill>
                <a:uFillTx/>
                <a:latin typeface="SourceCodePro"/>
              </a:rPr>
              <a:t>;</a:t>
            </a:r>
            <a:endParaRPr lang="de-DE" sz="2400" b="0" u="none" strike="noStrike">
              <a:solidFill>
                <a:srgbClr val="000000"/>
              </a:solidFill>
              <a:uFillTx/>
              <a:latin typeface="Arial"/>
            </a:endParaRPr>
          </a:p>
          <a:p>
            <a:pPr marL="457200" indent="0" defTabSz="914400">
              <a:lnSpc>
                <a:spcPct val="90000"/>
              </a:lnSpc>
              <a:spcBef>
                <a:spcPts val="499"/>
              </a:spcBef>
              <a:buNone/>
              <a:tabLst>
                <a:tab pos="0" algn="l"/>
              </a:tabLst>
            </a:pPr>
            <a:r>
              <a:rPr lang="de-DE" sz="2400" b="0" u="none" strike="noStrike">
                <a:solidFill>
                  <a:srgbClr val="93A1A1"/>
                </a:solidFill>
                <a:uFillTx/>
                <a:latin typeface="SourceCodePro"/>
              </a:rPr>
              <a:t>	}</a:t>
            </a:r>
            <a:endParaRPr lang="de-DE" sz="2400" b="0" u="none" strike="noStrike">
              <a:solidFill>
                <a:srgbClr val="000000"/>
              </a:solidFill>
              <a:uFillTx/>
              <a:latin typeface="Arial"/>
            </a:endParaRPr>
          </a:p>
          <a:p>
            <a:pPr marL="457200" indent="0" defTabSz="914400">
              <a:lnSpc>
                <a:spcPct val="90000"/>
              </a:lnSpc>
              <a:spcBef>
                <a:spcPts val="499"/>
              </a:spcBef>
              <a:buNone/>
              <a:tabLst>
                <a:tab pos="0" algn="l"/>
              </a:tabLst>
            </a:pPr>
            <a:r>
              <a:rPr lang="de-DE" sz="2400" b="0" u="none" strike="noStrike">
                <a:solidFill>
                  <a:srgbClr val="93A1A1"/>
                </a:solidFill>
                <a:uFillTx/>
                <a:latin typeface="SourceCodePro"/>
              </a:rPr>
              <a:t>}</a:t>
            </a:r>
            <a:endParaRPr lang="de-DE" sz="2400" b="0" u="none" strike="noStrike">
              <a:solidFill>
                <a:srgbClr val="000000"/>
              </a:solidFill>
              <a:uFillTx/>
              <a:latin typeface="Arial"/>
            </a:endParaRPr>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7"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Verwendung von Pipes in Komponenten</a:t>
            </a:r>
            <a:endParaRPr lang="de-DE" sz="4400" b="0" u="none" strike="noStrike">
              <a:solidFill>
                <a:srgbClr val="000000"/>
              </a:solidFill>
              <a:uFillTx/>
              <a:latin typeface="Arial"/>
            </a:endParaRPr>
          </a:p>
        </p:txBody>
      </p:sp>
      <p:sp>
        <p:nvSpPr>
          <p:cNvPr id="918"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indent="0" defTabSz="914400">
              <a:lnSpc>
                <a:spcPct val="90000"/>
              </a:lnSpc>
              <a:spcBef>
                <a:spcPts val="880"/>
              </a:spcBef>
              <a:buNone/>
              <a:tabLst>
                <a:tab pos="0" algn="l"/>
              </a:tabLst>
            </a:pPr>
            <a:r>
              <a:rPr lang="de-DE" sz="2500" b="0" u="none" strike="noStrike">
                <a:solidFill>
                  <a:srgbClr val="195F91"/>
                </a:solidFill>
                <a:uFillTx/>
                <a:latin typeface="SourceCodePro"/>
              </a:rPr>
              <a:t>import { DatePipe } from '@angular/common';</a:t>
            </a:r>
            <a:endParaRPr lang="de-DE" sz="2500" b="0" u="none" strike="noStrike">
              <a:solidFill>
                <a:srgbClr val="000000"/>
              </a:solidFill>
              <a:uFillTx/>
              <a:latin typeface="Arial"/>
            </a:endParaRPr>
          </a:p>
          <a:p>
            <a:pPr indent="0" defTabSz="914400">
              <a:lnSpc>
                <a:spcPct val="90000"/>
              </a:lnSpc>
              <a:spcBef>
                <a:spcPts val="880"/>
              </a:spcBef>
              <a:buNone/>
              <a:tabLst>
                <a:tab pos="0" algn="l"/>
              </a:tabLst>
            </a:pPr>
            <a:r>
              <a:rPr lang="de-DE" sz="2500" b="0" u="none" strike="noStrike">
                <a:solidFill>
                  <a:srgbClr val="195F91"/>
                </a:solidFill>
                <a:uFillTx/>
                <a:latin typeface="SourceCodePro"/>
              </a:rPr>
              <a:t>import { HasLikesPipe } from './has-likes.pipe';</a:t>
            </a:r>
            <a:endParaRPr lang="de-DE" sz="2500" b="0" u="none" strike="noStrike">
              <a:solidFill>
                <a:srgbClr val="000000"/>
              </a:solidFill>
              <a:uFillTx/>
              <a:latin typeface="Arial"/>
            </a:endParaRPr>
          </a:p>
          <a:p>
            <a:pPr indent="0" defTabSz="914400">
              <a:lnSpc>
                <a:spcPct val="90000"/>
              </a:lnSpc>
              <a:spcBef>
                <a:spcPts val="880"/>
              </a:spcBef>
              <a:buNone/>
              <a:tabLst>
                <a:tab pos="0" algn="l"/>
              </a:tabLst>
            </a:pPr>
            <a:r>
              <a:rPr lang="de-DE" sz="2500" b="0" u="none" strike="noStrike">
                <a:solidFill>
                  <a:srgbClr val="195F91"/>
                </a:solidFill>
                <a:uFillTx/>
                <a:latin typeface="SourceCodePro"/>
              </a:rPr>
              <a:t>@Component({</a:t>
            </a:r>
            <a:endParaRPr lang="de-DE" sz="2500" b="0" u="none" strike="noStrike">
              <a:solidFill>
                <a:srgbClr val="000000"/>
              </a:solidFill>
              <a:uFillTx/>
              <a:latin typeface="Arial"/>
            </a:endParaRPr>
          </a:p>
          <a:p>
            <a:pPr indent="0" defTabSz="914400">
              <a:lnSpc>
                <a:spcPct val="90000"/>
              </a:lnSpc>
              <a:spcBef>
                <a:spcPts val="880"/>
              </a:spcBef>
              <a:buNone/>
              <a:tabLst>
                <a:tab pos="0" algn="l"/>
              </a:tabLst>
            </a:pPr>
            <a:r>
              <a:rPr lang="de-DE" sz="2500" b="0" u="none" strike="noStrike">
                <a:solidFill>
                  <a:srgbClr val="195F91"/>
                </a:solidFill>
                <a:uFillTx/>
                <a:latin typeface="SourceCodePro"/>
              </a:rPr>
              <a:t>  selector: 'release-card',</a:t>
            </a:r>
            <a:endParaRPr lang="de-DE" sz="2500" b="0" u="none" strike="noStrike">
              <a:solidFill>
                <a:srgbClr val="000000"/>
              </a:solidFill>
              <a:uFillTx/>
              <a:latin typeface="Arial"/>
            </a:endParaRPr>
          </a:p>
          <a:p>
            <a:pPr indent="0" defTabSz="914400">
              <a:lnSpc>
                <a:spcPct val="90000"/>
              </a:lnSpc>
              <a:spcBef>
                <a:spcPts val="880"/>
              </a:spcBef>
              <a:buNone/>
              <a:tabLst>
                <a:tab pos="0" algn="l"/>
              </a:tabLst>
            </a:pPr>
            <a:r>
              <a:rPr lang="de-DE" sz="2500" b="0" u="none" strike="noStrike">
                <a:solidFill>
                  <a:srgbClr val="195F91"/>
                </a:solidFill>
                <a:uFillTx/>
                <a:latin typeface="SourceCodePro"/>
              </a:rPr>
              <a:t>  imports: [ HasLikesPipe, DatePipe ],</a:t>
            </a:r>
            <a:endParaRPr lang="de-DE" sz="2500" b="0" u="none" strike="noStrike">
              <a:solidFill>
                <a:srgbClr val="000000"/>
              </a:solidFill>
              <a:uFillTx/>
              <a:latin typeface="Arial"/>
            </a:endParaRPr>
          </a:p>
          <a:p>
            <a:pPr indent="0" defTabSz="914400">
              <a:lnSpc>
                <a:spcPct val="90000"/>
              </a:lnSpc>
              <a:spcBef>
                <a:spcPts val="880"/>
              </a:spcBef>
              <a:buNone/>
              <a:tabLst>
                <a:tab pos="0" algn="l"/>
              </a:tabLst>
            </a:pPr>
            <a:r>
              <a:rPr lang="de-DE" sz="2500" b="0" u="none" strike="noStrike">
                <a:solidFill>
                  <a:srgbClr val="195F91"/>
                </a:solidFill>
                <a:uFillTx/>
                <a:latin typeface="SourceCodePro"/>
              </a:rPr>
              <a:t>  template: `@if (release() | hasLikes) { &lt;span&gt;♥&lt;/span&gt; }`</a:t>
            </a:r>
            <a:endParaRPr lang="de-DE" sz="2500" b="0" u="none" strike="noStrike">
              <a:solidFill>
                <a:srgbClr val="000000"/>
              </a:solidFill>
              <a:uFillTx/>
              <a:latin typeface="Arial"/>
            </a:endParaRPr>
          </a:p>
          <a:p>
            <a:pPr indent="0" defTabSz="914400">
              <a:lnSpc>
                <a:spcPct val="90000"/>
              </a:lnSpc>
              <a:spcBef>
                <a:spcPts val="880"/>
              </a:spcBef>
              <a:buNone/>
              <a:tabLst>
                <a:tab pos="0" algn="l"/>
              </a:tabLst>
            </a:pPr>
            <a:r>
              <a:rPr lang="de-DE" sz="2500" b="0" u="none" strike="noStrike">
                <a:solidFill>
                  <a:srgbClr val="195F91"/>
                </a:solidFill>
                <a:uFillTx/>
                <a:latin typeface="SourceCodePro"/>
              </a:rPr>
              <a:t>})</a:t>
            </a:r>
            <a:endParaRPr lang="de-DE" sz="2500" b="0" u="none" strike="noStrike">
              <a:solidFill>
                <a:srgbClr val="000000"/>
              </a:solidFill>
              <a:uFillTx/>
              <a:latin typeface="Arial"/>
            </a:endParaRPr>
          </a:p>
          <a:p>
            <a:pPr indent="0" defTabSz="914400">
              <a:lnSpc>
                <a:spcPct val="90000"/>
              </a:lnSpc>
              <a:spcBef>
                <a:spcPts val="880"/>
              </a:spcBef>
              <a:buNone/>
              <a:tabLst>
                <a:tab pos="0" algn="l"/>
              </a:tabLst>
            </a:pPr>
            <a:r>
              <a:rPr lang="de-DE" sz="2500" b="0" u="none" strike="noStrike">
                <a:solidFill>
                  <a:srgbClr val="195F91"/>
                </a:solidFill>
                <a:uFillTx/>
                <a:latin typeface="SourceCodePro"/>
              </a:rPr>
              <a:t>export class ReleaseCardComponent { … }</a:t>
            </a:r>
            <a:endParaRPr lang="de-DE" sz="2500" b="0" u="none" strike="noStrike">
              <a:solidFill>
                <a:srgbClr val="000000"/>
              </a:solidFill>
              <a:uFillTx/>
              <a:latin typeface="Arial"/>
            </a:endParaRPr>
          </a:p>
          <a:p>
            <a:pPr indent="0" defTabSz="914400">
              <a:lnSpc>
                <a:spcPct val="90000"/>
              </a:lnSpc>
              <a:spcBef>
                <a:spcPts val="880"/>
              </a:spcBef>
              <a:buNone/>
              <a:tabLst>
                <a:tab pos="0" algn="l"/>
              </a:tabLst>
            </a:pPr>
            <a:r>
              <a:rPr lang="de-DE" sz="2500" b="0" u="none" strike="noStrike">
                <a:solidFill>
                  <a:srgbClr val="195F91"/>
                </a:solidFill>
                <a:uFillTx/>
                <a:latin typeface="SourceCodePro"/>
              </a:rPr>
              <a:t>// Pipes sind standalone – Import direkt in der verwendenden Komponente</a:t>
            </a:r>
            <a:endParaRPr lang="de-DE" sz="2500" b="0" u="none" strike="noStrike">
              <a:solidFill>
                <a:srgbClr val="000000"/>
              </a:solidFill>
              <a:uFillTx/>
              <a:latin typeface="Arial"/>
            </a:endParaRPr>
          </a:p>
          <a:p>
            <a:pPr indent="0" defTabSz="914400">
              <a:lnSpc>
                <a:spcPct val="90000"/>
              </a:lnSpc>
              <a:spcBef>
                <a:spcPts val="880"/>
              </a:spcBef>
              <a:buNone/>
              <a:tabLst>
                <a:tab pos="0" algn="l"/>
              </a:tabLst>
            </a:pPr>
            <a:r>
              <a:rPr lang="de-DE" sz="2500" b="0" u="none" strike="noStrike">
                <a:solidFill>
                  <a:srgbClr val="195F91"/>
                </a:solidFill>
                <a:uFillTx/>
                <a:latin typeface="SourceCodePro"/>
              </a:rPr>
              <a:t>// Legacy: declarations/exports im NgModule (siehe Anhang)</a:t>
            </a:r>
            <a:endParaRPr lang="de-DE" sz="2500" b="0" u="none" strike="noStrike">
              <a:solidFill>
                <a:srgbClr val="000000"/>
              </a:solidFill>
              <a:uFillTx/>
              <a:latin typeface="Arial"/>
            </a:endParaRPr>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919" name="Rectangle 7">
            <a:extLst>
              <a:ext uri="{C183D7F6-B498-43B3-948B-1728B52AA6E4}">
                <adec:decorative xmlns:adec="http://schemas.microsoft.com/office/drawing/2017/decorative" val="1"/>
              </a:ext>
            </a:extLst>
          </p:cNvPr>
          <p:cNvSpPr/>
          <p:nvPr/>
        </p:nvSpPr>
        <p:spPr>
          <a:xfrm>
            <a:off x="0" y="0"/>
            <a:ext cx="12190320" cy="685656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920" name="Rectangle 9">
            <a:extLst>
              <a:ext uri="{C183D7F6-B498-43B3-948B-1728B52AA6E4}">
                <adec:decorative xmlns:adec="http://schemas.microsoft.com/office/drawing/2017/decorative" val="1"/>
              </a:ext>
            </a:extLst>
          </p:cNvPr>
          <p:cNvSpPr/>
          <p:nvPr/>
        </p:nvSpPr>
        <p:spPr>
          <a:xfrm>
            <a:off x="360" y="0"/>
            <a:ext cx="12190320" cy="68565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800" b="0" u="none" strike="noStrike">
              <a:solidFill>
                <a:schemeClr val="lt1"/>
              </a:solidFill>
              <a:uFillTx/>
              <a:latin typeface="Calibri"/>
            </a:endParaRPr>
          </a:p>
        </p:txBody>
      </p:sp>
      <p:sp>
        <p:nvSpPr>
          <p:cNvPr id="921" name="PlaceHolder 1"/>
          <p:cNvSpPr>
            <a:spLocks noGrp="1"/>
          </p:cNvSpPr>
          <p:nvPr>
            <p:ph type="title"/>
          </p:nvPr>
        </p:nvSpPr>
        <p:spPr>
          <a:xfrm>
            <a:off x="1179360" y="1280520"/>
            <a:ext cx="9831960" cy="1324080"/>
          </a:xfrm>
          <a:prstGeom prst="rect">
            <a:avLst/>
          </a:prstGeom>
          <a:noFill/>
          <a:ln w="0">
            <a:noFill/>
          </a:ln>
        </p:spPr>
        <p:txBody>
          <a:bodyPr lIns="91440" tIns="45720" rIns="91440" bIns="45720" anchor="b">
            <a:normAutofit/>
          </a:bodyPr>
          <a:lstStyle/>
          <a:p>
            <a:pPr indent="0" algn="ctr" defTabSz="914400">
              <a:lnSpc>
                <a:spcPct val="90000"/>
              </a:lnSpc>
              <a:buNone/>
              <a:tabLst>
                <a:tab pos="0" algn="l"/>
              </a:tabLst>
            </a:pPr>
            <a:r>
              <a:rPr lang="de-DE" sz="3600" b="0" u="none" strike="noStrike">
                <a:solidFill>
                  <a:schemeClr val="dk2"/>
                </a:solidFill>
                <a:uFillTx/>
                <a:latin typeface="Calibri Light"/>
              </a:rPr>
              <a:t>Übung 18: Eigene Pipe</a:t>
            </a:r>
            <a:endParaRPr lang="de-DE" sz="3600" b="0" u="none" strike="noStrike">
              <a:solidFill>
                <a:srgbClr val="000000"/>
              </a:solidFill>
              <a:uFillTx/>
              <a:latin typeface="Arial"/>
            </a:endParaRPr>
          </a:p>
        </p:txBody>
      </p:sp>
      <p:grpSp>
        <p:nvGrpSpPr>
          <p:cNvPr id="922" name="Group 11">
            <a:extLst>
              <a:ext uri="{C183D7F6-B498-43B3-948B-1728B52AA6E4}">
                <adec:decorative xmlns:adec="http://schemas.microsoft.com/office/drawing/2017/decorative" val="1"/>
              </a:ext>
            </a:extLst>
          </p:cNvPr>
          <p:cNvGrpSpPr/>
          <p:nvPr/>
        </p:nvGrpSpPr>
        <p:grpSpPr>
          <a:xfrm>
            <a:off x="8289720" y="0"/>
            <a:ext cx="3900960" cy="2381400"/>
            <a:chOff x="8289720" y="0"/>
            <a:chExt cx="3900960" cy="2381400"/>
          </a:xfrm>
        </p:grpSpPr>
        <p:sp>
          <p:nvSpPr>
            <p:cNvPr id="923" name="Freeform: Shape 12">
              <a:extLst>
                <a:ext uri="{C183D7F6-B498-43B3-948B-1728B52AA6E4}">
                  <adec:decorative xmlns:adec="http://schemas.microsoft.com/office/drawing/2017/decorative" val="1"/>
                </a:ext>
              </a:extLst>
            </p:cNvPr>
            <p:cNvSpPr/>
            <p:nvPr/>
          </p:nvSpPr>
          <p:spPr>
            <a:xfrm>
              <a:off x="8289720" y="0"/>
              <a:ext cx="3900600" cy="2381400"/>
            </a:xfrm>
            <a:custGeom>
              <a:avLst/>
              <a:gdLst>
                <a:gd name="textAreaLeft" fmla="*/ 0 w 3900600"/>
                <a:gd name="textAreaRight" fmla="*/ 3902040 w 3900600"/>
                <a:gd name="textAreaTop" fmla="*/ 0 h 2381400"/>
                <a:gd name="textAreaBottom" fmla="*/ 2382840 h 2381400"/>
              </a:gdLst>
              <a:ahLst/>
              <a:cxnLst/>
              <a:rect l="textAreaLeft" t="textAreaTop" r="textAreaRight" b="textAreaBottom"/>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924" name="Freeform: Shape 13">
              <a:extLst>
                <a:ext uri="{C183D7F6-B498-43B3-948B-1728B52AA6E4}">
                  <adec:decorative xmlns:adec="http://schemas.microsoft.com/office/drawing/2017/decorative" val="1"/>
                </a:ext>
              </a:extLst>
            </p:cNvPr>
            <p:cNvSpPr/>
            <p:nvPr/>
          </p:nvSpPr>
          <p:spPr>
            <a:xfrm>
              <a:off x="8326080" y="0"/>
              <a:ext cx="3864600" cy="2182680"/>
            </a:xfrm>
            <a:custGeom>
              <a:avLst/>
              <a:gdLst>
                <a:gd name="textAreaLeft" fmla="*/ 0 w 3864600"/>
                <a:gd name="textAreaRight" fmla="*/ 3866040 w 3864600"/>
                <a:gd name="textAreaTop" fmla="*/ 0 h 2182680"/>
                <a:gd name="textAreaBottom" fmla="*/ 2184120 h 2182680"/>
              </a:gdLst>
              <a:ahLst/>
              <a:cxnLst/>
              <a:rect l="textAreaLeft" t="textAreaTop" r="textAreaRight" b="textAreaBottom"/>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925" name="Freeform: Shape 14">
              <a:extLst>
                <a:ext uri="{C183D7F6-B498-43B3-948B-1728B52AA6E4}">
                  <adec:decorative xmlns:adec="http://schemas.microsoft.com/office/drawing/2017/decorative" val="1"/>
                </a:ext>
              </a:extLst>
            </p:cNvPr>
            <p:cNvSpPr/>
            <p:nvPr/>
          </p:nvSpPr>
          <p:spPr>
            <a:xfrm>
              <a:off x="8329680" y="0"/>
              <a:ext cx="3861000" cy="2144160"/>
            </a:xfrm>
            <a:custGeom>
              <a:avLst/>
              <a:gdLst>
                <a:gd name="textAreaLeft" fmla="*/ 0 w 3861000"/>
                <a:gd name="textAreaRight" fmla="*/ 3862440 w 3861000"/>
                <a:gd name="textAreaTop" fmla="*/ 0 h 2144160"/>
                <a:gd name="textAreaBottom" fmla="*/ 2145600 h 2144160"/>
              </a:gdLst>
              <a:ahLst/>
              <a:cxnLst/>
              <a:rect l="textAreaLeft" t="textAreaTop" r="textAreaRight" b="textAreaBottom"/>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926" name="Freeform: Shape 15">
              <a:extLst>
                <a:ext uri="{C183D7F6-B498-43B3-948B-1728B52AA6E4}">
                  <adec:decorative xmlns:adec="http://schemas.microsoft.com/office/drawing/2017/decorative" val="1"/>
                </a:ext>
              </a:extLst>
            </p:cNvPr>
            <p:cNvSpPr/>
            <p:nvPr/>
          </p:nvSpPr>
          <p:spPr>
            <a:xfrm>
              <a:off x="8329680" y="0"/>
              <a:ext cx="3861000" cy="2144160"/>
            </a:xfrm>
            <a:custGeom>
              <a:avLst/>
              <a:gdLst>
                <a:gd name="textAreaLeft" fmla="*/ 0 w 3861000"/>
                <a:gd name="textAreaRight" fmla="*/ 3862440 w 3861000"/>
                <a:gd name="textAreaTop" fmla="*/ 0 h 2144160"/>
                <a:gd name="textAreaBottom" fmla="*/ 2145600 h 2144160"/>
              </a:gdLst>
              <a:ahLst/>
              <a:cxnLst/>
              <a:rect l="textAreaLeft" t="textAreaTop" r="textAreaRight" b="textAreaBottom"/>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grpSp>
      <p:sp>
        <p:nvSpPr>
          <p:cNvPr id="927" name="PlaceHolder 2"/>
          <p:cNvSpPr>
            <a:spLocks noGrp="1"/>
          </p:cNvSpPr>
          <p:nvPr>
            <p:ph/>
          </p:nvPr>
        </p:nvSpPr>
        <p:spPr>
          <a:xfrm>
            <a:off x="1179360" y="2890800"/>
            <a:ext cx="9831960" cy="2692440"/>
          </a:xfrm>
          <a:prstGeom prst="rect">
            <a:avLst/>
          </a:prstGeom>
          <a:noFill/>
          <a:ln w="0">
            <a:noFill/>
          </a:ln>
        </p:spPr>
        <p:txBody>
          <a:bodyPr lIns="91440" tIns="45720" rIns="91440" bIns="45720" anchor="t">
            <a:normAutofit/>
          </a:bodyPr>
          <a:lstStyle/>
          <a:p>
            <a:pPr marL="228600" indent="-228600" defTabSz="914400">
              <a:lnSpc>
                <a:spcPct val="90000"/>
              </a:lnSpc>
              <a:spcBef>
                <a:spcPts val="1001"/>
              </a:spcBef>
              <a:buClr>
                <a:srgbClr val="44546A"/>
              </a:buClr>
              <a:buFont typeface="Arial"/>
              <a:buChar char="•"/>
            </a:pPr>
            <a:r>
              <a:rPr lang="de-DE" sz="1100" b="0" u="none" strike="noStrike">
                <a:solidFill>
                  <a:schemeClr val="dk2"/>
                </a:solidFill>
                <a:uFillTx/>
                <a:latin typeface="Calibri"/>
              </a:rPr>
              <a:t>Schreibe eine eigene Pipe currentActiveCustomers</a:t>
            </a:r>
            <a:endParaRPr lang="de-DE" sz="11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100" b="0" u="none" strike="noStrike">
                <a:solidFill>
                  <a:schemeClr val="dk2"/>
                </a:solidFill>
                <a:uFillTx/>
                <a:latin typeface="Calibri"/>
              </a:rPr>
              <a:t>Generieren per ng generate pipe customer/current-active-customers-pipe</a:t>
            </a:r>
            <a:endParaRPr lang="de-DE" sz="11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100" b="0" u="none" strike="noStrike">
                <a:solidFill>
                  <a:schemeClr val="dk2"/>
                </a:solidFill>
                <a:uFillTx/>
                <a:latin typeface="Calibri"/>
              </a:rPr>
              <a:t>Implementiere PipeTransform mit der Methode transform(date: Date, daysInPast = 7): boolean</a:t>
            </a:r>
            <a:endParaRPr lang="de-DE" sz="11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100" b="0" u="none" strike="noStrike">
                <a:solidFill>
                  <a:schemeClr val="dk2"/>
                </a:solidFill>
                <a:uFillTx/>
                <a:latin typeface="Calibri"/>
              </a:rPr>
              <a:t>Gib true zurück, falls der Cutomer innerhalb der letzten x Tage bestellt hat (Parameter soon)const timeDiff = Date.now() - date.getTime().</a:t>
            </a:r>
            <a:endParaRPr lang="de-DE" sz="11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100" b="0" u="none" strike="noStrike">
                <a:solidFill>
                  <a:schemeClr val="dk2"/>
                </a:solidFill>
                <a:uFillTx/>
                <a:latin typeface="Calibri"/>
              </a:rPr>
              <a:t>const maxTimeDiffInMS = daysInPast * 1000 * 60 * 60 * 24;</a:t>
            </a:r>
            <a:endParaRPr lang="de-DE" sz="11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100" b="0" u="none" strike="noStrike">
                <a:solidFill>
                  <a:schemeClr val="dk2"/>
                </a:solidFill>
                <a:uFillTx/>
                <a:latin typeface="Calibri"/>
              </a:rPr>
              <a:t>const isActive = timeDiff &lt; maxTimeDiffInMS;</a:t>
            </a:r>
            <a:endParaRPr lang="de-DE" sz="1100" b="0" u="none" strike="noStrike">
              <a:solidFill>
                <a:srgbClr val="000000"/>
              </a:solidFill>
              <a:uFillTx/>
              <a:latin typeface="Arial"/>
            </a:endParaRPr>
          </a:p>
          <a:p>
            <a:pPr marL="228600" indent="-228600" defTabSz="914400">
              <a:lnSpc>
                <a:spcPct val="90000"/>
              </a:lnSpc>
              <a:spcBef>
                <a:spcPts val="1001"/>
              </a:spcBef>
              <a:buClr>
                <a:srgbClr val="44546A"/>
              </a:buClr>
              <a:buFont typeface="Arial"/>
              <a:buChar char="•"/>
            </a:pPr>
            <a:r>
              <a:rPr lang="de-DE" sz="1100" b="0" u="none" strike="noStrike">
                <a:solidFill>
                  <a:schemeClr val="dk2"/>
                </a:solidFill>
                <a:uFillTx/>
                <a:latin typeface="Calibri"/>
              </a:rPr>
              <a:t>Wende die currentActiveCustomers Pipe auf das lastOrderDate Datum in CustomerDetailsComponent an (Pipe im imports-Array importieren)</a:t>
            </a:r>
            <a:endParaRPr lang="de-DE" sz="11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100" b="0" u="none" strike="noStrike">
                <a:solidFill>
                  <a:schemeClr val="dk2"/>
                </a:solidFill>
                <a:uFillTx/>
                <a:latin typeface="Calibri"/>
              </a:rPr>
              <a:t>Verpacke die Ausgabe des lastOrderDate Datums in einen div-Container</a:t>
            </a:r>
            <a:endParaRPr lang="de-DE" sz="11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100" b="0" u="none" strike="noStrike">
                <a:solidFill>
                  <a:schemeClr val="dk2"/>
                </a:solidFill>
                <a:uFillTx/>
                <a:latin typeface="Calibri"/>
              </a:rPr>
              <a:t>Setze an diesem div eine Klasse, wenn der Customer aktiv ist ([class.active]="...")</a:t>
            </a:r>
            <a:endParaRPr lang="de-DE" sz="11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100" b="0" u="none" strike="noStrike">
                <a:solidFill>
                  <a:schemeClr val="dk2"/>
                </a:solidFill>
                <a:uFillTx/>
                <a:latin typeface="Calibri"/>
              </a:rPr>
              <a:t>Übergebe z.B. 5 (Tage) als Parameter  daysInPast an currentActiveCustomers</a:t>
            </a:r>
            <a:endParaRPr lang="de-DE" sz="11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100" b="0" u="none" strike="noStrike">
                <a:solidFill>
                  <a:schemeClr val="dk2"/>
                </a:solidFill>
                <a:uFillTx/>
                <a:latin typeface="Calibri"/>
              </a:rPr>
              <a:t>Stelle über CSS mithilfe der gesetzten Klasse Customer, die active sind, anders dar (z.B. rote Schrift)</a:t>
            </a:r>
            <a:endParaRPr lang="de-DE" sz="1100" b="0" u="none" strike="noStrike">
              <a:solidFill>
                <a:srgbClr val="000000"/>
              </a:solidFill>
              <a:uFillTx/>
              <a:latin typeface="Arial"/>
            </a:endParaRPr>
          </a:p>
          <a:p>
            <a:pPr indent="0" defTabSz="914400">
              <a:lnSpc>
                <a:spcPct val="90000"/>
              </a:lnSpc>
              <a:spcBef>
                <a:spcPts val="1001"/>
              </a:spcBef>
              <a:buNone/>
              <a:tabLst>
                <a:tab pos="0" algn="l"/>
              </a:tabLst>
            </a:pPr>
            <a:endParaRPr lang="de-DE" sz="1100" b="0" u="none" strike="noStrike">
              <a:solidFill>
                <a:srgbClr val="000000"/>
              </a:solidFill>
              <a:uFillTx/>
              <a:latin typeface="Arial"/>
            </a:endParaRPr>
          </a:p>
        </p:txBody>
      </p:sp>
      <p:grpSp>
        <p:nvGrpSpPr>
          <p:cNvPr id="928" name="Group 17">
            <a:extLst>
              <a:ext uri="{C183D7F6-B498-43B3-948B-1728B52AA6E4}">
                <adec:decorative xmlns:adec="http://schemas.microsoft.com/office/drawing/2017/decorative" val="1"/>
              </a:ext>
            </a:extLst>
          </p:cNvPr>
          <p:cNvGrpSpPr/>
          <p:nvPr/>
        </p:nvGrpSpPr>
        <p:grpSpPr>
          <a:xfrm>
            <a:off x="0" y="4681440"/>
            <a:ext cx="2897280" cy="2174040"/>
            <a:chOff x="0" y="4681440"/>
            <a:chExt cx="2897280" cy="2174040"/>
          </a:xfrm>
        </p:grpSpPr>
        <p:sp>
          <p:nvSpPr>
            <p:cNvPr id="929" name="Freeform: Shape 18">
              <a:extLst>
                <a:ext uri="{C183D7F6-B498-43B3-948B-1728B52AA6E4}">
                  <adec:decorative xmlns:adec="http://schemas.microsoft.com/office/drawing/2017/decorative" val="1"/>
                </a:ext>
              </a:extLst>
            </p:cNvPr>
            <p:cNvSpPr/>
            <p:nvPr/>
          </p:nvSpPr>
          <p:spPr>
            <a:xfrm flipV="1">
              <a:off x="360" y="4849560"/>
              <a:ext cx="2884320" cy="2005560"/>
            </a:xfrm>
            <a:custGeom>
              <a:avLst/>
              <a:gdLst>
                <a:gd name="textAreaLeft" fmla="*/ 0 w 2884320"/>
                <a:gd name="textAreaRight" fmla="*/ 2885760 w 2884320"/>
                <a:gd name="textAreaTop" fmla="*/ 720 h 2005560"/>
                <a:gd name="textAreaBottom" fmla="*/ 2007720 h 2005560"/>
              </a:gdLst>
              <a:ahLst/>
              <a:cxnLst/>
              <a:rect l="textAreaLeft" t="textAreaTop" r="textAreaRight" b="textAreaBottom"/>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930" name="Freeform: Shape 19">
              <a:extLst>
                <a:ext uri="{C183D7F6-B498-43B3-948B-1728B52AA6E4}">
                  <adec:decorative xmlns:adec="http://schemas.microsoft.com/office/drawing/2017/decorative" val="1"/>
                </a:ext>
              </a:extLst>
            </p:cNvPr>
            <p:cNvSpPr/>
            <p:nvPr/>
          </p:nvSpPr>
          <p:spPr>
            <a:xfrm flipV="1">
              <a:off x="360" y="4849560"/>
              <a:ext cx="2884320" cy="2005560"/>
            </a:xfrm>
            <a:custGeom>
              <a:avLst/>
              <a:gdLst>
                <a:gd name="textAreaLeft" fmla="*/ 0 w 2884320"/>
                <a:gd name="textAreaRight" fmla="*/ 2885760 w 2884320"/>
                <a:gd name="textAreaTop" fmla="*/ 720 h 2005560"/>
                <a:gd name="textAreaBottom" fmla="*/ 2007720 h 2005560"/>
              </a:gdLst>
              <a:ahLst/>
              <a:cxnLst/>
              <a:rect l="textAreaLeft" t="textAreaTop" r="textAreaRight" b="textAreaBottom"/>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931" name="Freeform: Shape 20">
              <a:extLst>
                <a:ext uri="{C183D7F6-B498-43B3-948B-1728B52AA6E4}">
                  <adec:decorative xmlns:adec="http://schemas.microsoft.com/office/drawing/2017/decorative" val="1"/>
                </a:ext>
              </a:extLst>
            </p:cNvPr>
            <p:cNvSpPr/>
            <p:nvPr/>
          </p:nvSpPr>
          <p:spPr>
            <a:xfrm flipV="1">
              <a:off x="0" y="4832640"/>
              <a:ext cx="2884680" cy="2022480"/>
            </a:xfrm>
            <a:custGeom>
              <a:avLst/>
              <a:gdLst>
                <a:gd name="textAreaLeft" fmla="*/ 0 w 2884680"/>
                <a:gd name="textAreaRight" fmla="*/ 2886120 w 2884680"/>
                <a:gd name="textAreaTop" fmla="*/ -720 h 2022480"/>
                <a:gd name="textAreaBottom" fmla="*/ 2023200 h 2022480"/>
              </a:gdLst>
              <a:ahLst/>
              <a:cxnLst/>
              <a:rect l="textAreaLeft" t="textAreaTop" r="textAreaRight" b="textAreaBottom"/>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932" name="Freeform: Shape 21">
              <a:extLst>
                <a:ext uri="{C183D7F6-B498-43B3-948B-1728B52AA6E4}">
                  <adec:decorative xmlns:adec="http://schemas.microsoft.com/office/drawing/2017/decorative" val="1"/>
                </a:ext>
              </a:extLst>
            </p:cNvPr>
            <p:cNvSpPr/>
            <p:nvPr/>
          </p:nvSpPr>
          <p:spPr>
            <a:xfrm flipV="1">
              <a:off x="360" y="4681080"/>
              <a:ext cx="2896920" cy="2174040"/>
            </a:xfrm>
            <a:custGeom>
              <a:avLst/>
              <a:gdLst>
                <a:gd name="textAreaLeft" fmla="*/ 0 w 2896920"/>
                <a:gd name="textAreaRight" fmla="*/ 2898360 w 2896920"/>
                <a:gd name="textAreaTop" fmla="*/ 720 h 2174040"/>
                <a:gd name="textAreaBottom" fmla="*/ 2176200 h 2174040"/>
              </a:gdLst>
              <a:ahLst/>
              <a:cxnLst/>
              <a:rect l="textAreaLeft" t="textAreaTop" r="textAreaRight" b="textAreaBottom"/>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gr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3" name="Textfeld 3"/>
          <p:cNvSpPr/>
          <p:nvPr/>
        </p:nvSpPr>
        <p:spPr>
          <a:xfrm>
            <a:off x="800280" y="840960"/>
            <a:ext cx="268452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de-DE" sz="1800" b="0" u="none" strike="noStrike">
                <a:solidFill>
                  <a:schemeClr val="dk1"/>
                </a:solidFill>
                <a:uFillTx/>
                <a:latin typeface="Calibri"/>
              </a:rPr>
              <a:t>nextRun:Date</a:t>
            </a:r>
            <a:endParaRPr lang="de-DE" sz="1800" b="0" u="none" strike="noStrike">
              <a:solidFill>
                <a:srgbClr val="000000"/>
              </a:solidFill>
              <a:uFillTx/>
              <a:latin typeface="Arial"/>
            </a:endParaRPr>
          </a:p>
        </p:txBody>
      </p:sp>
      <p:sp>
        <p:nvSpPr>
          <p:cNvPr id="934" name="Rechteck 4"/>
          <p:cNvSpPr/>
          <p:nvPr/>
        </p:nvSpPr>
        <p:spPr>
          <a:xfrm>
            <a:off x="408240" y="530640"/>
            <a:ext cx="3215160" cy="1900800"/>
          </a:xfrm>
          <a:prstGeom prst="rect">
            <a:avLst/>
          </a:prstGeom>
          <a:solidFill>
            <a:srgbClr val="4472C4"/>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de-DE" sz="1800" b="0" u="none" strike="noStrike">
                <a:solidFill>
                  <a:schemeClr val="lt1"/>
                </a:solidFill>
                <a:uFillTx/>
                <a:latin typeface="Calibri"/>
              </a:rPr>
              <a:t>nextRun:Date</a:t>
            </a:r>
            <a:endParaRPr lang="de-DE" sz="1800" b="0" u="none" strike="noStrike">
              <a:solidFill>
                <a:srgbClr val="FFFFFF"/>
              </a:solidFill>
              <a:uFillTx/>
              <a:latin typeface="Arial"/>
            </a:endParaRPr>
          </a:p>
          <a:p>
            <a:pPr algn="ctr" defTabSz="914400">
              <a:lnSpc>
                <a:spcPct val="100000"/>
              </a:lnSpc>
            </a:pPr>
            <a:endParaRPr lang="de-DE" sz="1800" b="0" u="none" strike="noStrike">
              <a:solidFill>
                <a:srgbClr val="FFFFFF"/>
              </a:solidFill>
              <a:uFillTx/>
              <a:latin typeface="Arial"/>
            </a:endParaRPr>
          </a:p>
          <a:p>
            <a:pPr algn="ctr" defTabSz="914400">
              <a:lnSpc>
                <a:spcPct val="100000"/>
              </a:lnSpc>
            </a:pPr>
            <a:endParaRPr lang="de-DE" sz="1800" b="0" u="none" strike="noStrike">
              <a:solidFill>
                <a:srgbClr val="FFFFFF"/>
              </a:solidFill>
              <a:uFillTx/>
              <a:latin typeface="Arial"/>
            </a:endParaRPr>
          </a:p>
          <a:p>
            <a:pPr algn="ctr" defTabSz="914400">
              <a:lnSpc>
                <a:spcPct val="100000"/>
              </a:lnSpc>
            </a:pPr>
            <a:endParaRPr lang="de-DE" sz="1800" b="0" u="none" strike="noStrike">
              <a:solidFill>
                <a:srgbClr val="FFFFFF"/>
              </a:solidFill>
              <a:uFillTx/>
              <a:latin typeface="Arial"/>
            </a:endParaRPr>
          </a:p>
          <a:p>
            <a:pPr algn="ctr" defTabSz="914400">
              <a:lnSpc>
                <a:spcPct val="100000"/>
              </a:lnSpc>
            </a:pPr>
            <a:r>
              <a:rPr lang="de-DE" sz="1800" b="0" u="none" strike="noStrike">
                <a:solidFill>
                  <a:schemeClr val="lt1"/>
                </a:solidFill>
                <a:uFillTx/>
                <a:latin typeface="Calibri"/>
              </a:rPr>
              <a:t>Training.ts</a:t>
            </a:r>
            <a:endParaRPr lang="de-DE" sz="1800" b="0" u="none" strike="noStrike">
              <a:solidFill>
                <a:srgbClr val="FFFFFF"/>
              </a:solidFill>
              <a:uFillTx/>
              <a:latin typeface="Arial"/>
            </a:endParaRPr>
          </a:p>
        </p:txBody>
      </p:sp>
      <p:sp>
        <p:nvSpPr>
          <p:cNvPr id="935" name="Rechteck 5"/>
          <p:cNvSpPr/>
          <p:nvPr/>
        </p:nvSpPr>
        <p:spPr>
          <a:xfrm>
            <a:off x="6095880" y="457200"/>
            <a:ext cx="3215160" cy="1900800"/>
          </a:xfrm>
          <a:prstGeom prst="rect">
            <a:avLst/>
          </a:prstGeom>
          <a:solidFill>
            <a:srgbClr val="70AD47"/>
          </a:solidFill>
          <a:ln>
            <a:solidFill>
              <a:srgbClr val="314B1F"/>
            </a:solidFill>
          </a:ln>
        </p:spPr>
        <p:style>
          <a:lnRef idx="2">
            <a:schemeClr val="accent6">
              <a:shade val="15000"/>
            </a:schemeClr>
          </a:lnRef>
          <a:fillRef idx="1">
            <a:schemeClr val="accent6"/>
          </a:fillRef>
          <a:effectRef idx="0">
            <a:schemeClr val="accent6"/>
          </a:effectRef>
          <a:fontRef idx="minor"/>
        </p:style>
        <p:txBody>
          <a:bodyPr lIns="90000" tIns="45000" rIns="90000" bIns="45000" anchor="ctr">
            <a:noAutofit/>
          </a:bodyPr>
          <a:lstStyle/>
          <a:p>
            <a:pPr algn="ctr" defTabSz="914400">
              <a:lnSpc>
                <a:spcPct val="100000"/>
              </a:lnSpc>
            </a:pPr>
            <a:r>
              <a:rPr lang="de-DE" sz="1800" b="0" u="none" strike="noStrike">
                <a:solidFill>
                  <a:schemeClr val="lt1"/>
                </a:solidFill>
                <a:uFillTx/>
                <a:latin typeface="Calibri"/>
              </a:rPr>
              <a:t>nextRun</a:t>
            </a:r>
            <a:endParaRPr lang="de-DE" sz="1800" b="0" u="none" strike="noStrike">
              <a:solidFill>
                <a:srgbClr val="FFFFFF"/>
              </a:solidFill>
              <a:uFillTx/>
              <a:latin typeface="Arial"/>
            </a:endParaRPr>
          </a:p>
          <a:p>
            <a:pPr algn="ctr" defTabSz="914400">
              <a:lnSpc>
                <a:spcPct val="100000"/>
              </a:lnSpc>
            </a:pPr>
            <a:endParaRPr lang="de-DE" sz="1800" b="0" u="none" strike="noStrike">
              <a:solidFill>
                <a:srgbClr val="FFFFFF"/>
              </a:solidFill>
              <a:uFillTx/>
              <a:latin typeface="Arial"/>
            </a:endParaRPr>
          </a:p>
          <a:p>
            <a:pPr algn="ctr" defTabSz="914400">
              <a:lnSpc>
                <a:spcPct val="100000"/>
              </a:lnSpc>
            </a:pPr>
            <a:endParaRPr lang="de-DE" sz="1800" b="0" u="none" strike="noStrike">
              <a:solidFill>
                <a:srgbClr val="FFFFFF"/>
              </a:solidFill>
              <a:uFillTx/>
              <a:latin typeface="Arial"/>
            </a:endParaRPr>
          </a:p>
          <a:p>
            <a:pPr algn="ctr" defTabSz="914400">
              <a:lnSpc>
                <a:spcPct val="100000"/>
              </a:lnSpc>
            </a:pPr>
            <a:endParaRPr lang="de-DE" sz="1800" b="0" u="none" strike="noStrike">
              <a:solidFill>
                <a:srgbClr val="FFFFFF"/>
              </a:solidFill>
              <a:uFillTx/>
              <a:latin typeface="Arial"/>
            </a:endParaRPr>
          </a:p>
          <a:p>
            <a:pPr algn="ctr" defTabSz="914400">
              <a:lnSpc>
                <a:spcPct val="100000"/>
              </a:lnSpc>
            </a:pPr>
            <a:r>
              <a:rPr lang="de-DE" sz="1800" b="0" u="none" strike="noStrike">
                <a:solidFill>
                  <a:schemeClr val="lt1"/>
                </a:solidFill>
                <a:uFillTx/>
                <a:latin typeface="Calibri"/>
              </a:rPr>
              <a:t>training.js</a:t>
            </a:r>
            <a:endParaRPr lang="de-DE" sz="1800" b="0" u="none" strike="noStrike">
              <a:solidFill>
                <a:srgbClr val="FFFFFF"/>
              </a:solidFill>
              <a:uFillTx/>
              <a:latin typeface="Arial"/>
            </a:endParaRPr>
          </a:p>
        </p:txBody>
      </p:sp>
      <p:sp>
        <p:nvSpPr>
          <p:cNvPr id="936" name="Rechteck 6"/>
          <p:cNvSpPr/>
          <p:nvPr/>
        </p:nvSpPr>
        <p:spPr>
          <a:xfrm>
            <a:off x="522360" y="4743360"/>
            <a:ext cx="4570560" cy="1582560"/>
          </a:xfrm>
          <a:prstGeom prst="rect">
            <a:avLst/>
          </a:prstGeom>
          <a:solidFill>
            <a:srgbClr val="4472C4"/>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de-DE" sz="1800" b="0" u="none" strike="noStrike">
              <a:solidFill>
                <a:srgbClr val="FFFFFF"/>
              </a:solidFill>
              <a:uFillTx/>
              <a:latin typeface="Arial"/>
            </a:endParaRPr>
          </a:p>
          <a:p>
            <a:pPr algn="ctr" defTabSz="914400">
              <a:lnSpc>
                <a:spcPct val="100000"/>
              </a:lnSpc>
            </a:pPr>
            <a:r>
              <a:rPr lang="de-DE" sz="1800" b="0" u="none" strike="noStrike">
                <a:solidFill>
                  <a:schemeClr val="lt1"/>
                </a:solidFill>
                <a:uFillTx/>
                <a:latin typeface="Calibri"/>
              </a:rPr>
              <a:t>Transform(value: Date)</a:t>
            </a:r>
            <a:endParaRPr lang="de-DE" sz="1800" b="0" u="none" strike="noStrike">
              <a:solidFill>
                <a:srgbClr val="FFFFFF"/>
              </a:solidFill>
              <a:uFillTx/>
              <a:latin typeface="Arial"/>
            </a:endParaRPr>
          </a:p>
          <a:p>
            <a:pPr algn="ctr" defTabSz="914400">
              <a:lnSpc>
                <a:spcPct val="100000"/>
              </a:lnSpc>
            </a:pPr>
            <a:endParaRPr lang="de-DE" sz="1800" b="0" u="none" strike="noStrike">
              <a:solidFill>
                <a:srgbClr val="FFFFFF"/>
              </a:solidFill>
              <a:uFillTx/>
              <a:latin typeface="Arial"/>
            </a:endParaRPr>
          </a:p>
          <a:p>
            <a:pPr algn="ctr" defTabSz="914400">
              <a:lnSpc>
                <a:spcPct val="100000"/>
              </a:lnSpc>
            </a:pPr>
            <a:r>
              <a:rPr lang="de-DE" sz="1800" b="0" u="none" strike="noStrike">
                <a:solidFill>
                  <a:schemeClr val="lt1"/>
                </a:solidFill>
                <a:uFillTx/>
                <a:latin typeface="Calibri"/>
              </a:rPr>
              <a:t>takePlacesoonPipe.ts</a:t>
            </a:r>
            <a:endParaRPr lang="de-DE" sz="1800" b="0" u="none" strike="noStrike">
              <a:solidFill>
                <a:srgbClr val="FFFFFF"/>
              </a:solidFill>
              <a:uFillTx/>
              <a:latin typeface="Arial"/>
            </a:endParaRPr>
          </a:p>
        </p:txBody>
      </p:sp>
      <p:cxnSp>
        <p:nvCxnSpPr>
          <p:cNvPr id="937" name="Verbinder: gewinkelt 8"/>
          <p:cNvCxnSpPr/>
          <p:nvPr/>
        </p:nvCxnSpPr>
        <p:spPr>
          <a:xfrm rot="16200000" flipH="1">
            <a:off x="681120" y="2688480"/>
            <a:ext cx="4483440" cy="1014120"/>
          </a:xfrm>
          <a:prstGeom prst="bentConnector3">
            <a:avLst>
              <a:gd name="adj1" fmla="val 50004"/>
            </a:avLst>
          </a:prstGeom>
          <a:ln w="0">
            <a:solidFill>
              <a:srgbClr val="000000"/>
            </a:solidFill>
            <a:tailEnd type="triangle" w="med" len="med"/>
          </a:ln>
        </p:spPr>
      </p:cxnSp>
      <p:sp>
        <p:nvSpPr>
          <p:cNvPr id="938" name="Rechteck 9"/>
          <p:cNvSpPr/>
          <p:nvPr/>
        </p:nvSpPr>
        <p:spPr>
          <a:xfrm>
            <a:off x="10213560" y="1886040"/>
            <a:ext cx="1451880" cy="2570400"/>
          </a:xfrm>
          <a:prstGeom prst="rect">
            <a:avLst/>
          </a:prstGeom>
          <a:solidFill>
            <a:srgbClr val="ED7D31"/>
          </a:solidFill>
          <a:ln>
            <a:solidFill>
              <a:srgbClr val="673615"/>
            </a:solidFill>
          </a:ln>
        </p:spPr>
        <p:style>
          <a:lnRef idx="2">
            <a:schemeClr val="accent2">
              <a:shade val="15000"/>
            </a:schemeClr>
          </a:lnRef>
          <a:fillRef idx="1">
            <a:schemeClr val="accent2"/>
          </a:fillRef>
          <a:effectRef idx="0">
            <a:schemeClr val="accent2"/>
          </a:effectRef>
          <a:fontRef idx="minor"/>
        </p:style>
        <p:txBody>
          <a:bodyPr lIns="90000" tIns="45000" rIns="90000" bIns="45000" anchor="ctr">
            <a:noAutofit/>
          </a:bodyPr>
          <a:lstStyle/>
          <a:p>
            <a:pPr algn="ctr" defTabSz="914400">
              <a:lnSpc>
                <a:spcPct val="100000"/>
              </a:lnSpc>
            </a:pPr>
            <a:r>
              <a:rPr lang="de-DE" sz="1800" b="0" u="none" strike="noStrike">
                <a:solidFill>
                  <a:schemeClr val="lt1"/>
                </a:solidFill>
                <a:uFillTx/>
                <a:latin typeface="Calibri"/>
              </a:rPr>
              <a:t>„id“:4,</a:t>
            </a:r>
            <a:endParaRPr lang="de-DE" sz="1800" b="0" u="none" strike="noStrike">
              <a:solidFill>
                <a:srgbClr val="FFFFFF"/>
              </a:solidFill>
              <a:uFillTx/>
              <a:latin typeface="Arial"/>
            </a:endParaRPr>
          </a:p>
          <a:p>
            <a:pPr algn="ctr" defTabSz="914400">
              <a:lnSpc>
                <a:spcPct val="100000"/>
              </a:lnSpc>
            </a:pPr>
            <a:r>
              <a:rPr lang="de-DE" sz="1800" b="0" u="none" strike="noStrike">
                <a:solidFill>
                  <a:schemeClr val="lt1"/>
                </a:solidFill>
                <a:uFillTx/>
                <a:latin typeface="Calibri"/>
              </a:rPr>
              <a:t>"nextRun“:“2023-12-23“</a:t>
            </a:r>
            <a:endParaRPr lang="de-DE" sz="1800" b="0" u="none" strike="noStrike">
              <a:solidFill>
                <a:srgbClr val="FFFFFF"/>
              </a:solidFill>
              <a:uFillTx/>
              <a:latin typeface="Arial"/>
            </a:endParaRPr>
          </a:p>
          <a:p>
            <a:pPr algn="ctr" defTabSz="914400">
              <a:lnSpc>
                <a:spcPct val="100000"/>
              </a:lnSpc>
            </a:pPr>
            <a:endParaRPr lang="de-DE" sz="1800" b="0" u="none" strike="noStrike">
              <a:solidFill>
                <a:srgbClr val="FFFFFF"/>
              </a:solidFill>
              <a:uFillTx/>
              <a:latin typeface="Arial"/>
            </a:endParaRPr>
          </a:p>
          <a:p>
            <a:pPr algn="ctr" defTabSz="914400">
              <a:lnSpc>
                <a:spcPct val="100000"/>
              </a:lnSpc>
            </a:pPr>
            <a:r>
              <a:rPr lang="de-DE" sz="1800" b="0" u="none" strike="noStrike">
                <a:solidFill>
                  <a:schemeClr val="lt1"/>
                </a:solidFill>
                <a:uFillTx/>
                <a:latin typeface="Calibri"/>
              </a:rPr>
              <a:t>training.json</a:t>
            </a:r>
            <a:endParaRPr lang="de-DE" sz="1800" b="0" u="none" strike="noStrike">
              <a:solidFill>
                <a:srgbClr val="FFFFFF"/>
              </a:solidFill>
              <a:uFillTx/>
              <a:latin typeface="Arial"/>
            </a:endParaRPr>
          </a:p>
        </p:txBody>
      </p:sp>
      <p:cxnSp>
        <p:nvCxnSpPr>
          <p:cNvPr id="939" name="Verbinder: gewinkelt 11"/>
          <p:cNvCxnSpPr/>
          <p:nvPr/>
        </p:nvCxnSpPr>
        <p:spPr>
          <a:xfrm rot="10800000">
            <a:off x="8865360" y="3428280"/>
            <a:ext cx="1569240" cy="14040"/>
          </a:xfrm>
          <a:prstGeom prst="bentConnector3">
            <a:avLst>
              <a:gd name="adj1" fmla="val 50000"/>
            </a:avLst>
          </a:prstGeom>
          <a:ln w="0">
            <a:solidFill>
              <a:srgbClr val="4472C4"/>
            </a:solidFill>
            <a:tailEnd type="triangle" w="med" len="med"/>
          </a:ln>
        </p:spPr>
      </p:cxnSp>
      <p:sp>
        <p:nvSpPr>
          <p:cNvPr id="940" name="Rechteck 12"/>
          <p:cNvSpPr/>
          <p:nvPr/>
        </p:nvSpPr>
        <p:spPr>
          <a:xfrm>
            <a:off x="7217280" y="3192120"/>
            <a:ext cx="1647720" cy="1002600"/>
          </a:xfrm>
          <a:prstGeom prst="rect">
            <a:avLst/>
          </a:prstGeom>
          <a:solidFill>
            <a:srgbClr val="70AD47"/>
          </a:solidFill>
          <a:ln>
            <a:solidFill>
              <a:srgbClr val="314B1F"/>
            </a:solidFill>
          </a:ln>
        </p:spPr>
        <p:style>
          <a:lnRef idx="2">
            <a:schemeClr val="accent6">
              <a:shade val="15000"/>
            </a:schemeClr>
          </a:lnRef>
          <a:fillRef idx="1">
            <a:schemeClr val="accent6"/>
          </a:fillRef>
          <a:effectRef idx="0">
            <a:schemeClr val="accent6"/>
          </a:effectRef>
          <a:fontRef idx="minor"/>
        </p:style>
        <p:txBody>
          <a:bodyPr lIns="90000" tIns="45000" rIns="90000" bIns="45000" anchor="ctr">
            <a:noAutofit/>
          </a:bodyPr>
          <a:lstStyle/>
          <a:p>
            <a:pPr algn="ctr" defTabSz="914400">
              <a:lnSpc>
                <a:spcPct val="100000"/>
              </a:lnSpc>
            </a:pPr>
            <a:r>
              <a:rPr lang="de-DE" sz="1800" b="0" u="none" strike="noStrike">
                <a:solidFill>
                  <a:schemeClr val="lt1"/>
                </a:solidFill>
                <a:uFillTx/>
                <a:latin typeface="Calibri"/>
              </a:rPr>
              <a:t>nextRun: “2023-12-23“</a:t>
            </a:r>
            <a:endParaRPr lang="de-DE" sz="1800" b="0" u="none" strike="noStrike">
              <a:solidFill>
                <a:srgbClr val="FFFFFF"/>
              </a:solidFill>
              <a:uFillTx/>
              <a:latin typeface="Arial"/>
            </a:endParaRPr>
          </a:p>
        </p:txBody>
      </p:sp>
      <p:cxnSp>
        <p:nvCxnSpPr>
          <p:cNvPr id="941" name="Verbinder: gewinkelt 14"/>
          <p:cNvCxnSpPr/>
          <p:nvPr/>
        </p:nvCxnSpPr>
        <p:spPr>
          <a:xfrm rot="10800000" flipV="1">
            <a:off x="3624120" y="3583080"/>
            <a:ext cx="4026240" cy="1773360"/>
          </a:xfrm>
          <a:prstGeom prst="bentConnector3">
            <a:avLst>
              <a:gd name="adj1" fmla="val 49995"/>
            </a:avLst>
          </a:prstGeom>
          <a:ln w="0">
            <a:solidFill>
              <a:srgbClr val="000000"/>
            </a:solidFill>
            <a:tailEnd type="triangle" w="med" len="med"/>
          </a:ln>
        </p:spPr>
      </p:cxnSp>
      <p:cxnSp>
        <p:nvCxnSpPr>
          <p:cNvPr id="942" name="Gerader Verbinder 16"/>
          <p:cNvCxnSpPr/>
          <p:nvPr/>
        </p:nvCxnSpPr>
        <p:spPr>
          <a:xfrm>
            <a:off x="3429000" y="2196000"/>
            <a:ext cx="4075200" cy="1234080"/>
          </a:xfrm>
          <a:prstGeom prst="straightConnector1">
            <a:avLst/>
          </a:prstGeom>
          <a:ln w="0">
            <a:solidFill>
              <a:srgbClr val="5B9BD5"/>
            </a:solidFill>
          </a:ln>
        </p:spPr>
      </p:cxnSp>
      <p:cxnSp>
        <p:nvCxnSpPr>
          <p:cNvPr id="943" name="Gerader Verbinder 18"/>
          <p:cNvCxnSpPr/>
          <p:nvPr/>
        </p:nvCxnSpPr>
        <p:spPr>
          <a:xfrm>
            <a:off x="7216920" y="2040840"/>
            <a:ext cx="287280" cy="1283400"/>
          </a:xfrm>
          <a:prstGeom prst="straightConnector1">
            <a:avLst/>
          </a:prstGeom>
          <a:ln w="0">
            <a:solidFill>
              <a:srgbClr val="4472C4"/>
            </a:solidFill>
          </a:ln>
        </p:spPr>
      </p:cxn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944" name="Rectangle 10">
            <a:extLst>
              <a:ext uri="{C183D7F6-B498-43B3-948B-1728B52AA6E4}">
                <adec:decorative xmlns:adec="http://schemas.microsoft.com/office/drawing/2017/decorative" val="1"/>
              </a:ext>
            </a:extLst>
          </p:cNvPr>
          <p:cNvSpPr/>
          <p:nvPr/>
        </p:nvSpPr>
        <p:spPr>
          <a:xfrm>
            <a:off x="0" y="0"/>
            <a:ext cx="12187440" cy="685656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pic>
        <p:nvPicPr>
          <p:cNvPr id="945" name="Picture 6" descr="Nahaufnahme einer Platine"/>
          <p:cNvPicPr/>
          <p:nvPr/>
        </p:nvPicPr>
        <p:blipFill>
          <a:blip r:embed="rId3"/>
          <a:srcRect r="5881"/>
          <a:stretch/>
        </p:blipFill>
        <p:spPr>
          <a:xfrm>
            <a:off x="2522520" y="0"/>
            <a:ext cx="9668160" cy="6856560"/>
          </a:xfrm>
          <a:prstGeom prst="rect">
            <a:avLst/>
          </a:prstGeom>
          <a:noFill/>
          <a:ln w="0">
            <a:noFill/>
          </a:ln>
        </p:spPr>
      </p:pic>
      <p:sp>
        <p:nvSpPr>
          <p:cNvPr id="946" name="Rectangle 12">
            <a:extLst>
              <a:ext uri="{C183D7F6-B498-43B3-948B-1728B52AA6E4}">
                <adec:decorative xmlns:adec="http://schemas.microsoft.com/office/drawing/2017/decorative" val="1"/>
              </a:ext>
            </a:extLst>
          </p:cNvPr>
          <p:cNvSpPr/>
          <p:nvPr/>
        </p:nvSpPr>
        <p:spPr>
          <a:xfrm>
            <a:off x="0" y="0"/>
            <a:ext cx="7065360" cy="6856560"/>
          </a:xfrm>
          <a:prstGeom prst="rect">
            <a:avLst/>
          </a:prstGeom>
          <a:gradFill rotWithShape="0">
            <a:gsLst>
              <a:gs pos="0">
                <a:srgbClr val="FFFFFF">
                  <a:alpha val="0"/>
                </a:srgbClr>
              </a:gs>
              <a:gs pos="19000">
                <a:srgbClr val="FFFFFF">
                  <a:alpha val="38000"/>
                </a:srgbClr>
              </a:gs>
              <a:gs pos="35000">
                <a:srgbClr val="FFFFFF">
                  <a:alpha val="77000"/>
                </a:srgbClr>
              </a:gs>
              <a:gs pos="48000">
                <a:srgbClr val="FFFFFF"/>
              </a:gs>
              <a:gs pos="100000">
                <a:srgbClr val="FFFFFF"/>
              </a:gs>
            </a:gsLst>
            <a:lin ang="108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947" name="PlaceHolder 1"/>
          <p:cNvSpPr>
            <a:spLocks noGrp="1"/>
          </p:cNvSpPr>
          <p:nvPr>
            <p:ph type="title"/>
          </p:nvPr>
        </p:nvSpPr>
        <p:spPr>
          <a:xfrm>
            <a:off x="952200" y="743400"/>
            <a:ext cx="3971880" cy="3690720"/>
          </a:xfrm>
          <a:prstGeom prst="rect">
            <a:avLst/>
          </a:prstGeom>
          <a:noFill/>
          <a:ln w="0">
            <a:noFill/>
          </a:ln>
        </p:spPr>
        <p:txBody>
          <a:bodyPr lIns="91440" tIns="45720" rIns="91440" bIns="45720" anchor="b">
            <a:normAutofit/>
          </a:bodyPr>
          <a:lstStyle/>
          <a:p>
            <a:pPr indent="0" defTabSz="914400">
              <a:lnSpc>
                <a:spcPct val="90000"/>
              </a:lnSpc>
              <a:buNone/>
              <a:tabLst>
                <a:tab pos="0" algn="l"/>
              </a:tabLst>
            </a:pPr>
            <a:r>
              <a:rPr lang="de-DE" sz="4000" b="0" u="none" strike="noStrike">
                <a:solidFill>
                  <a:schemeClr val="dk1"/>
                </a:solidFill>
                <a:uFillTx/>
                <a:latin typeface="Calibri Light"/>
              </a:rPr>
              <a:t>Asynchrone &amp; Reaktive Programmierung</a:t>
            </a:r>
            <a:endParaRPr lang="de-DE" sz="4000" b="0" u="none" strike="noStrike">
              <a:solidFill>
                <a:srgbClr val="000000"/>
              </a:solidFill>
              <a:uFillTx/>
              <a:latin typeface="Arial"/>
            </a:endParaRPr>
          </a:p>
        </p:txBody>
      </p:sp>
      <p:sp>
        <p:nvSpPr>
          <p:cNvPr id="948" name="PlaceHolder 2"/>
          <p:cNvSpPr>
            <a:spLocks noGrp="1"/>
          </p:cNvSpPr>
          <p:nvPr>
            <p:ph type="subTitle"/>
          </p:nvPr>
        </p:nvSpPr>
        <p:spPr>
          <a:xfrm>
            <a:off x="952200" y="4629240"/>
            <a:ext cx="3971880" cy="1483920"/>
          </a:xfrm>
          <a:prstGeom prst="rect">
            <a:avLst/>
          </a:prstGeom>
          <a:noFill/>
          <a:ln w="0">
            <a:noFill/>
          </a:ln>
        </p:spPr>
        <p:txBody>
          <a:bodyPr lIns="91440" tIns="45720" rIns="91440" bIns="45720" anchor="t">
            <a:normAutofit/>
          </a:bodyPr>
          <a:lstStyle/>
          <a:p>
            <a:pPr indent="0" algn="ctr">
              <a:buNone/>
            </a:pPr>
            <a:endParaRPr lang="de-DE" sz="1800" b="0" u="none" strike="noStrike">
              <a:solidFill>
                <a:srgbClr val="000000"/>
              </a:solidFill>
              <a:uFillTx/>
              <a:latin typeface="Arial"/>
            </a:endParaRPr>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9"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Welche Eigenschaft hat die Variable X</a:t>
            </a:r>
            <a:endParaRPr lang="de-DE" sz="4400" b="0" u="none" strike="noStrike">
              <a:solidFill>
                <a:srgbClr val="000000"/>
              </a:solidFill>
              <a:uFillTx/>
              <a:latin typeface="Arial"/>
            </a:endParaRPr>
          </a:p>
        </p:txBody>
      </p:sp>
      <p:sp>
        <p:nvSpPr>
          <p:cNvPr id="950"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de-DE" sz="2800" b="0" u="none" strike="noStrike">
                <a:solidFill>
                  <a:srgbClr val="1E347B"/>
                </a:solidFill>
                <a:uFillTx/>
                <a:latin typeface="SourceCodePro"/>
              </a:rPr>
              <a:t>var</a:t>
            </a:r>
            <a:r>
              <a:rPr lang="de-DE" sz="2800" b="0" u="none" strike="noStrike">
                <a:solidFill>
                  <a:srgbClr val="48484C"/>
                </a:solidFill>
                <a:uFillTx/>
                <a:latin typeface="SourceCodePro"/>
              </a:rPr>
              <a:t> x </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a:t>
            </a:r>
            <a:r>
              <a:rPr lang="de-DE" sz="2800" b="0" u="none" strike="noStrike">
                <a:solidFill>
                  <a:srgbClr val="195F91"/>
                </a:solidFill>
                <a:uFillTx/>
                <a:latin typeface="SourceCodePro"/>
              </a:rPr>
              <a:t>1</a:t>
            </a:r>
            <a:r>
              <a:rPr lang="de-DE" sz="2800" b="0" u="none" strike="noStrike">
                <a:solidFill>
                  <a:srgbClr val="93A1A1"/>
                </a:solidFill>
                <a:uFillTx/>
                <a:latin typeface="SourceCodePro"/>
              </a:rPr>
              <a: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48484C"/>
                </a:solidFill>
                <a:uFillTx/>
                <a:latin typeface="SourceCodePro"/>
              </a:rPr>
              <a:t>console.log</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x</a:t>
            </a:r>
            <a:r>
              <a:rPr lang="de-DE" sz="2800" b="0" u="none" strike="noStrike">
                <a:solidFill>
                  <a:srgbClr val="93A1A1"/>
                </a:solidFill>
                <a:uFillTx/>
                <a:latin typeface="SourceCodePro"/>
              </a:rPr>
              <a: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1E347B"/>
                </a:solidFill>
                <a:uFillTx/>
                <a:latin typeface="SourceCodePro"/>
              </a:rPr>
              <a:t>var</a:t>
            </a:r>
            <a:r>
              <a:rPr lang="de-DE" sz="2800" b="0" u="none" strike="noStrike">
                <a:solidFill>
                  <a:srgbClr val="48484C"/>
                </a:solidFill>
                <a:uFillTx/>
                <a:latin typeface="SourceCodePro"/>
              </a:rPr>
              <a:t> x </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a:t>
            </a:r>
            <a:r>
              <a:rPr lang="de-DE" sz="2800" b="0" u="none" strike="noStrike">
                <a:solidFill>
                  <a:srgbClr val="93A1A1"/>
                </a:solidFill>
                <a:uFillTx/>
                <a:latin typeface="SourceCodePro"/>
              </a:rPr>
              <a:t>[</a:t>
            </a:r>
            <a:r>
              <a:rPr lang="de-DE" sz="2800" b="0" u="none" strike="noStrike">
                <a:solidFill>
                  <a:srgbClr val="195F91"/>
                </a:solidFill>
                <a:uFillTx/>
                <a:latin typeface="SourceCodePro"/>
              </a:rPr>
              <a:t>1</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a:t>
            </a:r>
            <a:r>
              <a:rPr lang="de-DE" sz="2800" b="0" u="none" strike="noStrike">
                <a:solidFill>
                  <a:srgbClr val="195F91"/>
                </a:solidFill>
                <a:uFillTx/>
                <a:latin typeface="SourceCodePro"/>
              </a:rPr>
              <a:t>2</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a:t>
            </a:r>
            <a:r>
              <a:rPr lang="de-DE" sz="2800" b="0" u="none" strike="noStrike">
                <a:solidFill>
                  <a:srgbClr val="195F91"/>
                </a:solidFill>
                <a:uFillTx/>
                <a:latin typeface="SourceCodePro"/>
              </a:rPr>
              <a:t>3</a:t>
            </a:r>
            <a:r>
              <a:rPr lang="de-DE" sz="2800" b="0" u="none" strike="noStrike">
                <a:solidFill>
                  <a:srgbClr val="93A1A1"/>
                </a:solidFill>
                <a:uFillTx/>
                <a:latin typeface="SourceCodePro"/>
              </a:rPr>
              <a: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48484C"/>
                </a:solidFill>
                <a:uFillTx/>
                <a:latin typeface="SourceCodePro"/>
              </a:rPr>
              <a:t>x</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forEach</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alert</a:t>
            </a:r>
            <a:r>
              <a:rPr lang="de-DE" sz="2800" b="0" u="none" strike="noStrike">
                <a:solidFill>
                  <a:srgbClr val="93A1A1"/>
                </a:solidFill>
                <a:uFillTx/>
                <a:latin typeface="SourceCodePro"/>
              </a:rPr>
              <a: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endParaRPr lang="de-DE" sz="2800" b="0" u="none" strike="noStrike">
              <a:solidFill>
                <a:srgbClr val="000000"/>
              </a:solidFill>
              <a:uFillTx/>
              <a:latin typeface="Arial"/>
            </a:endParaRPr>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1"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Und hier?</a:t>
            </a:r>
            <a:endParaRPr lang="de-DE" sz="4400" b="0" u="none" strike="noStrike">
              <a:solidFill>
                <a:srgbClr val="000000"/>
              </a:solidFill>
              <a:uFillTx/>
              <a:latin typeface="Arial"/>
            </a:endParaRPr>
          </a:p>
        </p:txBody>
      </p:sp>
      <p:sp>
        <p:nvSpPr>
          <p:cNvPr id="952"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de-DE" sz="2800" b="0" u="none" strike="noStrike">
                <a:solidFill>
                  <a:srgbClr val="48484C"/>
                </a:solidFill>
                <a:uFillTx/>
                <a:latin typeface="SourceCodePro"/>
              </a:rPr>
              <a:t>asyncFunction</a:t>
            </a:r>
            <a:r>
              <a:rPr lang="de-DE" sz="2800" b="0" u="none" strike="noStrike">
                <a:solidFill>
                  <a:srgbClr val="93A1A1"/>
                </a:solidFill>
                <a:uFillTx/>
                <a:latin typeface="SourceCodePro"/>
              </a:rPr>
              <a:t>(</a:t>
            </a:r>
            <a:r>
              <a:rPr lang="de-DE" sz="2800" b="0" u="none" strike="noStrike">
                <a:solidFill>
                  <a:srgbClr val="1E347B"/>
                </a:solidFill>
                <a:uFillTx/>
                <a:latin typeface="SourceCodePro"/>
              </a:rPr>
              <a:t>function</a:t>
            </a:r>
            <a:r>
              <a:rPr lang="de-DE" sz="2800" b="0" u="none" strike="noStrike">
                <a:solidFill>
                  <a:srgbClr val="48484C"/>
                </a:solidFill>
                <a:uFillTx/>
                <a:latin typeface="SourceCodePro"/>
              </a:rPr>
              <a:t> callback</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x</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a:t>
            </a:r>
            <a:r>
              <a:rPr lang="de-DE" sz="2800" b="0" u="none" strike="noStrike">
                <a:solidFill>
                  <a:srgbClr val="93A1A1"/>
                </a:solidFill>
                <a:uFillTx/>
                <a:latin typeface="SourceCodePro"/>
              </a:rPr>
              <a: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48484C"/>
                </a:solidFill>
                <a:uFillTx/>
                <a:latin typeface="SourceCodePro"/>
              </a:rPr>
              <a:t>	console.log</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x</a:t>
            </a:r>
            <a:r>
              <a:rPr lang="de-DE" sz="2800" b="0" u="none" strike="noStrike">
                <a:solidFill>
                  <a:srgbClr val="93A1A1"/>
                </a:solidFill>
                <a:uFillTx/>
                <a:latin typeface="SourceCodePro"/>
              </a:rPr>
              <a: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93A1A1"/>
                </a:solidFill>
                <a:uFillTx/>
                <a:latin typeface="SourceCodePro"/>
              </a:rPr>
              <a: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endParaRPr lang="de-DE" sz="2800" b="0" u="none" strike="noStrike">
              <a:solidFill>
                <a:srgbClr val="000000"/>
              </a:solidFill>
              <a:uFillTx/>
              <a:latin typeface="Arial"/>
            </a:endParaRPr>
          </a:p>
        </p:txBody>
      </p:sp>
      <p:cxnSp>
        <p:nvCxnSpPr>
          <p:cNvPr id="953" name="Gerade Verbindung mit Pfeil 4"/>
          <p:cNvCxnSpPr/>
          <p:nvPr/>
        </p:nvCxnSpPr>
        <p:spPr>
          <a:xfrm>
            <a:off x="2817360" y="6006600"/>
            <a:ext cx="5919120" cy="1440"/>
          </a:xfrm>
          <a:prstGeom prst="straightConnector1">
            <a:avLst/>
          </a:prstGeom>
          <a:ln w="0">
            <a:solidFill>
              <a:srgbClr val="1D9A78"/>
            </a:solidFill>
            <a:tailEnd type="triangle" w="med" len="med"/>
          </a:ln>
        </p:spPr>
      </p:cxnSp>
      <p:sp>
        <p:nvSpPr>
          <p:cNvPr id="954" name="Textfeld 5"/>
          <p:cNvSpPr/>
          <p:nvPr/>
        </p:nvSpPr>
        <p:spPr>
          <a:xfrm>
            <a:off x="3987720" y="6111000"/>
            <a:ext cx="526320" cy="363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de-DE" sz="1800" b="0" u="none" strike="noStrike">
                <a:solidFill>
                  <a:schemeClr val="dk1"/>
                </a:solidFill>
                <a:uFillTx/>
                <a:latin typeface="Calibri"/>
              </a:rPr>
              <a:t>Zeit</a:t>
            </a:r>
            <a:endParaRPr lang="de-DE" sz="1800" b="0" u="none" strike="noStrike">
              <a:solidFill>
                <a:srgbClr val="000000"/>
              </a:solidFill>
              <a:uFillTx/>
              <a:latin typeface="Arial"/>
            </a:endParaRPr>
          </a:p>
        </p:txBody>
      </p:sp>
      <p:cxnSp>
        <p:nvCxnSpPr>
          <p:cNvPr id="955" name="Gerade Verbindung mit Pfeil 7"/>
          <p:cNvCxnSpPr/>
          <p:nvPr/>
        </p:nvCxnSpPr>
        <p:spPr>
          <a:xfrm flipV="1">
            <a:off x="2683440" y="3925080"/>
            <a:ext cx="1440" cy="2008800"/>
          </a:xfrm>
          <a:prstGeom prst="straightConnector1">
            <a:avLst/>
          </a:prstGeom>
          <a:ln w="0">
            <a:solidFill>
              <a:srgbClr val="1D9A78"/>
            </a:solidFill>
            <a:tailEnd type="triangle" w="med" len="med"/>
          </a:ln>
        </p:spPr>
      </p:cxnSp>
      <p:cxnSp>
        <p:nvCxnSpPr>
          <p:cNvPr id="956" name="Gerade Verbindung 9"/>
          <p:cNvCxnSpPr/>
          <p:nvPr/>
        </p:nvCxnSpPr>
        <p:spPr>
          <a:xfrm>
            <a:off x="3040560" y="5605200"/>
            <a:ext cx="871200" cy="1440"/>
          </a:xfrm>
          <a:prstGeom prst="straightConnector1">
            <a:avLst/>
          </a:prstGeom>
          <a:ln w="0">
            <a:solidFill>
              <a:srgbClr val="1D9A78"/>
            </a:solidFill>
          </a:ln>
        </p:spPr>
      </p:cxnSp>
      <p:sp>
        <p:nvSpPr>
          <p:cNvPr id="957" name="Textfeld 10"/>
          <p:cNvSpPr/>
          <p:nvPr/>
        </p:nvSpPr>
        <p:spPr>
          <a:xfrm>
            <a:off x="1676160" y="3816720"/>
            <a:ext cx="831600" cy="363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de-DE" sz="1800" b="0" u="none" strike="noStrike">
                <a:solidFill>
                  <a:schemeClr val="dk1"/>
                </a:solidFill>
                <a:uFillTx/>
                <a:latin typeface="Calibri"/>
              </a:rPr>
              <a:t>Thread</a:t>
            </a:r>
            <a:endParaRPr lang="de-DE" sz="1800" b="0" u="none" strike="noStrike">
              <a:solidFill>
                <a:srgbClr val="000000"/>
              </a:solidFill>
              <a:uFillTx/>
              <a:latin typeface="Arial"/>
            </a:endParaRPr>
          </a:p>
        </p:txBody>
      </p:sp>
      <p:sp>
        <p:nvSpPr>
          <p:cNvPr id="958" name="Textfeld 11"/>
          <p:cNvSpPr/>
          <p:nvPr/>
        </p:nvSpPr>
        <p:spPr>
          <a:xfrm>
            <a:off x="1939680" y="5345280"/>
            <a:ext cx="372600" cy="363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de-DE" sz="1800" b="0" u="none" strike="noStrike">
                <a:solidFill>
                  <a:schemeClr val="dk1"/>
                </a:solidFill>
                <a:uFillTx/>
                <a:latin typeface="Calibri"/>
              </a:rPr>
              <a:t>t1</a:t>
            </a:r>
            <a:endParaRPr lang="de-DE" sz="1800" b="0" u="none" strike="noStrike">
              <a:solidFill>
                <a:srgbClr val="000000"/>
              </a:solidFill>
              <a:uFillTx/>
              <a:latin typeface="Arial"/>
            </a:endParaRPr>
          </a:p>
        </p:txBody>
      </p:sp>
      <p:cxnSp>
        <p:nvCxnSpPr>
          <p:cNvPr id="959" name="Gerade Verbindung 13"/>
          <p:cNvCxnSpPr/>
          <p:nvPr/>
        </p:nvCxnSpPr>
        <p:spPr>
          <a:xfrm>
            <a:off x="3925080" y="4676040"/>
            <a:ext cx="1555200" cy="1440"/>
          </a:xfrm>
          <a:prstGeom prst="straightConnector1">
            <a:avLst/>
          </a:prstGeom>
          <a:ln w="0">
            <a:solidFill>
              <a:srgbClr val="1D9A78"/>
            </a:solidFill>
          </a:ln>
        </p:spPr>
      </p:cxnSp>
      <p:cxnSp>
        <p:nvCxnSpPr>
          <p:cNvPr id="960" name="Gerade Verbindung mit Pfeil 15"/>
          <p:cNvCxnSpPr/>
          <p:nvPr/>
        </p:nvCxnSpPr>
        <p:spPr>
          <a:xfrm flipV="1">
            <a:off x="3910320" y="4764960"/>
            <a:ext cx="1440" cy="841680"/>
          </a:xfrm>
          <a:prstGeom prst="straightConnector1">
            <a:avLst/>
          </a:prstGeom>
          <a:ln w="0">
            <a:solidFill>
              <a:srgbClr val="1D9A78"/>
            </a:solidFill>
            <a:tailEnd type="triangle" w="med" len="med"/>
          </a:ln>
        </p:spPr>
      </p:cxnSp>
      <p:cxnSp>
        <p:nvCxnSpPr>
          <p:cNvPr id="961" name="Gerade Verbindung mit Pfeil 17"/>
          <p:cNvCxnSpPr/>
          <p:nvPr/>
        </p:nvCxnSpPr>
        <p:spPr>
          <a:xfrm>
            <a:off x="5478840" y="4809600"/>
            <a:ext cx="1440" cy="797040"/>
          </a:xfrm>
          <a:prstGeom prst="straightConnector1">
            <a:avLst/>
          </a:prstGeom>
          <a:ln w="0">
            <a:solidFill>
              <a:srgbClr val="1D9A78"/>
            </a:solidFill>
            <a:tailEnd type="triangle" w="med" len="med"/>
          </a:ln>
        </p:spPr>
      </p:cxnSp>
      <p:cxnSp>
        <p:nvCxnSpPr>
          <p:cNvPr id="962" name="Gerade Verbindung 19"/>
          <p:cNvCxnSpPr/>
          <p:nvPr/>
        </p:nvCxnSpPr>
        <p:spPr>
          <a:xfrm>
            <a:off x="5568120" y="5605200"/>
            <a:ext cx="1242720" cy="1440"/>
          </a:xfrm>
          <a:prstGeom prst="straightConnector1">
            <a:avLst/>
          </a:prstGeom>
          <a:ln w="0">
            <a:solidFill>
              <a:srgbClr val="1D9A78"/>
            </a:solidFill>
          </a:ln>
        </p:spPr>
      </p:cxnSp>
      <p:sp>
        <p:nvSpPr>
          <p:cNvPr id="963" name="Textfeld 20"/>
          <p:cNvSpPr/>
          <p:nvPr/>
        </p:nvSpPr>
        <p:spPr>
          <a:xfrm>
            <a:off x="1933920" y="4396320"/>
            <a:ext cx="372600" cy="363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de-DE" sz="1800" b="0" u="none" strike="noStrike">
                <a:solidFill>
                  <a:schemeClr val="dk1"/>
                </a:solidFill>
                <a:uFillTx/>
                <a:latin typeface="Calibri"/>
              </a:rPr>
              <a:t>t2</a:t>
            </a:r>
            <a:endParaRPr lang="de-DE" sz="1800" b="0" u="none" strike="noStrike">
              <a:solidFill>
                <a:srgbClr val="000000"/>
              </a:solidFill>
              <a:uFillTx/>
              <a:latin typeface="Arial"/>
            </a:endParaRPr>
          </a:p>
        </p:txBody>
      </p:sp>
      <p:cxnSp>
        <p:nvCxnSpPr>
          <p:cNvPr id="964" name="Gerade Verbindung mit Pfeil 22"/>
          <p:cNvCxnSpPr/>
          <p:nvPr/>
        </p:nvCxnSpPr>
        <p:spPr>
          <a:xfrm>
            <a:off x="5025240" y="2252520"/>
            <a:ext cx="1339560" cy="3278520"/>
          </a:xfrm>
          <a:prstGeom prst="straightConnector1">
            <a:avLst/>
          </a:prstGeom>
          <a:ln w="0">
            <a:solidFill>
              <a:srgbClr val="1D9A78"/>
            </a:solidFill>
            <a:tailEnd type="triangle" w="med" len="med"/>
          </a:ln>
        </p:spPr>
      </p:cxnSp>
      <p:sp>
        <p:nvSpPr>
          <p:cNvPr id="965" name="Textfeld 23"/>
          <p:cNvSpPr/>
          <p:nvPr/>
        </p:nvSpPr>
        <p:spPr>
          <a:xfrm>
            <a:off x="5532120" y="5397120"/>
            <a:ext cx="2237040" cy="363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de-DE" sz="1800" b="0" u="none" strike="noStrike">
                <a:solidFill>
                  <a:srgbClr val="48484C"/>
                </a:solidFill>
                <a:uFillTx/>
                <a:latin typeface="SourceCodePro"/>
              </a:rPr>
              <a:t>console.log</a:t>
            </a:r>
            <a:r>
              <a:rPr lang="de-DE" sz="1800" b="0" u="none" strike="noStrike">
                <a:solidFill>
                  <a:srgbClr val="93A1A1"/>
                </a:solidFill>
                <a:uFillTx/>
                <a:latin typeface="SourceCodePro"/>
              </a:rPr>
              <a:t>(</a:t>
            </a:r>
            <a:r>
              <a:rPr lang="de-DE" sz="1800" b="0" u="none" strike="noStrike">
                <a:solidFill>
                  <a:srgbClr val="48484C"/>
                </a:solidFill>
                <a:uFillTx/>
                <a:latin typeface="SourceCodePro"/>
              </a:rPr>
              <a:t>x</a:t>
            </a:r>
            <a:r>
              <a:rPr lang="de-DE" sz="1800" b="0" u="none" strike="noStrike">
                <a:solidFill>
                  <a:srgbClr val="93A1A1"/>
                </a:solidFill>
                <a:uFillTx/>
                <a:latin typeface="SourceCodePro"/>
              </a:rPr>
              <a:t>);</a:t>
            </a:r>
            <a:endParaRPr lang="de-DE" sz="1800" b="0" u="none" strike="noStrike">
              <a:solidFill>
                <a:srgbClr val="000000"/>
              </a:solidFill>
              <a:uFillTx/>
              <a:latin typeface="Arial"/>
            </a:endParaRPr>
          </a:p>
        </p:txBody>
      </p:sp>
      <p:sp>
        <p:nvSpPr>
          <p:cNvPr id="966" name="Textfeld 24"/>
          <p:cNvSpPr/>
          <p:nvPr/>
        </p:nvSpPr>
        <p:spPr>
          <a:xfrm>
            <a:off x="3781080" y="4341960"/>
            <a:ext cx="2390400" cy="363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de-DE" sz="1800" b="0" u="none" strike="noStrike">
                <a:solidFill>
                  <a:schemeClr val="dk1"/>
                </a:solidFill>
                <a:uFillTx/>
                <a:latin typeface="Calibri"/>
              </a:rPr>
              <a:t>calculationLongRunning</a:t>
            </a:r>
            <a:endParaRPr lang="de-DE" sz="1800" b="0" u="none" strike="noStrike">
              <a:solidFill>
                <a:srgbClr val="000000"/>
              </a:solidFill>
              <a:uFillTx/>
              <a:latin typeface="Arial"/>
            </a:endParaRPr>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7"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Threading im Browser</a:t>
            </a:r>
            <a:endParaRPr lang="de-DE" sz="4400" b="0" u="none" strike="noStrike">
              <a:solidFill>
                <a:srgbClr val="000000"/>
              </a:solidFill>
              <a:uFillTx/>
              <a:latin typeface="Arial"/>
            </a:endParaRPr>
          </a:p>
        </p:txBody>
      </p:sp>
      <p:sp>
        <p:nvSpPr>
          <p:cNvPr id="968"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Javascript per Definition Single-Threaded</a:t>
            </a:r>
            <a:endParaRPr lang="de-DE" sz="28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Event-Loop Thread mit Queue, die vom Interpreter abgearbeitet wird</a:t>
            </a:r>
            <a:endParaRPr lang="de-DE" sz="28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Beispiel: Ajax Aufruf</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JavaScript startet HTTP Request</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Interpreter wartet nicht bis Server geantwortet hat, UI würde einfrieren</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Interpreter arbeitet andere Sachen ab (Event-Loop)</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Nach Response, wird weiterer Code in Event-Loop-Queue eingestellt</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Code läuft erst wenn in Event-Loop an der Reihe</a:t>
            </a:r>
            <a:endParaRPr lang="de-DE" sz="2400" b="0" u="none" strike="noStrike">
              <a:solidFill>
                <a:srgbClr val="000000"/>
              </a:solidFill>
              <a:uFillTx/>
              <a:latin typeface="Arial"/>
            </a:endParaRPr>
          </a:p>
          <a:p>
            <a:pPr indent="0" defTabSz="914400">
              <a:lnSpc>
                <a:spcPct val="90000"/>
              </a:lnSpc>
              <a:spcBef>
                <a:spcPts val="1001"/>
              </a:spcBef>
              <a:buNone/>
              <a:tabLst>
                <a:tab pos="0" algn="l"/>
              </a:tabLst>
            </a:pPr>
            <a:endParaRPr lang="de-DE" sz="2800" b="0" u="none" strike="noStrike">
              <a:solidFill>
                <a:srgbClr val="000000"/>
              </a:solidFill>
              <a:uFillTx/>
              <a:latin typeface="Arial"/>
            </a:endParaRPr>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9"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Callback API </a:t>
            </a:r>
            <a:endParaRPr lang="de-DE" sz="4400" b="0" u="none" strike="noStrike">
              <a:solidFill>
                <a:srgbClr val="000000"/>
              </a:solidFill>
              <a:uFillTx/>
              <a:latin typeface="Arial"/>
            </a:endParaRPr>
          </a:p>
        </p:txBody>
      </p:sp>
      <p:sp>
        <p:nvSpPr>
          <p:cNvPr id="970"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Asynchroner Funktion wird Callback als zusätzlicher Parameter mitgegeben</a:t>
            </a:r>
            <a:endParaRPr lang="de-DE" sz="28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Callback wird aufgerufen sobald Ergebnis bereit steht</a:t>
            </a:r>
            <a:endParaRPr lang="de-DE" sz="28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Probleme</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Keine standardisierte API (Wie werden Fehler behandelt?)</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Mehrmalige oder spätere Nutzung kompliziert ("Callback-Hell")</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Abhängigkeit von mehreren asynchronen Ergebnissen sehr schwierig zu handhaben</a:t>
            </a:r>
            <a:endParaRPr lang="de-DE" sz="2400" b="0" u="none" strike="noStrike">
              <a:solidFill>
                <a:srgbClr val="000000"/>
              </a:solidFill>
              <a:uFillTx/>
              <a:latin typeface="Arial"/>
            </a:endParaRPr>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1"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Lösung sind Promises</a:t>
            </a:r>
            <a:endParaRPr lang="de-DE" sz="4400" b="0" u="none" strike="noStrike">
              <a:solidFill>
                <a:srgbClr val="000000"/>
              </a:solidFill>
              <a:uFillTx/>
              <a:latin typeface="Arial"/>
            </a:endParaRPr>
          </a:p>
        </p:txBody>
      </p:sp>
      <p:sp>
        <p:nvSpPr>
          <p:cNvPr id="972"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Stellvertreter für Ergebnis, das zunächst unbekannt ist (z.B. http-Aufruf)</a:t>
            </a:r>
            <a:endParaRPr lang="de-DE" sz="28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Asynchronen Funktionen geben Promise zurück, kein Callback als Parameter</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Können erfüllt oder abgelehnt werden</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Bieten API für success- und error-Funktionen</a:t>
            </a:r>
            <a:endParaRPr lang="de-DE" sz="24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Promise kann genau ein Mal aufgelöst werden</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Wingdings"/>
              </a:rPr>
              <a:t></a:t>
            </a:r>
            <a:r>
              <a:rPr lang="de-DE" sz="2400" b="0" u="none" strike="noStrike">
                <a:solidFill>
                  <a:schemeClr val="dk1"/>
                </a:solidFill>
                <a:uFillTx/>
                <a:latin typeface="Calibri"/>
              </a:rPr>
              <a:t> </a:t>
            </a:r>
            <a:r>
              <a:rPr lang="de-DE" sz="2400" b="0" i="1" u="none" strike="noStrike">
                <a:solidFill>
                  <a:schemeClr val="dk1"/>
                </a:solidFill>
                <a:uFillTx/>
                <a:latin typeface="Calibri"/>
              </a:rPr>
              <a:t>Nicht geeignet für mehrere asynchrone Werte</a:t>
            </a:r>
            <a:endParaRPr lang="de-DE" sz="2400" b="0" u="none" strike="noStrike">
              <a:solidFill>
                <a:srgbClr val="000000"/>
              </a:solidFill>
              <a:uFillTx/>
              <a:latin typeface="Arial"/>
            </a:endParaRPr>
          </a:p>
          <a:p>
            <a:pPr indent="0" defTabSz="914400">
              <a:lnSpc>
                <a:spcPct val="90000"/>
              </a:lnSpc>
              <a:spcBef>
                <a:spcPts val="1001"/>
              </a:spcBef>
              <a:buNone/>
              <a:tabLst>
                <a:tab pos="0" algn="l"/>
              </a:tabLst>
            </a:pPr>
            <a:endParaRPr lang="de-DE" sz="2800" b="0" u="none" strike="noStrike">
              <a:solidFill>
                <a:srgbClr val="000000"/>
              </a:solidFill>
              <a:uFillTx/>
              <a:latin typeface="Arial"/>
            </a:endParaRPr>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3"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Promise Beispiel</a:t>
            </a:r>
            <a:endParaRPr lang="de-DE" sz="4400" b="0" u="none" strike="noStrike">
              <a:solidFill>
                <a:srgbClr val="000000"/>
              </a:solidFill>
              <a:uFillTx/>
              <a:latin typeface="Arial"/>
            </a:endParaRPr>
          </a:p>
        </p:txBody>
      </p:sp>
      <p:sp>
        <p:nvSpPr>
          <p:cNvPr id="974"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de-DE" sz="2800" b="0" u="none" strike="noStrike">
                <a:solidFill>
                  <a:srgbClr val="93A1A1"/>
                </a:solidFill>
                <a:uFillTx/>
                <a:latin typeface="SourceCodePro"/>
              </a:rPr>
              <a:t>// call to async function returns a promise</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1E347B"/>
                </a:solidFill>
                <a:uFillTx/>
                <a:latin typeface="SourceCodePro"/>
              </a:rPr>
              <a:t>const</a:t>
            </a:r>
            <a:r>
              <a:rPr lang="de-DE" sz="2800" b="0" u="none" strike="noStrike">
                <a:solidFill>
                  <a:srgbClr val="48484C"/>
                </a:solidFill>
                <a:uFillTx/>
                <a:latin typeface="SourceCodePro"/>
              </a:rPr>
              <a:t> promise </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doSomethingAsynchronous</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48484C"/>
                </a:solidFill>
                <a:uFillTx/>
                <a:latin typeface="SourceCodePro"/>
              </a:rPr>
              <a:t>promise</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then</a:t>
            </a:r>
            <a:r>
              <a:rPr lang="de-DE" sz="2800" b="0" u="none" strike="noStrike">
                <a:solidFill>
                  <a:srgbClr val="93A1A1"/>
                </a:solidFill>
                <a:uFillTx/>
                <a:latin typeface="SourceCodePro"/>
              </a:rPr>
              <a: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93A1A1"/>
                </a:solidFill>
                <a:uFillTx/>
                <a:latin typeface="SourceCodePro"/>
              </a:rPr>
              <a:t>	(</a:t>
            </a:r>
            <a:r>
              <a:rPr lang="de-DE" sz="2800" b="0" u="none" strike="noStrike">
                <a:solidFill>
                  <a:srgbClr val="48484C"/>
                </a:solidFill>
                <a:uFillTx/>
                <a:latin typeface="SourceCodePro"/>
              </a:rPr>
              <a:t>result</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a:t>
            </a:r>
            <a:r>
              <a:rPr lang="de-DE" sz="2800" b="0" u="none" strike="noStrike">
                <a:solidFill>
                  <a:srgbClr val="93A1A1"/>
                </a:solidFill>
                <a:uFillTx/>
                <a:latin typeface="SourceCodePro"/>
              </a:rPr>
              <a:t>=&gt;</a:t>
            </a:r>
            <a:r>
              <a:rPr lang="de-DE" sz="2800" b="0" u="none" strike="noStrike">
                <a:solidFill>
                  <a:srgbClr val="48484C"/>
                </a:solidFill>
                <a:uFillTx/>
                <a:latin typeface="SourceCodePro"/>
              </a:rPr>
              <a:t> </a:t>
            </a:r>
            <a:r>
              <a:rPr lang="de-DE" sz="2800" b="0" u="none" strike="noStrike">
                <a:solidFill>
                  <a:srgbClr val="93A1A1"/>
                </a:solidFill>
                <a:uFillTx/>
                <a:latin typeface="SourceCodePro"/>
              </a:rPr>
              <a:t>{ return filter(result)</a:t>
            </a:r>
            <a:r>
              <a:rPr lang="de-DE" sz="2800" b="0" u="none" strike="noStrike">
                <a:solidFill>
                  <a:srgbClr val="48484C"/>
                </a:solidFill>
                <a:uFillTx/>
                <a:latin typeface="SourceCodePro"/>
              </a:rPr>
              <a:t> </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a:t>
            </a:r>
            <a:r>
              <a:rPr lang="de-DE" sz="2800" b="0" u="none" strike="noStrike">
                <a:solidFill>
                  <a:srgbClr val="93A1A1"/>
                </a:solidFill>
                <a:uFillTx/>
                <a:latin typeface="SourceCodePro"/>
              </a:rPr>
              <a:t>// success handler</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93A1A1"/>
                </a:solidFill>
                <a:uFillTx/>
                <a:latin typeface="SourceCodePro"/>
              </a:rPr>
              <a:t>	(</a:t>
            </a:r>
            <a:r>
              <a:rPr lang="de-DE" sz="2800" b="0" u="none" strike="noStrike">
                <a:solidFill>
                  <a:srgbClr val="48484C"/>
                </a:solidFill>
                <a:uFillTx/>
                <a:latin typeface="SourceCodePro"/>
              </a:rPr>
              <a:t>error</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a:t>
            </a:r>
            <a:r>
              <a:rPr lang="de-DE" sz="2800" b="0" u="none" strike="noStrike">
                <a:solidFill>
                  <a:srgbClr val="93A1A1"/>
                </a:solidFill>
                <a:uFillTx/>
                <a:latin typeface="SourceCodePro"/>
              </a:rPr>
              <a:t>=&gt;</a:t>
            </a:r>
            <a:r>
              <a:rPr lang="de-DE" sz="2800" b="0" u="none" strike="noStrike">
                <a:solidFill>
                  <a:srgbClr val="48484C"/>
                </a:solidFill>
                <a:uFillTx/>
                <a:latin typeface="SourceCodePro"/>
              </a:rPr>
              <a:t> </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a:t>
            </a:r>
            <a:r>
              <a:rPr lang="de-DE" sz="2800" b="0" u="none" strike="noStrike">
                <a:solidFill>
                  <a:srgbClr val="93A1A1"/>
                </a:solidFill>
                <a:uFillTx/>
                <a:latin typeface="SourceCodePro"/>
              </a:rPr>
              <a:t>// error handler (optional)</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93A1A1"/>
                </a:solidFill>
                <a:uFillTx/>
                <a:latin typeface="SourceCodePro"/>
              </a:rPr>
              <a:t>).then((result) =&gt;);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endParaRPr lang="de-DE" sz="2800" b="0" u="none" strike="noStrike">
              <a:solidFill>
                <a:srgbClr val="000000"/>
              </a:solidFill>
              <a:uFillTx/>
              <a:latin typeface="Arial"/>
            </a:endParaRPr>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5"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Observable als Promise++</a:t>
            </a:r>
            <a:endParaRPr lang="de-DE" sz="4400" b="0" u="none" strike="noStrike">
              <a:solidFill>
                <a:srgbClr val="000000"/>
              </a:solidFill>
              <a:uFillTx/>
              <a:latin typeface="Arial"/>
            </a:endParaRPr>
          </a:p>
        </p:txBody>
      </p:sp>
      <p:sp>
        <p:nvSpPr>
          <p:cNvPr id="976" name="PlaceHolder 2"/>
          <p:cNvSpPr>
            <a:spLocks noGrp="1"/>
          </p:cNvSpPr>
          <p:nvPr>
            <p:ph/>
          </p:nvPr>
        </p:nvSpPr>
        <p:spPr>
          <a:xfrm>
            <a:off x="838080" y="1837080"/>
            <a:ext cx="10514160" cy="4349880"/>
          </a:xfrm>
          <a:prstGeom prst="rect">
            <a:avLst/>
          </a:prstGeom>
          <a:noFill/>
          <a:ln w="0">
            <a:noFill/>
          </a:ln>
        </p:spPr>
        <p:txBody>
          <a:bodyPr lIns="91440" tIns="45720" rIns="91440" bIns="45720" anchor="t">
            <a:normAutofit lnSpcReduction="9999"/>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Observables sind Streams von Events und Daten</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Aber auch Fehlern</a:t>
            </a:r>
            <a:endParaRPr lang="de-DE" sz="2400" b="0" u="none" strike="noStrike">
              <a:solidFill>
                <a:srgbClr val="000000"/>
              </a:solidFill>
              <a:uFillTx/>
              <a:latin typeface="Arial"/>
            </a:endParaRPr>
          </a:p>
          <a:p>
            <a:pPr indent="0" defTabSz="914400">
              <a:lnSpc>
                <a:spcPct val="90000"/>
              </a:lnSpc>
              <a:spcBef>
                <a:spcPts val="499"/>
              </a:spcBef>
              <a:buNone/>
              <a:tabLst>
                <a:tab pos="0" algn="l"/>
              </a:tabLst>
            </a:pPr>
            <a:endParaRPr lang="de-DE" sz="24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tabLst>
                <a:tab pos="0" algn="l"/>
              </a:tabLst>
            </a:pPr>
            <a:r>
              <a:rPr lang="de-DE" sz="2800" b="0" u="none" strike="noStrike">
                <a:solidFill>
                  <a:schemeClr val="dk1"/>
                </a:solidFill>
                <a:uFillTx/>
                <a:latin typeface="Calibri"/>
              </a:rPr>
              <a:t>--a---b-c---d---X|</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tabLst>
                <a:tab pos="0" algn="l"/>
              </a:tabLst>
            </a:pPr>
            <a:r>
              <a:rPr lang="de-DE" sz="2400" b="0" u="none" strike="noStrike">
                <a:solidFill>
                  <a:schemeClr val="dk1"/>
                </a:solidFill>
                <a:uFillTx/>
                <a:latin typeface="Calibri"/>
              </a:rPr>
              <a:t>-- Zeitline</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tabLst>
                <a:tab pos="0" algn="l"/>
              </a:tabLst>
            </a:pPr>
            <a:r>
              <a:rPr lang="de-DE" sz="2400" b="0" u="none" strike="noStrike">
                <a:solidFill>
                  <a:schemeClr val="dk1"/>
                </a:solidFill>
                <a:uFillTx/>
                <a:latin typeface="Calibri"/>
              </a:rPr>
              <a:t>| Endsignal</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tabLst>
                <a:tab pos="0" algn="l"/>
              </a:tabLst>
            </a:pPr>
            <a:r>
              <a:rPr lang="de-DE" sz="2400" b="0" u="none" strike="noStrike">
                <a:solidFill>
                  <a:schemeClr val="dk1"/>
                </a:solidFill>
                <a:uFillTx/>
                <a:latin typeface="Calibri"/>
              </a:rPr>
              <a:t>a,b .. Ereignisse</a:t>
            </a:r>
            <a:endParaRPr lang="de-DE" sz="2400" b="0" u="none" strike="noStrike">
              <a:solidFill>
                <a:srgbClr val="000000"/>
              </a:solidFill>
              <a:uFillTx/>
              <a:latin typeface="Arial"/>
            </a:endParaRPr>
          </a:p>
          <a:p>
            <a:pPr indent="0" defTabSz="914400">
              <a:lnSpc>
                <a:spcPct val="90000"/>
              </a:lnSpc>
              <a:spcBef>
                <a:spcPts val="1001"/>
              </a:spcBef>
              <a:buNone/>
              <a:tabLst>
                <a:tab pos="0" algn="l"/>
              </a:tabLst>
            </a:pPr>
            <a:endParaRPr lang="de-DE" sz="28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tabLst>
                <a:tab pos="0" algn="l"/>
              </a:tabLst>
            </a:pPr>
            <a:r>
              <a:rPr lang="de-DE" sz="2800" b="0" u="none" strike="noStrike">
                <a:solidFill>
                  <a:schemeClr val="dk1"/>
                </a:solidFill>
                <a:uFillTx/>
                <a:latin typeface="Calibri"/>
              </a:rPr>
              <a:t>Schönere und interaktive Visualisierung</a:t>
            </a:r>
            <a:endParaRPr lang="de-DE" sz="28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tabLst>
                <a:tab pos="0" algn="l"/>
              </a:tabLst>
            </a:pPr>
            <a:r>
              <a:rPr lang="de-DE" sz="2800" b="0" u="sng" strike="noStrike">
                <a:solidFill>
                  <a:schemeClr val="dk1"/>
                </a:solidFill>
                <a:uFillTx/>
                <a:latin typeface="Calibri"/>
                <a:hlinkClick r:id="rId3"/>
              </a:rPr>
              <a:t>https://rxmarbles.com</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endParaRPr lang="de-DE" sz="2800" b="0" u="none" strike="noStrike">
              <a:solidFill>
                <a:srgbClr val="000000"/>
              </a:solidFill>
              <a:uFillTx/>
              <a:latin typeface="Arial"/>
            </a:endParaRPr>
          </a:p>
        </p:txBody>
      </p:sp>
      <p:sp>
        <p:nvSpPr>
          <p:cNvPr id="977" name="Abgerundetes Rechteck 3"/>
          <p:cNvSpPr/>
          <p:nvPr/>
        </p:nvSpPr>
        <p:spPr>
          <a:xfrm>
            <a:off x="7426800" y="3152160"/>
            <a:ext cx="1217880" cy="1031760"/>
          </a:xfrm>
          <a:prstGeom prst="roundRect">
            <a:avLst>
              <a:gd name="adj" fmla="val 16667"/>
            </a:avLst>
          </a:prstGeom>
          <a:solidFill>
            <a:srgbClr val="1D9A78"/>
          </a:solidFill>
          <a:ln>
            <a:solidFill>
              <a:srgbClr val="157158"/>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de-DE" sz="1800" b="0" u="none" strike="noStrike">
                <a:solidFill>
                  <a:schemeClr val="lt1"/>
                </a:solidFill>
                <a:uFillTx/>
                <a:latin typeface="Calibri"/>
              </a:rPr>
              <a:t>Observer</a:t>
            </a:r>
            <a:endParaRPr lang="de-DE" sz="1800" b="0" u="none" strike="noStrike">
              <a:solidFill>
                <a:srgbClr val="FFFFFF"/>
              </a:solidFill>
              <a:uFillTx/>
              <a:latin typeface="Arial"/>
            </a:endParaRPr>
          </a:p>
        </p:txBody>
      </p:sp>
      <p:sp>
        <p:nvSpPr>
          <p:cNvPr id="978" name="Abgerundetes Rechteck 4"/>
          <p:cNvSpPr/>
          <p:nvPr/>
        </p:nvSpPr>
        <p:spPr>
          <a:xfrm>
            <a:off x="10134720" y="3152160"/>
            <a:ext cx="1453680" cy="1031760"/>
          </a:xfrm>
          <a:prstGeom prst="roundRect">
            <a:avLst>
              <a:gd name="adj" fmla="val 16667"/>
            </a:avLst>
          </a:prstGeom>
          <a:solidFill>
            <a:srgbClr val="1D9A78"/>
          </a:solidFill>
          <a:ln>
            <a:solidFill>
              <a:srgbClr val="157158"/>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de-DE" sz="1800" b="0" u="none" strike="noStrike">
                <a:solidFill>
                  <a:schemeClr val="lt1"/>
                </a:solidFill>
                <a:uFillTx/>
                <a:latin typeface="Calibri"/>
              </a:rPr>
              <a:t>Observables</a:t>
            </a:r>
            <a:endParaRPr lang="de-DE" sz="1800" b="0" u="none" strike="noStrike">
              <a:solidFill>
                <a:srgbClr val="FFFFFF"/>
              </a:solidFill>
              <a:uFillTx/>
              <a:latin typeface="Arial"/>
            </a:endParaRPr>
          </a:p>
        </p:txBody>
      </p:sp>
      <p:sp>
        <p:nvSpPr>
          <p:cNvPr id="979" name="Abgerundetes Rechteck 5"/>
          <p:cNvSpPr/>
          <p:nvPr/>
        </p:nvSpPr>
        <p:spPr>
          <a:xfrm>
            <a:off x="9352080" y="2557440"/>
            <a:ext cx="2637720" cy="504000"/>
          </a:xfrm>
          <a:prstGeom prst="roundRect">
            <a:avLst>
              <a:gd name="adj" fmla="val 16667"/>
            </a:avLst>
          </a:prstGeom>
          <a:solidFill>
            <a:srgbClr val="36AFCE"/>
          </a:solidFill>
          <a:ln>
            <a:solidFill>
              <a:srgbClr val="278198"/>
            </a:solidFill>
          </a:ln>
        </p:spPr>
        <p:style>
          <a:lnRef idx="2">
            <a:schemeClr val="accent3">
              <a:shade val="50000"/>
            </a:schemeClr>
          </a:lnRef>
          <a:fillRef idx="1">
            <a:schemeClr val="accent3"/>
          </a:fillRef>
          <a:effectRef idx="0">
            <a:schemeClr val="accent3"/>
          </a:effectRef>
          <a:fontRef idx="minor"/>
        </p:style>
        <p:txBody>
          <a:bodyPr lIns="90000" tIns="45000" rIns="90000" bIns="45000" anchor="ctr">
            <a:noAutofit/>
          </a:bodyPr>
          <a:lstStyle/>
          <a:p>
            <a:pPr algn="ctr" defTabSz="914400">
              <a:lnSpc>
                <a:spcPct val="100000"/>
              </a:lnSpc>
            </a:pPr>
            <a:endParaRPr lang="de-DE" sz="1800" b="0" u="none" strike="noStrike">
              <a:solidFill>
                <a:schemeClr val="lt1"/>
              </a:solidFill>
              <a:uFillTx/>
              <a:latin typeface="Calibri"/>
            </a:endParaRPr>
          </a:p>
        </p:txBody>
      </p:sp>
      <p:sp>
        <p:nvSpPr>
          <p:cNvPr id="980" name="Textfeld 6"/>
          <p:cNvSpPr/>
          <p:nvPr/>
        </p:nvSpPr>
        <p:spPr>
          <a:xfrm>
            <a:off x="9617400" y="2289600"/>
            <a:ext cx="873000" cy="363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de-DE" sz="1800" b="0" u="none" strike="noStrike">
                <a:solidFill>
                  <a:schemeClr val="dk1"/>
                </a:solidFill>
                <a:uFillTx/>
                <a:latin typeface="Calibri"/>
              </a:rPr>
              <a:t>listener</a:t>
            </a:r>
            <a:endParaRPr lang="de-DE" sz="1800" b="0" u="none" strike="noStrike">
              <a:solidFill>
                <a:srgbClr val="000000"/>
              </a:solidFill>
              <a:uFillTx/>
              <a:latin typeface="Arial"/>
            </a:endParaRPr>
          </a:p>
        </p:txBody>
      </p:sp>
      <p:cxnSp>
        <p:nvCxnSpPr>
          <p:cNvPr id="981" name="Gerade Verbindung mit Pfeil 8"/>
          <p:cNvCxnSpPr/>
          <p:nvPr/>
        </p:nvCxnSpPr>
        <p:spPr>
          <a:xfrm>
            <a:off x="8564040" y="3902760"/>
            <a:ext cx="1571760" cy="1440"/>
          </a:xfrm>
          <a:prstGeom prst="straightConnector1">
            <a:avLst/>
          </a:prstGeom>
          <a:ln w="0">
            <a:solidFill>
              <a:srgbClr val="1D9A78"/>
            </a:solidFill>
            <a:tailEnd type="triangle" w="med" len="med"/>
          </a:ln>
        </p:spPr>
      </p:cxnSp>
      <p:sp>
        <p:nvSpPr>
          <p:cNvPr id="982" name="Textfeld 9"/>
          <p:cNvSpPr/>
          <p:nvPr/>
        </p:nvSpPr>
        <p:spPr>
          <a:xfrm>
            <a:off x="8420040" y="3957480"/>
            <a:ext cx="1856520" cy="363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de-DE" sz="1800" b="0" u="none" strike="noStrike">
                <a:solidFill>
                  <a:schemeClr val="dk1"/>
                </a:solidFill>
                <a:uFillTx/>
                <a:latin typeface="Calibri"/>
              </a:rPr>
              <a:t>addObserver(this)</a:t>
            </a:r>
            <a:endParaRPr lang="de-DE" sz="1800" b="0" u="none" strike="noStrike">
              <a:solidFill>
                <a:srgbClr val="000000"/>
              </a:solidFill>
              <a:uFillTx/>
              <a:latin typeface="Arial"/>
            </a:endParaRPr>
          </a:p>
        </p:txBody>
      </p:sp>
      <p:cxnSp>
        <p:nvCxnSpPr>
          <p:cNvPr id="983" name="Gerade Verbindung mit Pfeil 11"/>
          <p:cNvCxnSpPr/>
          <p:nvPr/>
        </p:nvCxnSpPr>
        <p:spPr>
          <a:xfrm flipV="1">
            <a:off x="8467200" y="2809800"/>
            <a:ext cx="1257840" cy="604800"/>
          </a:xfrm>
          <a:prstGeom prst="straightConnector1">
            <a:avLst/>
          </a:prstGeom>
          <a:ln w="0">
            <a:solidFill>
              <a:srgbClr val="000000"/>
            </a:solidFill>
            <a:tailEnd type="triangle" w="med" len="med"/>
          </a:ln>
        </p:spPr>
      </p:cxnSp>
      <p:cxnSp>
        <p:nvCxnSpPr>
          <p:cNvPr id="984" name="Gerade Verbindung 13"/>
          <p:cNvCxnSpPr/>
          <p:nvPr/>
        </p:nvCxnSpPr>
        <p:spPr>
          <a:xfrm flipV="1">
            <a:off x="9898560" y="2530440"/>
            <a:ext cx="1440" cy="533520"/>
          </a:xfrm>
          <a:prstGeom prst="straightConnector1">
            <a:avLst/>
          </a:prstGeom>
          <a:ln w="0">
            <a:solidFill>
              <a:srgbClr val="1D9A78"/>
            </a:solidFill>
          </a:ln>
        </p:spPr>
      </p:cxnSp>
      <p:sp>
        <p:nvSpPr>
          <p:cNvPr id="985" name="Textfeld 15"/>
          <p:cNvSpPr/>
          <p:nvPr/>
        </p:nvSpPr>
        <p:spPr>
          <a:xfrm>
            <a:off x="9898560" y="4401000"/>
            <a:ext cx="2177280" cy="1186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de-DE" sz="1800" b="0" u="none" strike="noStrike">
                <a:solidFill>
                  <a:schemeClr val="dk1"/>
                </a:solidFill>
                <a:uFillTx/>
                <a:latin typeface="Calibri"/>
              </a:rPr>
              <a:t>for(l in listener){</a:t>
            </a:r>
            <a:endParaRPr lang="de-DE" sz="1800" b="0" u="none" strike="noStrike">
              <a:solidFill>
                <a:srgbClr val="000000"/>
              </a:solidFill>
              <a:uFillTx/>
              <a:latin typeface="Arial"/>
            </a:endParaRPr>
          </a:p>
          <a:p>
            <a:pPr defTabSz="914400">
              <a:lnSpc>
                <a:spcPct val="100000"/>
              </a:lnSpc>
            </a:pPr>
            <a:r>
              <a:rPr lang="de-DE" sz="1800" b="0" u="none" strike="noStrike">
                <a:solidFill>
                  <a:schemeClr val="dk1"/>
                </a:solidFill>
                <a:uFillTx/>
                <a:latin typeface="Calibri"/>
              </a:rPr>
              <a:t>   l.notify(oldWeight, this.weight)</a:t>
            </a:r>
            <a:endParaRPr lang="de-DE" sz="1800" b="0" u="none" strike="noStrike">
              <a:solidFill>
                <a:srgbClr val="000000"/>
              </a:solidFill>
              <a:uFillTx/>
              <a:latin typeface="Arial"/>
            </a:endParaRPr>
          </a:p>
          <a:p>
            <a:pPr defTabSz="914400">
              <a:lnSpc>
                <a:spcPct val="100000"/>
              </a:lnSpc>
            </a:pPr>
            <a:r>
              <a:rPr lang="de-DE" sz="1800" b="0" u="none" strike="noStrike">
                <a:solidFill>
                  <a:schemeClr val="dk1"/>
                </a:solidFill>
                <a:uFillTx/>
                <a:latin typeface="Calibri"/>
              </a:rPr>
              <a:t>}</a:t>
            </a:r>
            <a:endParaRPr lang="de-DE" sz="1800" b="0" u="none" strike="noStrike">
              <a:solidFill>
                <a:srgbClr val="000000"/>
              </a:solidFill>
              <a:uFillTx/>
              <a:latin typeface="Arial"/>
            </a:endParaRPr>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6"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rmAutofit fontScale="90000"/>
          </a:bodyPr>
          <a:lstStyle/>
          <a:p>
            <a:pPr indent="0" defTabSz="914400">
              <a:lnSpc>
                <a:spcPct val="90000"/>
              </a:lnSpc>
              <a:buNone/>
              <a:tabLst>
                <a:tab pos="0" algn="l"/>
              </a:tabLst>
            </a:pPr>
            <a:br>
              <a:rPr sz="4400"/>
            </a:br>
            <a:r>
              <a:rPr lang="de-DE" sz="4400" b="0" u="none" strike="noStrike">
                <a:solidFill>
                  <a:schemeClr val="dk1"/>
                </a:solidFill>
                <a:uFillTx/>
                <a:latin typeface="Calibri Light"/>
              </a:rPr>
              <a:t>Methoden für Zwischenverarbeitung</a:t>
            </a:r>
            <a:br>
              <a:rPr sz="4400"/>
            </a:br>
            <a:endParaRPr lang="de-DE" sz="4400" b="0" u="none" strike="noStrike">
              <a:solidFill>
                <a:srgbClr val="000000"/>
              </a:solidFill>
              <a:uFillTx/>
              <a:latin typeface="Arial"/>
            </a:endParaRPr>
          </a:p>
        </p:txBody>
      </p:sp>
      <p:sp>
        <p:nvSpPr>
          <p:cNvPr id="987"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fontScale="92500" lnSpcReduction="19999"/>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Häufig genutzte Methoden: </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map für Transformation</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debounce für Verzögerung</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filter zum Aussortieren</a:t>
            </a:r>
            <a:endParaRPr lang="de-DE" sz="24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Jede Transformation gibt wieder Observable zurück</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chemeClr val="dk1"/>
                </a:solidFill>
                <a:uFillTx/>
                <a:latin typeface="Calibri"/>
              </a:rPr>
              <a:t>--a---b-c---d---| </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chemeClr val="dk1"/>
                </a:solidFill>
                <a:uFillTx/>
                <a:latin typeface="Calibri"/>
              </a:rPr>
              <a:t>map to alphabet index </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chemeClr val="dk1"/>
                </a:solidFill>
                <a:uFillTx/>
                <a:latin typeface="Calibri"/>
              </a:rPr>
              <a:t>--1---2-3---4---| </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chemeClr val="dk1"/>
                </a:solidFill>
                <a:uFillTx/>
                <a:latin typeface="Calibri"/>
              </a:rPr>
              <a:t>filter &gt; 2 </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chemeClr val="dk1"/>
                </a:solidFill>
                <a:uFillTx/>
                <a:latin typeface="Calibri"/>
              </a:rPr>
              <a:t>--------3---4---|</a:t>
            </a:r>
            <a:endParaRPr lang="de-DE" sz="2800" b="0" u="none" strike="noStrike">
              <a:solidFill>
                <a:srgbClr val="000000"/>
              </a:solidFill>
              <a:uFillTx/>
              <a:latin typeface="Arial"/>
            </a:endParaRPr>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8"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Observables sind lazy</a:t>
            </a:r>
            <a:endParaRPr lang="de-DE" sz="4400" b="0" u="none" strike="noStrike">
              <a:solidFill>
                <a:srgbClr val="000000"/>
              </a:solidFill>
              <a:uFillTx/>
              <a:latin typeface="Arial"/>
            </a:endParaRPr>
          </a:p>
        </p:txBody>
      </p:sp>
      <p:sp>
        <p:nvSpPr>
          <p:cNvPr id="989" name="PlaceHolder 2"/>
          <p:cNvSpPr>
            <a:spLocks noGrp="1"/>
          </p:cNvSpPr>
          <p:nvPr>
            <p:ph/>
          </p:nvPr>
        </p:nvSpPr>
        <p:spPr>
          <a:xfrm>
            <a:off x="637560" y="1780920"/>
            <a:ext cx="10514160" cy="4349880"/>
          </a:xfrm>
          <a:prstGeom prst="rect">
            <a:avLst/>
          </a:prstGeom>
          <a:noFill/>
          <a:ln w="0">
            <a:noFill/>
          </a:ln>
        </p:spPr>
        <p:txBody>
          <a:bodyPr lIns="91440" tIns="45720" rIns="91440" bIns="45720" anchor="t">
            <a:normAutofit fontScale="85000" lnSpcReduction="19999"/>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Observables brauchen Abnehmer</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forEach(dataHandler): Promise</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subscribe(dataHandler, errorHandler?): Subscription</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Handler: Funktionen mit Seiteneffekten</a:t>
            </a:r>
            <a:endParaRPr lang="de-DE" sz="24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Intermediate Transformationen werden nur ausgeführt wenn Abnehmer da ist</a:t>
            </a:r>
            <a:endParaRPr lang="de-DE" sz="2800" b="0" u="none" strike="noStrike">
              <a:solidFill>
                <a:srgbClr val="000000"/>
              </a:solidFill>
              <a:uFillTx/>
              <a:latin typeface="Arial"/>
            </a:endParaRPr>
          </a:p>
          <a:p>
            <a:pPr indent="0" defTabSz="914400">
              <a:lnSpc>
                <a:spcPct val="90000"/>
              </a:lnSpc>
              <a:spcBef>
                <a:spcPts val="499"/>
              </a:spcBef>
              <a:buNone/>
              <a:tabLst>
                <a:tab pos="0" algn="l"/>
              </a:tabLst>
            </a:pPr>
            <a:endParaRPr lang="de-DE" sz="24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chemeClr val="dk1"/>
                </a:solidFill>
                <a:uFillTx/>
                <a:latin typeface="Calibri"/>
              </a:rPr>
              <a:t>--a---b-c---d---| </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chemeClr val="dk1"/>
                </a:solidFill>
                <a:uFillTx/>
                <a:latin typeface="Calibri"/>
              </a:rPr>
              <a:t>map to alphabet index </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chemeClr val="dk1"/>
                </a:solidFill>
                <a:uFillTx/>
                <a:latin typeface="Calibri"/>
              </a:rPr>
              <a:t>--1---2-3---4---| </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chemeClr val="dk1"/>
                </a:solidFill>
                <a:uFillTx/>
                <a:latin typeface="Calibri"/>
              </a:rPr>
              <a:t>filter &gt; 2 </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chemeClr val="dk1"/>
                </a:solidFill>
                <a:uFillTx/>
                <a:latin typeface="Calibri"/>
              </a:rPr>
              <a:t>--------3---4---| </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chemeClr val="dk1"/>
                </a:solidFill>
                <a:uFillTx/>
                <a:latin typeface="Calibri"/>
              </a:rPr>
              <a:t>subscribe console.log</a:t>
            </a:r>
            <a:endParaRPr lang="de-DE" sz="2800" b="0" u="none" strike="noStrike">
              <a:solidFill>
                <a:srgbClr val="000000"/>
              </a:solidFill>
              <a:uFillTx/>
              <a:latin typeface="Arial"/>
            </a:endParaRPr>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Diagram11"/>
          <p:cNvGraphicFramePr/>
          <p:nvPr>
            <p:extLst>
              <p:ext uri="{D42A27DB-BD31-4B8C-83A1-F6EECF244321}">
                <p14:modId xmlns:p14="http://schemas.microsoft.com/office/powerpoint/2010/main" val="2789536305"/>
              </p:ext>
            </p:extLst>
          </p:nvPr>
        </p:nvGraphicFramePr>
        <p:xfrm>
          <a:off x="4084560" y="2185200"/>
          <a:ext cx="6094440" cy="4062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90" name="Rechteck 2"/>
          <p:cNvSpPr/>
          <p:nvPr/>
        </p:nvSpPr>
        <p:spPr>
          <a:xfrm>
            <a:off x="828000" y="353520"/>
            <a:ext cx="7266240" cy="9126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scene3d>
              <a:camera prst="orthographicFront"/>
              <a:lightRig rig="balanced" dir="t">
                <a:rot lat="0" lon="0" rev="2100000"/>
              </a:lightRig>
            </a:scene3d>
            <a:sp3d extrusionH="57150" prstMaterial="metal">
              <a:bevelT w="38100" h="25400"/>
              <a:contourClr>
                <a:schemeClr val="bg2"/>
              </a:contourClr>
            </a:sp3d>
          </a:bodyPr>
          <a:lstStyle/>
          <a:p>
            <a:pPr algn="ctr" defTabSz="914400">
              <a:lnSpc>
                <a:spcPct val="100000"/>
              </a:lnSpc>
            </a:pPr>
            <a:r>
              <a:rPr lang="de-DE" sz="5400" b="1" u="none" strike="noStrike">
                <a:solidFill>
                  <a:schemeClr val="lt1">
                    <a:shade val="50000"/>
                  </a:schemeClr>
                </a:solidFill>
                <a:uFillTx/>
                <a:latin typeface="Calibri"/>
              </a:rPr>
              <a:t>Intermediate vs Terminal</a:t>
            </a:r>
            <a:endParaRPr lang="de-DE" sz="5400" b="0" u="none" strike="noStrike">
              <a:solidFill>
                <a:srgbClr val="000000"/>
              </a:solidFill>
              <a:uFillTx/>
              <a:latin typeface="Arial"/>
            </a:endParaRPr>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1"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Unsubscribe Nicht vergessen </a:t>
            </a:r>
            <a:endParaRPr lang="de-DE" sz="4400" b="0" u="none" strike="noStrike">
              <a:solidFill>
                <a:srgbClr val="000000"/>
              </a:solidFill>
              <a:uFillTx/>
              <a:latin typeface="Arial"/>
            </a:endParaRPr>
          </a:p>
        </p:txBody>
      </p:sp>
      <p:sp>
        <p:nvSpPr>
          <p:cNvPr id="992"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subscribe() gibt Subscription zurück</a:t>
            </a:r>
            <a:endParaRPr lang="de-DE" sz="28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Subscription hat unsubscribe() Methode</a:t>
            </a:r>
            <a:endParaRPr lang="de-DE" sz="28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Wenn completed, werden alle intern alle Handler gelöscht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i="1" u="none" strike="noStrike">
                <a:solidFill>
                  <a:schemeClr val="dk1"/>
                </a:solidFill>
                <a:uFillTx/>
                <a:latin typeface="Calibri"/>
              </a:rPr>
              <a:t>Nutze ngOnDestroy für unsubscribe</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i="1" u="none" strike="noStrike">
                <a:solidFill>
                  <a:schemeClr val="dk1"/>
                </a:solidFill>
                <a:uFillTx/>
                <a:latin typeface="Calibri"/>
              </a:rPr>
              <a:t>Modern: takeUntilDestroyed() aus @angular/core/rxjs-interop oder toSignal() – unsubscribe automatisch</a:t>
            </a:r>
            <a:endParaRPr lang="de-DE" sz="2800" b="0" u="none" strike="noStrike">
              <a:solidFill>
                <a:srgbClr val="000000"/>
              </a:solidFill>
              <a:uFillTx/>
              <a:latin typeface="Arial"/>
            </a:endParaRPr>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Automatisches Unsubscribe</a:t>
            </a:r>
            <a:endParaRPr lang="de-DE" sz="4400" b="0" u="none" strike="noStrike">
              <a:solidFill>
                <a:srgbClr val="000000"/>
              </a:solidFill>
              <a:uFillTx/>
              <a:latin typeface="Arial"/>
            </a:endParaRPr>
          </a:p>
        </p:txBody>
      </p:sp>
      <p:sp>
        <p:nvSpPr>
          <p:cNvPr id="994"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de-DE" sz="2800" b="0" u="none" strike="noStrike">
                <a:solidFill>
                  <a:srgbClr val="48484C"/>
                </a:solidFill>
                <a:uFillTx/>
                <a:latin typeface="SourceCodePro"/>
              </a:rPr>
              <a:t>{{ aPromise | async }}</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48484C"/>
                </a:solidFill>
                <a:uFillTx/>
                <a:latin typeface="SourceCodePro"/>
              </a:rPr>
              <a:t>{{ anObservable | async }}</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1E347B"/>
                </a:solidFill>
                <a:uFillTx/>
                <a:latin typeface="SourceCodePro"/>
              </a:rPr>
              <a:t>&lt;trainingList</a:t>
            </a:r>
            <a:r>
              <a:rPr lang="de-DE" sz="2800" b="0" u="none" strike="noStrike">
                <a:solidFill>
                  <a:srgbClr val="48484C"/>
                </a:solidFill>
                <a:uFillTx/>
                <a:latin typeface="SourceCodePro"/>
              </a:rPr>
              <a:t> [</a:t>
            </a:r>
            <a:r>
              <a:rPr lang="de-DE" sz="2800" b="0" u="none" strike="noStrike">
                <a:solidFill>
                  <a:srgbClr val="008080"/>
                </a:solidFill>
                <a:uFillTx/>
                <a:latin typeface="SourceCodePro"/>
              </a:rPr>
              <a:t>trainings</a:t>
            </a:r>
            <a:r>
              <a:rPr lang="de-DE" sz="2800" b="0" u="none" strike="noStrike">
                <a:solidFill>
                  <a:srgbClr val="48484C"/>
                </a:solidFill>
                <a:uFillTx/>
                <a:latin typeface="SourceCodePro"/>
              </a:rPr>
              <a:t>]</a:t>
            </a:r>
            <a:r>
              <a:rPr lang="de-DE" sz="2800" b="0" u="none" strike="noStrike">
                <a:solidFill>
                  <a:srgbClr val="93A1A1"/>
                </a:solidFill>
                <a:uFillTx/>
                <a:latin typeface="SourceCodePro"/>
              </a:rPr>
              <a:t>=</a:t>
            </a:r>
            <a:r>
              <a:rPr lang="de-DE" sz="2800" b="0" u="none" strike="noStrike">
                <a:solidFill>
                  <a:srgbClr val="DD1144"/>
                </a:solidFill>
                <a:uFillTx/>
                <a:latin typeface="SourceCodePro"/>
              </a:rPr>
              <a:t>"releaseObservable$ | async"</a:t>
            </a:r>
            <a:r>
              <a:rPr lang="de-DE" sz="2800" b="0" u="none" strike="noStrike">
                <a:solidFill>
                  <a:srgbClr val="1E347B"/>
                </a:solidFill>
                <a:uFillTx/>
                <a:latin typeface="SourceCodePro"/>
              </a:rPr>
              <a:t>&gt;&lt;/ trainingList&gt;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t>Alternative ohne async-Pipe: toSignal() (siehe RxJS Interop)</a:t>
            </a:r>
            <a:endParaRPr lang="de-DE" sz="2800" b="0" u="none" strike="noStrike">
              <a:solidFill>
                <a:srgbClr val="000000"/>
              </a:solidFill>
              <a:uFillTx/>
              <a:latin typeface="Arial"/>
            </a:endParaRPr>
          </a:p>
        </p:txBody>
      </p:sp>
      <p:sp>
        <p:nvSpPr>
          <p:cNvPr id="995" name="Rechteck 3"/>
          <p:cNvSpPr/>
          <p:nvPr/>
        </p:nvSpPr>
        <p:spPr>
          <a:xfrm>
            <a:off x="2639160" y="3256200"/>
            <a:ext cx="1767960" cy="593280"/>
          </a:xfrm>
          <a:prstGeom prst="rect">
            <a:avLst/>
          </a:prstGeom>
          <a:solidFill>
            <a:srgbClr val="1D9A78"/>
          </a:solidFill>
          <a:ln>
            <a:solidFill>
              <a:srgbClr val="157158"/>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de-DE" sz="1800" b="0" u="none" strike="noStrike">
                <a:solidFill>
                  <a:schemeClr val="lt1"/>
                </a:solidFill>
                <a:uFillTx/>
                <a:latin typeface="Calibri"/>
              </a:rPr>
              <a:t>Training[]</a:t>
            </a:r>
            <a:endParaRPr lang="de-DE" sz="1800" b="0" u="none" strike="noStrike">
              <a:solidFill>
                <a:srgbClr val="FFFFFF"/>
              </a:solidFill>
              <a:uFillTx/>
              <a:latin typeface="Arial"/>
            </a:endParaRPr>
          </a:p>
        </p:txBody>
      </p:sp>
      <p:sp>
        <p:nvSpPr>
          <p:cNvPr id="996" name="Rechteck 4"/>
          <p:cNvSpPr/>
          <p:nvPr/>
        </p:nvSpPr>
        <p:spPr>
          <a:xfrm>
            <a:off x="5018040" y="3256200"/>
            <a:ext cx="2381040" cy="649080"/>
          </a:xfrm>
          <a:prstGeom prst="rect">
            <a:avLst/>
          </a:prstGeom>
          <a:solidFill>
            <a:srgbClr val="1D9A78"/>
          </a:solidFill>
          <a:ln>
            <a:solidFill>
              <a:srgbClr val="157158"/>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de-DE" sz="1800" b="0" u="none" strike="noStrike">
                <a:solidFill>
                  <a:schemeClr val="lt1"/>
                </a:solidFill>
                <a:uFillTx/>
                <a:latin typeface="Calibri"/>
              </a:rPr>
              <a:t>Observable&lt;Training[]&gt;</a:t>
            </a:r>
            <a:endParaRPr lang="de-DE" sz="1800" b="0" u="none" strike="noStrike">
              <a:solidFill>
                <a:srgbClr val="FFFFFF"/>
              </a:solidFill>
              <a:uFillTx/>
              <a:latin typeface="Arial"/>
            </a:endParaRPr>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7"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rmAutofit/>
          </a:bodyPr>
          <a:lstStyle/>
          <a:p>
            <a:pPr indent="0" defTabSz="914400">
              <a:lnSpc>
                <a:spcPct val="90000"/>
              </a:lnSpc>
              <a:buNone/>
              <a:tabLst>
                <a:tab pos="0" algn="l"/>
              </a:tabLst>
            </a:pPr>
            <a:r>
              <a:rPr lang="de-DE" sz="4400" b="0" u="none" strike="noStrike">
                <a:solidFill>
                  <a:schemeClr val="dk1"/>
                </a:solidFill>
                <a:uFillTx/>
                <a:latin typeface="Calibri Light"/>
              </a:rPr>
              <a:t>Reactive Extensions – RxJS</a:t>
            </a:r>
            <a:endParaRPr lang="de-DE" sz="4400" b="0" u="none" strike="noStrike">
              <a:solidFill>
                <a:srgbClr val="000000"/>
              </a:solidFill>
              <a:uFillTx/>
              <a:latin typeface="Arial"/>
            </a:endParaRPr>
          </a:p>
        </p:txBody>
      </p:sp>
      <p:sp>
        <p:nvSpPr>
          <p:cNvPr id="998"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Entwickelt von MS für verschiedene Sprachen</a:t>
            </a:r>
            <a:endParaRPr lang="de-DE" sz="28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Implementierung von Observables</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Wird in Angular verwendet</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sng" strike="noStrike">
                <a:solidFill>
                  <a:schemeClr val="dk1"/>
                </a:solidFill>
                <a:uFillTx/>
                <a:latin typeface="Calibri"/>
                <a:hlinkClick r:id="rId2"/>
              </a:rPr>
              <a:t>http://reactivex.io/</a:t>
            </a:r>
            <a:endParaRPr lang="de-DE" sz="2400" b="0" u="none" strike="noStrike">
              <a:solidFill>
                <a:srgbClr val="000000"/>
              </a:solidFill>
              <a:uFillTx/>
              <a:latin typeface="Arial"/>
            </a:endParaRP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10"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RxJS Interop: toSignal()</a:t>
            </a:r>
            <a:endParaRPr lang="de-DE" sz="4400" b="0" u="none" strike="noStrike">
              <a:solidFill>
                <a:srgbClr val="000000"/>
              </a:solidFill>
              <a:uFillTx/>
              <a:latin typeface="Arial"/>
            </a:endParaRPr>
          </a:p>
        </p:txBody>
      </p:sp>
      <p:sp>
        <p:nvSpPr>
          <p:cNvPr id="811"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a:bodyPr>
          <a:lstStyle/>
          <a:p>
            <a:pPr indent="0" defTabSz="914400">
              <a:lnSpc>
                <a:spcPct val="90000"/>
              </a:lnSpc>
              <a:spcBef>
                <a:spcPts val="760"/>
              </a:spcBef>
              <a:buNone/>
              <a:tabLst>
                <a:tab pos="0" algn="l"/>
              </a:tabLst>
            </a:pPr>
            <a:r>
              <a:rPr lang="de-DE" sz="2100" b="0" u="none" strike="noStrike">
                <a:solidFill>
                  <a:srgbClr val="1E347B"/>
                </a:solidFill>
                <a:uFillTx/>
                <a:latin typeface="SourceCodePro"/>
              </a:rPr>
              <a:t>import { toSignal } from '@angular/core/rxjs-interop';</a:t>
            </a:r>
            <a:endParaRPr lang="de-DE" sz="2100" b="0" u="none" strike="noStrike">
              <a:solidFill>
                <a:srgbClr val="000000"/>
              </a:solidFill>
              <a:uFillTx/>
              <a:latin typeface="Arial"/>
            </a:endParaRPr>
          </a:p>
          <a:p>
            <a:pPr indent="0" defTabSz="914400">
              <a:lnSpc>
                <a:spcPct val="90000"/>
              </a:lnSpc>
              <a:spcBef>
                <a:spcPts val="760"/>
              </a:spcBef>
              <a:buNone/>
              <a:tabLst>
                <a:tab pos="0" algn="l"/>
              </a:tabLst>
            </a:pPr>
            <a:r>
              <a:rPr lang="de-DE" sz="2100" b="0" u="none" strike="noStrike">
                <a:solidFill>
                  <a:srgbClr val="1E347B"/>
                </a:solidFill>
                <a:uFillTx/>
                <a:latin typeface="SourceCodePro"/>
              </a:rPr>
              <a:t/>
            </a:r>
            <a:endParaRPr lang="de-DE" sz="2100" b="0" u="none" strike="noStrike">
              <a:solidFill>
                <a:srgbClr val="000000"/>
              </a:solidFill>
              <a:uFillTx/>
              <a:latin typeface="Arial"/>
            </a:endParaRPr>
          </a:p>
          <a:p>
            <a:pPr indent="0" defTabSz="914400">
              <a:lnSpc>
                <a:spcPct val="90000"/>
              </a:lnSpc>
              <a:spcBef>
                <a:spcPts val="760"/>
              </a:spcBef>
              <a:buNone/>
              <a:tabLst>
                <a:tab pos="0" algn="l"/>
              </a:tabLst>
            </a:pPr>
            <a:r>
              <a:rPr lang="de-DE" sz="2100" b="0" u="none" strike="noStrike">
                <a:solidFill>
                  <a:srgbClr val="1E347B"/>
                </a:solidFill>
                <a:uFillTx/>
                <a:latin typeface="SourceCodePro"/>
              </a:rPr>
              <a:t>export class AppComponent {</a:t>
            </a:r>
            <a:endParaRPr lang="de-DE" sz="2100" b="0" u="none" strike="noStrike">
              <a:solidFill>
                <a:srgbClr val="000000"/>
              </a:solidFill>
              <a:uFillTx/>
              <a:latin typeface="Arial"/>
            </a:endParaRPr>
          </a:p>
          <a:p>
            <a:pPr indent="0" defTabSz="914400">
              <a:lnSpc>
                <a:spcPct val="90000"/>
              </a:lnSpc>
              <a:spcBef>
                <a:spcPts val="760"/>
              </a:spcBef>
              <a:buNone/>
              <a:tabLst>
                <a:tab pos="0" algn="l"/>
              </a:tabLst>
            </a:pPr>
            <a:r>
              <a:rPr lang="de-DE" sz="2100" b="0" u="none" strike="noStrike">
                <a:solidFill>
                  <a:srgbClr val="1E347B"/>
                </a:solidFill>
                <a:uFillTx/>
                <a:latin typeface="SourceCodePro"/>
              </a:rPr>
              <a:t>  private readonly customerService = inject(CustomerService);</a:t>
            </a:r>
            <a:endParaRPr lang="de-DE" sz="2100" b="0" u="none" strike="noStrike">
              <a:solidFill>
                <a:srgbClr val="000000"/>
              </a:solidFill>
              <a:uFillTx/>
              <a:latin typeface="Arial"/>
            </a:endParaRPr>
          </a:p>
          <a:p>
            <a:pPr indent="0" defTabSz="914400">
              <a:lnSpc>
                <a:spcPct val="90000"/>
              </a:lnSpc>
              <a:spcBef>
                <a:spcPts val="760"/>
              </a:spcBef>
              <a:buNone/>
              <a:tabLst>
                <a:tab pos="0" algn="l"/>
              </a:tabLst>
            </a:pPr>
            <a:r>
              <a:rPr lang="de-DE" sz="2100" b="0" u="none" strike="noStrike">
                <a:solidFill>
                  <a:srgbClr val="1E347B"/>
                </a:solidFill>
                <a:uFillTx/>
                <a:latin typeface="SourceCodePro"/>
              </a:rPr>
              <a:t>  // Observable -&gt; Signal, Subscription wird automatisch beendet</a:t>
            </a:r>
            <a:endParaRPr lang="de-DE" sz="2100" b="0" u="none" strike="noStrike">
              <a:solidFill>
                <a:srgbClr val="000000"/>
              </a:solidFill>
              <a:uFillTx/>
              <a:latin typeface="Arial"/>
            </a:endParaRPr>
          </a:p>
          <a:p>
            <a:pPr indent="0" defTabSz="914400">
              <a:lnSpc>
                <a:spcPct val="90000"/>
              </a:lnSpc>
              <a:spcBef>
                <a:spcPts val="760"/>
              </a:spcBef>
              <a:buNone/>
              <a:tabLst>
                <a:tab pos="0" algn="l"/>
              </a:tabLst>
            </a:pPr>
            <a:r>
              <a:rPr lang="de-DE" sz="2100" b="0" u="none" strike="noStrike">
                <a:solidFill>
                  <a:srgbClr val="1E347B"/>
                </a:solidFill>
                <a:uFillTx/>
                <a:latin typeface="SourceCodePro"/>
              </a:rPr>
              <a:t>  customers = toSignal(this.customerService.getAll(), { initialValue: [] as Customer[] });</a:t>
            </a:r>
            <a:endParaRPr lang="de-DE" sz="2100" b="0" u="none" strike="noStrike">
              <a:solidFill>
                <a:srgbClr val="000000"/>
              </a:solidFill>
              <a:uFillTx/>
              <a:latin typeface="Arial"/>
            </a:endParaRPr>
          </a:p>
          <a:p>
            <a:pPr indent="0" defTabSz="914400">
              <a:lnSpc>
                <a:spcPct val="90000"/>
              </a:lnSpc>
              <a:spcBef>
                <a:spcPts val="760"/>
              </a:spcBef>
              <a:buNone/>
              <a:tabLst>
                <a:tab pos="0" algn="l"/>
              </a:tabLst>
            </a:pPr>
            <a:r>
              <a:rPr lang="de-DE" sz="2100" b="0" u="none" strike="noStrike">
                <a:solidFill>
                  <a:srgbClr val="1E347B"/>
                </a:solidFill>
                <a:uFillTx/>
                <a:latin typeface="SourceCodePro"/>
              </a:rPr>
              <a:t>}</a:t>
            </a:r>
            <a:endParaRPr lang="de-DE" sz="2100" b="0" u="none" strike="noStrike">
              <a:solidFill>
                <a:srgbClr val="000000"/>
              </a:solidFill>
              <a:uFillTx/>
              <a:latin typeface="Arial"/>
            </a:endParaRPr>
          </a:p>
          <a:p>
            <a:pPr indent="0" defTabSz="914400">
              <a:lnSpc>
                <a:spcPct val="90000"/>
              </a:lnSpc>
              <a:spcBef>
                <a:spcPts val="760"/>
              </a:spcBef>
              <a:buNone/>
              <a:tabLst>
                <a:tab pos="0" algn="l"/>
              </a:tabLst>
            </a:pPr>
            <a:r>
              <a:rPr lang="de-DE" sz="2100" b="0" u="none" strike="noStrike">
                <a:solidFill>
                  <a:srgbClr val="1E347B"/>
                </a:solidFill>
                <a:uFillTx/>
                <a:latin typeface="SourceCodePro"/>
              </a:rPr>
              <a:t>&lt;!-- Template: keine async-Pipe nötig --&gt;</a:t>
            </a:r>
            <a:endParaRPr lang="de-DE" sz="2100" b="0" u="none" strike="noStrike">
              <a:solidFill>
                <a:srgbClr val="000000"/>
              </a:solidFill>
              <a:uFillTx/>
              <a:latin typeface="Arial"/>
            </a:endParaRPr>
          </a:p>
          <a:p>
            <a:pPr indent="0" defTabSz="914400">
              <a:lnSpc>
                <a:spcPct val="90000"/>
              </a:lnSpc>
              <a:spcBef>
                <a:spcPts val="760"/>
              </a:spcBef>
              <a:buNone/>
              <a:tabLst>
                <a:tab pos="0" algn="l"/>
              </a:tabLst>
            </a:pPr>
            <a:r>
              <a:rPr lang="de-DE" sz="2100" b="0" u="none" strike="noStrike">
                <a:solidFill>
                  <a:srgbClr val="1E347B"/>
                </a:solidFill>
                <a:uFillTx/>
                <a:latin typeface="SourceCodePro"/>
              </a:rPr>
              <a:t>&lt;customer-list [customers]="customers()" /&gt;</a:t>
            </a:r>
            <a:endParaRPr lang="de-DE" sz="2100" b="0" u="none" strike="noStrike">
              <a:solidFill>
                <a:srgbClr val="000000"/>
              </a:solidFill>
              <a:uFillTx/>
              <a:latin typeface="Arial"/>
            </a:endParaRPr>
          </a:p>
          <a:p>
            <a:pPr indent="0" defTabSz="914400">
              <a:lnSpc>
                <a:spcPct val="90000"/>
              </a:lnSpc>
              <a:spcBef>
                <a:spcPts val="760"/>
              </a:spcBef>
              <a:buNone/>
              <a:tabLst>
                <a:tab pos="0" algn="l"/>
              </a:tabLst>
            </a:pPr>
            <a:r>
              <a:rPr lang="de-DE" sz="2100" b="0" u="none" strike="noStrike">
                <a:solidFill>
                  <a:srgbClr val="1E347B"/>
                </a:solidFill>
                <a:uFillTx/>
                <a:latin typeface="SourceCodePro"/>
              </a:rPr>
              <a:t>// Gegenrichtung: toObservable(signal)</a:t>
            </a:r>
            <a:endParaRPr lang="de-DE" sz="2100" b="0" u="none" strike="noStrike">
              <a:solidFill>
                <a:srgbClr val="000000"/>
              </a:solidFill>
              <a:uFillTx/>
              <a:latin typeface="Arial"/>
            </a:endParaRPr>
          </a:p>
          <a:p>
            <a:pPr indent="0" defTabSz="914400">
              <a:lnSpc>
                <a:spcPct val="90000"/>
              </a:lnSpc>
              <a:spcBef>
                <a:spcPts val="760"/>
              </a:spcBef>
              <a:buNone/>
              <a:tabLst>
                <a:tab pos="0" algn="l"/>
              </a:tabLst>
            </a:pPr>
            <a:r>
              <a:rPr lang="de-DE" sz="2100" b="0" u="none" strike="noStrike">
                <a:solidFill>
                  <a:srgbClr val="1E347B"/>
                </a:solidFill>
                <a:uFillTx/>
                <a:latin typeface="SourceCodePro"/>
              </a:rPr>
              <a:t>// RxJS für asynchrone Streams (HTTP, Events) – Signals für den Template-State</a:t>
            </a:r>
            <a:endParaRPr lang="de-DE" sz="2100" b="0" u="none" strike="noStrike">
              <a:solidFill>
                <a:srgbClr val="000000"/>
              </a:solidFill>
              <a:uFillTx/>
              <a:latin typeface="Arial"/>
            </a:endParaRPr>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999" name="Rectangle 7">
            <a:extLst>
              <a:ext uri="{C183D7F6-B498-43B3-948B-1728B52AA6E4}">
                <adec:decorative xmlns:adec="http://schemas.microsoft.com/office/drawing/2017/decorative" val="1"/>
              </a:ext>
            </a:extLst>
          </p:cNvPr>
          <p:cNvSpPr/>
          <p:nvPr/>
        </p:nvSpPr>
        <p:spPr>
          <a:xfrm>
            <a:off x="0" y="0"/>
            <a:ext cx="12190320" cy="685656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1000" name="Rectangle 9">
            <a:extLst>
              <a:ext uri="{C183D7F6-B498-43B3-948B-1728B52AA6E4}">
                <adec:decorative xmlns:adec="http://schemas.microsoft.com/office/drawing/2017/decorative" val="1"/>
              </a:ext>
            </a:extLst>
          </p:cNvPr>
          <p:cNvSpPr/>
          <p:nvPr/>
        </p:nvSpPr>
        <p:spPr>
          <a:xfrm>
            <a:off x="360" y="0"/>
            <a:ext cx="12190320" cy="68565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800" b="0" u="none" strike="noStrike">
              <a:solidFill>
                <a:schemeClr val="lt1"/>
              </a:solidFill>
              <a:uFillTx/>
              <a:latin typeface="Calibri"/>
            </a:endParaRPr>
          </a:p>
        </p:txBody>
      </p:sp>
      <p:sp>
        <p:nvSpPr>
          <p:cNvPr id="1001" name="PlaceHolder 1"/>
          <p:cNvSpPr>
            <a:spLocks noGrp="1"/>
          </p:cNvSpPr>
          <p:nvPr>
            <p:ph type="title"/>
          </p:nvPr>
        </p:nvSpPr>
        <p:spPr>
          <a:xfrm>
            <a:off x="1179360" y="1280520"/>
            <a:ext cx="9831960" cy="1324080"/>
          </a:xfrm>
          <a:prstGeom prst="rect">
            <a:avLst/>
          </a:prstGeom>
          <a:noFill/>
          <a:ln w="0">
            <a:noFill/>
          </a:ln>
        </p:spPr>
        <p:txBody>
          <a:bodyPr lIns="91440" tIns="45720" rIns="91440" bIns="45720" anchor="b">
            <a:normAutofit/>
          </a:bodyPr>
          <a:lstStyle/>
          <a:p>
            <a:pPr indent="0" algn="ctr" defTabSz="914400">
              <a:lnSpc>
                <a:spcPct val="90000"/>
              </a:lnSpc>
              <a:buNone/>
              <a:tabLst>
                <a:tab pos="0" algn="l"/>
              </a:tabLst>
            </a:pPr>
            <a:r>
              <a:rPr lang="de-DE" sz="3600" b="0" u="none" strike="noStrike">
                <a:solidFill>
                  <a:schemeClr val="dk2"/>
                </a:solidFill>
                <a:uFillTx/>
                <a:latin typeface="Calibri Light"/>
              </a:rPr>
              <a:t>Übung 19: Async CustomerService</a:t>
            </a:r>
            <a:endParaRPr lang="de-DE" sz="3600" b="0" u="none" strike="noStrike">
              <a:solidFill>
                <a:srgbClr val="000000"/>
              </a:solidFill>
              <a:uFillTx/>
              <a:latin typeface="Arial"/>
            </a:endParaRPr>
          </a:p>
        </p:txBody>
      </p:sp>
      <p:grpSp>
        <p:nvGrpSpPr>
          <p:cNvPr id="1002" name="Group 11">
            <a:extLst>
              <a:ext uri="{C183D7F6-B498-43B3-948B-1728B52AA6E4}">
                <adec:decorative xmlns:adec="http://schemas.microsoft.com/office/drawing/2017/decorative" val="1"/>
              </a:ext>
            </a:extLst>
          </p:cNvPr>
          <p:cNvGrpSpPr/>
          <p:nvPr/>
        </p:nvGrpSpPr>
        <p:grpSpPr>
          <a:xfrm>
            <a:off x="8289720" y="0"/>
            <a:ext cx="3900960" cy="2381400"/>
            <a:chOff x="8289720" y="0"/>
            <a:chExt cx="3900960" cy="2381400"/>
          </a:xfrm>
        </p:grpSpPr>
        <p:sp>
          <p:nvSpPr>
            <p:cNvPr id="1003" name="Freeform: Shape 12">
              <a:extLst>
                <a:ext uri="{C183D7F6-B498-43B3-948B-1728B52AA6E4}">
                  <adec:decorative xmlns:adec="http://schemas.microsoft.com/office/drawing/2017/decorative" val="1"/>
                </a:ext>
              </a:extLst>
            </p:cNvPr>
            <p:cNvSpPr/>
            <p:nvPr/>
          </p:nvSpPr>
          <p:spPr>
            <a:xfrm>
              <a:off x="8289720" y="0"/>
              <a:ext cx="3900600" cy="2381400"/>
            </a:xfrm>
            <a:custGeom>
              <a:avLst/>
              <a:gdLst>
                <a:gd name="textAreaLeft" fmla="*/ 0 w 3900600"/>
                <a:gd name="textAreaRight" fmla="*/ 3902040 w 3900600"/>
                <a:gd name="textAreaTop" fmla="*/ 0 h 2381400"/>
                <a:gd name="textAreaBottom" fmla="*/ 2382840 h 2381400"/>
              </a:gdLst>
              <a:ahLst/>
              <a:cxnLst/>
              <a:rect l="textAreaLeft" t="textAreaTop" r="textAreaRight" b="textAreaBottom"/>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1004" name="Freeform: Shape 13">
              <a:extLst>
                <a:ext uri="{C183D7F6-B498-43B3-948B-1728B52AA6E4}">
                  <adec:decorative xmlns:adec="http://schemas.microsoft.com/office/drawing/2017/decorative" val="1"/>
                </a:ext>
              </a:extLst>
            </p:cNvPr>
            <p:cNvSpPr/>
            <p:nvPr/>
          </p:nvSpPr>
          <p:spPr>
            <a:xfrm>
              <a:off x="8326080" y="0"/>
              <a:ext cx="3864600" cy="2182680"/>
            </a:xfrm>
            <a:custGeom>
              <a:avLst/>
              <a:gdLst>
                <a:gd name="textAreaLeft" fmla="*/ 0 w 3864600"/>
                <a:gd name="textAreaRight" fmla="*/ 3866040 w 3864600"/>
                <a:gd name="textAreaTop" fmla="*/ 0 h 2182680"/>
                <a:gd name="textAreaBottom" fmla="*/ 2184120 h 2182680"/>
              </a:gdLst>
              <a:ahLst/>
              <a:cxnLst/>
              <a:rect l="textAreaLeft" t="textAreaTop" r="textAreaRight" b="textAreaBottom"/>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1005" name="Freeform: Shape 14">
              <a:extLst>
                <a:ext uri="{C183D7F6-B498-43B3-948B-1728B52AA6E4}">
                  <adec:decorative xmlns:adec="http://schemas.microsoft.com/office/drawing/2017/decorative" val="1"/>
                </a:ext>
              </a:extLst>
            </p:cNvPr>
            <p:cNvSpPr/>
            <p:nvPr/>
          </p:nvSpPr>
          <p:spPr>
            <a:xfrm>
              <a:off x="8329680" y="0"/>
              <a:ext cx="3861000" cy="2144160"/>
            </a:xfrm>
            <a:custGeom>
              <a:avLst/>
              <a:gdLst>
                <a:gd name="textAreaLeft" fmla="*/ 0 w 3861000"/>
                <a:gd name="textAreaRight" fmla="*/ 3862440 w 3861000"/>
                <a:gd name="textAreaTop" fmla="*/ 0 h 2144160"/>
                <a:gd name="textAreaBottom" fmla="*/ 2145600 h 2144160"/>
              </a:gdLst>
              <a:ahLst/>
              <a:cxnLst/>
              <a:rect l="textAreaLeft" t="textAreaTop" r="textAreaRight" b="textAreaBottom"/>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1006" name="Freeform: Shape 15">
              <a:extLst>
                <a:ext uri="{C183D7F6-B498-43B3-948B-1728B52AA6E4}">
                  <adec:decorative xmlns:adec="http://schemas.microsoft.com/office/drawing/2017/decorative" val="1"/>
                </a:ext>
              </a:extLst>
            </p:cNvPr>
            <p:cNvSpPr/>
            <p:nvPr/>
          </p:nvSpPr>
          <p:spPr>
            <a:xfrm>
              <a:off x="8329680" y="0"/>
              <a:ext cx="3861000" cy="2144160"/>
            </a:xfrm>
            <a:custGeom>
              <a:avLst/>
              <a:gdLst>
                <a:gd name="textAreaLeft" fmla="*/ 0 w 3861000"/>
                <a:gd name="textAreaRight" fmla="*/ 3862440 w 3861000"/>
                <a:gd name="textAreaTop" fmla="*/ 0 h 2144160"/>
                <a:gd name="textAreaBottom" fmla="*/ 2145600 h 2144160"/>
              </a:gdLst>
              <a:ahLst/>
              <a:cxnLst/>
              <a:rect l="textAreaLeft" t="textAreaTop" r="textAreaRight" b="textAreaBottom"/>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grpSp>
      <p:sp>
        <p:nvSpPr>
          <p:cNvPr id="1007" name="PlaceHolder 2"/>
          <p:cNvSpPr>
            <a:spLocks noGrp="1"/>
          </p:cNvSpPr>
          <p:nvPr>
            <p:ph/>
          </p:nvPr>
        </p:nvSpPr>
        <p:spPr>
          <a:xfrm>
            <a:off x="1179360" y="2890800"/>
            <a:ext cx="9831960" cy="2692440"/>
          </a:xfrm>
          <a:prstGeom prst="rect">
            <a:avLst/>
          </a:prstGeom>
          <a:noFill/>
          <a:ln w="0">
            <a:noFill/>
          </a:ln>
        </p:spPr>
        <p:txBody>
          <a:bodyPr lIns="91440" tIns="45720" rIns="91440" bIns="45720" anchor="t">
            <a:normAutofit/>
          </a:bodyPr>
          <a:lstStyle/>
          <a:p>
            <a:pPr marL="228600" indent="-228600" defTabSz="914400">
              <a:lnSpc>
                <a:spcPct val="90000"/>
              </a:lnSpc>
              <a:spcBef>
                <a:spcPts val="1001"/>
              </a:spcBef>
              <a:buClr>
                <a:srgbClr val="44546A"/>
              </a:buClr>
              <a:buFont typeface="Arial"/>
              <a:buChar char="•"/>
            </a:pPr>
            <a:r>
              <a:rPr lang="de-DE" sz="1800" b="0" u="none" strike="noStrike">
                <a:solidFill>
                  <a:schemeClr val="dk2"/>
                </a:solidFill>
                <a:uFillTx/>
                <a:latin typeface="Calibri"/>
              </a:rPr>
              <a:t>Verpasse CustomerService eine Observable basierte API</a:t>
            </a:r>
            <a:endParaRPr lang="de-DE" sz="18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800" b="0" u="none" strike="noStrike">
                <a:solidFill>
                  <a:schemeClr val="dk2"/>
                </a:solidFill>
                <a:uFillTx/>
                <a:latin typeface="Calibri"/>
              </a:rPr>
              <a:t>Lege im Service ein ReplaySubject als Feld an</a:t>
            </a:r>
            <a:endParaRPr lang="de-DE" sz="18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800" b="0" u="none" strike="noStrike">
                <a:solidFill>
                  <a:schemeClr val="dk2"/>
                </a:solidFill>
                <a:uFillTx/>
                <a:latin typeface="Calibri"/>
              </a:rPr>
              <a:t>Rufe im Konstuktor am Subject next mit den Mock-Daten auf</a:t>
            </a:r>
            <a:endParaRPr lang="de-DE" sz="18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800" b="0" u="none" strike="noStrike">
                <a:solidFill>
                  <a:schemeClr val="dk2"/>
                </a:solidFill>
                <a:uFillTx/>
                <a:latin typeface="Calibri"/>
              </a:rPr>
              <a:t>Lasse getAll das Observable&lt;Customer[]&gt; des Subject zurückgeben</a:t>
            </a:r>
            <a:endParaRPr lang="de-DE" sz="1800" b="0" u="none" strike="noStrike">
              <a:solidFill>
                <a:srgbClr val="000000"/>
              </a:solidFill>
              <a:uFillTx/>
              <a:latin typeface="Arial"/>
            </a:endParaRPr>
          </a:p>
          <a:p>
            <a:pPr marL="228600" indent="-228600" defTabSz="914400">
              <a:lnSpc>
                <a:spcPct val="90000"/>
              </a:lnSpc>
              <a:spcBef>
                <a:spcPts val="1001"/>
              </a:spcBef>
              <a:buClr>
                <a:srgbClr val="44546A"/>
              </a:buClr>
              <a:buFont typeface="Arial"/>
              <a:buChar char="•"/>
            </a:pPr>
            <a:r>
              <a:rPr lang="de-DE" sz="1800" b="0" u="none" strike="noStrike">
                <a:solidFill>
                  <a:schemeClr val="dk2"/>
                </a:solidFill>
                <a:uFillTx/>
                <a:latin typeface="Calibri"/>
              </a:rPr>
              <a:t>Passe alle Aufrufe an (toSignal(), alternativ subscribe oder async-Pipe)</a:t>
            </a:r>
            <a:endParaRPr lang="de-DE" sz="18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800" b="0" u="none" strike="noStrike">
                <a:solidFill>
                  <a:schemeClr val="dk2"/>
                </a:solidFill>
                <a:uFillTx/>
                <a:latin typeface="Calibri"/>
              </a:rPr>
              <a:t>Eigentlich nur:</a:t>
            </a:r>
            <a:endParaRPr lang="de-DE" sz="1800" b="0" u="none" strike="noStrike">
              <a:solidFill>
                <a:srgbClr val="000000"/>
              </a:solidFill>
              <a:uFillTx/>
              <a:latin typeface="Arial"/>
            </a:endParaRPr>
          </a:p>
          <a:p>
            <a:pPr marL="1143000" lvl="2" indent="-228600" defTabSz="914400">
              <a:lnSpc>
                <a:spcPct val="90000"/>
              </a:lnSpc>
              <a:spcBef>
                <a:spcPts val="499"/>
              </a:spcBef>
              <a:buClr>
                <a:srgbClr val="44546A"/>
              </a:buClr>
              <a:buFont typeface="Arial"/>
              <a:buChar char="•"/>
            </a:pPr>
            <a:r>
              <a:rPr lang="de-DE" sz="1800" b="0" u="none" strike="noStrike">
                <a:solidFill>
                  <a:schemeClr val="dk2"/>
                </a:solidFill>
                <a:uFillTx/>
                <a:latin typeface="Calibri"/>
              </a:rPr>
              <a:t>AppComponent: customerMockList = toSignal(customerService.getAll(), { initialValue: [] })</a:t>
            </a:r>
            <a:endParaRPr lang="de-DE" sz="1800" b="0" u="none" strike="noStrike">
              <a:solidFill>
                <a:srgbClr val="000000"/>
              </a:solidFill>
              <a:uFillTx/>
              <a:latin typeface="Arial"/>
            </a:endParaRPr>
          </a:p>
          <a:p>
            <a:pPr marL="1143000" lvl="2" indent="-228600" defTabSz="914400">
              <a:lnSpc>
                <a:spcPct val="90000"/>
              </a:lnSpc>
              <a:spcBef>
                <a:spcPts val="499"/>
              </a:spcBef>
              <a:buClr>
                <a:srgbClr val="44546A"/>
              </a:buClr>
              <a:buFont typeface="Arial"/>
              <a:buChar char="•"/>
            </a:pPr>
            <a:r>
              <a:rPr lang="de-DE" sz="1800" b="0" u="none" strike="noStrike">
                <a:solidFill>
                  <a:schemeClr val="dk2"/>
                </a:solidFill>
                <a:uFillTx/>
                <a:latin typeface="Calibri"/>
              </a:rPr>
              <a:t>app.component.html: &lt;customer-list [customers]="customerMockList()"&gt;</a:t>
            </a:r>
            <a:endParaRPr lang="de-DE" sz="1800" b="0" u="none" strike="noStrike">
              <a:solidFill>
                <a:srgbClr val="000000"/>
              </a:solidFill>
              <a:uFillTx/>
              <a:latin typeface="Arial"/>
            </a:endParaRPr>
          </a:p>
          <a:p>
            <a:pPr indent="0" defTabSz="914400">
              <a:lnSpc>
                <a:spcPct val="90000"/>
              </a:lnSpc>
              <a:spcBef>
                <a:spcPts val="1001"/>
              </a:spcBef>
              <a:buNone/>
              <a:tabLst>
                <a:tab pos="0" algn="l"/>
              </a:tabLst>
            </a:pPr>
            <a:endParaRPr lang="de-DE" sz="1800" b="0" u="none" strike="noStrike">
              <a:solidFill>
                <a:srgbClr val="000000"/>
              </a:solidFill>
              <a:uFillTx/>
              <a:latin typeface="Arial"/>
            </a:endParaRPr>
          </a:p>
        </p:txBody>
      </p:sp>
      <p:grpSp>
        <p:nvGrpSpPr>
          <p:cNvPr id="1008" name="Group 17">
            <a:extLst>
              <a:ext uri="{C183D7F6-B498-43B3-948B-1728B52AA6E4}">
                <adec:decorative xmlns:adec="http://schemas.microsoft.com/office/drawing/2017/decorative" val="1"/>
              </a:ext>
            </a:extLst>
          </p:cNvPr>
          <p:cNvGrpSpPr/>
          <p:nvPr/>
        </p:nvGrpSpPr>
        <p:grpSpPr>
          <a:xfrm>
            <a:off x="0" y="4681440"/>
            <a:ext cx="2897280" cy="2174040"/>
            <a:chOff x="0" y="4681440"/>
            <a:chExt cx="2897280" cy="2174040"/>
          </a:xfrm>
        </p:grpSpPr>
        <p:sp>
          <p:nvSpPr>
            <p:cNvPr id="1009" name="Freeform: Shape 18">
              <a:extLst>
                <a:ext uri="{C183D7F6-B498-43B3-948B-1728B52AA6E4}">
                  <adec:decorative xmlns:adec="http://schemas.microsoft.com/office/drawing/2017/decorative" val="1"/>
                </a:ext>
              </a:extLst>
            </p:cNvPr>
            <p:cNvSpPr/>
            <p:nvPr/>
          </p:nvSpPr>
          <p:spPr>
            <a:xfrm flipV="1">
              <a:off x="360" y="4849560"/>
              <a:ext cx="2884320" cy="2005560"/>
            </a:xfrm>
            <a:custGeom>
              <a:avLst/>
              <a:gdLst>
                <a:gd name="textAreaLeft" fmla="*/ 0 w 2884320"/>
                <a:gd name="textAreaRight" fmla="*/ 2885760 w 2884320"/>
                <a:gd name="textAreaTop" fmla="*/ 720 h 2005560"/>
                <a:gd name="textAreaBottom" fmla="*/ 2007720 h 2005560"/>
              </a:gdLst>
              <a:ahLst/>
              <a:cxnLst/>
              <a:rect l="textAreaLeft" t="textAreaTop" r="textAreaRight" b="textAreaBottom"/>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1010" name="Freeform: Shape 19">
              <a:extLst>
                <a:ext uri="{C183D7F6-B498-43B3-948B-1728B52AA6E4}">
                  <adec:decorative xmlns:adec="http://schemas.microsoft.com/office/drawing/2017/decorative" val="1"/>
                </a:ext>
              </a:extLst>
            </p:cNvPr>
            <p:cNvSpPr/>
            <p:nvPr/>
          </p:nvSpPr>
          <p:spPr>
            <a:xfrm flipV="1">
              <a:off x="360" y="4849560"/>
              <a:ext cx="2884320" cy="2005560"/>
            </a:xfrm>
            <a:custGeom>
              <a:avLst/>
              <a:gdLst>
                <a:gd name="textAreaLeft" fmla="*/ 0 w 2884320"/>
                <a:gd name="textAreaRight" fmla="*/ 2885760 w 2884320"/>
                <a:gd name="textAreaTop" fmla="*/ 720 h 2005560"/>
                <a:gd name="textAreaBottom" fmla="*/ 2007720 h 2005560"/>
              </a:gdLst>
              <a:ahLst/>
              <a:cxnLst/>
              <a:rect l="textAreaLeft" t="textAreaTop" r="textAreaRight" b="textAreaBottom"/>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1011" name="Freeform: Shape 20">
              <a:extLst>
                <a:ext uri="{C183D7F6-B498-43B3-948B-1728B52AA6E4}">
                  <adec:decorative xmlns:adec="http://schemas.microsoft.com/office/drawing/2017/decorative" val="1"/>
                </a:ext>
              </a:extLst>
            </p:cNvPr>
            <p:cNvSpPr/>
            <p:nvPr/>
          </p:nvSpPr>
          <p:spPr>
            <a:xfrm flipV="1">
              <a:off x="0" y="4832640"/>
              <a:ext cx="2884680" cy="2022480"/>
            </a:xfrm>
            <a:custGeom>
              <a:avLst/>
              <a:gdLst>
                <a:gd name="textAreaLeft" fmla="*/ 0 w 2884680"/>
                <a:gd name="textAreaRight" fmla="*/ 2886120 w 2884680"/>
                <a:gd name="textAreaTop" fmla="*/ -720 h 2022480"/>
                <a:gd name="textAreaBottom" fmla="*/ 2023200 h 2022480"/>
              </a:gdLst>
              <a:ahLst/>
              <a:cxnLst/>
              <a:rect l="textAreaLeft" t="textAreaTop" r="textAreaRight" b="textAreaBottom"/>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1012" name="Freeform: Shape 21">
              <a:extLst>
                <a:ext uri="{C183D7F6-B498-43B3-948B-1728B52AA6E4}">
                  <adec:decorative xmlns:adec="http://schemas.microsoft.com/office/drawing/2017/decorative" val="1"/>
                </a:ext>
              </a:extLst>
            </p:cNvPr>
            <p:cNvSpPr/>
            <p:nvPr/>
          </p:nvSpPr>
          <p:spPr>
            <a:xfrm flipV="1">
              <a:off x="360" y="4681080"/>
              <a:ext cx="2896920" cy="2174040"/>
            </a:xfrm>
            <a:custGeom>
              <a:avLst/>
              <a:gdLst>
                <a:gd name="textAreaLeft" fmla="*/ 0 w 2896920"/>
                <a:gd name="textAreaRight" fmla="*/ 2898360 w 2896920"/>
                <a:gd name="textAreaTop" fmla="*/ 720 h 2174040"/>
                <a:gd name="textAreaBottom" fmla="*/ 2176200 h 2174040"/>
              </a:gdLst>
              <a:ahLst/>
              <a:cxnLst/>
              <a:rect l="textAreaLeft" t="textAreaTop" r="textAreaRight" b="textAreaBottom"/>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gr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 name="PlaceHolder 1"/>
          <p:cNvSpPr>
            <a:spLocks noGrp="1"/>
          </p:cNvSpPr>
          <p:nvPr>
            <p:ph type="title"/>
          </p:nvPr>
        </p:nvSpPr>
        <p:spPr>
          <a:xfrm>
            <a:off x="831960" y="1709640"/>
            <a:ext cx="10514160" cy="2851200"/>
          </a:xfrm>
          <a:prstGeom prst="rect">
            <a:avLst/>
          </a:prstGeom>
          <a:noFill/>
          <a:ln w="0">
            <a:noFill/>
          </a:ln>
        </p:spPr>
        <p:txBody>
          <a:bodyPr lIns="91440" tIns="45720" rIns="91440" bIns="45720" anchor="b">
            <a:noAutofit/>
          </a:bodyPr>
          <a:lstStyle/>
          <a:p>
            <a:pPr indent="0" defTabSz="914400">
              <a:lnSpc>
                <a:spcPct val="90000"/>
              </a:lnSpc>
              <a:buNone/>
              <a:tabLst>
                <a:tab pos="0" algn="l"/>
              </a:tabLst>
            </a:pPr>
            <a:r>
              <a:rPr lang="de-DE" sz="6000" b="0" u="none" strike="noStrike">
                <a:solidFill>
                  <a:schemeClr val="dk1"/>
                </a:solidFill>
                <a:uFillTx/>
                <a:latin typeface="Calibri Light"/>
              </a:rPr>
              <a:t>Routing und Navigation</a:t>
            </a:r>
            <a:endParaRPr lang="de-DE" sz="6000" b="0" u="none" strike="noStrike">
              <a:solidFill>
                <a:srgbClr val="000000"/>
              </a:solidFill>
              <a:uFillTx/>
              <a:latin typeface="Arial"/>
            </a:endParaRPr>
          </a:p>
        </p:txBody>
      </p:sp>
      <p:sp>
        <p:nvSpPr>
          <p:cNvPr id="1014" name="PlaceHolder 2"/>
          <p:cNvSpPr>
            <a:spLocks noGrp="1"/>
          </p:cNvSpPr>
          <p:nvPr>
            <p:ph/>
          </p:nvPr>
        </p:nvSpPr>
        <p:spPr>
          <a:xfrm>
            <a:off x="831960" y="4589640"/>
            <a:ext cx="10514160" cy="1498680"/>
          </a:xfrm>
          <a:prstGeom prst="rect">
            <a:avLst/>
          </a:prstGeom>
          <a:noFill/>
          <a:ln w="0">
            <a:noFill/>
          </a:ln>
        </p:spPr>
        <p:txBody>
          <a:bodyPr lIns="91440" tIns="45720" rIns="91440" bIns="45720" anchor="t">
            <a:noAutofit/>
          </a:bodyPr>
          <a:lstStyle/>
          <a:p>
            <a:pPr indent="0">
              <a:spcBef>
                <a:spcPts val="1417"/>
              </a:spcBef>
              <a:buNone/>
            </a:pPr>
            <a:endParaRPr lang="de-DE" sz="1800" b="0" u="none" strike="noStrike">
              <a:solidFill>
                <a:srgbClr val="000000"/>
              </a:solidFill>
              <a:uFillTx/>
              <a:latin typeface="Arial"/>
            </a:endParaRPr>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5"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Arbeitsweise</a:t>
            </a:r>
            <a:endParaRPr lang="de-DE" sz="4400" b="0" u="none" strike="noStrike">
              <a:solidFill>
                <a:srgbClr val="000000"/>
              </a:solidFill>
              <a:uFillTx/>
              <a:latin typeface="Arial"/>
            </a:endParaRPr>
          </a:p>
        </p:txBody>
      </p:sp>
      <p:sp>
        <p:nvSpPr>
          <p:cNvPr id="1016"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fontScale="92500" lnSpcReduction="9999"/>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Routen definieren Pfade der Anwendung</a:t>
            </a:r>
            <a:endParaRPr lang="de-DE" sz="28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Jede Route verbindet einen Pfad mit einer Component</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Auch Redirects können definiert werden</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Die Pfade unterstützen Platzhalter</a:t>
            </a:r>
            <a:endParaRPr lang="de-DE" sz="24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Die Routen werden in app.routes.ts definiert und per provideRouter(routes) in main.ts für die gesamte Applikation bereitgestellt</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dazu werden Klassen importiert</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ourier New"/>
              </a:rPr>
              <a:t>import { Routes, provideRouter } from '@angular/router'</a:t>
            </a:r>
            <a:endParaRPr lang="de-DE" sz="24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Routen-Pfade müssen nicht disjunkt sein</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Der erste Treffer eines Pfads wird benutzt</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Damit sind in der Routen-Definition speziellere Pfade vor allgemeinen zu platzieren</a:t>
            </a:r>
            <a:endParaRPr lang="de-DE" sz="2400" b="0" u="none" strike="noStrike">
              <a:solidFill>
                <a:srgbClr val="000000"/>
              </a:solidFill>
              <a:uFillTx/>
              <a:latin typeface="Arial"/>
            </a:endParaRPr>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7"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Features von Routen</a:t>
            </a:r>
            <a:endParaRPr lang="de-DE" sz="4400" b="0" u="none" strike="noStrike">
              <a:solidFill>
                <a:srgbClr val="000000"/>
              </a:solidFill>
              <a:uFillTx/>
              <a:latin typeface="Arial"/>
            </a:endParaRPr>
          </a:p>
        </p:txBody>
      </p:sp>
      <p:sp>
        <p:nvSpPr>
          <p:cNvPr id="1018"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Deep Linking über URL</a:t>
            </a:r>
            <a:endParaRPr lang="de-DE" sz="28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Browser Historie (Vor / Zurück)</a:t>
            </a:r>
            <a:endParaRPr lang="de-DE" sz="28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Links über symbolische Namen, nicht über hart codierte URLs</a:t>
            </a:r>
            <a:endParaRPr lang="de-DE" sz="28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Pfad- oder Hash-Navigation</a:t>
            </a:r>
            <a:endParaRPr lang="de-DE" sz="28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Hierarchischer Aufbau, nicht zwingend absolute Routen</a:t>
            </a:r>
            <a:endParaRPr lang="de-DE" sz="2800" b="0" u="none" strike="noStrike">
              <a:solidFill>
                <a:srgbClr val="000000"/>
              </a:solidFill>
              <a:uFillTx/>
              <a:latin typeface="Arial"/>
            </a:endParaRPr>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9"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Routendefinition</a:t>
            </a:r>
            <a:endParaRPr lang="de-DE" sz="4400" b="0" u="none" strike="noStrike">
              <a:solidFill>
                <a:srgbClr val="000000"/>
              </a:solidFill>
              <a:uFillTx/>
              <a:latin typeface="Arial"/>
            </a:endParaRPr>
          </a:p>
        </p:txBody>
      </p:sp>
      <p:sp>
        <p:nvSpPr>
          <p:cNvPr id="1020"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lnSpcReduction="9999"/>
          </a:bodyPr>
          <a:lstStyle/>
          <a:p>
            <a:pPr marL="228600" indent="-228600" defTabSz="914400">
              <a:lnSpc>
                <a:spcPct val="90000"/>
              </a:lnSpc>
              <a:spcBef>
                <a:spcPts val="1001"/>
              </a:spcBef>
              <a:buClr>
                <a:srgbClr val="333333"/>
              </a:buClr>
              <a:buFont typeface="Arial"/>
              <a:buChar char="•"/>
            </a:pPr>
            <a:r>
              <a:rPr lang="de-DE" sz="2800" b="0" u="none" strike="noStrike">
                <a:solidFill>
                  <a:srgbClr val="333333"/>
                </a:solidFill>
                <a:uFillTx/>
                <a:latin typeface="Aller"/>
              </a:rPr>
              <a:t>Route</a:t>
            </a:r>
            <a:endParaRPr lang="de-DE" sz="2800" b="0" u="none" strike="noStrike">
              <a:solidFill>
                <a:srgbClr val="000000"/>
              </a:solidFill>
              <a:uFillTx/>
              <a:latin typeface="Arial"/>
            </a:endParaRPr>
          </a:p>
          <a:p>
            <a:pPr marL="743040" lvl="1" indent="-285840" defTabSz="914400">
              <a:lnSpc>
                <a:spcPct val="90000"/>
              </a:lnSpc>
              <a:spcBef>
                <a:spcPts val="499"/>
              </a:spcBef>
              <a:buClr>
                <a:srgbClr val="333333"/>
              </a:buClr>
              <a:buFont typeface="Arial"/>
              <a:buChar char="•"/>
            </a:pPr>
            <a:r>
              <a:rPr lang="de-DE" sz="2400" b="0" u="none" strike="noStrike">
                <a:solidFill>
                  <a:srgbClr val="333333"/>
                </a:solidFill>
                <a:uFillTx/>
                <a:latin typeface="Aller"/>
              </a:rPr>
              <a:t>Relativer path (ohne führenden Slash)</a:t>
            </a:r>
            <a:endParaRPr lang="de-DE" sz="2400" b="0" u="none" strike="noStrike">
              <a:solidFill>
                <a:srgbClr val="000000"/>
              </a:solidFill>
              <a:uFillTx/>
              <a:latin typeface="Arial"/>
            </a:endParaRPr>
          </a:p>
          <a:p>
            <a:pPr marL="743040" lvl="1" indent="-285840" defTabSz="914400">
              <a:lnSpc>
                <a:spcPct val="90000"/>
              </a:lnSpc>
              <a:spcBef>
                <a:spcPts val="499"/>
              </a:spcBef>
              <a:buClr>
                <a:srgbClr val="333333"/>
              </a:buClr>
              <a:buFont typeface="Arial"/>
              <a:buChar char="•"/>
            </a:pPr>
            <a:r>
              <a:rPr lang="de-DE" sz="2400" b="0" u="none" strike="noStrike">
                <a:solidFill>
                  <a:srgbClr val="333333"/>
                </a:solidFill>
                <a:uFillTx/>
                <a:latin typeface="Aller"/>
              </a:rPr>
              <a:t>component für die Anzeige</a:t>
            </a:r>
            <a:endParaRPr lang="de-DE" sz="2400" b="0" u="none" strike="noStrike">
              <a:solidFill>
                <a:srgbClr val="000000"/>
              </a:solidFill>
              <a:uFillTx/>
              <a:latin typeface="Arial"/>
            </a:endParaRPr>
          </a:p>
          <a:p>
            <a:pPr marL="457200" indent="0" defTabSz="914400">
              <a:lnSpc>
                <a:spcPct val="90000"/>
              </a:lnSpc>
              <a:spcBef>
                <a:spcPts val="499"/>
              </a:spcBef>
              <a:buNone/>
              <a:tabLst>
                <a:tab pos="0" algn="l"/>
              </a:tabLst>
            </a:pPr>
            <a:endParaRPr lang="de-DE" sz="2400" b="0" u="none" strike="noStrike">
              <a:solidFill>
                <a:srgbClr val="000000"/>
              </a:solidFill>
              <a:uFillTx/>
              <a:latin typeface="Arial"/>
            </a:endParaRPr>
          </a:p>
          <a:p>
            <a:pPr marL="457200" indent="0" defTabSz="914400">
              <a:lnSpc>
                <a:spcPct val="90000"/>
              </a:lnSpc>
              <a:spcBef>
                <a:spcPts val="1001"/>
              </a:spcBef>
              <a:buNone/>
              <a:tabLst>
                <a:tab pos="0" algn="l"/>
              </a:tabLst>
            </a:pPr>
            <a:r>
              <a:rPr lang="de-DE" sz="2800" b="0" u="none" strike="noStrike">
                <a:solidFill>
                  <a:srgbClr val="1E347B"/>
                </a:solidFill>
                <a:uFillTx/>
                <a:latin typeface="SourceCodePro"/>
              </a:rPr>
              <a:t>import</a:t>
            </a:r>
            <a:r>
              <a:rPr lang="de-DE" sz="2800" b="0" u="none" strike="noStrike">
                <a:solidFill>
                  <a:srgbClr val="48484C"/>
                </a:solidFill>
                <a:uFillTx/>
                <a:latin typeface="SourceCodePro"/>
              </a:rPr>
              <a:t> </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a:t>
            </a:r>
            <a:r>
              <a:rPr lang="de-DE" sz="2800" b="0" u="none" strike="noStrike">
                <a:solidFill>
                  <a:srgbClr val="008080"/>
                </a:solidFill>
                <a:uFillTx/>
                <a:latin typeface="SourceCodePro"/>
              </a:rPr>
              <a:t>Routes</a:t>
            </a:r>
            <a:r>
              <a:rPr lang="de-DE" sz="2800" b="0" u="none" strike="noStrike">
                <a:solidFill>
                  <a:srgbClr val="48484C"/>
                </a:solidFill>
                <a:uFillTx/>
                <a:latin typeface="SourceCodePro"/>
              </a:rPr>
              <a:t> </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a:t>
            </a:r>
            <a:r>
              <a:rPr lang="de-DE" sz="2800" b="0" u="none" strike="noStrike">
                <a:solidFill>
                  <a:srgbClr val="1E347B"/>
                </a:solidFill>
                <a:uFillTx/>
                <a:latin typeface="SourceCodePro"/>
              </a:rPr>
              <a:t>from</a:t>
            </a:r>
            <a:r>
              <a:rPr lang="de-DE" sz="2800" b="0" u="none" strike="noStrike">
                <a:solidFill>
                  <a:srgbClr val="48484C"/>
                </a:solidFill>
                <a:uFillTx/>
                <a:latin typeface="SourceCodePro"/>
              </a:rPr>
              <a:t> </a:t>
            </a:r>
            <a:r>
              <a:rPr lang="de-DE" sz="2800" b="0" u="none" strike="noStrike">
                <a:solidFill>
                  <a:srgbClr val="DD1144"/>
                </a:solidFill>
                <a:uFillTx/>
                <a:latin typeface="SourceCodePro"/>
              </a:rPr>
              <a:t>'@angular/router'</a:t>
            </a:r>
            <a:r>
              <a:rPr lang="de-DE" sz="2800" b="0" u="none" strike="noStrike">
                <a:solidFill>
                  <a:srgbClr val="93A1A1"/>
                </a:solidFill>
                <a:uFillTx/>
                <a:latin typeface="SourceCodePro"/>
              </a:rPr>
              <a:t>;</a:t>
            </a:r>
            <a:endParaRPr lang="de-DE" sz="2800" b="0" u="none" strike="noStrike">
              <a:solidFill>
                <a:srgbClr val="000000"/>
              </a:solidFill>
              <a:uFillTx/>
              <a:latin typeface="Arial"/>
            </a:endParaRPr>
          </a:p>
          <a:p>
            <a:pPr marL="457200" indent="0" defTabSz="914400">
              <a:lnSpc>
                <a:spcPct val="90000"/>
              </a:lnSpc>
              <a:spcBef>
                <a:spcPts val="1001"/>
              </a:spcBef>
              <a:buNone/>
              <a:tabLst>
                <a:tab pos="0" algn="l"/>
              </a:tabLst>
            </a:pPr>
            <a:r>
              <a:rPr lang="de-DE" sz="2800" b="0" u="none" strike="noStrike">
                <a:solidFill>
                  <a:srgbClr val="48484C"/>
                </a:solidFill>
                <a:uFillTx/>
                <a:latin typeface="SourceCodePro"/>
              </a:rPr>
              <a:t> </a:t>
            </a:r>
            <a:endParaRPr lang="de-DE" sz="2800" b="0" u="none" strike="noStrike">
              <a:solidFill>
                <a:srgbClr val="000000"/>
              </a:solidFill>
              <a:uFillTx/>
              <a:latin typeface="Arial"/>
            </a:endParaRPr>
          </a:p>
          <a:p>
            <a:pPr marL="457200" indent="0" defTabSz="914400">
              <a:lnSpc>
                <a:spcPct val="90000"/>
              </a:lnSpc>
              <a:spcBef>
                <a:spcPts val="1001"/>
              </a:spcBef>
              <a:buNone/>
              <a:tabLst>
                <a:tab pos="0" algn="l"/>
              </a:tabLst>
            </a:pPr>
            <a:r>
              <a:rPr lang="de-DE" sz="2800" b="0" u="none" strike="noStrike">
                <a:solidFill>
                  <a:srgbClr val="1E347B"/>
                </a:solidFill>
                <a:uFillTx/>
                <a:latin typeface="SourceCodePro"/>
              </a:rPr>
              <a:t>export</a:t>
            </a:r>
            <a:r>
              <a:rPr lang="de-DE" sz="2800" b="0" u="none" strike="noStrike">
                <a:solidFill>
                  <a:srgbClr val="48484C"/>
                </a:solidFill>
                <a:uFillTx/>
                <a:latin typeface="SourceCodePro"/>
              </a:rPr>
              <a:t> </a:t>
            </a:r>
            <a:r>
              <a:rPr lang="de-DE" sz="2800" b="0" u="none" strike="noStrike">
                <a:solidFill>
                  <a:srgbClr val="1E347B"/>
                </a:solidFill>
                <a:uFillTx/>
                <a:latin typeface="SourceCodePro"/>
              </a:rPr>
              <a:t>const</a:t>
            </a:r>
            <a:r>
              <a:rPr lang="de-DE" sz="2800" b="0" u="none" strike="noStrike">
                <a:solidFill>
                  <a:srgbClr val="48484C"/>
                </a:solidFill>
                <a:uFillTx/>
                <a:latin typeface="SourceCodePro"/>
              </a:rPr>
              <a:t> routes</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a:t>
            </a:r>
            <a:r>
              <a:rPr lang="de-DE" sz="2800" b="0" u="none" strike="noStrike">
                <a:solidFill>
                  <a:srgbClr val="008080"/>
                </a:solidFill>
                <a:uFillTx/>
                <a:latin typeface="SourceCodePro"/>
              </a:rPr>
              <a:t>Routes</a:t>
            </a:r>
            <a:r>
              <a:rPr lang="de-DE" sz="2800" b="0" u="none" strike="noStrike">
                <a:solidFill>
                  <a:srgbClr val="48484C"/>
                </a:solidFill>
                <a:uFillTx/>
                <a:latin typeface="SourceCodePro"/>
              </a:rPr>
              <a:t> </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a:t>
            </a:r>
            <a:r>
              <a:rPr lang="de-DE" sz="2800" b="0" u="none" strike="noStrike">
                <a:solidFill>
                  <a:srgbClr val="93A1A1"/>
                </a:solidFill>
                <a:uFillTx/>
                <a:latin typeface="SourceCodePro"/>
              </a:rPr>
              <a:t>[</a:t>
            </a:r>
            <a:endParaRPr lang="de-DE" sz="2800" b="0" u="none" strike="noStrike">
              <a:solidFill>
                <a:srgbClr val="000000"/>
              </a:solidFill>
              <a:uFillTx/>
              <a:latin typeface="Arial"/>
            </a:endParaRPr>
          </a:p>
          <a:p>
            <a:pPr marL="457200" indent="0" defTabSz="914400">
              <a:lnSpc>
                <a:spcPct val="90000"/>
              </a:lnSpc>
              <a:spcBef>
                <a:spcPts val="499"/>
              </a:spcBef>
              <a:buNone/>
              <a:tabLst>
                <a:tab pos="0" algn="l"/>
              </a:tabLst>
            </a:pPr>
            <a:r>
              <a:rPr lang="de-DE" sz="2400" b="0" u="none" strike="noStrike">
                <a:solidFill>
                  <a:srgbClr val="93A1A1"/>
                </a:solidFill>
                <a:uFillTx/>
                <a:latin typeface="SourceCodePro"/>
              </a:rPr>
              <a:t>{</a:t>
            </a:r>
            <a:r>
              <a:rPr lang="de-DE" sz="2400" b="0" u="none" strike="noStrike">
                <a:solidFill>
                  <a:srgbClr val="48484C"/>
                </a:solidFill>
                <a:uFillTx/>
                <a:latin typeface="SourceCodePro"/>
              </a:rPr>
              <a:t> path</a:t>
            </a:r>
            <a:r>
              <a:rPr lang="de-DE" sz="2400" b="0" u="none" strike="noStrike">
                <a:solidFill>
                  <a:srgbClr val="93A1A1"/>
                </a:solidFill>
                <a:uFillTx/>
                <a:latin typeface="SourceCodePro"/>
              </a:rPr>
              <a:t>:</a:t>
            </a:r>
            <a:r>
              <a:rPr lang="de-DE" sz="2400" b="0" u="none" strike="noStrike">
                <a:solidFill>
                  <a:srgbClr val="48484C"/>
                </a:solidFill>
                <a:uFillTx/>
                <a:latin typeface="SourceCodePro"/>
              </a:rPr>
              <a:t> </a:t>
            </a:r>
            <a:r>
              <a:rPr lang="de-DE" sz="2400" b="0" u="none" strike="noStrike">
                <a:solidFill>
                  <a:srgbClr val="DD1144"/>
                </a:solidFill>
                <a:uFillTx/>
                <a:latin typeface="SourceCodePro"/>
              </a:rPr>
              <a:t>'release'</a:t>
            </a:r>
            <a:r>
              <a:rPr lang="de-DE" sz="2400" b="0" u="none" strike="noStrike">
                <a:solidFill>
                  <a:srgbClr val="93A1A1"/>
                </a:solidFill>
                <a:uFillTx/>
                <a:latin typeface="SourceCodePro"/>
              </a:rPr>
              <a:t>,</a:t>
            </a:r>
            <a:r>
              <a:rPr lang="de-DE" sz="2400" b="0" u="none" strike="noStrike">
                <a:solidFill>
                  <a:srgbClr val="48484C"/>
                </a:solidFill>
                <a:uFillTx/>
                <a:latin typeface="SourceCodePro"/>
              </a:rPr>
              <a:t> component</a:t>
            </a:r>
            <a:r>
              <a:rPr lang="de-DE" sz="2400" b="0" u="none" strike="noStrike">
                <a:solidFill>
                  <a:srgbClr val="93A1A1"/>
                </a:solidFill>
                <a:uFillTx/>
                <a:latin typeface="SourceCodePro"/>
              </a:rPr>
              <a:t>:</a:t>
            </a:r>
            <a:r>
              <a:rPr lang="de-DE" sz="2400" b="0" u="none" strike="noStrike">
                <a:solidFill>
                  <a:srgbClr val="48484C"/>
                </a:solidFill>
                <a:uFillTx/>
                <a:latin typeface="SourceCodePro"/>
              </a:rPr>
              <a:t> </a:t>
            </a:r>
            <a:r>
              <a:rPr lang="de-DE" sz="2400" b="0" u="none" strike="noStrike">
                <a:solidFill>
                  <a:srgbClr val="008080"/>
                </a:solidFill>
                <a:uFillTx/>
                <a:latin typeface="SourceCodePro"/>
              </a:rPr>
              <a:t>AllReleasesComponent</a:t>
            </a:r>
            <a:r>
              <a:rPr lang="de-DE" sz="2400" b="0" u="none" strike="noStrike">
                <a:solidFill>
                  <a:srgbClr val="48484C"/>
                </a:solidFill>
                <a:uFillTx/>
                <a:latin typeface="SourceCodePro"/>
              </a:rPr>
              <a:t> </a:t>
            </a:r>
            <a:r>
              <a:rPr lang="de-DE" sz="2400" b="0" u="none" strike="noStrike">
                <a:solidFill>
                  <a:srgbClr val="93A1A1"/>
                </a:solidFill>
                <a:uFillTx/>
                <a:latin typeface="SourceCodePro"/>
              </a:rPr>
              <a:t>},</a:t>
            </a:r>
            <a:endParaRPr lang="de-DE" sz="2400" b="0" u="none" strike="noStrike">
              <a:solidFill>
                <a:srgbClr val="000000"/>
              </a:solidFill>
              <a:uFillTx/>
              <a:latin typeface="Arial"/>
            </a:endParaRPr>
          </a:p>
          <a:p>
            <a:pPr marL="457200" indent="0" defTabSz="914400">
              <a:lnSpc>
                <a:spcPct val="90000"/>
              </a:lnSpc>
              <a:spcBef>
                <a:spcPts val="499"/>
              </a:spcBef>
              <a:buNone/>
              <a:tabLst>
                <a:tab pos="0" algn="l"/>
              </a:tabLst>
            </a:pPr>
            <a:r>
              <a:rPr lang="de-DE" sz="2400" b="0" u="none" strike="noStrike">
                <a:solidFill>
                  <a:srgbClr val="93A1A1"/>
                </a:solidFill>
                <a:uFillTx/>
                <a:latin typeface="SourceCodePro"/>
              </a:rPr>
              <a:t>{</a:t>
            </a:r>
            <a:r>
              <a:rPr lang="de-DE" sz="2400" b="0" u="none" strike="noStrike">
                <a:solidFill>
                  <a:srgbClr val="48484C"/>
                </a:solidFill>
                <a:uFillTx/>
                <a:latin typeface="SourceCodePro"/>
              </a:rPr>
              <a:t> path</a:t>
            </a:r>
            <a:r>
              <a:rPr lang="de-DE" sz="2400" b="0" u="none" strike="noStrike">
                <a:solidFill>
                  <a:srgbClr val="93A1A1"/>
                </a:solidFill>
                <a:uFillTx/>
                <a:latin typeface="SourceCodePro"/>
              </a:rPr>
              <a:t>:</a:t>
            </a:r>
            <a:r>
              <a:rPr lang="de-DE" sz="2400" b="0" u="none" strike="noStrike">
                <a:solidFill>
                  <a:srgbClr val="48484C"/>
                </a:solidFill>
                <a:uFillTx/>
                <a:latin typeface="SourceCodePro"/>
              </a:rPr>
              <a:t> </a:t>
            </a:r>
            <a:r>
              <a:rPr lang="de-DE" sz="2400" b="0" u="none" strike="noStrike">
                <a:solidFill>
                  <a:srgbClr val="DD1144"/>
                </a:solidFill>
                <a:uFillTx/>
                <a:latin typeface="SourceCodePro"/>
              </a:rPr>
              <a:t>'artist'</a:t>
            </a:r>
            <a:r>
              <a:rPr lang="de-DE" sz="2400" b="0" u="none" strike="noStrike">
                <a:solidFill>
                  <a:srgbClr val="93A1A1"/>
                </a:solidFill>
                <a:uFillTx/>
                <a:latin typeface="SourceCodePro"/>
              </a:rPr>
              <a:t>,</a:t>
            </a:r>
            <a:r>
              <a:rPr lang="de-DE" sz="2400" b="0" u="none" strike="noStrike">
                <a:solidFill>
                  <a:srgbClr val="48484C"/>
                </a:solidFill>
                <a:uFillTx/>
                <a:latin typeface="SourceCodePro"/>
              </a:rPr>
              <a:t> component</a:t>
            </a:r>
            <a:r>
              <a:rPr lang="de-DE" sz="2400" b="0" u="none" strike="noStrike">
                <a:solidFill>
                  <a:srgbClr val="93A1A1"/>
                </a:solidFill>
                <a:uFillTx/>
                <a:latin typeface="SourceCodePro"/>
              </a:rPr>
              <a:t>:</a:t>
            </a:r>
            <a:r>
              <a:rPr lang="de-DE" sz="2400" b="0" u="none" strike="noStrike">
                <a:solidFill>
                  <a:srgbClr val="48484C"/>
                </a:solidFill>
                <a:uFillTx/>
                <a:latin typeface="SourceCodePro"/>
              </a:rPr>
              <a:t> </a:t>
            </a:r>
            <a:r>
              <a:rPr lang="de-DE" sz="2400" b="0" u="none" strike="noStrike">
                <a:solidFill>
                  <a:srgbClr val="008080"/>
                </a:solidFill>
                <a:uFillTx/>
                <a:latin typeface="SourceCodePro"/>
              </a:rPr>
              <a:t>AllArtistsComponent</a:t>
            </a:r>
            <a:r>
              <a:rPr lang="de-DE" sz="2400" b="0" u="none" strike="noStrike">
                <a:solidFill>
                  <a:srgbClr val="48484C"/>
                </a:solidFill>
                <a:uFillTx/>
                <a:latin typeface="SourceCodePro"/>
              </a:rPr>
              <a:t> </a:t>
            </a:r>
            <a:r>
              <a:rPr lang="de-DE" sz="2400" b="0" u="none" strike="noStrike">
                <a:solidFill>
                  <a:srgbClr val="93A1A1"/>
                </a:solidFill>
                <a:uFillTx/>
                <a:latin typeface="SourceCodePro"/>
              </a:rPr>
              <a:t>}</a:t>
            </a:r>
            <a:endParaRPr lang="de-DE" sz="2400" b="0" u="none" strike="noStrike">
              <a:solidFill>
                <a:srgbClr val="000000"/>
              </a:solidFill>
              <a:uFillTx/>
              <a:latin typeface="Arial"/>
            </a:endParaRPr>
          </a:p>
          <a:p>
            <a:pPr marL="457200" indent="0" defTabSz="914400">
              <a:lnSpc>
                <a:spcPct val="90000"/>
              </a:lnSpc>
              <a:spcBef>
                <a:spcPts val="1001"/>
              </a:spcBef>
              <a:buNone/>
              <a:tabLst>
                <a:tab pos="0" algn="l"/>
              </a:tabLst>
            </a:pPr>
            <a:r>
              <a:rPr lang="de-DE" sz="2800" b="0" u="none" strike="noStrike">
                <a:solidFill>
                  <a:srgbClr val="93A1A1"/>
                </a:solidFill>
                <a:uFillTx/>
                <a:latin typeface="SourceCodePro"/>
              </a:rPr>
              <a:t>];</a:t>
            </a:r>
            <a:endParaRPr lang="de-DE" sz="2800" b="0" u="none" strike="noStrike">
              <a:solidFill>
                <a:srgbClr val="000000"/>
              </a:solidFill>
              <a:uFillTx/>
              <a:latin typeface="Arial"/>
            </a:endParaRPr>
          </a:p>
          <a:p>
            <a:pPr marL="457200" indent="0" defTabSz="914400">
              <a:lnSpc>
                <a:spcPct val="90000"/>
              </a:lnSpc>
              <a:spcBef>
                <a:spcPts val="1001"/>
              </a:spcBef>
              <a:buNone/>
              <a:tabLst>
                <a:tab pos="0" algn="l"/>
              </a:tabLst>
            </a:pPr>
            <a:endParaRPr lang="de-DE" sz="2800" b="0" u="none" strike="noStrike">
              <a:solidFill>
                <a:srgbClr val="000000"/>
              </a:solidFill>
              <a:uFillTx/>
              <a:latin typeface="Arial"/>
            </a:endParaRPr>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1021" name="Rectangle 7">
            <a:extLst>
              <a:ext uri="{C183D7F6-B498-43B3-948B-1728B52AA6E4}">
                <adec:decorative xmlns:adec="http://schemas.microsoft.com/office/drawing/2017/decorative" val="1"/>
              </a:ext>
            </a:extLst>
          </p:cNvPr>
          <p:cNvSpPr/>
          <p:nvPr/>
        </p:nvSpPr>
        <p:spPr>
          <a:xfrm>
            <a:off x="2880" y="0"/>
            <a:ext cx="12187440" cy="685656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1022" name="Freeform: Shape 9">
            <a:extLst>
              <a:ext uri="{C183D7F6-B498-43B3-948B-1728B52AA6E4}">
                <adec:decorative xmlns:adec="http://schemas.microsoft.com/office/drawing/2017/decorative" val="1"/>
              </a:ext>
            </a:extLst>
          </p:cNvPr>
          <p:cNvSpPr/>
          <p:nvPr/>
        </p:nvSpPr>
        <p:spPr>
          <a:xfrm>
            <a:off x="0" y="0"/>
            <a:ext cx="4165920" cy="6856560"/>
          </a:xfrm>
          <a:custGeom>
            <a:avLst/>
            <a:gdLst>
              <a:gd name="textAreaLeft" fmla="*/ 0 w 4165920"/>
              <a:gd name="textAreaRight" fmla="*/ 4167360 w 4165920"/>
              <a:gd name="textAreaTop" fmla="*/ 0 h 6856560"/>
              <a:gd name="textAreaBottom" fmla="*/ 6858000 h 6856560"/>
            </a:gdLst>
            <a:ahLst/>
            <a:cxnLst/>
            <a:rect l="textAreaLeft" t="textAreaTop" r="textAreaRight" b="textAreaBottom"/>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1023" name="PlaceHolder 1"/>
          <p:cNvSpPr>
            <a:spLocks noGrp="1"/>
          </p:cNvSpPr>
          <p:nvPr>
            <p:ph type="title"/>
          </p:nvPr>
        </p:nvSpPr>
        <p:spPr>
          <a:xfrm>
            <a:off x="686880" y="1153440"/>
            <a:ext cx="3198960" cy="4459680"/>
          </a:xfrm>
          <a:prstGeom prst="rect">
            <a:avLst/>
          </a:prstGeom>
          <a:noFill/>
          <a:ln w="0">
            <a:noFill/>
          </a:ln>
        </p:spPr>
        <p:txBody>
          <a:bodyPr lIns="91440" tIns="45720" rIns="91440" bIns="45720" anchor="ctr">
            <a:normAutofit/>
          </a:bodyPr>
          <a:lstStyle/>
          <a:p>
            <a:pPr indent="0" defTabSz="914400">
              <a:lnSpc>
                <a:spcPct val="90000"/>
              </a:lnSpc>
              <a:buNone/>
              <a:tabLst>
                <a:tab pos="0" algn="l"/>
              </a:tabLst>
            </a:pPr>
            <a:r>
              <a:rPr lang="de-DE" sz="4400" b="0" u="none" strike="noStrike">
                <a:solidFill>
                  <a:srgbClr val="FFFFFF"/>
                </a:solidFill>
                <a:uFillTx/>
                <a:latin typeface="Calibri Light"/>
              </a:rPr>
              <a:t>Ablauf</a:t>
            </a:r>
            <a:endParaRPr lang="de-DE" sz="4400" b="0" u="none" strike="noStrike">
              <a:solidFill>
                <a:srgbClr val="000000"/>
              </a:solidFill>
              <a:uFillTx/>
              <a:latin typeface="Arial"/>
            </a:endParaRPr>
          </a:p>
        </p:txBody>
      </p:sp>
      <p:sp>
        <p:nvSpPr>
          <p:cNvPr id="1024" name="Arc 11">
            <a:extLst>
              <a:ext uri="{C183D7F6-B498-43B3-948B-1728B52AA6E4}">
                <adec:decorative xmlns:adec="http://schemas.microsoft.com/office/drawing/2017/decorative" val="1"/>
              </a:ext>
            </a:extLst>
          </p:cNvPr>
          <p:cNvSpPr/>
          <p:nvPr/>
        </p:nvSpPr>
        <p:spPr>
          <a:xfrm flipV="1">
            <a:off x="7550280" y="2452680"/>
            <a:ext cx="4082040" cy="4082040"/>
          </a:xfrm>
          <a:prstGeom prst="arc">
            <a:avLst>
              <a:gd name="adj1" fmla="val 16200000"/>
              <a:gd name="adj2" fmla="val 0"/>
            </a:avLst>
          </a:prstGeom>
          <a:noFill/>
          <a:ln w="127000" cap="rnd">
            <a:solidFill>
              <a:srgbClr val="1D6FA9"/>
            </a:solidFill>
            <a:prstDash val="dash"/>
          </a:ln>
        </p:spPr>
        <p:style>
          <a:lnRef idx="1">
            <a:schemeClr val="accent1"/>
          </a:lnRef>
          <a:fillRef idx="0">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dk1"/>
              </a:solidFill>
              <a:uFillTx/>
              <a:latin typeface="Calibri"/>
            </a:endParaRPr>
          </a:p>
        </p:txBody>
      </p:sp>
      <p:sp>
        <p:nvSpPr>
          <p:cNvPr id="1025" name="PlaceHolder 2"/>
          <p:cNvSpPr>
            <a:spLocks noGrp="1"/>
          </p:cNvSpPr>
          <p:nvPr>
            <p:ph/>
          </p:nvPr>
        </p:nvSpPr>
        <p:spPr>
          <a:xfrm>
            <a:off x="4447440" y="591480"/>
            <a:ext cx="6905160" cy="5584320"/>
          </a:xfrm>
          <a:prstGeom prst="rect">
            <a:avLst/>
          </a:prstGeom>
          <a:noFill/>
          <a:ln w="0">
            <a:noFill/>
          </a:ln>
        </p:spPr>
        <p:txBody>
          <a:bodyPr lIns="91440" tIns="45720" rIns="91440" bIns="45720" anchor="ctr">
            <a:normAutofit/>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URL des Browsers wird überprüft / auf Änderungen überwacht</a:t>
            </a:r>
            <a:endParaRPr lang="de-DE" sz="28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Passende Route wird gesucht</a:t>
            </a:r>
            <a:endParaRPr lang="de-DE" sz="28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Komponente wird angezeigt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endParaRPr lang="de-DE" sz="2800" b="0" u="none" strike="noStrike">
              <a:solidFill>
                <a:srgbClr val="000000"/>
              </a:solidFill>
              <a:uFillTx/>
              <a:latin typeface="Arial"/>
            </a:endParaRPr>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Verlinken von Routen</a:t>
            </a:r>
            <a:endParaRPr lang="de-DE" sz="4400" b="0" u="none" strike="noStrike">
              <a:solidFill>
                <a:srgbClr val="000000"/>
              </a:solidFill>
              <a:uFillTx/>
              <a:latin typeface="Arial"/>
            </a:endParaRPr>
          </a:p>
        </p:txBody>
      </p:sp>
      <p:sp>
        <p:nvSpPr>
          <p:cNvPr id="1027"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fontScale="92500" lnSpcReduction="19999"/>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Dazu gibt es die </a:t>
            </a:r>
            <a:r>
              <a:rPr lang="de-DE" sz="2800" b="0" u="none" strike="noStrike">
                <a:solidFill>
                  <a:schemeClr val="dk1"/>
                </a:solidFill>
                <a:uFillTx/>
                <a:latin typeface="Courier New"/>
              </a:rPr>
              <a:t>routerLink</a:t>
            </a:r>
            <a:r>
              <a:rPr lang="de-DE" sz="2800" b="0" u="none" strike="noStrike">
                <a:solidFill>
                  <a:schemeClr val="dk1"/>
                </a:solidFill>
                <a:uFillTx/>
                <a:latin typeface="Calibri"/>
              </a:rPr>
              <a:t>-Direktive</a:t>
            </a:r>
            <a:endParaRPr lang="de-DE" sz="28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Die anzuzeigende Seite wird in einem </a:t>
            </a:r>
            <a:r>
              <a:rPr lang="de-DE" sz="2800" b="0" u="none" strike="noStrike">
                <a:solidFill>
                  <a:schemeClr val="dk1"/>
                </a:solidFill>
                <a:uFillTx/>
                <a:latin typeface="Courier New"/>
              </a:rPr>
              <a:t>router-outlet</a:t>
            </a:r>
            <a:r>
              <a:rPr lang="de-DE" sz="2800" b="0" u="none" strike="noStrike">
                <a:solidFill>
                  <a:schemeClr val="dk1"/>
                </a:solidFill>
                <a:uFillTx/>
                <a:latin typeface="Calibri"/>
              </a:rPr>
              <a:t>-Element angezeigt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195F91"/>
                </a:solidFill>
                <a:uFillTx/>
                <a:latin typeface="SourceCodePro"/>
              </a:rPr>
              <a:t>@Component</a:t>
            </a:r>
            <a:r>
              <a:rPr lang="de-DE" sz="2800" b="0" u="none" strike="noStrike">
                <a:solidFill>
                  <a:srgbClr val="93A1A1"/>
                </a:solidFill>
                <a:uFillTx/>
                <a:latin typeface="SourceCodePro"/>
              </a:rPr>
              <a: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48484C"/>
                </a:solidFill>
                <a:uFillTx/>
                <a:latin typeface="SourceCodePro"/>
              </a:rPr>
              <a:t>	selector</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a:t>
            </a:r>
            <a:r>
              <a:rPr lang="de-DE" sz="2800" b="0" u="none" strike="noStrike">
                <a:solidFill>
                  <a:srgbClr val="DD1144"/>
                </a:solidFill>
                <a:uFillTx/>
                <a:latin typeface="SourceCodePro"/>
              </a:rPr>
              <a:t>"music-app"</a:t>
            </a:r>
            <a:r>
              <a:rPr lang="de-DE" sz="2800" b="0" u="none" strike="noStrike">
                <a:solidFill>
                  <a:srgbClr val="93A1A1"/>
                </a:solidFill>
                <a:uFillTx/>
                <a:latin typeface="SourceCodePro"/>
              </a:rPr>
              <a: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1E347B"/>
                </a:solidFill>
                <a:uFillTx/>
                <a:latin typeface="SourceCodePro"/>
              </a:rPr>
              <a:t>	template</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a:t>
            </a:r>
            <a:r>
              <a:rPr lang="de-DE" sz="2800" b="0" u="none" strike="noStrike">
                <a:solidFill>
                  <a:srgbClr val="DD1144"/>
                </a:solidFill>
                <a:uFillTx/>
                <a:latin typeface="SourceCodePro"/>
              </a:rPr>
              <a: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DD1144"/>
                </a:solidFill>
                <a:uFillTx/>
                <a:latin typeface="SourceCodePro"/>
              </a:rPr>
              <a:t>		&lt;h1&gt;Music App&lt;/h1&gt;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DD1144"/>
                </a:solidFill>
                <a:uFillTx/>
                <a:latin typeface="SourceCodePro"/>
              </a:rPr>
              <a:t>		&lt;router-outlet&gt;&lt;/router-outlet&gt;`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93A1A1"/>
                </a:solidFill>
                <a:uFillTx/>
                <a:latin typeface="SourceCodePro"/>
              </a:rPr>
              <a: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1E347B"/>
                </a:solidFill>
                <a:uFillTx/>
                <a:latin typeface="SourceCodePro"/>
              </a:rPr>
              <a:t>export</a:t>
            </a:r>
            <a:r>
              <a:rPr lang="de-DE" sz="2800" b="0" u="none" strike="noStrike">
                <a:solidFill>
                  <a:srgbClr val="48484C"/>
                </a:solidFill>
                <a:uFillTx/>
                <a:latin typeface="SourceCodePro"/>
              </a:rPr>
              <a:t> </a:t>
            </a:r>
            <a:r>
              <a:rPr lang="de-DE" sz="2800" b="0" u="none" strike="noStrike">
                <a:solidFill>
                  <a:srgbClr val="1E347B"/>
                </a:solidFill>
                <a:uFillTx/>
                <a:latin typeface="SourceCodePro"/>
              </a:rPr>
              <a:t>class</a:t>
            </a:r>
            <a:r>
              <a:rPr lang="de-DE" sz="2800" b="0" u="none" strike="noStrike">
                <a:solidFill>
                  <a:srgbClr val="48484C"/>
                </a:solidFill>
                <a:uFillTx/>
                <a:latin typeface="SourceCodePro"/>
              </a:rPr>
              <a:t> </a:t>
            </a:r>
            <a:r>
              <a:rPr lang="de-DE" sz="2800" b="0" u="none" strike="noStrike">
                <a:solidFill>
                  <a:srgbClr val="008080"/>
                </a:solidFill>
                <a:uFillTx/>
                <a:latin typeface="SourceCodePro"/>
              </a:rPr>
              <a:t>MusicAppComponent</a:t>
            </a:r>
            <a:r>
              <a:rPr lang="de-DE" sz="2800" b="0" u="none" strike="noStrike">
                <a:solidFill>
                  <a:srgbClr val="48484C"/>
                </a:solidFill>
                <a:uFillTx/>
                <a:latin typeface="SourceCodePro"/>
              </a:rPr>
              <a:t> </a:t>
            </a:r>
            <a:r>
              <a:rPr lang="de-DE" sz="2800" b="0" u="none" strike="noStrike">
                <a:solidFill>
                  <a:srgbClr val="93A1A1"/>
                </a:solidFill>
                <a:uFillTx/>
                <a:latin typeface="SourceCodePro"/>
              </a:rPr>
              <a: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endParaRPr lang="de-DE" sz="2800" b="0" u="none" strike="noStrike">
              <a:solidFill>
                <a:srgbClr val="000000"/>
              </a:solidFill>
              <a:uFillTx/>
              <a:latin typeface="Arial"/>
            </a:endParaRPr>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Default / Fallback Route</a:t>
            </a:r>
            <a:endParaRPr lang="de-DE" sz="4400" b="0" u="none" strike="noStrike">
              <a:solidFill>
                <a:srgbClr val="000000"/>
              </a:solidFill>
              <a:uFillTx/>
              <a:latin typeface="Arial"/>
            </a:endParaRPr>
          </a:p>
        </p:txBody>
      </p:sp>
      <p:sp>
        <p:nvSpPr>
          <p:cNvPr id="1029"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Keine gültige Route gefunden?</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Einstieg über URL ohne Route</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ungültige Route</a:t>
            </a:r>
            <a:endParaRPr lang="de-DE" sz="24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Fallback konfigurierbar</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path mit **</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redirectTo: auf anderen Pfad</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Achtung: Reihenfolge der Routen spielt eine Rolle,</a:t>
            </a:r>
            <a:endParaRPr lang="de-DE" sz="2400" b="0" u="none" strike="noStrike">
              <a:solidFill>
                <a:srgbClr val="000000"/>
              </a:solidFill>
              <a:uFillTx/>
              <a:latin typeface="Arial"/>
            </a:endParaRPr>
          </a:p>
          <a:p>
            <a:pPr marL="1143000" lvl="2" indent="-228600" defTabSz="914400">
              <a:lnSpc>
                <a:spcPct val="90000"/>
              </a:lnSpc>
              <a:spcBef>
                <a:spcPts val="499"/>
              </a:spcBef>
              <a:buClr>
                <a:srgbClr val="000000"/>
              </a:buClr>
              <a:buFont typeface="Arial"/>
              <a:buChar char="•"/>
            </a:pPr>
            <a:r>
              <a:rPr lang="de-DE" sz="2000" b="1" u="none" strike="noStrike">
                <a:solidFill>
                  <a:schemeClr val="dk1"/>
                </a:solidFill>
                <a:uFillTx/>
                <a:latin typeface="Calibri"/>
              </a:rPr>
              <a:t> Fallback als Letzte</a:t>
            </a:r>
            <a:endParaRPr lang="de-DE" sz="2000" b="0" u="none" strike="noStrike">
              <a:solidFill>
                <a:srgbClr val="000000"/>
              </a:solidFill>
              <a:uFillTx/>
              <a:latin typeface="Arial"/>
            </a:endParaRPr>
          </a:p>
          <a:p>
            <a:pPr indent="0" defTabSz="914400">
              <a:lnSpc>
                <a:spcPct val="90000"/>
              </a:lnSpc>
              <a:spcBef>
                <a:spcPts val="1001"/>
              </a:spcBef>
              <a:buNone/>
              <a:tabLst>
                <a:tab pos="0" algn="l"/>
              </a:tabLst>
            </a:pPr>
            <a:br>
              <a:rPr sz="2800"/>
            </a:b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endParaRPr lang="de-DE" sz="2800" b="0" u="none" strike="noStrike">
              <a:solidFill>
                <a:srgbClr val="000000"/>
              </a:solidFill>
              <a:uFillTx/>
              <a:latin typeface="Arial"/>
            </a:endParaRPr>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0"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Routenkonfiguration</a:t>
            </a:r>
            <a:endParaRPr lang="de-DE" sz="4400" b="0" u="none" strike="noStrike">
              <a:solidFill>
                <a:srgbClr val="000000"/>
              </a:solidFill>
              <a:uFillTx/>
              <a:latin typeface="Arial"/>
            </a:endParaRPr>
          </a:p>
        </p:txBody>
      </p:sp>
      <p:sp>
        <p:nvSpPr>
          <p:cNvPr id="1031"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provideRouter(routes, ...features) erzeugt die Provider für den Router-Service</a:t>
            </a:r>
            <a:endParaRPr lang="de-DE" sz="28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Aufruf einmalig in bootstrapApplication (main.ts)</a:t>
            </a:r>
            <a:endParaRPr lang="de-DE" sz="28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Features als optionale Funktionen</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withComponentInputBinding() – Routen-Parameter als Inputs</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withHashLocation(), withDebugTracing(), withPreloading(...)</a:t>
            </a:r>
            <a:endParaRPr lang="de-DE" sz="24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Lazy Loading per loadComponent / loadChildren</a:t>
            </a:r>
            <a:endParaRPr lang="de-DE" sz="28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Legacy: RouterModule.forRoot / forChild im AppModule (siehe Anhang)</a:t>
            </a:r>
            <a:endParaRPr lang="de-DE" sz="2800" b="0" u="none" strike="noStrike">
              <a:solidFill>
                <a:srgbClr val="000000"/>
              </a:solidFill>
              <a:uFillTx/>
              <a:latin typeface="Arial"/>
            </a:endParaRPr>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2"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Beispiel: Routen-Definition</a:t>
            </a:r>
            <a:endParaRPr lang="de-DE" sz="4400" b="0" u="none" strike="noStrike">
              <a:solidFill>
                <a:srgbClr val="000000"/>
              </a:solidFill>
              <a:uFillTx/>
              <a:latin typeface="Arial"/>
            </a:endParaRPr>
          </a:p>
        </p:txBody>
      </p:sp>
      <p:sp>
        <p:nvSpPr>
          <p:cNvPr id="1033"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a:bodyPr>
          <a:lstStyle/>
          <a:p>
            <a:pPr indent="0" defTabSz="914400">
              <a:lnSpc>
                <a:spcPct val="90000"/>
              </a:lnSpc>
              <a:spcBef>
                <a:spcPts val="606"/>
              </a:spcBef>
              <a:buNone/>
              <a:tabLst>
                <a:tab pos="0" algn="l"/>
              </a:tabLst>
            </a:pPr>
            <a:r>
              <a:rPr lang="de-DE" sz="1700" b="0" u="none" strike="noStrike">
                <a:solidFill>
                  <a:schemeClr val="dk1"/>
                </a:solidFill>
                <a:uFillTx/>
                <a:latin typeface="Courier New"/>
              </a:rPr>
              <a:t>// app.routes.ts</a:t>
            </a:r>
            <a:endParaRPr lang="de-DE" sz="1700" b="0" u="none" strike="noStrike">
              <a:solidFill>
                <a:srgbClr val="000000"/>
              </a:solidFill>
              <a:uFillTx/>
              <a:latin typeface="Arial"/>
            </a:endParaRPr>
          </a:p>
          <a:p>
            <a:pPr indent="0" defTabSz="914400">
              <a:lnSpc>
                <a:spcPct val="90000"/>
              </a:lnSpc>
              <a:spcBef>
                <a:spcPts val="606"/>
              </a:spcBef>
              <a:buNone/>
              <a:tabLst>
                <a:tab pos="0" algn="l"/>
              </a:tabLst>
            </a:pPr>
            <a:r>
              <a:rPr lang="de-DE" sz="1700" b="0" u="none" strike="noStrike">
                <a:solidFill>
                  <a:schemeClr val="dk1"/>
                </a:solidFill>
                <a:uFillTx/>
                <a:latin typeface="Courier New"/>
              </a:rPr>
              <a:t>export const routes: Routes = [</a:t>
            </a:r>
            <a:endParaRPr lang="de-DE" sz="1700" b="0" u="none" strike="noStrike">
              <a:solidFill>
                <a:srgbClr val="000000"/>
              </a:solidFill>
              <a:uFillTx/>
              <a:latin typeface="Arial"/>
            </a:endParaRPr>
          </a:p>
          <a:p>
            <a:pPr indent="0" defTabSz="914400">
              <a:lnSpc>
                <a:spcPct val="90000"/>
              </a:lnSpc>
              <a:spcBef>
                <a:spcPts val="606"/>
              </a:spcBef>
              <a:buNone/>
              <a:tabLst>
                <a:tab pos="0" algn="l"/>
              </a:tabLst>
            </a:pPr>
            <a:r>
              <a:rPr lang="de-DE" sz="1700" b="0" u="none" strike="noStrike">
                <a:solidFill>
                  <a:schemeClr val="dk1"/>
                </a:solidFill>
                <a:uFillTx/>
                <a:latin typeface="Courier New"/>
              </a:rPr>
              <a:t>  { path: 'path1', component: Component1 },</a:t>
            </a:r>
            <a:endParaRPr lang="de-DE" sz="1700" b="0" u="none" strike="noStrike">
              <a:solidFill>
                <a:srgbClr val="000000"/>
              </a:solidFill>
              <a:uFillTx/>
              <a:latin typeface="Arial"/>
            </a:endParaRPr>
          </a:p>
          <a:p>
            <a:pPr indent="0" defTabSz="914400">
              <a:lnSpc>
                <a:spcPct val="90000"/>
              </a:lnSpc>
              <a:spcBef>
                <a:spcPts val="606"/>
              </a:spcBef>
              <a:buNone/>
              <a:tabLst>
                <a:tab pos="0" algn="l"/>
              </a:tabLst>
            </a:pPr>
            <a:r>
              <a:rPr lang="de-DE" sz="1700" b="0" u="none" strike="noStrike">
                <a:solidFill>
                  <a:schemeClr val="dk1"/>
                </a:solidFill>
                <a:uFillTx/>
                <a:latin typeface="Courier New"/>
              </a:rPr>
              <a:t>  { path: 'lazy', loadComponent: () =&gt; import('./lazy.component').then(m =&gt; m.LazyComponent) },</a:t>
            </a:r>
            <a:endParaRPr lang="de-DE" sz="1700" b="0" u="none" strike="noStrike">
              <a:solidFill>
                <a:srgbClr val="000000"/>
              </a:solidFill>
              <a:uFillTx/>
              <a:latin typeface="Arial"/>
            </a:endParaRPr>
          </a:p>
          <a:p>
            <a:pPr indent="0" defTabSz="914400">
              <a:lnSpc>
                <a:spcPct val="90000"/>
              </a:lnSpc>
              <a:spcBef>
                <a:spcPts val="606"/>
              </a:spcBef>
              <a:buNone/>
              <a:tabLst>
                <a:tab pos="0" algn="l"/>
              </a:tabLst>
            </a:pPr>
            <a:r>
              <a:rPr lang="de-DE" sz="1700" b="0" u="none" strike="noStrike">
                <a:solidFill>
                  <a:schemeClr val="dk1"/>
                </a:solidFill>
                <a:uFillTx/>
                <a:latin typeface="Courier New"/>
              </a:rPr>
              <a:t>  { path: '', redirectTo: '/index', pathMatch: 'full' },</a:t>
            </a:r>
            <a:endParaRPr lang="de-DE" sz="1700" b="0" u="none" strike="noStrike">
              <a:solidFill>
                <a:srgbClr val="000000"/>
              </a:solidFill>
              <a:uFillTx/>
              <a:latin typeface="Arial"/>
            </a:endParaRPr>
          </a:p>
          <a:p>
            <a:pPr indent="0" defTabSz="914400">
              <a:lnSpc>
                <a:spcPct val="90000"/>
              </a:lnSpc>
              <a:spcBef>
                <a:spcPts val="606"/>
              </a:spcBef>
              <a:buNone/>
              <a:tabLst>
                <a:tab pos="0" algn="l"/>
              </a:tabLst>
            </a:pPr>
            <a:r>
              <a:rPr lang="de-DE" sz="1700" b="0" u="none" strike="noStrike">
                <a:solidFill>
                  <a:schemeClr val="dk1"/>
                </a:solidFill>
                <a:uFillTx/>
                <a:latin typeface="Courier New"/>
              </a:rPr>
              <a:t>  { path: '**', component: PageNotFoundComponent }</a:t>
            </a:r>
            <a:endParaRPr lang="de-DE" sz="1700" b="0" u="none" strike="noStrike">
              <a:solidFill>
                <a:srgbClr val="000000"/>
              </a:solidFill>
              <a:uFillTx/>
              <a:latin typeface="Arial"/>
            </a:endParaRPr>
          </a:p>
          <a:p>
            <a:pPr indent="0" defTabSz="914400">
              <a:lnSpc>
                <a:spcPct val="90000"/>
              </a:lnSpc>
              <a:spcBef>
                <a:spcPts val="606"/>
              </a:spcBef>
              <a:buNone/>
              <a:tabLst>
                <a:tab pos="0" algn="l"/>
              </a:tabLst>
            </a:pPr>
            <a:r>
              <a:rPr lang="de-DE" sz="1700" b="0" u="none" strike="noStrike">
                <a:solidFill>
                  <a:schemeClr val="dk1"/>
                </a:solidFill>
                <a:uFillTx/>
                <a:latin typeface="Courier New"/>
              </a:rPr>
              <a:t>];</a:t>
            </a:r>
            <a:endParaRPr lang="de-DE" sz="1700" b="0" u="none" strike="noStrike">
              <a:solidFill>
                <a:srgbClr val="000000"/>
              </a:solidFill>
              <a:uFillTx/>
              <a:latin typeface="Arial"/>
            </a:endParaRPr>
          </a:p>
          <a:p>
            <a:pPr indent="0" defTabSz="914400">
              <a:lnSpc>
                <a:spcPct val="90000"/>
              </a:lnSpc>
              <a:spcBef>
                <a:spcPts val="606"/>
              </a:spcBef>
              <a:buNone/>
              <a:tabLst>
                <a:tab pos="0" algn="l"/>
              </a:tabLst>
            </a:pPr>
            <a:r>
              <a:rPr lang="de-DE" sz="1700" b="0" u="none" strike="noStrike">
                <a:solidFill>
                  <a:schemeClr val="dk1"/>
                </a:solidFill>
                <a:uFillTx/>
                <a:latin typeface="Courier New"/>
              </a:rPr>
              <a:t>// main.ts</a:t>
            </a:r>
            <a:endParaRPr lang="de-DE" sz="1700" b="0" u="none" strike="noStrike">
              <a:solidFill>
                <a:srgbClr val="000000"/>
              </a:solidFill>
              <a:uFillTx/>
              <a:latin typeface="Arial"/>
            </a:endParaRPr>
          </a:p>
          <a:p>
            <a:pPr indent="0" defTabSz="914400">
              <a:lnSpc>
                <a:spcPct val="90000"/>
              </a:lnSpc>
              <a:spcBef>
                <a:spcPts val="606"/>
              </a:spcBef>
              <a:buNone/>
              <a:tabLst>
                <a:tab pos="0" algn="l"/>
              </a:tabLst>
            </a:pPr>
            <a:r>
              <a:rPr lang="de-DE" sz="1700" b="0" u="none" strike="noStrike">
                <a:solidFill>
                  <a:schemeClr val="dk1"/>
                </a:solidFill>
                <a:uFillTx/>
                <a:latin typeface="Courier New"/>
              </a:rPr>
              <a:t>bootstrapApplication(AppComponent, {</a:t>
            </a:r>
            <a:endParaRPr lang="de-DE" sz="1700" b="0" u="none" strike="noStrike">
              <a:solidFill>
                <a:srgbClr val="000000"/>
              </a:solidFill>
              <a:uFillTx/>
              <a:latin typeface="Arial"/>
            </a:endParaRPr>
          </a:p>
          <a:p>
            <a:pPr indent="0" defTabSz="914400">
              <a:lnSpc>
                <a:spcPct val="90000"/>
              </a:lnSpc>
              <a:spcBef>
                <a:spcPts val="606"/>
              </a:spcBef>
              <a:buNone/>
              <a:tabLst>
                <a:tab pos="0" algn="l"/>
              </a:tabLst>
            </a:pPr>
            <a:r>
              <a:rPr lang="de-DE" sz="1700" b="0" u="none" strike="noStrike">
                <a:solidFill>
                  <a:schemeClr val="dk1"/>
                </a:solidFill>
                <a:uFillTx/>
                <a:latin typeface="Courier New"/>
              </a:rPr>
              <a:t>  providers: [</a:t>
            </a:r>
            <a:endParaRPr lang="de-DE" sz="1700" b="0" u="none" strike="noStrike">
              <a:solidFill>
                <a:srgbClr val="000000"/>
              </a:solidFill>
              <a:uFillTx/>
              <a:latin typeface="Arial"/>
            </a:endParaRPr>
          </a:p>
          <a:p>
            <a:pPr indent="0" defTabSz="914400">
              <a:lnSpc>
                <a:spcPct val="90000"/>
              </a:lnSpc>
              <a:spcBef>
                <a:spcPts val="606"/>
              </a:spcBef>
              <a:buNone/>
              <a:tabLst>
                <a:tab pos="0" algn="l"/>
              </a:tabLst>
            </a:pPr>
            <a:r>
              <a:rPr lang="de-DE" sz="1700" b="0" u="none" strike="noStrike">
                <a:solidFill>
                  <a:schemeClr val="dk1"/>
                </a:solidFill>
                <a:uFillTx/>
                <a:latin typeface="Courier New"/>
              </a:rPr>
              <a:t>    provideRouter(routes, withDebugTracing()) // &lt;-- debugging purposes only</a:t>
            </a:r>
            <a:endParaRPr lang="de-DE" sz="1700" b="0" u="none" strike="noStrike">
              <a:solidFill>
                <a:srgbClr val="000000"/>
              </a:solidFill>
              <a:uFillTx/>
              <a:latin typeface="Arial"/>
            </a:endParaRPr>
          </a:p>
          <a:p>
            <a:pPr indent="0" defTabSz="914400">
              <a:lnSpc>
                <a:spcPct val="90000"/>
              </a:lnSpc>
              <a:spcBef>
                <a:spcPts val="606"/>
              </a:spcBef>
              <a:buNone/>
              <a:tabLst>
                <a:tab pos="0" algn="l"/>
              </a:tabLst>
            </a:pPr>
            <a:r>
              <a:rPr lang="de-DE" sz="1700" b="0" u="none" strike="noStrike">
                <a:solidFill>
                  <a:schemeClr val="dk1"/>
                </a:solidFill>
                <a:uFillTx/>
                <a:latin typeface="Courier New"/>
              </a:rPr>
              <a:t>  ]</a:t>
            </a:r>
            <a:endParaRPr lang="de-DE" sz="1700" b="0" u="none" strike="noStrike">
              <a:solidFill>
                <a:srgbClr val="000000"/>
              </a:solidFill>
              <a:uFillTx/>
              <a:latin typeface="Arial"/>
            </a:endParaRPr>
          </a:p>
          <a:p>
            <a:pPr indent="0" defTabSz="914400">
              <a:lnSpc>
                <a:spcPct val="90000"/>
              </a:lnSpc>
              <a:spcBef>
                <a:spcPts val="606"/>
              </a:spcBef>
              <a:buNone/>
              <a:tabLst>
                <a:tab pos="0" algn="l"/>
              </a:tabLst>
            </a:pPr>
            <a:r>
              <a:rPr lang="de-DE" sz="1700" b="0" u="none" strike="noStrike">
                <a:solidFill>
                  <a:schemeClr val="dk1"/>
                </a:solidFill>
                <a:uFillTx/>
                <a:latin typeface="Courier New"/>
              </a:rPr>
              <a:t>});</a:t>
            </a:r>
            <a:endParaRPr lang="de-DE" sz="1700" b="0" u="none" strike="noStrike">
              <a:solidFill>
                <a:srgbClr val="000000"/>
              </a:solidFill>
              <a:uFillTx/>
              <a:latin typeface="Arial"/>
            </a:endParaRPr>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Location-Strategy</a:t>
            </a:r>
            <a:endParaRPr lang="de-DE" sz="4400" b="0" u="none" strike="noStrike">
              <a:solidFill>
                <a:srgbClr val="000000"/>
              </a:solidFill>
              <a:uFillTx/>
              <a:latin typeface="Arial"/>
            </a:endParaRPr>
          </a:p>
        </p:txBody>
      </p:sp>
      <p:sp>
        <p:nvSpPr>
          <p:cNvPr id="1035"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fontScale="70000" lnSpcReduction="20000"/>
          </a:bodyPr>
          <a:lstStyle/>
          <a:p>
            <a:pPr marL="228600" indent="-228600" defTabSz="914400">
              <a:lnSpc>
                <a:spcPct val="90000"/>
              </a:lnSpc>
              <a:spcBef>
                <a:spcPts val="1001"/>
              </a:spcBef>
              <a:buClr>
                <a:srgbClr val="333333"/>
              </a:buClr>
              <a:buFont typeface="Arial"/>
              <a:buChar char="•"/>
            </a:pPr>
            <a:r>
              <a:rPr lang="de-DE" sz="2800" b="0" u="none" strike="noStrike">
                <a:solidFill>
                  <a:srgbClr val="333333"/>
                </a:solidFill>
                <a:uFillTx/>
                <a:latin typeface="Aller"/>
              </a:rPr>
              <a:t>LocationStrategy festlegen</a:t>
            </a:r>
            <a:endParaRPr lang="de-DE" sz="2800" b="0" u="none" strike="noStrike">
              <a:solidFill>
                <a:srgbClr val="000000"/>
              </a:solidFill>
              <a:uFillTx/>
              <a:latin typeface="Arial"/>
            </a:endParaRPr>
          </a:p>
          <a:p>
            <a:pPr marL="743040" lvl="1" indent="-285840" defTabSz="914400">
              <a:lnSpc>
                <a:spcPct val="90000"/>
              </a:lnSpc>
              <a:spcBef>
                <a:spcPts val="499"/>
              </a:spcBef>
              <a:buClr>
                <a:srgbClr val="333333"/>
              </a:buClr>
              <a:buFont typeface="Arial"/>
              <a:buChar char="•"/>
            </a:pPr>
            <a:r>
              <a:rPr lang="de-DE" sz="2400" b="0" u="none" strike="noStrike">
                <a:solidFill>
                  <a:srgbClr val="333333"/>
                </a:solidFill>
                <a:uFillTx/>
                <a:latin typeface="Aller"/>
              </a:rPr>
              <a:t>PathLocationStrategy (default)</a:t>
            </a:r>
            <a:endParaRPr lang="de-DE" sz="2400" b="0" u="none" strike="noStrike">
              <a:solidFill>
                <a:srgbClr val="000000"/>
              </a:solidFill>
              <a:uFillTx/>
              <a:latin typeface="Arial"/>
            </a:endParaRPr>
          </a:p>
          <a:p>
            <a:pPr marL="1143000" lvl="2" indent="-228600" defTabSz="914400">
              <a:lnSpc>
                <a:spcPct val="90000"/>
              </a:lnSpc>
              <a:spcBef>
                <a:spcPts val="499"/>
              </a:spcBef>
              <a:buClr>
                <a:srgbClr val="333333"/>
              </a:buClr>
              <a:buFont typeface="Arial"/>
              <a:buChar char="•"/>
            </a:pPr>
            <a:r>
              <a:rPr lang="de-DE" sz="2000" b="0" u="none" strike="noStrike">
                <a:solidFill>
                  <a:srgbClr val="333333"/>
                </a:solidFill>
                <a:uFillTx/>
                <a:latin typeface="Aller"/>
              </a:rPr>
              <a:t>Bessere SEO Indizierung</a:t>
            </a:r>
            <a:endParaRPr lang="de-DE" sz="2000" b="0" u="none" strike="noStrike">
              <a:solidFill>
                <a:srgbClr val="000000"/>
              </a:solidFill>
              <a:uFillTx/>
              <a:latin typeface="Arial"/>
            </a:endParaRPr>
          </a:p>
          <a:p>
            <a:pPr marL="743040" lvl="1" indent="-285840" defTabSz="914400">
              <a:lnSpc>
                <a:spcPct val="90000"/>
              </a:lnSpc>
              <a:spcBef>
                <a:spcPts val="499"/>
              </a:spcBef>
              <a:buClr>
                <a:srgbClr val="333333"/>
              </a:buClr>
              <a:buFont typeface="Arial"/>
              <a:buChar char="•"/>
            </a:pPr>
            <a:r>
              <a:rPr lang="de-DE" sz="2400" b="0" u="none" strike="noStrike">
                <a:solidFill>
                  <a:srgbClr val="333333"/>
                </a:solidFill>
                <a:uFillTx/>
                <a:latin typeface="Aller"/>
              </a:rPr>
              <a:t>HashLocationStrategy: default AngularJS 1</a:t>
            </a:r>
            <a:endParaRPr lang="de-DE" sz="2400" b="0" u="none" strike="noStrike">
              <a:solidFill>
                <a:srgbClr val="000000"/>
              </a:solidFill>
              <a:uFillTx/>
              <a:latin typeface="Arial"/>
            </a:endParaRPr>
          </a:p>
          <a:p>
            <a:pPr marL="1143000" lvl="2" indent="-228600" defTabSz="914400">
              <a:lnSpc>
                <a:spcPct val="90000"/>
              </a:lnSpc>
              <a:spcBef>
                <a:spcPts val="499"/>
              </a:spcBef>
              <a:buClr>
                <a:srgbClr val="333333"/>
              </a:buClr>
              <a:buFont typeface="Arial"/>
              <a:buChar char="•"/>
            </a:pPr>
            <a:r>
              <a:rPr lang="de-DE" sz="2000" b="0" u="none" strike="noStrike">
                <a:solidFill>
                  <a:srgbClr val="333333"/>
                </a:solidFill>
                <a:uFillTx/>
                <a:latin typeface="Aller"/>
              </a:rPr>
              <a:t>Simpler</a:t>
            </a:r>
            <a:endParaRPr lang="de-DE" sz="2000" b="0" u="none" strike="noStrike">
              <a:solidFill>
                <a:srgbClr val="000000"/>
              </a:solidFill>
              <a:uFillTx/>
              <a:latin typeface="Arial"/>
            </a:endParaRPr>
          </a:p>
          <a:p>
            <a:pPr marL="228600" indent="-228600" defTabSz="914400">
              <a:lnSpc>
                <a:spcPct val="90000"/>
              </a:lnSpc>
              <a:spcBef>
                <a:spcPts val="1001"/>
              </a:spcBef>
              <a:buClr>
                <a:srgbClr val="333333"/>
              </a:buClr>
              <a:buFont typeface="Arial"/>
              <a:buChar char="•"/>
            </a:pPr>
            <a:r>
              <a:rPr lang="de-DE" sz="2800" b="0" u="none" strike="noStrike">
                <a:solidFill>
                  <a:srgbClr val="333333"/>
                </a:solidFill>
                <a:uFillTx/>
                <a:latin typeface="Aller"/>
              </a:rPr>
              <a:t>Verwendung von PathLocationStrategy</a:t>
            </a:r>
            <a:endParaRPr lang="de-DE" sz="2800" b="0" u="none" strike="noStrike">
              <a:solidFill>
                <a:srgbClr val="000000"/>
              </a:solidFill>
              <a:uFillTx/>
              <a:latin typeface="Arial"/>
            </a:endParaRPr>
          </a:p>
          <a:p>
            <a:pPr marL="743040" lvl="1" indent="-285840" defTabSz="914400">
              <a:lnSpc>
                <a:spcPct val="90000"/>
              </a:lnSpc>
              <a:spcBef>
                <a:spcPts val="499"/>
              </a:spcBef>
              <a:buClr>
                <a:srgbClr val="333333"/>
              </a:buClr>
              <a:buFont typeface="Arial"/>
              <a:buChar char="•"/>
            </a:pPr>
            <a:r>
              <a:rPr lang="de-DE" sz="2400" b="0" u="none" strike="noStrike">
                <a:solidFill>
                  <a:srgbClr val="333333"/>
                </a:solidFill>
                <a:uFillTx/>
                <a:latin typeface="Aller"/>
              </a:rPr>
              <a:t>&lt;base href="/"&gt; als erstes Element im head der index.html</a:t>
            </a:r>
            <a:endParaRPr lang="de-DE" sz="2400" b="0" u="none" strike="noStrike">
              <a:solidFill>
                <a:srgbClr val="000000"/>
              </a:solidFill>
              <a:uFillTx/>
              <a:latin typeface="Arial"/>
            </a:endParaRPr>
          </a:p>
          <a:p>
            <a:pPr marL="228600" indent="-228600" defTabSz="914400">
              <a:lnSpc>
                <a:spcPct val="90000"/>
              </a:lnSpc>
              <a:spcBef>
                <a:spcPts val="1001"/>
              </a:spcBef>
              <a:buClr>
                <a:srgbClr val="333333"/>
              </a:buClr>
              <a:buFont typeface="Arial"/>
              <a:buChar char="•"/>
            </a:pPr>
            <a:r>
              <a:rPr lang="de-DE" sz="2800" b="0" u="none" strike="noStrike">
                <a:solidFill>
                  <a:srgbClr val="333333"/>
                </a:solidFill>
                <a:uFillTx/>
                <a:latin typeface="Aller"/>
              </a:rPr>
              <a:t>import { provideRouter, withHashLocation } from '@angular/router';</a:t>
            </a:r>
            <a:endParaRPr lang="de-DE" sz="2800" b="0" u="none" strike="noStrike">
              <a:solidFill>
                <a:srgbClr val="000000"/>
              </a:solidFill>
              <a:uFillTx/>
              <a:latin typeface="Arial"/>
            </a:endParaRPr>
          </a:p>
          <a:p>
            <a:pPr marL="228600" indent="-228600" defTabSz="914400">
              <a:lnSpc>
                <a:spcPct val="90000"/>
              </a:lnSpc>
              <a:spcBef>
                <a:spcPts val="1001"/>
              </a:spcBef>
              <a:buClr>
                <a:srgbClr val="333333"/>
              </a:buClr>
              <a:buFont typeface="Arial"/>
              <a:buChar char="•"/>
            </a:pPr>
            <a:r>
              <a:rPr lang="de-DE" sz="2800" b="0" u="none" strike="noStrike">
                <a:solidFill>
                  <a:srgbClr val="333333"/>
                </a:solidFill>
                <a:uFillTx/>
                <a:latin typeface="Aller"/>
              </a:rPr>
              <a:t>import { routes } from './app/app.routes';</a:t>
            </a:r>
            <a:endParaRPr lang="de-DE" sz="2800" b="0" u="none" strike="noStrike">
              <a:solidFill>
                <a:srgbClr val="000000"/>
              </a:solidFill>
              <a:uFillTx/>
              <a:latin typeface="Arial"/>
            </a:endParaRPr>
          </a:p>
          <a:p>
            <a:pPr marL="228600" indent="-228600" defTabSz="914400">
              <a:lnSpc>
                <a:spcPct val="90000"/>
              </a:lnSpc>
              <a:spcBef>
                <a:spcPts val="1001"/>
              </a:spcBef>
              <a:buClr>
                <a:srgbClr val="333333"/>
              </a:buClr>
              <a:buFont typeface="Arial"/>
              <a:buChar char="•"/>
            </a:pPr>
            <a:r>
              <a:rPr lang="de-DE" sz="2800" b="0" u="none" strike="noStrike">
                <a:solidFill>
                  <a:srgbClr val="333333"/>
                </a:solidFill>
                <a:uFillTx/>
                <a:latin typeface="Aller"/>
              </a:rPr>
              <a:t>bootstrapApplication(AppComponent, {</a:t>
            </a:r>
            <a:endParaRPr lang="de-DE" sz="2800" b="0" u="none" strike="noStrike">
              <a:solidFill>
                <a:srgbClr val="000000"/>
              </a:solidFill>
              <a:uFillTx/>
              <a:latin typeface="Arial"/>
            </a:endParaRPr>
          </a:p>
          <a:p>
            <a:pPr marL="228600" indent="-228600" defTabSz="914400">
              <a:lnSpc>
                <a:spcPct val="90000"/>
              </a:lnSpc>
              <a:spcBef>
                <a:spcPts val="1001"/>
              </a:spcBef>
              <a:buClr>
                <a:srgbClr val="333333"/>
              </a:buClr>
              <a:buFont typeface="Arial"/>
              <a:buChar char="•"/>
            </a:pPr>
            <a:r>
              <a:rPr lang="de-DE" sz="2800" b="0" u="none" strike="noStrike">
                <a:solidFill>
                  <a:srgbClr val="333333"/>
                </a:solidFill>
                <a:uFillTx/>
                <a:latin typeface="Aller"/>
              </a:rPr>
              <a:t>  providers: [ provideRouter(routes, withHashLocation()) ]</a:t>
            </a:r>
            <a:endParaRPr lang="de-DE" sz="2800" b="0" u="none" strike="noStrike">
              <a:solidFill>
                <a:srgbClr val="000000"/>
              </a:solidFill>
              <a:uFillTx/>
              <a:latin typeface="Arial"/>
            </a:endParaRPr>
          </a:p>
          <a:p>
            <a:pPr marL="228600" indent="-228600" defTabSz="914400">
              <a:lnSpc>
                <a:spcPct val="90000"/>
              </a:lnSpc>
              <a:spcBef>
                <a:spcPts val="1001"/>
              </a:spcBef>
              <a:buClr>
                <a:srgbClr val="333333"/>
              </a:buClr>
              <a:buFont typeface="Arial"/>
              <a:buChar char="•"/>
            </a:pPr>
            <a:r>
              <a:rPr lang="de-DE" sz="2800" b="0" u="none" strike="noStrike">
                <a:solidFill>
                  <a:srgbClr val="333333"/>
                </a:solidFill>
                <a:uFillTx/>
                <a:latin typeface="Aller"/>
              </a:rPr>
              <a:t>});</a:t>
            </a:r>
            <a:endParaRPr lang="de-DE" sz="2800" b="0" u="none" strike="noStrike">
              <a:solidFill>
                <a:srgbClr val="000000"/>
              </a:solidFill>
              <a:uFillTx/>
              <a:latin typeface="Arial"/>
            </a:endParaRPr>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1036" name="Rectangle 7">
            <a:extLst>
              <a:ext uri="{C183D7F6-B498-43B3-948B-1728B52AA6E4}">
                <adec:decorative xmlns:adec="http://schemas.microsoft.com/office/drawing/2017/decorative" val="1"/>
              </a:ext>
            </a:extLst>
          </p:cNvPr>
          <p:cNvSpPr/>
          <p:nvPr/>
        </p:nvSpPr>
        <p:spPr>
          <a:xfrm>
            <a:off x="0" y="0"/>
            <a:ext cx="12190320" cy="685656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1037" name="Rectangle 9">
            <a:extLst>
              <a:ext uri="{C183D7F6-B498-43B3-948B-1728B52AA6E4}">
                <adec:decorative xmlns:adec="http://schemas.microsoft.com/office/drawing/2017/decorative" val="1"/>
              </a:ext>
            </a:extLst>
          </p:cNvPr>
          <p:cNvSpPr/>
          <p:nvPr/>
        </p:nvSpPr>
        <p:spPr>
          <a:xfrm>
            <a:off x="360" y="0"/>
            <a:ext cx="12190320" cy="68565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800" b="0" u="none" strike="noStrike">
              <a:solidFill>
                <a:schemeClr val="lt1"/>
              </a:solidFill>
              <a:uFillTx/>
              <a:latin typeface="Calibri"/>
            </a:endParaRPr>
          </a:p>
        </p:txBody>
      </p:sp>
      <p:sp>
        <p:nvSpPr>
          <p:cNvPr id="1038" name="PlaceHolder 1"/>
          <p:cNvSpPr>
            <a:spLocks noGrp="1"/>
          </p:cNvSpPr>
          <p:nvPr>
            <p:ph type="title"/>
          </p:nvPr>
        </p:nvSpPr>
        <p:spPr>
          <a:xfrm>
            <a:off x="1179360" y="1280520"/>
            <a:ext cx="9831960" cy="1324080"/>
          </a:xfrm>
          <a:prstGeom prst="rect">
            <a:avLst/>
          </a:prstGeom>
          <a:noFill/>
          <a:ln w="0">
            <a:noFill/>
          </a:ln>
        </p:spPr>
        <p:txBody>
          <a:bodyPr lIns="91440" tIns="45720" rIns="91440" bIns="45720" anchor="b">
            <a:normAutofit/>
          </a:bodyPr>
          <a:lstStyle/>
          <a:p>
            <a:pPr indent="0" algn="ctr" defTabSz="914400">
              <a:lnSpc>
                <a:spcPct val="90000"/>
              </a:lnSpc>
              <a:buNone/>
              <a:tabLst>
                <a:tab pos="0" algn="l"/>
              </a:tabLst>
            </a:pPr>
            <a:r>
              <a:rPr lang="de-DE" sz="3600" b="0" u="none" strike="noStrike">
                <a:solidFill>
                  <a:schemeClr val="dk2"/>
                </a:solidFill>
                <a:uFillTx/>
                <a:latin typeface="Calibri Light"/>
              </a:rPr>
              <a:t>Übung 20: Routen für Listenansicht</a:t>
            </a:r>
            <a:endParaRPr lang="de-DE" sz="3600" b="0" u="none" strike="noStrike">
              <a:solidFill>
                <a:srgbClr val="000000"/>
              </a:solidFill>
              <a:uFillTx/>
              <a:latin typeface="Arial"/>
            </a:endParaRPr>
          </a:p>
        </p:txBody>
      </p:sp>
      <p:grpSp>
        <p:nvGrpSpPr>
          <p:cNvPr id="1039" name="Group 11">
            <a:extLst>
              <a:ext uri="{C183D7F6-B498-43B3-948B-1728B52AA6E4}">
                <adec:decorative xmlns:adec="http://schemas.microsoft.com/office/drawing/2017/decorative" val="1"/>
              </a:ext>
            </a:extLst>
          </p:cNvPr>
          <p:cNvGrpSpPr/>
          <p:nvPr/>
        </p:nvGrpSpPr>
        <p:grpSpPr>
          <a:xfrm>
            <a:off x="8289720" y="0"/>
            <a:ext cx="3900960" cy="2381400"/>
            <a:chOff x="8289720" y="0"/>
            <a:chExt cx="3900960" cy="2381400"/>
          </a:xfrm>
        </p:grpSpPr>
        <p:sp>
          <p:nvSpPr>
            <p:cNvPr id="1040" name="Freeform: Shape 12">
              <a:extLst>
                <a:ext uri="{C183D7F6-B498-43B3-948B-1728B52AA6E4}">
                  <adec:decorative xmlns:adec="http://schemas.microsoft.com/office/drawing/2017/decorative" val="1"/>
                </a:ext>
              </a:extLst>
            </p:cNvPr>
            <p:cNvSpPr/>
            <p:nvPr/>
          </p:nvSpPr>
          <p:spPr>
            <a:xfrm>
              <a:off x="8289720" y="0"/>
              <a:ext cx="3900600" cy="2381400"/>
            </a:xfrm>
            <a:custGeom>
              <a:avLst/>
              <a:gdLst>
                <a:gd name="textAreaLeft" fmla="*/ 0 w 3900600"/>
                <a:gd name="textAreaRight" fmla="*/ 3902040 w 3900600"/>
                <a:gd name="textAreaTop" fmla="*/ 0 h 2381400"/>
                <a:gd name="textAreaBottom" fmla="*/ 2382840 h 2381400"/>
              </a:gdLst>
              <a:ahLst/>
              <a:cxnLst/>
              <a:rect l="textAreaLeft" t="textAreaTop" r="textAreaRight" b="textAreaBottom"/>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1041" name="Freeform: Shape 13">
              <a:extLst>
                <a:ext uri="{C183D7F6-B498-43B3-948B-1728B52AA6E4}">
                  <adec:decorative xmlns:adec="http://schemas.microsoft.com/office/drawing/2017/decorative" val="1"/>
                </a:ext>
              </a:extLst>
            </p:cNvPr>
            <p:cNvSpPr/>
            <p:nvPr/>
          </p:nvSpPr>
          <p:spPr>
            <a:xfrm>
              <a:off x="8326080" y="0"/>
              <a:ext cx="3864600" cy="2182680"/>
            </a:xfrm>
            <a:custGeom>
              <a:avLst/>
              <a:gdLst>
                <a:gd name="textAreaLeft" fmla="*/ 0 w 3864600"/>
                <a:gd name="textAreaRight" fmla="*/ 3866040 w 3864600"/>
                <a:gd name="textAreaTop" fmla="*/ 0 h 2182680"/>
                <a:gd name="textAreaBottom" fmla="*/ 2184120 h 2182680"/>
              </a:gdLst>
              <a:ahLst/>
              <a:cxnLst/>
              <a:rect l="textAreaLeft" t="textAreaTop" r="textAreaRight" b="textAreaBottom"/>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1042" name="Freeform: Shape 14">
              <a:extLst>
                <a:ext uri="{C183D7F6-B498-43B3-948B-1728B52AA6E4}">
                  <adec:decorative xmlns:adec="http://schemas.microsoft.com/office/drawing/2017/decorative" val="1"/>
                </a:ext>
              </a:extLst>
            </p:cNvPr>
            <p:cNvSpPr/>
            <p:nvPr/>
          </p:nvSpPr>
          <p:spPr>
            <a:xfrm>
              <a:off x="8329680" y="0"/>
              <a:ext cx="3861000" cy="2144160"/>
            </a:xfrm>
            <a:custGeom>
              <a:avLst/>
              <a:gdLst>
                <a:gd name="textAreaLeft" fmla="*/ 0 w 3861000"/>
                <a:gd name="textAreaRight" fmla="*/ 3862440 w 3861000"/>
                <a:gd name="textAreaTop" fmla="*/ 0 h 2144160"/>
                <a:gd name="textAreaBottom" fmla="*/ 2145600 h 2144160"/>
              </a:gdLst>
              <a:ahLst/>
              <a:cxnLst/>
              <a:rect l="textAreaLeft" t="textAreaTop" r="textAreaRight" b="textAreaBottom"/>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1043" name="Freeform: Shape 15">
              <a:extLst>
                <a:ext uri="{C183D7F6-B498-43B3-948B-1728B52AA6E4}">
                  <adec:decorative xmlns:adec="http://schemas.microsoft.com/office/drawing/2017/decorative" val="1"/>
                </a:ext>
              </a:extLst>
            </p:cNvPr>
            <p:cNvSpPr/>
            <p:nvPr/>
          </p:nvSpPr>
          <p:spPr>
            <a:xfrm>
              <a:off x="8329680" y="0"/>
              <a:ext cx="3861000" cy="2144160"/>
            </a:xfrm>
            <a:custGeom>
              <a:avLst/>
              <a:gdLst>
                <a:gd name="textAreaLeft" fmla="*/ 0 w 3861000"/>
                <a:gd name="textAreaRight" fmla="*/ 3862440 w 3861000"/>
                <a:gd name="textAreaTop" fmla="*/ 0 h 2144160"/>
                <a:gd name="textAreaBottom" fmla="*/ 2145600 h 2144160"/>
              </a:gdLst>
              <a:ahLst/>
              <a:cxnLst/>
              <a:rect l="textAreaLeft" t="textAreaTop" r="textAreaRight" b="textAreaBottom"/>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grpSp>
      <p:sp>
        <p:nvSpPr>
          <p:cNvPr id="1044" name="PlaceHolder 2"/>
          <p:cNvSpPr>
            <a:spLocks noGrp="1"/>
          </p:cNvSpPr>
          <p:nvPr>
            <p:ph/>
          </p:nvPr>
        </p:nvSpPr>
        <p:spPr>
          <a:xfrm>
            <a:off x="1179360" y="2890800"/>
            <a:ext cx="9831960" cy="2692440"/>
          </a:xfrm>
          <a:prstGeom prst="rect">
            <a:avLst/>
          </a:prstGeom>
          <a:noFill/>
          <a:ln w="0">
            <a:noFill/>
          </a:ln>
        </p:spPr>
        <p:txBody>
          <a:bodyPr lIns="91440" tIns="45720" rIns="91440" bIns="45720" anchor="t">
            <a:normAutofit lnSpcReduction="9999"/>
          </a:bodyPr>
          <a:lstStyle/>
          <a:p>
            <a:pPr marL="228600" indent="-228600" defTabSz="914400">
              <a:lnSpc>
                <a:spcPct val="90000"/>
              </a:lnSpc>
              <a:spcBef>
                <a:spcPts val="1001"/>
              </a:spcBef>
              <a:buClr>
                <a:srgbClr val="44546A"/>
              </a:buClr>
              <a:buFont typeface="Arial"/>
              <a:buChar char="•"/>
            </a:pPr>
            <a:r>
              <a:rPr lang="de-DE" sz="900" b="0" u="none" strike="noStrike">
                <a:solidFill>
                  <a:schemeClr val="dk2"/>
                </a:solidFill>
                <a:uFillTx/>
                <a:latin typeface="Calibri"/>
              </a:rPr>
              <a:t>Bereite die Anwendung auf Routing vor</a:t>
            </a:r>
            <a:endParaRPr lang="de-DE" sz="9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900" b="0" u="none" strike="noStrike">
                <a:solidFill>
                  <a:schemeClr val="dk2"/>
                </a:solidFill>
                <a:uFillTx/>
                <a:latin typeface="Calibri"/>
              </a:rPr>
              <a:t>Erstelle eine Datei src/app/app.routes.ts</a:t>
            </a:r>
            <a:endParaRPr lang="de-DE" sz="9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900" b="0" u="none" strike="noStrike">
                <a:solidFill>
                  <a:schemeClr val="dk2"/>
                </a:solidFill>
                <a:uFillTx/>
                <a:latin typeface="Calibri"/>
              </a:rPr>
              <a:t>Definiere und exportiere eine Konstante des Typs Routes (export const routes: Routes = [])</a:t>
            </a:r>
            <a:endParaRPr lang="de-DE" sz="9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900" b="0" u="none" strike="noStrike">
                <a:solidFill>
                  <a:schemeClr val="dk2"/>
                </a:solidFill>
                <a:uFillTx/>
                <a:latin typeface="Calibri"/>
              </a:rPr>
              <a:t>Registriere die Routen in main.ts per provideRouter(routes)</a:t>
            </a:r>
            <a:endParaRPr lang="de-DE" sz="9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900" b="0" u="none" strike="noStrike">
                <a:solidFill>
                  <a:schemeClr val="dk2"/>
                </a:solidFill>
                <a:uFillTx/>
                <a:latin typeface="Calibri"/>
              </a:rPr>
              <a:t>Importiere RouterOutlet im imports-Array von AppComponent</a:t>
            </a:r>
            <a:endParaRPr lang="de-DE" sz="900" b="0" u="none" strike="noStrike">
              <a:solidFill>
                <a:srgbClr val="000000"/>
              </a:solidFill>
              <a:uFillTx/>
              <a:latin typeface="Arial"/>
            </a:endParaRPr>
          </a:p>
          <a:p>
            <a:pPr marL="228600" indent="-228600" defTabSz="914400">
              <a:lnSpc>
                <a:spcPct val="90000"/>
              </a:lnSpc>
              <a:spcBef>
                <a:spcPts val="1001"/>
              </a:spcBef>
              <a:buClr>
                <a:srgbClr val="44546A"/>
              </a:buClr>
              <a:buFont typeface="Arial"/>
              <a:buChar char="•"/>
            </a:pPr>
            <a:r>
              <a:rPr lang="de-DE" sz="900" b="0" u="none" strike="noStrike">
                <a:solidFill>
                  <a:schemeClr val="dk2"/>
                </a:solidFill>
                <a:uFillTx/>
                <a:latin typeface="Calibri"/>
              </a:rPr>
              <a:t>Erstelle eine Route für die Listen-Ansicht</a:t>
            </a:r>
            <a:endParaRPr lang="de-DE" sz="9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900" b="0" u="none" strike="noStrike">
                <a:solidFill>
                  <a:schemeClr val="dk2"/>
                </a:solidFill>
                <a:uFillTx/>
                <a:latin typeface="Calibri"/>
              </a:rPr>
              <a:t>Füge in app.routes.ts eine Routen-Konfiguration für path: "customer" und component: CustomerListComponent hinzu</a:t>
            </a:r>
            <a:endParaRPr lang="de-DE" sz="9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900" b="0" u="none" strike="noStrike">
                <a:solidFill>
                  <a:schemeClr val="dk2"/>
                </a:solidFill>
                <a:uFillTx/>
                <a:latin typeface="Calibri"/>
              </a:rPr>
              <a:t>Erstelle auch eine Redirect-Route für path: "**“ mit redirect auf customer</a:t>
            </a:r>
            <a:endParaRPr lang="de-DE" sz="9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900" b="0" u="none" strike="noStrike">
                <a:solidFill>
                  <a:schemeClr val="dk2"/>
                </a:solidFill>
                <a:uFillTx/>
                <a:latin typeface="Calibri"/>
              </a:rPr>
              <a:t>Lösche CustomerListComponent und CustomerDetailsComponent aus dem Template von AppComponent</a:t>
            </a:r>
            <a:endParaRPr lang="de-DE" sz="9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900" b="0" u="none" strike="noStrike">
                <a:solidFill>
                  <a:schemeClr val="dk2"/>
                </a:solidFill>
                <a:uFillTx/>
                <a:latin typeface="Calibri"/>
              </a:rPr>
              <a:t>Füge in das Template von AppComponent ein router-outlet ein</a:t>
            </a:r>
            <a:endParaRPr lang="de-DE" sz="900" b="0" u="none" strike="noStrike">
              <a:solidFill>
                <a:srgbClr val="000000"/>
              </a:solidFill>
              <a:uFillTx/>
              <a:latin typeface="Arial"/>
            </a:endParaRPr>
          </a:p>
          <a:p>
            <a:pPr marL="228600" indent="-228600" defTabSz="914400">
              <a:lnSpc>
                <a:spcPct val="90000"/>
              </a:lnSpc>
              <a:spcBef>
                <a:spcPts val="1001"/>
              </a:spcBef>
              <a:buClr>
                <a:srgbClr val="44546A"/>
              </a:buClr>
              <a:buFont typeface="Arial"/>
              <a:buChar char="•"/>
            </a:pPr>
            <a:r>
              <a:rPr lang="de-DE" sz="900" b="0" u="none" strike="noStrike">
                <a:solidFill>
                  <a:schemeClr val="dk2"/>
                </a:solidFill>
                <a:uFillTx/>
                <a:latin typeface="Calibri"/>
              </a:rPr>
              <a:t>Passe CustomerListComponent an die Veränderungen an</a:t>
            </a:r>
            <a:endParaRPr lang="de-DE" sz="9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900" b="0" u="none" strike="noStrike">
                <a:solidFill>
                  <a:schemeClr val="dk2"/>
                </a:solidFill>
                <a:uFillTx/>
                <a:latin typeface="Calibri"/>
              </a:rPr>
              <a:t>Daten können nicht mehr per Input übergeben werden, da keine direkte Verwendung</a:t>
            </a:r>
            <a:endParaRPr lang="de-DE" sz="9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900" b="0" u="none" strike="noStrike">
                <a:solidFill>
                  <a:schemeClr val="dk2"/>
                </a:solidFill>
                <a:uFillTx/>
                <a:latin typeface="Calibri"/>
              </a:rPr>
              <a:t>Lade in CustomerListComponent die Daten vom Service (inject() + toSignal())</a:t>
            </a:r>
            <a:endParaRPr lang="de-DE" sz="9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900" b="0" u="none" strike="noStrike">
                <a:solidFill>
                  <a:schemeClr val="dk2"/>
                </a:solidFill>
                <a:uFillTx/>
                <a:latin typeface="Calibri"/>
              </a:rPr>
              <a:t>Kein ngOnDestroy nötig – toSignal() beendet die Subscription automatisch</a:t>
            </a:r>
            <a:endParaRPr lang="de-DE" sz="9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900" b="0" u="none" strike="noStrike">
                <a:solidFill>
                  <a:schemeClr val="dk2"/>
                </a:solidFill>
                <a:uFillTx/>
                <a:latin typeface="Calibri"/>
              </a:rPr>
              <a:t>Lösche das Laden der customers aus AppComponent</a:t>
            </a:r>
            <a:endParaRPr lang="de-DE" sz="900" b="0" u="none" strike="noStrike">
              <a:solidFill>
                <a:srgbClr val="000000"/>
              </a:solidFill>
              <a:uFillTx/>
              <a:latin typeface="Arial"/>
            </a:endParaRPr>
          </a:p>
          <a:p>
            <a:pPr indent="0" defTabSz="914400">
              <a:lnSpc>
                <a:spcPct val="90000"/>
              </a:lnSpc>
              <a:spcBef>
                <a:spcPts val="1001"/>
              </a:spcBef>
              <a:buNone/>
              <a:tabLst>
                <a:tab pos="0" algn="l"/>
              </a:tabLst>
            </a:pPr>
            <a:endParaRPr lang="de-DE" sz="900" b="0" u="none" strike="noStrike">
              <a:solidFill>
                <a:srgbClr val="000000"/>
              </a:solidFill>
              <a:uFillTx/>
              <a:latin typeface="Arial"/>
            </a:endParaRPr>
          </a:p>
        </p:txBody>
      </p:sp>
      <p:grpSp>
        <p:nvGrpSpPr>
          <p:cNvPr id="1045" name="Group 17">
            <a:extLst>
              <a:ext uri="{C183D7F6-B498-43B3-948B-1728B52AA6E4}">
                <adec:decorative xmlns:adec="http://schemas.microsoft.com/office/drawing/2017/decorative" val="1"/>
              </a:ext>
            </a:extLst>
          </p:cNvPr>
          <p:cNvGrpSpPr/>
          <p:nvPr/>
        </p:nvGrpSpPr>
        <p:grpSpPr>
          <a:xfrm>
            <a:off x="0" y="4681440"/>
            <a:ext cx="2897280" cy="2174040"/>
            <a:chOff x="0" y="4681440"/>
            <a:chExt cx="2897280" cy="2174040"/>
          </a:xfrm>
        </p:grpSpPr>
        <p:sp>
          <p:nvSpPr>
            <p:cNvPr id="1046" name="Freeform: Shape 18">
              <a:extLst>
                <a:ext uri="{C183D7F6-B498-43B3-948B-1728B52AA6E4}">
                  <adec:decorative xmlns:adec="http://schemas.microsoft.com/office/drawing/2017/decorative" val="1"/>
                </a:ext>
              </a:extLst>
            </p:cNvPr>
            <p:cNvSpPr/>
            <p:nvPr/>
          </p:nvSpPr>
          <p:spPr>
            <a:xfrm flipV="1">
              <a:off x="360" y="4849560"/>
              <a:ext cx="2884320" cy="2005560"/>
            </a:xfrm>
            <a:custGeom>
              <a:avLst/>
              <a:gdLst>
                <a:gd name="textAreaLeft" fmla="*/ 0 w 2884320"/>
                <a:gd name="textAreaRight" fmla="*/ 2885760 w 2884320"/>
                <a:gd name="textAreaTop" fmla="*/ 720 h 2005560"/>
                <a:gd name="textAreaBottom" fmla="*/ 2007720 h 2005560"/>
              </a:gdLst>
              <a:ahLst/>
              <a:cxnLst/>
              <a:rect l="textAreaLeft" t="textAreaTop" r="textAreaRight" b="textAreaBottom"/>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1047" name="Freeform: Shape 19">
              <a:extLst>
                <a:ext uri="{C183D7F6-B498-43B3-948B-1728B52AA6E4}">
                  <adec:decorative xmlns:adec="http://schemas.microsoft.com/office/drawing/2017/decorative" val="1"/>
                </a:ext>
              </a:extLst>
            </p:cNvPr>
            <p:cNvSpPr/>
            <p:nvPr/>
          </p:nvSpPr>
          <p:spPr>
            <a:xfrm flipV="1">
              <a:off x="360" y="4849560"/>
              <a:ext cx="2884320" cy="2005560"/>
            </a:xfrm>
            <a:custGeom>
              <a:avLst/>
              <a:gdLst>
                <a:gd name="textAreaLeft" fmla="*/ 0 w 2884320"/>
                <a:gd name="textAreaRight" fmla="*/ 2885760 w 2884320"/>
                <a:gd name="textAreaTop" fmla="*/ 720 h 2005560"/>
                <a:gd name="textAreaBottom" fmla="*/ 2007720 h 2005560"/>
              </a:gdLst>
              <a:ahLst/>
              <a:cxnLst/>
              <a:rect l="textAreaLeft" t="textAreaTop" r="textAreaRight" b="textAreaBottom"/>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1048" name="Freeform: Shape 20">
              <a:extLst>
                <a:ext uri="{C183D7F6-B498-43B3-948B-1728B52AA6E4}">
                  <adec:decorative xmlns:adec="http://schemas.microsoft.com/office/drawing/2017/decorative" val="1"/>
                </a:ext>
              </a:extLst>
            </p:cNvPr>
            <p:cNvSpPr/>
            <p:nvPr/>
          </p:nvSpPr>
          <p:spPr>
            <a:xfrm flipV="1">
              <a:off x="0" y="4832640"/>
              <a:ext cx="2884680" cy="2022480"/>
            </a:xfrm>
            <a:custGeom>
              <a:avLst/>
              <a:gdLst>
                <a:gd name="textAreaLeft" fmla="*/ 0 w 2884680"/>
                <a:gd name="textAreaRight" fmla="*/ 2886120 w 2884680"/>
                <a:gd name="textAreaTop" fmla="*/ -720 h 2022480"/>
                <a:gd name="textAreaBottom" fmla="*/ 2023200 h 2022480"/>
              </a:gdLst>
              <a:ahLst/>
              <a:cxnLst/>
              <a:rect l="textAreaLeft" t="textAreaTop" r="textAreaRight" b="textAreaBottom"/>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1049" name="Freeform: Shape 21">
              <a:extLst>
                <a:ext uri="{C183D7F6-B498-43B3-948B-1728B52AA6E4}">
                  <adec:decorative xmlns:adec="http://schemas.microsoft.com/office/drawing/2017/decorative" val="1"/>
                </a:ext>
              </a:extLst>
            </p:cNvPr>
            <p:cNvSpPr/>
            <p:nvPr/>
          </p:nvSpPr>
          <p:spPr>
            <a:xfrm flipV="1">
              <a:off x="360" y="4681080"/>
              <a:ext cx="2896920" cy="2174040"/>
            </a:xfrm>
            <a:custGeom>
              <a:avLst/>
              <a:gdLst>
                <a:gd name="textAreaLeft" fmla="*/ 0 w 2896920"/>
                <a:gd name="textAreaRight" fmla="*/ 2898360 w 2896920"/>
                <a:gd name="textAreaTop" fmla="*/ 720 h 2174040"/>
                <a:gd name="textAreaBottom" fmla="*/ 2176200 h 2174040"/>
              </a:gdLst>
              <a:ahLst/>
              <a:cxnLst/>
              <a:rect l="textAreaLeft" t="textAreaTop" r="textAreaRight" b="textAreaBottom"/>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gr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0"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Pfadparameter für dynamische Information</a:t>
            </a:r>
            <a:endParaRPr lang="de-DE" sz="4400" b="0" u="none" strike="noStrike">
              <a:solidFill>
                <a:srgbClr val="000000"/>
              </a:solidFill>
              <a:uFillTx/>
              <a:latin typeface="Arial"/>
            </a:endParaRPr>
          </a:p>
        </p:txBody>
      </p:sp>
      <p:graphicFrame>
        <p:nvGraphicFramePr>
          <p:cNvPr id="12" name="Diagram12"/>
          <p:cNvGraphicFramePr/>
          <p:nvPr>
            <p:extLst>
              <p:ext uri="{D42A27DB-BD31-4B8C-83A1-F6EECF244321}">
                <p14:modId xmlns:p14="http://schemas.microsoft.com/office/powerpoint/2010/main" val="1615343029"/>
              </p:ext>
            </p:extLst>
          </p:nvPr>
        </p:nvGraphicFramePr>
        <p:xfrm>
          <a:off x="838080" y="1825560"/>
          <a:ext cx="10514160" cy="43498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1"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Beispiel Pfadparameter</a:t>
            </a:r>
            <a:endParaRPr lang="de-DE" sz="4400" b="0" u="none" strike="noStrike">
              <a:solidFill>
                <a:srgbClr val="000000"/>
              </a:solidFill>
              <a:uFillTx/>
              <a:latin typeface="Arial"/>
            </a:endParaRPr>
          </a:p>
        </p:txBody>
      </p:sp>
      <p:sp>
        <p:nvSpPr>
          <p:cNvPr id="1052"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de-DE" sz="2800" b="0" u="none" strike="noStrike">
                <a:solidFill>
                  <a:srgbClr val="93A1A1"/>
                </a:solidFill>
                <a:uFillTx/>
                <a:latin typeface="SourceCodePro"/>
              </a:rPr>
              <a:t>{</a:t>
            </a:r>
            <a:endParaRPr lang="de-DE" sz="2800" b="0" u="none" strike="noStrike">
              <a:solidFill>
                <a:srgbClr val="000000"/>
              </a:solidFill>
              <a:uFillTx/>
              <a:latin typeface="Arial"/>
            </a:endParaRPr>
          </a:p>
          <a:p>
            <a:pPr marL="457200" indent="0" defTabSz="914400">
              <a:lnSpc>
                <a:spcPct val="90000"/>
              </a:lnSpc>
              <a:spcBef>
                <a:spcPts val="499"/>
              </a:spcBef>
              <a:buNone/>
              <a:tabLst>
                <a:tab pos="0" algn="l"/>
              </a:tabLst>
            </a:pPr>
            <a:r>
              <a:rPr lang="de-DE" sz="2400" b="0" u="none" strike="noStrike">
                <a:solidFill>
                  <a:srgbClr val="48484C"/>
                </a:solidFill>
                <a:uFillTx/>
                <a:latin typeface="SourceCodePro"/>
              </a:rPr>
              <a:t>path</a:t>
            </a:r>
            <a:r>
              <a:rPr lang="de-DE" sz="2400" b="0" u="none" strike="noStrike">
                <a:solidFill>
                  <a:srgbClr val="93A1A1"/>
                </a:solidFill>
                <a:uFillTx/>
                <a:latin typeface="SourceCodePro"/>
              </a:rPr>
              <a:t>:</a:t>
            </a:r>
            <a:r>
              <a:rPr lang="de-DE" sz="2400" b="0" u="none" strike="noStrike">
                <a:solidFill>
                  <a:srgbClr val="48484C"/>
                </a:solidFill>
                <a:uFillTx/>
                <a:latin typeface="SourceCodePro"/>
              </a:rPr>
              <a:t> </a:t>
            </a:r>
            <a:r>
              <a:rPr lang="de-DE" sz="2400" b="0" u="none" strike="noStrike">
                <a:solidFill>
                  <a:srgbClr val="DD1144"/>
                </a:solidFill>
                <a:uFillTx/>
                <a:latin typeface="SourceCodePro"/>
              </a:rPr>
              <a:t>'artist/:id'</a:t>
            </a:r>
            <a:r>
              <a:rPr lang="de-DE" sz="2400" b="0" u="none" strike="noStrike">
                <a:solidFill>
                  <a:srgbClr val="93A1A1"/>
                </a:solidFill>
                <a:uFillTx/>
                <a:latin typeface="SourceCodePro"/>
              </a:rPr>
              <a:t>,</a:t>
            </a:r>
            <a:endParaRPr lang="de-DE" sz="2400" b="0" u="none" strike="noStrike">
              <a:solidFill>
                <a:srgbClr val="000000"/>
              </a:solidFill>
              <a:uFillTx/>
              <a:latin typeface="Arial"/>
            </a:endParaRPr>
          </a:p>
          <a:p>
            <a:pPr marL="457200" indent="0" defTabSz="914400">
              <a:lnSpc>
                <a:spcPct val="90000"/>
              </a:lnSpc>
              <a:spcBef>
                <a:spcPts val="499"/>
              </a:spcBef>
              <a:buNone/>
              <a:tabLst>
                <a:tab pos="0" algn="l"/>
              </a:tabLst>
            </a:pPr>
            <a:r>
              <a:rPr lang="de-DE" sz="2400" b="0" u="none" strike="noStrike">
                <a:solidFill>
                  <a:srgbClr val="48484C"/>
                </a:solidFill>
                <a:uFillTx/>
                <a:latin typeface="SourceCodePro"/>
              </a:rPr>
              <a:t>component</a:t>
            </a:r>
            <a:r>
              <a:rPr lang="de-DE" sz="2400" b="0" u="none" strike="noStrike">
                <a:solidFill>
                  <a:srgbClr val="93A1A1"/>
                </a:solidFill>
                <a:uFillTx/>
                <a:latin typeface="SourceCodePro"/>
              </a:rPr>
              <a:t>:</a:t>
            </a:r>
            <a:r>
              <a:rPr lang="de-DE" sz="2400" b="0" u="none" strike="noStrike">
                <a:solidFill>
                  <a:srgbClr val="48484C"/>
                </a:solidFill>
                <a:uFillTx/>
                <a:latin typeface="SourceCodePro"/>
              </a:rPr>
              <a:t> </a:t>
            </a:r>
            <a:r>
              <a:rPr lang="de-DE" sz="2400" b="0" u="none" strike="noStrike">
                <a:solidFill>
                  <a:srgbClr val="008080"/>
                </a:solidFill>
                <a:uFillTx/>
                <a:latin typeface="SourceCodePro"/>
              </a:rPr>
              <a:t>ArtistDetailsComponent</a:t>
            </a:r>
            <a:endParaRPr lang="de-DE" sz="2400" b="0" u="none" strike="noStrike">
              <a:solidFill>
                <a:srgbClr val="000000"/>
              </a:solidFill>
              <a:uFillTx/>
              <a:latin typeface="Arial"/>
            </a:endParaRPr>
          </a:p>
          <a:p>
            <a:pPr marL="457200" indent="0" defTabSz="914400">
              <a:lnSpc>
                <a:spcPct val="90000"/>
              </a:lnSpc>
              <a:spcBef>
                <a:spcPts val="1001"/>
              </a:spcBef>
              <a:buNone/>
              <a:tabLst>
                <a:tab pos="0" algn="l"/>
              </a:tabLst>
            </a:pPr>
            <a:r>
              <a:rPr lang="de-DE" sz="2800" b="0" u="none" strike="noStrike">
                <a:solidFill>
                  <a:srgbClr val="93A1A1"/>
                </a:solidFill>
                <a:uFillTx/>
                <a:latin typeface="SourceCodePro"/>
              </a:rPr>
              <a:t>}</a:t>
            </a:r>
            <a:endParaRPr lang="de-DE" sz="2800" b="0" u="none" strike="noStrike">
              <a:solidFill>
                <a:srgbClr val="000000"/>
              </a:solidFill>
              <a:uFillTx/>
              <a:latin typeface="Arial"/>
            </a:endParaRPr>
          </a:p>
          <a:p>
            <a:pPr marL="457200" indent="0" defTabSz="914400">
              <a:lnSpc>
                <a:spcPct val="90000"/>
              </a:lnSpc>
              <a:spcBef>
                <a:spcPts val="1001"/>
              </a:spcBef>
              <a:buNone/>
              <a:tabLst>
                <a:tab pos="0" algn="l"/>
              </a:tabLst>
            </a:pPr>
            <a:endParaRPr lang="de-DE" sz="2800" b="0" u="none" strike="noStrike">
              <a:solidFill>
                <a:srgbClr val="000000"/>
              </a:solidFill>
              <a:uFillTx/>
              <a:latin typeface="Arial"/>
            </a:endParaRPr>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3"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Details zu den Routen</a:t>
            </a:r>
            <a:endParaRPr lang="de-DE" sz="4400" b="0" u="none" strike="noStrike">
              <a:solidFill>
                <a:srgbClr val="000000"/>
              </a:solidFill>
              <a:uFillTx/>
              <a:latin typeface="Arial"/>
            </a:endParaRPr>
          </a:p>
        </p:txBody>
      </p:sp>
      <p:sp>
        <p:nvSpPr>
          <p:cNvPr id="1054" name="PlaceHolder 2"/>
          <p:cNvSpPr>
            <a:spLocks noGrp="1"/>
          </p:cNvSpPr>
          <p:nvPr>
            <p:ph/>
          </p:nvPr>
        </p:nvSpPr>
        <p:spPr>
          <a:xfrm>
            <a:off x="1775520" y="1196640"/>
            <a:ext cx="8533800" cy="5088960"/>
          </a:xfrm>
          <a:prstGeom prst="rect">
            <a:avLst/>
          </a:prstGeom>
          <a:noFill/>
          <a:ln w="0">
            <a:noFill/>
          </a:ln>
        </p:spPr>
        <p:txBody>
          <a:bodyPr lIns="91440" tIns="45720" rIns="91440" bIns="45720" anchor="t">
            <a:noAutofit/>
          </a:bodyPr>
          <a:lstStyle/>
          <a:p>
            <a:pPr marL="228600" indent="-228600" defTabSz="914400">
              <a:lnSpc>
                <a:spcPct val="90000"/>
              </a:lnSpc>
              <a:spcBef>
                <a:spcPts val="940"/>
              </a:spcBef>
              <a:buClr>
                <a:srgbClr val="000000"/>
              </a:buClr>
              <a:buFont typeface="Arial"/>
              <a:buChar char="•"/>
            </a:pPr>
            <a:r>
              <a:rPr lang="de-DE" sz="2600" b="0" u="none" strike="noStrike">
                <a:solidFill>
                  <a:schemeClr val="dk1"/>
                </a:solidFill>
                <a:uFillTx/>
                <a:latin typeface="Calibri"/>
              </a:rPr>
              <a:t>Modern: Routen-Parameter, Query-Parameter und Route-Data direkt als Input der Komponente</a:t>
            </a:r>
            <a:endParaRPr lang="de-DE" sz="2600" b="0" u="none" strike="noStrike">
              <a:solidFill>
                <a:srgbClr val="000000"/>
              </a:solidFill>
              <a:uFillTx/>
              <a:latin typeface="Arial"/>
            </a:endParaRPr>
          </a:p>
          <a:p>
            <a:pPr marL="685800" lvl="1" indent="-228600" defTabSz="914400">
              <a:lnSpc>
                <a:spcPct val="90000"/>
              </a:lnSpc>
              <a:spcBef>
                <a:spcPts val="469"/>
              </a:spcBef>
              <a:buClr>
                <a:srgbClr val="000000"/>
              </a:buClr>
              <a:buFont typeface="Arial"/>
              <a:buChar char="•"/>
            </a:pPr>
            <a:r>
              <a:rPr lang="de-DE" sz="2300" b="0" u="none" strike="noStrike">
                <a:solidFill>
                  <a:schemeClr val="dk1"/>
                </a:solidFill>
                <a:uFillTx/>
                <a:latin typeface="Courier New"/>
              </a:rPr>
              <a:t>provideRouter(routes, withComponentInputBinding())</a:t>
            </a:r>
            <a:endParaRPr lang="de-DE" sz="2300" b="0" u="none" strike="noStrike">
              <a:solidFill>
                <a:srgbClr val="000000"/>
              </a:solidFill>
              <a:uFillTx/>
              <a:latin typeface="Arial"/>
            </a:endParaRPr>
          </a:p>
          <a:p>
            <a:pPr marL="685800" lvl="1" indent="-228600" defTabSz="914400">
              <a:lnSpc>
                <a:spcPct val="90000"/>
              </a:lnSpc>
              <a:spcBef>
                <a:spcPts val="469"/>
              </a:spcBef>
              <a:buClr>
                <a:srgbClr val="000000"/>
              </a:buClr>
              <a:buFont typeface="Arial"/>
              <a:buChar char="•"/>
            </a:pPr>
            <a:r>
              <a:rPr lang="de-DE" sz="2300" b="0" u="none" strike="noStrike">
                <a:solidFill>
                  <a:schemeClr val="dk1"/>
                </a:solidFill>
                <a:uFillTx/>
                <a:latin typeface="Courier New"/>
              </a:rPr>
              <a:t>id = input&lt;string&gt;() in der Ziel-Komponente</a:t>
            </a:r>
            <a:endParaRPr lang="de-DE" sz="2300" b="0" u="none" strike="noStrike">
              <a:solidFill>
                <a:srgbClr val="000000"/>
              </a:solidFill>
              <a:uFillTx/>
              <a:latin typeface="Arial"/>
            </a:endParaRPr>
          </a:p>
          <a:p>
            <a:pPr marL="228600" indent="-228600" defTabSz="914400">
              <a:lnSpc>
                <a:spcPct val="90000"/>
              </a:lnSpc>
              <a:spcBef>
                <a:spcPts val="940"/>
              </a:spcBef>
              <a:buClr>
                <a:srgbClr val="000000"/>
              </a:buClr>
              <a:buFont typeface="Arial"/>
              <a:buChar char="•"/>
            </a:pPr>
            <a:r>
              <a:rPr lang="de-DE" sz="2600" b="0" u="none" strike="noStrike">
                <a:solidFill>
                  <a:schemeClr val="dk1"/>
                </a:solidFill>
                <a:uFillTx/>
                <a:latin typeface="Calibri"/>
              </a:rPr>
              <a:t>Alternativ: ActivatedRoute per inject() – Zugriff auf die Routen-Definition, die zum Aufruf geführt hat</a:t>
            </a:r>
            <a:endParaRPr lang="de-DE" sz="2600" b="0" u="none" strike="noStrike">
              <a:solidFill>
                <a:srgbClr val="000000"/>
              </a:solidFill>
              <a:uFillTx/>
              <a:latin typeface="Arial"/>
            </a:endParaRPr>
          </a:p>
          <a:p>
            <a:pPr marL="685800" lvl="1" indent="-228600" defTabSz="914400">
              <a:lnSpc>
                <a:spcPct val="90000"/>
              </a:lnSpc>
              <a:spcBef>
                <a:spcPts val="469"/>
              </a:spcBef>
              <a:buClr>
                <a:srgbClr val="000000"/>
              </a:buClr>
              <a:buFont typeface="Arial"/>
              <a:buChar char="•"/>
            </a:pPr>
            <a:r>
              <a:rPr lang="de-DE" sz="2300" b="0" u="none" strike="noStrike">
                <a:solidFill>
                  <a:schemeClr val="dk1"/>
                </a:solidFill>
                <a:uFillTx/>
                <a:latin typeface="Courier New"/>
              </a:rPr>
              <a:t>url, paramMap, queryParamMap, data, …</a:t>
            </a:r>
            <a:endParaRPr lang="de-DE" sz="2300" b="0" u="none" strike="noStrike">
              <a:solidFill>
                <a:srgbClr val="000000"/>
              </a:solidFill>
              <a:uFillTx/>
              <a:latin typeface="Arial"/>
            </a:endParaRPr>
          </a:p>
          <a:p>
            <a:pPr marL="228600" indent="-228600" defTabSz="914400">
              <a:lnSpc>
                <a:spcPct val="90000"/>
              </a:lnSpc>
              <a:spcBef>
                <a:spcPts val="940"/>
              </a:spcBef>
              <a:buClr>
                <a:srgbClr val="000000"/>
              </a:buClr>
              <a:buFont typeface="Arial"/>
              <a:buChar char="•"/>
            </a:pPr>
            <a:r>
              <a:rPr lang="de-DE" sz="2600" b="0" u="none" strike="noStrike">
                <a:solidFill>
                  <a:schemeClr val="dk1"/>
                </a:solidFill>
                <a:uFillTx/>
                <a:latin typeface="Calibri"/>
              </a:rPr>
              <a:t>Router-Events werden an interessierte Listener delegiert</a:t>
            </a:r>
            <a:endParaRPr lang="de-DE" sz="2600" b="0" u="none" strike="noStrike">
              <a:solidFill>
                <a:srgbClr val="000000"/>
              </a:solidFill>
              <a:uFillTx/>
              <a:latin typeface="Arial"/>
            </a:endParaRPr>
          </a:p>
          <a:p>
            <a:pPr marL="685800" lvl="1" indent="-228600" defTabSz="914400">
              <a:lnSpc>
                <a:spcPct val="90000"/>
              </a:lnSpc>
              <a:spcBef>
                <a:spcPts val="469"/>
              </a:spcBef>
              <a:buClr>
                <a:srgbClr val="000000"/>
              </a:buClr>
              <a:buFont typeface="Arial"/>
              <a:buChar char="•"/>
            </a:pPr>
            <a:r>
              <a:rPr lang="de-DE" sz="2300" b="0" u="none" strike="noStrike">
                <a:solidFill>
                  <a:schemeClr val="dk1"/>
                </a:solidFill>
                <a:uFillTx/>
                <a:latin typeface="Courier New"/>
              </a:rPr>
              <a:t>NavigationStart, RoutesRecognized, NavigationEnd, …</a:t>
            </a:r>
            <a:endParaRPr lang="de-DE" sz="2300" b="0" u="none" strike="noStrike">
              <a:solidFill>
                <a:srgbClr val="000000"/>
              </a:solidFill>
              <a:uFillTx/>
              <a:latin typeface="Arial"/>
            </a:endParaRPr>
          </a:p>
          <a:p>
            <a:pPr marL="228600" indent="-228600" defTabSz="914400">
              <a:lnSpc>
                <a:spcPct val="90000"/>
              </a:lnSpc>
              <a:spcBef>
                <a:spcPts val="940"/>
              </a:spcBef>
              <a:buClr>
                <a:srgbClr val="000000"/>
              </a:buClr>
              <a:buFont typeface="Arial"/>
              <a:buChar char="•"/>
            </a:pPr>
            <a:r>
              <a:rPr lang="de-DE" sz="2600" b="0" u="none" strike="noStrike">
                <a:solidFill>
                  <a:schemeClr val="dk1"/>
                </a:solidFill>
                <a:uFillTx/>
                <a:latin typeface="Calibri"/>
              </a:rPr>
              <a:t>Details unter https://angular.dev/guide/routing</a:t>
            </a:r>
            <a:endParaRPr lang="de-DE" sz="2600" b="0" u="none" strike="noStrike">
              <a:solidFill>
                <a:srgbClr val="000000"/>
              </a:solidFill>
              <a:uFillTx/>
              <a:latin typeface="Arial"/>
            </a:endParaRPr>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Beispiel: Component Input Binding</a:t>
            </a:r>
            <a:endParaRPr lang="de-DE" sz="4400" b="0" u="none" strike="noStrike">
              <a:solidFill>
                <a:srgbClr val="000000"/>
              </a:solidFill>
              <a:uFillTx/>
              <a:latin typeface="Arial"/>
            </a:endParaRPr>
          </a:p>
        </p:txBody>
      </p:sp>
      <p:sp>
        <p:nvSpPr>
          <p:cNvPr id="1056"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a:bodyPr>
          <a:lstStyle/>
          <a:p>
            <a:pPr indent="0" defTabSz="914400">
              <a:lnSpc>
                <a:spcPct val="90000"/>
              </a:lnSpc>
              <a:spcBef>
                <a:spcPts val="898"/>
              </a:spcBef>
              <a:buNone/>
              <a:tabLst>
                <a:tab pos="0" algn="l"/>
              </a:tabLst>
            </a:pPr>
            <a:r>
              <a:rPr lang="de-DE" sz="2500" b="0" u="none" strike="noStrike">
                <a:solidFill>
                  <a:srgbClr val="1E347B"/>
                </a:solidFill>
                <a:uFillTx/>
                <a:latin typeface="SourceCodePro"/>
              </a:rPr>
              <a:t>// main.ts</a:t>
            </a:r>
            <a:endParaRPr lang="de-DE" sz="2500" b="0" u="none" strike="noStrike">
              <a:solidFill>
                <a:srgbClr val="000000"/>
              </a:solidFill>
              <a:uFillTx/>
              <a:latin typeface="Arial"/>
            </a:endParaRPr>
          </a:p>
          <a:p>
            <a:pPr indent="0" defTabSz="914400">
              <a:lnSpc>
                <a:spcPct val="90000"/>
              </a:lnSpc>
              <a:spcBef>
                <a:spcPts val="898"/>
              </a:spcBef>
              <a:buNone/>
              <a:tabLst>
                <a:tab pos="0" algn="l"/>
              </a:tabLst>
            </a:pPr>
            <a:r>
              <a:rPr lang="de-DE" sz="2500" b="0" u="none" strike="noStrike">
                <a:solidFill>
                  <a:srgbClr val="1E347B"/>
                </a:solidFill>
                <a:uFillTx/>
                <a:latin typeface="SourceCodePro"/>
              </a:rPr>
              <a:t>provideRouter(routes, withComponentInputBinding())</a:t>
            </a:r>
            <a:endParaRPr lang="de-DE" sz="2500" b="0" u="none" strike="noStrike">
              <a:solidFill>
                <a:srgbClr val="000000"/>
              </a:solidFill>
              <a:uFillTx/>
              <a:latin typeface="Arial"/>
            </a:endParaRPr>
          </a:p>
          <a:p>
            <a:pPr indent="0" defTabSz="914400">
              <a:lnSpc>
                <a:spcPct val="90000"/>
              </a:lnSpc>
              <a:spcBef>
                <a:spcPts val="898"/>
              </a:spcBef>
              <a:buNone/>
              <a:tabLst>
                <a:tab pos="0" algn="l"/>
              </a:tabLst>
            </a:pPr>
            <a:r>
              <a:rPr lang="de-DE" sz="2500" b="0" u="none" strike="noStrike">
                <a:solidFill>
                  <a:srgbClr val="1E347B"/>
                </a:solidFill>
                <a:uFillTx/>
                <a:latin typeface="SourceCodePro"/>
              </a:rPr>
              <a:t>// app.routes.ts</a:t>
            </a:r>
            <a:endParaRPr lang="de-DE" sz="2500" b="0" u="none" strike="noStrike">
              <a:solidFill>
                <a:srgbClr val="000000"/>
              </a:solidFill>
              <a:uFillTx/>
              <a:latin typeface="Arial"/>
            </a:endParaRPr>
          </a:p>
          <a:p>
            <a:pPr indent="0" defTabSz="914400">
              <a:lnSpc>
                <a:spcPct val="90000"/>
              </a:lnSpc>
              <a:spcBef>
                <a:spcPts val="898"/>
              </a:spcBef>
              <a:buNone/>
              <a:tabLst>
                <a:tab pos="0" algn="l"/>
              </a:tabLst>
            </a:pPr>
            <a:r>
              <a:rPr lang="de-DE" sz="2500" b="0" u="none" strike="noStrike">
                <a:solidFill>
                  <a:srgbClr val="1E347B"/>
                </a:solidFill>
                <a:uFillTx/>
                <a:latin typeface="SourceCodePro"/>
              </a:rPr>
              <a:t>{ path: 'artist/:id', component: ArtistDetailsComponent }</a:t>
            </a:r>
            <a:endParaRPr lang="de-DE" sz="2500" b="0" u="none" strike="noStrike">
              <a:solidFill>
                <a:srgbClr val="000000"/>
              </a:solidFill>
              <a:uFillTx/>
              <a:latin typeface="Arial"/>
            </a:endParaRPr>
          </a:p>
          <a:p>
            <a:pPr indent="0" defTabSz="914400">
              <a:lnSpc>
                <a:spcPct val="90000"/>
              </a:lnSpc>
              <a:spcBef>
                <a:spcPts val="898"/>
              </a:spcBef>
              <a:buNone/>
              <a:tabLst>
                <a:tab pos="0" algn="l"/>
              </a:tabLst>
            </a:pPr>
            <a:r>
              <a:rPr lang="de-DE" sz="2500" b="0" u="none" strike="noStrike">
                <a:solidFill>
                  <a:srgbClr val="1E347B"/>
                </a:solidFill>
                <a:uFillTx/>
                <a:latin typeface="SourceCodePro"/>
              </a:rPr>
              <a:t>// artist-details.component.ts</a:t>
            </a:r>
            <a:endParaRPr lang="de-DE" sz="2500" b="0" u="none" strike="noStrike">
              <a:solidFill>
                <a:srgbClr val="000000"/>
              </a:solidFill>
              <a:uFillTx/>
              <a:latin typeface="Arial"/>
            </a:endParaRPr>
          </a:p>
          <a:p>
            <a:pPr indent="0" defTabSz="914400">
              <a:lnSpc>
                <a:spcPct val="90000"/>
              </a:lnSpc>
              <a:spcBef>
                <a:spcPts val="898"/>
              </a:spcBef>
              <a:buNone/>
              <a:tabLst>
                <a:tab pos="0" algn="l"/>
              </a:tabLst>
            </a:pPr>
            <a:r>
              <a:rPr lang="de-DE" sz="2500" b="0" u="none" strike="noStrike">
                <a:solidFill>
                  <a:srgbClr val="1E347B"/>
                </a:solidFill>
                <a:uFillTx/>
                <a:latin typeface="SourceCodePro"/>
              </a:rPr>
              <a:t>export class ArtistDetailsComponent {</a:t>
            </a:r>
            <a:endParaRPr lang="de-DE" sz="2500" b="0" u="none" strike="noStrike">
              <a:solidFill>
                <a:srgbClr val="000000"/>
              </a:solidFill>
              <a:uFillTx/>
              <a:latin typeface="Arial"/>
            </a:endParaRPr>
          </a:p>
          <a:p>
            <a:pPr indent="0" defTabSz="914400">
              <a:lnSpc>
                <a:spcPct val="90000"/>
              </a:lnSpc>
              <a:spcBef>
                <a:spcPts val="898"/>
              </a:spcBef>
              <a:buNone/>
              <a:tabLst>
                <a:tab pos="0" algn="l"/>
              </a:tabLst>
            </a:pPr>
            <a:r>
              <a:rPr lang="de-DE" sz="2500" b="0" u="none" strike="noStrike">
                <a:solidFill>
                  <a:srgbClr val="1E347B"/>
                </a:solidFill>
                <a:uFillTx/>
                <a:latin typeface="SourceCodePro"/>
              </a:rPr>
              <a:t>  private readonly service = inject(ArtistService);</a:t>
            </a:r>
            <a:endParaRPr lang="de-DE" sz="2500" b="0" u="none" strike="noStrike">
              <a:solidFill>
                <a:srgbClr val="000000"/>
              </a:solidFill>
              <a:uFillTx/>
              <a:latin typeface="Arial"/>
            </a:endParaRPr>
          </a:p>
          <a:p>
            <a:pPr indent="0" defTabSz="914400">
              <a:lnSpc>
                <a:spcPct val="90000"/>
              </a:lnSpc>
              <a:spcBef>
                <a:spcPts val="898"/>
              </a:spcBef>
              <a:buNone/>
              <a:tabLst>
                <a:tab pos="0" algn="l"/>
              </a:tabLst>
            </a:pPr>
            <a:r>
              <a:rPr lang="de-DE" sz="2500" b="0" u="none" strike="noStrike">
                <a:solidFill>
                  <a:srgbClr val="1E347B"/>
                </a:solidFill>
                <a:uFillTx/>
                <a:latin typeface="SourceCodePro"/>
              </a:rPr>
              <a:t>  id = input&lt;string&gt;();          // wird aus :id befüllt</a:t>
            </a:r>
            <a:endParaRPr lang="de-DE" sz="2500" b="0" u="none" strike="noStrike">
              <a:solidFill>
                <a:srgbClr val="000000"/>
              </a:solidFill>
              <a:uFillTx/>
              <a:latin typeface="Arial"/>
            </a:endParaRPr>
          </a:p>
          <a:p>
            <a:pPr indent="0" defTabSz="914400">
              <a:lnSpc>
                <a:spcPct val="90000"/>
              </a:lnSpc>
              <a:spcBef>
                <a:spcPts val="898"/>
              </a:spcBef>
              <a:buNone/>
              <a:tabLst>
                <a:tab pos="0" algn="l"/>
              </a:tabLst>
            </a:pPr>
            <a:r>
              <a:rPr lang="de-DE" sz="2500" b="0" u="none" strike="noStrike">
                <a:solidFill>
                  <a:srgbClr val="1E347B"/>
                </a:solidFill>
                <a:uFillTx/>
                <a:latin typeface="SourceCodePro"/>
              </a:rPr>
              <a:t>  artist = computed(() =&gt; …);   // reagiert auf Änderungen von id()</a:t>
            </a:r>
            <a:endParaRPr lang="de-DE" sz="2500" b="0" u="none" strike="noStrike">
              <a:solidFill>
                <a:srgbClr val="000000"/>
              </a:solidFill>
              <a:uFillTx/>
              <a:latin typeface="Arial"/>
            </a:endParaRPr>
          </a:p>
          <a:p>
            <a:pPr indent="0" defTabSz="914400">
              <a:lnSpc>
                <a:spcPct val="90000"/>
              </a:lnSpc>
              <a:spcBef>
                <a:spcPts val="898"/>
              </a:spcBef>
              <a:buNone/>
              <a:tabLst>
                <a:tab pos="0" algn="l"/>
              </a:tabLst>
            </a:pPr>
            <a:r>
              <a:rPr lang="de-DE" sz="2500" b="0" u="none" strike="noStrike">
                <a:solidFill>
                  <a:srgbClr val="1E347B"/>
                </a:solidFill>
                <a:uFillTx/>
                <a:latin typeface="SourceCodePro"/>
              </a:rPr>
              <a:t>}</a:t>
            </a:r>
            <a:endParaRPr lang="de-DE" sz="2500" b="0" u="none" strike="noStrike">
              <a:solidFill>
                <a:srgbClr val="000000"/>
              </a:solidFill>
              <a:uFillTx/>
              <a:latin typeface="Arial"/>
            </a:endParaRPr>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9"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Weiterverarbeitung von Routenparametern</a:t>
            </a:r>
            <a:endParaRPr lang="de-DE" sz="4400" b="0" u="none" strike="noStrike">
              <a:solidFill>
                <a:srgbClr val="000000"/>
              </a:solidFill>
              <a:uFillTx/>
              <a:latin typeface="Arial"/>
            </a:endParaRPr>
          </a:p>
        </p:txBody>
      </p:sp>
      <p:sp>
        <p:nvSpPr>
          <p:cNvPr id="1060"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indent="0" defTabSz="914400">
              <a:lnSpc>
                <a:spcPct val="90000"/>
              </a:lnSpc>
              <a:spcBef>
                <a:spcPts val="790"/>
              </a:spcBef>
              <a:buNone/>
              <a:tabLst>
                <a:tab pos="0" algn="l"/>
              </a:tabLst>
            </a:pPr>
            <a:r>
              <a:rPr lang="de-DE" sz="2200" b="0" u="none" strike="noStrike">
                <a:solidFill>
                  <a:srgbClr val="48484C"/>
                </a:solidFill>
                <a:uFillTx/>
                <a:latin typeface="SourceCodePro"/>
              </a:rPr>
              <a:t>export class ArtistDetailsComponent {</a:t>
            </a:r>
            <a:endParaRPr lang="de-DE" sz="2200" b="0" u="none" strike="noStrike">
              <a:solidFill>
                <a:srgbClr val="000000"/>
              </a:solidFill>
              <a:uFillTx/>
              <a:latin typeface="Arial"/>
            </a:endParaRPr>
          </a:p>
          <a:p>
            <a:pPr indent="0" defTabSz="914400">
              <a:lnSpc>
                <a:spcPct val="90000"/>
              </a:lnSpc>
              <a:spcBef>
                <a:spcPts val="790"/>
              </a:spcBef>
              <a:buNone/>
              <a:tabLst>
                <a:tab pos="0" algn="l"/>
              </a:tabLst>
            </a:pPr>
            <a:r>
              <a:rPr lang="de-DE" sz="2200" b="0" u="none" strike="noStrike">
                <a:solidFill>
                  <a:srgbClr val="48484C"/>
                </a:solidFill>
                <a:uFillTx/>
                <a:latin typeface="SourceCodePro"/>
              </a:rPr>
              <a:t>  private readonly service = inject(ArtistService);</a:t>
            </a:r>
            <a:endParaRPr lang="de-DE" sz="2200" b="0" u="none" strike="noStrike">
              <a:solidFill>
                <a:srgbClr val="000000"/>
              </a:solidFill>
              <a:uFillTx/>
              <a:latin typeface="Arial"/>
            </a:endParaRPr>
          </a:p>
          <a:p>
            <a:pPr indent="0" defTabSz="914400">
              <a:lnSpc>
                <a:spcPct val="90000"/>
              </a:lnSpc>
              <a:spcBef>
                <a:spcPts val="790"/>
              </a:spcBef>
              <a:buNone/>
              <a:tabLst>
                <a:tab pos="0" algn="l"/>
              </a:tabLst>
            </a:pPr>
            <a:r>
              <a:rPr lang="de-DE" sz="2200" b="0" u="none" strike="noStrike">
                <a:solidFill>
                  <a:srgbClr val="48484C"/>
                </a:solidFill>
                <a:uFillTx/>
                <a:latin typeface="SourceCodePro"/>
              </a:rPr>
              <a:t>  id = input.required&lt;string&gt;();</a:t>
            </a:r>
            <a:endParaRPr lang="de-DE" sz="2200" b="0" u="none" strike="noStrike">
              <a:solidFill>
                <a:srgbClr val="000000"/>
              </a:solidFill>
              <a:uFillTx/>
              <a:latin typeface="Arial"/>
            </a:endParaRPr>
          </a:p>
          <a:p>
            <a:pPr indent="0" defTabSz="914400">
              <a:lnSpc>
                <a:spcPct val="90000"/>
              </a:lnSpc>
              <a:spcBef>
                <a:spcPts val="790"/>
              </a:spcBef>
              <a:buNone/>
              <a:tabLst>
                <a:tab pos="0" algn="l"/>
              </a:tabLst>
            </a:pPr>
            <a:r>
              <a:rPr lang="de-DE" sz="2200" b="0" u="none" strike="noStrike">
                <a:solidFill>
                  <a:srgbClr val="48484C"/>
                </a:solidFill>
                <a:uFillTx/>
                <a:latin typeface="SourceCodePro"/>
              </a:rPr>
              <a:t>  artist = toSignal(</a:t>
            </a:r>
            <a:endParaRPr lang="de-DE" sz="2200" b="0" u="none" strike="noStrike">
              <a:solidFill>
                <a:srgbClr val="000000"/>
              </a:solidFill>
              <a:uFillTx/>
              <a:latin typeface="Arial"/>
            </a:endParaRPr>
          </a:p>
          <a:p>
            <a:pPr indent="0" defTabSz="914400">
              <a:lnSpc>
                <a:spcPct val="90000"/>
              </a:lnSpc>
              <a:spcBef>
                <a:spcPts val="790"/>
              </a:spcBef>
              <a:buNone/>
              <a:tabLst>
                <a:tab pos="0" algn="l"/>
              </a:tabLst>
            </a:pPr>
            <a:r>
              <a:rPr lang="de-DE" sz="2200" b="0" u="none" strike="noStrike">
                <a:solidFill>
                  <a:srgbClr val="48484C"/>
                </a:solidFill>
                <a:uFillTx/>
                <a:latin typeface="SourceCodePro"/>
              </a:rPr>
              <a:t>    toObservable(this.id).pipe(</a:t>
            </a:r>
            <a:endParaRPr lang="de-DE" sz="2200" b="0" u="none" strike="noStrike">
              <a:solidFill>
                <a:srgbClr val="000000"/>
              </a:solidFill>
              <a:uFillTx/>
              <a:latin typeface="Arial"/>
            </a:endParaRPr>
          </a:p>
          <a:p>
            <a:pPr indent="0" defTabSz="914400">
              <a:lnSpc>
                <a:spcPct val="90000"/>
              </a:lnSpc>
              <a:spcBef>
                <a:spcPts val="790"/>
              </a:spcBef>
              <a:buNone/>
              <a:tabLst>
                <a:tab pos="0" algn="l"/>
              </a:tabLst>
            </a:pPr>
            <a:r>
              <a:rPr lang="de-DE" sz="2200" b="0" u="none" strike="noStrike">
                <a:solidFill>
                  <a:srgbClr val="48484C"/>
                </a:solidFill>
                <a:uFillTx/>
                <a:latin typeface="SourceCodePro"/>
              </a:rPr>
              <a:t>      map(id =&gt; parseInt(id)),</a:t>
            </a:r>
            <a:endParaRPr lang="de-DE" sz="2200" b="0" u="none" strike="noStrike">
              <a:solidFill>
                <a:srgbClr val="000000"/>
              </a:solidFill>
              <a:uFillTx/>
              <a:latin typeface="Arial"/>
            </a:endParaRPr>
          </a:p>
          <a:p>
            <a:pPr indent="0" defTabSz="914400">
              <a:lnSpc>
                <a:spcPct val="90000"/>
              </a:lnSpc>
              <a:spcBef>
                <a:spcPts val="790"/>
              </a:spcBef>
              <a:buNone/>
              <a:tabLst>
                <a:tab pos="0" algn="l"/>
              </a:tabLst>
            </a:pPr>
            <a:r>
              <a:rPr lang="de-DE" sz="2200" b="0" u="none" strike="noStrike">
                <a:solidFill>
                  <a:srgbClr val="48484C"/>
                </a:solidFill>
                <a:uFillTx/>
                <a:latin typeface="SourceCodePro"/>
              </a:rPr>
              <a:t>      switchMap(id =&gt; this.service.getById(id))</a:t>
            </a:r>
            <a:endParaRPr lang="de-DE" sz="2200" b="0" u="none" strike="noStrike">
              <a:solidFill>
                <a:srgbClr val="000000"/>
              </a:solidFill>
              <a:uFillTx/>
              <a:latin typeface="Arial"/>
            </a:endParaRPr>
          </a:p>
          <a:p>
            <a:pPr indent="0" defTabSz="914400">
              <a:lnSpc>
                <a:spcPct val="90000"/>
              </a:lnSpc>
              <a:spcBef>
                <a:spcPts val="790"/>
              </a:spcBef>
              <a:buNone/>
              <a:tabLst>
                <a:tab pos="0" algn="l"/>
              </a:tabLst>
            </a:pPr>
            <a:r>
              <a:rPr lang="de-DE" sz="2200" b="0" u="none" strike="noStrike">
                <a:solidFill>
                  <a:srgbClr val="48484C"/>
                </a:solidFill>
                <a:uFillTx/>
                <a:latin typeface="SourceCodePro"/>
              </a:rPr>
              <a:t>    )</a:t>
            </a:r>
            <a:endParaRPr lang="de-DE" sz="2200" b="0" u="none" strike="noStrike">
              <a:solidFill>
                <a:srgbClr val="000000"/>
              </a:solidFill>
              <a:uFillTx/>
              <a:latin typeface="Arial"/>
            </a:endParaRPr>
          </a:p>
          <a:p>
            <a:pPr indent="0" defTabSz="914400">
              <a:lnSpc>
                <a:spcPct val="90000"/>
              </a:lnSpc>
              <a:spcBef>
                <a:spcPts val="790"/>
              </a:spcBef>
              <a:buNone/>
              <a:tabLst>
                <a:tab pos="0" algn="l"/>
              </a:tabLst>
            </a:pPr>
            <a:r>
              <a:rPr lang="de-DE" sz="2200" b="0" u="none" strike="noStrike">
                <a:solidFill>
                  <a:srgbClr val="48484C"/>
                </a:solidFill>
                <a:uFillTx/>
                <a:latin typeface="SourceCodePro"/>
              </a:rPr>
              <a:t>  );</a:t>
            </a:r>
            <a:endParaRPr lang="de-DE" sz="2200" b="0" u="none" strike="noStrike">
              <a:solidFill>
                <a:srgbClr val="000000"/>
              </a:solidFill>
              <a:uFillTx/>
              <a:latin typeface="Arial"/>
            </a:endParaRPr>
          </a:p>
          <a:p>
            <a:pPr indent="0" defTabSz="914400">
              <a:lnSpc>
                <a:spcPct val="90000"/>
              </a:lnSpc>
              <a:spcBef>
                <a:spcPts val="790"/>
              </a:spcBef>
              <a:buNone/>
              <a:tabLst>
                <a:tab pos="0" algn="l"/>
              </a:tabLst>
            </a:pPr>
            <a:r>
              <a:rPr lang="de-DE" sz="2200" b="0" u="none" strike="noStrike">
                <a:solidFill>
                  <a:srgbClr val="48484C"/>
                </a:solidFill>
                <a:uFillTx/>
                <a:latin typeface="SourceCodePro"/>
              </a:rPr>
              <a:t>}</a:t>
            </a:r>
            <a:endParaRPr lang="de-DE" sz="2200" b="0" u="none" strike="noStrike">
              <a:solidFill>
                <a:srgbClr val="000000"/>
              </a:solidFill>
              <a:uFillTx/>
              <a:latin typeface="Arial"/>
            </a:endParaRPr>
          </a:p>
          <a:p>
            <a:pPr indent="0" defTabSz="914400">
              <a:lnSpc>
                <a:spcPct val="90000"/>
              </a:lnSpc>
              <a:spcBef>
                <a:spcPts val="790"/>
              </a:spcBef>
              <a:buNone/>
              <a:tabLst>
                <a:tab pos="0" algn="l"/>
              </a:tabLst>
            </a:pPr>
            <a:r>
              <a:rPr lang="de-DE" sz="2200" b="0" u="none" strike="noStrike">
                <a:solidFill>
                  <a:srgbClr val="48484C"/>
                </a:solidFill>
                <a:uFillTx/>
                <a:latin typeface="SourceCodePro"/>
              </a:rPr>
              <a:t>// Legacy: this.route.params.pipe(map(...), switchMap(...)).subscribe(...)</a:t>
            </a:r>
            <a:endParaRPr lang="de-DE" sz="2200" b="0" u="none" strike="noStrike">
              <a:solidFill>
                <a:srgbClr val="000000"/>
              </a:solidFill>
              <a:uFillTx/>
              <a:latin typeface="Arial"/>
            </a:endParaRPr>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1"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Navigation im html</a:t>
            </a:r>
            <a:endParaRPr lang="de-DE" sz="4400" b="0" u="none" strike="noStrike">
              <a:solidFill>
                <a:srgbClr val="000000"/>
              </a:solidFill>
              <a:uFillTx/>
              <a:latin typeface="Arial"/>
            </a:endParaRPr>
          </a:p>
        </p:txBody>
      </p:sp>
      <p:sp>
        <p:nvSpPr>
          <p:cNvPr id="1062"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1E347B"/>
              </a:buClr>
              <a:buFont typeface="Calibri Light"/>
              <a:buAutoNum type="arabicPeriod"/>
            </a:pPr>
            <a:r>
              <a:rPr lang="de-DE" sz="2800" b="0" u="none" strike="noStrike">
                <a:solidFill>
                  <a:srgbClr val="1E347B"/>
                </a:solidFill>
                <a:uFillTx/>
                <a:latin typeface="SourceCodePro"/>
              </a:rPr>
              <a:t>&lt;a</a:t>
            </a:r>
            <a:r>
              <a:rPr lang="de-DE" sz="2800" b="0" u="none" strike="noStrike">
                <a:solidFill>
                  <a:srgbClr val="48484C"/>
                </a:solidFill>
                <a:uFillTx/>
                <a:latin typeface="SourceCodePro"/>
              </a:rPr>
              <a:t> [</a:t>
            </a:r>
            <a:r>
              <a:rPr lang="de-DE" sz="2800" b="0" u="none" strike="noStrike">
                <a:solidFill>
                  <a:srgbClr val="008080"/>
                </a:solidFill>
                <a:uFillTx/>
                <a:latin typeface="SourceCodePro"/>
              </a:rPr>
              <a:t>routerLink</a:t>
            </a:r>
            <a:r>
              <a:rPr lang="de-DE" sz="2800" b="0" u="none" strike="noStrike">
                <a:solidFill>
                  <a:srgbClr val="48484C"/>
                </a:solidFill>
                <a:uFillTx/>
                <a:latin typeface="SourceCodePro"/>
              </a:rPr>
              <a:t>]</a:t>
            </a:r>
            <a:r>
              <a:rPr lang="de-DE" sz="2800" b="0" u="none" strike="noStrike">
                <a:solidFill>
                  <a:srgbClr val="93A1A1"/>
                </a:solidFill>
                <a:uFillTx/>
                <a:latin typeface="SourceCodePro"/>
              </a:rPr>
              <a:t>=</a:t>
            </a:r>
            <a:r>
              <a:rPr lang="de-DE" sz="2800" b="0" u="none" strike="noStrike">
                <a:solidFill>
                  <a:srgbClr val="DD1144"/>
                </a:solidFill>
                <a:uFillTx/>
                <a:latin typeface="SourceCodePro"/>
              </a:rPr>
              <a:t>"['/artist']"</a:t>
            </a:r>
            <a:r>
              <a:rPr lang="de-DE" sz="2800" b="0" u="none" strike="noStrike">
                <a:solidFill>
                  <a:srgbClr val="1E347B"/>
                </a:solidFill>
                <a:uFillTx/>
                <a:latin typeface="SourceCodePro"/>
              </a:rPr>
              <a:t>&gt;</a:t>
            </a:r>
            <a:r>
              <a:rPr lang="de-DE" sz="2800" b="0" u="none" strike="noStrike">
                <a:solidFill>
                  <a:srgbClr val="48484C"/>
                </a:solidFill>
                <a:uFillTx/>
                <a:latin typeface="SourceCodePro"/>
              </a:rPr>
              <a:t>Artists</a:t>
            </a:r>
            <a:r>
              <a:rPr lang="de-DE" sz="2800" b="0" u="none" strike="noStrike">
                <a:solidFill>
                  <a:srgbClr val="1E347B"/>
                </a:solidFill>
                <a:uFillTx/>
                <a:latin typeface="SourceCodePro"/>
              </a:rPr>
              <a:t>&lt;/a&gt;</a:t>
            </a:r>
            <a:endParaRPr lang="de-DE" sz="2800" b="0" u="none" strike="noStrike">
              <a:solidFill>
                <a:srgbClr val="000000"/>
              </a:solidFill>
              <a:uFillTx/>
              <a:latin typeface="Arial"/>
            </a:endParaRPr>
          </a:p>
          <a:p>
            <a:pPr marL="228600" indent="-228600" defTabSz="914400">
              <a:lnSpc>
                <a:spcPct val="90000"/>
              </a:lnSpc>
              <a:spcBef>
                <a:spcPts val="1001"/>
              </a:spcBef>
              <a:buClr>
                <a:srgbClr val="1E347B"/>
              </a:buClr>
              <a:buFont typeface="Calibri Light"/>
              <a:buAutoNum type="arabicPeriod"/>
            </a:pPr>
            <a:r>
              <a:rPr lang="de-DE" sz="2800" b="0" u="none" strike="noStrike">
                <a:solidFill>
                  <a:srgbClr val="1E347B"/>
                </a:solidFill>
                <a:uFillTx/>
                <a:latin typeface="SourceCodePro"/>
              </a:rPr>
              <a:t>&lt;a</a:t>
            </a:r>
            <a:r>
              <a:rPr lang="de-DE" sz="2800" b="0" u="none" strike="noStrike">
                <a:solidFill>
                  <a:srgbClr val="48484C"/>
                </a:solidFill>
                <a:uFillTx/>
                <a:latin typeface="SourceCodePro"/>
              </a:rPr>
              <a:t> [</a:t>
            </a:r>
            <a:r>
              <a:rPr lang="de-DE" sz="2800" b="0" u="none" strike="noStrike">
                <a:solidFill>
                  <a:srgbClr val="008080"/>
                </a:solidFill>
                <a:uFillTx/>
                <a:latin typeface="SourceCodePro"/>
              </a:rPr>
              <a:t>routerLink</a:t>
            </a:r>
            <a:r>
              <a:rPr lang="de-DE" sz="2800" b="0" u="none" strike="noStrike">
                <a:solidFill>
                  <a:srgbClr val="48484C"/>
                </a:solidFill>
                <a:uFillTx/>
                <a:latin typeface="SourceCodePro"/>
              </a:rPr>
              <a:t>]</a:t>
            </a:r>
            <a:r>
              <a:rPr lang="de-DE" sz="2800" b="0" u="none" strike="noStrike">
                <a:solidFill>
                  <a:srgbClr val="93A1A1"/>
                </a:solidFill>
                <a:uFillTx/>
                <a:latin typeface="SourceCodePro"/>
              </a:rPr>
              <a:t>=</a:t>
            </a:r>
            <a:r>
              <a:rPr lang="de-DE" sz="2800" b="0" u="none" strike="noStrike">
                <a:solidFill>
                  <a:srgbClr val="DD1144"/>
                </a:solidFill>
                <a:uFillTx/>
                <a:latin typeface="SourceCodePro"/>
              </a:rPr>
              <a:t>"['/artist', artist.id]"</a:t>
            </a:r>
            <a:r>
              <a:rPr lang="de-DE" sz="2800" b="0" u="none" strike="noStrike">
                <a:solidFill>
                  <a:srgbClr val="1E347B"/>
                </a:solidFill>
                <a:uFillTx/>
                <a:latin typeface="SourceCodePro"/>
              </a:rPr>
              <a:t>&gt;</a:t>
            </a:r>
            <a:r>
              <a:rPr lang="de-DE" sz="2800" b="0" u="none" strike="noStrike">
                <a:solidFill>
                  <a:srgbClr val="48484C"/>
                </a:solidFill>
                <a:uFillTx/>
                <a:latin typeface="SourceCodePro"/>
              </a:rPr>
              <a:t>Some Artist</a:t>
            </a:r>
            <a:r>
              <a:rPr lang="de-DE" sz="2800" b="0" u="none" strike="noStrike">
                <a:solidFill>
                  <a:srgbClr val="1E347B"/>
                </a:solidFill>
                <a:uFillTx/>
                <a:latin typeface="SourceCodePro"/>
              </a:rPr>
              <a:t>&lt;/a&gt;</a:t>
            </a:r>
            <a:endParaRPr lang="de-DE" sz="2800" b="0" u="none" strike="noStrike">
              <a:solidFill>
                <a:srgbClr val="000000"/>
              </a:solidFill>
              <a:uFillTx/>
              <a:latin typeface="Arial"/>
            </a:endParaRPr>
          </a:p>
          <a:p>
            <a:pPr marL="228600" indent="-228600" defTabSz="914400">
              <a:lnSpc>
                <a:spcPct val="90000"/>
              </a:lnSpc>
              <a:spcBef>
                <a:spcPts val="1001"/>
              </a:spcBef>
              <a:buClr>
                <a:srgbClr val="1E347B"/>
              </a:buClr>
              <a:buFont typeface="Calibri Light"/>
              <a:buAutoNum type="arabicPeriod"/>
            </a:pPr>
            <a:r>
              <a:rPr lang="de-DE" sz="2800" b="0" u="none" strike="noStrike">
                <a:solidFill>
                  <a:srgbClr val="1E347B"/>
                </a:solidFill>
                <a:uFillTx/>
                <a:latin typeface="SourceCodePro"/>
              </a:rPr>
              <a:t>&lt;a</a:t>
            </a:r>
            <a:r>
              <a:rPr lang="de-DE" sz="2800" b="0" u="none" strike="noStrike">
                <a:solidFill>
                  <a:srgbClr val="48484C"/>
                </a:solidFill>
                <a:uFillTx/>
                <a:latin typeface="SourceCodePro"/>
              </a:rPr>
              <a:t> [</a:t>
            </a:r>
            <a:r>
              <a:rPr lang="de-DE" sz="2800" b="0" u="none" strike="noStrike">
                <a:solidFill>
                  <a:srgbClr val="008080"/>
                </a:solidFill>
                <a:uFillTx/>
                <a:latin typeface="SourceCodePro"/>
              </a:rPr>
              <a:t>routerLink</a:t>
            </a:r>
            <a:r>
              <a:rPr lang="de-DE" sz="2800" b="0" u="none" strike="noStrike">
                <a:solidFill>
                  <a:srgbClr val="48484C"/>
                </a:solidFill>
                <a:uFillTx/>
                <a:latin typeface="SourceCodePro"/>
              </a:rPr>
              <a:t>]</a:t>
            </a:r>
            <a:r>
              <a:rPr lang="de-DE" sz="2800" b="0" u="none" strike="noStrike">
                <a:solidFill>
                  <a:srgbClr val="93A1A1"/>
                </a:solidFill>
                <a:uFillTx/>
                <a:latin typeface="SourceCodePro"/>
              </a:rPr>
              <a:t>=</a:t>
            </a:r>
            <a:r>
              <a:rPr lang="de-DE" sz="2800" b="0" u="none" strike="noStrike">
                <a:solidFill>
                  <a:srgbClr val="DD1144"/>
                </a:solidFill>
                <a:uFillTx/>
                <a:latin typeface="SourceCodePro"/>
              </a:rPr>
              <a:t>"[artist.id]"</a:t>
            </a:r>
            <a:r>
              <a:rPr lang="de-DE" sz="2800" b="0" u="none" strike="noStrike">
                <a:solidFill>
                  <a:srgbClr val="1E347B"/>
                </a:solidFill>
                <a:uFillTx/>
                <a:latin typeface="SourceCodePro"/>
              </a:rPr>
              <a:t>&gt;</a:t>
            </a:r>
            <a:r>
              <a:rPr lang="de-DE" sz="2800" b="0" u="none" strike="noStrike">
                <a:solidFill>
                  <a:srgbClr val="48484C"/>
                </a:solidFill>
                <a:uFillTx/>
                <a:latin typeface="SourceCodePro"/>
              </a:rPr>
              <a:t>Artist with ID</a:t>
            </a:r>
            <a:r>
              <a:rPr lang="de-DE" sz="2800" b="0" u="none" strike="noStrike">
                <a:solidFill>
                  <a:srgbClr val="1E347B"/>
                </a:solidFill>
                <a:uFillTx/>
                <a:latin typeface="SourceCodePro"/>
              </a:rPr>
              <a:t>&lt;/a&gt;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endParaRPr lang="de-DE" sz="28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tabLst>
                <a:tab pos="0" algn="l"/>
              </a:tabLst>
            </a:pPr>
            <a:r>
              <a:rPr lang="de-DE" sz="2800" b="0" u="none" strike="noStrike">
                <a:solidFill>
                  <a:schemeClr val="dk1"/>
                </a:solidFill>
                <a:uFillTx/>
                <a:latin typeface="Calibri"/>
              </a:rPr>
              <a:t>Absolute Links mit führendem Slash (1,2)</a:t>
            </a:r>
            <a:endParaRPr lang="de-DE" sz="28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tabLst>
                <a:tab pos="0" algn="l"/>
              </a:tabLst>
            </a:pPr>
            <a:r>
              <a:rPr lang="de-DE" sz="2800" b="0" u="none" strike="noStrike">
                <a:solidFill>
                  <a:schemeClr val="dk1"/>
                </a:solidFill>
                <a:uFillTx/>
                <a:latin typeface="Calibri"/>
              </a:rPr>
              <a:t>Zur aktuellen Route relative Links ohne führenden Slash (3)</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endParaRPr lang="de-DE" sz="2800" b="0" u="none" strike="noStrike">
              <a:solidFill>
                <a:srgbClr val="000000"/>
              </a:solidFill>
              <a:uFillTx/>
              <a:latin typeface="Arial"/>
            </a:endParaRPr>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3"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Navigation im Code – Component Klasse</a:t>
            </a:r>
            <a:endParaRPr lang="de-DE" sz="4400" b="0" u="none" strike="noStrike">
              <a:solidFill>
                <a:srgbClr val="000000"/>
              </a:solidFill>
              <a:uFillTx/>
              <a:latin typeface="Arial"/>
            </a:endParaRPr>
          </a:p>
        </p:txBody>
      </p:sp>
      <p:sp>
        <p:nvSpPr>
          <p:cNvPr id="1064"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de-DE" sz="2800" b="0" u="none" strike="noStrike">
                <a:solidFill>
                  <a:srgbClr val="48484C"/>
                </a:solidFill>
                <a:uFillTx/>
                <a:latin typeface="SourceCodePro"/>
              </a:rPr>
              <a:t>private readonly router = inject(Router);</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48484C"/>
                </a:solidFill>
                <a:uFillTx/>
                <a:latin typeface="SourceCodePro"/>
              </a:rPr>
              <a:t>save() {</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48484C"/>
                </a:solidFill>
                <a:uFillTx/>
                <a:latin typeface="SourceCodePro"/>
              </a:rPr>
              <a:t>  // Navigate back to list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48484C"/>
                </a:solidFill>
                <a:uFillTx/>
                <a:latin typeface="SourceCodePro"/>
              </a:rPr>
              <a:t>  this.router.navigate(['artist']);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48484C"/>
                </a:solidFill>
                <a:uFillTx/>
                <a:latin typeface="SourceCodePro"/>
              </a:rPr>
              <a:t>}</a:t>
            </a:r>
            <a:endParaRPr lang="de-DE" sz="2800" b="0" u="none" strike="noStrike">
              <a:solidFill>
                <a:srgbClr val="000000"/>
              </a:solidFill>
              <a:uFillTx/>
              <a:latin typeface="Arial"/>
            </a:endParaRPr>
          </a:p>
        </p:txBody>
      </p: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1065" name="Rectangle 7">
            <a:extLst>
              <a:ext uri="{C183D7F6-B498-43B3-948B-1728B52AA6E4}">
                <adec:decorative xmlns:adec="http://schemas.microsoft.com/office/drawing/2017/decorative" val="1"/>
              </a:ext>
            </a:extLst>
          </p:cNvPr>
          <p:cNvSpPr/>
          <p:nvPr/>
        </p:nvSpPr>
        <p:spPr>
          <a:xfrm>
            <a:off x="0" y="0"/>
            <a:ext cx="12190320" cy="685656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1066" name="Rectangle 9">
            <a:extLst>
              <a:ext uri="{C183D7F6-B498-43B3-948B-1728B52AA6E4}">
                <adec:decorative xmlns:adec="http://schemas.microsoft.com/office/drawing/2017/decorative" val="1"/>
              </a:ext>
            </a:extLst>
          </p:cNvPr>
          <p:cNvSpPr/>
          <p:nvPr/>
        </p:nvSpPr>
        <p:spPr>
          <a:xfrm>
            <a:off x="360" y="0"/>
            <a:ext cx="12190320" cy="68565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800" b="0" u="none" strike="noStrike">
              <a:solidFill>
                <a:schemeClr val="lt1"/>
              </a:solidFill>
              <a:uFillTx/>
              <a:latin typeface="Calibri"/>
            </a:endParaRPr>
          </a:p>
        </p:txBody>
      </p:sp>
      <p:sp>
        <p:nvSpPr>
          <p:cNvPr id="1067" name="PlaceHolder 1"/>
          <p:cNvSpPr>
            <a:spLocks noGrp="1"/>
          </p:cNvSpPr>
          <p:nvPr>
            <p:ph type="title"/>
          </p:nvPr>
        </p:nvSpPr>
        <p:spPr>
          <a:xfrm>
            <a:off x="1179360" y="1280520"/>
            <a:ext cx="9831960" cy="1324080"/>
          </a:xfrm>
          <a:prstGeom prst="rect">
            <a:avLst/>
          </a:prstGeom>
          <a:noFill/>
          <a:ln w="0">
            <a:noFill/>
          </a:ln>
        </p:spPr>
        <p:txBody>
          <a:bodyPr lIns="91440" tIns="45720" rIns="91440" bIns="45720" anchor="b">
            <a:normAutofit/>
          </a:bodyPr>
          <a:lstStyle/>
          <a:p>
            <a:pPr indent="0" algn="ctr" defTabSz="914400">
              <a:lnSpc>
                <a:spcPct val="90000"/>
              </a:lnSpc>
              <a:buNone/>
              <a:tabLst>
                <a:tab pos="0" algn="l"/>
              </a:tabLst>
            </a:pPr>
            <a:r>
              <a:rPr lang="de-DE" sz="3600" b="0" u="none" strike="noStrike">
                <a:solidFill>
                  <a:schemeClr val="dk2"/>
                </a:solidFill>
                <a:uFillTx/>
                <a:latin typeface="Calibri Light"/>
              </a:rPr>
              <a:t>Übung 21: Routing mit Parametern</a:t>
            </a:r>
            <a:endParaRPr lang="de-DE" sz="3600" b="0" u="none" strike="noStrike">
              <a:solidFill>
                <a:srgbClr val="000000"/>
              </a:solidFill>
              <a:uFillTx/>
              <a:latin typeface="Arial"/>
            </a:endParaRPr>
          </a:p>
        </p:txBody>
      </p:sp>
      <p:grpSp>
        <p:nvGrpSpPr>
          <p:cNvPr id="1068" name="Group 11">
            <a:extLst>
              <a:ext uri="{C183D7F6-B498-43B3-948B-1728B52AA6E4}">
                <adec:decorative xmlns:adec="http://schemas.microsoft.com/office/drawing/2017/decorative" val="1"/>
              </a:ext>
            </a:extLst>
          </p:cNvPr>
          <p:cNvGrpSpPr/>
          <p:nvPr/>
        </p:nvGrpSpPr>
        <p:grpSpPr>
          <a:xfrm>
            <a:off x="8289720" y="0"/>
            <a:ext cx="3900960" cy="2381400"/>
            <a:chOff x="8289720" y="0"/>
            <a:chExt cx="3900960" cy="2381400"/>
          </a:xfrm>
        </p:grpSpPr>
        <p:sp>
          <p:nvSpPr>
            <p:cNvPr id="1069" name="Freeform: Shape 12">
              <a:extLst>
                <a:ext uri="{C183D7F6-B498-43B3-948B-1728B52AA6E4}">
                  <adec:decorative xmlns:adec="http://schemas.microsoft.com/office/drawing/2017/decorative" val="1"/>
                </a:ext>
              </a:extLst>
            </p:cNvPr>
            <p:cNvSpPr/>
            <p:nvPr/>
          </p:nvSpPr>
          <p:spPr>
            <a:xfrm>
              <a:off x="8289720" y="0"/>
              <a:ext cx="3900600" cy="2381400"/>
            </a:xfrm>
            <a:custGeom>
              <a:avLst/>
              <a:gdLst>
                <a:gd name="textAreaLeft" fmla="*/ 0 w 3900600"/>
                <a:gd name="textAreaRight" fmla="*/ 3902040 w 3900600"/>
                <a:gd name="textAreaTop" fmla="*/ 0 h 2381400"/>
                <a:gd name="textAreaBottom" fmla="*/ 2382840 h 2381400"/>
              </a:gdLst>
              <a:ahLst/>
              <a:cxnLst/>
              <a:rect l="textAreaLeft" t="textAreaTop" r="textAreaRight" b="textAreaBottom"/>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1070" name="Freeform: Shape 13">
              <a:extLst>
                <a:ext uri="{C183D7F6-B498-43B3-948B-1728B52AA6E4}">
                  <adec:decorative xmlns:adec="http://schemas.microsoft.com/office/drawing/2017/decorative" val="1"/>
                </a:ext>
              </a:extLst>
            </p:cNvPr>
            <p:cNvSpPr/>
            <p:nvPr/>
          </p:nvSpPr>
          <p:spPr>
            <a:xfrm>
              <a:off x="8326080" y="0"/>
              <a:ext cx="3864600" cy="2182680"/>
            </a:xfrm>
            <a:custGeom>
              <a:avLst/>
              <a:gdLst>
                <a:gd name="textAreaLeft" fmla="*/ 0 w 3864600"/>
                <a:gd name="textAreaRight" fmla="*/ 3866040 w 3864600"/>
                <a:gd name="textAreaTop" fmla="*/ 0 h 2182680"/>
                <a:gd name="textAreaBottom" fmla="*/ 2184120 h 2182680"/>
              </a:gdLst>
              <a:ahLst/>
              <a:cxnLst/>
              <a:rect l="textAreaLeft" t="textAreaTop" r="textAreaRight" b="textAreaBottom"/>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1071" name="Freeform: Shape 14">
              <a:extLst>
                <a:ext uri="{C183D7F6-B498-43B3-948B-1728B52AA6E4}">
                  <adec:decorative xmlns:adec="http://schemas.microsoft.com/office/drawing/2017/decorative" val="1"/>
                </a:ext>
              </a:extLst>
            </p:cNvPr>
            <p:cNvSpPr/>
            <p:nvPr/>
          </p:nvSpPr>
          <p:spPr>
            <a:xfrm>
              <a:off x="8329680" y="0"/>
              <a:ext cx="3861000" cy="2144160"/>
            </a:xfrm>
            <a:custGeom>
              <a:avLst/>
              <a:gdLst>
                <a:gd name="textAreaLeft" fmla="*/ 0 w 3861000"/>
                <a:gd name="textAreaRight" fmla="*/ 3862440 w 3861000"/>
                <a:gd name="textAreaTop" fmla="*/ 0 h 2144160"/>
                <a:gd name="textAreaBottom" fmla="*/ 2145600 h 2144160"/>
              </a:gdLst>
              <a:ahLst/>
              <a:cxnLst/>
              <a:rect l="textAreaLeft" t="textAreaTop" r="textAreaRight" b="textAreaBottom"/>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1072" name="Freeform: Shape 15">
              <a:extLst>
                <a:ext uri="{C183D7F6-B498-43B3-948B-1728B52AA6E4}">
                  <adec:decorative xmlns:adec="http://schemas.microsoft.com/office/drawing/2017/decorative" val="1"/>
                </a:ext>
              </a:extLst>
            </p:cNvPr>
            <p:cNvSpPr/>
            <p:nvPr/>
          </p:nvSpPr>
          <p:spPr>
            <a:xfrm>
              <a:off x="8329680" y="0"/>
              <a:ext cx="3861000" cy="2144160"/>
            </a:xfrm>
            <a:custGeom>
              <a:avLst/>
              <a:gdLst>
                <a:gd name="textAreaLeft" fmla="*/ 0 w 3861000"/>
                <a:gd name="textAreaRight" fmla="*/ 3862440 w 3861000"/>
                <a:gd name="textAreaTop" fmla="*/ 0 h 2144160"/>
                <a:gd name="textAreaBottom" fmla="*/ 2145600 h 2144160"/>
              </a:gdLst>
              <a:ahLst/>
              <a:cxnLst/>
              <a:rect l="textAreaLeft" t="textAreaTop" r="textAreaRight" b="textAreaBottom"/>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grpSp>
      <p:sp>
        <p:nvSpPr>
          <p:cNvPr id="1073" name="PlaceHolder 2"/>
          <p:cNvSpPr>
            <a:spLocks noGrp="1"/>
          </p:cNvSpPr>
          <p:nvPr>
            <p:ph/>
          </p:nvPr>
        </p:nvSpPr>
        <p:spPr>
          <a:xfrm>
            <a:off x="1179360" y="2890800"/>
            <a:ext cx="9831960" cy="2692440"/>
          </a:xfrm>
          <a:prstGeom prst="rect">
            <a:avLst/>
          </a:prstGeom>
          <a:noFill/>
          <a:ln w="0">
            <a:noFill/>
          </a:ln>
        </p:spPr>
        <p:txBody>
          <a:bodyPr lIns="91440" tIns="45720" rIns="91440" bIns="45720" anchor="t">
            <a:normAutofit/>
          </a:bodyPr>
          <a:lstStyle/>
          <a:p>
            <a:pPr marL="228600" indent="-228600" defTabSz="914400">
              <a:lnSpc>
                <a:spcPct val="90000"/>
              </a:lnSpc>
              <a:spcBef>
                <a:spcPts val="1001"/>
              </a:spcBef>
              <a:buClr>
                <a:srgbClr val="44546A"/>
              </a:buClr>
              <a:buFont typeface="Arial"/>
              <a:buChar char="•"/>
            </a:pPr>
            <a:r>
              <a:rPr lang="de-DE" sz="900" b="0" u="none" strike="noStrike">
                <a:solidFill>
                  <a:schemeClr val="dk2"/>
                </a:solidFill>
                <a:uFillTx/>
                <a:latin typeface="Calibri"/>
              </a:rPr>
              <a:t>Erstelle eine Route für die Detail Ansicht</a:t>
            </a:r>
            <a:endParaRPr lang="de-DE" sz="9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900" b="0" u="none" strike="noStrike">
                <a:solidFill>
                  <a:schemeClr val="dk2"/>
                </a:solidFill>
                <a:uFillTx/>
                <a:latin typeface="Calibri"/>
              </a:rPr>
              <a:t>Konfiguriere eine Route für /customer/:id die auf die CustomerDetailComponent verweist</a:t>
            </a:r>
            <a:endParaRPr lang="de-DE" sz="9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900" b="0" u="none" strike="noStrike">
                <a:solidFill>
                  <a:schemeClr val="dk2"/>
                </a:solidFill>
                <a:uFillTx/>
                <a:latin typeface="Calibri"/>
              </a:rPr>
              <a:t>Erweitere CustomerService um eine Methode getById : Observable&lt;Customer&gt;</a:t>
            </a:r>
            <a:endParaRPr lang="de-DE" sz="9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900" b="0" u="none" strike="noStrike">
                <a:solidFill>
                  <a:schemeClr val="dk2"/>
                </a:solidFill>
                <a:uFillTx/>
                <a:latin typeface="Calibri"/>
              </a:rPr>
              <a:t>Lese in CustomerDetailsComponent den Routen-Parameter per Signal-Input id = input&lt;string&gt;() aus (withComponentInputBinding() in main.ts)</a:t>
            </a:r>
            <a:endParaRPr lang="de-DE" sz="9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900" b="0" u="none" strike="noStrike">
                <a:solidFill>
                  <a:schemeClr val="dk2"/>
                </a:solidFill>
                <a:uFillTx/>
                <a:latin typeface="Calibri"/>
              </a:rPr>
              <a:t>Hole das Customer für die Anzeige per ID vom Service</a:t>
            </a:r>
            <a:endParaRPr lang="de-DE" sz="900" b="0" u="none" strike="noStrike">
              <a:solidFill>
                <a:srgbClr val="000000"/>
              </a:solidFill>
              <a:uFillTx/>
              <a:latin typeface="Arial"/>
            </a:endParaRPr>
          </a:p>
          <a:p>
            <a:pPr marL="228600" indent="-228600" defTabSz="914400">
              <a:lnSpc>
                <a:spcPct val="90000"/>
              </a:lnSpc>
              <a:spcBef>
                <a:spcPts val="1001"/>
              </a:spcBef>
              <a:buClr>
                <a:srgbClr val="44546A"/>
              </a:buClr>
              <a:buFont typeface="Arial"/>
              <a:buChar char="•"/>
            </a:pPr>
            <a:r>
              <a:rPr lang="de-DE" sz="900" b="0" u="none" strike="noStrike">
                <a:solidFill>
                  <a:schemeClr val="dk2"/>
                </a:solidFill>
                <a:uFillTx/>
                <a:latin typeface="Calibri"/>
              </a:rPr>
              <a:t>Verlinke die Listen-Ansicht mit der Detail-Ansicht</a:t>
            </a:r>
            <a:endParaRPr lang="de-DE" sz="9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900" b="0" u="none" strike="noStrike">
                <a:solidFill>
                  <a:schemeClr val="dk2"/>
                </a:solidFill>
                <a:uFillTx/>
                <a:latin typeface="Calibri"/>
              </a:rPr>
              <a:t>Importiere RouterLink im imports-Array von CustomerListComponent</a:t>
            </a:r>
            <a:endParaRPr lang="de-DE" sz="9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900" b="0" u="none" strike="noStrike">
                <a:solidFill>
                  <a:schemeClr val="dk2"/>
                </a:solidFill>
                <a:uFillTx/>
                <a:latin typeface="Calibri"/>
              </a:rPr>
              <a:t>Füge den Listen-Elementen einen routerLink hinzu</a:t>
            </a:r>
            <a:endParaRPr lang="de-DE" sz="9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900" b="0" u="none" strike="noStrike">
                <a:solidFill>
                  <a:schemeClr val="dk2"/>
                </a:solidFill>
                <a:uFillTx/>
                <a:latin typeface="Calibri"/>
              </a:rPr>
              <a:t>Navigiere im routerLink zur Detail-Ansicht für das Element</a:t>
            </a:r>
            <a:endParaRPr lang="de-DE" sz="900" b="0" u="none" strike="noStrike">
              <a:solidFill>
                <a:srgbClr val="000000"/>
              </a:solidFill>
              <a:uFillTx/>
              <a:latin typeface="Arial"/>
            </a:endParaRPr>
          </a:p>
          <a:p>
            <a:pPr marL="228600" indent="-228600" defTabSz="914400">
              <a:lnSpc>
                <a:spcPct val="90000"/>
              </a:lnSpc>
              <a:spcBef>
                <a:spcPts val="1001"/>
              </a:spcBef>
              <a:buClr>
                <a:srgbClr val="44546A"/>
              </a:buClr>
              <a:buFont typeface="Arial"/>
              <a:buChar char="•"/>
            </a:pPr>
            <a:r>
              <a:rPr lang="de-DE" sz="900" b="0" u="none" strike="noStrike">
                <a:solidFill>
                  <a:schemeClr val="dk2"/>
                </a:solidFill>
                <a:uFillTx/>
                <a:latin typeface="Calibri"/>
              </a:rPr>
              <a:t>Verlinke die Detail-Ansicht mit der Listen-Ansicht</a:t>
            </a:r>
            <a:endParaRPr lang="de-DE" sz="9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900" b="0" u="none" strike="noStrike">
                <a:solidFill>
                  <a:schemeClr val="dk2"/>
                </a:solidFill>
                <a:uFillTx/>
                <a:latin typeface="Calibri"/>
              </a:rPr>
              <a:t>Füge im Template von CustomerDetailsComponent einen Link zurück zur Liste ein</a:t>
            </a:r>
            <a:endParaRPr lang="de-DE" sz="9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900" b="0" u="none" strike="noStrike">
                <a:solidFill>
                  <a:schemeClr val="dk2"/>
                </a:solidFill>
                <a:uFillTx/>
                <a:latin typeface="Calibri"/>
              </a:rPr>
              <a:t>Verwende einen Button mit einem Click-Handler</a:t>
            </a:r>
            <a:endParaRPr lang="de-DE" sz="9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900" b="0" u="none" strike="noStrike">
                <a:solidFill>
                  <a:schemeClr val="dk2"/>
                </a:solidFill>
                <a:uFillTx/>
                <a:latin typeface="Calibri"/>
              </a:rPr>
              <a:t>Navigiere im Handler per router.navigate (Router per inject())</a:t>
            </a:r>
            <a:endParaRPr lang="de-DE" sz="900" b="0" u="none" strike="noStrike">
              <a:solidFill>
                <a:srgbClr val="000000"/>
              </a:solidFill>
              <a:uFillTx/>
              <a:latin typeface="Arial"/>
            </a:endParaRPr>
          </a:p>
          <a:p>
            <a:pPr indent="0" defTabSz="914400">
              <a:lnSpc>
                <a:spcPct val="90000"/>
              </a:lnSpc>
              <a:spcBef>
                <a:spcPts val="1001"/>
              </a:spcBef>
              <a:buNone/>
              <a:tabLst>
                <a:tab pos="0" algn="l"/>
              </a:tabLst>
            </a:pPr>
            <a:endParaRPr lang="de-DE" sz="900" b="0" u="none" strike="noStrike">
              <a:solidFill>
                <a:srgbClr val="000000"/>
              </a:solidFill>
              <a:uFillTx/>
              <a:latin typeface="Arial"/>
            </a:endParaRPr>
          </a:p>
        </p:txBody>
      </p:sp>
      <p:grpSp>
        <p:nvGrpSpPr>
          <p:cNvPr id="1074" name="Group 17">
            <a:extLst>
              <a:ext uri="{C183D7F6-B498-43B3-948B-1728B52AA6E4}">
                <adec:decorative xmlns:adec="http://schemas.microsoft.com/office/drawing/2017/decorative" val="1"/>
              </a:ext>
            </a:extLst>
          </p:cNvPr>
          <p:cNvGrpSpPr/>
          <p:nvPr/>
        </p:nvGrpSpPr>
        <p:grpSpPr>
          <a:xfrm>
            <a:off x="0" y="4681440"/>
            <a:ext cx="2897280" cy="2174040"/>
            <a:chOff x="0" y="4681440"/>
            <a:chExt cx="2897280" cy="2174040"/>
          </a:xfrm>
        </p:grpSpPr>
        <p:sp>
          <p:nvSpPr>
            <p:cNvPr id="1075" name="Freeform: Shape 18">
              <a:extLst>
                <a:ext uri="{C183D7F6-B498-43B3-948B-1728B52AA6E4}">
                  <adec:decorative xmlns:adec="http://schemas.microsoft.com/office/drawing/2017/decorative" val="1"/>
                </a:ext>
              </a:extLst>
            </p:cNvPr>
            <p:cNvSpPr/>
            <p:nvPr/>
          </p:nvSpPr>
          <p:spPr>
            <a:xfrm flipV="1">
              <a:off x="360" y="4849560"/>
              <a:ext cx="2884320" cy="2005560"/>
            </a:xfrm>
            <a:custGeom>
              <a:avLst/>
              <a:gdLst>
                <a:gd name="textAreaLeft" fmla="*/ 0 w 2884320"/>
                <a:gd name="textAreaRight" fmla="*/ 2885760 w 2884320"/>
                <a:gd name="textAreaTop" fmla="*/ 720 h 2005560"/>
                <a:gd name="textAreaBottom" fmla="*/ 2007720 h 2005560"/>
              </a:gdLst>
              <a:ahLst/>
              <a:cxnLst/>
              <a:rect l="textAreaLeft" t="textAreaTop" r="textAreaRight" b="textAreaBottom"/>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1076" name="Freeform: Shape 19">
              <a:extLst>
                <a:ext uri="{C183D7F6-B498-43B3-948B-1728B52AA6E4}">
                  <adec:decorative xmlns:adec="http://schemas.microsoft.com/office/drawing/2017/decorative" val="1"/>
                </a:ext>
              </a:extLst>
            </p:cNvPr>
            <p:cNvSpPr/>
            <p:nvPr/>
          </p:nvSpPr>
          <p:spPr>
            <a:xfrm flipV="1">
              <a:off x="360" y="4849560"/>
              <a:ext cx="2884320" cy="2005560"/>
            </a:xfrm>
            <a:custGeom>
              <a:avLst/>
              <a:gdLst>
                <a:gd name="textAreaLeft" fmla="*/ 0 w 2884320"/>
                <a:gd name="textAreaRight" fmla="*/ 2885760 w 2884320"/>
                <a:gd name="textAreaTop" fmla="*/ 720 h 2005560"/>
                <a:gd name="textAreaBottom" fmla="*/ 2007720 h 2005560"/>
              </a:gdLst>
              <a:ahLst/>
              <a:cxnLst/>
              <a:rect l="textAreaLeft" t="textAreaTop" r="textAreaRight" b="textAreaBottom"/>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1077" name="Freeform: Shape 20">
              <a:extLst>
                <a:ext uri="{C183D7F6-B498-43B3-948B-1728B52AA6E4}">
                  <adec:decorative xmlns:adec="http://schemas.microsoft.com/office/drawing/2017/decorative" val="1"/>
                </a:ext>
              </a:extLst>
            </p:cNvPr>
            <p:cNvSpPr/>
            <p:nvPr/>
          </p:nvSpPr>
          <p:spPr>
            <a:xfrm flipV="1">
              <a:off x="0" y="4832640"/>
              <a:ext cx="2884680" cy="2022480"/>
            </a:xfrm>
            <a:custGeom>
              <a:avLst/>
              <a:gdLst>
                <a:gd name="textAreaLeft" fmla="*/ 0 w 2884680"/>
                <a:gd name="textAreaRight" fmla="*/ 2886120 w 2884680"/>
                <a:gd name="textAreaTop" fmla="*/ -720 h 2022480"/>
                <a:gd name="textAreaBottom" fmla="*/ 2023200 h 2022480"/>
              </a:gdLst>
              <a:ahLst/>
              <a:cxnLst/>
              <a:rect l="textAreaLeft" t="textAreaTop" r="textAreaRight" b="textAreaBottom"/>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1078" name="Freeform: Shape 21">
              <a:extLst>
                <a:ext uri="{C183D7F6-B498-43B3-948B-1728B52AA6E4}">
                  <adec:decorative xmlns:adec="http://schemas.microsoft.com/office/drawing/2017/decorative" val="1"/>
                </a:ext>
              </a:extLst>
            </p:cNvPr>
            <p:cNvSpPr/>
            <p:nvPr/>
          </p:nvSpPr>
          <p:spPr>
            <a:xfrm flipV="1">
              <a:off x="360" y="4681080"/>
              <a:ext cx="2896920" cy="2174040"/>
            </a:xfrm>
            <a:custGeom>
              <a:avLst/>
              <a:gdLst>
                <a:gd name="textAreaLeft" fmla="*/ 0 w 2896920"/>
                <a:gd name="textAreaRight" fmla="*/ 2898360 w 2896920"/>
                <a:gd name="textAreaTop" fmla="*/ 720 h 2174040"/>
                <a:gd name="textAreaBottom" fmla="*/ 2176200 h 2174040"/>
              </a:gdLst>
              <a:ahLst/>
              <a:cxnLst/>
              <a:rect l="textAreaLeft" t="textAreaTop" r="textAreaRight" b="textAreaBottom"/>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gr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bg>
      <p:bgPr>
        <a:solidFill>
          <a:schemeClr val="dk1">
            <a:tint val="95000"/>
          </a:schemeClr>
        </a:solidFill>
        <a:effectLst/>
      </p:bgPr>
    </p:bg>
    <p:spTree>
      <p:nvGrpSpPr>
        <p:cNvPr id="1" name=""/>
        <p:cNvGrpSpPr/>
        <p:nvPr/>
      </p:nvGrpSpPr>
      <p:grpSpPr>
        <a:xfrm>
          <a:off x="0" y="0"/>
          <a:ext cx="0" cy="0"/>
          <a:chOff x="0" y="0"/>
          <a:chExt cx="0" cy="0"/>
        </a:xfrm>
      </p:grpSpPr>
      <p:sp>
        <p:nvSpPr>
          <p:cNvPr id="1079" name="PlaceHolder 1"/>
          <p:cNvSpPr>
            <a:spLocks noGrp="1"/>
          </p:cNvSpPr>
          <p:nvPr>
            <p:ph type="title"/>
          </p:nvPr>
        </p:nvSpPr>
        <p:spPr>
          <a:xfrm>
            <a:off x="7464600" y="1783800"/>
            <a:ext cx="4086000" cy="2887560"/>
          </a:xfrm>
          <a:prstGeom prst="rect">
            <a:avLst/>
          </a:prstGeom>
          <a:noFill/>
          <a:ln w="0">
            <a:noFill/>
          </a:ln>
        </p:spPr>
        <p:txBody>
          <a:bodyPr lIns="91440" tIns="45720" rIns="91440" bIns="45720" anchor="b">
            <a:normAutofit/>
          </a:bodyPr>
          <a:lstStyle/>
          <a:p>
            <a:pPr indent="0" defTabSz="914400">
              <a:lnSpc>
                <a:spcPct val="90000"/>
              </a:lnSpc>
              <a:buNone/>
              <a:tabLst>
                <a:tab pos="0" algn="l"/>
              </a:tabLst>
            </a:pPr>
            <a:r>
              <a:rPr lang="de-DE" sz="5400" b="0" u="none" strike="noStrike">
                <a:solidFill>
                  <a:schemeClr val="lt1"/>
                </a:solidFill>
                <a:uFillTx/>
                <a:latin typeface="Calibri Light"/>
              </a:rPr>
              <a:t>Formulare und Eingabefelder </a:t>
            </a:r>
            <a:endParaRPr lang="de-DE" sz="5400" b="0" u="none" strike="noStrike">
              <a:solidFill>
                <a:srgbClr val="FFFFFF"/>
              </a:solidFill>
              <a:uFillTx/>
              <a:latin typeface="Arial"/>
            </a:endParaRPr>
          </a:p>
        </p:txBody>
      </p:sp>
      <p:sp>
        <p:nvSpPr>
          <p:cNvPr id="1080" name="PlaceHolder 2"/>
          <p:cNvSpPr>
            <a:spLocks noGrp="1"/>
          </p:cNvSpPr>
          <p:nvPr>
            <p:ph type="subTitle"/>
          </p:nvPr>
        </p:nvSpPr>
        <p:spPr>
          <a:xfrm>
            <a:off x="7464600" y="4750920"/>
            <a:ext cx="4086000" cy="1146600"/>
          </a:xfrm>
          <a:prstGeom prst="rect">
            <a:avLst/>
          </a:prstGeom>
          <a:noFill/>
          <a:ln w="0">
            <a:noFill/>
          </a:ln>
        </p:spPr>
        <p:txBody>
          <a:bodyPr lIns="91440" tIns="45720" rIns="91440" bIns="45720" anchor="t">
            <a:normAutofit/>
          </a:bodyPr>
          <a:lstStyle/>
          <a:p>
            <a:pPr indent="0" defTabSz="914400">
              <a:lnSpc>
                <a:spcPct val="90000"/>
              </a:lnSpc>
              <a:spcBef>
                <a:spcPts val="1001"/>
              </a:spcBef>
              <a:buNone/>
              <a:tabLst>
                <a:tab pos="0" algn="l"/>
              </a:tabLst>
            </a:pPr>
            <a:r>
              <a:rPr lang="de-DE" sz="2000" b="0" u="none" strike="noStrike">
                <a:solidFill>
                  <a:schemeClr val="lt1"/>
                </a:solidFill>
                <a:uFillTx/>
                <a:latin typeface="Calibri"/>
              </a:rPr>
              <a:t>Bearbeiten von Daten</a:t>
            </a:r>
            <a:endParaRPr lang="de-DE" sz="2000" b="0" u="none" strike="noStrike">
              <a:solidFill>
                <a:srgbClr val="FFFFFF"/>
              </a:solidFill>
              <a:uFillTx/>
              <a:latin typeface="Arial"/>
            </a:endParaRPr>
          </a:p>
        </p:txBody>
      </p:sp>
      <p:sp>
        <p:nvSpPr>
          <p:cNvPr id="1081" name="Freeform: Shape 10">
            <a:extLst>
              <a:ext uri="{C183D7F6-B498-43B3-948B-1728B52AA6E4}">
                <adec:decorative xmlns:adec="http://schemas.microsoft.com/office/drawing/2017/decorative" val="1"/>
              </a:ext>
            </a:extLst>
          </p:cNvPr>
          <p:cNvSpPr/>
          <p:nvPr/>
        </p:nvSpPr>
        <p:spPr>
          <a:xfrm flipH="1" flipV="1">
            <a:off x="-1440" y="0"/>
            <a:ext cx="7186680" cy="6856560"/>
          </a:xfrm>
          <a:custGeom>
            <a:avLst/>
            <a:gdLst>
              <a:gd name="textAreaLeft" fmla="*/ 720 w 7186680"/>
              <a:gd name="textAreaRight" fmla="*/ 7188840 w 7186680"/>
              <a:gd name="textAreaTop" fmla="*/ -720 h 6856560"/>
              <a:gd name="textAreaBottom" fmla="*/ 6857280 h 6856560"/>
            </a:gdLst>
            <a:ahLst/>
            <a:cxnLst/>
            <a:rect l="textAreaLeft" t="textAreaTop" r="textAreaRight" b="textAreaBottom"/>
            <a:pathLst>
              <a:path w="7188051" h="6858000">
                <a:moveTo>
                  <a:pt x="7188051" y="6858000"/>
                </a:moveTo>
                <a:lnTo>
                  <a:pt x="108694" y="6858000"/>
                </a:lnTo>
                <a:lnTo>
                  <a:pt x="79127" y="6681235"/>
                </a:lnTo>
                <a:cubicBezTo>
                  <a:pt x="26981" y="6316967"/>
                  <a:pt x="0" y="5944579"/>
                  <a:pt x="0" y="5565888"/>
                </a:cubicBezTo>
                <a:cubicBezTo>
                  <a:pt x="0" y="3459953"/>
                  <a:pt x="834428" y="1548908"/>
                  <a:pt x="2190696" y="145339"/>
                </a:cubicBezTo>
                <a:lnTo>
                  <a:pt x="2339431" y="0"/>
                </a:lnTo>
                <a:lnTo>
                  <a:pt x="7188051" y="0"/>
                </a:ln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1082" name="Picture 6"/>
          <p:cNvSpPr/>
          <p:nvPr/>
        </p:nvSpPr>
        <p:spPr>
          <a:xfrm>
            <a:off x="0" y="0"/>
            <a:ext cx="7027200" cy="6856560"/>
          </a:xfrm>
          <a:custGeom>
            <a:avLst/>
            <a:gdLst>
              <a:gd name="textAreaLeft" fmla="*/ 0 w 7027200"/>
              <a:gd name="textAreaRight" fmla="*/ 7028640 w 7027200"/>
              <a:gd name="textAreaTop" fmla="*/ 0 h 6856560"/>
              <a:gd name="textAreaBottom" fmla="*/ 6858000 h 6856560"/>
            </a:gdLst>
            <a:ahLst/>
            <a:cxnLst/>
            <a:rect l="textAreaLeft" t="textAreaTop" r="textAreaRight" b="textAreaBottom"/>
            <a:pathLst>
              <a:path w="7028495" h="6858000">
                <a:moveTo>
                  <a:pt x="0" y="0"/>
                </a:moveTo>
                <a:lnTo>
                  <a:pt x="6915668" y="0"/>
                </a:lnTo>
                <a:lnTo>
                  <a:pt x="6952411" y="219663"/>
                </a:lnTo>
                <a:cubicBezTo>
                  <a:pt x="7002551" y="569921"/>
                  <a:pt x="7028495" y="927986"/>
                  <a:pt x="7028495" y="1292112"/>
                </a:cubicBezTo>
                <a:cubicBezTo>
                  <a:pt x="7028495" y="3343346"/>
                  <a:pt x="6205186" y="5202289"/>
                  <a:pt x="4870994" y="6556512"/>
                </a:cubicBezTo>
                <a:lnTo>
                  <a:pt x="4556185" y="6858000"/>
                </a:lnTo>
                <a:lnTo>
                  <a:pt x="0" y="6858000"/>
                </a:lnTo>
                <a:close/>
              </a:path>
            </a:pathLst>
          </a:custGeom>
          <a:blipFill rotWithShape="0">
            <a:blip r:embed="rId3"/>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de-DE" sz="1800" b="0" u="none" strike="noStrike">
              <a:solidFill>
                <a:srgbClr val="000000"/>
              </a:solidFill>
              <a:uFillTx/>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presetID="10" presetClass="entr" fill="hold" nodeType="withEffect">
                                  <p:stCondLst>
                                    <p:cond delay="2000"/>
                                  </p:stCondLst>
                                  <p:iterate type="lt">
                                    <p:tmAbs val="100"/>
                                  </p:iterate>
                                  <p:childTnLst>
                                    <p:set>
                                      <p:cBhvr>
                                        <p:cTn id="6" dur="1" fill="hold">
                                          <p:stCondLst>
                                            <p:cond delay="0"/>
                                          </p:stCondLst>
                                        </p:cTn>
                                        <p:tgtEl>
                                          <p:spTgt spid="1080">
                                            <p:txEl>
                                              <p:pRg st="0" end="0"/>
                                            </p:txEl>
                                          </p:spTgt>
                                        </p:tgtEl>
                                        <p:attrNameLst>
                                          <p:attrName>style.visibility</p:attrName>
                                        </p:attrNameLst>
                                      </p:cBhvr>
                                      <p:to>
                                        <p:strVal val="visible"/>
                                      </p:to>
                                    </p:set>
                                    <p:animEffect transition="in" filter="fade">
                                      <p:cBhvr additive="repl">
                                        <p:cTn id="7" dur="400"/>
                                        <p:tgtEl>
                                          <p:spTgt spid="1080">
                                            <p:txEl>
                                              <p:pRg st="0" end="0"/>
                                            </p:txEl>
                                          </p:spTgt>
                                        </p:tgtEl>
                                      </p:cBhvr>
                                    </p:animEffect>
                                  </p:childTnLst>
                                </p:cTn>
                              </p:par>
                              <p:par>
                                <p:cTn id="8" presetID="10" presetClass="entr" fill="hold" nodeType="withEffect">
                                  <p:stCondLst>
                                    <p:cond delay="1000"/>
                                  </p:stCondLst>
                                  <p:iterate type="lt">
                                    <p:tmAbs val="100"/>
                                  </p:iterate>
                                  <p:childTnLst>
                                    <p:set>
                                      <p:cBhvr>
                                        <p:cTn id="9" dur="1" fill="hold">
                                          <p:stCondLst>
                                            <p:cond delay="0"/>
                                          </p:stCondLst>
                                        </p:cTn>
                                        <p:tgtEl>
                                          <p:spTgt spid="1079"/>
                                        </p:tgtEl>
                                        <p:attrNameLst>
                                          <p:attrName>style.visibility</p:attrName>
                                        </p:attrNameLst>
                                      </p:cBhvr>
                                      <p:to>
                                        <p:strVal val="visible"/>
                                      </p:to>
                                    </p:set>
                                    <p:animEffect transition="in" filter="fade">
                                      <p:cBhvr additive="repl">
                                        <p:cTn id="10" dur="400"/>
                                        <p:tgtEl>
                                          <p:spTgt spid="10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3"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Rückblick auf Standard html</a:t>
            </a:r>
            <a:endParaRPr lang="de-DE" sz="4400" b="0" u="none" strike="noStrike">
              <a:solidFill>
                <a:srgbClr val="000000"/>
              </a:solidFill>
              <a:uFillTx/>
              <a:latin typeface="Arial"/>
            </a:endParaRPr>
          </a:p>
        </p:txBody>
      </p:sp>
      <p:sp>
        <p:nvSpPr>
          <p:cNvPr id="1084"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Formular (form) einfacher Aufbau</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Mit Feldern (input, select, ..)</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FieldSet für visuelle Gruppierung</a:t>
            </a:r>
            <a:endParaRPr lang="de-DE" sz="24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Validierung mittels HTML 5 (teilweise)</a:t>
            </a:r>
            <a:endParaRPr lang="de-DE" sz="28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Posten der Daten mittels Pagereload oder AJAX</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endParaRPr lang="de-DE" sz="2800" b="0" u="none" strike="noStrike">
              <a:solidFill>
                <a:srgbClr val="000000"/>
              </a:solidFill>
              <a:uFillTx/>
              <a:latin typeface="Arial"/>
            </a:endParaRPr>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Formulare inAngular</a:t>
            </a:r>
            <a:endParaRPr lang="de-DE" sz="4400" b="0" u="none" strike="noStrike">
              <a:solidFill>
                <a:srgbClr val="000000"/>
              </a:solidFill>
              <a:uFillTx/>
              <a:latin typeface="Arial"/>
            </a:endParaRPr>
          </a:p>
        </p:txBody>
      </p:sp>
      <p:graphicFrame>
        <p:nvGraphicFramePr>
          <p:cNvPr id="13" name="Diagram13"/>
          <p:cNvGraphicFramePr/>
          <p:nvPr>
            <p:extLst>
              <p:ext uri="{D42A27DB-BD31-4B8C-83A1-F6EECF244321}">
                <p14:modId xmlns:p14="http://schemas.microsoft.com/office/powerpoint/2010/main" val="641428892"/>
              </p:ext>
            </p:extLst>
          </p:nvPr>
        </p:nvGraphicFramePr>
        <p:xfrm>
          <a:off x="838080" y="1825560"/>
          <a:ext cx="10514160" cy="43498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6"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Formulare, Gruppen, Felder</a:t>
            </a:r>
            <a:endParaRPr lang="de-DE" sz="4400" b="0" u="none" strike="noStrike">
              <a:solidFill>
                <a:srgbClr val="000000"/>
              </a:solidFill>
              <a:uFillTx/>
              <a:latin typeface="Arial"/>
            </a:endParaRPr>
          </a:p>
        </p:txBody>
      </p:sp>
      <p:sp>
        <p:nvSpPr>
          <p:cNvPr id="1087"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Ein Formular = Gruppe von Feldern + Submit-Aktion</a:t>
            </a:r>
            <a:endParaRPr lang="de-DE" sz="28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Der Zustand der Gruppe hängt von den enthaltenen Feldern ab</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z. B. Gruppe ungültig, falls mindestens ein Feld ungültig ist</a:t>
            </a:r>
            <a:endParaRPr lang="de-DE" sz="24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Ein Feld ist ein Wert + weitere Zustände: dirty, touched, valid</a:t>
            </a:r>
            <a:endParaRPr lang="de-DE" sz="28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Zwei Arten in Angular: Template-Driven Forms (Hauptpfad), Reactive Forms (Wahlthema)</a:t>
            </a:r>
            <a:endParaRPr lang="de-DE" sz="2800" b="0" u="none" strike="noStrike">
              <a:solidFill>
                <a:srgbClr val="000000"/>
              </a:solidFill>
              <a:uFillTx/>
              <a:latin typeface="Arial"/>
            </a:endParaRPr>
          </a:p>
        </p:txBody>
      </p:sp>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8"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Formulare Bauen mit ReactiveFormsModule</a:t>
            </a:r>
            <a:endParaRPr lang="de-DE" sz="4400" b="0" u="none" strike="noStrike">
              <a:solidFill>
                <a:srgbClr val="000000"/>
              </a:solidFill>
              <a:uFillTx/>
              <a:latin typeface="Arial"/>
            </a:endParaRPr>
          </a:p>
        </p:txBody>
      </p:sp>
      <p:sp>
        <p:nvSpPr>
          <p:cNvPr id="1089"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Model-Klassen um Formular zu beschreiben</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FormGroup und FormControl</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Gruppen bilden Baum mit Feldern als Blätter</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Formular selbst ist eine FormGroup</a:t>
            </a:r>
            <a:endParaRPr lang="de-DE" sz="2400" b="0" u="none" strike="noStrike">
              <a:solidFill>
                <a:srgbClr val="000000"/>
              </a:solidFill>
              <a:uFillTx/>
              <a:latin typeface="Arial"/>
            </a:endParaRPr>
          </a:p>
          <a:p>
            <a:pPr marL="685800"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Seit Angular 14 streng typisiert: FormGroup&lt;{ name: FormControl&lt;string&gt; }&gt;</a:t>
            </a:r>
            <a:endParaRPr lang="de-DE" sz="2400" b="0" u="none" strike="noStrike">
              <a:solidFill>
                <a:srgbClr val="000000"/>
              </a:solidFill>
              <a:uFillTx/>
              <a:latin typeface="Arial"/>
            </a:endParaRPr>
          </a:p>
          <a:p>
            <a:pPr indent="0" defTabSz="914400">
              <a:lnSpc>
                <a:spcPct val="90000"/>
              </a:lnSpc>
              <a:spcBef>
                <a:spcPts val="1001"/>
              </a:spcBef>
              <a:buNone/>
              <a:tabLst>
                <a:tab pos="0" algn="l"/>
              </a:tabLst>
            </a:pPr>
            <a:endParaRPr lang="de-DE" sz="2800" b="0" u="none" strike="noStrike">
              <a:solidFill>
                <a:srgbClr val="000000"/>
              </a:solidFill>
              <a:uFillTx/>
              <a:latin typeface="Arial"/>
            </a:endParaRPr>
          </a:p>
        </p:txBody>
      </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0"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HowTo</a:t>
            </a:r>
            <a:endParaRPr lang="de-DE" sz="4400" b="0" u="none" strike="noStrike">
              <a:solidFill>
                <a:srgbClr val="000000"/>
              </a:solidFill>
              <a:uFillTx/>
              <a:latin typeface="Arial"/>
            </a:endParaRPr>
          </a:p>
        </p:txBody>
      </p:sp>
      <p:sp>
        <p:nvSpPr>
          <p:cNvPr id="1091" name="PlaceHolder 2"/>
          <p:cNvSpPr>
            <a:spLocks noGrp="1"/>
          </p:cNvSpPr>
          <p:nvPr>
            <p:ph/>
          </p:nvPr>
        </p:nvSpPr>
        <p:spPr>
          <a:xfrm>
            <a:off x="213120" y="2506680"/>
            <a:ext cx="10514160" cy="4349880"/>
          </a:xfrm>
          <a:prstGeom prst="rect">
            <a:avLst/>
          </a:prstGeom>
          <a:noFill/>
          <a:ln w="0">
            <a:noFill/>
          </a:ln>
        </p:spPr>
        <p:txBody>
          <a:bodyPr lIns="91440" tIns="45720" rIns="91440" bIns="45720" anchor="t">
            <a:normAutofit/>
          </a:bodyPr>
          <a:lstStyle/>
          <a:p>
            <a:pPr indent="0" defTabSz="914400">
              <a:lnSpc>
                <a:spcPct val="90000"/>
              </a:lnSpc>
              <a:spcBef>
                <a:spcPts val="910"/>
              </a:spcBef>
              <a:buNone/>
              <a:tabLst>
                <a:tab pos="0" algn="l"/>
              </a:tabLst>
            </a:pPr>
            <a:r>
              <a:rPr lang="de-DE" sz="1700" b="0" u="none" strike="noStrike">
                <a:solidFill>
                  <a:srgbClr val="1E347B"/>
                </a:solidFill>
                <a:uFillTx/>
                <a:latin typeface="SourceCodePro"/>
              </a:rPr>
              <a:t>import { FormGroup, FormControl, ReactiveFormsModule } from "@angular/forms";</a:t>
            </a:r>
            <a:endParaRPr lang="de-DE" sz="1700" b="0" u="none" strike="noStrike">
              <a:solidFill>
                <a:srgbClr val="000000"/>
              </a:solidFill>
              <a:uFillTx/>
              <a:latin typeface="Arial"/>
            </a:endParaRPr>
          </a:p>
          <a:p>
            <a:pPr indent="0" defTabSz="914400">
              <a:lnSpc>
                <a:spcPct val="90000"/>
              </a:lnSpc>
              <a:spcBef>
                <a:spcPts val="910"/>
              </a:spcBef>
              <a:buNone/>
              <a:tabLst>
                <a:tab pos="0" algn="l"/>
              </a:tabLst>
            </a:pPr>
            <a:r>
              <a:rPr lang="de-DE" sz="1700" b="0" u="none" strike="noStrike">
                <a:solidFill>
                  <a:srgbClr val="1E347B"/>
                </a:solidFill>
                <a:uFillTx/>
                <a:latin typeface="SourceCodePro"/>
              </a:rPr>
              <a:t>@Component({ imports: [ReactiveFormsModule], … })</a:t>
            </a:r>
            <a:endParaRPr lang="de-DE" sz="1700" b="0" u="none" strike="noStrike">
              <a:solidFill>
                <a:srgbClr val="000000"/>
              </a:solidFill>
              <a:uFillTx/>
              <a:latin typeface="Arial"/>
            </a:endParaRPr>
          </a:p>
          <a:p>
            <a:pPr indent="0" defTabSz="914400">
              <a:lnSpc>
                <a:spcPct val="90000"/>
              </a:lnSpc>
              <a:spcBef>
                <a:spcPts val="910"/>
              </a:spcBef>
              <a:buNone/>
              <a:tabLst>
                <a:tab pos="0" algn="l"/>
              </a:tabLst>
            </a:pPr>
            <a:r>
              <a:rPr lang="de-DE" sz="1700" b="0" u="none" strike="noStrike">
                <a:solidFill>
                  <a:srgbClr val="1E347B"/>
                </a:solidFill>
                <a:uFillTx/>
                <a:latin typeface="SourceCodePro"/>
              </a:rPr>
              <a:t>export class ReleaseFormComponent implements OnInit {</a:t>
            </a:r>
            <a:endParaRPr lang="de-DE" sz="1700" b="0" u="none" strike="noStrike">
              <a:solidFill>
                <a:srgbClr val="000000"/>
              </a:solidFill>
              <a:uFillTx/>
              <a:latin typeface="Arial"/>
            </a:endParaRPr>
          </a:p>
          <a:p>
            <a:pPr indent="0" defTabSz="914400">
              <a:lnSpc>
                <a:spcPct val="90000"/>
              </a:lnSpc>
              <a:spcBef>
                <a:spcPts val="910"/>
              </a:spcBef>
              <a:buNone/>
              <a:tabLst>
                <a:tab pos="0" algn="l"/>
              </a:tabLst>
            </a:pPr>
            <a:r>
              <a:rPr lang="de-DE" sz="1700" b="0" u="none" strike="noStrike">
                <a:solidFill>
                  <a:srgbClr val="1E347B"/>
                </a:solidFill>
                <a:uFillTx/>
                <a:latin typeface="SourceCodePro"/>
              </a:rPr>
              <a:t>  release = input.required&lt;Release&gt;();</a:t>
            </a:r>
            <a:endParaRPr lang="de-DE" sz="1700" b="0" u="none" strike="noStrike">
              <a:solidFill>
                <a:srgbClr val="000000"/>
              </a:solidFill>
              <a:uFillTx/>
              <a:latin typeface="Arial"/>
            </a:endParaRPr>
          </a:p>
          <a:p>
            <a:pPr indent="0" defTabSz="914400">
              <a:lnSpc>
                <a:spcPct val="90000"/>
              </a:lnSpc>
              <a:spcBef>
                <a:spcPts val="910"/>
              </a:spcBef>
              <a:buNone/>
              <a:tabLst>
                <a:tab pos="0" algn="l"/>
              </a:tabLst>
            </a:pPr>
            <a:r>
              <a:rPr lang="de-DE" sz="1700" b="0" u="none" strike="noStrike">
                <a:solidFill>
                  <a:srgbClr val="1E347B"/>
                </a:solidFill>
                <a:uFillTx/>
                <a:latin typeface="SourceCodePro"/>
              </a:rPr>
              <a:t>  form = new FormGroup({</a:t>
            </a:r>
            <a:endParaRPr lang="de-DE" sz="1700" b="0" u="none" strike="noStrike">
              <a:solidFill>
                <a:srgbClr val="000000"/>
              </a:solidFill>
              <a:uFillTx/>
              <a:latin typeface="Arial"/>
            </a:endParaRPr>
          </a:p>
          <a:p>
            <a:pPr indent="0" defTabSz="914400">
              <a:lnSpc>
                <a:spcPct val="90000"/>
              </a:lnSpc>
              <a:spcBef>
                <a:spcPts val="910"/>
              </a:spcBef>
              <a:buNone/>
              <a:tabLst>
                <a:tab pos="0" algn="l"/>
              </a:tabLst>
            </a:pPr>
            <a:r>
              <a:rPr lang="de-DE" sz="1700" b="0" u="none" strike="noStrike">
                <a:solidFill>
                  <a:srgbClr val="1E347B"/>
                </a:solidFill>
                <a:uFillTx/>
                <a:latin typeface="SourceCodePro"/>
              </a:rPr>
              <a:t>    name: new FormControl('', { nonNullable: true }),</a:t>
            </a:r>
            <a:endParaRPr lang="de-DE" sz="1700" b="0" u="none" strike="noStrike">
              <a:solidFill>
                <a:srgbClr val="000000"/>
              </a:solidFill>
              <a:uFillTx/>
              <a:latin typeface="Arial"/>
            </a:endParaRPr>
          </a:p>
          <a:p>
            <a:pPr indent="0" defTabSz="914400">
              <a:lnSpc>
                <a:spcPct val="90000"/>
              </a:lnSpc>
              <a:spcBef>
                <a:spcPts val="910"/>
              </a:spcBef>
              <a:buNone/>
              <a:tabLst>
                <a:tab pos="0" algn="l"/>
              </a:tabLst>
            </a:pPr>
            <a:r>
              <a:rPr lang="de-DE" sz="1700" b="0" u="none" strike="noStrike">
                <a:solidFill>
                  <a:srgbClr val="1E347B"/>
                </a:solidFill>
                <a:uFillTx/>
                <a:latin typeface="SourceCodePro"/>
              </a:rPr>
              <a:t>    date: new FormControl&lt;string | null&gt;(null)</a:t>
            </a:r>
            <a:endParaRPr lang="de-DE" sz="1700" b="0" u="none" strike="noStrike">
              <a:solidFill>
                <a:srgbClr val="000000"/>
              </a:solidFill>
              <a:uFillTx/>
              <a:latin typeface="Arial"/>
            </a:endParaRPr>
          </a:p>
          <a:p>
            <a:pPr indent="0" defTabSz="914400">
              <a:lnSpc>
                <a:spcPct val="90000"/>
              </a:lnSpc>
              <a:spcBef>
                <a:spcPts val="910"/>
              </a:spcBef>
              <a:buNone/>
              <a:tabLst>
                <a:tab pos="0" algn="l"/>
              </a:tabLst>
            </a:pPr>
            <a:r>
              <a:rPr lang="de-DE" sz="1700" b="0" u="none" strike="noStrike">
                <a:solidFill>
                  <a:srgbClr val="1E347B"/>
                </a:solidFill>
                <a:uFillTx/>
                <a:latin typeface="SourceCodePro"/>
              </a:rPr>
              <a:t>  });</a:t>
            </a:r>
            <a:endParaRPr lang="de-DE" sz="1700" b="0" u="none" strike="noStrike">
              <a:solidFill>
                <a:srgbClr val="000000"/>
              </a:solidFill>
              <a:uFillTx/>
              <a:latin typeface="Arial"/>
            </a:endParaRPr>
          </a:p>
          <a:p>
            <a:pPr indent="0" defTabSz="914400">
              <a:lnSpc>
                <a:spcPct val="90000"/>
              </a:lnSpc>
              <a:spcBef>
                <a:spcPts val="910"/>
              </a:spcBef>
              <a:buNone/>
              <a:tabLst>
                <a:tab pos="0" algn="l"/>
              </a:tabLst>
            </a:pPr>
            <a:r>
              <a:rPr lang="de-DE" sz="1700" b="0" u="none" strike="noStrike">
                <a:solidFill>
                  <a:srgbClr val="1E347B"/>
                </a:solidFill>
                <a:uFillTx/>
                <a:latin typeface="SourceCodePro"/>
              </a:rPr>
              <a:t>  ngOnInit() {</a:t>
            </a:r>
            <a:endParaRPr lang="de-DE" sz="1700" b="0" u="none" strike="noStrike">
              <a:solidFill>
                <a:srgbClr val="000000"/>
              </a:solidFill>
              <a:uFillTx/>
              <a:latin typeface="Arial"/>
            </a:endParaRPr>
          </a:p>
          <a:p>
            <a:pPr indent="0" defTabSz="914400">
              <a:lnSpc>
                <a:spcPct val="90000"/>
              </a:lnSpc>
              <a:spcBef>
                <a:spcPts val="910"/>
              </a:spcBef>
              <a:buNone/>
              <a:tabLst>
                <a:tab pos="0" algn="l"/>
              </a:tabLst>
            </a:pPr>
            <a:r>
              <a:rPr lang="de-DE" sz="1700" b="0" u="none" strike="noStrike">
                <a:solidFill>
                  <a:srgbClr val="1E347B"/>
                </a:solidFill>
                <a:uFillTx/>
                <a:latin typeface="SourceCodePro"/>
              </a:rPr>
              <a:t>    this.form.patchValue({ name: this.release().name });</a:t>
            </a:r>
            <a:endParaRPr lang="de-DE" sz="1700" b="0" u="none" strike="noStrike">
              <a:solidFill>
                <a:srgbClr val="000000"/>
              </a:solidFill>
              <a:uFillTx/>
              <a:latin typeface="Arial"/>
            </a:endParaRPr>
          </a:p>
          <a:p>
            <a:pPr indent="0" defTabSz="914400">
              <a:lnSpc>
                <a:spcPct val="90000"/>
              </a:lnSpc>
              <a:spcBef>
                <a:spcPts val="910"/>
              </a:spcBef>
              <a:buNone/>
              <a:tabLst>
                <a:tab pos="0" algn="l"/>
              </a:tabLst>
            </a:pPr>
            <a:r>
              <a:rPr lang="de-DE" sz="1700" b="0" u="none" strike="noStrike">
                <a:solidFill>
                  <a:srgbClr val="1E347B"/>
                </a:solidFill>
                <a:uFillTx/>
                <a:latin typeface="SourceCodePro"/>
              </a:rPr>
              <a:t>  }</a:t>
            </a:r>
            <a:endParaRPr lang="de-DE" sz="1700" b="0" u="none" strike="noStrike">
              <a:solidFill>
                <a:srgbClr val="000000"/>
              </a:solidFill>
              <a:uFillTx/>
              <a:latin typeface="Arial"/>
            </a:endParaRPr>
          </a:p>
          <a:p>
            <a:pPr indent="0" defTabSz="914400">
              <a:lnSpc>
                <a:spcPct val="90000"/>
              </a:lnSpc>
              <a:spcBef>
                <a:spcPts val="910"/>
              </a:spcBef>
              <a:buNone/>
              <a:tabLst>
                <a:tab pos="0" algn="l"/>
              </a:tabLst>
            </a:pPr>
            <a:r>
              <a:rPr lang="de-DE" sz="1700" b="0" u="none" strike="noStrike">
                <a:solidFill>
                  <a:srgbClr val="1E347B"/>
                </a:solidFill>
                <a:uFillTx/>
                <a:latin typeface="SourceCodePro"/>
              </a:rPr>
              <a:t>}</a:t>
            </a:r>
            <a:endParaRPr lang="de-DE" sz="1700" b="0" u="none" strike="noStrike">
              <a:solidFill>
                <a:srgbClr val="000000"/>
              </a:solidFill>
              <a:uFillTx/>
              <a:latin typeface="Arial"/>
            </a:endParaRPr>
          </a:p>
        </p:txBody>
      </p:sp>
      <p:sp>
        <p:nvSpPr>
          <p:cNvPr id="1092" name="Rechteck 3"/>
          <p:cNvSpPr/>
          <p:nvPr/>
        </p:nvSpPr>
        <p:spPr>
          <a:xfrm>
            <a:off x="6219360" y="4184640"/>
            <a:ext cx="6094440" cy="3107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de-DE" sz="1800" b="0" u="none" strike="noStrike">
                <a:solidFill>
                  <a:srgbClr val="1E347B"/>
                </a:solidFill>
                <a:uFillTx/>
                <a:latin typeface="SourceCodePro"/>
              </a:rPr>
              <a:t>&lt;form</a:t>
            </a:r>
            <a:r>
              <a:rPr lang="de-DE" sz="1800" b="0" u="none" strike="noStrike">
                <a:solidFill>
                  <a:srgbClr val="48484C"/>
                </a:solidFill>
                <a:uFillTx/>
                <a:latin typeface="SourceCodePro"/>
              </a:rPr>
              <a:t> [</a:t>
            </a:r>
            <a:r>
              <a:rPr lang="de-DE" sz="1800" b="0" u="none" strike="noStrike">
                <a:solidFill>
                  <a:srgbClr val="008080"/>
                </a:solidFill>
                <a:uFillTx/>
                <a:latin typeface="SourceCodePro"/>
              </a:rPr>
              <a:t>formGroup</a:t>
            </a:r>
            <a:r>
              <a:rPr lang="de-DE" sz="1800" b="0" u="none" strike="noStrike">
                <a:solidFill>
                  <a:srgbClr val="48484C"/>
                </a:solidFill>
                <a:uFillTx/>
                <a:latin typeface="SourceCodePro"/>
              </a:rPr>
              <a:t>]</a:t>
            </a:r>
            <a:r>
              <a:rPr lang="de-DE" sz="1800" b="0" u="none" strike="noStrike">
                <a:solidFill>
                  <a:srgbClr val="93A1A1"/>
                </a:solidFill>
                <a:uFillTx/>
                <a:latin typeface="SourceCodePro"/>
              </a:rPr>
              <a:t>=</a:t>
            </a:r>
            <a:r>
              <a:rPr lang="de-DE" sz="1800" b="0" u="none" strike="noStrike">
                <a:solidFill>
                  <a:srgbClr val="DD1144"/>
                </a:solidFill>
                <a:uFillTx/>
                <a:latin typeface="SourceCodePro"/>
              </a:rPr>
              <a:t>"form"</a:t>
            </a:r>
            <a:r>
              <a:rPr lang="de-DE" sz="1800" b="0" u="none" strike="noStrike">
                <a:solidFill>
                  <a:srgbClr val="48484C"/>
                </a:solidFill>
                <a:uFillTx/>
                <a:latin typeface="SourceCodePro"/>
              </a:rPr>
              <a:t> (</a:t>
            </a:r>
            <a:r>
              <a:rPr lang="de-DE" sz="1800" b="0" u="none" strike="noStrike">
                <a:solidFill>
                  <a:srgbClr val="008080"/>
                </a:solidFill>
                <a:uFillTx/>
                <a:latin typeface="SourceCodePro"/>
              </a:rPr>
              <a:t>ngSubmit</a:t>
            </a:r>
            <a:r>
              <a:rPr lang="de-DE" sz="1800" b="0" u="none" strike="noStrike">
                <a:solidFill>
                  <a:srgbClr val="48484C"/>
                </a:solidFill>
                <a:uFillTx/>
                <a:latin typeface="SourceCodePro"/>
              </a:rPr>
              <a:t>)</a:t>
            </a:r>
            <a:r>
              <a:rPr lang="de-DE" sz="1800" b="0" u="none" strike="noStrike">
                <a:solidFill>
                  <a:srgbClr val="93A1A1"/>
                </a:solidFill>
                <a:uFillTx/>
                <a:latin typeface="SourceCodePro"/>
              </a:rPr>
              <a:t>=</a:t>
            </a:r>
            <a:r>
              <a:rPr lang="de-DE" sz="1800" b="0" u="none" strike="noStrike">
                <a:solidFill>
                  <a:srgbClr val="DD1144"/>
                </a:solidFill>
                <a:uFillTx/>
                <a:latin typeface="SourceCodePro"/>
              </a:rPr>
              <a:t>"onSubmit()"</a:t>
            </a:r>
            <a:r>
              <a:rPr lang="de-DE" sz="1800" b="0" u="none" strike="noStrike">
                <a:solidFill>
                  <a:srgbClr val="1E347B"/>
                </a:solidFill>
                <a:uFillTx/>
                <a:latin typeface="SourceCodePro"/>
              </a:rPr>
              <a:t>&gt;</a:t>
            </a:r>
            <a:endParaRPr lang="de-DE" sz="1800" b="0" u="none" strike="noStrike">
              <a:solidFill>
                <a:srgbClr val="000000"/>
              </a:solidFill>
              <a:uFillTx/>
              <a:latin typeface="Arial"/>
            </a:endParaRPr>
          </a:p>
          <a:p>
            <a:pPr marL="457200" defTabSz="914400">
              <a:lnSpc>
                <a:spcPct val="100000"/>
              </a:lnSpc>
            </a:pPr>
            <a:r>
              <a:rPr lang="de-DE" sz="1800" b="0" u="none" strike="noStrike">
                <a:solidFill>
                  <a:srgbClr val="1E347B"/>
                </a:solidFill>
                <a:uFillTx/>
                <a:latin typeface="SourceCodePro"/>
              </a:rPr>
              <a:t>&lt;label&gt;</a:t>
            </a:r>
            <a:r>
              <a:rPr lang="de-DE" sz="1800" b="0" u="none" strike="noStrike">
                <a:solidFill>
                  <a:srgbClr val="48484C"/>
                </a:solidFill>
                <a:uFillTx/>
                <a:latin typeface="SourceCodePro"/>
              </a:rPr>
              <a:t>Name:</a:t>
            </a:r>
            <a:r>
              <a:rPr lang="de-DE" sz="1800" b="0" u="none" strike="noStrike">
                <a:solidFill>
                  <a:srgbClr val="1E347B"/>
                </a:solidFill>
                <a:uFillTx/>
                <a:latin typeface="SourceCodePro"/>
              </a:rPr>
              <a:t>&lt;/label&gt;</a:t>
            </a:r>
            <a:endParaRPr lang="de-DE" sz="1800" b="0" u="none" strike="noStrike">
              <a:solidFill>
                <a:srgbClr val="000000"/>
              </a:solidFill>
              <a:uFillTx/>
              <a:latin typeface="Arial"/>
            </a:endParaRPr>
          </a:p>
          <a:p>
            <a:pPr marL="457200" defTabSz="914400">
              <a:lnSpc>
                <a:spcPct val="100000"/>
              </a:lnSpc>
            </a:pPr>
            <a:r>
              <a:rPr lang="de-DE" sz="1800" b="0" u="none" strike="noStrike">
                <a:solidFill>
                  <a:srgbClr val="1E347B"/>
                </a:solidFill>
                <a:uFillTx/>
                <a:latin typeface="SourceCodePro"/>
              </a:rPr>
              <a:t>&lt;input</a:t>
            </a:r>
            <a:r>
              <a:rPr lang="de-DE" sz="1800" b="0" u="none" strike="noStrike">
                <a:solidFill>
                  <a:srgbClr val="48484C"/>
                </a:solidFill>
                <a:uFillTx/>
                <a:latin typeface="SourceCodePro"/>
              </a:rPr>
              <a:t> </a:t>
            </a:r>
            <a:r>
              <a:rPr lang="de-DE" sz="1800" b="0" u="none" strike="noStrike">
                <a:solidFill>
                  <a:srgbClr val="008080"/>
                </a:solidFill>
                <a:uFillTx/>
                <a:latin typeface="SourceCodePro"/>
              </a:rPr>
              <a:t>type</a:t>
            </a:r>
            <a:r>
              <a:rPr lang="de-DE" sz="1800" b="0" u="none" strike="noStrike">
                <a:solidFill>
                  <a:srgbClr val="93A1A1"/>
                </a:solidFill>
                <a:uFillTx/>
                <a:latin typeface="SourceCodePro"/>
              </a:rPr>
              <a:t>=</a:t>
            </a:r>
            <a:r>
              <a:rPr lang="de-DE" sz="1800" b="0" u="none" strike="noStrike">
                <a:solidFill>
                  <a:srgbClr val="DD1144"/>
                </a:solidFill>
                <a:uFillTx/>
                <a:latin typeface="SourceCodePro"/>
              </a:rPr>
              <a:t>"text"</a:t>
            </a:r>
            <a:r>
              <a:rPr lang="de-DE" sz="1800" b="0" u="none" strike="noStrike">
                <a:solidFill>
                  <a:srgbClr val="48484C"/>
                </a:solidFill>
                <a:uFillTx/>
                <a:latin typeface="SourceCodePro"/>
              </a:rPr>
              <a:t> [</a:t>
            </a:r>
            <a:r>
              <a:rPr lang="de-DE" sz="1800" b="0" u="none" strike="noStrike">
                <a:solidFill>
                  <a:srgbClr val="008080"/>
                </a:solidFill>
                <a:uFillTx/>
                <a:latin typeface="SourceCodePro"/>
              </a:rPr>
              <a:t>formControl</a:t>
            </a:r>
            <a:r>
              <a:rPr lang="de-DE" sz="1800" b="0" u="none" strike="noStrike">
                <a:solidFill>
                  <a:srgbClr val="48484C"/>
                </a:solidFill>
                <a:uFillTx/>
                <a:latin typeface="SourceCodePro"/>
              </a:rPr>
              <a:t>]</a:t>
            </a:r>
            <a:r>
              <a:rPr lang="de-DE" sz="1800" b="0" u="none" strike="noStrike">
                <a:solidFill>
                  <a:srgbClr val="93A1A1"/>
                </a:solidFill>
                <a:uFillTx/>
                <a:latin typeface="SourceCodePro"/>
              </a:rPr>
              <a:t>=</a:t>
            </a:r>
            <a:r>
              <a:rPr lang="de-DE" sz="1800" b="0" u="none" strike="noStrike">
                <a:solidFill>
                  <a:srgbClr val="DD1144"/>
                </a:solidFill>
                <a:uFillTx/>
                <a:latin typeface="SourceCodePro"/>
              </a:rPr>
              <a:t>"form.controls.name"</a:t>
            </a:r>
            <a:r>
              <a:rPr lang="de-DE" sz="1800" b="0" u="none" strike="noStrike">
                <a:solidFill>
                  <a:srgbClr val="1E347B"/>
                </a:solidFill>
                <a:uFillTx/>
                <a:latin typeface="SourceCodePro"/>
              </a:rPr>
              <a:t>&gt;</a:t>
            </a:r>
            <a:endParaRPr lang="de-DE" sz="1800" b="0" u="none" strike="noStrike">
              <a:solidFill>
                <a:srgbClr val="000000"/>
              </a:solidFill>
              <a:uFillTx/>
              <a:latin typeface="Arial"/>
            </a:endParaRPr>
          </a:p>
          <a:p>
            <a:pPr marL="457200" defTabSz="914400">
              <a:lnSpc>
                <a:spcPct val="100000"/>
              </a:lnSpc>
            </a:pPr>
            <a:r>
              <a:rPr lang="de-DE" sz="1800" b="0" u="none" strike="noStrike">
                <a:solidFill>
                  <a:srgbClr val="1E347B"/>
                </a:solidFill>
                <a:uFillTx/>
                <a:latin typeface="SourceCodePro"/>
              </a:rPr>
              <a:t>&lt;label&gt;</a:t>
            </a:r>
            <a:r>
              <a:rPr lang="de-DE" sz="1800" b="0" u="none" strike="noStrike">
                <a:solidFill>
                  <a:srgbClr val="48484C"/>
                </a:solidFill>
                <a:uFillTx/>
                <a:latin typeface="SourceCodePro"/>
              </a:rPr>
              <a:t>Date:</a:t>
            </a:r>
            <a:r>
              <a:rPr lang="de-DE" sz="1800" b="0" u="none" strike="noStrike">
                <a:solidFill>
                  <a:srgbClr val="1E347B"/>
                </a:solidFill>
                <a:uFillTx/>
                <a:latin typeface="SourceCodePro"/>
              </a:rPr>
              <a:t>&lt;/label&gt;</a:t>
            </a:r>
            <a:endParaRPr lang="de-DE" sz="1800" b="0" u="none" strike="noStrike">
              <a:solidFill>
                <a:srgbClr val="000000"/>
              </a:solidFill>
              <a:uFillTx/>
              <a:latin typeface="Arial"/>
            </a:endParaRPr>
          </a:p>
          <a:p>
            <a:pPr marL="457200" defTabSz="914400">
              <a:lnSpc>
                <a:spcPct val="100000"/>
              </a:lnSpc>
            </a:pPr>
            <a:r>
              <a:rPr lang="de-DE" sz="1800" b="0" u="none" strike="noStrike">
                <a:solidFill>
                  <a:srgbClr val="1E347B"/>
                </a:solidFill>
                <a:uFillTx/>
                <a:latin typeface="SourceCodePro"/>
              </a:rPr>
              <a:t>&lt;input</a:t>
            </a:r>
            <a:r>
              <a:rPr lang="de-DE" sz="1800" b="0" u="none" strike="noStrike">
                <a:solidFill>
                  <a:srgbClr val="48484C"/>
                </a:solidFill>
                <a:uFillTx/>
                <a:latin typeface="SourceCodePro"/>
              </a:rPr>
              <a:t> </a:t>
            </a:r>
            <a:r>
              <a:rPr lang="de-DE" sz="1800" b="0" u="none" strike="noStrike">
                <a:solidFill>
                  <a:srgbClr val="008080"/>
                </a:solidFill>
                <a:uFillTx/>
                <a:latin typeface="SourceCodePro"/>
              </a:rPr>
              <a:t>type</a:t>
            </a:r>
            <a:r>
              <a:rPr lang="de-DE" sz="1800" b="0" u="none" strike="noStrike">
                <a:solidFill>
                  <a:srgbClr val="93A1A1"/>
                </a:solidFill>
                <a:uFillTx/>
                <a:latin typeface="SourceCodePro"/>
              </a:rPr>
              <a:t>=</a:t>
            </a:r>
            <a:r>
              <a:rPr lang="de-DE" sz="1800" b="0" u="none" strike="noStrike">
                <a:solidFill>
                  <a:srgbClr val="DD1144"/>
                </a:solidFill>
                <a:uFillTx/>
                <a:latin typeface="SourceCodePro"/>
              </a:rPr>
              <a:t>"date"</a:t>
            </a:r>
            <a:r>
              <a:rPr lang="de-DE" sz="1800" b="0" u="none" strike="noStrike">
                <a:solidFill>
                  <a:srgbClr val="48484C"/>
                </a:solidFill>
                <a:uFillTx/>
                <a:latin typeface="SourceCodePro"/>
              </a:rPr>
              <a:t> </a:t>
            </a:r>
            <a:r>
              <a:rPr lang="de-DE" sz="1800" b="0" u="none" strike="noStrike">
                <a:solidFill>
                  <a:srgbClr val="008080"/>
                </a:solidFill>
                <a:uFillTx/>
                <a:latin typeface="SourceCodePro"/>
              </a:rPr>
              <a:t>formControlName</a:t>
            </a:r>
            <a:r>
              <a:rPr lang="de-DE" sz="1800" b="0" u="none" strike="noStrike">
                <a:solidFill>
                  <a:srgbClr val="93A1A1"/>
                </a:solidFill>
                <a:uFillTx/>
                <a:latin typeface="SourceCodePro"/>
              </a:rPr>
              <a:t>=</a:t>
            </a:r>
            <a:r>
              <a:rPr lang="de-DE" sz="1800" b="0" u="none" strike="noStrike">
                <a:solidFill>
                  <a:srgbClr val="DD1144"/>
                </a:solidFill>
                <a:uFillTx/>
                <a:latin typeface="SourceCodePro"/>
              </a:rPr>
              <a:t>"date"</a:t>
            </a:r>
            <a:r>
              <a:rPr lang="de-DE" sz="1800" b="0" u="none" strike="noStrike">
                <a:solidFill>
                  <a:srgbClr val="1E347B"/>
                </a:solidFill>
                <a:uFillTx/>
                <a:latin typeface="SourceCodePro"/>
              </a:rPr>
              <a:t>&gt;</a:t>
            </a:r>
            <a:endParaRPr lang="de-DE" sz="1800" b="0" u="none" strike="noStrike">
              <a:solidFill>
                <a:srgbClr val="000000"/>
              </a:solidFill>
              <a:uFillTx/>
              <a:latin typeface="Arial"/>
            </a:endParaRPr>
          </a:p>
          <a:p>
            <a:pPr marL="457200" defTabSz="914400">
              <a:lnSpc>
                <a:spcPct val="100000"/>
              </a:lnSpc>
            </a:pPr>
            <a:r>
              <a:rPr lang="de-DE" sz="1800" b="0" u="none" strike="noStrike">
                <a:solidFill>
                  <a:srgbClr val="1E347B"/>
                </a:solidFill>
                <a:uFillTx/>
                <a:latin typeface="SourceCodePro"/>
              </a:rPr>
              <a:t>&lt;/form&gt;</a:t>
            </a:r>
            <a:endParaRPr lang="de-DE" sz="1800" b="0" u="none" strike="noStrike">
              <a:solidFill>
                <a:srgbClr val="000000"/>
              </a:solidFill>
              <a:uFillTx/>
              <a:latin typeface="Arial"/>
            </a:endParaRPr>
          </a:p>
          <a:p>
            <a:pPr marL="457200" defTabSz="914400">
              <a:lnSpc>
                <a:spcPct val="100000"/>
              </a:lnSpc>
            </a:pPr>
            <a:br>
              <a:rPr sz="1800"/>
            </a:br>
            <a:endParaRPr lang="de-DE" sz="1800" b="0" u="none" strike="noStrike">
              <a:solidFill>
                <a:srgbClr val="000000"/>
              </a:solidFill>
              <a:uFillTx/>
              <a:latin typeface="Arial"/>
            </a:endParaRPr>
          </a:p>
        </p:txBody>
      </p:sp>
      <p:cxnSp>
        <p:nvCxnSpPr>
          <p:cNvPr id="1093" name="Gerade Verbindung mit Pfeil 5"/>
          <p:cNvCxnSpPr/>
          <p:nvPr/>
        </p:nvCxnSpPr>
        <p:spPr>
          <a:xfrm flipV="1">
            <a:off x="4189680" y="4433040"/>
            <a:ext cx="3913920" cy="522360"/>
          </a:xfrm>
          <a:prstGeom prst="straightConnector1">
            <a:avLst/>
          </a:prstGeom>
          <a:ln w="0">
            <a:solidFill>
              <a:srgbClr val="B74919"/>
            </a:solidFill>
            <a:tailEnd type="triangle" w="med" len="med"/>
          </a:ln>
        </p:spPr>
      </p:cxnSp>
      <p:cxnSp>
        <p:nvCxnSpPr>
          <p:cNvPr id="1094" name="Gerader Verbinder 9"/>
          <p:cNvCxnSpPr/>
          <p:nvPr/>
        </p:nvCxnSpPr>
        <p:spPr>
          <a:xfrm>
            <a:off x="10623960" y="5555880"/>
            <a:ext cx="1440" cy="613800"/>
          </a:xfrm>
          <a:prstGeom prst="straightConnector1">
            <a:avLst/>
          </a:prstGeom>
          <a:ln w="0">
            <a:solidFill>
              <a:srgbClr val="1D9A78"/>
            </a:solidFill>
          </a:ln>
        </p:spPr>
      </p:cxnSp>
      <p:cxnSp>
        <p:nvCxnSpPr>
          <p:cNvPr id="1095" name="Gerader Verbinder 11"/>
          <p:cNvCxnSpPr/>
          <p:nvPr/>
        </p:nvCxnSpPr>
        <p:spPr>
          <a:xfrm flipH="1" flipV="1">
            <a:off x="1937160" y="6051960"/>
            <a:ext cx="8680320" cy="125280"/>
          </a:xfrm>
          <a:prstGeom prst="straightConnector1">
            <a:avLst/>
          </a:prstGeom>
          <a:ln w="0">
            <a:solidFill>
              <a:srgbClr val="1D9A78"/>
            </a:solidFill>
          </a:ln>
        </p:spPr>
      </p:cxnSp>
      <p:cxnSp>
        <p:nvCxnSpPr>
          <p:cNvPr id="1096" name="Gerade Verbindung mit Pfeil 13"/>
          <p:cNvCxnSpPr/>
          <p:nvPr/>
        </p:nvCxnSpPr>
        <p:spPr>
          <a:xfrm flipV="1">
            <a:off x="1937160" y="5796360"/>
            <a:ext cx="1440" cy="226080"/>
          </a:xfrm>
          <a:prstGeom prst="straightConnector1">
            <a:avLst/>
          </a:prstGeom>
          <a:ln w="0">
            <a:solidFill>
              <a:srgbClr val="1D9A78"/>
            </a:solidFill>
            <a:tailEnd type="triangle" w="med" len="med"/>
          </a:ln>
        </p:spPr>
      </p:cxnSp>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1097" name="Rectangle 7">
            <a:extLst>
              <a:ext uri="{C183D7F6-B498-43B3-948B-1728B52AA6E4}">
                <adec:decorative xmlns:adec="http://schemas.microsoft.com/office/drawing/2017/decorative" val="1"/>
              </a:ext>
            </a:extLst>
          </p:cNvPr>
          <p:cNvSpPr/>
          <p:nvPr/>
        </p:nvSpPr>
        <p:spPr>
          <a:xfrm>
            <a:off x="0" y="0"/>
            <a:ext cx="12190320" cy="685656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1098" name="Rectangle 9">
            <a:extLst>
              <a:ext uri="{C183D7F6-B498-43B3-948B-1728B52AA6E4}">
                <adec:decorative xmlns:adec="http://schemas.microsoft.com/office/drawing/2017/decorative" val="1"/>
              </a:ext>
            </a:extLst>
          </p:cNvPr>
          <p:cNvSpPr/>
          <p:nvPr/>
        </p:nvSpPr>
        <p:spPr>
          <a:xfrm>
            <a:off x="360" y="0"/>
            <a:ext cx="12190320" cy="68565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800" b="0" u="none" strike="noStrike">
              <a:solidFill>
                <a:schemeClr val="lt1"/>
              </a:solidFill>
              <a:uFillTx/>
              <a:latin typeface="Calibri"/>
            </a:endParaRPr>
          </a:p>
        </p:txBody>
      </p:sp>
      <p:sp>
        <p:nvSpPr>
          <p:cNvPr id="1099" name="PlaceHolder 1"/>
          <p:cNvSpPr>
            <a:spLocks noGrp="1"/>
          </p:cNvSpPr>
          <p:nvPr>
            <p:ph type="title"/>
          </p:nvPr>
        </p:nvSpPr>
        <p:spPr>
          <a:xfrm>
            <a:off x="1179360" y="1280520"/>
            <a:ext cx="9831960" cy="1324080"/>
          </a:xfrm>
          <a:prstGeom prst="rect">
            <a:avLst/>
          </a:prstGeom>
          <a:noFill/>
          <a:ln w="0">
            <a:noFill/>
          </a:ln>
        </p:spPr>
        <p:txBody>
          <a:bodyPr lIns="91440" tIns="45720" rIns="91440" bIns="45720" anchor="b">
            <a:normAutofit/>
          </a:bodyPr>
          <a:lstStyle/>
          <a:p>
            <a:pPr indent="0" algn="ctr" defTabSz="914400">
              <a:lnSpc>
                <a:spcPct val="90000"/>
              </a:lnSpc>
              <a:buNone/>
              <a:tabLst>
                <a:tab pos="0" algn="l"/>
              </a:tabLst>
            </a:pPr>
            <a:r>
              <a:rPr lang="de-DE" sz="3600" b="0" u="none" strike="noStrike">
                <a:solidFill>
                  <a:schemeClr val="dk2"/>
                </a:solidFill>
                <a:uFillTx/>
                <a:latin typeface="Calibri Light"/>
              </a:rPr>
              <a:t>Wahlübung Z1: Reactive Form mit FormBuilder</a:t>
            </a:r>
            <a:endParaRPr lang="de-DE" sz="3600" b="0" u="none" strike="noStrike">
              <a:solidFill>
                <a:srgbClr val="000000"/>
              </a:solidFill>
              <a:uFillTx/>
              <a:latin typeface="Arial"/>
            </a:endParaRPr>
          </a:p>
        </p:txBody>
      </p:sp>
      <p:grpSp>
        <p:nvGrpSpPr>
          <p:cNvPr id="1100" name="Group 11">
            <a:extLst>
              <a:ext uri="{C183D7F6-B498-43B3-948B-1728B52AA6E4}">
                <adec:decorative xmlns:adec="http://schemas.microsoft.com/office/drawing/2017/decorative" val="1"/>
              </a:ext>
            </a:extLst>
          </p:cNvPr>
          <p:cNvGrpSpPr/>
          <p:nvPr/>
        </p:nvGrpSpPr>
        <p:grpSpPr>
          <a:xfrm>
            <a:off x="8289720" y="0"/>
            <a:ext cx="3900960" cy="2381400"/>
            <a:chOff x="8289720" y="0"/>
            <a:chExt cx="3900960" cy="2381400"/>
          </a:xfrm>
        </p:grpSpPr>
        <p:sp>
          <p:nvSpPr>
            <p:cNvPr id="1101" name="Freeform: Shape 12">
              <a:extLst>
                <a:ext uri="{C183D7F6-B498-43B3-948B-1728B52AA6E4}">
                  <adec:decorative xmlns:adec="http://schemas.microsoft.com/office/drawing/2017/decorative" val="1"/>
                </a:ext>
              </a:extLst>
            </p:cNvPr>
            <p:cNvSpPr/>
            <p:nvPr/>
          </p:nvSpPr>
          <p:spPr>
            <a:xfrm>
              <a:off x="8289720" y="0"/>
              <a:ext cx="3900600" cy="2381400"/>
            </a:xfrm>
            <a:custGeom>
              <a:avLst/>
              <a:gdLst>
                <a:gd name="textAreaLeft" fmla="*/ 0 w 3900600"/>
                <a:gd name="textAreaRight" fmla="*/ 3902040 w 3900600"/>
                <a:gd name="textAreaTop" fmla="*/ 0 h 2381400"/>
                <a:gd name="textAreaBottom" fmla="*/ 2382840 h 2381400"/>
              </a:gdLst>
              <a:ahLst/>
              <a:cxnLst/>
              <a:rect l="textAreaLeft" t="textAreaTop" r="textAreaRight" b="textAreaBottom"/>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1102" name="Freeform: Shape 13">
              <a:extLst>
                <a:ext uri="{C183D7F6-B498-43B3-948B-1728B52AA6E4}">
                  <adec:decorative xmlns:adec="http://schemas.microsoft.com/office/drawing/2017/decorative" val="1"/>
                </a:ext>
              </a:extLst>
            </p:cNvPr>
            <p:cNvSpPr/>
            <p:nvPr/>
          </p:nvSpPr>
          <p:spPr>
            <a:xfrm>
              <a:off x="8326080" y="0"/>
              <a:ext cx="3864600" cy="2182680"/>
            </a:xfrm>
            <a:custGeom>
              <a:avLst/>
              <a:gdLst>
                <a:gd name="textAreaLeft" fmla="*/ 0 w 3864600"/>
                <a:gd name="textAreaRight" fmla="*/ 3866040 w 3864600"/>
                <a:gd name="textAreaTop" fmla="*/ 0 h 2182680"/>
                <a:gd name="textAreaBottom" fmla="*/ 2184120 h 2182680"/>
              </a:gdLst>
              <a:ahLst/>
              <a:cxnLst/>
              <a:rect l="textAreaLeft" t="textAreaTop" r="textAreaRight" b="textAreaBottom"/>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1103" name="Freeform: Shape 14">
              <a:extLst>
                <a:ext uri="{C183D7F6-B498-43B3-948B-1728B52AA6E4}">
                  <adec:decorative xmlns:adec="http://schemas.microsoft.com/office/drawing/2017/decorative" val="1"/>
                </a:ext>
              </a:extLst>
            </p:cNvPr>
            <p:cNvSpPr/>
            <p:nvPr/>
          </p:nvSpPr>
          <p:spPr>
            <a:xfrm>
              <a:off x="8329680" y="0"/>
              <a:ext cx="3861000" cy="2144160"/>
            </a:xfrm>
            <a:custGeom>
              <a:avLst/>
              <a:gdLst>
                <a:gd name="textAreaLeft" fmla="*/ 0 w 3861000"/>
                <a:gd name="textAreaRight" fmla="*/ 3862440 w 3861000"/>
                <a:gd name="textAreaTop" fmla="*/ 0 h 2144160"/>
                <a:gd name="textAreaBottom" fmla="*/ 2145600 h 2144160"/>
              </a:gdLst>
              <a:ahLst/>
              <a:cxnLst/>
              <a:rect l="textAreaLeft" t="textAreaTop" r="textAreaRight" b="textAreaBottom"/>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1104" name="Freeform: Shape 15">
              <a:extLst>
                <a:ext uri="{C183D7F6-B498-43B3-948B-1728B52AA6E4}">
                  <adec:decorative xmlns:adec="http://schemas.microsoft.com/office/drawing/2017/decorative" val="1"/>
                </a:ext>
              </a:extLst>
            </p:cNvPr>
            <p:cNvSpPr/>
            <p:nvPr/>
          </p:nvSpPr>
          <p:spPr>
            <a:xfrm>
              <a:off x="8329680" y="0"/>
              <a:ext cx="3861000" cy="2144160"/>
            </a:xfrm>
            <a:custGeom>
              <a:avLst/>
              <a:gdLst>
                <a:gd name="textAreaLeft" fmla="*/ 0 w 3861000"/>
                <a:gd name="textAreaRight" fmla="*/ 3862440 w 3861000"/>
                <a:gd name="textAreaTop" fmla="*/ 0 h 2144160"/>
                <a:gd name="textAreaBottom" fmla="*/ 2145600 h 2144160"/>
              </a:gdLst>
              <a:ahLst/>
              <a:cxnLst/>
              <a:rect l="textAreaLeft" t="textAreaTop" r="textAreaRight" b="textAreaBottom"/>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grpSp>
      <p:sp>
        <p:nvSpPr>
          <p:cNvPr id="1105" name="PlaceHolder 2"/>
          <p:cNvSpPr>
            <a:spLocks noGrp="1"/>
          </p:cNvSpPr>
          <p:nvPr>
            <p:ph/>
          </p:nvPr>
        </p:nvSpPr>
        <p:spPr>
          <a:xfrm>
            <a:off x="1179360" y="2890800"/>
            <a:ext cx="9831960" cy="2692440"/>
          </a:xfrm>
          <a:prstGeom prst="rect">
            <a:avLst/>
          </a:prstGeom>
          <a:noFill/>
          <a:ln w="0">
            <a:noFill/>
          </a:ln>
        </p:spPr>
        <p:txBody>
          <a:bodyPr lIns="91440" tIns="45720" rIns="91440" bIns="45720" anchor="t">
            <a:normAutofit/>
          </a:bodyPr>
          <a:lstStyle/>
          <a:p>
            <a:pPr marL="228600" indent="-228600" defTabSz="914400">
              <a:lnSpc>
                <a:spcPct val="90000"/>
              </a:lnSpc>
              <a:spcBef>
                <a:spcPts val="1001"/>
              </a:spcBef>
              <a:buClr>
                <a:srgbClr val="44546A"/>
              </a:buClr>
              <a:buFont typeface="Arial"/>
              <a:buChar char="•"/>
            </a:pPr>
            <a:r>
              <a:rPr lang="de-DE" sz="1100" b="0" u="none" strike="noStrike">
                <a:solidFill>
                  <a:schemeClr val="dk2"/>
                </a:solidFill>
                <a:uFillTx/>
                <a:latin typeface="Calibri"/>
              </a:rPr>
              <a:t>Bereite die Anwendung für die Verwendung der Forms-API vor</a:t>
            </a:r>
            <a:endParaRPr lang="de-DE" sz="11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100" b="0" u="none" strike="noStrike">
                <a:solidFill>
                  <a:schemeClr val="dk2"/>
                </a:solidFill>
                <a:uFillTx/>
                <a:latin typeface="Calibri"/>
              </a:rPr>
              <a:t>Importiere ReactiveFormsModule im imports-Array von CustomerDetailsComponent</a:t>
            </a:r>
            <a:endParaRPr lang="de-DE" sz="1100" b="0" u="none" strike="noStrike">
              <a:solidFill>
                <a:srgbClr val="000000"/>
              </a:solidFill>
              <a:uFillTx/>
              <a:latin typeface="Arial"/>
            </a:endParaRPr>
          </a:p>
          <a:p>
            <a:pPr marL="228600" indent="-228600" defTabSz="914400">
              <a:lnSpc>
                <a:spcPct val="90000"/>
              </a:lnSpc>
              <a:spcBef>
                <a:spcPts val="1001"/>
              </a:spcBef>
              <a:buClr>
                <a:srgbClr val="44546A"/>
              </a:buClr>
              <a:buFont typeface="Arial"/>
              <a:buChar char="•"/>
            </a:pPr>
            <a:r>
              <a:rPr lang="de-DE" sz="1100" b="0" u="none" strike="noStrike">
                <a:solidFill>
                  <a:schemeClr val="dk2"/>
                </a:solidFill>
                <a:uFillTx/>
                <a:latin typeface="Calibri"/>
              </a:rPr>
              <a:t>Implementiere in CustomerDetailsComponent ein Formular</a:t>
            </a:r>
            <a:endParaRPr lang="de-DE" sz="11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100" b="0" u="none" strike="noStrike">
                <a:solidFill>
                  <a:schemeClr val="dk2"/>
                </a:solidFill>
                <a:uFillTx/>
                <a:latin typeface="Calibri"/>
              </a:rPr>
              <a:t>Verwende die typisierte Forms-API (FormGroup/FormControl oder inject(FormBuilder).nonNullable) und speichere das Formular in einem Feld</a:t>
            </a:r>
            <a:endParaRPr lang="de-DE" sz="11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100" b="0" u="none" strike="noStrike">
                <a:solidFill>
                  <a:schemeClr val="dk2"/>
                </a:solidFill>
                <a:uFillTx/>
                <a:latin typeface="Calibri"/>
              </a:rPr>
              <a:t>Erstelle für jedes Feld in Customer (außer ID und image) ein FormControl</a:t>
            </a:r>
            <a:endParaRPr lang="de-DE" sz="11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100" b="0" u="none" strike="noStrike">
                <a:solidFill>
                  <a:schemeClr val="dk2"/>
                </a:solidFill>
                <a:uFillTx/>
                <a:latin typeface="Calibri"/>
              </a:rPr>
              <a:t>Initialisiere die Felder mit den vom Service geholten Daten</a:t>
            </a:r>
            <a:endParaRPr lang="de-DE" sz="11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100" b="0" u="none" strike="noStrike">
                <a:solidFill>
                  <a:schemeClr val="dk2"/>
                </a:solidFill>
                <a:uFillTx/>
                <a:latin typeface="Calibri"/>
              </a:rPr>
              <a:t>Implementiere ein passendes Template mit einem Label und passendem Input pro FormControl</a:t>
            </a:r>
            <a:endParaRPr lang="de-DE" sz="11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100" b="0" u="none" strike="noStrike">
                <a:solidFill>
                  <a:schemeClr val="dk2"/>
                </a:solidFill>
                <a:uFillTx/>
                <a:latin typeface="Calibri"/>
              </a:rPr>
              <a:t>Tip: </a:t>
            </a:r>
            <a:r>
              <a:rPr lang="de-DE" sz="1100" b="0" i="1" u="none" strike="noStrike">
                <a:solidFill>
                  <a:schemeClr val="dk2"/>
                </a:solidFill>
                <a:uFillTx/>
                <a:latin typeface="Calibri"/>
              </a:rPr>
              <a:t>&lt;input type="date"&gt; </a:t>
            </a:r>
            <a:r>
              <a:rPr lang="de-DE" sz="1100" b="0" u="none" strike="noStrike">
                <a:solidFill>
                  <a:schemeClr val="dk2"/>
                </a:solidFill>
                <a:uFillTx/>
                <a:latin typeface="Calibri"/>
              </a:rPr>
              <a:t>für lastOrderDate, Daten-Mapping erforderlich</a:t>
            </a:r>
            <a:br>
              <a:rPr sz="1100"/>
            </a:br>
            <a:r>
              <a:rPr lang="de-DE" sz="1100" b="0" i="1" u="none" strike="noStrike">
                <a:solidFill>
                  <a:schemeClr val="dk2"/>
                </a:solidFill>
                <a:uFillTx/>
                <a:latin typeface="Calibri"/>
              </a:rPr>
              <a:t>customer.lastOrderDate.toIsoString().substr(0, 10) </a:t>
            </a:r>
            <a:r>
              <a:rPr lang="de-DE" sz="1100" b="0" u="none" strike="noStrike">
                <a:solidFill>
                  <a:schemeClr val="dk2"/>
                </a:solidFill>
                <a:uFillTx/>
                <a:latin typeface="Calibri"/>
              </a:rPr>
              <a:t>und </a:t>
            </a:r>
            <a:r>
              <a:rPr lang="de-DE" sz="1100" b="0" i="1" u="none" strike="noStrike">
                <a:solidFill>
                  <a:schemeClr val="dk2"/>
                </a:solidFill>
                <a:uFillTx/>
                <a:latin typeface="Calibri"/>
              </a:rPr>
              <a:t>new Date(inputValue)</a:t>
            </a:r>
            <a:endParaRPr lang="de-DE" sz="1100" b="0" u="none" strike="noStrike">
              <a:solidFill>
                <a:srgbClr val="000000"/>
              </a:solidFill>
              <a:uFillTx/>
              <a:latin typeface="Arial"/>
            </a:endParaRPr>
          </a:p>
          <a:p>
            <a:pPr marL="228600" indent="-228600" defTabSz="914400">
              <a:lnSpc>
                <a:spcPct val="90000"/>
              </a:lnSpc>
              <a:spcBef>
                <a:spcPts val="1001"/>
              </a:spcBef>
              <a:buClr>
                <a:srgbClr val="44546A"/>
              </a:buClr>
              <a:buFont typeface="Arial"/>
              <a:buChar char="•"/>
            </a:pPr>
            <a:r>
              <a:rPr lang="de-DE" sz="1100" b="0" u="none" strike="noStrike">
                <a:solidFill>
                  <a:schemeClr val="dk2"/>
                </a:solidFill>
                <a:uFillTx/>
                <a:latin typeface="Calibri"/>
              </a:rPr>
              <a:t>Implementiere das Speichern der geänderten Daten</a:t>
            </a:r>
            <a:endParaRPr lang="de-DE" sz="11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100" b="0" u="none" strike="noStrike">
                <a:solidFill>
                  <a:schemeClr val="dk2"/>
                </a:solidFill>
                <a:uFillTx/>
                <a:latin typeface="Calibri"/>
              </a:rPr>
              <a:t>Verwende das ngSubmit-Event am Formular und einen Submit-Button zum Speichern</a:t>
            </a:r>
            <a:endParaRPr lang="de-DE" sz="11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100" b="0" u="none" strike="noStrike">
                <a:solidFill>
                  <a:schemeClr val="dk2"/>
                </a:solidFill>
                <a:uFillTx/>
                <a:latin typeface="Calibri"/>
              </a:rPr>
              <a:t>Übernehme die geänderten Daten in das Domain-Objekt (Tip: Object.assign)</a:t>
            </a:r>
            <a:endParaRPr lang="de-DE" sz="1100" b="0" u="none" strike="noStrike">
              <a:solidFill>
                <a:srgbClr val="000000"/>
              </a:solidFill>
              <a:uFillTx/>
              <a:latin typeface="Arial"/>
            </a:endParaRPr>
          </a:p>
          <a:p>
            <a:pPr indent="0" defTabSz="914400">
              <a:lnSpc>
                <a:spcPct val="90000"/>
              </a:lnSpc>
              <a:spcBef>
                <a:spcPts val="1001"/>
              </a:spcBef>
              <a:buNone/>
              <a:tabLst>
                <a:tab pos="0" algn="l"/>
              </a:tabLst>
            </a:pPr>
            <a:endParaRPr lang="de-DE" sz="1100" b="0" u="none" strike="noStrike">
              <a:solidFill>
                <a:srgbClr val="000000"/>
              </a:solidFill>
              <a:uFillTx/>
              <a:latin typeface="Arial"/>
            </a:endParaRPr>
          </a:p>
        </p:txBody>
      </p:sp>
      <p:grpSp>
        <p:nvGrpSpPr>
          <p:cNvPr id="1106" name="Group 17">
            <a:extLst>
              <a:ext uri="{C183D7F6-B498-43B3-948B-1728B52AA6E4}">
                <adec:decorative xmlns:adec="http://schemas.microsoft.com/office/drawing/2017/decorative" val="1"/>
              </a:ext>
            </a:extLst>
          </p:cNvPr>
          <p:cNvGrpSpPr/>
          <p:nvPr/>
        </p:nvGrpSpPr>
        <p:grpSpPr>
          <a:xfrm>
            <a:off x="0" y="4681440"/>
            <a:ext cx="2897280" cy="2174040"/>
            <a:chOff x="0" y="4681440"/>
            <a:chExt cx="2897280" cy="2174040"/>
          </a:xfrm>
        </p:grpSpPr>
        <p:sp>
          <p:nvSpPr>
            <p:cNvPr id="1107" name="Freeform: Shape 18">
              <a:extLst>
                <a:ext uri="{C183D7F6-B498-43B3-948B-1728B52AA6E4}">
                  <adec:decorative xmlns:adec="http://schemas.microsoft.com/office/drawing/2017/decorative" val="1"/>
                </a:ext>
              </a:extLst>
            </p:cNvPr>
            <p:cNvSpPr/>
            <p:nvPr/>
          </p:nvSpPr>
          <p:spPr>
            <a:xfrm flipV="1">
              <a:off x="360" y="4849560"/>
              <a:ext cx="2884320" cy="2005560"/>
            </a:xfrm>
            <a:custGeom>
              <a:avLst/>
              <a:gdLst>
                <a:gd name="textAreaLeft" fmla="*/ 0 w 2884320"/>
                <a:gd name="textAreaRight" fmla="*/ 2885760 w 2884320"/>
                <a:gd name="textAreaTop" fmla="*/ 720 h 2005560"/>
                <a:gd name="textAreaBottom" fmla="*/ 2007720 h 2005560"/>
              </a:gdLst>
              <a:ahLst/>
              <a:cxnLst/>
              <a:rect l="textAreaLeft" t="textAreaTop" r="textAreaRight" b="textAreaBottom"/>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1108" name="Freeform: Shape 19">
              <a:extLst>
                <a:ext uri="{C183D7F6-B498-43B3-948B-1728B52AA6E4}">
                  <adec:decorative xmlns:adec="http://schemas.microsoft.com/office/drawing/2017/decorative" val="1"/>
                </a:ext>
              </a:extLst>
            </p:cNvPr>
            <p:cNvSpPr/>
            <p:nvPr/>
          </p:nvSpPr>
          <p:spPr>
            <a:xfrm flipV="1">
              <a:off x="360" y="4849560"/>
              <a:ext cx="2884320" cy="2005560"/>
            </a:xfrm>
            <a:custGeom>
              <a:avLst/>
              <a:gdLst>
                <a:gd name="textAreaLeft" fmla="*/ 0 w 2884320"/>
                <a:gd name="textAreaRight" fmla="*/ 2885760 w 2884320"/>
                <a:gd name="textAreaTop" fmla="*/ 720 h 2005560"/>
                <a:gd name="textAreaBottom" fmla="*/ 2007720 h 2005560"/>
              </a:gdLst>
              <a:ahLst/>
              <a:cxnLst/>
              <a:rect l="textAreaLeft" t="textAreaTop" r="textAreaRight" b="textAreaBottom"/>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1109" name="Freeform: Shape 20">
              <a:extLst>
                <a:ext uri="{C183D7F6-B498-43B3-948B-1728B52AA6E4}">
                  <adec:decorative xmlns:adec="http://schemas.microsoft.com/office/drawing/2017/decorative" val="1"/>
                </a:ext>
              </a:extLst>
            </p:cNvPr>
            <p:cNvSpPr/>
            <p:nvPr/>
          </p:nvSpPr>
          <p:spPr>
            <a:xfrm flipV="1">
              <a:off x="0" y="4832640"/>
              <a:ext cx="2884680" cy="2022480"/>
            </a:xfrm>
            <a:custGeom>
              <a:avLst/>
              <a:gdLst>
                <a:gd name="textAreaLeft" fmla="*/ 0 w 2884680"/>
                <a:gd name="textAreaRight" fmla="*/ 2886120 w 2884680"/>
                <a:gd name="textAreaTop" fmla="*/ -720 h 2022480"/>
                <a:gd name="textAreaBottom" fmla="*/ 2023200 h 2022480"/>
              </a:gdLst>
              <a:ahLst/>
              <a:cxnLst/>
              <a:rect l="textAreaLeft" t="textAreaTop" r="textAreaRight" b="textAreaBottom"/>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1110" name="Freeform: Shape 21">
              <a:extLst>
                <a:ext uri="{C183D7F6-B498-43B3-948B-1728B52AA6E4}">
                  <adec:decorative xmlns:adec="http://schemas.microsoft.com/office/drawing/2017/decorative" val="1"/>
                </a:ext>
              </a:extLst>
            </p:cNvPr>
            <p:cNvSpPr/>
            <p:nvPr/>
          </p:nvSpPr>
          <p:spPr>
            <a:xfrm flipV="1">
              <a:off x="360" y="4681080"/>
              <a:ext cx="2896920" cy="2174040"/>
            </a:xfrm>
            <a:custGeom>
              <a:avLst/>
              <a:gdLst>
                <a:gd name="textAreaLeft" fmla="*/ 0 w 2896920"/>
                <a:gd name="textAreaRight" fmla="*/ 2898360 w 2896920"/>
                <a:gd name="textAreaTop" fmla="*/ 720 h 2174040"/>
                <a:gd name="textAreaBottom" fmla="*/ 2176200 h 2174040"/>
              </a:gdLst>
              <a:ahLst/>
              <a:cxnLst/>
              <a:rect l="textAreaLeft" t="textAreaTop" r="textAreaRight" b="textAreaBottom"/>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grpSp>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111" name="Rectangle 9">
            <a:extLst>
              <a:ext uri="{C183D7F6-B498-43B3-948B-1728B52AA6E4}">
                <adec:decorative xmlns:adec="http://schemas.microsoft.com/office/drawing/2017/decorative" val="1"/>
              </a:ext>
            </a:extLst>
          </p:cNvPr>
          <p:cNvSpPr/>
          <p:nvPr/>
        </p:nvSpPr>
        <p:spPr>
          <a:xfrm>
            <a:off x="0" y="0"/>
            <a:ext cx="12190680" cy="685656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pic>
        <p:nvPicPr>
          <p:cNvPr id="1112" name="Picture 5" descr="Lupe vor klarem Hintergrund"/>
          <p:cNvPicPr/>
          <p:nvPr/>
        </p:nvPicPr>
        <p:blipFill>
          <a:blip r:embed="rId2">
            <a:alphaModFix amt="50000"/>
          </a:blip>
          <a:srcRect b="15729"/>
          <a:stretch/>
        </p:blipFill>
        <p:spPr>
          <a:xfrm>
            <a:off x="0" y="0"/>
            <a:ext cx="12190680" cy="6856560"/>
          </a:xfrm>
          <a:prstGeom prst="rect">
            <a:avLst/>
          </a:prstGeom>
          <a:noFill/>
          <a:ln w="0">
            <a:noFill/>
          </a:ln>
        </p:spPr>
      </p:pic>
      <p:sp>
        <p:nvSpPr>
          <p:cNvPr id="1113" name="PlaceHolder 1"/>
          <p:cNvSpPr>
            <a:spLocks noGrp="1"/>
          </p:cNvSpPr>
          <p:nvPr>
            <p:ph type="title"/>
          </p:nvPr>
        </p:nvSpPr>
        <p:spPr>
          <a:xfrm>
            <a:off x="1523880" y="1122480"/>
            <a:ext cx="9142560" cy="2899080"/>
          </a:xfrm>
          <a:prstGeom prst="rect">
            <a:avLst/>
          </a:prstGeom>
          <a:noFill/>
          <a:ln w="0">
            <a:noFill/>
          </a:ln>
        </p:spPr>
        <p:txBody>
          <a:bodyPr lIns="91440" tIns="45720" rIns="91440" bIns="45720" anchor="b">
            <a:normAutofit/>
          </a:bodyPr>
          <a:lstStyle/>
          <a:p>
            <a:pPr indent="0" algn="ctr" defTabSz="914400">
              <a:lnSpc>
                <a:spcPct val="90000"/>
              </a:lnSpc>
              <a:buNone/>
              <a:tabLst>
                <a:tab pos="0" algn="l"/>
              </a:tabLst>
            </a:pPr>
            <a:r>
              <a:rPr lang="en-US" sz="6000" b="0" u="none" strike="noStrike">
                <a:solidFill>
                  <a:srgbClr val="FFFFFF"/>
                </a:solidFill>
                <a:uFillTx/>
                <a:latin typeface="Calibri Light"/>
              </a:rPr>
              <a:t>Validierung</a:t>
            </a:r>
            <a:endParaRPr lang="de-DE" sz="6000" b="0" u="none" strike="noStrike">
              <a:solidFill>
                <a:srgbClr val="FFFFFF"/>
              </a:solidFill>
              <a:uFillTx/>
              <a:latin typeface="Arial"/>
            </a:endParaRPr>
          </a:p>
        </p:txBody>
      </p:sp>
      <p:sp>
        <p:nvSpPr>
          <p:cNvPr id="1114" name="PlaceHolder 2"/>
          <p:cNvSpPr>
            <a:spLocks noGrp="1"/>
          </p:cNvSpPr>
          <p:nvPr>
            <p:ph/>
          </p:nvPr>
        </p:nvSpPr>
        <p:spPr>
          <a:xfrm>
            <a:off x="1523880" y="4159440"/>
            <a:ext cx="9142560" cy="1096920"/>
          </a:xfrm>
          <a:prstGeom prst="rect">
            <a:avLst/>
          </a:prstGeom>
          <a:noFill/>
          <a:ln w="0">
            <a:noFill/>
          </a:ln>
        </p:spPr>
        <p:txBody>
          <a:bodyPr lIns="91440" tIns="45720" rIns="91440" bIns="45720" anchor="t">
            <a:normAutofit/>
          </a:bodyPr>
          <a:lstStyle/>
          <a:p>
            <a:pPr indent="0" algn="ctr" defTabSz="914400">
              <a:lnSpc>
                <a:spcPct val="90000"/>
              </a:lnSpc>
              <a:spcBef>
                <a:spcPts val="1001"/>
              </a:spcBef>
              <a:buNone/>
              <a:tabLst>
                <a:tab pos="0" algn="l"/>
              </a:tabLst>
            </a:pPr>
            <a:r>
              <a:rPr lang="en-US" sz="2400" b="0" u="none" strike="noStrike">
                <a:solidFill>
                  <a:srgbClr val="FFFFFF"/>
                </a:solidFill>
                <a:uFillTx/>
                <a:latin typeface="Calibri"/>
              </a:rPr>
              <a:t>Prüfen der Formulareingaben</a:t>
            </a:r>
            <a:endParaRPr lang="de-DE" sz="2400" b="0" u="none" strike="noStrike">
              <a:solidFill>
                <a:srgbClr val="FFFFFF"/>
              </a:solidFill>
              <a:uFillTx/>
              <a:latin typeface="Arial"/>
            </a:endParaRPr>
          </a:p>
        </p:txBody>
      </p:sp>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5"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algn="ctr">
              <a:buNone/>
            </a:pPr>
            <a:endParaRPr lang="de-DE" sz="1800" b="0" u="none" strike="noStrike">
              <a:solidFill>
                <a:srgbClr val="000000"/>
              </a:solidFill>
              <a:uFillTx/>
              <a:latin typeface="Arial"/>
            </a:endParaRPr>
          </a:p>
        </p:txBody>
      </p:sp>
      <p:sp>
        <p:nvSpPr>
          <p:cNvPr id="1116"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2-fache Validierung ist nicht redundant</a:t>
            </a:r>
            <a:endParaRPr lang="de-DE" sz="28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Client-seitig Validierung für User Experience</a:t>
            </a:r>
            <a:endParaRPr lang="de-DE" sz="28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Server-seitig Validierung für Sicherheit</a:t>
            </a:r>
            <a:endParaRPr lang="de-DE" sz="28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Validatoren</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Built-in (required, pattern, minlength, maxlength, email)</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Custom</a:t>
            </a:r>
            <a:endParaRPr lang="de-DE" sz="24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Verwendung</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Template-Driven Forms: mittels HTML-Attributen bzw. Direktiven (Hauptpfad)</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Reactive Forms: mit Hilfe der Forms API (Wahlthema)</a:t>
            </a:r>
            <a:endParaRPr lang="de-DE" sz="2400" b="0" u="none" strike="noStrike">
              <a:solidFill>
                <a:srgbClr val="000000"/>
              </a:solidFill>
              <a:uFillTx/>
              <a:latin typeface="Arial"/>
            </a:endParaRPr>
          </a:p>
        </p:txBody>
      </p:sp>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7"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Verwendung</a:t>
            </a:r>
            <a:endParaRPr lang="de-DE" sz="4400" b="0" u="none" strike="noStrike">
              <a:solidFill>
                <a:srgbClr val="000000"/>
              </a:solidFill>
              <a:uFillTx/>
              <a:latin typeface="Arial"/>
            </a:endParaRPr>
          </a:p>
        </p:txBody>
      </p:sp>
      <p:sp>
        <p:nvSpPr>
          <p:cNvPr id="1118"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de-DE" sz="2800" b="0" u="none" strike="noStrike">
                <a:solidFill>
                  <a:srgbClr val="1E347B"/>
                </a:solidFill>
                <a:uFillTx/>
                <a:latin typeface="SourceCodePro"/>
              </a:rPr>
              <a:t>this</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form </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a:t>
            </a:r>
            <a:r>
              <a:rPr lang="de-DE" sz="2800" b="0" u="none" strike="noStrike">
                <a:solidFill>
                  <a:srgbClr val="1E347B"/>
                </a:solidFill>
                <a:uFillTx/>
                <a:latin typeface="SourceCodePro"/>
              </a:rPr>
              <a:t>new</a:t>
            </a:r>
            <a:r>
              <a:rPr lang="de-DE" sz="2800" b="0" u="none" strike="noStrike">
                <a:solidFill>
                  <a:srgbClr val="48484C"/>
                </a:solidFill>
                <a:uFillTx/>
                <a:latin typeface="SourceCodePro"/>
              </a:rPr>
              <a:t> </a:t>
            </a:r>
            <a:r>
              <a:rPr lang="de-DE" sz="2800" b="0" u="none" strike="noStrike">
                <a:solidFill>
                  <a:srgbClr val="008080"/>
                </a:solidFill>
                <a:uFillTx/>
                <a:latin typeface="SourceCodePro"/>
              </a:rPr>
              <a:t>FormGroup</a:t>
            </a:r>
            <a:r>
              <a:rPr lang="de-DE" sz="2800" b="0" u="none" strike="noStrike">
                <a:solidFill>
                  <a:srgbClr val="93A1A1"/>
                </a:solidFill>
                <a:uFillTx/>
                <a:latin typeface="SourceCodePro"/>
              </a:rPr>
              <a: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48484C"/>
                </a:solidFill>
                <a:uFillTx/>
                <a:latin typeface="SourceCodePro"/>
              </a:rPr>
              <a:t>	name: new FormControl('', Validators.required),</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48484C"/>
                </a:solidFill>
                <a:uFillTx/>
                <a:latin typeface="SourceCodePro"/>
              </a:rPr>
              <a:t>	city</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a:t>
            </a:r>
            <a:r>
              <a:rPr lang="de-DE" sz="2800" b="0" u="none" strike="noStrike">
                <a:solidFill>
                  <a:srgbClr val="1E347B"/>
                </a:solidFill>
                <a:uFillTx/>
                <a:latin typeface="SourceCodePro"/>
              </a:rPr>
              <a:t>new</a:t>
            </a:r>
            <a:r>
              <a:rPr lang="de-DE" sz="2800" b="0" u="none" strike="noStrike">
                <a:solidFill>
                  <a:srgbClr val="48484C"/>
                </a:solidFill>
                <a:uFillTx/>
                <a:latin typeface="SourceCodePro"/>
              </a:rPr>
              <a:t> </a:t>
            </a:r>
            <a:r>
              <a:rPr lang="de-DE" sz="2800" b="0" u="none" strike="noStrike">
                <a:solidFill>
                  <a:srgbClr val="008080"/>
                </a:solidFill>
                <a:uFillTx/>
                <a:latin typeface="SourceCodePro"/>
              </a:rPr>
              <a:t>FormControl</a:t>
            </a:r>
            <a:r>
              <a:rPr lang="de-DE" sz="2800" b="0" u="none" strike="noStrike">
                <a:solidFill>
                  <a:srgbClr val="93A1A1"/>
                </a:solidFill>
                <a:uFillTx/>
                <a:latin typeface="SourceCodePro"/>
              </a:rPr>
              <a:t>(</a:t>
            </a:r>
            <a:r>
              <a:rPr lang="de-DE" sz="2800" b="0" u="none" strike="noStrike">
                <a:solidFill>
                  <a:srgbClr val="DD1144"/>
                </a:solidFill>
                <a:uFillTx/>
                <a:latin typeface="SourceCodePro"/>
              </a:rPr>
              <a:t>''</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a:t>
            </a:r>
            <a:r>
              <a:rPr lang="de-DE" sz="2800" b="0" u="none" strike="noStrike">
                <a:solidFill>
                  <a:srgbClr val="008080"/>
                </a:solidFill>
                <a:uFillTx/>
                <a:latin typeface="SourceCodePro"/>
              </a:rPr>
              <a:t>Validators</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maxLength</a:t>
            </a:r>
            <a:r>
              <a:rPr lang="de-DE" sz="2800" b="0" u="none" strike="noStrike">
                <a:solidFill>
                  <a:srgbClr val="93A1A1"/>
                </a:solidFill>
                <a:uFillTx/>
                <a:latin typeface="SourceCodePro"/>
              </a:rPr>
              <a:t>(</a:t>
            </a:r>
            <a:r>
              <a:rPr lang="de-DE" sz="2800" b="0" u="none" strike="noStrike">
                <a:solidFill>
                  <a:srgbClr val="195F91"/>
                </a:solidFill>
                <a:uFillTx/>
                <a:latin typeface="SourceCodePro"/>
              </a:rPr>
              <a:t>10</a:t>
            </a:r>
            <a:r>
              <a:rPr lang="de-DE" sz="2800" b="0" u="none" strike="noStrike">
                <a:solidFill>
                  <a:srgbClr val="93A1A1"/>
                </a:solidFill>
                <a:uFillTx/>
                <a:latin typeface="SourceCodePro"/>
              </a:rPr>
              <a: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48484C"/>
                </a:solidFill>
                <a:uFillTx/>
                <a:latin typeface="SourceCodePro"/>
              </a:rPr>
              <a:t>	zip</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a:t>
            </a:r>
            <a:r>
              <a:rPr lang="de-DE" sz="2800" b="0" u="none" strike="noStrike">
                <a:solidFill>
                  <a:srgbClr val="1E347B"/>
                </a:solidFill>
                <a:uFillTx/>
                <a:latin typeface="SourceCodePro"/>
              </a:rPr>
              <a:t>new</a:t>
            </a:r>
            <a:r>
              <a:rPr lang="de-DE" sz="2800" b="0" u="none" strike="noStrike">
                <a:solidFill>
                  <a:srgbClr val="48484C"/>
                </a:solidFill>
                <a:uFillTx/>
                <a:latin typeface="SourceCodePro"/>
              </a:rPr>
              <a:t> </a:t>
            </a:r>
            <a:r>
              <a:rPr lang="de-DE" sz="2800" b="0" u="none" strike="noStrike">
                <a:solidFill>
                  <a:srgbClr val="008080"/>
                </a:solidFill>
                <a:uFillTx/>
                <a:latin typeface="SourceCodePro"/>
              </a:rPr>
              <a:t>FormControl</a:t>
            </a:r>
            <a:r>
              <a:rPr lang="de-DE" sz="2800" b="0" u="none" strike="noStrike">
                <a:solidFill>
                  <a:srgbClr val="93A1A1"/>
                </a:solidFill>
                <a:uFillTx/>
                <a:latin typeface="SourceCodePro"/>
              </a:rPr>
              <a:t>(</a:t>
            </a:r>
            <a:r>
              <a:rPr lang="de-DE" sz="2800" b="0" u="none" strike="noStrike">
                <a:solidFill>
                  <a:srgbClr val="DD1144"/>
                </a:solidFill>
                <a:uFillTx/>
                <a:latin typeface="SourceCodePro"/>
              </a:rPr>
              <a:t>''</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a:t>
            </a:r>
            <a:r>
              <a:rPr lang="de-DE" sz="2800" b="0" u="none" strike="noStrike">
                <a:solidFill>
                  <a:srgbClr val="008080"/>
                </a:solidFill>
                <a:uFillTx/>
                <a:latin typeface="SourceCodePro"/>
              </a:rPr>
              <a:t>Validators</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pattern</a:t>
            </a:r>
            <a:r>
              <a:rPr lang="de-DE" sz="2800" b="0" u="none" strike="noStrike">
                <a:solidFill>
                  <a:srgbClr val="93A1A1"/>
                </a:solidFill>
                <a:uFillTx/>
                <a:latin typeface="SourceCodePro"/>
              </a:rPr>
              <a:t>(</a:t>
            </a:r>
            <a:r>
              <a:rPr lang="de-DE" sz="2800" b="0" u="none" strike="noStrike">
                <a:solidFill>
                  <a:srgbClr val="DD1144"/>
                </a:solidFill>
                <a:uFillTx/>
                <a:latin typeface="SourceCodePro"/>
              </a:rPr>
              <a:t>'[0-9]{5}'</a:t>
            </a:r>
            <a:r>
              <a:rPr lang="de-DE" sz="2800" b="0" u="none" strike="noStrike">
                <a:solidFill>
                  <a:srgbClr val="93A1A1"/>
                </a:solidFill>
                <a:uFillTx/>
                <a:latin typeface="SourceCodePro"/>
              </a:rPr>
              <a: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48484C"/>
                </a:solidFill>
                <a:uFillTx/>
                <a:latin typeface="SourceCodePro"/>
              </a:rPr>
              <a:t>	street</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a:t>
            </a:r>
            <a:r>
              <a:rPr lang="de-DE" sz="2800" b="0" u="none" strike="noStrike">
                <a:solidFill>
                  <a:srgbClr val="1E347B"/>
                </a:solidFill>
                <a:uFillTx/>
                <a:latin typeface="SourceCodePro"/>
              </a:rPr>
              <a:t>new</a:t>
            </a:r>
            <a:r>
              <a:rPr lang="de-DE" sz="2800" b="0" u="none" strike="noStrike">
                <a:solidFill>
                  <a:srgbClr val="48484C"/>
                </a:solidFill>
                <a:uFillTx/>
                <a:latin typeface="SourceCodePro"/>
              </a:rPr>
              <a:t> </a:t>
            </a:r>
            <a:r>
              <a:rPr lang="de-DE" sz="2800" b="0" u="none" strike="noStrike">
                <a:solidFill>
                  <a:srgbClr val="008080"/>
                </a:solidFill>
                <a:uFillTx/>
                <a:latin typeface="SourceCodePro"/>
              </a:rPr>
              <a:t>FormControl</a:t>
            </a:r>
            <a:r>
              <a:rPr lang="de-DE" sz="2800" b="0" u="none" strike="noStrike">
                <a:solidFill>
                  <a:srgbClr val="93A1A1"/>
                </a:solidFill>
                <a:uFillTx/>
                <a:latin typeface="SourceCodePro"/>
              </a:rPr>
              <a:t>(</a:t>
            </a:r>
            <a:r>
              <a:rPr lang="de-DE" sz="2800" b="0" u="none" strike="noStrike">
                <a:solidFill>
                  <a:srgbClr val="DD1144"/>
                </a:solidFill>
                <a:uFillTx/>
                <a:latin typeface="SourceCodePro"/>
              </a:rPr>
              <a:t>''</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a:t>
            </a:r>
            <a:r>
              <a:rPr lang="de-DE" sz="2800" b="0" u="none" strike="noStrike">
                <a:solidFill>
                  <a:srgbClr val="008080"/>
                </a:solidFill>
                <a:uFillTx/>
                <a:latin typeface="SourceCodePro"/>
              </a:rPr>
              <a:t>Validators</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compose</a:t>
            </a:r>
            <a:r>
              <a:rPr lang="de-DE" sz="2800" b="0" u="none" strike="noStrike">
                <a:solidFill>
                  <a:srgbClr val="93A1A1"/>
                </a:solidFill>
                <a:uFillTx/>
                <a:latin typeface="SourceCodePro"/>
              </a:rPr>
              <a: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008080"/>
                </a:solidFill>
                <a:uFillTx/>
                <a:latin typeface="SourceCodePro"/>
              </a:rPr>
              <a:t>		Validators</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required</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a:t>
            </a:r>
            <a:r>
              <a:rPr lang="de-DE" sz="2800" b="0" u="none" strike="noStrike">
                <a:solidFill>
                  <a:srgbClr val="008080"/>
                </a:solidFill>
                <a:uFillTx/>
                <a:latin typeface="SourceCodePro"/>
              </a:rPr>
              <a:t>Validators</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minLength</a:t>
            </a:r>
            <a:r>
              <a:rPr lang="de-DE" sz="2800" b="0" u="none" strike="noStrike">
                <a:solidFill>
                  <a:srgbClr val="93A1A1"/>
                </a:solidFill>
                <a:uFillTx/>
                <a:latin typeface="SourceCodePro"/>
              </a:rPr>
              <a:t>(</a:t>
            </a:r>
            <a:r>
              <a:rPr lang="de-DE" sz="2800" b="0" u="none" strike="noStrike">
                <a:solidFill>
                  <a:srgbClr val="195F91"/>
                </a:solidFill>
                <a:uFillTx/>
                <a:latin typeface="SourceCodePro"/>
              </a:rPr>
              <a:t>3</a:t>
            </a:r>
            <a:r>
              <a:rPr lang="de-DE" sz="2800" b="0" u="none" strike="noStrike">
                <a:solidFill>
                  <a:srgbClr val="93A1A1"/>
                </a:solidFill>
                <a:uFillTx/>
                <a:latin typeface="SourceCodePro"/>
              </a:rPr>
              <a: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93A1A1"/>
                </a:solidFill>
                <a:uFillTx/>
                <a:latin typeface="SourceCodePro"/>
              </a:rPr>
              <a: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endParaRPr lang="de-DE" sz="2800" b="0" u="none" strike="noStrike">
              <a:solidFill>
                <a:srgbClr val="000000"/>
              </a:solidFill>
              <a:uFillTx/>
              <a:latin typeface="Arial"/>
            </a:endParaRPr>
          </a:p>
        </p:txBody>
      </p:sp>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9"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Validierungsfehler</a:t>
            </a:r>
            <a:endParaRPr lang="de-DE" sz="4400" b="0" u="none" strike="noStrike">
              <a:solidFill>
                <a:srgbClr val="000000"/>
              </a:solidFill>
              <a:uFillTx/>
              <a:latin typeface="Arial"/>
            </a:endParaRPr>
          </a:p>
        </p:txBody>
      </p:sp>
      <p:sp>
        <p:nvSpPr>
          <p:cNvPr id="1120"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a:bodyPr>
          <a:lstStyle/>
          <a:p>
            <a:pPr marL="228600" indent="-228600" defTabSz="914400">
              <a:lnSpc>
                <a:spcPct val="90000"/>
              </a:lnSpc>
              <a:spcBef>
                <a:spcPts val="1001"/>
              </a:spcBef>
              <a:buClr>
                <a:srgbClr val="333333"/>
              </a:buClr>
              <a:buFont typeface="Arial"/>
              <a:buChar char="•"/>
            </a:pPr>
            <a:r>
              <a:rPr lang="de-DE" sz="2800" b="0" u="none" strike="noStrike">
                <a:solidFill>
                  <a:srgbClr val="333333"/>
                </a:solidFill>
                <a:uFillTx/>
                <a:latin typeface="Aller"/>
              </a:rPr>
              <a:t>Zustand pro Feld / Gruppe / Formular</a:t>
            </a:r>
            <a:endParaRPr lang="de-DE" sz="2800" b="0" u="none" strike="noStrike">
              <a:solidFill>
                <a:srgbClr val="000000"/>
              </a:solidFill>
              <a:uFillTx/>
              <a:latin typeface="Arial"/>
            </a:endParaRPr>
          </a:p>
          <a:p>
            <a:pPr marL="743040" lvl="1" indent="-285840" defTabSz="914400">
              <a:lnSpc>
                <a:spcPct val="90000"/>
              </a:lnSpc>
              <a:spcBef>
                <a:spcPts val="499"/>
              </a:spcBef>
              <a:buClr>
                <a:srgbClr val="333333"/>
              </a:buClr>
              <a:buFont typeface="Arial"/>
              <a:buChar char="•"/>
            </a:pPr>
            <a:r>
              <a:rPr lang="de-DE" sz="2400" b="0" u="none" strike="noStrike">
                <a:solidFill>
                  <a:srgbClr val="333333"/>
                </a:solidFill>
                <a:uFillTx/>
                <a:latin typeface="Aller"/>
              </a:rPr>
              <a:t>untouched, touched</a:t>
            </a:r>
            <a:endParaRPr lang="de-DE" sz="2400" b="0" u="none" strike="noStrike">
              <a:solidFill>
                <a:srgbClr val="000000"/>
              </a:solidFill>
              <a:uFillTx/>
              <a:latin typeface="Arial"/>
            </a:endParaRPr>
          </a:p>
          <a:p>
            <a:pPr marL="743040" lvl="1" indent="-285840" defTabSz="914400">
              <a:lnSpc>
                <a:spcPct val="90000"/>
              </a:lnSpc>
              <a:spcBef>
                <a:spcPts val="499"/>
              </a:spcBef>
              <a:buClr>
                <a:srgbClr val="333333"/>
              </a:buClr>
              <a:buFont typeface="Arial"/>
              <a:buChar char="•"/>
            </a:pPr>
            <a:r>
              <a:rPr lang="de-DE" sz="2400" b="0" u="none" strike="noStrike">
                <a:solidFill>
                  <a:srgbClr val="333333"/>
                </a:solidFill>
                <a:uFillTx/>
                <a:latin typeface="Aller"/>
              </a:rPr>
              <a:t>pristine, dirty</a:t>
            </a:r>
            <a:endParaRPr lang="de-DE" sz="2400" b="0" u="none" strike="noStrike">
              <a:solidFill>
                <a:srgbClr val="000000"/>
              </a:solidFill>
              <a:uFillTx/>
              <a:latin typeface="Arial"/>
            </a:endParaRPr>
          </a:p>
          <a:p>
            <a:pPr marL="743040" lvl="1" indent="-285840" defTabSz="914400">
              <a:lnSpc>
                <a:spcPct val="90000"/>
              </a:lnSpc>
              <a:spcBef>
                <a:spcPts val="499"/>
              </a:spcBef>
              <a:buClr>
                <a:srgbClr val="333333"/>
              </a:buClr>
              <a:buFont typeface="Arial"/>
              <a:buChar char="•"/>
            </a:pPr>
            <a:r>
              <a:rPr lang="de-DE" sz="2400" b="0" u="none" strike="noStrike">
                <a:solidFill>
                  <a:srgbClr val="333333"/>
                </a:solidFill>
                <a:uFillTx/>
                <a:latin typeface="Aller"/>
              </a:rPr>
              <a:t>valid, errors</a:t>
            </a:r>
            <a:endParaRPr lang="de-DE" sz="2400" b="0" u="none" strike="noStrike">
              <a:solidFill>
                <a:srgbClr val="000000"/>
              </a:solidFill>
              <a:uFillTx/>
              <a:latin typeface="Arial"/>
            </a:endParaRPr>
          </a:p>
          <a:p>
            <a:pPr marL="743040" lvl="1" indent="-285840" defTabSz="914400">
              <a:lnSpc>
                <a:spcPct val="90000"/>
              </a:lnSpc>
              <a:spcBef>
                <a:spcPts val="499"/>
              </a:spcBef>
              <a:buClr>
                <a:srgbClr val="333333"/>
              </a:buClr>
              <a:buFont typeface="Arial"/>
              <a:buChar char="•"/>
            </a:pPr>
            <a:r>
              <a:rPr lang="de-DE" sz="2400" b="0" u="none" strike="noStrike">
                <a:solidFill>
                  <a:srgbClr val="333333"/>
                </a:solidFill>
                <a:uFillTx/>
                <a:latin typeface="Aller"/>
              </a:rPr>
              <a:t>Value</a:t>
            </a:r>
            <a:endParaRPr lang="de-DE" sz="2400" b="0" u="none" strike="noStrike">
              <a:solidFill>
                <a:srgbClr val="000000"/>
              </a:solidFill>
              <a:uFillTx/>
              <a:latin typeface="Arial"/>
            </a:endParaRPr>
          </a:p>
          <a:p>
            <a:pPr marL="285840" indent="-285840" defTabSz="914400">
              <a:lnSpc>
                <a:spcPct val="90000"/>
              </a:lnSpc>
              <a:spcBef>
                <a:spcPts val="1001"/>
              </a:spcBef>
              <a:buClr>
                <a:srgbClr val="333333"/>
              </a:buClr>
              <a:buFont typeface="Arial"/>
              <a:buChar char="•"/>
            </a:pPr>
            <a:r>
              <a:rPr lang="de-DE" sz="2800" b="0" u="none" strike="noStrike">
                <a:solidFill>
                  <a:srgbClr val="333333"/>
                </a:solidFill>
                <a:uFillTx/>
                <a:latin typeface="Aller"/>
              </a:rPr>
              <a:t>Zusammenspiel mit CSS Klassen</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Angular setzt CSS-Klassen an Formular und Feldern</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ng-valid, ng-invalid, ng-pristine, ng-dirty</a:t>
            </a:r>
            <a:endParaRPr lang="de-DE" sz="2400" b="0" u="none" strike="noStrike">
              <a:solidFill>
                <a:srgbClr val="000000"/>
              </a:solidFill>
              <a:uFillTx/>
              <a:latin typeface="Arial"/>
            </a:endParaRPr>
          </a:p>
        </p:txBody>
      </p:sp>
    </p:spTree>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1"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Zugriff auf Fehlerzustand</a:t>
            </a:r>
            <a:endParaRPr lang="de-DE" sz="4400" b="0" u="none" strike="noStrike">
              <a:solidFill>
                <a:srgbClr val="000000"/>
              </a:solidFill>
              <a:uFillTx/>
              <a:latin typeface="Arial"/>
            </a:endParaRPr>
          </a:p>
        </p:txBody>
      </p:sp>
      <p:sp>
        <p:nvSpPr>
          <p:cNvPr id="1122"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de-DE" sz="2800" b="0" u="none" strike="noStrike">
                <a:solidFill>
                  <a:srgbClr val="1E347B"/>
                </a:solidFill>
                <a:uFillTx/>
                <a:latin typeface="SourceCodePro"/>
              </a:rPr>
              <a:t>&lt;div</a:t>
            </a:r>
            <a:r>
              <a:rPr lang="de-DE" sz="2800" b="0" u="none" strike="noStrike">
                <a:solidFill>
                  <a:srgbClr val="48484C"/>
                </a:solidFill>
                <a:uFillTx/>
                <a:latin typeface="SourceCodePro"/>
              </a:rPr>
              <a:t> </a:t>
            </a:r>
            <a:r>
              <a:rPr lang="de-DE" sz="2800" b="0" u="none" strike="noStrike">
                <a:solidFill>
                  <a:srgbClr val="008080"/>
                </a:solidFill>
                <a:uFillTx/>
                <a:latin typeface="SourceCodePro"/>
              </a:rPr>
              <a:t>class</a:t>
            </a:r>
            <a:r>
              <a:rPr lang="de-DE" sz="2800" b="0" u="none" strike="noStrike">
                <a:solidFill>
                  <a:srgbClr val="93A1A1"/>
                </a:solidFill>
                <a:uFillTx/>
                <a:latin typeface="SourceCodePro"/>
              </a:rPr>
              <a:t>=</a:t>
            </a:r>
            <a:r>
              <a:rPr lang="de-DE" sz="2800" b="0" u="none" strike="noStrike">
                <a:solidFill>
                  <a:srgbClr val="DD1144"/>
                </a:solidFill>
                <a:uFillTx/>
                <a:latin typeface="SourceCodePro"/>
              </a:rPr>
              <a:t>"form-group"</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48484C"/>
                </a:solidFill>
                <a:uFillTx/>
                <a:latin typeface="SourceCodePro"/>
              </a:rPr>
              <a:t>	[</a:t>
            </a:r>
            <a:r>
              <a:rPr lang="de-DE" sz="2800" b="0" u="none" strike="noStrike">
                <a:solidFill>
                  <a:srgbClr val="008080"/>
                </a:solidFill>
                <a:uFillTx/>
                <a:latin typeface="SourceCodePro"/>
              </a:rPr>
              <a:t>class</a:t>
            </a:r>
            <a:r>
              <a:rPr lang="de-DE" sz="2800" b="0" u="none" strike="noStrike">
                <a:solidFill>
                  <a:srgbClr val="48484C"/>
                </a:solidFill>
                <a:uFillTx/>
                <a:latin typeface="SourceCodePro"/>
              </a:rPr>
              <a:t>.</a:t>
            </a:r>
            <a:r>
              <a:rPr lang="de-DE" sz="2800" b="0" u="none" strike="noStrike">
                <a:solidFill>
                  <a:srgbClr val="008080"/>
                </a:solidFill>
                <a:uFillTx/>
                <a:latin typeface="SourceCodePro"/>
              </a:rPr>
              <a:t>has-error</a:t>
            </a:r>
            <a:r>
              <a:rPr lang="de-DE" sz="2800" b="0" u="none" strike="noStrike">
                <a:solidFill>
                  <a:srgbClr val="48484C"/>
                </a:solidFill>
                <a:uFillTx/>
                <a:latin typeface="SourceCodePro"/>
              </a:rPr>
              <a:t>]</a:t>
            </a:r>
            <a:r>
              <a:rPr lang="de-DE" sz="2800" b="0" u="none" strike="noStrike">
                <a:solidFill>
                  <a:srgbClr val="93A1A1"/>
                </a:solidFill>
                <a:uFillTx/>
                <a:latin typeface="SourceCodePro"/>
              </a:rPr>
              <a:t>=</a:t>
            </a:r>
            <a:r>
              <a:rPr lang="de-DE" sz="2800" b="0" u="none" strike="noStrike">
                <a:solidFill>
                  <a:srgbClr val="DD1144"/>
                </a:solidFill>
                <a:uFillTx/>
                <a:latin typeface="SourceCodePro"/>
              </a:rPr>
              <a:t>"form.controls.</a:t>
            </a:r>
            <a:r>
              <a:rPr lang="de-DE" sz="3200" b="0" u="none" strike="noStrike">
                <a:solidFill>
                  <a:srgbClr val="DD1144"/>
                </a:solidFill>
                <a:uFillTx/>
                <a:latin typeface="SourceCodePro"/>
              </a:rPr>
              <a:t>email</a:t>
            </a:r>
            <a:r>
              <a:rPr lang="de-DE" sz="2800" b="0" u="none" strike="noStrike">
                <a:solidFill>
                  <a:srgbClr val="DD1144"/>
                </a:solidFill>
                <a:uFillTx/>
                <a:latin typeface="SourceCodePro"/>
              </a:rPr>
              <a:t>.dirty &amp;&amp; 	!form.controls.</a:t>
            </a:r>
            <a:r>
              <a:rPr lang="de-DE" sz="3600" b="0" u="none" strike="noStrike">
                <a:solidFill>
                  <a:srgbClr val="DD1144"/>
                </a:solidFill>
                <a:uFillTx/>
                <a:latin typeface="SourceCodePro"/>
              </a:rPr>
              <a:t>email</a:t>
            </a:r>
            <a:r>
              <a:rPr lang="de-DE" sz="2800" b="0" u="none" strike="noStrike">
                <a:solidFill>
                  <a:srgbClr val="DD1144"/>
                </a:solidFill>
                <a:uFillTx/>
                <a:latin typeface="SourceCodePro"/>
              </a:rPr>
              <a:t>.valid"</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48484C"/>
                </a:solidFill>
                <a:uFillTx/>
                <a:latin typeface="SourceCodePro"/>
              </a:rPr>
              <a:t>	[</a:t>
            </a:r>
            <a:r>
              <a:rPr lang="de-DE" sz="2800" b="0" u="none" strike="noStrike">
                <a:solidFill>
                  <a:srgbClr val="008080"/>
                </a:solidFill>
                <a:uFillTx/>
                <a:latin typeface="SourceCodePro"/>
              </a:rPr>
              <a:t>class</a:t>
            </a:r>
            <a:r>
              <a:rPr lang="de-DE" sz="2800" b="0" u="none" strike="noStrike">
                <a:solidFill>
                  <a:srgbClr val="48484C"/>
                </a:solidFill>
                <a:uFillTx/>
                <a:latin typeface="SourceCodePro"/>
              </a:rPr>
              <a:t>.</a:t>
            </a:r>
            <a:r>
              <a:rPr lang="de-DE" sz="2800" b="0" u="none" strike="noStrike">
                <a:solidFill>
                  <a:srgbClr val="008080"/>
                </a:solidFill>
                <a:uFillTx/>
                <a:latin typeface="SourceCodePro"/>
              </a:rPr>
              <a:t>has-warning</a:t>
            </a:r>
            <a:r>
              <a:rPr lang="de-DE" sz="2800" b="0" u="none" strike="noStrike">
                <a:solidFill>
                  <a:srgbClr val="48484C"/>
                </a:solidFill>
                <a:uFillTx/>
                <a:latin typeface="SourceCodePro"/>
              </a:rPr>
              <a:t>]</a:t>
            </a:r>
            <a:r>
              <a:rPr lang="de-DE" sz="2800" b="0" u="none" strike="noStrike">
                <a:solidFill>
                  <a:srgbClr val="93A1A1"/>
                </a:solidFill>
                <a:uFillTx/>
                <a:latin typeface="SourceCodePro"/>
              </a:rPr>
              <a:t>=</a:t>
            </a:r>
            <a:r>
              <a:rPr lang="de-DE" sz="2800" b="0" u="none" strike="noStrike">
                <a:solidFill>
                  <a:srgbClr val="DD1144"/>
                </a:solidFill>
                <a:uFillTx/>
                <a:latin typeface="SourceCodePro"/>
              </a:rPr>
              <a:t>"form.controls.</a:t>
            </a:r>
            <a:r>
              <a:rPr lang="de-DE" sz="3200" b="0" u="none" strike="noStrike">
                <a:solidFill>
                  <a:srgbClr val="DD1144"/>
                </a:solidFill>
                <a:uFillTx/>
                <a:latin typeface="SourceCodePro"/>
              </a:rPr>
              <a:t>email</a:t>
            </a:r>
            <a:r>
              <a:rPr lang="de-DE" sz="2800" b="0" u="none" strike="noStrike">
                <a:solidFill>
                  <a:srgbClr val="DD1144"/>
                </a:solidFill>
                <a:uFillTx/>
                <a:latin typeface="SourceCodePro"/>
              </a:rPr>
              <a:t>.pristine &amp;&amp; 	!form.controls.</a:t>
            </a:r>
            <a:r>
              <a:rPr lang="de-DE" sz="3200" b="0" u="none" strike="noStrike">
                <a:solidFill>
                  <a:srgbClr val="DD1144"/>
                </a:solidFill>
                <a:uFillTx/>
                <a:latin typeface="SourceCodePro"/>
              </a:rPr>
              <a:t>email</a:t>
            </a:r>
            <a:r>
              <a:rPr lang="de-DE" sz="2800" b="0" u="none" strike="noStrike">
                <a:solidFill>
                  <a:srgbClr val="DD1144"/>
                </a:solidFill>
                <a:uFillTx/>
                <a:latin typeface="SourceCodePro"/>
              </a:rPr>
              <a:t>.valid"</a:t>
            </a:r>
            <a:r>
              <a:rPr lang="de-DE" sz="2800" b="0" u="none" strike="noStrike">
                <a:solidFill>
                  <a:srgbClr val="1E347B"/>
                </a:solidFill>
                <a:uFillTx/>
                <a:latin typeface="SourceCodePro"/>
              </a:rPr>
              <a:t>&gt;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1E347B"/>
                </a:solidFill>
                <a:uFillTx/>
                <a:latin typeface="SourceCodePro"/>
              </a:rPr>
              <a:t>	&lt;input</a:t>
            </a:r>
            <a:r>
              <a:rPr lang="de-DE" sz="2800" b="0" u="none" strike="noStrike">
                <a:solidFill>
                  <a:srgbClr val="48484C"/>
                </a:solidFill>
                <a:uFillTx/>
                <a:latin typeface="SourceCodePro"/>
              </a:rPr>
              <a:t> </a:t>
            </a:r>
            <a:r>
              <a:rPr lang="de-DE" sz="2800" b="0" u="none" strike="noStrike">
                <a:solidFill>
                  <a:srgbClr val="008080"/>
                </a:solidFill>
                <a:uFillTx/>
                <a:latin typeface="SourceCodePro"/>
              </a:rPr>
              <a:t>type</a:t>
            </a:r>
            <a:r>
              <a:rPr lang="de-DE" sz="2800" b="0" u="none" strike="noStrike">
                <a:solidFill>
                  <a:srgbClr val="93A1A1"/>
                </a:solidFill>
                <a:uFillTx/>
                <a:latin typeface="SourceCodePro"/>
              </a:rPr>
              <a:t>=</a:t>
            </a:r>
            <a:r>
              <a:rPr lang="de-DE" sz="2800" b="0" u="none" strike="noStrike">
                <a:solidFill>
                  <a:srgbClr val="DD1144"/>
                </a:solidFill>
                <a:uFillTx/>
                <a:latin typeface="SourceCodePro"/>
              </a:rPr>
              <a:t>"email"</a:t>
            </a:r>
            <a:r>
              <a:rPr lang="de-DE" sz="2800" b="0" u="none" strike="noStrike">
                <a:solidFill>
                  <a:srgbClr val="48484C"/>
                </a:solidFill>
                <a:uFillTx/>
                <a:latin typeface="SourceCodePro"/>
              </a:rPr>
              <a:t> </a:t>
            </a:r>
            <a:r>
              <a:rPr lang="de-DE" sz="2800" b="0" u="none" strike="noStrike">
                <a:solidFill>
                  <a:srgbClr val="008080"/>
                </a:solidFill>
                <a:uFillTx/>
                <a:latin typeface="SourceCodePro"/>
              </a:rPr>
              <a:t>class</a:t>
            </a:r>
            <a:r>
              <a:rPr lang="de-DE" sz="2800" b="0" u="none" strike="noStrike">
                <a:solidFill>
                  <a:srgbClr val="93A1A1"/>
                </a:solidFill>
                <a:uFillTx/>
                <a:latin typeface="SourceCodePro"/>
              </a:rPr>
              <a:t>=</a:t>
            </a:r>
            <a:r>
              <a:rPr lang="de-DE" sz="2800" b="0" u="none" strike="noStrike">
                <a:solidFill>
                  <a:srgbClr val="DD1144"/>
                </a:solidFill>
                <a:uFillTx/>
                <a:latin typeface="SourceCodePro"/>
              </a:rPr>
              <a:t>"form-control"</a:t>
            </a:r>
            <a:r>
              <a:rPr lang="de-DE" sz="2800" b="0" u="none" strike="noStrike">
                <a:solidFill>
                  <a:srgbClr val="48484C"/>
                </a:solidFill>
                <a:uFillTx/>
                <a:latin typeface="SourceCodePro"/>
              </a:rPr>
              <a:t> 			</a:t>
            </a:r>
            <a:r>
              <a:rPr lang="de-DE" sz="2800" b="0" u="none" strike="noStrike">
                <a:solidFill>
                  <a:srgbClr val="008080"/>
                </a:solidFill>
                <a:uFillTx/>
                <a:latin typeface="SourceCodePro"/>
              </a:rPr>
              <a:t>formControlName</a:t>
            </a:r>
            <a:r>
              <a:rPr lang="de-DE" sz="2800" b="0" u="none" strike="noStrike">
                <a:solidFill>
                  <a:srgbClr val="93A1A1"/>
                </a:solidFill>
                <a:uFillTx/>
                <a:latin typeface="SourceCodePro"/>
              </a:rPr>
              <a:t>=</a:t>
            </a:r>
            <a:r>
              <a:rPr lang="de-DE" sz="2800" b="0" u="none" strike="noStrike">
                <a:solidFill>
                  <a:srgbClr val="DD1144"/>
                </a:solidFill>
                <a:uFillTx/>
                <a:latin typeface="SourceCodePro"/>
              </a:rPr>
              <a:t>"</a:t>
            </a:r>
            <a:r>
              <a:rPr lang="de-DE" sz="3200" b="0" u="none" strike="noStrike">
                <a:solidFill>
                  <a:srgbClr val="DD1144"/>
                </a:solidFill>
                <a:uFillTx/>
                <a:latin typeface="SourceCodePro"/>
              </a:rPr>
              <a:t>email</a:t>
            </a:r>
            <a:r>
              <a:rPr lang="de-DE" sz="2800" b="0" u="none" strike="noStrike">
                <a:solidFill>
                  <a:srgbClr val="DD1144"/>
                </a:solidFill>
                <a:uFillTx/>
                <a:latin typeface="SourceCodePro"/>
              </a:rPr>
              <a:t>"</a:t>
            </a:r>
            <a:r>
              <a:rPr lang="de-DE" sz="2800" b="0" u="none" strike="noStrike">
                <a:solidFill>
                  <a:srgbClr val="1E347B"/>
                </a:solidFill>
                <a:uFillTx/>
                <a:latin typeface="SourceCodePro"/>
              </a:rPr>
              <a:t>&gt;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1E347B"/>
                </a:solidFill>
                <a:uFillTx/>
                <a:latin typeface="SourceCodePro"/>
              </a:rPr>
              <a:t>&lt;/div&gt;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endParaRPr lang="de-DE" sz="2800" b="0" u="none" strike="noStrike">
              <a:solidFill>
                <a:srgbClr val="000000"/>
              </a:solidFill>
              <a:uFillTx/>
              <a:latin typeface="Arial"/>
            </a:endParaRPr>
          </a:p>
        </p:txBody>
      </p:sp>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3"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ErrorsMap</a:t>
            </a:r>
            <a:endParaRPr lang="de-DE" sz="4400" b="0" u="none" strike="noStrike">
              <a:solidFill>
                <a:srgbClr val="000000"/>
              </a:solidFill>
              <a:uFillTx/>
              <a:latin typeface="Arial"/>
            </a:endParaRPr>
          </a:p>
        </p:txBody>
      </p:sp>
      <p:sp>
        <p:nvSpPr>
          <p:cNvPr id="1124"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de-DE" sz="2800" b="0" u="none" strike="noStrike">
                <a:solidFill>
                  <a:srgbClr val="1E347B"/>
                </a:solidFill>
                <a:uFillTx/>
                <a:latin typeface="SourceCodePro"/>
              </a:rPr>
              <a:t>&lt;div</a:t>
            </a:r>
            <a:r>
              <a:rPr lang="de-DE" sz="2800" b="0" u="none" strike="noStrike">
                <a:solidFill>
                  <a:srgbClr val="48484C"/>
                </a:solidFill>
                <a:uFillTx/>
                <a:latin typeface="SourceCodePro"/>
              </a:rPr>
              <a:t> [</a:t>
            </a:r>
            <a:r>
              <a:rPr lang="de-DE" sz="2800" b="0" u="none" strike="noStrike">
                <a:solidFill>
                  <a:srgbClr val="008080"/>
                </a:solidFill>
                <a:uFillTx/>
                <a:latin typeface="SourceCodePro"/>
              </a:rPr>
              <a:t>hidden</a:t>
            </a:r>
            <a:r>
              <a:rPr lang="de-DE" sz="2800" b="0" u="none" strike="noStrike">
                <a:solidFill>
                  <a:srgbClr val="48484C"/>
                </a:solidFill>
                <a:uFillTx/>
                <a:latin typeface="SourceCodePro"/>
              </a:rPr>
              <a:t>]</a:t>
            </a:r>
            <a:r>
              <a:rPr lang="de-DE" sz="2800" b="0" u="none" strike="noStrike">
                <a:solidFill>
                  <a:srgbClr val="93A1A1"/>
                </a:solidFill>
                <a:uFillTx/>
                <a:latin typeface="SourceCodePro"/>
              </a:rPr>
              <a:t>=</a:t>
            </a:r>
            <a:r>
              <a:rPr lang="de-DE" sz="2800" b="0" u="none" strike="noStrike">
                <a:solidFill>
                  <a:srgbClr val="DD1144"/>
                </a:solidFill>
                <a:uFillTx/>
                <a:latin typeface="SourceCodePro"/>
              </a:rPr>
              <a:t>"!form.controls.password.dirty"</a:t>
            </a:r>
            <a:r>
              <a:rPr lang="de-DE" sz="2800" b="0" u="none" strike="noStrike">
                <a:solidFill>
                  <a:srgbClr val="1E347B"/>
                </a:solidFill>
                <a:uFillTx/>
                <a:latin typeface="SourceCodePro"/>
              </a:rPr>
              <a:t>&gt;</a:t>
            </a:r>
            <a:endParaRPr lang="de-DE" sz="2800" b="0" u="none" strike="noStrike">
              <a:solidFill>
                <a:srgbClr val="000000"/>
              </a:solidFill>
              <a:uFillTx/>
              <a:latin typeface="Arial"/>
            </a:endParaRPr>
          </a:p>
          <a:p>
            <a:pPr marL="457200" indent="0" defTabSz="914400">
              <a:lnSpc>
                <a:spcPct val="90000"/>
              </a:lnSpc>
              <a:spcBef>
                <a:spcPts val="499"/>
              </a:spcBef>
              <a:buNone/>
              <a:tabLst>
                <a:tab pos="0" algn="l"/>
              </a:tabLst>
            </a:pPr>
            <a:r>
              <a:rPr lang="de-DE" sz="2400" b="0" u="none" strike="noStrike">
                <a:solidFill>
                  <a:srgbClr val="1E347B"/>
                </a:solidFill>
                <a:uFillTx/>
                <a:latin typeface="SourceCodePro"/>
              </a:rPr>
              <a:t>&lt;div</a:t>
            </a:r>
            <a:r>
              <a:rPr lang="de-DE" sz="2400" b="0" u="none" strike="noStrike">
                <a:solidFill>
                  <a:srgbClr val="48484C"/>
                </a:solidFill>
                <a:uFillTx/>
                <a:latin typeface="SourceCodePro"/>
              </a:rPr>
              <a:t> [</a:t>
            </a:r>
            <a:r>
              <a:rPr lang="de-DE" sz="2400" b="0" u="none" strike="noStrike">
                <a:solidFill>
                  <a:srgbClr val="008080"/>
                </a:solidFill>
                <a:uFillTx/>
                <a:latin typeface="SourceCodePro"/>
              </a:rPr>
              <a:t>hidden</a:t>
            </a:r>
            <a:r>
              <a:rPr lang="de-DE" sz="2400" b="0" u="none" strike="noStrike">
                <a:solidFill>
                  <a:srgbClr val="48484C"/>
                </a:solidFill>
                <a:uFillTx/>
                <a:latin typeface="SourceCodePro"/>
              </a:rPr>
              <a:t>]</a:t>
            </a:r>
            <a:r>
              <a:rPr lang="de-DE" sz="2400" b="0" u="none" strike="noStrike">
                <a:solidFill>
                  <a:srgbClr val="93A1A1"/>
                </a:solidFill>
                <a:uFillTx/>
                <a:latin typeface="SourceCodePro"/>
              </a:rPr>
              <a:t>=</a:t>
            </a:r>
            <a:r>
              <a:rPr lang="de-DE" sz="2400" b="0" u="none" strike="noStrike">
                <a:solidFill>
                  <a:srgbClr val="DD1144"/>
                </a:solidFill>
                <a:uFillTx/>
                <a:latin typeface="SourceCodePro"/>
              </a:rPr>
              <a:t>"!form.controls.password.errors?.required"</a:t>
            </a:r>
            <a:r>
              <a:rPr lang="de-DE" sz="2400" b="0" u="none" strike="noStrike">
                <a:solidFill>
                  <a:srgbClr val="1E347B"/>
                </a:solidFill>
                <a:uFillTx/>
                <a:latin typeface="SourceCodePro"/>
              </a:rPr>
              <a:t>&gt;</a:t>
            </a:r>
            <a:endParaRPr lang="de-DE" sz="2400" b="0" u="none" strike="noStrike">
              <a:solidFill>
                <a:srgbClr val="000000"/>
              </a:solidFill>
              <a:uFillTx/>
              <a:latin typeface="Arial"/>
            </a:endParaRPr>
          </a:p>
          <a:p>
            <a:pPr marL="457200" indent="0" defTabSz="914400">
              <a:lnSpc>
                <a:spcPct val="90000"/>
              </a:lnSpc>
              <a:spcBef>
                <a:spcPts val="499"/>
              </a:spcBef>
              <a:buNone/>
              <a:tabLst>
                <a:tab pos="0" algn="l"/>
              </a:tabLst>
            </a:pPr>
            <a:r>
              <a:rPr lang="de-DE" sz="2400" b="0" u="none" strike="noStrike">
                <a:solidFill>
                  <a:srgbClr val="48484C"/>
                </a:solidFill>
                <a:uFillTx/>
                <a:latin typeface="SourceCodePro"/>
              </a:rPr>
              <a:t>Password ist Pflichtfeld</a:t>
            </a:r>
            <a:endParaRPr lang="de-DE" sz="2400" b="0" u="none" strike="noStrike">
              <a:solidFill>
                <a:srgbClr val="000000"/>
              </a:solidFill>
              <a:uFillTx/>
              <a:latin typeface="Arial"/>
            </a:endParaRPr>
          </a:p>
          <a:p>
            <a:pPr marL="457200" indent="0" defTabSz="914400">
              <a:lnSpc>
                <a:spcPct val="90000"/>
              </a:lnSpc>
              <a:spcBef>
                <a:spcPts val="499"/>
              </a:spcBef>
              <a:buNone/>
              <a:tabLst>
                <a:tab pos="0" algn="l"/>
              </a:tabLst>
            </a:pPr>
            <a:r>
              <a:rPr lang="de-DE" sz="2400" b="0" u="none" strike="noStrike">
                <a:solidFill>
                  <a:srgbClr val="1E347B"/>
                </a:solidFill>
                <a:uFillTx/>
                <a:latin typeface="SourceCodePro"/>
              </a:rPr>
              <a:t>&lt;/div&gt;</a:t>
            </a:r>
            <a:endParaRPr lang="de-DE" sz="2400" b="0" u="none" strike="noStrike">
              <a:solidFill>
                <a:srgbClr val="000000"/>
              </a:solidFill>
              <a:uFillTx/>
              <a:latin typeface="Arial"/>
            </a:endParaRPr>
          </a:p>
          <a:p>
            <a:pPr marL="457200" indent="0" defTabSz="914400">
              <a:lnSpc>
                <a:spcPct val="90000"/>
              </a:lnSpc>
              <a:spcBef>
                <a:spcPts val="499"/>
              </a:spcBef>
              <a:buNone/>
              <a:tabLst>
                <a:tab pos="0" algn="l"/>
              </a:tabLst>
            </a:pPr>
            <a:r>
              <a:rPr lang="de-DE" sz="2400" b="0" u="none" strike="noStrike">
                <a:solidFill>
                  <a:srgbClr val="1E347B"/>
                </a:solidFill>
                <a:uFillTx/>
                <a:latin typeface="SourceCodePro"/>
              </a:rPr>
              <a:t>&lt;div</a:t>
            </a:r>
            <a:r>
              <a:rPr lang="de-DE" sz="2400" b="0" u="none" strike="noStrike">
                <a:solidFill>
                  <a:srgbClr val="48484C"/>
                </a:solidFill>
                <a:uFillTx/>
                <a:latin typeface="SourceCodePro"/>
              </a:rPr>
              <a:t> [</a:t>
            </a:r>
            <a:r>
              <a:rPr lang="de-DE" sz="2400" b="0" u="none" strike="noStrike">
                <a:solidFill>
                  <a:srgbClr val="008080"/>
                </a:solidFill>
                <a:uFillTx/>
                <a:latin typeface="SourceCodePro"/>
              </a:rPr>
              <a:t>hidden</a:t>
            </a:r>
            <a:r>
              <a:rPr lang="de-DE" sz="2400" b="0" u="none" strike="noStrike">
                <a:solidFill>
                  <a:srgbClr val="48484C"/>
                </a:solidFill>
                <a:uFillTx/>
                <a:latin typeface="SourceCodePro"/>
              </a:rPr>
              <a:t>]</a:t>
            </a:r>
            <a:r>
              <a:rPr lang="de-DE" sz="2400" b="0" u="none" strike="noStrike">
                <a:solidFill>
                  <a:srgbClr val="93A1A1"/>
                </a:solidFill>
                <a:uFillTx/>
                <a:latin typeface="SourceCodePro"/>
              </a:rPr>
              <a:t>=</a:t>
            </a:r>
            <a:r>
              <a:rPr lang="de-DE" sz="2400" b="0" u="none" strike="noStrike">
                <a:solidFill>
                  <a:srgbClr val="DD1144"/>
                </a:solidFill>
                <a:uFillTx/>
                <a:latin typeface="SourceCodePro"/>
              </a:rPr>
              <a:t>"!form.controls.password.errors?.complex"</a:t>
            </a:r>
            <a:r>
              <a:rPr lang="de-DE" sz="2400" b="0" u="none" strike="noStrike">
                <a:solidFill>
                  <a:srgbClr val="1E347B"/>
                </a:solidFill>
                <a:uFillTx/>
                <a:latin typeface="SourceCodePro"/>
              </a:rPr>
              <a:t>&gt;</a:t>
            </a:r>
            <a:endParaRPr lang="de-DE" sz="2400" b="0" u="none" strike="noStrike">
              <a:solidFill>
                <a:srgbClr val="000000"/>
              </a:solidFill>
              <a:uFillTx/>
              <a:latin typeface="Arial"/>
            </a:endParaRPr>
          </a:p>
          <a:p>
            <a:pPr marL="457200" indent="0" defTabSz="914400">
              <a:lnSpc>
                <a:spcPct val="90000"/>
              </a:lnSpc>
              <a:spcBef>
                <a:spcPts val="499"/>
              </a:spcBef>
              <a:buNone/>
              <a:tabLst>
                <a:tab pos="0" algn="l"/>
              </a:tabLst>
            </a:pPr>
            <a:r>
              <a:rPr lang="de-DE" sz="2400" b="0" u="none" strike="noStrike">
                <a:solidFill>
                  <a:srgbClr val="48484C"/>
                </a:solidFill>
                <a:uFillTx/>
                <a:latin typeface="SourceCodePro"/>
              </a:rPr>
              <a:t>Password muss aus 8 Zeichen und mind. 1 Sonderzeichen und Großbuchstaben bestehen.</a:t>
            </a:r>
            <a:endParaRPr lang="de-DE" sz="2400" b="0" u="none" strike="noStrike">
              <a:solidFill>
                <a:srgbClr val="000000"/>
              </a:solidFill>
              <a:uFillTx/>
              <a:latin typeface="Arial"/>
            </a:endParaRPr>
          </a:p>
          <a:p>
            <a:pPr marL="457200" indent="0" defTabSz="914400">
              <a:lnSpc>
                <a:spcPct val="90000"/>
              </a:lnSpc>
              <a:spcBef>
                <a:spcPts val="499"/>
              </a:spcBef>
              <a:buNone/>
              <a:tabLst>
                <a:tab pos="0" algn="l"/>
              </a:tabLst>
            </a:pPr>
            <a:r>
              <a:rPr lang="de-DE" sz="2400" b="0" u="none" strike="noStrike">
                <a:solidFill>
                  <a:srgbClr val="1E347B"/>
                </a:solidFill>
                <a:uFillTx/>
                <a:latin typeface="SourceCodePro"/>
              </a:rPr>
              <a:t>&lt;/div&gt;</a:t>
            </a:r>
            <a:endParaRPr lang="de-DE" sz="2400" b="0" u="none" strike="noStrike">
              <a:solidFill>
                <a:srgbClr val="000000"/>
              </a:solidFill>
              <a:uFillTx/>
              <a:latin typeface="Arial"/>
            </a:endParaRPr>
          </a:p>
          <a:p>
            <a:pPr marL="457200" indent="0" defTabSz="914400">
              <a:lnSpc>
                <a:spcPct val="90000"/>
              </a:lnSpc>
              <a:spcBef>
                <a:spcPts val="1001"/>
              </a:spcBef>
              <a:buNone/>
              <a:tabLst>
                <a:tab pos="0" algn="l"/>
              </a:tabLst>
            </a:pPr>
            <a:r>
              <a:rPr lang="de-DE" sz="2800" b="0" u="none" strike="noStrike">
                <a:solidFill>
                  <a:srgbClr val="1E347B"/>
                </a:solidFill>
                <a:uFillTx/>
                <a:latin typeface="SourceCodePro"/>
              </a:rPr>
              <a:t>&lt;/div&gt;</a:t>
            </a:r>
            <a:endParaRPr lang="de-DE" sz="2800" b="0" u="none" strike="noStrike">
              <a:solidFill>
                <a:srgbClr val="000000"/>
              </a:solidFill>
              <a:uFillTx/>
              <a:latin typeface="Arial"/>
            </a:endParaRPr>
          </a:p>
          <a:p>
            <a:pPr marL="457200" indent="0" defTabSz="914400">
              <a:lnSpc>
                <a:spcPct val="90000"/>
              </a:lnSpc>
              <a:spcBef>
                <a:spcPts val="1001"/>
              </a:spcBef>
              <a:buNone/>
              <a:tabLst>
                <a:tab pos="0" algn="l"/>
              </a:tabLst>
            </a:pPr>
            <a:endParaRPr lang="de-DE" sz="2800" b="0" u="none" strike="noStrike">
              <a:solidFill>
                <a:srgbClr val="000000"/>
              </a:solidFill>
              <a:uFillTx/>
              <a:latin typeface="Arial"/>
            </a:endParaRPr>
          </a:p>
        </p:txBody>
      </p:sp>
    </p:spTree>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1125" name="Rectangle 7">
            <a:extLst>
              <a:ext uri="{C183D7F6-B498-43B3-948B-1728B52AA6E4}">
                <adec:decorative xmlns:adec="http://schemas.microsoft.com/office/drawing/2017/decorative" val="1"/>
              </a:ext>
            </a:extLst>
          </p:cNvPr>
          <p:cNvSpPr/>
          <p:nvPr/>
        </p:nvSpPr>
        <p:spPr>
          <a:xfrm>
            <a:off x="0" y="0"/>
            <a:ext cx="12190320" cy="685656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1126" name="Rectangle 9">
            <a:extLst>
              <a:ext uri="{C183D7F6-B498-43B3-948B-1728B52AA6E4}">
                <adec:decorative xmlns:adec="http://schemas.microsoft.com/office/drawing/2017/decorative" val="1"/>
              </a:ext>
            </a:extLst>
          </p:cNvPr>
          <p:cNvSpPr/>
          <p:nvPr/>
        </p:nvSpPr>
        <p:spPr>
          <a:xfrm>
            <a:off x="360" y="0"/>
            <a:ext cx="12190320" cy="68565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800" b="0" u="none" strike="noStrike">
              <a:solidFill>
                <a:schemeClr val="lt1"/>
              </a:solidFill>
              <a:uFillTx/>
              <a:latin typeface="Calibri"/>
            </a:endParaRPr>
          </a:p>
        </p:txBody>
      </p:sp>
      <p:sp>
        <p:nvSpPr>
          <p:cNvPr id="1127" name="PlaceHolder 1"/>
          <p:cNvSpPr>
            <a:spLocks noGrp="1"/>
          </p:cNvSpPr>
          <p:nvPr>
            <p:ph type="title"/>
          </p:nvPr>
        </p:nvSpPr>
        <p:spPr>
          <a:xfrm>
            <a:off x="1179360" y="1280520"/>
            <a:ext cx="9831960" cy="1324080"/>
          </a:xfrm>
          <a:prstGeom prst="rect">
            <a:avLst/>
          </a:prstGeom>
          <a:noFill/>
          <a:ln w="0">
            <a:noFill/>
          </a:ln>
        </p:spPr>
        <p:txBody>
          <a:bodyPr lIns="91440" tIns="45720" rIns="91440" bIns="45720" anchor="b">
            <a:normAutofit/>
          </a:bodyPr>
          <a:lstStyle/>
          <a:p>
            <a:pPr indent="0" algn="ctr" defTabSz="914400">
              <a:lnSpc>
                <a:spcPct val="90000"/>
              </a:lnSpc>
              <a:buNone/>
              <a:tabLst>
                <a:tab pos="0" algn="l"/>
              </a:tabLst>
            </a:pPr>
            <a:r>
              <a:rPr lang="de-DE" sz="3600" b="0" u="none" strike="noStrike">
                <a:solidFill>
                  <a:schemeClr val="dk2"/>
                </a:solidFill>
                <a:uFillTx/>
                <a:latin typeface="Calibri Light"/>
              </a:rPr>
              <a:t>Wahlübung Z1: Validierung (Reactive Forms)</a:t>
            </a:r>
            <a:endParaRPr lang="de-DE" sz="3600" b="0" u="none" strike="noStrike">
              <a:solidFill>
                <a:srgbClr val="000000"/>
              </a:solidFill>
              <a:uFillTx/>
              <a:latin typeface="Arial"/>
            </a:endParaRPr>
          </a:p>
        </p:txBody>
      </p:sp>
      <p:grpSp>
        <p:nvGrpSpPr>
          <p:cNvPr id="1128" name="Group 11">
            <a:extLst>
              <a:ext uri="{C183D7F6-B498-43B3-948B-1728B52AA6E4}">
                <adec:decorative xmlns:adec="http://schemas.microsoft.com/office/drawing/2017/decorative" val="1"/>
              </a:ext>
            </a:extLst>
          </p:cNvPr>
          <p:cNvGrpSpPr/>
          <p:nvPr/>
        </p:nvGrpSpPr>
        <p:grpSpPr>
          <a:xfrm>
            <a:off x="8289720" y="0"/>
            <a:ext cx="3900960" cy="2381400"/>
            <a:chOff x="8289720" y="0"/>
            <a:chExt cx="3900960" cy="2381400"/>
          </a:xfrm>
        </p:grpSpPr>
        <p:sp>
          <p:nvSpPr>
            <p:cNvPr id="1129" name="Freeform: Shape 12">
              <a:extLst>
                <a:ext uri="{C183D7F6-B498-43B3-948B-1728B52AA6E4}">
                  <adec:decorative xmlns:adec="http://schemas.microsoft.com/office/drawing/2017/decorative" val="1"/>
                </a:ext>
              </a:extLst>
            </p:cNvPr>
            <p:cNvSpPr/>
            <p:nvPr/>
          </p:nvSpPr>
          <p:spPr>
            <a:xfrm>
              <a:off x="8289720" y="0"/>
              <a:ext cx="3900600" cy="2381400"/>
            </a:xfrm>
            <a:custGeom>
              <a:avLst/>
              <a:gdLst>
                <a:gd name="textAreaLeft" fmla="*/ 0 w 3900600"/>
                <a:gd name="textAreaRight" fmla="*/ 3902040 w 3900600"/>
                <a:gd name="textAreaTop" fmla="*/ 0 h 2381400"/>
                <a:gd name="textAreaBottom" fmla="*/ 2382840 h 2381400"/>
              </a:gdLst>
              <a:ahLst/>
              <a:cxnLst/>
              <a:rect l="textAreaLeft" t="textAreaTop" r="textAreaRight" b="textAreaBottom"/>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1130" name="Freeform: Shape 13">
              <a:extLst>
                <a:ext uri="{C183D7F6-B498-43B3-948B-1728B52AA6E4}">
                  <adec:decorative xmlns:adec="http://schemas.microsoft.com/office/drawing/2017/decorative" val="1"/>
                </a:ext>
              </a:extLst>
            </p:cNvPr>
            <p:cNvSpPr/>
            <p:nvPr/>
          </p:nvSpPr>
          <p:spPr>
            <a:xfrm>
              <a:off x="8326080" y="0"/>
              <a:ext cx="3864600" cy="2182680"/>
            </a:xfrm>
            <a:custGeom>
              <a:avLst/>
              <a:gdLst>
                <a:gd name="textAreaLeft" fmla="*/ 0 w 3864600"/>
                <a:gd name="textAreaRight" fmla="*/ 3866040 w 3864600"/>
                <a:gd name="textAreaTop" fmla="*/ 0 h 2182680"/>
                <a:gd name="textAreaBottom" fmla="*/ 2184120 h 2182680"/>
              </a:gdLst>
              <a:ahLst/>
              <a:cxnLst/>
              <a:rect l="textAreaLeft" t="textAreaTop" r="textAreaRight" b="textAreaBottom"/>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1131" name="Freeform: Shape 14">
              <a:extLst>
                <a:ext uri="{C183D7F6-B498-43B3-948B-1728B52AA6E4}">
                  <adec:decorative xmlns:adec="http://schemas.microsoft.com/office/drawing/2017/decorative" val="1"/>
                </a:ext>
              </a:extLst>
            </p:cNvPr>
            <p:cNvSpPr/>
            <p:nvPr/>
          </p:nvSpPr>
          <p:spPr>
            <a:xfrm>
              <a:off x="8329680" y="0"/>
              <a:ext cx="3861000" cy="2144160"/>
            </a:xfrm>
            <a:custGeom>
              <a:avLst/>
              <a:gdLst>
                <a:gd name="textAreaLeft" fmla="*/ 0 w 3861000"/>
                <a:gd name="textAreaRight" fmla="*/ 3862440 w 3861000"/>
                <a:gd name="textAreaTop" fmla="*/ 0 h 2144160"/>
                <a:gd name="textAreaBottom" fmla="*/ 2145600 h 2144160"/>
              </a:gdLst>
              <a:ahLst/>
              <a:cxnLst/>
              <a:rect l="textAreaLeft" t="textAreaTop" r="textAreaRight" b="textAreaBottom"/>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1132" name="Freeform: Shape 15">
              <a:extLst>
                <a:ext uri="{C183D7F6-B498-43B3-948B-1728B52AA6E4}">
                  <adec:decorative xmlns:adec="http://schemas.microsoft.com/office/drawing/2017/decorative" val="1"/>
                </a:ext>
              </a:extLst>
            </p:cNvPr>
            <p:cNvSpPr/>
            <p:nvPr/>
          </p:nvSpPr>
          <p:spPr>
            <a:xfrm>
              <a:off x="8329680" y="0"/>
              <a:ext cx="3861000" cy="2144160"/>
            </a:xfrm>
            <a:custGeom>
              <a:avLst/>
              <a:gdLst>
                <a:gd name="textAreaLeft" fmla="*/ 0 w 3861000"/>
                <a:gd name="textAreaRight" fmla="*/ 3862440 w 3861000"/>
                <a:gd name="textAreaTop" fmla="*/ 0 h 2144160"/>
                <a:gd name="textAreaBottom" fmla="*/ 2145600 h 2144160"/>
              </a:gdLst>
              <a:ahLst/>
              <a:cxnLst/>
              <a:rect l="textAreaLeft" t="textAreaTop" r="textAreaRight" b="textAreaBottom"/>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grpSp>
      <p:sp>
        <p:nvSpPr>
          <p:cNvPr id="1133" name="PlaceHolder 2"/>
          <p:cNvSpPr>
            <a:spLocks noGrp="1"/>
          </p:cNvSpPr>
          <p:nvPr>
            <p:ph/>
          </p:nvPr>
        </p:nvSpPr>
        <p:spPr>
          <a:xfrm>
            <a:off x="1179360" y="2890800"/>
            <a:ext cx="9831960" cy="2692440"/>
          </a:xfrm>
          <a:prstGeom prst="rect">
            <a:avLst/>
          </a:prstGeom>
          <a:noFill/>
          <a:ln w="0">
            <a:noFill/>
          </a:ln>
        </p:spPr>
        <p:txBody>
          <a:bodyPr lIns="91440" tIns="45720" rIns="91440" bIns="45720" anchor="t">
            <a:normAutofit/>
          </a:bodyPr>
          <a:lstStyle/>
          <a:p>
            <a:pPr marL="228600" indent="-228600" defTabSz="914400">
              <a:lnSpc>
                <a:spcPct val="90000"/>
              </a:lnSpc>
              <a:spcBef>
                <a:spcPts val="1001"/>
              </a:spcBef>
              <a:buClr>
                <a:srgbClr val="44546A"/>
              </a:buClr>
              <a:buFont typeface="Arial"/>
              <a:buChar char="•"/>
            </a:pPr>
            <a:r>
              <a:rPr lang="de-DE" sz="1800" b="0" u="none" strike="noStrike">
                <a:solidFill>
                  <a:schemeClr val="dk2"/>
                </a:solidFill>
                <a:uFillTx/>
                <a:latin typeface="Calibri"/>
              </a:rPr>
              <a:t>Validiere in CustomerDetailComponent</a:t>
            </a:r>
            <a:endParaRPr lang="de-DE" sz="18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800" b="0" u="none" strike="noStrike">
                <a:solidFill>
                  <a:schemeClr val="dk2"/>
                </a:solidFill>
                <a:uFillTx/>
                <a:latin typeface="Calibri"/>
              </a:rPr>
              <a:t>First- und lastname required</a:t>
            </a:r>
            <a:endParaRPr lang="de-DE" sz="18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800" b="0" u="none" strike="noStrike">
                <a:solidFill>
                  <a:schemeClr val="dk2"/>
                </a:solidFill>
                <a:uFillTx/>
                <a:latin typeface="Calibri"/>
              </a:rPr>
              <a:t>Zip als string aber nur zahlen</a:t>
            </a:r>
            <a:endParaRPr lang="de-DE" sz="1800" b="0" u="none" strike="noStrike">
              <a:solidFill>
                <a:srgbClr val="000000"/>
              </a:solidFill>
              <a:uFillTx/>
              <a:latin typeface="Arial"/>
            </a:endParaRPr>
          </a:p>
          <a:p>
            <a:pPr marL="228600" indent="-228600" defTabSz="914400">
              <a:lnSpc>
                <a:spcPct val="90000"/>
              </a:lnSpc>
              <a:spcBef>
                <a:spcPts val="1001"/>
              </a:spcBef>
              <a:buClr>
                <a:srgbClr val="44546A"/>
              </a:buClr>
              <a:buFont typeface="Arial"/>
              <a:buChar char="•"/>
            </a:pPr>
            <a:r>
              <a:rPr lang="de-DE" sz="1800" b="0" u="none" strike="noStrike">
                <a:solidFill>
                  <a:schemeClr val="dk2"/>
                </a:solidFill>
                <a:uFillTx/>
                <a:latin typeface="Calibri"/>
              </a:rPr>
              <a:t>Gib für jedes invalide Feld eine Fehlermeldung aus</a:t>
            </a:r>
            <a:endParaRPr lang="de-DE" sz="1800" b="0" u="none" strike="noStrike">
              <a:solidFill>
                <a:srgbClr val="000000"/>
              </a:solidFill>
              <a:uFillTx/>
              <a:latin typeface="Arial"/>
            </a:endParaRPr>
          </a:p>
          <a:p>
            <a:pPr marL="228600" indent="-228600" defTabSz="914400">
              <a:lnSpc>
                <a:spcPct val="90000"/>
              </a:lnSpc>
              <a:spcBef>
                <a:spcPts val="1001"/>
              </a:spcBef>
              <a:buClr>
                <a:srgbClr val="44546A"/>
              </a:buClr>
              <a:buFont typeface="Arial"/>
              <a:buChar char="•"/>
            </a:pPr>
            <a:r>
              <a:rPr lang="de-DE" sz="1800" b="0" u="none" strike="noStrike">
                <a:solidFill>
                  <a:schemeClr val="dk2"/>
                </a:solidFill>
                <a:uFillTx/>
                <a:latin typeface="Calibri"/>
              </a:rPr>
              <a:t>Verhindere das Absenden des invaliden Formulares</a:t>
            </a:r>
            <a:endParaRPr lang="de-DE" sz="18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800" b="0" u="none" strike="noStrike">
                <a:solidFill>
                  <a:schemeClr val="dk2"/>
                </a:solidFill>
                <a:uFillTx/>
                <a:latin typeface="Calibri"/>
              </a:rPr>
              <a:t>Tip: [disabled] an Submit-Button</a:t>
            </a:r>
            <a:endParaRPr lang="de-DE" sz="1800" b="0" u="none" strike="noStrike">
              <a:solidFill>
                <a:srgbClr val="000000"/>
              </a:solidFill>
              <a:uFillTx/>
              <a:latin typeface="Arial"/>
            </a:endParaRPr>
          </a:p>
          <a:p>
            <a:pPr indent="0" defTabSz="914400">
              <a:lnSpc>
                <a:spcPct val="90000"/>
              </a:lnSpc>
              <a:spcBef>
                <a:spcPts val="1001"/>
              </a:spcBef>
              <a:buNone/>
              <a:tabLst>
                <a:tab pos="0" algn="l"/>
              </a:tabLst>
            </a:pPr>
            <a:endParaRPr lang="de-DE" sz="1800" b="0" u="none" strike="noStrike">
              <a:solidFill>
                <a:srgbClr val="000000"/>
              </a:solidFill>
              <a:uFillTx/>
              <a:latin typeface="Arial"/>
            </a:endParaRPr>
          </a:p>
        </p:txBody>
      </p:sp>
      <p:grpSp>
        <p:nvGrpSpPr>
          <p:cNvPr id="1134" name="Group 17">
            <a:extLst>
              <a:ext uri="{C183D7F6-B498-43B3-948B-1728B52AA6E4}">
                <adec:decorative xmlns:adec="http://schemas.microsoft.com/office/drawing/2017/decorative" val="1"/>
              </a:ext>
            </a:extLst>
          </p:cNvPr>
          <p:cNvGrpSpPr/>
          <p:nvPr/>
        </p:nvGrpSpPr>
        <p:grpSpPr>
          <a:xfrm>
            <a:off x="0" y="4681440"/>
            <a:ext cx="2897280" cy="2174040"/>
            <a:chOff x="0" y="4681440"/>
            <a:chExt cx="2897280" cy="2174040"/>
          </a:xfrm>
        </p:grpSpPr>
        <p:sp>
          <p:nvSpPr>
            <p:cNvPr id="1135" name="Freeform: Shape 18">
              <a:extLst>
                <a:ext uri="{C183D7F6-B498-43B3-948B-1728B52AA6E4}">
                  <adec:decorative xmlns:adec="http://schemas.microsoft.com/office/drawing/2017/decorative" val="1"/>
                </a:ext>
              </a:extLst>
            </p:cNvPr>
            <p:cNvSpPr/>
            <p:nvPr/>
          </p:nvSpPr>
          <p:spPr>
            <a:xfrm flipV="1">
              <a:off x="360" y="4849560"/>
              <a:ext cx="2884320" cy="2005560"/>
            </a:xfrm>
            <a:custGeom>
              <a:avLst/>
              <a:gdLst>
                <a:gd name="textAreaLeft" fmla="*/ 0 w 2884320"/>
                <a:gd name="textAreaRight" fmla="*/ 2885760 w 2884320"/>
                <a:gd name="textAreaTop" fmla="*/ 720 h 2005560"/>
                <a:gd name="textAreaBottom" fmla="*/ 2007720 h 2005560"/>
              </a:gdLst>
              <a:ahLst/>
              <a:cxnLst/>
              <a:rect l="textAreaLeft" t="textAreaTop" r="textAreaRight" b="textAreaBottom"/>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1136" name="Freeform: Shape 19">
              <a:extLst>
                <a:ext uri="{C183D7F6-B498-43B3-948B-1728B52AA6E4}">
                  <adec:decorative xmlns:adec="http://schemas.microsoft.com/office/drawing/2017/decorative" val="1"/>
                </a:ext>
              </a:extLst>
            </p:cNvPr>
            <p:cNvSpPr/>
            <p:nvPr/>
          </p:nvSpPr>
          <p:spPr>
            <a:xfrm flipV="1">
              <a:off x="360" y="4849560"/>
              <a:ext cx="2884320" cy="2005560"/>
            </a:xfrm>
            <a:custGeom>
              <a:avLst/>
              <a:gdLst>
                <a:gd name="textAreaLeft" fmla="*/ 0 w 2884320"/>
                <a:gd name="textAreaRight" fmla="*/ 2885760 w 2884320"/>
                <a:gd name="textAreaTop" fmla="*/ 720 h 2005560"/>
                <a:gd name="textAreaBottom" fmla="*/ 2007720 h 2005560"/>
              </a:gdLst>
              <a:ahLst/>
              <a:cxnLst/>
              <a:rect l="textAreaLeft" t="textAreaTop" r="textAreaRight" b="textAreaBottom"/>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1137" name="Freeform: Shape 20">
              <a:extLst>
                <a:ext uri="{C183D7F6-B498-43B3-948B-1728B52AA6E4}">
                  <adec:decorative xmlns:adec="http://schemas.microsoft.com/office/drawing/2017/decorative" val="1"/>
                </a:ext>
              </a:extLst>
            </p:cNvPr>
            <p:cNvSpPr/>
            <p:nvPr/>
          </p:nvSpPr>
          <p:spPr>
            <a:xfrm flipV="1">
              <a:off x="0" y="4832640"/>
              <a:ext cx="2884680" cy="2022480"/>
            </a:xfrm>
            <a:custGeom>
              <a:avLst/>
              <a:gdLst>
                <a:gd name="textAreaLeft" fmla="*/ 0 w 2884680"/>
                <a:gd name="textAreaRight" fmla="*/ 2886120 w 2884680"/>
                <a:gd name="textAreaTop" fmla="*/ -720 h 2022480"/>
                <a:gd name="textAreaBottom" fmla="*/ 2023200 h 2022480"/>
              </a:gdLst>
              <a:ahLst/>
              <a:cxnLst/>
              <a:rect l="textAreaLeft" t="textAreaTop" r="textAreaRight" b="textAreaBottom"/>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1138" name="Freeform: Shape 21">
              <a:extLst>
                <a:ext uri="{C183D7F6-B498-43B3-948B-1728B52AA6E4}">
                  <adec:decorative xmlns:adec="http://schemas.microsoft.com/office/drawing/2017/decorative" val="1"/>
                </a:ext>
              </a:extLst>
            </p:cNvPr>
            <p:cNvSpPr/>
            <p:nvPr/>
          </p:nvSpPr>
          <p:spPr>
            <a:xfrm flipV="1">
              <a:off x="360" y="4681080"/>
              <a:ext cx="2896920" cy="2174040"/>
            </a:xfrm>
            <a:custGeom>
              <a:avLst/>
              <a:gdLst>
                <a:gd name="textAreaLeft" fmla="*/ 0 w 2896920"/>
                <a:gd name="textAreaRight" fmla="*/ 2898360 w 2896920"/>
                <a:gd name="textAreaTop" fmla="*/ 720 h 2174040"/>
                <a:gd name="textAreaBottom" fmla="*/ 2176200 h 2174040"/>
              </a:gdLst>
              <a:ahLst/>
              <a:cxnLst/>
              <a:rect l="textAreaLeft" t="textAreaTop" r="textAreaRight" b="textAreaBottom"/>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grpSp>
    </p:spTree>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1139" name="Rectangle 10">
            <a:extLst>
              <a:ext uri="{C183D7F6-B498-43B3-948B-1728B52AA6E4}">
                <adec:decorative xmlns:adec="http://schemas.microsoft.com/office/drawing/2017/decorative" val="1"/>
              </a:ext>
            </a:extLst>
          </p:cNvPr>
          <p:cNvSpPr/>
          <p:nvPr/>
        </p:nvSpPr>
        <p:spPr>
          <a:xfrm>
            <a:off x="0" y="0"/>
            <a:ext cx="12190320" cy="685656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1140" name="PlaceHolder 1"/>
          <p:cNvSpPr>
            <a:spLocks noGrp="1"/>
          </p:cNvSpPr>
          <p:nvPr>
            <p:ph type="title"/>
          </p:nvPr>
        </p:nvSpPr>
        <p:spPr>
          <a:xfrm>
            <a:off x="804600" y="5116680"/>
            <a:ext cx="10590840" cy="999360"/>
          </a:xfrm>
          <a:prstGeom prst="rect">
            <a:avLst/>
          </a:prstGeom>
          <a:noFill/>
          <a:ln w="0">
            <a:noFill/>
          </a:ln>
        </p:spPr>
        <p:txBody>
          <a:bodyPr lIns="91440" tIns="45720" rIns="91440" bIns="45720" anchor="t">
            <a:normAutofit/>
          </a:bodyPr>
          <a:lstStyle/>
          <a:p>
            <a:pPr indent="0" defTabSz="914400">
              <a:lnSpc>
                <a:spcPct val="90000"/>
              </a:lnSpc>
              <a:buNone/>
              <a:tabLst>
                <a:tab pos="0" algn="l"/>
              </a:tabLst>
            </a:pPr>
            <a:r>
              <a:rPr lang="en-US" sz="4000" b="0" u="none" strike="noStrike">
                <a:solidFill>
                  <a:schemeClr val="dk2"/>
                </a:solidFill>
                <a:uFillTx/>
                <a:latin typeface="Calibri Light"/>
              </a:rPr>
              <a:t>Kind Komponenten</a:t>
            </a:r>
            <a:endParaRPr lang="de-DE" sz="4000" b="0" u="none" strike="noStrike">
              <a:solidFill>
                <a:srgbClr val="000000"/>
              </a:solidFill>
              <a:uFillTx/>
              <a:latin typeface="Arial"/>
            </a:endParaRPr>
          </a:p>
        </p:txBody>
      </p:sp>
      <p:pic>
        <p:nvPicPr>
          <p:cNvPr id="1141" name="Picture 6" descr="Gelbe und orangefarbene Steckdose"/>
          <p:cNvPicPr/>
          <p:nvPr/>
        </p:nvPicPr>
        <p:blipFill>
          <a:blip r:embed="rId2"/>
          <a:srcRect t="25789" b="22586"/>
          <a:stretch/>
        </p:blipFill>
        <p:spPr>
          <a:xfrm>
            <a:off x="0" y="0"/>
            <a:ext cx="12190680" cy="4200120"/>
          </a:xfrm>
          <a:prstGeom prst="rect">
            <a:avLst/>
          </a:prstGeom>
          <a:noFill/>
          <a:ln w="0">
            <a:noFill/>
          </a:ln>
        </p:spPr>
      </p:pic>
      <p:grpSp>
        <p:nvGrpSpPr>
          <p:cNvPr id="1142" name="Group 12">
            <a:extLst>
              <a:ext uri="{C183D7F6-B498-43B3-948B-1728B52AA6E4}">
                <adec:decorative xmlns:adec="http://schemas.microsoft.com/office/drawing/2017/decorative" val="1"/>
              </a:ext>
            </a:extLst>
          </p:cNvPr>
          <p:cNvGrpSpPr/>
          <p:nvPr/>
        </p:nvGrpSpPr>
        <p:grpSpPr>
          <a:xfrm>
            <a:off x="0" y="2941920"/>
            <a:ext cx="12187440" cy="1827360"/>
            <a:chOff x="0" y="2941920"/>
            <a:chExt cx="12187440" cy="1827360"/>
          </a:xfrm>
        </p:grpSpPr>
        <p:sp useBgFill="1">
          <p:nvSpPr>
            <p:cNvPr id="1143" name="Freeform: Shape 13">
              <a:extLst>
                <a:ext uri="{C183D7F6-B498-43B3-948B-1728B52AA6E4}">
                  <adec:decorative xmlns:adec="http://schemas.microsoft.com/office/drawing/2017/decorative" val="1"/>
                </a:ext>
              </a:extLst>
            </p:cNvPr>
            <p:cNvSpPr/>
            <p:nvPr/>
          </p:nvSpPr>
          <p:spPr>
            <a:xfrm>
              <a:off x="0" y="3569040"/>
              <a:ext cx="12187440" cy="1200240"/>
            </a:xfrm>
            <a:custGeom>
              <a:avLst/>
              <a:gdLst>
                <a:gd name="textAreaLeft" fmla="*/ 0 w 12187440"/>
                <a:gd name="textAreaRight" fmla="*/ 12188880 w 12187440"/>
                <a:gd name="textAreaTop" fmla="*/ 0 h 1200240"/>
                <a:gd name="textAreaBottom" fmla="*/ 1201680 h 1200240"/>
              </a:gdLst>
              <a:ahLst/>
              <a:cxnLst/>
              <a:rect l="textAreaLeft" t="textAreaTop" r="textAreaRight" b="textAreaBottom"/>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endParaRPr lang="en-US" sz="1800" b="0" u="none" strike="noStrike">
                <a:solidFill>
                  <a:schemeClr val="dk1"/>
                </a:solidFill>
                <a:uFillTx/>
                <a:latin typeface="Calibri"/>
              </a:endParaRPr>
            </a:p>
          </p:txBody>
        </p:sp>
        <p:sp>
          <p:nvSpPr>
            <p:cNvPr id="1144" name="Freeform: Shape 14">
              <a:extLst>
                <a:ext uri="{C183D7F6-B498-43B3-948B-1728B52AA6E4}">
                  <adec:decorative xmlns:adec="http://schemas.microsoft.com/office/drawing/2017/decorative" val="1"/>
                </a:ext>
              </a:extLst>
            </p:cNvPr>
            <p:cNvSpPr/>
            <p:nvPr/>
          </p:nvSpPr>
          <p:spPr>
            <a:xfrm>
              <a:off x="0" y="2941920"/>
              <a:ext cx="12187440" cy="1098360"/>
            </a:xfrm>
            <a:custGeom>
              <a:avLst/>
              <a:gdLst>
                <a:gd name="textAreaLeft" fmla="*/ 0 w 12187440"/>
                <a:gd name="textAreaRight" fmla="*/ 12188880 w 12187440"/>
                <a:gd name="textAreaTop" fmla="*/ 0 h 1098360"/>
                <a:gd name="textAreaBottom" fmla="*/ 1099800 h 1098360"/>
              </a:gdLst>
              <a:ahLst/>
              <a:cxnLst/>
              <a:rect l="textAreaLeft" t="textAreaTop" r="textAreaRight" b="textAreaBottom"/>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endParaRPr lang="en-US" sz="1800" b="0" u="none" strike="noStrike">
                <a:solidFill>
                  <a:schemeClr val="dk1"/>
                </a:solidFill>
                <a:uFillTx/>
                <a:latin typeface="Calibri"/>
              </a:endParaRPr>
            </a:p>
          </p:txBody>
        </p:sp>
        <p:sp>
          <p:nvSpPr>
            <p:cNvPr id="1145" name="Freeform: Shape 15">
              <a:extLst>
                <a:ext uri="{C183D7F6-B498-43B3-948B-1728B52AA6E4}">
                  <adec:decorative xmlns:adec="http://schemas.microsoft.com/office/drawing/2017/decorative" val="1"/>
                </a:ext>
              </a:extLst>
            </p:cNvPr>
            <p:cNvSpPr/>
            <p:nvPr/>
          </p:nvSpPr>
          <p:spPr>
            <a:xfrm>
              <a:off x="0" y="3456000"/>
              <a:ext cx="12187440" cy="640080"/>
            </a:xfrm>
            <a:custGeom>
              <a:avLst/>
              <a:gdLst>
                <a:gd name="textAreaLeft" fmla="*/ 0 w 12187440"/>
                <a:gd name="textAreaRight" fmla="*/ 12188880 w 12187440"/>
                <a:gd name="textAreaTop" fmla="*/ 0 h 640080"/>
                <a:gd name="textAreaBottom" fmla="*/ 641520 h 640080"/>
              </a:gdLst>
              <a:ahLst/>
              <a:cxnLst/>
              <a:rect l="textAreaLeft" t="textAreaTop" r="textAreaRight" b="textAreaBottom"/>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endParaRPr lang="en-US" sz="1800" b="0" u="none" strike="noStrike">
                <a:solidFill>
                  <a:schemeClr val="dk1"/>
                </a:solidFill>
                <a:uFillTx/>
                <a:latin typeface="Calibri"/>
              </a:endParaRPr>
            </a:p>
          </p:txBody>
        </p:sp>
        <p:sp>
          <p:nvSpPr>
            <p:cNvPr id="1146" name="Freeform: Shape 16">
              <a:extLst>
                <a:ext uri="{C183D7F6-B498-43B3-948B-1728B52AA6E4}">
                  <adec:decorative xmlns:adec="http://schemas.microsoft.com/office/drawing/2017/decorative" val="1"/>
                </a:ext>
              </a:extLst>
            </p:cNvPr>
            <p:cNvSpPr/>
            <p:nvPr/>
          </p:nvSpPr>
          <p:spPr>
            <a:xfrm>
              <a:off x="0" y="3153600"/>
              <a:ext cx="12187440" cy="901080"/>
            </a:xfrm>
            <a:custGeom>
              <a:avLst/>
              <a:gdLst>
                <a:gd name="textAreaLeft" fmla="*/ 0 w 12187440"/>
                <a:gd name="textAreaRight" fmla="*/ 12188880 w 12187440"/>
                <a:gd name="textAreaTop" fmla="*/ 0 h 901080"/>
                <a:gd name="textAreaBottom" fmla="*/ 902520 h 901080"/>
              </a:gdLst>
              <a:ahLst/>
              <a:cxnLst/>
              <a:rect l="textAreaLeft" t="textAreaTop" r="textAreaRight" b="textAreaBottom"/>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endParaRPr lang="en-US" sz="1800" b="0" u="none" strike="noStrike">
                <a:solidFill>
                  <a:schemeClr val="dk1"/>
                </a:solidFill>
                <a:uFillTx/>
                <a:latin typeface="Calibri"/>
              </a:endParaRPr>
            </a:p>
          </p:txBody>
        </p:sp>
      </p:grpSp>
      <p:sp>
        <p:nvSpPr>
          <p:cNvPr id="1147" name="PlaceHolder 2"/>
          <p:cNvSpPr>
            <a:spLocks noGrp="1"/>
          </p:cNvSpPr>
          <p:nvPr>
            <p:ph/>
          </p:nvPr>
        </p:nvSpPr>
        <p:spPr>
          <a:xfrm>
            <a:off x="804600" y="4580640"/>
            <a:ext cx="9415440" cy="482760"/>
          </a:xfrm>
          <a:prstGeom prst="rect">
            <a:avLst/>
          </a:prstGeom>
          <a:noFill/>
          <a:ln w="0">
            <a:noFill/>
          </a:ln>
        </p:spPr>
        <p:txBody>
          <a:bodyPr lIns="91440" tIns="45720" rIns="91440" bIns="45720" anchor="b">
            <a:normAutofit/>
          </a:bodyPr>
          <a:lstStyle/>
          <a:p>
            <a:pPr indent="0" defTabSz="914400">
              <a:lnSpc>
                <a:spcPct val="90000"/>
              </a:lnSpc>
              <a:spcBef>
                <a:spcPts val="1001"/>
              </a:spcBef>
              <a:buNone/>
              <a:tabLst>
                <a:tab pos="0" algn="l"/>
              </a:tabLst>
            </a:pPr>
            <a:r>
              <a:rPr lang="en-US" sz="2000" b="0" u="none" strike="noStrike">
                <a:solidFill>
                  <a:schemeClr val="dk2"/>
                </a:solidFill>
                <a:uFillTx/>
                <a:latin typeface="Calibri"/>
              </a:rPr>
              <a:t>Modulare wiederverwendbare Komponenten</a:t>
            </a:r>
            <a:endParaRPr lang="de-DE" sz="2000" b="0" u="none" strike="noStrike">
              <a:solidFill>
                <a:srgbClr val="000000"/>
              </a:solidFill>
              <a:uFillTx/>
              <a:latin typeface="Arial"/>
            </a:endParaRPr>
          </a:p>
        </p:txBody>
      </p:sp>
    </p:spTree>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8"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Best Practice</a:t>
            </a:r>
            <a:endParaRPr lang="de-DE" sz="4400" b="0" u="none" strike="noStrike">
              <a:solidFill>
                <a:srgbClr val="000000"/>
              </a:solidFill>
              <a:uFillTx/>
              <a:latin typeface="Arial"/>
            </a:endParaRPr>
          </a:p>
        </p:txBody>
      </p:sp>
      <p:sp>
        <p:nvSpPr>
          <p:cNvPr id="1149"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Smarte Komponenten und einfache (dumme) Komponenten</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Smarte Komponenten wissen etwas über Umgebung </a:t>
            </a:r>
            <a:endParaRPr lang="de-DE" sz="2400" b="0" u="none" strike="noStrike">
              <a:solidFill>
                <a:srgbClr val="000000"/>
              </a:solidFill>
              <a:uFillTx/>
              <a:latin typeface="Arial"/>
            </a:endParaRPr>
          </a:p>
          <a:p>
            <a:pPr marL="1143000" lvl="2" indent="-228600" defTabSz="914400">
              <a:lnSpc>
                <a:spcPct val="90000"/>
              </a:lnSpc>
              <a:spcBef>
                <a:spcPts val="499"/>
              </a:spcBef>
              <a:buClr>
                <a:srgbClr val="000000"/>
              </a:buClr>
              <a:buFont typeface="Arial"/>
              <a:buChar char="•"/>
            </a:pPr>
            <a:r>
              <a:rPr lang="de-DE" sz="2000" b="0" u="none" strike="noStrike">
                <a:solidFill>
                  <a:schemeClr val="dk1"/>
                </a:solidFill>
                <a:uFillTx/>
                <a:latin typeface="Calibri"/>
              </a:rPr>
              <a:t>z.B. Abhängigkeiten von Services</a:t>
            </a:r>
            <a:endParaRPr lang="de-DE" sz="20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Dumme Komponenten haben nur Inputs und Outputs </a:t>
            </a:r>
            <a:endParaRPr lang="de-DE" sz="2400" b="0" u="none" strike="noStrike">
              <a:solidFill>
                <a:srgbClr val="000000"/>
              </a:solidFill>
              <a:uFillTx/>
              <a:latin typeface="Arial"/>
            </a:endParaRPr>
          </a:p>
          <a:p>
            <a:pPr marL="1143000" lvl="2" indent="-228600" defTabSz="914400">
              <a:lnSpc>
                <a:spcPct val="90000"/>
              </a:lnSpc>
              <a:spcBef>
                <a:spcPts val="499"/>
              </a:spcBef>
              <a:buClr>
                <a:srgbClr val="000000"/>
              </a:buClr>
              <a:buFont typeface="Arial"/>
              <a:buChar char="•"/>
            </a:pPr>
            <a:r>
              <a:rPr lang="de-DE" sz="2000" b="0" u="none" strike="noStrike">
                <a:solidFill>
                  <a:schemeClr val="dk1"/>
                </a:solidFill>
                <a:uFillTx/>
                <a:latin typeface="Calibri"/>
              </a:rPr>
              <a:t>z.B. keine Abhängigkeiten von Services</a:t>
            </a:r>
            <a:endParaRPr lang="de-DE" sz="20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Bessere Wiederverwendbarkeit bei dummen Komponenten</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endParaRPr lang="de-DE" sz="28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tabLst>
                <a:tab pos="0" algn="l"/>
              </a:tabLst>
            </a:pPr>
            <a:r>
              <a:rPr lang="de-DE" sz="2800" b="0" u="none" strike="noStrike">
                <a:solidFill>
                  <a:schemeClr val="dk1"/>
                </a:solidFill>
                <a:uFillTx/>
                <a:latin typeface="Calibri"/>
              </a:rPr>
              <a:t>In unserer Beispielanwendung Formular aus Detailkomponente auslagern. </a:t>
            </a:r>
            <a:r>
              <a:rPr lang="de-DE" sz="2800" b="0" u="none" strike="noStrike">
                <a:solidFill>
                  <a:schemeClr val="dk1"/>
                </a:solidFill>
                <a:uFillTx/>
                <a:latin typeface="Wingdings"/>
              </a:rPr>
              <a:t></a:t>
            </a:r>
            <a:r>
              <a:rPr lang="de-DE" sz="2800" b="0" u="none" strike="noStrike">
                <a:solidFill>
                  <a:schemeClr val="dk1"/>
                </a:solidFill>
                <a:uFillTx/>
                <a:latin typeface="Calibri"/>
              </a:rPr>
              <a:t> </a:t>
            </a:r>
            <a:r>
              <a:rPr lang="de-DE" sz="2800" b="1" u="none" strike="noStrike">
                <a:solidFill>
                  <a:schemeClr val="dk1"/>
                </a:solidFill>
                <a:uFillTx/>
                <a:latin typeface="Calibri"/>
              </a:rPr>
              <a:t>Wie läuft die Interaktion topDown und bottomUp</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endParaRPr lang="de-DE" sz="2800" b="0" u="none" strike="noStrike">
              <a:solidFill>
                <a:srgbClr val="000000"/>
              </a:solidFill>
              <a:uFillTx/>
              <a:latin typeface="Arial"/>
            </a:endParaRPr>
          </a:p>
        </p:txBody>
      </p:sp>
    </p:spTree>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0"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Rückblick: Input Output</a:t>
            </a:r>
            <a:endParaRPr lang="de-DE" sz="4400" b="0" u="none" strike="noStrike">
              <a:solidFill>
                <a:srgbClr val="000000"/>
              </a:solidFill>
              <a:uFillTx/>
              <a:latin typeface="Arial"/>
            </a:endParaRPr>
          </a:p>
        </p:txBody>
      </p:sp>
      <p:sp>
        <p:nvSpPr>
          <p:cNvPr id="1151"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Vater zu Kind über Property-Binding</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Daten von oben nach unten übergeben</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Kind: Signal-Input input() – Reaktion auf Änderungen per computed() / effect() statt ngOnChanges</a:t>
            </a:r>
            <a:endParaRPr lang="de-DE" sz="24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Kind zu Vater über Event-Binding mit output()</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Events von unten nach oben reichen</a:t>
            </a:r>
            <a:endParaRPr lang="de-DE" sz="2400" b="0" u="none" strike="noStrike">
              <a:solidFill>
                <a:srgbClr val="000000"/>
              </a:solidFill>
              <a:uFillTx/>
              <a:latin typeface="Arial"/>
            </a:endParaRPr>
          </a:p>
          <a:p>
            <a:pPr indent="0" defTabSz="914400">
              <a:lnSpc>
                <a:spcPct val="90000"/>
              </a:lnSpc>
              <a:spcBef>
                <a:spcPts val="1001"/>
              </a:spcBef>
              <a:buNone/>
              <a:tabLst>
                <a:tab pos="0" algn="l"/>
              </a:tabLst>
            </a:pPr>
            <a:endParaRPr lang="de-DE" sz="2800" b="0" u="none" strike="noStrike">
              <a:solidFill>
                <a:srgbClr val="000000"/>
              </a:solidFill>
              <a:uFillTx/>
              <a:latin typeface="Arial"/>
            </a:endParaRPr>
          </a:p>
        </p:txBody>
      </p:sp>
    </p:spTree>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2"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viewChild() – Signal Query</a:t>
            </a:r>
            <a:endParaRPr lang="de-DE" sz="4400" b="0" u="none" strike="noStrike">
              <a:solidFill>
                <a:srgbClr val="000000"/>
              </a:solidFill>
              <a:uFillTx/>
              <a:latin typeface="Arial"/>
            </a:endParaRPr>
          </a:p>
        </p:txBody>
      </p:sp>
      <p:sp>
        <p:nvSpPr>
          <p:cNvPr id="1153"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Injection von Kindkomponente zur einfacheren Interaktion</a:t>
            </a:r>
            <a:endParaRPr lang="de-DE" sz="2800" b="0" u="none" strike="noStrike">
              <a:solidFill>
                <a:srgbClr val="000000"/>
              </a:solidFill>
              <a:uFillTx/>
              <a:latin typeface="Arial"/>
            </a:endParaRPr>
          </a:p>
          <a:p>
            <a:pPr marL="0" indent="0" defTabSz="914400">
              <a:lnSpc>
                <a:spcPct val="90000"/>
              </a:lnSpc>
              <a:spcBef>
                <a:spcPts val="1001"/>
              </a:spcBef>
              <a:buClr>
                <a:srgbClr val="000000"/>
              </a:buClr>
              <a:buFont typeface="Arial"/>
              <a:buNone/>
            </a:pPr>
            <a:r>
              <a:rPr lang="de-DE" sz="2800" b="0" u="none" strike="noStrike">
                <a:solidFill>
                  <a:schemeClr val="dk1"/>
                </a:solidFill>
                <a:uFillTx/>
                <a:latin typeface="Calibri"/>
              </a:rPr>
              <a:t>export class ParentComponent {</a:t>
            </a:r>
            <a:endParaRPr lang="de-DE" sz="2800" b="0" u="none" strike="noStrike">
              <a:solidFill>
                <a:srgbClr val="000000"/>
              </a:solidFill>
              <a:uFillTx/>
              <a:latin typeface="Arial"/>
            </a:endParaRPr>
          </a:p>
          <a:p>
            <a:pPr marL="0" indent="0" defTabSz="914400">
              <a:lnSpc>
                <a:spcPct val="90000"/>
              </a:lnSpc>
              <a:spcBef>
                <a:spcPts val="1001"/>
              </a:spcBef>
              <a:buClr>
                <a:srgbClr val="000000"/>
              </a:buClr>
              <a:buFont typeface="Arial"/>
              <a:buNone/>
            </a:pPr>
            <a:r>
              <a:rPr lang="de-DE" sz="2800" b="0" u="none" strike="noStrike">
                <a:solidFill>
                  <a:schemeClr val="dk1"/>
                </a:solidFill>
                <a:uFillTx/>
                <a:latin typeface="Calibri"/>
              </a:rPr>
              <a:t>  listComponent = viewChild(ListComponent);   // Signal&lt;ListComponent | undefined&gt;</a:t>
            </a:r>
            <a:endParaRPr lang="de-DE" sz="2800" b="0" u="none" strike="noStrike">
              <a:solidFill>
                <a:srgbClr val="000000"/>
              </a:solidFill>
              <a:uFillTx/>
              <a:latin typeface="Arial"/>
            </a:endParaRPr>
          </a:p>
          <a:p>
            <a:pPr marL="0" indent="0" defTabSz="914400">
              <a:lnSpc>
                <a:spcPct val="90000"/>
              </a:lnSpc>
              <a:spcBef>
                <a:spcPts val="1001"/>
              </a:spcBef>
              <a:buClr>
                <a:srgbClr val="000000"/>
              </a:buClr>
              <a:buFont typeface="Arial"/>
              <a:buNone/>
            </a:pPr>
            <a:r>
              <a:rPr lang="de-DE" sz="2800" b="0" u="none" strike="noStrike">
                <a:solidFill>
                  <a:schemeClr val="dk1"/>
                </a:solidFill>
                <a:uFillTx/>
                <a:latin typeface="Calibri"/>
              </a:rPr>
              <a:t>  refresh() { this.listComponent()?.reload(); }</a:t>
            </a:r>
            <a:endParaRPr lang="de-DE" sz="2800" b="0" u="none" strike="noStrike">
              <a:solidFill>
                <a:srgbClr val="000000"/>
              </a:solidFill>
              <a:uFillTx/>
              <a:latin typeface="Arial"/>
            </a:endParaRPr>
          </a:p>
          <a:p>
            <a:pPr marL="0" indent="0" defTabSz="914400">
              <a:lnSpc>
                <a:spcPct val="90000"/>
              </a:lnSpc>
              <a:spcBef>
                <a:spcPts val="1001"/>
              </a:spcBef>
              <a:buClr>
                <a:srgbClr val="000000"/>
              </a:buClr>
              <a:buFont typeface="Arial"/>
              <a:buNone/>
            </a:pPr>
            <a:r>
              <a:rPr lang="de-DE" sz="2800" b="0" u="none" strike="noStrike">
                <a:solidFill>
                  <a:schemeClr val="dk1"/>
                </a:solidFill>
                <a:uFillTx/>
                <a:latin typeface="Calibri"/>
              </a:rPr>
              <a:t>}</a:t>
            </a:r>
            <a:endParaRPr lang="de-DE" sz="28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Legacy: @ViewChild(ListComponent) private listComponent: ListComponent;</a:t>
            </a:r>
            <a:endParaRPr lang="de-DE" sz="2800" b="0" u="none" strike="noStrike">
              <a:solidFill>
                <a:srgbClr val="000000"/>
              </a:solidFill>
              <a:uFillTx/>
              <a:latin typeface="Arial"/>
            </a:endParaRPr>
          </a:p>
        </p:txBody>
      </p:sp>
    </p:spTree>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4"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Kommunikation über ThirdParty</a:t>
            </a:r>
            <a:endParaRPr lang="de-DE" sz="4400" b="0" u="none" strike="noStrike">
              <a:solidFill>
                <a:srgbClr val="000000"/>
              </a:solidFill>
              <a:uFillTx/>
              <a:latin typeface="Arial"/>
            </a:endParaRPr>
          </a:p>
        </p:txBody>
      </p:sp>
      <p:sp>
        <p:nvSpPr>
          <p:cNvPr id="1155"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Kommunikationskanal</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Service stellt Observables bereit </a:t>
            </a:r>
            <a:endParaRPr lang="de-DE" sz="24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Auch andere Kommunikationsstrukturen möglich z.B. 1:n</a:t>
            </a:r>
            <a:endParaRPr lang="de-DE" sz="28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Vaterkomponente kann als Provider vom Service dienen (Scoped Service Instanziierung)</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endParaRPr lang="de-DE" sz="2800" b="0" u="none" strike="noStrike">
              <a:solidFill>
                <a:srgbClr val="000000"/>
              </a:solidFill>
              <a:uFillTx/>
              <a:latin typeface="Arial"/>
            </a:endParaRPr>
          </a:p>
        </p:txBody>
      </p:sp>
    </p:spTree>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6"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Beispiel Kommunikations-Service</a:t>
            </a:r>
            <a:endParaRPr lang="de-DE" sz="4400" b="0" u="none" strike="noStrike">
              <a:solidFill>
                <a:srgbClr val="000000"/>
              </a:solidFill>
              <a:uFillTx/>
              <a:latin typeface="Arial"/>
            </a:endParaRPr>
          </a:p>
        </p:txBody>
      </p:sp>
      <p:sp>
        <p:nvSpPr>
          <p:cNvPr id="1157" name="PlaceHolder 2"/>
          <p:cNvSpPr>
            <a:spLocks noGrp="1"/>
          </p:cNvSpPr>
          <p:nvPr>
            <p:ph/>
          </p:nvPr>
        </p:nvSpPr>
        <p:spPr>
          <a:xfrm>
            <a:off x="838080" y="1825560"/>
            <a:ext cx="5180040" cy="4349880"/>
          </a:xfrm>
          <a:prstGeom prst="rect">
            <a:avLst/>
          </a:prstGeom>
          <a:noFill/>
          <a:ln w="0">
            <a:noFill/>
          </a:ln>
        </p:spPr>
        <p:txBody>
          <a:bodyPr lIns="91440" tIns="45720" rIns="91440" bIns="45720" anchor="t">
            <a:normAutofit/>
          </a:bodyPr>
          <a:lstStyle/>
          <a:p>
            <a:pPr indent="0" defTabSz="914400">
              <a:lnSpc>
                <a:spcPct val="90000"/>
              </a:lnSpc>
              <a:spcBef>
                <a:spcPts val="682"/>
              </a:spcBef>
              <a:buNone/>
              <a:tabLst>
                <a:tab pos="0" algn="l"/>
              </a:tabLst>
            </a:pPr>
            <a:r>
              <a:rPr lang="de-DE" sz="1800" b="0" u="none" strike="noStrike">
                <a:solidFill>
                  <a:srgbClr val="195F91"/>
                </a:solidFill>
                <a:uFillTx/>
                <a:latin typeface="SourceCodePro"/>
              </a:rPr>
              <a:t>@Component({ selector: 'list', … })</a:t>
            </a:r>
            <a:endParaRPr lang="de-DE" sz="1800" b="0" u="none" strike="noStrike">
              <a:solidFill>
                <a:srgbClr val="000000"/>
              </a:solidFill>
              <a:uFillTx/>
              <a:latin typeface="Arial"/>
            </a:endParaRPr>
          </a:p>
          <a:p>
            <a:pPr indent="0" defTabSz="914400">
              <a:lnSpc>
                <a:spcPct val="90000"/>
              </a:lnSpc>
              <a:spcBef>
                <a:spcPts val="682"/>
              </a:spcBef>
              <a:buNone/>
              <a:tabLst>
                <a:tab pos="0" algn="l"/>
              </a:tabLst>
            </a:pPr>
            <a:r>
              <a:rPr lang="de-DE" sz="1800" b="0" u="none" strike="noStrike">
                <a:solidFill>
                  <a:srgbClr val="195F91"/>
                </a:solidFill>
                <a:uFillTx/>
                <a:latin typeface="SourceCodePro"/>
              </a:rPr>
              <a:t>class ListComponent {</a:t>
            </a:r>
            <a:endParaRPr lang="de-DE" sz="1800" b="0" u="none" strike="noStrike">
              <a:solidFill>
                <a:srgbClr val="000000"/>
              </a:solidFill>
              <a:uFillTx/>
              <a:latin typeface="Arial"/>
            </a:endParaRPr>
          </a:p>
          <a:p>
            <a:pPr indent="0" defTabSz="914400">
              <a:lnSpc>
                <a:spcPct val="90000"/>
              </a:lnSpc>
              <a:spcBef>
                <a:spcPts val="682"/>
              </a:spcBef>
              <a:buNone/>
              <a:tabLst>
                <a:tab pos="0" algn="l"/>
              </a:tabLst>
            </a:pPr>
            <a:r>
              <a:rPr lang="de-DE" sz="1800" b="0" u="none" strike="noStrike">
                <a:solidFill>
                  <a:srgbClr val="195F91"/>
                </a:solidFill>
                <a:uFillTx/>
                <a:latin typeface="SourceCodePro"/>
              </a:rPr>
              <a:t>  private readonly com = inject(Communication);</a:t>
            </a:r>
            <a:endParaRPr lang="de-DE" sz="1800" b="0" u="none" strike="noStrike">
              <a:solidFill>
                <a:srgbClr val="000000"/>
              </a:solidFill>
              <a:uFillTx/>
              <a:latin typeface="Arial"/>
            </a:endParaRPr>
          </a:p>
          <a:p>
            <a:pPr indent="0" defTabSz="914400">
              <a:lnSpc>
                <a:spcPct val="90000"/>
              </a:lnSpc>
              <a:spcBef>
                <a:spcPts val="682"/>
              </a:spcBef>
              <a:buNone/>
              <a:tabLst>
                <a:tab pos="0" algn="l"/>
              </a:tabLst>
            </a:pPr>
            <a:r>
              <a:rPr lang="de-DE" sz="1800" b="0" u="none" strike="noStrike">
                <a:solidFill>
                  <a:srgbClr val="195F91"/>
                </a:solidFill>
                <a:uFillTx/>
                <a:latin typeface="SourceCodePro"/>
              </a:rPr>
              <a:t>  constructor() {</a:t>
            </a:r>
            <a:endParaRPr lang="de-DE" sz="1800" b="0" u="none" strike="noStrike">
              <a:solidFill>
                <a:srgbClr val="000000"/>
              </a:solidFill>
              <a:uFillTx/>
              <a:latin typeface="Arial"/>
            </a:endParaRPr>
          </a:p>
          <a:p>
            <a:pPr indent="0" defTabSz="914400">
              <a:lnSpc>
                <a:spcPct val="90000"/>
              </a:lnSpc>
              <a:spcBef>
                <a:spcPts val="682"/>
              </a:spcBef>
              <a:buNone/>
              <a:tabLst>
                <a:tab pos="0" algn="l"/>
              </a:tabLst>
            </a:pPr>
            <a:r>
              <a:rPr lang="de-DE" sz="1800" b="0" u="none" strike="noStrike">
                <a:solidFill>
                  <a:srgbClr val="195F91"/>
                </a:solidFill>
                <a:uFillTx/>
                <a:latin typeface="SourceCodePro"/>
              </a:rPr>
              <a:t>    this.com.detailToList.pipe(takeUntilDestroyed())</a:t>
            </a:r>
            <a:endParaRPr lang="de-DE" sz="1800" b="0" u="none" strike="noStrike">
              <a:solidFill>
                <a:srgbClr val="000000"/>
              </a:solidFill>
              <a:uFillTx/>
              <a:latin typeface="Arial"/>
            </a:endParaRPr>
          </a:p>
          <a:p>
            <a:pPr indent="0" defTabSz="914400">
              <a:lnSpc>
                <a:spcPct val="90000"/>
              </a:lnSpc>
              <a:spcBef>
                <a:spcPts val="682"/>
              </a:spcBef>
              <a:buNone/>
              <a:tabLst>
                <a:tab pos="0" algn="l"/>
              </a:tabLst>
            </a:pPr>
            <a:r>
              <a:rPr lang="de-DE" sz="1800" b="0" u="none" strike="noStrike">
                <a:solidFill>
                  <a:srgbClr val="195F91"/>
                </a:solidFill>
                <a:uFillTx/>
                <a:latin typeface="SourceCodePro"/>
              </a:rPr>
              <a:t>      .subscribe((update: DetailUpdate) =&gt; console.log("update received"));</a:t>
            </a:r>
            <a:endParaRPr lang="de-DE" sz="1800" b="0" u="none" strike="noStrike">
              <a:solidFill>
                <a:srgbClr val="000000"/>
              </a:solidFill>
              <a:uFillTx/>
              <a:latin typeface="Arial"/>
            </a:endParaRPr>
          </a:p>
          <a:p>
            <a:pPr indent="0" defTabSz="914400">
              <a:lnSpc>
                <a:spcPct val="90000"/>
              </a:lnSpc>
              <a:spcBef>
                <a:spcPts val="682"/>
              </a:spcBef>
              <a:buNone/>
              <a:tabLst>
                <a:tab pos="0" algn="l"/>
              </a:tabLst>
            </a:pPr>
            <a:r>
              <a:rPr lang="de-DE" sz="1800" b="0" u="none" strike="noStrike">
                <a:solidFill>
                  <a:srgbClr val="195F91"/>
                </a:solidFill>
                <a:uFillTx/>
                <a:latin typeface="SourceCodePro"/>
              </a:rPr>
              <a:t>  }</a:t>
            </a:r>
            <a:endParaRPr lang="de-DE" sz="1800" b="0" u="none" strike="noStrike">
              <a:solidFill>
                <a:srgbClr val="000000"/>
              </a:solidFill>
              <a:uFillTx/>
              <a:latin typeface="Arial"/>
            </a:endParaRPr>
          </a:p>
          <a:p>
            <a:pPr indent="0" defTabSz="914400">
              <a:lnSpc>
                <a:spcPct val="90000"/>
              </a:lnSpc>
              <a:spcBef>
                <a:spcPts val="682"/>
              </a:spcBef>
              <a:buNone/>
              <a:tabLst>
                <a:tab pos="0" algn="l"/>
              </a:tabLst>
            </a:pPr>
            <a:r>
              <a:rPr lang="de-DE" sz="1800" b="0" u="none" strike="noStrike">
                <a:solidFill>
                  <a:srgbClr val="195F91"/>
                </a:solidFill>
                <a:uFillTx/>
                <a:latin typeface="SourceCodePro"/>
              </a:rPr>
              <a:t>  doSomething() {</a:t>
            </a:r>
            <a:endParaRPr lang="de-DE" sz="1800" b="0" u="none" strike="noStrike">
              <a:solidFill>
                <a:srgbClr val="000000"/>
              </a:solidFill>
              <a:uFillTx/>
              <a:latin typeface="Arial"/>
            </a:endParaRPr>
          </a:p>
          <a:p>
            <a:pPr indent="0" defTabSz="914400">
              <a:lnSpc>
                <a:spcPct val="90000"/>
              </a:lnSpc>
              <a:spcBef>
                <a:spcPts val="682"/>
              </a:spcBef>
              <a:buNone/>
              <a:tabLst>
                <a:tab pos="0" algn="l"/>
              </a:tabLst>
            </a:pPr>
            <a:r>
              <a:rPr lang="de-DE" sz="1800" b="0" u="none" strike="noStrike">
                <a:solidFill>
                  <a:srgbClr val="195F91"/>
                </a:solidFill>
                <a:uFillTx/>
                <a:latin typeface="SourceCodePro"/>
              </a:rPr>
              <a:t>    this.com.listToDetail.next(new ListUpdate());</a:t>
            </a:r>
            <a:endParaRPr lang="de-DE" sz="1800" b="0" u="none" strike="noStrike">
              <a:solidFill>
                <a:srgbClr val="000000"/>
              </a:solidFill>
              <a:uFillTx/>
              <a:latin typeface="Arial"/>
            </a:endParaRPr>
          </a:p>
          <a:p>
            <a:pPr indent="0" defTabSz="914400">
              <a:lnSpc>
                <a:spcPct val="90000"/>
              </a:lnSpc>
              <a:spcBef>
                <a:spcPts val="682"/>
              </a:spcBef>
              <a:buNone/>
              <a:tabLst>
                <a:tab pos="0" algn="l"/>
              </a:tabLst>
            </a:pPr>
            <a:r>
              <a:rPr lang="de-DE" sz="1800" b="0" u="none" strike="noStrike">
                <a:solidFill>
                  <a:srgbClr val="195F91"/>
                </a:solidFill>
                <a:uFillTx/>
                <a:latin typeface="SourceCodePro"/>
              </a:rPr>
              <a:t>  }</a:t>
            </a:r>
            <a:endParaRPr lang="de-DE" sz="1800" b="0" u="none" strike="noStrike">
              <a:solidFill>
                <a:srgbClr val="000000"/>
              </a:solidFill>
              <a:uFillTx/>
              <a:latin typeface="Arial"/>
            </a:endParaRPr>
          </a:p>
          <a:p>
            <a:pPr indent="0" defTabSz="914400">
              <a:lnSpc>
                <a:spcPct val="90000"/>
              </a:lnSpc>
              <a:spcBef>
                <a:spcPts val="682"/>
              </a:spcBef>
              <a:buNone/>
              <a:tabLst>
                <a:tab pos="0" algn="l"/>
              </a:tabLst>
            </a:pPr>
            <a:r>
              <a:rPr lang="de-DE" sz="1800" b="0" u="none" strike="noStrike">
                <a:solidFill>
                  <a:srgbClr val="195F91"/>
                </a:solidFill>
                <a:uFillTx/>
                <a:latin typeface="SourceCodePro"/>
              </a:rPr>
              <a:t>}</a:t>
            </a:r>
            <a:endParaRPr lang="de-DE" sz="1800" b="0" u="none" strike="noStrike">
              <a:solidFill>
                <a:srgbClr val="000000"/>
              </a:solidFill>
              <a:uFillTx/>
              <a:latin typeface="Arial"/>
            </a:endParaRPr>
          </a:p>
        </p:txBody>
      </p:sp>
      <p:sp>
        <p:nvSpPr>
          <p:cNvPr id="1158" name="PlaceHolder 3"/>
          <p:cNvSpPr>
            <a:spLocks noGrp="1"/>
          </p:cNvSpPr>
          <p:nvPr>
            <p:ph/>
          </p:nvPr>
        </p:nvSpPr>
        <p:spPr>
          <a:xfrm>
            <a:off x="6172200" y="1825560"/>
            <a:ext cx="5180040" cy="4349880"/>
          </a:xfrm>
          <a:prstGeom prst="rect">
            <a:avLst/>
          </a:prstGeom>
          <a:noFill/>
          <a:ln w="0">
            <a:noFill/>
          </a:ln>
        </p:spPr>
        <p:txBody>
          <a:bodyPr lIns="91440" tIns="45720" rIns="91440" bIns="45720" anchor="t">
            <a:normAutofit/>
          </a:bodyPr>
          <a:lstStyle/>
          <a:p>
            <a:pPr indent="0" defTabSz="914400">
              <a:lnSpc>
                <a:spcPct val="90000"/>
              </a:lnSpc>
              <a:spcBef>
                <a:spcPts val="496"/>
              </a:spcBef>
              <a:buNone/>
              <a:tabLst>
                <a:tab pos="0" algn="l"/>
              </a:tabLst>
            </a:pPr>
            <a:r>
              <a:rPr lang="de-DE" sz="2000" b="0" u="none" strike="noStrike">
                <a:solidFill>
                  <a:srgbClr val="1E347B"/>
                </a:solidFill>
                <a:uFillTx/>
                <a:latin typeface="SourceCodePro"/>
              </a:rPr>
              <a:t>@Injectable()</a:t>
            </a:r>
            <a:endParaRPr lang="de-DE" sz="2000" b="0" u="none" strike="noStrike">
              <a:solidFill>
                <a:srgbClr val="000000"/>
              </a:solidFill>
              <a:uFillTx/>
              <a:latin typeface="Arial"/>
            </a:endParaRPr>
          </a:p>
          <a:p>
            <a:pPr indent="0" defTabSz="914400">
              <a:lnSpc>
                <a:spcPct val="90000"/>
              </a:lnSpc>
              <a:spcBef>
                <a:spcPts val="496"/>
              </a:spcBef>
              <a:buNone/>
              <a:tabLst>
                <a:tab pos="0" algn="l"/>
              </a:tabLst>
            </a:pPr>
            <a:r>
              <a:rPr lang="de-DE" sz="2000" b="0" u="none" strike="noStrike">
                <a:solidFill>
                  <a:srgbClr val="1E347B"/>
                </a:solidFill>
                <a:uFillTx/>
                <a:latin typeface="SourceCodePro"/>
              </a:rPr>
              <a:t>class Communication {</a:t>
            </a:r>
            <a:endParaRPr lang="de-DE" sz="2000" b="0" u="none" strike="noStrike">
              <a:solidFill>
                <a:srgbClr val="000000"/>
              </a:solidFill>
              <a:uFillTx/>
              <a:latin typeface="Arial"/>
            </a:endParaRPr>
          </a:p>
          <a:p>
            <a:pPr indent="0" defTabSz="914400">
              <a:lnSpc>
                <a:spcPct val="90000"/>
              </a:lnSpc>
              <a:spcBef>
                <a:spcPts val="496"/>
              </a:spcBef>
              <a:buNone/>
              <a:tabLst>
                <a:tab pos="0" algn="l"/>
              </a:tabLst>
            </a:pPr>
            <a:r>
              <a:rPr lang="de-DE" sz="2000" b="0" u="none" strike="noStrike">
                <a:solidFill>
                  <a:srgbClr val="1E347B"/>
                </a:solidFill>
                <a:uFillTx/>
                <a:latin typeface="SourceCodePro"/>
              </a:rPr>
              <a:t>  listToDetail = new Subject&lt;ListUpdate&gt;();</a:t>
            </a:r>
            <a:endParaRPr lang="de-DE" sz="2000" b="0" u="none" strike="noStrike">
              <a:solidFill>
                <a:srgbClr val="000000"/>
              </a:solidFill>
              <a:uFillTx/>
              <a:latin typeface="Arial"/>
            </a:endParaRPr>
          </a:p>
          <a:p>
            <a:pPr indent="0" defTabSz="914400">
              <a:lnSpc>
                <a:spcPct val="90000"/>
              </a:lnSpc>
              <a:spcBef>
                <a:spcPts val="496"/>
              </a:spcBef>
              <a:buNone/>
              <a:tabLst>
                <a:tab pos="0" algn="l"/>
              </a:tabLst>
            </a:pPr>
            <a:r>
              <a:rPr lang="de-DE" sz="2000" b="0" u="none" strike="noStrike">
                <a:solidFill>
                  <a:srgbClr val="1E347B"/>
                </a:solidFill>
                <a:uFillTx/>
                <a:latin typeface="SourceCodePro"/>
              </a:rPr>
              <a:t>  detailToList = new Subject&lt;DetailUpdate&gt;();</a:t>
            </a:r>
            <a:endParaRPr lang="de-DE" sz="2000" b="0" u="none" strike="noStrike">
              <a:solidFill>
                <a:srgbClr val="000000"/>
              </a:solidFill>
              <a:uFillTx/>
              <a:latin typeface="Arial"/>
            </a:endParaRPr>
          </a:p>
          <a:p>
            <a:pPr indent="0" defTabSz="914400">
              <a:lnSpc>
                <a:spcPct val="90000"/>
              </a:lnSpc>
              <a:spcBef>
                <a:spcPts val="496"/>
              </a:spcBef>
              <a:buNone/>
              <a:tabLst>
                <a:tab pos="0" algn="l"/>
              </a:tabLst>
            </a:pPr>
            <a:r>
              <a:rPr lang="de-DE" sz="2000" b="0" u="none" strike="noStrike">
                <a:solidFill>
                  <a:srgbClr val="1E347B"/>
                </a:solidFill>
                <a:uFillTx/>
                <a:latin typeface="SourceCodePro"/>
              </a:rPr>
              <a:t>}</a:t>
            </a:r>
            <a:endParaRPr lang="de-DE" sz="2000" b="0" u="none" strike="noStrike">
              <a:solidFill>
                <a:srgbClr val="000000"/>
              </a:solidFill>
              <a:uFillTx/>
              <a:latin typeface="Arial"/>
            </a:endParaRPr>
          </a:p>
          <a:p>
            <a:pPr indent="0" defTabSz="914400">
              <a:lnSpc>
                <a:spcPct val="90000"/>
              </a:lnSpc>
              <a:spcBef>
                <a:spcPts val="496"/>
              </a:spcBef>
              <a:buNone/>
              <a:tabLst>
                <a:tab pos="0" algn="l"/>
              </a:tabLst>
            </a:pPr>
            <a:r>
              <a:rPr lang="de-DE" sz="2000" b="0" u="none" strike="noStrike">
                <a:solidFill>
                  <a:srgbClr val="1E347B"/>
                </a:solidFill>
                <a:uFillTx/>
                <a:latin typeface="SourceCodePro"/>
              </a:rPr>
              <a:t>@Component({</a:t>
            </a:r>
            <a:endParaRPr lang="de-DE" sz="2000" b="0" u="none" strike="noStrike">
              <a:solidFill>
                <a:srgbClr val="000000"/>
              </a:solidFill>
              <a:uFillTx/>
              <a:latin typeface="Arial"/>
            </a:endParaRPr>
          </a:p>
          <a:p>
            <a:pPr indent="0" defTabSz="914400">
              <a:lnSpc>
                <a:spcPct val="90000"/>
              </a:lnSpc>
              <a:spcBef>
                <a:spcPts val="496"/>
              </a:spcBef>
              <a:buNone/>
              <a:tabLst>
                <a:tab pos="0" algn="l"/>
              </a:tabLst>
            </a:pPr>
            <a:r>
              <a:rPr lang="de-DE" sz="2000" b="0" u="none" strike="noStrike">
                <a:solidFill>
                  <a:srgbClr val="1E347B"/>
                </a:solidFill>
                <a:uFillTx/>
                <a:latin typeface="SourceCodePro"/>
              </a:rPr>
              <a:t>  imports: [ListComponent, DetailComponent],</a:t>
            </a:r>
            <a:endParaRPr lang="de-DE" sz="2000" b="0" u="none" strike="noStrike">
              <a:solidFill>
                <a:srgbClr val="000000"/>
              </a:solidFill>
              <a:uFillTx/>
              <a:latin typeface="Arial"/>
            </a:endParaRPr>
          </a:p>
          <a:p>
            <a:pPr indent="0" defTabSz="914400">
              <a:lnSpc>
                <a:spcPct val="90000"/>
              </a:lnSpc>
              <a:spcBef>
                <a:spcPts val="496"/>
              </a:spcBef>
              <a:buNone/>
              <a:tabLst>
                <a:tab pos="0" algn="l"/>
              </a:tabLst>
            </a:pPr>
            <a:r>
              <a:rPr lang="de-DE" sz="2000" b="0" u="none" strike="noStrike">
                <a:solidFill>
                  <a:srgbClr val="1E347B"/>
                </a:solidFill>
                <a:uFillTx/>
                <a:latin typeface="SourceCodePro"/>
              </a:rPr>
              <a:t>  template: `&lt;list /&gt;&lt;detail /&gt;`,</a:t>
            </a:r>
            <a:endParaRPr lang="de-DE" sz="2000" b="0" u="none" strike="noStrike">
              <a:solidFill>
                <a:srgbClr val="000000"/>
              </a:solidFill>
              <a:uFillTx/>
              <a:latin typeface="Arial"/>
            </a:endParaRPr>
          </a:p>
          <a:p>
            <a:pPr indent="0" defTabSz="914400">
              <a:lnSpc>
                <a:spcPct val="90000"/>
              </a:lnSpc>
              <a:spcBef>
                <a:spcPts val="496"/>
              </a:spcBef>
              <a:buNone/>
              <a:tabLst>
                <a:tab pos="0" algn="l"/>
              </a:tabLst>
            </a:pPr>
            <a:r>
              <a:rPr lang="de-DE" sz="2000" b="0" u="none" strike="noStrike">
                <a:solidFill>
                  <a:srgbClr val="1E347B"/>
                </a:solidFill>
                <a:uFillTx/>
                <a:latin typeface="SourceCodePro"/>
              </a:rPr>
              <a:t>  providers: [Communication]</a:t>
            </a:r>
            <a:endParaRPr lang="de-DE" sz="2000" b="0" u="none" strike="noStrike">
              <a:solidFill>
                <a:srgbClr val="000000"/>
              </a:solidFill>
              <a:uFillTx/>
              <a:latin typeface="Arial"/>
            </a:endParaRPr>
          </a:p>
          <a:p>
            <a:pPr indent="0" defTabSz="914400">
              <a:lnSpc>
                <a:spcPct val="90000"/>
              </a:lnSpc>
              <a:spcBef>
                <a:spcPts val="496"/>
              </a:spcBef>
              <a:buNone/>
              <a:tabLst>
                <a:tab pos="0" algn="l"/>
              </a:tabLst>
            </a:pPr>
            <a:r>
              <a:rPr lang="de-DE" sz="2000" b="0" u="none" strike="noStrike">
                <a:solidFill>
                  <a:srgbClr val="1E347B"/>
                </a:solidFill>
                <a:uFillTx/>
                <a:latin typeface="SourceCodePro"/>
              </a:rPr>
              <a:t>})</a:t>
            </a:r>
            <a:endParaRPr lang="de-DE" sz="2000" b="0" u="none" strike="noStrike">
              <a:solidFill>
                <a:srgbClr val="000000"/>
              </a:solidFill>
              <a:uFillTx/>
              <a:latin typeface="Arial"/>
            </a:endParaRPr>
          </a:p>
          <a:p>
            <a:pPr indent="0" defTabSz="914400">
              <a:lnSpc>
                <a:spcPct val="90000"/>
              </a:lnSpc>
              <a:spcBef>
                <a:spcPts val="496"/>
              </a:spcBef>
              <a:buNone/>
              <a:tabLst>
                <a:tab pos="0" algn="l"/>
              </a:tabLst>
            </a:pPr>
            <a:r>
              <a:rPr lang="de-DE" sz="2000" b="0" u="none" strike="noStrike">
                <a:solidFill>
                  <a:srgbClr val="1E347B"/>
                </a:solidFill>
                <a:uFillTx/>
                <a:latin typeface="SourceCodePro"/>
              </a:rPr>
              <a:t>class MasterDetailComponent {}</a:t>
            </a:r>
            <a:endParaRPr lang="de-DE" sz="2000" b="0" u="none" strike="noStrike">
              <a:solidFill>
                <a:srgbClr val="000000"/>
              </a:solidFill>
              <a:uFillTx/>
              <a:latin typeface="Arial"/>
            </a:endParaRPr>
          </a:p>
        </p:txBody>
      </p:sp>
    </p:spTree>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1159" name="Rectangle 10">
            <a:extLst>
              <a:ext uri="{C183D7F6-B498-43B3-948B-1728B52AA6E4}">
                <adec:decorative xmlns:adec="http://schemas.microsoft.com/office/drawing/2017/decorative" val="1"/>
              </a:ext>
            </a:extLst>
          </p:cNvPr>
          <p:cNvSpPr/>
          <p:nvPr/>
        </p:nvSpPr>
        <p:spPr>
          <a:xfrm>
            <a:off x="0" y="0"/>
            <a:ext cx="12190320" cy="685656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1160" name="Rectangle 12">
            <a:extLst>
              <a:ext uri="{C183D7F6-B498-43B3-948B-1728B52AA6E4}">
                <adec:decorative xmlns:adec="http://schemas.microsoft.com/office/drawing/2017/decorative" val="1"/>
              </a:ext>
            </a:extLst>
          </p:cNvPr>
          <p:cNvSpPr/>
          <p:nvPr/>
        </p:nvSpPr>
        <p:spPr>
          <a:xfrm>
            <a:off x="360" y="0"/>
            <a:ext cx="12190320" cy="68565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800" b="0" u="none" strike="noStrike">
              <a:solidFill>
                <a:schemeClr val="lt1"/>
              </a:solidFill>
              <a:uFillTx/>
              <a:latin typeface="Calibri"/>
            </a:endParaRPr>
          </a:p>
        </p:txBody>
      </p:sp>
      <p:sp>
        <p:nvSpPr>
          <p:cNvPr id="1161" name="PlaceHolder 1"/>
          <p:cNvSpPr>
            <a:spLocks noGrp="1"/>
          </p:cNvSpPr>
          <p:nvPr>
            <p:ph type="title"/>
          </p:nvPr>
        </p:nvSpPr>
        <p:spPr>
          <a:xfrm>
            <a:off x="1179360" y="1280520"/>
            <a:ext cx="9831960" cy="1324080"/>
          </a:xfrm>
          <a:prstGeom prst="rect">
            <a:avLst/>
          </a:prstGeom>
          <a:noFill/>
          <a:ln w="0">
            <a:noFill/>
          </a:ln>
        </p:spPr>
        <p:txBody>
          <a:bodyPr lIns="91440" tIns="45720" rIns="91440" bIns="45720" anchor="b">
            <a:normAutofit/>
          </a:bodyPr>
          <a:lstStyle/>
          <a:p>
            <a:pPr indent="0" algn="ctr" defTabSz="914400">
              <a:lnSpc>
                <a:spcPct val="90000"/>
              </a:lnSpc>
              <a:buNone/>
              <a:tabLst>
                <a:tab pos="0" algn="l"/>
              </a:tabLst>
            </a:pPr>
            <a:r>
              <a:rPr lang="de-DE" sz="3600" b="0" u="none" strike="noStrike">
                <a:solidFill>
                  <a:schemeClr val="dk2"/>
                </a:solidFill>
                <a:uFillTx/>
                <a:latin typeface="Calibri Light"/>
              </a:rPr>
              <a:t>Übung 23</a:t>
            </a:r>
            <a:endParaRPr lang="de-DE" sz="3600" b="0" u="none" strike="noStrike">
              <a:solidFill>
                <a:srgbClr val="000000"/>
              </a:solidFill>
              <a:uFillTx/>
              <a:latin typeface="Arial"/>
            </a:endParaRPr>
          </a:p>
        </p:txBody>
      </p:sp>
      <p:grpSp>
        <p:nvGrpSpPr>
          <p:cNvPr id="1162" name="Group 14">
            <a:extLst>
              <a:ext uri="{C183D7F6-B498-43B3-948B-1728B52AA6E4}">
                <adec:decorative xmlns:adec="http://schemas.microsoft.com/office/drawing/2017/decorative" val="1"/>
              </a:ext>
            </a:extLst>
          </p:cNvPr>
          <p:cNvGrpSpPr/>
          <p:nvPr/>
        </p:nvGrpSpPr>
        <p:grpSpPr>
          <a:xfrm>
            <a:off x="8289720" y="0"/>
            <a:ext cx="3900960" cy="2381400"/>
            <a:chOff x="8289720" y="0"/>
            <a:chExt cx="3900960" cy="2381400"/>
          </a:xfrm>
        </p:grpSpPr>
        <p:sp>
          <p:nvSpPr>
            <p:cNvPr id="1163" name="Freeform: Shape 15">
              <a:extLst>
                <a:ext uri="{C183D7F6-B498-43B3-948B-1728B52AA6E4}">
                  <adec:decorative xmlns:adec="http://schemas.microsoft.com/office/drawing/2017/decorative" val="1"/>
                </a:ext>
              </a:extLst>
            </p:cNvPr>
            <p:cNvSpPr/>
            <p:nvPr/>
          </p:nvSpPr>
          <p:spPr>
            <a:xfrm>
              <a:off x="8289720" y="0"/>
              <a:ext cx="3900600" cy="2381400"/>
            </a:xfrm>
            <a:custGeom>
              <a:avLst/>
              <a:gdLst>
                <a:gd name="textAreaLeft" fmla="*/ 0 w 3900600"/>
                <a:gd name="textAreaRight" fmla="*/ 3902040 w 3900600"/>
                <a:gd name="textAreaTop" fmla="*/ 0 h 2381400"/>
                <a:gd name="textAreaBottom" fmla="*/ 2382840 h 2381400"/>
              </a:gdLst>
              <a:ahLst/>
              <a:cxnLst/>
              <a:rect l="textAreaLeft" t="textAreaTop" r="textAreaRight" b="textAreaBottom"/>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1164" name="Freeform: Shape 16">
              <a:extLst>
                <a:ext uri="{C183D7F6-B498-43B3-948B-1728B52AA6E4}">
                  <adec:decorative xmlns:adec="http://schemas.microsoft.com/office/drawing/2017/decorative" val="1"/>
                </a:ext>
              </a:extLst>
            </p:cNvPr>
            <p:cNvSpPr/>
            <p:nvPr/>
          </p:nvSpPr>
          <p:spPr>
            <a:xfrm>
              <a:off x="8326080" y="0"/>
              <a:ext cx="3864600" cy="2182680"/>
            </a:xfrm>
            <a:custGeom>
              <a:avLst/>
              <a:gdLst>
                <a:gd name="textAreaLeft" fmla="*/ 0 w 3864600"/>
                <a:gd name="textAreaRight" fmla="*/ 3866040 w 3864600"/>
                <a:gd name="textAreaTop" fmla="*/ 0 h 2182680"/>
                <a:gd name="textAreaBottom" fmla="*/ 2184120 h 2182680"/>
              </a:gdLst>
              <a:ahLst/>
              <a:cxnLst/>
              <a:rect l="textAreaLeft" t="textAreaTop" r="textAreaRight" b="textAreaBottom"/>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1165" name="Freeform: Shape 17">
              <a:extLst>
                <a:ext uri="{C183D7F6-B498-43B3-948B-1728B52AA6E4}">
                  <adec:decorative xmlns:adec="http://schemas.microsoft.com/office/drawing/2017/decorative" val="1"/>
                </a:ext>
              </a:extLst>
            </p:cNvPr>
            <p:cNvSpPr/>
            <p:nvPr/>
          </p:nvSpPr>
          <p:spPr>
            <a:xfrm>
              <a:off x="8329680" y="0"/>
              <a:ext cx="3861000" cy="2144160"/>
            </a:xfrm>
            <a:custGeom>
              <a:avLst/>
              <a:gdLst>
                <a:gd name="textAreaLeft" fmla="*/ 0 w 3861000"/>
                <a:gd name="textAreaRight" fmla="*/ 3862440 w 3861000"/>
                <a:gd name="textAreaTop" fmla="*/ 0 h 2144160"/>
                <a:gd name="textAreaBottom" fmla="*/ 2145600 h 2144160"/>
              </a:gdLst>
              <a:ahLst/>
              <a:cxnLst/>
              <a:rect l="textAreaLeft" t="textAreaTop" r="textAreaRight" b="textAreaBottom"/>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1166" name="Freeform: Shape 18">
              <a:extLst>
                <a:ext uri="{C183D7F6-B498-43B3-948B-1728B52AA6E4}">
                  <adec:decorative xmlns:adec="http://schemas.microsoft.com/office/drawing/2017/decorative" val="1"/>
                </a:ext>
              </a:extLst>
            </p:cNvPr>
            <p:cNvSpPr/>
            <p:nvPr/>
          </p:nvSpPr>
          <p:spPr>
            <a:xfrm>
              <a:off x="8329680" y="0"/>
              <a:ext cx="3861000" cy="2144160"/>
            </a:xfrm>
            <a:custGeom>
              <a:avLst/>
              <a:gdLst>
                <a:gd name="textAreaLeft" fmla="*/ 0 w 3861000"/>
                <a:gd name="textAreaRight" fmla="*/ 3862440 w 3861000"/>
                <a:gd name="textAreaTop" fmla="*/ 0 h 2144160"/>
                <a:gd name="textAreaBottom" fmla="*/ 2145600 h 2144160"/>
              </a:gdLst>
              <a:ahLst/>
              <a:cxnLst/>
              <a:rect l="textAreaLeft" t="textAreaTop" r="textAreaRight" b="textAreaBottom"/>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grpSp>
      <p:sp>
        <p:nvSpPr>
          <p:cNvPr id="1167" name="PlaceHolder 2"/>
          <p:cNvSpPr>
            <a:spLocks noGrp="1"/>
          </p:cNvSpPr>
          <p:nvPr>
            <p:ph/>
          </p:nvPr>
        </p:nvSpPr>
        <p:spPr>
          <a:xfrm>
            <a:off x="1179360" y="2890800"/>
            <a:ext cx="9831960" cy="2692440"/>
          </a:xfrm>
          <a:prstGeom prst="rect">
            <a:avLst/>
          </a:prstGeom>
          <a:noFill/>
          <a:ln w="0">
            <a:noFill/>
          </a:ln>
        </p:spPr>
        <p:txBody>
          <a:bodyPr lIns="91440" tIns="45720" rIns="91440" bIns="45720" anchor="t">
            <a:normAutofit/>
          </a:bodyPr>
          <a:lstStyle/>
          <a:p>
            <a:pPr marL="228600" indent="-228600" defTabSz="914400">
              <a:lnSpc>
                <a:spcPct val="90000"/>
              </a:lnSpc>
              <a:spcBef>
                <a:spcPts val="1001"/>
              </a:spcBef>
              <a:buClr>
                <a:srgbClr val="44546A"/>
              </a:buClr>
              <a:buFont typeface="Arial"/>
              <a:buChar char="•"/>
            </a:pPr>
            <a:r>
              <a:rPr lang="de-DE" sz="1400" b="0" u="none" strike="noStrike">
                <a:solidFill>
                  <a:schemeClr val="dk2"/>
                </a:solidFill>
                <a:uFillTx/>
                <a:latin typeface="Calibri"/>
              </a:rPr>
              <a:t>Stelle in CustomerService eine Methode update bereit</a:t>
            </a:r>
            <a:endParaRPr lang="de-DE" sz="14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400" b="0" u="none" strike="noStrike">
                <a:solidFill>
                  <a:schemeClr val="dk2"/>
                </a:solidFill>
                <a:uFillTx/>
                <a:latin typeface="Calibri"/>
              </a:rPr>
              <a:t>Rufe die Methode beim Speichern des Formulares in CustomerDetailsComponent auf</a:t>
            </a:r>
            <a:endParaRPr lang="de-DE" sz="14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400" b="0" u="none" strike="noStrike">
                <a:solidFill>
                  <a:schemeClr val="dk2"/>
                </a:solidFill>
                <a:uFillTx/>
                <a:latin typeface="Calibri"/>
              </a:rPr>
              <a:t>Ersetze in der Methode das ursprüngliche Customer-Objekt durch das neue</a:t>
            </a:r>
            <a:endParaRPr lang="de-DE" sz="14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400" b="0" u="none" strike="noStrike">
                <a:solidFill>
                  <a:schemeClr val="dk2"/>
                </a:solidFill>
                <a:uFillTx/>
                <a:latin typeface="Calibri"/>
              </a:rPr>
              <a:t>Feuere einen neuen Datensatz am internen Subject</a:t>
            </a:r>
            <a:endParaRPr lang="de-DE" sz="1400" b="0" u="none" strike="noStrike">
              <a:solidFill>
                <a:srgbClr val="000000"/>
              </a:solidFill>
              <a:uFillTx/>
              <a:latin typeface="Arial"/>
            </a:endParaRPr>
          </a:p>
          <a:p>
            <a:pPr marL="228600" indent="-228600" defTabSz="914400">
              <a:lnSpc>
                <a:spcPct val="90000"/>
              </a:lnSpc>
              <a:spcBef>
                <a:spcPts val="1001"/>
              </a:spcBef>
              <a:buClr>
                <a:srgbClr val="44546A"/>
              </a:buClr>
              <a:buFont typeface="Arial"/>
              <a:buChar char="•"/>
            </a:pPr>
            <a:r>
              <a:rPr lang="de-DE" sz="1400" b="0" u="none" strike="noStrike">
                <a:solidFill>
                  <a:schemeClr val="dk2"/>
                </a:solidFill>
                <a:uFillTx/>
                <a:latin typeface="Calibri"/>
              </a:rPr>
              <a:t>Zeige in AppComponent immer den letzt aktiven Customer an</a:t>
            </a:r>
            <a:endParaRPr lang="de-DE" sz="14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400" b="0" u="none" strike="noStrike">
                <a:solidFill>
                  <a:schemeClr val="dk2"/>
                </a:solidFill>
                <a:uFillTx/>
                <a:latin typeface="Calibri"/>
              </a:rPr>
              <a:t>Implementiere in CustomerService die Logik (Methode getNext(): Observable&lt;Customer&gt;)</a:t>
            </a:r>
            <a:endParaRPr lang="de-DE" sz="14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400" b="0" u="none" strike="noStrike">
                <a:solidFill>
                  <a:schemeClr val="dk2"/>
                </a:solidFill>
                <a:uFillTx/>
                <a:latin typeface="Calibri"/>
              </a:rPr>
              <a:t>Nutze dafür das Observable von getAll</a:t>
            </a:r>
            <a:endParaRPr lang="de-DE" sz="14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400" b="0" u="none" strike="noStrike">
                <a:solidFill>
                  <a:schemeClr val="dk2"/>
                </a:solidFill>
                <a:uFillTx/>
                <a:latin typeface="Calibri"/>
              </a:rPr>
              <a:t>Nutze eine flache Kopie des Arrays zum Sortieren (array.slice().sort)</a:t>
            </a:r>
            <a:endParaRPr lang="de-DE" sz="14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400" b="0" u="none" strike="noStrike">
                <a:solidFill>
                  <a:schemeClr val="dk2"/>
                </a:solidFill>
                <a:uFillTx/>
                <a:latin typeface="Calibri"/>
              </a:rPr>
              <a:t>Hole in AppComponent das Observable von getNext und wandle es per toSignal() in ein Signal um</a:t>
            </a:r>
            <a:endParaRPr lang="de-DE" sz="1400" b="0" u="none" strike="noStrike">
              <a:solidFill>
                <a:srgbClr val="000000"/>
              </a:solidFill>
              <a:uFillTx/>
              <a:latin typeface="Arial"/>
            </a:endParaRPr>
          </a:p>
          <a:p>
            <a:pPr marL="685800" lvl="1" indent="-228600" defTabSz="914400">
              <a:lnSpc>
                <a:spcPct val="90000"/>
              </a:lnSpc>
              <a:spcBef>
                <a:spcPts val="499"/>
              </a:spcBef>
              <a:buClr>
                <a:srgbClr val="44546A"/>
              </a:buClr>
              <a:buFont typeface="Arial"/>
              <a:buChar char="•"/>
            </a:pPr>
            <a:r>
              <a:rPr lang="de-DE" sz="1400" b="0" u="none" strike="noStrike">
                <a:solidFill>
                  <a:schemeClr val="dk2"/>
                </a:solidFill>
                <a:uFillTx/>
                <a:latin typeface="Calibri"/>
              </a:rPr>
              <a:t>Zeige im UI den Namen des nächsten Customer an</a:t>
            </a:r>
            <a:endParaRPr lang="de-DE" sz="1400" b="0" u="none" strike="noStrike">
              <a:solidFill>
                <a:srgbClr val="000000"/>
              </a:solidFill>
              <a:uFillTx/>
              <a:latin typeface="Arial"/>
            </a:endParaRPr>
          </a:p>
          <a:p>
            <a:pPr indent="0" defTabSz="914400">
              <a:lnSpc>
                <a:spcPct val="90000"/>
              </a:lnSpc>
              <a:spcBef>
                <a:spcPts val="1001"/>
              </a:spcBef>
              <a:buNone/>
              <a:tabLst>
                <a:tab pos="0" algn="l"/>
              </a:tabLst>
            </a:pPr>
            <a:endParaRPr lang="de-DE" sz="1400" b="0" u="none" strike="noStrike">
              <a:solidFill>
                <a:srgbClr val="000000"/>
              </a:solidFill>
              <a:uFillTx/>
              <a:latin typeface="Arial"/>
            </a:endParaRPr>
          </a:p>
        </p:txBody>
      </p:sp>
      <p:grpSp>
        <p:nvGrpSpPr>
          <p:cNvPr id="1168" name="Group 20">
            <a:extLst>
              <a:ext uri="{C183D7F6-B498-43B3-948B-1728B52AA6E4}">
                <adec:decorative xmlns:adec="http://schemas.microsoft.com/office/drawing/2017/decorative" val="1"/>
              </a:ext>
            </a:extLst>
          </p:cNvPr>
          <p:cNvGrpSpPr/>
          <p:nvPr/>
        </p:nvGrpSpPr>
        <p:grpSpPr>
          <a:xfrm>
            <a:off x="0" y="4681440"/>
            <a:ext cx="2897280" cy="2174040"/>
            <a:chOff x="0" y="4681440"/>
            <a:chExt cx="2897280" cy="2174040"/>
          </a:xfrm>
        </p:grpSpPr>
        <p:sp>
          <p:nvSpPr>
            <p:cNvPr id="1169" name="Freeform: Shape 21">
              <a:extLst>
                <a:ext uri="{C183D7F6-B498-43B3-948B-1728B52AA6E4}">
                  <adec:decorative xmlns:adec="http://schemas.microsoft.com/office/drawing/2017/decorative" val="1"/>
                </a:ext>
              </a:extLst>
            </p:cNvPr>
            <p:cNvSpPr/>
            <p:nvPr/>
          </p:nvSpPr>
          <p:spPr>
            <a:xfrm flipV="1">
              <a:off x="360" y="4849560"/>
              <a:ext cx="2884320" cy="2005560"/>
            </a:xfrm>
            <a:custGeom>
              <a:avLst/>
              <a:gdLst>
                <a:gd name="textAreaLeft" fmla="*/ 0 w 2884320"/>
                <a:gd name="textAreaRight" fmla="*/ 2885760 w 2884320"/>
                <a:gd name="textAreaTop" fmla="*/ 720 h 2005560"/>
                <a:gd name="textAreaBottom" fmla="*/ 2007720 h 2005560"/>
              </a:gdLst>
              <a:ahLst/>
              <a:cxnLst/>
              <a:rect l="textAreaLeft" t="textAreaTop" r="textAreaRight" b="textAreaBottom"/>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1170" name="Freeform: Shape 22">
              <a:extLst>
                <a:ext uri="{C183D7F6-B498-43B3-948B-1728B52AA6E4}">
                  <adec:decorative xmlns:adec="http://schemas.microsoft.com/office/drawing/2017/decorative" val="1"/>
                </a:ext>
              </a:extLst>
            </p:cNvPr>
            <p:cNvSpPr/>
            <p:nvPr/>
          </p:nvSpPr>
          <p:spPr>
            <a:xfrm flipV="1">
              <a:off x="360" y="4849560"/>
              <a:ext cx="2884320" cy="2005560"/>
            </a:xfrm>
            <a:custGeom>
              <a:avLst/>
              <a:gdLst>
                <a:gd name="textAreaLeft" fmla="*/ 0 w 2884320"/>
                <a:gd name="textAreaRight" fmla="*/ 2885760 w 2884320"/>
                <a:gd name="textAreaTop" fmla="*/ 720 h 2005560"/>
                <a:gd name="textAreaBottom" fmla="*/ 2007720 h 2005560"/>
              </a:gdLst>
              <a:ahLst/>
              <a:cxnLst/>
              <a:rect l="textAreaLeft" t="textAreaTop" r="textAreaRight" b="textAreaBottom"/>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1171" name="Freeform: Shape 23">
              <a:extLst>
                <a:ext uri="{C183D7F6-B498-43B3-948B-1728B52AA6E4}">
                  <adec:decorative xmlns:adec="http://schemas.microsoft.com/office/drawing/2017/decorative" val="1"/>
                </a:ext>
              </a:extLst>
            </p:cNvPr>
            <p:cNvSpPr/>
            <p:nvPr/>
          </p:nvSpPr>
          <p:spPr>
            <a:xfrm flipV="1">
              <a:off x="0" y="4832640"/>
              <a:ext cx="2884680" cy="2022480"/>
            </a:xfrm>
            <a:custGeom>
              <a:avLst/>
              <a:gdLst>
                <a:gd name="textAreaLeft" fmla="*/ 0 w 2884680"/>
                <a:gd name="textAreaRight" fmla="*/ 2886120 w 2884680"/>
                <a:gd name="textAreaTop" fmla="*/ -720 h 2022480"/>
                <a:gd name="textAreaBottom" fmla="*/ 2023200 h 2022480"/>
              </a:gdLst>
              <a:ahLst/>
              <a:cxnLst/>
              <a:rect l="textAreaLeft" t="textAreaTop" r="textAreaRight" b="textAreaBottom"/>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1172" name="Freeform: Shape 24">
              <a:extLst>
                <a:ext uri="{C183D7F6-B498-43B3-948B-1728B52AA6E4}">
                  <adec:decorative xmlns:adec="http://schemas.microsoft.com/office/drawing/2017/decorative" val="1"/>
                </a:ext>
              </a:extLst>
            </p:cNvPr>
            <p:cNvSpPr/>
            <p:nvPr/>
          </p:nvSpPr>
          <p:spPr>
            <a:xfrm flipV="1">
              <a:off x="360" y="4681080"/>
              <a:ext cx="2896920" cy="2174040"/>
            </a:xfrm>
            <a:custGeom>
              <a:avLst/>
              <a:gdLst>
                <a:gd name="textAreaLeft" fmla="*/ 0 w 2896920"/>
                <a:gd name="textAreaRight" fmla="*/ 2898360 w 2896920"/>
                <a:gd name="textAreaTop" fmla="*/ 720 h 2174040"/>
                <a:gd name="textAreaBottom" fmla="*/ 2176200 h 2174040"/>
              </a:gdLst>
              <a:ahLst/>
              <a:cxnLst/>
              <a:rect l="textAreaLeft" t="textAreaTop" r="textAreaRight" b="textAreaBottom"/>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grpSp>
    </p:spTree>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173" name="Rectangle 13">
            <a:extLst>
              <a:ext uri="{C183D7F6-B498-43B3-948B-1728B52AA6E4}">
                <adec:decorative xmlns:adec="http://schemas.microsoft.com/office/drawing/2017/decorative" val="1"/>
              </a:ext>
            </a:extLst>
          </p:cNvPr>
          <p:cNvSpPr/>
          <p:nvPr/>
        </p:nvSpPr>
        <p:spPr>
          <a:xfrm>
            <a:off x="0" y="0"/>
            <a:ext cx="12190680" cy="685656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pic>
        <p:nvPicPr>
          <p:cNvPr id="1174" name="Picture 9" descr="Zwei Telefonhörer, die kommunizieren"/>
          <p:cNvPicPr/>
          <p:nvPr/>
        </p:nvPicPr>
        <p:blipFill>
          <a:blip r:embed="rId2">
            <a:alphaModFix amt="50000"/>
          </a:blip>
          <a:srcRect b="25000"/>
          <a:stretch/>
        </p:blipFill>
        <p:spPr>
          <a:xfrm>
            <a:off x="0" y="0"/>
            <a:ext cx="12190680" cy="6856560"/>
          </a:xfrm>
          <a:prstGeom prst="rect">
            <a:avLst/>
          </a:prstGeom>
          <a:noFill/>
          <a:ln w="0">
            <a:noFill/>
          </a:ln>
        </p:spPr>
      </p:pic>
      <p:sp>
        <p:nvSpPr>
          <p:cNvPr id="1175" name="PlaceHolder 1"/>
          <p:cNvSpPr>
            <a:spLocks noGrp="1"/>
          </p:cNvSpPr>
          <p:nvPr>
            <p:ph type="title"/>
          </p:nvPr>
        </p:nvSpPr>
        <p:spPr>
          <a:xfrm>
            <a:off x="1523880" y="1122480"/>
            <a:ext cx="9142560" cy="2899080"/>
          </a:xfrm>
          <a:prstGeom prst="rect">
            <a:avLst/>
          </a:prstGeom>
          <a:noFill/>
          <a:ln w="0">
            <a:noFill/>
          </a:ln>
        </p:spPr>
        <p:txBody>
          <a:bodyPr lIns="91440" tIns="45720" rIns="91440" bIns="45720" anchor="b">
            <a:normAutofit/>
          </a:bodyPr>
          <a:lstStyle/>
          <a:p>
            <a:pPr indent="0" algn="ctr" defTabSz="914400">
              <a:lnSpc>
                <a:spcPct val="90000"/>
              </a:lnSpc>
              <a:buNone/>
              <a:tabLst>
                <a:tab pos="0" algn="l"/>
              </a:tabLst>
            </a:pPr>
            <a:r>
              <a:rPr lang="en-US" sz="6000" b="0" u="none" strike="noStrike">
                <a:solidFill>
                  <a:srgbClr val="FFFFFF"/>
                </a:solidFill>
                <a:uFillTx/>
                <a:latin typeface="Calibri Light"/>
              </a:rPr>
              <a:t>Remote-Kommunikation</a:t>
            </a:r>
            <a:endParaRPr lang="de-DE" sz="6000" b="0" u="none" strike="noStrike">
              <a:solidFill>
                <a:srgbClr val="FFFFFF"/>
              </a:solidFill>
              <a:uFillTx/>
              <a:latin typeface="Arial"/>
            </a:endParaRPr>
          </a:p>
        </p:txBody>
      </p:sp>
      <p:sp>
        <p:nvSpPr>
          <p:cNvPr id="1176" name="PlaceHolder 2"/>
          <p:cNvSpPr>
            <a:spLocks noGrp="1"/>
          </p:cNvSpPr>
          <p:nvPr>
            <p:ph/>
          </p:nvPr>
        </p:nvSpPr>
        <p:spPr>
          <a:xfrm>
            <a:off x="1523880" y="4159440"/>
            <a:ext cx="9142560" cy="1096920"/>
          </a:xfrm>
          <a:prstGeom prst="rect">
            <a:avLst/>
          </a:prstGeom>
          <a:noFill/>
          <a:ln w="0">
            <a:noFill/>
          </a:ln>
        </p:spPr>
        <p:txBody>
          <a:bodyPr lIns="91440" tIns="45720" rIns="91440" bIns="45720" anchor="t">
            <a:normAutofit/>
          </a:bodyPr>
          <a:lstStyle/>
          <a:p>
            <a:pPr indent="0">
              <a:spcBef>
                <a:spcPts val="1417"/>
              </a:spcBef>
              <a:buNone/>
            </a:pPr>
            <a:endParaRPr lang="de-DE" sz="1800" b="0" u="none" strike="noStrike">
              <a:solidFill>
                <a:srgbClr val="FFFFFF"/>
              </a:solidFill>
              <a:uFillTx/>
              <a:latin typeface="Arial"/>
            </a:endParaRPr>
          </a:p>
        </p:txBody>
      </p:sp>
    </p:spTree>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1177" name="Rectangle 8">
            <a:extLst>
              <a:ext uri="{C183D7F6-B498-43B3-948B-1728B52AA6E4}">
                <adec:decorative xmlns:adec="http://schemas.microsoft.com/office/drawing/2017/decorative" val="1"/>
              </a:ext>
            </a:extLst>
          </p:cNvPr>
          <p:cNvSpPr/>
          <p:nvPr/>
        </p:nvSpPr>
        <p:spPr>
          <a:xfrm>
            <a:off x="0" y="0"/>
            <a:ext cx="12187440" cy="685656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pic>
        <p:nvPicPr>
          <p:cNvPr id="1178" name="Picture 4" descr="Plant growing in a concrete crack"/>
          <p:cNvPicPr/>
          <p:nvPr/>
        </p:nvPicPr>
        <p:blipFill>
          <a:blip r:embed="rId2"/>
          <a:srcRect t="15730"/>
          <a:stretch/>
        </p:blipFill>
        <p:spPr>
          <a:xfrm>
            <a:off x="-2880" y="0"/>
            <a:ext cx="12190680" cy="6856560"/>
          </a:xfrm>
          <a:prstGeom prst="rect">
            <a:avLst/>
          </a:prstGeom>
          <a:noFill/>
          <a:ln w="0">
            <a:noFill/>
          </a:ln>
        </p:spPr>
      </p:pic>
      <p:sp>
        <p:nvSpPr>
          <p:cNvPr id="1179" name="Rectangle 10">
            <a:extLst>
              <a:ext uri="{C183D7F6-B498-43B3-948B-1728B52AA6E4}">
                <adec:decorative xmlns:adec="http://schemas.microsoft.com/office/drawing/2017/decorative" val="1"/>
              </a:ext>
            </a:extLst>
          </p:cNvPr>
          <p:cNvSpPr/>
          <p:nvPr/>
        </p:nvSpPr>
        <p:spPr>
          <a:xfrm>
            <a:off x="0" y="2207520"/>
            <a:ext cx="12190680" cy="3160800"/>
          </a:xfrm>
          <a:prstGeom prst="rect">
            <a:avLst/>
          </a:prstGeom>
          <a:gradFill rotWithShape="0">
            <a:gsLst>
              <a:gs pos="0">
                <a:srgbClr val="000000">
                  <a:alpha val="0"/>
                </a:srgbClr>
              </a:gs>
              <a:gs pos="25000">
                <a:srgbClr val="000000">
                  <a:alpha val="15000"/>
                </a:srgbClr>
              </a:gs>
              <a:gs pos="50000">
                <a:srgbClr val="000000">
                  <a:alpha val="30000"/>
                </a:srgbClr>
              </a:gs>
              <a:gs pos="75000">
                <a:srgbClr val="000000">
                  <a:alpha val="15000"/>
                </a:srgbClr>
              </a:gs>
              <a:gs pos="100000">
                <a:srgbClr val="000000">
                  <a:alpha val="0"/>
                </a:srgbClr>
              </a:gs>
            </a:gsLst>
            <a:lin ang="162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1180" name="PlaceHolder 1"/>
          <p:cNvSpPr>
            <a:spLocks noGrp="1"/>
          </p:cNvSpPr>
          <p:nvPr>
            <p:ph type="title"/>
          </p:nvPr>
        </p:nvSpPr>
        <p:spPr>
          <a:xfrm>
            <a:off x="1097280" y="325440"/>
            <a:ext cx="10056960" cy="3573360"/>
          </a:xfrm>
          <a:prstGeom prst="rect">
            <a:avLst/>
          </a:prstGeom>
          <a:noFill/>
          <a:ln w="0">
            <a:noFill/>
          </a:ln>
          <a:effectLst>
            <a:outerShdw blurRad="50760" dist="37674" dir="2700000" rotWithShape="0">
              <a:srgbClr val="000000">
                <a:alpha val="40000"/>
              </a:srgbClr>
            </a:outerShdw>
          </a:effectLst>
        </p:spPr>
        <p:txBody>
          <a:bodyPr lIns="91440" tIns="45720" rIns="91440" bIns="45720" anchor="b">
            <a:normAutofit/>
          </a:bodyPr>
          <a:lstStyle/>
          <a:p>
            <a:pPr indent="0" algn="ctr" defTabSz="914400">
              <a:lnSpc>
                <a:spcPct val="90000"/>
              </a:lnSpc>
              <a:buNone/>
              <a:tabLst>
                <a:tab pos="0" algn="l"/>
              </a:tabLst>
            </a:pPr>
            <a:r>
              <a:rPr lang="en-US" sz="5200" b="0" u="none" strike="noStrike">
                <a:solidFill>
                  <a:srgbClr val="FFFFFF"/>
                </a:solidFill>
                <a:uFillTx/>
                <a:latin typeface="Calibri Light"/>
              </a:rPr>
              <a:t>Exkurs REST</a:t>
            </a:r>
            <a:endParaRPr lang="de-DE" sz="5200" b="0" u="none" strike="noStrike">
              <a:solidFill>
                <a:srgbClr val="000000"/>
              </a:solidFill>
              <a:uFillTx/>
              <a:latin typeface="Arial"/>
            </a:endParaRPr>
          </a:p>
        </p:txBody>
      </p:sp>
      <p:sp>
        <p:nvSpPr>
          <p:cNvPr id="1181" name="PlaceHolder 2"/>
          <p:cNvSpPr>
            <a:spLocks noGrp="1"/>
          </p:cNvSpPr>
          <p:nvPr>
            <p:ph/>
          </p:nvPr>
        </p:nvSpPr>
        <p:spPr>
          <a:xfrm>
            <a:off x="1100160" y="4071960"/>
            <a:ext cx="10056960" cy="1281240"/>
          </a:xfrm>
          <a:prstGeom prst="rect">
            <a:avLst/>
          </a:prstGeom>
          <a:noFill/>
          <a:ln w="0">
            <a:noFill/>
          </a:ln>
          <a:effectLst>
            <a:outerShdw blurRad="50760" dist="37674" dir="2700000" rotWithShape="0">
              <a:srgbClr val="000000">
                <a:alpha val="40000"/>
              </a:srgbClr>
            </a:outerShdw>
          </a:effectLst>
        </p:spPr>
        <p:txBody>
          <a:bodyPr lIns="91440" tIns="45720" rIns="91440" bIns="45720" anchor="t">
            <a:normAutofit/>
          </a:bodyPr>
          <a:lstStyle/>
          <a:p>
            <a:pPr indent="0">
              <a:spcBef>
                <a:spcPts val="1417"/>
              </a:spcBef>
              <a:buNone/>
            </a:pPr>
            <a:endParaRPr lang="de-DE" sz="1800" b="0" u="none" strike="noStrike">
              <a:solidFill>
                <a:srgbClr val="000000"/>
              </a:solidFill>
              <a:uFillTx/>
              <a:latin typeface="Arial"/>
            </a:endParaRPr>
          </a:p>
        </p:txBody>
      </p:sp>
    </p:spTree>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2"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Das http-Protokoll</a:t>
            </a:r>
            <a:endParaRPr lang="de-DE" sz="4400" b="0" u="none" strike="noStrike">
              <a:solidFill>
                <a:srgbClr val="000000"/>
              </a:solidFill>
              <a:uFillTx/>
              <a:latin typeface="Arial"/>
            </a:endParaRPr>
          </a:p>
        </p:txBody>
      </p:sp>
      <p:sp>
        <p:nvSpPr>
          <p:cNvPr id="1183"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Eine umfassende Spezifikation des w3w-Konsortiums</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Siehe http://en.wikipedia.org/wiki/Http</a:t>
            </a:r>
            <a:endParaRPr lang="de-DE" sz="2400" b="0" u="none" strike="noStrike">
              <a:solidFill>
                <a:srgbClr val="000000"/>
              </a:solidFill>
              <a:uFillTx/>
              <a:latin typeface="Arial"/>
            </a:endParaRPr>
          </a:p>
        </p:txBody>
      </p:sp>
      <p:pic>
        <p:nvPicPr>
          <p:cNvPr id="1184" name="Picture 8"/>
          <p:cNvPicPr/>
          <p:nvPr/>
        </p:nvPicPr>
        <p:blipFill>
          <a:blip r:embed="rId3"/>
          <a:srcRect b="26747"/>
          <a:stretch/>
        </p:blipFill>
        <p:spPr>
          <a:xfrm>
            <a:off x="2660040" y="2899800"/>
            <a:ext cx="7775640" cy="3275640"/>
          </a:xfrm>
          <a:prstGeom prst="rect">
            <a:avLst/>
          </a:prstGeom>
          <a:noFill/>
          <a:ln w="9525">
            <a:solidFill>
              <a:srgbClr val="000000"/>
            </a:solidFill>
            <a:miter/>
          </a:ln>
        </p:spPr>
      </p:pic>
    </p:spTree>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5"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Elemente der http-Spezifikation</a:t>
            </a:r>
            <a:endParaRPr lang="de-DE" sz="4400" b="0" u="none" strike="noStrike">
              <a:solidFill>
                <a:srgbClr val="000000"/>
              </a:solidFill>
              <a:uFillTx/>
              <a:latin typeface="Arial"/>
            </a:endParaRPr>
          </a:p>
        </p:txBody>
      </p:sp>
      <p:sp>
        <p:nvSpPr>
          <p:cNvPr id="1186"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Definition von URIs</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Pfad</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Parameter</a:t>
            </a:r>
            <a:endParaRPr lang="de-DE" sz="24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http-Request und http-Response</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Daten-Container mit Header und Body</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Encodierung</a:t>
            </a:r>
            <a:endParaRPr lang="de-DE" sz="24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Umfassender Satz von Header-Properties</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Content-Length</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Accepts</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Content-Type</a:t>
            </a:r>
            <a:endParaRPr lang="de-DE" sz="2400" b="0" u="none" strike="noStrike">
              <a:solidFill>
                <a:srgbClr val="000000"/>
              </a:solidFill>
              <a:uFillTx/>
              <a:latin typeface="Arial"/>
            </a:endParaRPr>
          </a:p>
        </p:txBody>
      </p:sp>
    </p:spTree>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Elemente der http-Spezifikation II</a:t>
            </a:r>
            <a:endParaRPr lang="de-DE" sz="4400" b="0" u="none" strike="noStrike">
              <a:solidFill>
                <a:srgbClr val="000000"/>
              </a:solidFill>
              <a:uFillTx/>
              <a:latin typeface="Arial"/>
            </a:endParaRPr>
          </a:p>
        </p:txBody>
      </p:sp>
      <p:sp>
        <p:nvSpPr>
          <p:cNvPr id="1188"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lnSpcReduction="9999"/>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http-Methoden</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PUT</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GET</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POST</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DELETE</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OPTIONS</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HEAD</a:t>
            </a:r>
            <a:endParaRPr lang="de-DE" sz="24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Statuscodes für Aufrufe</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404: „Not found“</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204: „Created“</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a:t>
            </a:r>
            <a:endParaRPr lang="de-DE" sz="2400" b="0" u="none" strike="noStrike">
              <a:solidFill>
                <a:srgbClr val="000000"/>
              </a:solidFill>
              <a:uFillTx/>
              <a:latin typeface="Arial"/>
            </a:endParaRPr>
          </a:p>
        </p:txBody>
      </p:sp>
    </p:spTree>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9"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MimeTypes</a:t>
            </a:r>
            <a:endParaRPr lang="de-DE" sz="4400" b="0" u="none" strike="noStrike">
              <a:solidFill>
                <a:srgbClr val="000000"/>
              </a:solidFill>
              <a:uFillTx/>
              <a:latin typeface="Arial"/>
            </a:endParaRPr>
          </a:p>
        </p:txBody>
      </p:sp>
      <p:sp>
        <p:nvSpPr>
          <p:cNvPr id="1190"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Definition der Datentypen des Internet</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Nicht zu verwechseln mit einem XML-Schema</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Ein MimeType ist „nur“ eine strukturierte Zeichenkette</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Eigene Erweiterungen sind möglich</a:t>
            </a:r>
            <a:endParaRPr lang="de-DE" sz="2400" b="0" u="none" strike="noStrike">
              <a:solidFill>
                <a:srgbClr val="000000"/>
              </a:solidFill>
              <a:uFillTx/>
              <a:latin typeface="Arial"/>
            </a:endParaRPr>
          </a:p>
        </p:txBody>
      </p:sp>
    </p:spTree>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1"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REST und http</a:t>
            </a:r>
            <a:endParaRPr lang="de-DE" sz="4400" b="0" u="none" strike="noStrike">
              <a:solidFill>
                <a:srgbClr val="000000"/>
              </a:solidFill>
              <a:uFillTx/>
              <a:latin typeface="Arial"/>
            </a:endParaRPr>
          </a:p>
        </p:txBody>
      </p:sp>
      <p:sp>
        <p:nvSpPr>
          <p:cNvPr id="1192"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REST hat mit http prinzipiell nichts zu tun</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REST ist eine abstrakte Architektur</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http ist ein konkretes Kommunikationsprotokoll</a:t>
            </a:r>
            <a:endParaRPr lang="de-DE" sz="24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Aber</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http passt als Kommunikations-Protokoll der „Referenz-Implementierung“ Internet natürlich perfekt zum REST-Stil</a:t>
            </a:r>
            <a:endParaRPr lang="de-DE" sz="2400" b="0" u="none" strike="noStrike">
              <a:solidFill>
                <a:srgbClr val="000000"/>
              </a:solidFill>
              <a:uFillTx/>
              <a:latin typeface="Arial"/>
            </a:endParaRPr>
          </a:p>
          <a:p>
            <a:pPr marL="685800" indent="-228600" defTabSz="914400">
              <a:lnSpc>
                <a:spcPct val="90000"/>
              </a:lnSpc>
              <a:spcBef>
                <a:spcPts val="499"/>
              </a:spcBef>
              <a:buNone/>
              <a:tabLst>
                <a:tab pos="0" algn="l"/>
              </a:tabLst>
            </a:pPr>
            <a:endParaRPr lang="de-DE" sz="2400" b="0" u="none" strike="noStrike">
              <a:solidFill>
                <a:srgbClr val="000000"/>
              </a:solidFill>
              <a:uFillTx/>
              <a:latin typeface="Arial"/>
            </a:endParaRPr>
          </a:p>
        </p:txBody>
      </p:sp>
    </p:spTree>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Diagram14"/>
          <p:cNvGraphicFramePr/>
          <p:nvPr>
            <p:extLst>
              <p:ext uri="{D42A27DB-BD31-4B8C-83A1-F6EECF244321}">
                <p14:modId xmlns:p14="http://schemas.microsoft.com/office/powerpoint/2010/main" val="3799023"/>
              </p:ext>
            </p:extLst>
          </p:nvPr>
        </p:nvGraphicFramePr>
        <p:xfrm>
          <a:off x="1847520" y="476640"/>
          <a:ext cx="7559280" cy="59032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3" name="PlaceHolder 1"/>
          <p:cNvSpPr>
            <a:spLocks noGrp="1"/>
          </p:cNvSpPr>
          <p:nvPr>
            <p:ph type="title"/>
          </p:nvPr>
        </p:nvSpPr>
        <p:spPr>
          <a:xfrm>
            <a:off x="831960" y="1709640"/>
            <a:ext cx="10514160" cy="2851200"/>
          </a:xfrm>
          <a:prstGeom prst="rect">
            <a:avLst/>
          </a:prstGeom>
          <a:noFill/>
          <a:ln w="0">
            <a:noFill/>
          </a:ln>
        </p:spPr>
        <p:txBody>
          <a:bodyPr lIns="91440" tIns="45720" rIns="91440" bIns="45720" anchor="b">
            <a:noAutofit/>
          </a:bodyPr>
          <a:lstStyle/>
          <a:p>
            <a:pPr indent="0" defTabSz="914400">
              <a:lnSpc>
                <a:spcPct val="90000"/>
              </a:lnSpc>
              <a:buNone/>
              <a:tabLst>
                <a:tab pos="0" algn="l"/>
              </a:tabLst>
            </a:pPr>
            <a:r>
              <a:rPr lang="de-DE" sz="6000" b="0" u="none" strike="noStrike">
                <a:solidFill>
                  <a:schemeClr val="dk1"/>
                </a:solidFill>
                <a:uFillTx/>
                <a:latin typeface="Calibri Light"/>
              </a:rPr>
              <a:t>Der http Client</a:t>
            </a:r>
            <a:endParaRPr lang="de-DE" sz="6000" b="0" u="none" strike="noStrike">
              <a:solidFill>
                <a:srgbClr val="000000"/>
              </a:solidFill>
              <a:uFillTx/>
              <a:latin typeface="Arial"/>
            </a:endParaRPr>
          </a:p>
        </p:txBody>
      </p:sp>
      <p:sp>
        <p:nvSpPr>
          <p:cNvPr id="1194" name="PlaceHolder 2"/>
          <p:cNvSpPr>
            <a:spLocks noGrp="1"/>
          </p:cNvSpPr>
          <p:nvPr>
            <p:ph/>
          </p:nvPr>
        </p:nvSpPr>
        <p:spPr>
          <a:xfrm>
            <a:off x="831960" y="4589640"/>
            <a:ext cx="10514160" cy="1498680"/>
          </a:xfrm>
          <a:prstGeom prst="rect">
            <a:avLst/>
          </a:prstGeom>
          <a:noFill/>
          <a:ln w="0">
            <a:noFill/>
          </a:ln>
        </p:spPr>
        <p:txBody>
          <a:bodyPr lIns="91440" tIns="45720" rIns="91440" bIns="45720" anchor="t">
            <a:noAutofit/>
          </a:bodyPr>
          <a:lstStyle/>
          <a:p>
            <a:pPr indent="0">
              <a:spcBef>
                <a:spcPts val="1417"/>
              </a:spcBef>
              <a:buNone/>
            </a:pPr>
            <a:endParaRPr lang="de-DE" sz="1800" b="0" u="none" strike="noStrike">
              <a:solidFill>
                <a:srgbClr val="000000"/>
              </a:solidFill>
              <a:uFillTx/>
              <a:latin typeface="Arial"/>
            </a:endParaRPr>
          </a:p>
        </p:txBody>
      </p:sp>
    </p:spTree>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5"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Der Service HttpClient</a:t>
            </a:r>
            <a:endParaRPr lang="de-DE" sz="4400" b="0" u="none" strike="noStrike">
              <a:solidFill>
                <a:srgbClr val="000000"/>
              </a:solidFill>
              <a:uFillTx/>
              <a:latin typeface="Arial"/>
            </a:endParaRPr>
          </a:p>
        </p:txBody>
      </p:sp>
      <p:sp>
        <p:nvSpPr>
          <p:cNvPr id="1196"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a:bodyPr>
          <a:lstStyle/>
          <a:p>
            <a:pPr marL="228600" indent="-228600" defTabSz="914400">
              <a:lnSpc>
                <a:spcPct val="90000"/>
              </a:lnSpc>
              <a:spcBef>
                <a:spcPts val="970"/>
              </a:spcBef>
              <a:buClr>
                <a:srgbClr val="000000"/>
              </a:buClr>
              <a:buFont typeface="Arial"/>
              <a:buChar char="•"/>
            </a:pPr>
            <a:r>
              <a:rPr lang="de-DE" sz="2700" b="0" u="none" strike="noStrike">
                <a:solidFill>
                  <a:schemeClr val="dk1"/>
                </a:solidFill>
                <a:uFillTx/>
                <a:latin typeface="Calibri"/>
              </a:rPr>
              <a:t>HttpClient ist ein Service</a:t>
            </a:r>
            <a:endParaRPr lang="de-DE" sz="2700" b="0" u="none" strike="noStrike">
              <a:solidFill>
                <a:srgbClr val="000000"/>
              </a:solidFill>
              <a:uFillTx/>
              <a:latin typeface="Arial"/>
            </a:endParaRPr>
          </a:p>
          <a:p>
            <a:pPr marL="685800" lvl="1" indent="-228600" defTabSz="914400">
              <a:lnSpc>
                <a:spcPct val="90000"/>
              </a:lnSpc>
              <a:spcBef>
                <a:spcPts val="484"/>
              </a:spcBef>
              <a:buClr>
                <a:srgbClr val="000000"/>
              </a:buClr>
              <a:buFont typeface="Arial"/>
              <a:buChar char="•"/>
            </a:pPr>
            <a:r>
              <a:rPr lang="de-DE" sz="2300" b="0" u="none" strike="noStrike">
                <a:solidFill>
                  <a:schemeClr val="dk1"/>
                </a:solidFill>
                <a:uFillTx/>
                <a:latin typeface="Calibri"/>
              </a:rPr>
              <a:t>und steht damit via Dependency Injection zur Verfügung: inject(HttpClient)</a:t>
            </a:r>
            <a:endParaRPr lang="de-DE" sz="2300" b="0" u="none" strike="noStrike">
              <a:solidFill>
                <a:srgbClr val="000000"/>
              </a:solidFill>
              <a:uFillTx/>
              <a:latin typeface="Arial"/>
            </a:endParaRPr>
          </a:p>
          <a:p>
            <a:pPr marL="228600" indent="-228600" defTabSz="914400">
              <a:lnSpc>
                <a:spcPct val="90000"/>
              </a:lnSpc>
              <a:spcBef>
                <a:spcPts val="970"/>
              </a:spcBef>
              <a:buClr>
                <a:srgbClr val="000000"/>
              </a:buClr>
              <a:buFont typeface="Arial"/>
              <a:buChar char="•"/>
            </a:pPr>
            <a:r>
              <a:rPr lang="de-DE" sz="2700" b="0" u="none" strike="noStrike">
                <a:solidFill>
                  <a:schemeClr val="dk1"/>
                </a:solidFill>
                <a:uFillTx/>
                <a:latin typeface="Calibri"/>
              </a:rPr>
              <a:t>provideHttpClient() in main.ts registrieren</a:t>
            </a:r>
            <a:endParaRPr lang="de-DE" sz="2700" b="0" u="none" strike="noStrike">
              <a:solidFill>
                <a:srgbClr val="000000"/>
              </a:solidFill>
              <a:uFillTx/>
              <a:latin typeface="Arial"/>
            </a:endParaRPr>
          </a:p>
          <a:p>
            <a:pPr marL="685800" lvl="1" indent="-228600" defTabSz="914400">
              <a:lnSpc>
                <a:spcPct val="90000"/>
              </a:lnSpc>
              <a:spcBef>
                <a:spcPts val="484"/>
              </a:spcBef>
              <a:buClr>
                <a:srgbClr val="000000"/>
              </a:buClr>
              <a:buFont typeface="Arial"/>
              <a:buChar char="•"/>
            </a:pPr>
            <a:r>
              <a:rPr lang="de-DE" sz="2300" b="0" u="none" strike="noStrike">
                <a:solidFill>
                  <a:schemeClr val="dk1"/>
                </a:solidFill>
                <a:uFillTx/>
                <a:latin typeface="Calibri"/>
              </a:rPr>
              <a:t>optional withFetch(), withInterceptors([...])</a:t>
            </a:r>
            <a:endParaRPr lang="de-DE" sz="2300" b="0" u="none" strike="noStrike">
              <a:solidFill>
                <a:srgbClr val="000000"/>
              </a:solidFill>
              <a:uFillTx/>
              <a:latin typeface="Arial"/>
            </a:endParaRPr>
          </a:p>
          <a:p>
            <a:pPr marL="228600" indent="-228600" defTabSz="914400">
              <a:lnSpc>
                <a:spcPct val="90000"/>
              </a:lnSpc>
              <a:spcBef>
                <a:spcPts val="970"/>
              </a:spcBef>
              <a:buClr>
                <a:srgbClr val="000000"/>
              </a:buClr>
              <a:buFont typeface="Arial"/>
              <a:buChar char="•"/>
            </a:pPr>
            <a:r>
              <a:rPr lang="de-DE" sz="2700" b="0" u="none" strike="noStrike">
                <a:solidFill>
                  <a:schemeClr val="dk1"/>
                </a:solidFill>
                <a:uFillTx/>
                <a:latin typeface="Calibri"/>
              </a:rPr>
              <a:t>Das API</a:t>
            </a:r>
            <a:endParaRPr lang="de-DE" sz="2700" b="0" u="none" strike="noStrike">
              <a:solidFill>
                <a:srgbClr val="000000"/>
              </a:solidFill>
              <a:uFillTx/>
              <a:latin typeface="Arial"/>
            </a:endParaRPr>
          </a:p>
          <a:p>
            <a:pPr marL="685800" lvl="1" indent="-228600" defTabSz="914400">
              <a:lnSpc>
                <a:spcPct val="90000"/>
              </a:lnSpc>
              <a:spcBef>
                <a:spcPts val="484"/>
              </a:spcBef>
              <a:buClr>
                <a:srgbClr val="000000"/>
              </a:buClr>
              <a:buFont typeface="Arial"/>
              <a:buChar char="•"/>
            </a:pPr>
            <a:r>
              <a:rPr lang="de-DE" sz="2300" b="0" u="none" strike="noStrike">
                <a:solidFill>
                  <a:schemeClr val="dk1"/>
                </a:solidFill>
                <a:uFillTx/>
                <a:latin typeface="Calibri"/>
              </a:rPr>
              <a:t>umfasst die Standard-http-Methoden</a:t>
            </a:r>
            <a:endParaRPr lang="de-DE" sz="2300" b="0" u="none" strike="noStrike">
              <a:solidFill>
                <a:srgbClr val="000000"/>
              </a:solidFill>
              <a:uFillTx/>
              <a:latin typeface="Arial"/>
            </a:endParaRPr>
          </a:p>
          <a:p>
            <a:pPr marL="685800" lvl="1" indent="-228600" defTabSz="914400">
              <a:lnSpc>
                <a:spcPct val="90000"/>
              </a:lnSpc>
              <a:spcBef>
                <a:spcPts val="484"/>
              </a:spcBef>
              <a:buClr>
                <a:srgbClr val="000000"/>
              </a:buClr>
              <a:buFont typeface="Arial"/>
              <a:buChar char="•"/>
            </a:pPr>
            <a:r>
              <a:rPr lang="de-DE" sz="2300" b="0" u="none" strike="noStrike">
                <a:solidFill>
                  <a:schemeClr val="dk1"/>
                </a:solidFill>
                <a:uFillTx/>
                <a:latin typeface="Calibri"/>
              </a:rPr>
              <a:t>ist asynchron konzipiert (Observables)</a:t>
            </a:r>
            <a:endParaRPr lang="de-DE" sz="2300" b="0" u="none" strike="noStrike">
              <a:solidFill>
                <a:srgbClr val="000000"/>
              </a:solidFill>
              <a:uFillTx/>
              <a:latin typeface="Arial"/>
            </a:endParaRPr>
          </a:p>
          <a:p>
            <a:pPr marL="0" indent="0" defTabSz="914400">
              <a:lnSpc>
                <a:spcPct val="90000"/>
              </a:lnSpc>
              <a:spcBef>
                <a:spcPts val="970"/>
              </a:spcBef>
              <a:buClr>
                <a:srgbClr val="000000"/>
              </a:buClr>
              <a:buFont typeface="Arial"/>
              <a:buNone/>
            </a:pPr>
            <a:r>
              <a:rPr lang="de-DE" sz="2700" b="0" u="none" strike="noStrike">
                <a:solidFill>
                  <a:schemeClr val="dk1"/>
                </a:solidFill>
                <a:uFillTx/>
                <a:latin typeface="Calibri"/>
              </a:rPr>
              <a:t>this.http.get&lt;Data&gt;('/endpoint').subscribe(data =&gt; {</a:t>
            </a:r>
            <a:endParaRPr lang="de-DE" sz="2700" b="0" u="none" strike="noStrike">
              <a:solidFill>
                <a:srgbClr val="000000"/>
              </a:solidFill>
              <a:uFillTx/>
              <a:latin typeface="Arial"/>
            </a:endParaRPr>
          </a:p>
          <a:p>
            <a:pPr marL="0" indent="0" defTabSz="914400">
              <a:lnSpc>
                <a:spcPct val="90000"/>
              </a:lnSpc>
              <a:spcBef>
                <a:spcPts val="970"/>
              </a:spcBef>
              <a:buClr>
                <a:srgbClr val="000000"/>
              </a:buClr>
              <a:buFont typeface="Arial"/>
              <a:buNone/>
            </a:pPr>
            <a:r>
              <a:rPr lang="de-DE" sz="2700" b="0" u="none" strike="noStrike">
                <a:solidFill>
                  <a:schemeClr val="dk1"/>
                </a:solidFill>
                <a:uFillTx/>
                <a:latin typeface="Calibri"/>
              </a:rPr>
              <a:t>  this.results = data.jsonAttribute;</a:t>
            </a:r>
            <a:endParaRPr lang="de-DE" sz="2700" b="0" u="none" strike="noStrike">
              <a:solidFill>
                <a:srgbClr val="000000"/>
              </a:solidFill>
              <a:uFillTx/>
              <a:latin typeface="Arial"/>
            </a:endParaRPr>
          </a:p>
          <a:p>
            <a:pPr marL="0" indent="0" defTabSz="914400">
              <a:lnSpc>
                <a:spcPct val="90000"/>
              </a:lnSpc>
              <a:spcBef>
                <a:spcPts val="970"/>
              </a:spcBef>
              <a:buClr>
                <a:srgbClr val="000000"/>
              </a:buClr>
              <a:buFont typeface="Arial"/>
              <a:buNone/>
            </a:pPr>
            <a:r>
              <a:rPr lang="de-DE" sz="2700" b="0" u="none" strike="noStrike">
                <a:solidFill>
                  <a:schemeClr val="dk1"/>
                </a:solidFill>
                <a:uFillTx/>
                <a:latin typeface="Calibri"/>
              </a:rPr>
              <a:t>});</a:t>
            </a:r>
            <a:endParaRPr lang="de-DE" sz="2700" b="0" u="none" strike="noStrike">
              <a:solidFill>
                <a:srgbClr val="000000"/>
              </a:solidFill>
              <a:uFillTx/>
              <a:latin typeface="Arial"/>
            </a:endParaRPr>
          </a:p>
        </p:txBody>
      </p:sp>
    </p:spTree>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7"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Json Daten extrahieren</a:t>
            </a:r>
            <a:endParaRPr lang="de-DE" sz="4400" b="0" u="none" strike="noStrike">
              <a:solidFill>
                <a:srgbClr val="000000"/>
              </a:solidFill>
              <a:uFillTx/>
              <a:latin typeface="Arial"/>
            </a:endParaRPr>
          </a:p>
        </p:txBody>
      </p:sp>
      <p:sp>
        <p:nvSpPr>
          <p:cNvPr id="1198"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lnSpcReduction="9999"/>
          </a:bodyPr>
          <a:lstStyle/>
          <a:p>
            <a:pPr indent="0" defTabSz="914400">
              <a:lnSpc>
                <a:spcPct val="90000"/>
              </a:lnSpc>
              <a:spcBef>
                <a:spcPts val="1001"/>
              </a:spcBef>
              <a:buNone/>
              <a:tabLst>
                <a:tab pos="0" algn="l"/>
              </a:tabLst>
            </a:pPr>
            <a:r>
              <a:rPr lang="de-DE" sz="2800" b="0" u="none" strike="noStrike">
                <a:solidFill>
                  <a:srgbClr val="48484C"/>
                </a:solidFill>
                <a:uFillTx/>
                <a:latin typeface="SourceCodePro"/>
              </a:rPr>
              <a:t>private readonly http = inject(HttpClient);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48484C"/>
                </a:solidFill>
                <a:uFillTx/>
                <a:latin typeface="SourceCodePro"/>
              </a:rPr>
              <a:t>getAll(): Observable&lt;Release[]&gt; {</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48484C"/>
                </a:solidFill>
                <a:uFillTx/>
                <a:latin typeface="SourceCodePro"/>
              </a:rPr>
              <a:t>  return this.http.get&lt;{ data: Release[] }&gt;('api/release').pipe(</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48484C"/>
                </a:solidFill>
                <a:uFillTx/>
                <a:latin typeface="SourceCodePro"/>
              </a:rPr>
              <a:t>    map(response =&gt; response.data),</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48484C"/>
                </a:solidFill>
                <a:uFillTx/>
                <a:latin typeface="SourceCodePro"/>
              </a:rPr>
              <a:t>    catchError(this.handleError)</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48484C"/>
                </a:solidFill>
                <a:uFillTx/>
                <a:latin typeface="SourceCodePro"/>
              </a:rPr>
              <a:t>  );</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48484C"/>
                </a:solidFill>
                <a:uFillTx/>
                <a:latin typeface="SourceCodePro"/>
              </a:rPr>
              <a: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48484C"/>
                </a:solidFill>
                <a:uFillTx/>
                <a:latin typeface="SourceCodePro"/>
              </a:rPr>
              <a:t>// JSON-Parsing übernimmt HttpClient automatisch</a:t>
            </a:r>
            <a:endParaRPr lang="de-DE" sz="2800" b="0" u="none" strike="noStrike">
              <a:solidFill>
                <a:srgbClr val="000000"/>
              </a:solidFill>
              <a:uFillTx/>
              <a:latin typeface="Arial"/>
            </a:endParaRPr>
          </a:p>
        </p:txBody>
      </p:sp>
      <p:sp>
        <p:nvSpPr>
          <p:cNvPr id="1199" name="Textfeld 3"/>
          <p:cNvSpPr/>
          <p:nvPr/>
        </p:nvSpPr>
        <p:spPr>
          <a:xfrm>
            <a:off x="7754760" y="2199240"/>
            <a:ext cx="1877040" cy="363960"/>
          </a:xfrm>
          <a:prstGeom prst="rect">
            <a:avLst/>
          </a:prstGeom>
          <a:gradFill rotWithShape="0">
            <a:gsLst>
              <a:gs pos="0">
                <a:srgbClr val="98C861"/>
              </a:gs>
              <a:gs pos="50000">
                <a:srgbClr val="8BC63E"/>
              </a:gs>
              <a:gs pos="100000">
                <a:srgbClr val="7CB831"/>
              </a:gs>
            </a:gsLst>
            <a:lin ang="5400000"/>
          </a:gradFill>
          <a:ln w="0">
            <a:noFill/>
          </a:ln>
          <a:effectLst>
            <a:outerShdw blurRad="57240" dist="19080" dir="5400000" algn="ctr" rotWithShape="0">
              <a:srgbClr val="000000">
                <a:alpha val="63000"/>
              </a:srgbClr>
            </a:outerShdw>
          </a:effectLst>
        </p:spPr>
        <p:style>
          <a:lnRef idx="0">
            <a:schemeClr val="accent2"/>
          </a:lnRef>
          <a:fillRef idx="3">
            <a:schemeClr val="accent2"/>
          </a:fillRef>
          <a:effectRef idx="3">
            <a:schemeClr val="accent2"/>
          </a:effectRef>
          <a:fontRef idx="minor"/>
        </p:style>
        <p:txBody>
          <a:bodyPr wrap="none" lIns="90000" tIns="45000" rIns="90000" bIns="45000" anchor="t">
            <a:spAutoFit/>
          </a:bodyPr>
          <a:lstStyle/>
          <a:p>
            <a:pPr defTabSz="914400">
              <a:lnSpc>
                <a:spcPct val="100000"/>
              </a:lnSpc>
            </a:pPr>
            <a:r>
              <a:rPr lang="de-DE" sz="1800" b="0" u="none" strike="noStrike">
                <a:solidFill>
                  <a:schemeClr val="lt1"/>
                </a:solidFill>
                <a:uFillTx/>
                <a:latin typeface="Calibri"/>
              </a:rPr>
              <a:t>Liefert Observable</a:t>
            </a:r>
            <a:endParaRPr lang="de-DE" sz="1800" b="0" u="none" strike="noStrike">
              <a:solidFill>
                <a:srgbClr val="000000"/>
              </a:solidFill>
              <a:uFillTx/>
              <a:latin typeface="Arial"/>
            </a:endParaRPr>
          </a:p>
        </p:txBody>
      </p:sp>
      <p:cxnSp>
        <p:nvCxnSpPr>
          <p:cNvPr id="1200" name="Gerade Verbindung mit Pfeil 5"/>
          <p:cNvCxnSpPr/>
          <p:nvPr/>
        </p:nvCxnSpPr>
        <p:spPr>
          <a:xfrm flipH="1">
            <a:off x="5902920" y="2326320"/>
            <a:ext cx="1679760" cy="1440"/>
          </a:xfrm>
          <a:prstGeom prst="straightConnector1">
            <a:avLst/>
          </a:prstGeom>
          <a:ln w="0">
            <a:solidFill>
              <a:srgbClr val="1D9A78"/>
            </a:solidFill>
            <a:tailEnd type="triangle" w="med" len="med"/>
          </a:ln>
        </p:spPr>
      </p:cxnSp>
    </p:spTree>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1"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Exception Handler</a:t>
            </a:r>
            <a:endParaRPr lang="de-DE" sz="4400" b="0" u="none" strike="noStrike">
              <a:solidFill>
                <a:srgbClr val="000000"/>
              </a:solidFill>
              <a:uFillTx/>
              <a:latin typeface="Arial"/>
            </a:endParaRPr>
          </a:p>
        </p:txBody>
      </p:sp>
      <p:sp>
        <p:nvSpPr>
          <p:cNvPr id="1202"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a:bodyPr>
          <a:lstStyle/>
          <a:p>
            <a:pPr indent="0" defTabSz="914400">
              <a:lnSpc>
                <a:spcPct val="90000"/>
              </a:lnSpc>
              <a:spcBef>
                <a:spcPts val="697"/>
              </a:spcBef>
              <a:buNone/>
              <a:tabLst>
                <a:tab pos="0" algn="l"/>
              </a:tabLst>
            </a:pPr>
            <a:r>
              <a:rPr lang="de-DE" sz="2000" b="0" u="none" strike="noStrike">
                <a:solidFill>
                  <a:srgbClr val="1E347B"/>
                </a:solidFill>
                <a:uFillTx/>
                <a:latin typeface="SourceCodePro"/>
              </a:rPr>
              <a:t>private handleError(error: HttpErrorResponse) {</a:t>
            </a:r>
            <a:endParaRPr lang="de-DE" sz="2000" b="0" u="none" strike="noStrike">
              <a:solidFill>
                <a:srgbClr val="000000"/>
              </a:solidFill>
              <a:uFillTx/>
              <a:latin typeface="Arial"/>
            </a:endParaRPr>
          </a:p>
          <a:p>
            <a:pPr marL="457200" indent="0" defTabSz="914400">
              <a:lnSpc>
                <a:spcPct val="90000"/>
              </a:lnSpc>
              <a:spcBef>
                <a:spcPts val="347"/>
              </a:spcBef>
              <a:buNone/>
              <a:tabLst>
                <a:tab pos="0" algn="l"/>
              </a:tabLst>
            </a:pPr>
            <a:r>
              <a:rPr lang="de-DE" sz="1700" b="0" u="none" strike="noStrike">
                <a:solidFill>
                  <a:srgbClr val="1E347B"/>
                </a:solidFill>
                <a:uFillTx/>
                <a:latin typeface="SourceCodePro"/>
              </a:rPr>
              <a:t>let</a:t>
            </a:r>
            <a:r>
              <a:rPr lang="de-DE" sz="1700" b="0" u="none" strike="noStrike">
                <a:solidFill>
                  <a:srgbClr val="48484C"/>
                </a:solidFill>
                <a:uFillTx/>
                <a:latin typeface="SourceCodePro"/>
              </a:rPr>
              <a:t> message</a:t>
            </a:r>
            <a:r>
              <a:rPr lang="de-DE" sz="1700" b="0" u="none" strike="noStrike">
                <a:solidFill>
                  <a:srgbClr val="93A1A1"/>
                </a:solidFill>
                <a:uFillTx/>
                <a:latin typeface="SourceCodePro"/>
              </a:rPr>
              <a:t>;</a:t>
            </a:r>
            <a:endParaRPr lang="de-DE" sz="1700" b="0" u="none" strike="noStrike">
              <a:solidFill>
                <a:srgbClr val="000000"/>
              </a:solidFill>
              <a:uFillTx/>
              <a:latin typeface="Arial"/>
            </a:endParaRPr>
          </a:p>
          <a:p>
            <a:pPr marL="457200" indent="0" defTabSz="914400">
              <a:lnSpc>
                <a:spcPct val="90000"/>
              </a:lnSpc>
              <a:spcBef>
                <a:spcPts val="347"/>
              </a:spcBef>
              <a:buNone/>
              <a:tabLst>
                <a:tab pos="0" algn="l"/>
              </a:tabLst>
            </a:pPr>
            <a:r>
              <a:rPr lang="de-DE" sz="1700" b="0" u="none" strike="noStrike">
                <a:solidFill>
                  <a:srgbClr val="1E347B"/>
                </a:solidFill>
                <a:uFillTx/>
                <a:latin typeface="SourceCodePro"/>
              </a:rPr>
              <a:t>if</a:t>
            </a:r>
            <a:r>
              <a:rPr lang="de-DE" sz="1700" b="0" u="none" strike="noStrike">
                <a:solidFill>
                  <a:srgbClr val="48484C"/>
                </a:solidFill>
                <a:uFillTx/>
                <a:latin typeface="SourceCodePro"/>
              </a:rPr>
              <a:t> </a:t>
            </a:r>
            <a:r>
              <a:rPr lang="de-DE" sz="1700" b="0" u="none" strike="noStrike">
                <a:solidFill>
                  <a:srgbClr val="93A1A1"/>
                </a:solidFill>
                <a:uFillTx/>
                <a:latin typeface="SourceCodePro"/>
              </a:rPr>
              <a:t>(</a:t>
            </a:r>
            <a:r>
              <a:rPr lang="de-DE" sz="1700" b="0" u="none" strike="noStrike">
                <a:solidFill>
                  <a:srgbClr val="48484C"/>
                </a:solidFill>
                <a:uFillTx/>
                <a:latin typeface="SourceCodePro"/>
              </a:rPr>
              <a:t>error</a:t>
            </a:r>
            <a:r>
              <a:rPr lang="de-DE" sz="1700" b="0" u="none" strike="noStrike">
                <a:solidFill>
                  <a:srgbClr val="93A1A1"/>
                </a:solidFill>
                <a:uFillTx/>
                <a:latin typeface="SourceCodePro"/>
              </a:rPr>
              <a:t>.</a:t>
            </a:r>
            <a:r>
              <a:rPr lang="de-DE" sz="1700" b="0" u="none" strike="noStrike">
                <a:solidFill>
                  <a:srgbClr val="48484C"/>
                </a:solidFill>
                <a:uFillTx/>
                <a:latin typeface="SourceCodePro"/>
              </a:rPr>
              <a:t>message</a:t>
            </a:r>
            <a:r>
              <a:rPr lang="de-DE" sz="1700" b="0" u="none" strike="noStrike">
                <a:solidFill>
                  <a:srgbClr val="93A1A1"/>
                </a:solidFill>
                <a:uFillTx/>
                <a:latin typeface="SourceCodePro"/>
              </a:rPr>
              <a:t>)</a:t>
            </a:r>
            <a:r>
              <a:rPr lang="de-DE" sz="1700" b="0" u="none" strike="noStrike">
                <a:solidFill>
                  <a:srgbClr val="48484C"/>
                </a:solidFill>
                <a:uFillTx/>
                <a:latin typeface="SourceCodePro"/>
              </a:rPr>
              <a:t> </a:t>
            </a:r>
            <a:r>
              <a:rPr lang="de-DE" sz="1700" b="0" u="none" strike="noStrike">
                <a:solidFill>
                  <a:srgbClr val="93A1A1"/>
                </a:solidFill>
                <a:uFillTx/>
                <a:latin typeface="SourceCodePro"/>
              </a:rPr>
              <a:t>{</a:t>
            </a:r>
            <a:r>
              <a:rPr lang="de-DE" sz="1700" b="0" u="none" strike="noStrike">
                <a:solidFill>
                  <a:srgbClr val="48484C"/>
                </a:solidFill>
                <a:uFillTx/>
                <a:latin typeface="SourceCodePro"/>
              </a:rPr>
              <a:t> </a:t>
            </a:r>
            <a:endParaRPr lang="de-DE" sz="1700" b="0" u="none" strike="noStrike">
              <a:solidFill>
                <a:srgbClr val="000000"/>
              </a:solidFill>
              <a:uFillTx/>
              <a:latin typeface="Arial"/>
            </a:endParaRPr>
          </a:p>
          <a:p>
            <a:pPr marL="457200" indent="0" defTabSz="914400">
              <a:lnSpc>
                <a:spcPct val="90000"/>
              </a:lnSpc>
              <a:spcBef>
                <a:spcPts val="347"/>
              </a:spcBef>
              <a:buNone/>
              <a:tabLst>
                <a:tab pos="0" algn="l"/>
              </a:tabLst>
            </a:pPr>
            <a:r>
              <a:rPr lang="de-DE" sz="1700" b="0" u="none" strike="noStrike">
                <a:solidFill>
                  <a:srgbClr val="48484C"/>
                </a:solidFill>
                <a:uFillTx/>
                <a:latin typeface="SourceCodePro"/>
              </a:rPr>
              <a:t>	message </a:t>
            </a:r>
            <a:r>
              <a:rPr lang="de-DE" sz="1700" b="0" u="none" strike="noStrike">
                <a:solidFill>
                  <a:srgbClr val="93A1A1"/>
                </a:solidFill>
                <a:uFillTx/>
                <a:latin typeface="SourceCodePro"/>
              </a:rPr>
              <a:t>=</a:t>
            </a:r>
            <a:r>
              <a:rPr lang="de-DE" sz="1700" b="0" u="none" strike="noStrike">
                <a:solidFill>
                  <a:srgbClr val="48484C"/>
                </a:solidFill>
                <a:uFillTx/>
                <a:latin typeface="SourceCodePro"/>
              </a:rPr>
              <a:t> error</a:t>
            </a:r>
            <a:r>
              <a:rPr lang="de-DE" sz="1700" b="0" u="none" strike="noStrike">
                <a:solidFill>
                  <a:srgbClr val="93A1A1"/>
                </a:solidFill>
                <a:uFillTx/>
                <a:latin typeface="SourceCodePro"/>
              </a:rPr>
              <a:t>.</a:t>
            </a:r>
            <a:r>
              <a:rPr lang="de-DE" sz="1700" b="0" u="none" strike="noStrike">
                <a:solidFill>
                  <a:srgbClr val="48484C"/>
                </a:solidFill>
                <a:uFillTx/>
                <a:latin typeface="SourceCodePro"/>
              </a:rPr>
              <a:t>message</a:t>
            </a:r>
            <a:r>
              <a:rPr lang="de-DE" sz="1700" b="0" u="none" strike="noStrike">
                <a:solidFill>
                  <a:srgbClr val="93A1A1"/>
                </a:solidFill>
                <a:uFillTx/>
                <a:latin typeface="SourceCodePro"/>
              </a:rPr>
              <a:t>;</a:t>
            </a:r>
            <a:r>
              <a:rPr lang="de-DE" sz="1700" b="0" u="none" strike="noStrike">
                <a:solidFill>
                  <a:srgbClr val="48484C"/>
                </a:solidFill>
                <a:uFillTx/>
                <a:latin typeface="SourceCodePro"/>
              </a:rPr>
              <a:t> </a:t>
            </a:r>
            <a:endParaRPr lang="de-DE" sz="1700" b="0" u="none" strike="noStrike">
              <a:solidFill>
                <a:srgbClr val="000000"/>
              </a:solidFill>
              <a:uFillTx/>
              <a:latin typeface="Arial"/>
            </a:endParaRPr>
          </a:p>
          <a:p>
            <a:pPr marL="457200" indent="0" defTabSz="914400">
              <a:lnSpc>
                <a:spcPct val="90000"/>
              </a:lnSpc>
              <a:spcBef>
                <a:spcPts val="347"/>
              </a:spcBef>
              <a:buNone/>
              <a:tabLst>
                <a:tab pos="0" algn="l"/>
              </a:tabLst>
            </a:pPr>
            <a:r>
              <a:rPr lang="de-DE" sz="1700" b="0" u="none" strike="noStrike">
                <a:solidFill>
                  <a:srgbClr val="93A1A1"/>
                </a:solidFill>
                <a:uFillTx/>
                <a:latin typeface="SourceCodePro"/>
              </a:rPr>
              <a:t>}</a:t>
            </a:r>
            <a:endParaRPr lang="de-DE" sz="1700" b="0" u="none" strike="noStrike">
              <a:solidFill>
                <a:srgbClr val="000000"/>
              </a:solidFill>
              <a:uFillTx/>
              <a:latin typeface="Arial"/>
            </a:endParaRPr>
          </a:p>
          <a:p>
            <a:pPr marL="457200" indent="0" defTabSz="914400">
              <a:lnSpc>
                <a:spcPct val="90000"/>
              </a:lnSpc>
              <a:spcBef>
                <a:spcPts val="347"/>
              </a:spcBef>
              <a:buNone/>
              <a:tabLst>
                <a:tab pos="0" algn="l"/>
              </a:tabLst>
            </a:pPr>
            <a:r>
              <a:rPr lang="de-DE" sz="1700" b="0" u="none" strike="noStrike">
                <a:solidFill>
                  <a:srgbClr val="1E347B"/>
                </a:solidFill>
                <a:uFillTx/>
                <a:latin typeface="SourceCodePro"/>
              </a:rPr>
              <a:t>else</a:t>
            </a:r>
            <a:r>
              <a:rPr lang="de-DE" sz="1700" b="0" u="none" strike="noStrike">
                <a:solidFill>
                  <a:srgbClr val="48484C"/>
                </a:solidFill>
                <a:uFillTx/>
                <a:latin typeface="SourceCodePro"/>
              </a:rPr>
              <a:t> </a:t>
            </a:r>
            <a:r>
              <a:rPr lang="de-DE" sz="1700" b="0" u="none" strike="noStrike">
                <a:solidFill>
                  <a:srgbClr val="1E347B"/>
                </a:solidFill>
                <a:uFillTx/>
                <a:latin typeface="SourceCodePro"/>
              </a:rPr>
              <a:t>if</a:t>
            </a:r>
            <a:r>
              <a:rPr lang="de-DE" sz="1700" b="0" u="none" strike="noStrike">
                <a:solidFill>
                  <a:srgbClr val="48484C"/>
                </a:solidFill>
                <a:uFillTx/>
                <a:latin typeface="SourceCodePro"/>
              </a:rPr>
              <a:t> </a:t>
            </a:r>
            <a:r>
              <a:rPr lang="de-DE" sz="1700" b="0" u="none" strike="noStrike">
                <a:solidFill>
                  <a:srgbClr val="93A1A1"/>
                </a:solidFill>
                <a:uFillTx/>
                <a:latin typeface="SourceCodePro"/>
              </a:rPr>
              <a:t>(</a:t>
            </a:r>
            <a:r>
              <a:rPr lang="de-DE" sz="1700" b="0" u="none" strike="noStrike">
                <a:solidFill>
                  <a:srgbClr val="48484C"/>
                </a:solidFill>
                <a:uFillTx/>
                <a:latin typeface="SourceCodePro"/>
              </a:rPr>
              <a:t>error</a:t>
            </a:r>
            <a:r>
              <a:rPr lang="de-DE" sz="1700" b="0" u="none" strike="noStrike">
                <a:solidFill>
                  <a:srgbClr val="93A1A1"/>
                </a:solidFill>
                <a:uFillTx/>
                <a:latin typeface="SourceCodePro"/>
              </a:rPr>
              <a:t>.</a:t>
            </a:r>
            <a:r>
              <a:rPr lang="de-DE" sz="1700" b="0" u="none" strike="noStrike">
                <a:solidFill>
                  <a:srgbClr val="48484C"/>
                </a:solidFill>
                <a:uFillTx/>
                <a:latin typeface="SourceCodePro"/>
              </a:rPr>
              <a:t>status</a:t>
            </a:r>
            <a:r>
              <a:rPr lang="de-DE" sz="1700" b="0" u="none" strike="noStrike">
                <a:solidFill>
                  <a:srgbClr val="93A1A1"/>
                </a:solidFill>
                <a:uFillTx/>
                <a:latin typeface="SourceCodePro"/>
              </a:rPr>
              <a:t>)</a:t>
            </a:r>
            <a:r>
              <a:rPr lang="de-DE" sz="1700" b="0" u="none" strike="noStrike">
                <a:solidFill>
                  <a:srgbClr val="48484C"/>
                </a:solidFill>
                <a:uFillTx/>
                <a:latin typeface="SourceCodePro"/>
              </a:rPr>
              <a:t> </a:t>
            </a:r>
            <a:r>
              <a:rPr lang="de-DE" sz="1700" b="0" u="none" strike="noStrike">
                <a:solidFill>
                  <a:srgbClr val="93A1A1"/>
                </a:solidFill>
                <a:uFillTx/>
                <a:latin typeface="SourceCodePro"/>
              </a:rPr>
              <a:t>{</a:t>
            </a:r>
            <a:r>
              <a:rPr lang="de-DE" sz="1700" b="0" u="none" strike="noStrike">
                <a:solidFill>
                  <a:srgbClr val="48484C"/>
                </a:solidFill>
                <a:uFillTx/>
                <a:latin typeface="SourceCodePro"/>
              </a:rPr>
              <a:t> </a:t>
            </a:r>
            <a:endParaRPr lang="de-DE" sz="1700" b="0" u="none" strike="noStrike">
              <a:solidFill>
                <a:srgbClr val="000000"/>
              </a:solidFill>
              <a:uFillTx/>
              <a:latin typeface="Arial"/>
            </a:endParaRPr>
          </a:p>
          <a:p>
            <a:pPr marL="457200" indent="0" defTabSz="914400">
              <a:lnSpc>
                <a:spcPct val="90000"/>
              </a:lnSpc>
              <a:spcBef>
                <a:spcPts val="347"/>
              </a:spcBef>
              <a:buNone/>
              <a:tabLst>
                <a:tab pos="0" algn="l"/>
              </a:tabLst>
            </a:pPr>
            <a:r>
              <a:rPr lang="de-DE" sz="1700" b="0" u="none" strike="noStrike">
                <a:solidFill>
                  <a:srgbClr val="48484C"/>
                </a:solidFill>
                <a:uFillTx/>
                <a:latin typeface="SourceCodePro"/>
              </a:rPr>
              <a:t>	message </a:t>
            </a:r>
            <a:r>
              <a:rPr lang="de-DE" sz="1700" b="0" u="none" strike="noStrike">
                <a:solidFill>
                  <a:srgbClr val="93A1A1"/>
                </a:solidFill>
                <a:uFillTx/>
                <a:latin typeface="SourceCodePro"/>
              </a:rPr>
              <a:t>=</a:t>
            </a:r>
            <a:r>
              <a:rPr lang="de-DE" sz="1700" b="0" u="none" strike="noStrike">
                <a:solidFill>
                  <a:srgbClr val="48484C"/>
                </a:solidFill>
                <a:uFillTx/>
                <a:latin typeface="SourceCodePro"/>
              </a:rPr>
              <a:t> </a:t>
            </a:r>
            <a:r>
              <a:rPr lang="de-DE" sz="1700" b="0" u="none" strike="noStrike">
                <a:solidFill>
                  <a:srgbClr val="DD1144"/>
                </a:solidFill>
                <a:uFillTx/>
                <a:latin typeface="SourceCodePro"/>
              </a:rPr>
              <a:t>'${error.status} - ${error.statusText} '</a:t>
            </a:r>
            <a:r>
              <a:rPr lang="de-DE" sz="1700" b="0" u="none" strike="noStrike">
                <a:solidFill>
                  <a:srgbClr val="93A1A1"/>
                </a:solidFill>
                <a:uFillTx/>
                <a:latin typeface="SourceCodePro"/>
              </a:rPr>
              <a:t>;</a:t>
            </a:r>
            <a:r>
              <a:rPr lang="de-DE" sz="1700" b="0" u="none" strike="noStrike">
                <a:solidFill>
                  <a:srgbClr val="48484C"/>
                </a:solidFill>
                <a:uFillTx/>
                <a:latin typeface="SourceCodePro"/>
              </a:rPr>
              <a:t> </a:t>
            </a:r>
            <a:endParaRPr lang="de-DE" sz="1700" b="0" u="none" strike="noStrike">
              <a:solidFill>
                <a:srgbClr val="000000"/>
              </a:solidFill>
              <a:uFillTx/>
              <a:latin typeface="Arial"/>
            </a:endParaRPr>
          </a:p>
          <a:p>
            <a:pPr marL="457200" indent="0" defTabSz="914400">
              <a:lnSpc>
                <a:spcPct val="90000"/>
              </a:lnSpc>
              <a:spcBef>
                <a:spcPts val="347"/>
              </a:spcBef>
              <a:buNone/>
              <a:tabLst>
                <a:tab pos="0" algn="l"/>
              </a:tabLst>
            </a:pPr>
            <a:r>
              <a:rPr lang="de-DE" sz="1700" b="0" u="none" strike="noStrike">
                <a:solidFill>
                  <a:srgbClr val="93A1A1"/>
                </a:solidFill>
                <a:uFillTx/>
                <a:latin typeface="SourceCodePro"/>
              </a:rPr>
              <a:t>}</a:t>
            </a:r>
            <a:endParaRPr lang="de-DE" sz="1700" b="0" u="none" strike="noStrike">
              <a:solidFill>
                <a:srgbClr val="000000"/>
              </a:solidFill>
              <a:uFillTx/>
              <a:latin typeface="Arial"/>
            </a:endParaRPr>
          </a:p>
          <a:p>
            <a:pPr marL="457200" indent="0" defTabSz="914400">
              <a:lnSpc>
                <a:spcPct val="90000"/>
              </a:lnSpc>
              <a:spcBef>
                <a:spcPts val="347"/>
              </a:spcBef>
              <a:buNone/>
              <a:tabLst>
                <a:tab pos="0" algn="l"/>
              </a:tabLst>
            </a:pPr>
            <a:r>
              <a:rPr lang="de-DE" sz="1700" b="0" u="none" strike="noStrike">
                <a:solidFill>
                  <a:srgbClr val="1E347B"/>
                </a:solidFill>
                <a:uFillTx/>
                <a:latin typeface="SourceCodePro"/>
              </a:rPr>
              <a:t>else</a:t>
            </a:r>
            <a:r>
              <a:rPr lang="de-DE" sz="1700" b="0" u="none" strike="noStrike">
                <a:solidFill>
                  <a:srgbClr val="48484C"/>
                </a:solidFill>
                <a:uFillTx/>
                <a:latin typeface="SourceCodePro"/>
              </a:rPr>
              <a:t> </a:t>
            </a:r>
            <a:r>
              <a:rPr lang="de-DE" sz="1700" b="0" u="none" strike="noStrike">
                <a:solidFill>
                  <a:srgbClr val="93A1A1"/>
                </a:solidFill>
                <a:uFillTx/>
                <a:latin typeface="SourceCodePro"/>
              </a:rPr>
              <a:t>{</a:t>
            </a:r>
            <a:r>
              <a:rPr lang="de-DE" sz="1700" b="0" u="none" strike="noStrike">
                <a:solidFill>
                  <a:srgbClr val="48484C"/>
                </a:solidFill>
                <a:uFillTx/>
                <a:latin typeface="SourceCodePro"/>
              </a:rPr>
              <a:t> </a:t>
            </a:r>
            <a:endParaRPr lang="de-DE" sz="1700" b="0" u="none" strike="noStrike">
              <a:solidFill>
                <a:srgbClr val="000000"/>
              </a:solidFill>
              <a:uFillTx/>
              <a:latin typeface="Arial"/>
            </a:endParaRPr>
          </a:p>
          <a:p>
            <a:pPr marL="457200" indent="0" defTabSz="914400">
              <a:lnSpc>
                <a:spcPct val="90000"/>
              </a:lnSpc>
              <a:spcBef>
                <a:spcPts val="347"/>
              </a:spcBef>
              <a:buNone/>
              <a:tabLst>
                <a:tab pos="0" algn="l"/>
              </a:tabLst>
            </a:pPr>
            <a:r>
              <a:rPr lang="de-DE" sz="1700" b="0" u="none" strike="noStrike">
                <a:solidFill>
                  <a:srgbClr val="48484C"/>
                </a:solidFill>
                <a:uFillTx/>
                <a:latin typeface="SourceCodePro"/>
              </a:rPr>
              <a:t>	message </a:t>
            </a:r>
            <a:r>
              <a:rPr lang="de-DE" sz="1700" b="0" u="none" strike="noStrike">
                <a:solidFill>
                  <a:srgbClr val="93A1A1"/>
                </a:solidFill>
                <a:uFillTx/>
                <a:latin typeface="SourceCodePro"/>
              </a:rPr>
              <a:t>=</a:t>
            </a:r>
            <a:r>
              <a:rPr lang="de-DE" sz="1700" b="0" u="none" strike="noStrike">
                <a:solidFill>
                  <a:srgbClr val="48484C"/>
                </a:solidFill>
                <a:uFillTx/>
                <a:latin typeface="SourceCodePro"/>
              </a:rPr>
              <a:t> </a:t>
            </a:r>
            <a:r>
              <a:rPr lang="de-DE" sz="1700" b="0" u="none" strike="noStrike">
                <a:solidFill>
                  <a:srgbClr val="DD1144"/>
                </a:solidFill>
                <a:uFillTx/>
                <a:latin typeface="SourceCodePro"/>
              </a:rPr>
              <a:t>'Server error‘</a:t>
            </a:r>
            <a:r>
              <a:rPr lang="de-DE" sz="1700" b="0" u="none" strike="noStrike">
                <a:solidFill>
                  <a:srgbClr val="93A1A1"/>
                </a:solidFill>
                <a:uFillTx/>
                <a:latin typeface="SourceCodePro"/>
              </a:rPr>
              <a:t>;</a:t>
            </a:r>
            <a:r>
              <a:rPr lang="de-DE" sz="1700" b="0" u="none" strike="noStrike">
                <a:solidFill>
                  <a:srgbClr val="48484C"/>
                </a:solidFill>
                <a:uFillTx/>
                <a:latin typeface="SourceCodePro"/>
              </a:rPr>
              <a:t> </a:t>
            </a:r>
            <a:endParaRPr lang="de-DE" sz="1700" b="0" u="none" strike="noStrike">
              <a:solidFill>
                <a:srgbClr val="000000"/>
              </a:solidFill>
              <a:uFillTx/>
              <a:latin typeface="Arial"/>
            </a:endParaRPr>
          </a:p>
          <a:p>
            <a:pPr marL="457200" indent="0" defTabSz="914400">
              <a:lnSpc>
                <a:spcPct val="90000"/>
              </a:lnSpc>
              <a:spcBef>
                <a:spcPts val="347"/>
              </a:spcBef>
              <a:buNone/>
              <a:tabLst>
                <a:tab pos="0" algn="l"/>
              </a:tabLst>
            </a:pPr>
            <a:r>
              <a:rPr lang="de-DE" sz="1700" b="0" u="none" strike="noStrike">
                <a:solidFill>
                  <a:srgbClr val="93A1A1"/>
                </a:solidFill>
                <a:uFillTx/>
                <a:latin typeface="SourceCodePro"/>
              </a:rPr>
              <a:t>}</a:t>
            </a:r>
            <a:endParaRPr lang="de-DE" sz="1700" b="0" u="none" strike="noStrike">
              <a:solidFill>
                <a:srgbClr val="000000"/>
              </a:solidFill>
              <a:uFillTx/>
              <a:latin typeface="Arial"/>
            </a:endParaRPr>
          </a:p>
          <a:p>
            <a:pPr marL="457200" indent="0" defTabSz="914400">
              <a:lnSpc>
                <a:spcPct val="90000"/>
              </a:lnSpc>
              <a:spcBef>
                <a:spcPts val="347"/>
              </a:spcBef>
              <a:buNone/>
              <a:tabLst>
                <a:tab pos="0" algn="l"/>
              </a:tabLst>
            </a:pPr>
            <a:r>
              <a:rPr lang="de-DE" sz="1700" b="0" u="none" strike="noStrike">
                <a:solidFill>
                  <a:srgbClr val="48484C"/>
                </a:solidFill>
                <a:uFillTx/>
                <a:latin typeface="SourceCodePro"/>
              </a:rPr>
              <a:t> </a:t>
            </a:r>
            <a:endParaRPr lang="de-DE" sz="1700" b="0" u="none" strike="noStrike">
              <a:solidFill>
                <a:srgbClr val="000000"/>
              </a:solidFill>
              <a:uFillTx/>
              <a:latin typeface="Arial"/>
            </a:endParaRPr>
          </a:p>
          <a:p>
            <a:pPr marL="457200" indent="0" defTabSz="914400">
              <a:lnSpc>
                <a:spcPct val="90000"/>
              </a:lnSpc>
              <a:spcBef>
                <a:spcPts val="347"/>
              </a:spcBef>
              <a:buNone/>
              <a:tabLst>
                <a:tab pos="0" algn="l"/>
              </a:tabLst>
            </a:pPr>
            <a:r>
              <a:rPr lang="de-DE" sz="1700" b="0" u="none" strike="noStrike">
                <a:solidFill>
                  <a:srgbClr val="93A1A1"/>
                </a:solidFill>
                <a:uFillTx/>
                <a:latin typeface="SourceCodePro"/>
              </a:rPr>
              <a:t>// Rethrow in intermediate Methods</a:t>
            </a:r>
            <a:endParaRPr lang="de-DE" sz="1700" b="0" u="none" strike="noStrike">
              <a:solidFill>
                <a:srgbClr val="000000"/>
              </a:solidFill>
              <a:uFillTx/>
              <a:latin typeface="Arial"/>
            </a:endParaRPr>
          </a:p>
          <a:p>
            <a:pPr marL="457200" indent="0" defTabSz="914400">
              <a:lnSpc>
                <a:spcPct val="90000"/>
              </a:lnSpc>
              <a:spcBef>
                <a:spcPts val="347"/>
              </a:spcBef>
              <a:buNone/>
              <a:tabLst>
                <a:tab pos="0" algn="l"/>
              </a:tabLst>
            </a:pPr>
            <a:r>
              <a:rPr lang="de-DE" sz="1700" b="0" u="none" strike="noStrike">
                <a:solidFill>
                  <a:srgbClr val="1E347B"/>
                </a:solidFill>
                <a:uFillTx/>
                <a:latin typeface="SourceCodePro"/>
              </a:rPr>
              <a:t>return throwError(() =&gt; new Error(message));</a:t>
            </a:r>
            <a:endParaRPr lang="de-DE" sz="1700" b="0" u="none" strike="noStrike">
              <a:solidFill>
                <a:srgbClr val="000000"/>
              </a:solidFill>
              <a:uFillTx/>
              <a:latin typeface="Arial"/>
            </a:endParaRPr>
          </a:p>
          <a:p>
            <a:pPr marL="457200" indent="0" defTabSz="914400">
              <a:lnSpc>
                <a:spcPct val="90000"/>
              </a:lnSpc>
              <a:spcBef>
                <a:spcPts val="697"/>
              </a:spcBef>
              <a:buNone/>
              <a:tabLst>
                <a:tab pos="0" algn="l"/>
              </a:tabLst>
            </a:pPr>
            <a:r>
              <a:rPr lang="de-DE" sz="2000" b="0" u="none" strike="noStrike">
                <a:solidFill>
                  <a:srgbClr val="93A1A1"/>
                </a:solidFill>
                <a:uFillTx/>
                <a:latin typeface="SourceCodePro"/>
              </a:rPr>
              <a:t>}</a:t>
            </a:r>
            <a:endParaRPr lang="de-DE" sz="2000" b="0" u="none" strike="noStrike">
              <a:solidFill>
                <a:srgbClr val="000000"/>
              </a:solidFill>
              <a:uFillTx/>
              <a:latin typeface="Arial"/>
            </a:endParaRPr>
          </a:p>
          <a:p>
            <a:pPr marL="457200" indent="0" defTabSz="914400">
              <a:lnSpc>
                <a:spcPct val="90000"/>
              </a:lnSpc>
              <a:spcBef>
                <a:spcPts val="697"/>
              </a:spcBef>
              <a:buNone/>
              <a:tabLst>
                <a:tab pos="0" algn="l"/>
              </a:tabLst>
            </a:pPr>
            <a:endParaRPr lang="de-DE" sz="2000" b="0" u="none" strike="noStrike">
              <a:solidFill>
                <a:srgbClr val="000000"/>
              </a:solidFill>
              <a:uFillTx/>
              <a:latin typeface="Arial"/>
            </a:endParaRPr>
          </a:p>
        </p:txBody>
      </p:sp>
    </p:spTree>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3"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Header</a:t>
            </a:r>
            <a:endParaRPr lang="de-DE" sz="4400" b="0" u="none" strike="noStrike">
              <a:solidFill>
                <a:srgbClr val="000000"/>
              </a:solidFill>
              <a:uFillTx/>
              <a:latin typeface="Arial"/>
            </a:endParaRPr>
          </a:p>
        </p:txBody>
      </p:sp>
      <p:sp>
        <p:nvSpPr>
          <p:cNvPr id="1204"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de-DE" sz="2800" b="0" u="none" strike="noStrike">
                <a:solidFill>
                  <a:srgbClr val="1E347B"/>
                </a:solidFill>
                <a:uFillTx/>
                <a:latin typeface="SourceCodePro"/>
              </a:rPr>
              <a:t>const headers = new HttpHeaders({ 'Content-Type': 'application/json' });</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1E347B"/>
                </a:solidFill>
                <a:uFillTx/>
                <a:latin typeface="SourceCodePro"/>
              </a:rPr>
              <a:t>return this.http.post&lt;{ data: MyObject }&gt;('api/objects', object, { headers }).pipe(</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1E347B"/>
                </a:solidFill>
                <a:uFillTx/>
                <a:latin typeface="SourceCodePro"/>
              </a:rPr>
              <a:t>  map(response =&gt; response.data),</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1E347B"/>
                </a:solidFill>
                <a:uFillTx/>
                <a:latin typeface="SourceCodePro"/>
              </a:rPr>
              <a:t>  catchError(this.handleError)</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1E347B"/>
                </a:solidFill>
                <a:uFillTx/>
                <a:latin typeface="SourceCodePro"/>
              </a:rPr>
              <a: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1E347B"/>
                </a:solidFill>
                <a:uFillTx/>
                <a:latin typeface="SourceCodePro"/>
              </a:rPr>
              <a:t>// JSON.stringify übernimmt HttpClient automatisch</a:t>
            </a:r>
            <a:endParaRPr lang="de-DE" sz="2800" b="0" u="none" strike="noStrike">
              <a:solidFill>
                <a:srgbClr val="000000"/>
              </a:solidFill>
              <a:uFillTx/>
              <a:latin typeface="Arial"/>
            </a:endParaRPr>
          </a:p>
        </p:txBody>
      </p:sp>
    </p:spTree>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205" name="PlaceHolder 1"/>
          <p:cNvSpPr>
            <a:spLocks noGrp="1"/>
          </p:cNvSpPr>
          <p:nvPr>
            <p:ph type="title"/>
          </p:nvPr>
        </p:nvSpPr>
        <p:spPr>
          <a:xfrm>
            <a:off x="4965480" y="629280"/>
            <a:ext cx="6585120" cy="1284840"/>
          </a:xfrm>
          <a:prstGeom prst="rect">
            <a:avLst/>
          </a:prstGeom>
          <a:noFill/>
          <a:ln w="0">
            <a:noFill/>
          </a:ln>
        </p:spPr>
        <p:txBody>
          <a:bodyPr lIns="91440" tIns="45720" rIns="91440" bIns="45720" anchor="b">
            <a:normAutofit/>
          </a:bodyPr>
          <a:lstStyle/>
          <a:p>
            <a:pPr indent="0" defTabSz="914400">
              <a:lnSpc>
                <a:spcPct val="90000"/>
              </a:lnSpc>
              <a:buNone/>
              <a:tabLst>
                <a:tab pos="0" algn="l"/>
              </a:tabLst>
            </a:pPr>
            <a:r>
              <a:rPr lang="de-DE" sz="4100" b="0" u="none" strike="noStrike">
                <a:solidFill>
                  <a:schemeClr val="dk1"/>
                </a:solidFill>
                <a:uFillTx/>
                <a:latin typeface="Calibri Light"/>
              </a:rPr>
              <a:t>Übung 24: Starten des Servers</a:t>
            </a:r>
            <a:endParaRPr lang="de-DE" sz="4100" b="0" u="none" strike="noStrike">
              <a:solidFill>
                <a:srgbClr val="000000"/>
              </a:solidFill>
              <a:uFillTx/>
              <a:latin typeface="Arial"/>
            </a:endParaRPr>
          </a:p>
        </p:txBody>
      </p:sp>
      <p:sp>
        <p:nvSpPr>
          <p:cNvPr id="1206" name="PlaceHolder 2"/>
          <p:cNvSpPr>
            <a:spLocks noGrp="1"/>
          </p:cNvSpPr>
          <p:nvPr>
            <p:ph/>
          </p:nvPr>
        </p:nvSpPr>
        <p:spPr>
          <a:xfrm>
            <a:off x="4965480" y="2438280"/>
            <a:ext cx="6585120" cy="3783960"/>
          </a:xfrm>
          <a:prstGeom prst="rect">
            <a:avLst/>
          </a:prstGeom>
          <a:noFill/>
          <a:ln w="0">
            <a:noFill/>
          </a:ln>
        </p:spPr>
        <p:txBody>
          <a:bodyPr lIns="91440" tIns="45720" rIns="91440" bIns="45720" anchor="t">
            <a:normAutofit/>
          </a:bodyPr>
          <a:lstStyle/>
          <a:p>
            <a:pPr marL="228600" indent="-228600" defTabSz="914400">
              <a:lnSpc>
                <a:spcPct val="90000"/>
              </a:lnSpc>
              <a:spcBef>
                <a:spcPts val="1001"/>
              </a:spcBef>
              <a:buClr>
                <a:srgbClr val="000000"/>
              </a:buClr>
              <a:buFont typeface="Arial"/>
              <a:buChar char="•"/>
            </a:pPr>
            <a:r>
              <a:rPr lang="de-DE" sz="2000" b="0" u="none" strike="noStrike" dirty="0">
                <a:solidFill>
                  <a:schemeClr val="dk1"/>
                </a:solidFill>
                <a:uFillTx/>
                <a:latin typeface="Calibri"/>
              </a:rPr>
              <a:t>Zip-Datei </a:t>
            </a:r>
            <a:r>
              <a:rPr lang="de-DE" sz="2000" b="0" i="1" u="none" strike="noStrike" dirty="0">
                <a:solidFill>
                  <a:schemeClr val="dk1"/>
                </a:solidFill>
                <a:uFillTx/>
                <a:latin typeface="Calibri"/>
              </a:rPr>
              <a:t>server-</a:t>
            </a:r>
            <a:r>
              <a:rPr lang="de-DE" sz="2000" b="0" i="1" u="none" strike="noStrike" dirty="0" err="1">
                <a:solidFill>
                  <a:schemeClr val="dk1"/>
                </a:solidFill>
                <a:uFillTx/>
                <a:latin typeface="Calibri"/>
              </a:rPr>
              <a:t>js.zip</a:t>
            </a:r>
            <a:r>
              <a:rPr lang="de-DE" sz="2000" b="0" u="none" strike="noStrike" dirty="0">
                <a:solidFill>
                  <a:schemeClr val="dk1"/>
                </a:solidFill>
                <a:uFillTx/>
                <a:latin typeface="Calibri"/>
              </a:rPr>
              <a:t> entpacken</a:t>
            </a:r>
            <a:endParaRPr lang="de-DE" sz="2000" b="0" u="none" strike="noStrike" dirty="0">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000" b="0" u="none" strike="noStrike" dirty="0">
                <a:solidFill>
                  <a:schemeClr val="dk1"/>
                </a:solidFill>
                <a:uFillTx/>
                <a:latin typeface="Calibri"/>
              </a:rPr>
              <a:t>Konsole öffnen und in Server Verzeichnis wechseln</a:t>
            </a:r>
            <a:endParaRPr lang="de-DE" sz="2000" b="0" u="none" strike="noStrike" dirty="0">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000" b="0" u="none" strike="noStrike" dirty="0">
                <a:solidFill>
                  <a:schemeClr val="dk1"/>
                </a:solidFill>
                <a:uFillTx/>
                <a:latin typeface="Calibri"/>
              </a:rPr>
              <a:t>Installieren per </a:t>
            </a:r>
            <a:r>
              <a:rPr lang="de-DE" sz="2000" b="0" u="none" strike="noStrike" dirty="0" err="1">
                <a:solidFill>
                  <a:schemeClr val="dk1"/>
                </a:solidFill>
                <a:uFillTx/>
                <a:latin typeface="Calibri"/>
              </a:rPr>
              <a:t>npm</a:t>
            </a:r>
            <a:r>
              <a:rPr lang="de-DE" sz="2000" b="0" u="none" strike="noStrike" dirty="0">
                <a:solidFill>
                  <a:schemeClr val="dk1"/>
                </a:solidFill>
                <a:uFillTx/>
                <a:latin typeface="Calibri"/>
              </a:rPr>
              <a:t> </a:t>
            </a:r>
            <a:r>
              <a:rPr lang="de-DE" sz="2000" b="0" u="none" strike="noStrike" dirty="0" err="1">
                <a:solidFill>
                  <a:schemeClr val="dk1"/>
                </a:solidFill>
                <a:uFillTx/>
                <a:latin typeface="Calibri"/>
              </a:rPr>
              <a:t>install</a:t>
            </a:r>
            <a:endParaRPr lang="de-DE" sz="2000" b="0" u="none" strike="noStrike" dirty="0">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000" b="0" u="none" strike="noStrike" dirty="0">
                <a:solidFill>
                  <a:schemeClr val="dk1"/>
                </a:solidFill>
                <a:uFillTx/>
                <a:latin typeface="Calibri"/>
              </a:rPr>
              <a:t>Starten über </a:t>
            </a:r>
            <a:r>
              <a:rPr lang="de-DE" sz="2000" b="0" u="none" strike="noStrike" dirty="0" err="1">
                <a:solidFill>
                  <a:schemeClr val="dk1"/>
                </a:solidFill>
                <a:uFillTx/>
                <a:latin typeface="Calibri"/>
              </a:rPr>
              <a:t>node</a:t>
            </a:r>
            <a:r>
              <a:rPr lang="de-DE" sz="2000" b="0" u="none" strike="noStrike" dirty="0">
                <a:solidFill>
                  <a:schemeClr val="dk1"/>
                </a:solidFill>
                <a:uFillTx/>
                <a:latin typeface="Calibri"/>
              </a:rPr>
              <a:t> </a:t>
            </a:r>
            <a:r>
              <a:rPr lang="de-DE" sz="2000" b="0" u="none" strike="noStrike" dirty="0" err="1">
                <a:solidFill>
                  <a:schemeClr val="dk1"/>
                </a:solidFill>
                <a:uFillTx/>
                <a:latin typeface="Calibri"/>
              </a:rPr>
              <a:t>server.js</a:t>
            </a:r>
            <a:endParaRPr lang="de-DE" sz="2000" b="0" u="none" strike="noStrike" dirty="0">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000" b="0" u="none" strike="noStrike" dirty="0">
                <a:solidFill>
                  <a:schemeClr val="dk1"/>
                </a:solidFill>
                <a:uFillTx/>
                <a:latin typeface="Calibri"/>
              </a:rPr>
              <a:t>Backend läuft unter localhost:3000</a:t>
            </a:r>
            <a:endParaRPr lang="de-DE" sz="2000" b="0" u="none" strike="noStrike" dirty="0">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000" b="0" u="none" strike="noStrike" dirty="0" err="1">
                <a:solidFill>
                  <a:schemeClr val="dk1"/>
                </a:solidFill>
                <a:uFillTx/>
                <a:latin typeface="Calibri"/>
              </a:rPr>
              <a:t>dev.proxy.json</a:t>
            </a:r>
            <a:r>
              <a:rPr lang="de-DE" sz="2000" b="0" u="none" strike="noStrike" dirty="0">
                <a:solidFill>
                  <a:schemeClr val="dk1"/>
                </a:solidFill>
                <a:uFillTx/>
                <a:latin typeface="Calibri"/>
              </a:rPr>
              <a:t>: { "/</a:t>
            </a:r>
            <a:r>
              <a:rPr lang="de-DE" sz="2000" b="0" u="none" strike="noStrike" dirty="0" err="1">
                <a:solidFill>
                  <a:schemeClr val="dk1"/>
                </a:solidFill>
                <a:uFillTx/>
                <a:latin typeface="Calibri"/>
              </a:rPr>
              <a:t>api</a:t>
            </a:r>
            <a:r>
              <a:rPr lang="de-DE" sz="2000" b="0" u="none" strike="noStrike" dirty="0">
                <a:solidFill>
                  <a:schemeClr val="dk1"/>
                </a:solidFill>
                <a:uFillTx/>
                <a:latin typeface="Calibri"/>
              </a:rPr>
              <a:t>": { "</a:t>
            </a:r>
            <a:r>
              <a:rPr lang="de-DE" sz="2000" b="0" u="none" strike="noStrike" dirty="0" err="1">
                <a:solidFill>
                  <a:schemeClr val="dk1"/>
                </a:solidFill>
                <a:uFillTx/>
                <a:latin typeface="Calibri"/>
              </a:rPr>
              <a:t>target</a:t>
            </a:r>
            <a:r>
              <a:rPr lang="de-DE" sz="2000" b="0" u="none" strike="noStrike" dirty="0">
                <a:solidFill>
                  <a:schemeClr val="dk1"/>
                </a:solidFill>
                <a:uFillTx/>
                <a:latin typeface="Calibri"/>
              </a:rPr>
              <a:t>": "http://localhost:3000" } }</a:t>
            </a:r>
            <a:endParaRPr lang="de-DE" sz="2000" b="0" u="none" strike="noStrike" dirty="0">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000" b="0" u="none" strike="noStrike" dirty="0">
                <a:solidFill>
                  <a:schemeClr val="dk1"/>
                </a:solidFill>
                <a:uFillTx/>
                <a:latin typeface="Calibri"/>
              </a:rPr>
              <a:t>Dev-Server mit Proxy starten (</a:t>
            </a:r>
            <a:r>
              <a:rPr lang="de-DE" sz="2000" b="0" u="sng" strike="noStrike" dirty="0">
                <a:solidFill>
                  <a:schemeClr val="dk1"/>
                </a:solidFill>
                <a:uFillTx/>
                <a:latin typeface="Calibri"/>
                <a:hlinkClick r:id="rId2"/>
              </a:rPr>
              <a:t>CORS</a:t>
            </a:r>
            <a:r>
              <a:rPr lang="de-DE" sz="2000" b="0" u="none" strike="noStrike" dirty="0">
                <a:solidFill>
                  <a:schemeClr val="dk1"/>
                </a:solidFill>
                <a:uFillTx/>
                <a:latin typeface="Calibri"/>
              </a:rPr>
              <a:t>) </a:t>
            </a:r>
            <a:r>
              <a:rPr lang="de-DE" sz="2000" b="0" u="none" strike="noStrike" dirty="0" err="1">
                <a:solidFill>
                  <a:schemeClr val="dk1"/>
                </a:solidFill>
                <a:uFillTx/>
                <a:latin typeface="Calibri"/>
              </a:rPr>
              <a:t>ng</a:t>
            </a:r>
            <a:r>
              <a:rPr lang="de-DE" sz="2000" b="0" u="none" strike="noStrike" dirty="0">
                <a:solidFill>
                  <a:schemeClr val="dk1"/>
                </a:solidFill>
                <a:uFillTx/>
                <a:latin typeface="Calibri"/>
              </a:rPr>
              <a:t> </a:t>
            </a:r>
            <a:r>
              <a:rPr lang="de-DE" sz="2000" b="0" u="none" strike="noStrike" dirty="0" err="1">
                <a:solidFill>
                  <a:schemeClr val="dk1"/>
                </a:solidFill>
                <a:uFillTx/>
                <a:latin typeface="Calibri"/>
              </a:rPr>
              <a:t>serve</a:t>
            </a:r>
            <a:r>
              <a:rPr lang="de-DE" sz="2000" b="0" u="none" strike="noStrike" dirty="0">
                <a:solidFill>
                  <a:schemeClr val="dk1"/>
                </a:solidFill>
                <a:uFillTx/>
                <a:latin typeface="Calibri"/>
              </a:rPr>
              <a:t> --proxy </a:t>
            </a:r>
            <a:r>
              <a:rPr lang="de-DE" sz="2000" b="0" u="none" strike="noStrike" dirty="0" err="1">
                <a:solidFill>
                  <a:schemeClr val="dk1"/>
                </a:solidFill>
                <a:uFillTx/>
                <a:latin typeface="Calibri"/>
              </a:rPr>
              <a:t>dev.proxy.json</a:t>
            </a:r>
            <a:endParaRPr lang="de-DE" sz="2000" b="0" u="none" strike="noStrike" dirty="0">
              <a:solidFill>
                <a:srgbClr val="000000"/>
              </a:solidFill>
              <a:uFillTx/>
              <a:latin typeface="Arial"/>
            </a:endParaRPr>
          </a:p>
        </p:txBody>
      </p:sp>
      <p:pic>
        <p:nvPicPr>
          <p:cNvPr id="1207" name="Picture 4" descr="Leuchtendes Serverraumpanel"/>
          <p:cNvPicPr/>
          <p:nvPr/>
        </p:nvPicPr>
        <p:blipFill>
          <a:blip r:embed="rId3"/>
          <a:srcRect l="24076" r="30806"/>
          <a:stretch/>
        </p:blipFill>
        <p:spPr>
          <a:xfrm>
            <a:off x="0" y="0"/>
            <a:ext cx="4634280" cy="6856560"/>
          </a:xfrm>
          <a:prstGeom prst="rect">
            <a:avLst/>
          </a:prstGeom>
          <a:noFill/>
          <a:ln w="0">
            <a:noFill/>
          </a:ln>
        </p:spPr>
      </p:pic>
      <p:cxnSp>
        <p:nvCxnSpPr>
          <p:cNvPr id="1208" name="Straight Connector 8">
            <a:extLst>
              <a:ext uri="{C183D7F6-B498-43B3-948B-1728B52AA6E4}">
                <adec:decorative xmlns:adec="http://schemas.microsoft.com/office/drawing/2017/decorative" val="1"/>
              </a:ext>
            </a:extLst>
          </p:cNvPr>
          <p:cNvCxnSpPr/>
          <p:nvPr/>
        </p:nvCxnSpPr>
        <p:spPr>
          <a:xfrm>
            <a:off x="5080680" y="2115000"/>
            <a:ext cx="6310800" cy="1440"/>
          </a:xfrm>
          <a:prstGeom prst="straightConnector1">
            <a:avLst/>
          </a:prstGeom>
          <a:ln w="19050">
            <a:solidFill>
              <a:srgbClr val="4651FF"/>
            </a:solidFill>
            <a:round/>
          </a:ln>
        </p:spPr>
      </p:cxnSp>
    </p:spTree>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9"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Übung 24: Endpunkte</a:t>
            </a:r>
            <a:endParaRPr lang="de-DE" sz="4400" b="0" u="none" strike="noStrike">
              <a:solidFill>
                <a:srgbClr val="000000"/>
              </a:solidFill>
              <a:uFillTx/>
              <a:latin typeface="Arial"/>
            </a:endParaRPr>
          </a:p>
        </p:txBody>
      </p:sp>
      <p:sp>
        <p:nvSpPr>
          <p:cNvPr id="1210"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GET </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api/customer (GET_ALL)</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api/customer/:id (GET_BY_ID)</a:t>
            </a:r>
            <a:endParaRPr lang="de-DE" sz="24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POST api/customer (INSERT)</a:t>
            </a:r>
            <a:endParaRPr lang="de-DE" sz="28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PUT/PATCH/DELETE api/customer/:id (UPDATE, PARTIAL_UPDATE, REMOVE)</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endParaRPr lang="de-DE" sz="2800" b="0" u="none" strike="noStrike">
              <a:solidFill>
                <a:srgbClr val="000000"/>
              </a:solidFill>
              <a:uFillTx/>
              <a:latin typeface="Arial"/>
            </a:endParaRPr>
          </a:p>
        </p:txBody>
      </p:sp>
    </p:spTree>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1"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Übung 24: http </a:t>
            </a:r>
            <a:endParaRPr lang="de-DE" sz="4400" b="0" u="none" strike="noStrike">
              <a:solidFill>
                <a:srgbClr val="000000"/>
              </a:solidFill>
              <a:uFillTx/>
              <a:latin typeface="Arial"/>
            </a:endParaRPr>
          </a:p>
        </p:txBody>
      </p:sp>
      <p:sp>
        <p:nvSpPr>
          <p:cNvPr id="1212"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marL="228600" indent="-228600" defTabSz="914400">
              <a:lnSpc>
                <a:spcPct val="90000"/>
              </a:lnSpc>
              <a:spcBef>
                <a:spcPts val="940"/>
              </a:spcBef>
              <a:buClr>
                <a:srgbClr val="000000"/>
              </a:buClr>
              <a:buFont typeface="Arial"/>
              <a:buChar char="•"/>
            </a:pPr>
            <a:r>
              <a:rPr lang="de-DE" sz="2600" b="0" u="none" strike="noStrike">
                <a:solidFill>
                  <a:schemeClr val="dk1"/>
                </a:solidFill>
                <a:uFillTx/>
                <a:latin typeface="Calibri"/>
              </a:rPr>
              <a:t>Verwende in CustomerService das Backend (inject(HttpClient)) statt der Mock-Daten</a:t>
            </a:r>
            <a:endParaRPr lang="de-DE" sz="2600" b="0" u="none" strike="noStrike">
              <a:solidFill>
                <a:srgbClr val="000000"/>
              </a:solidFill>
              <a:uFillTx/>
              <a:latin typeface="Arial"/>
            </a:endParaRPr>
          </a:p>
          <a:p>
            <a:pPr marL="228600" indent="-228600" defTabSz="914400" lvl="1">
              <a:lnSpc>
                <a:spcPct val="90000"/>
              </a:lnSpc>
              <a:spcBef>
                <a:spcPts val="940"/>
              </a:spcBef>
              <a:buClr>
                <a:srgbClr val="000000"/>
              </a:buClr>
              <a:buFont typeface="Arial"/>
              <a:buChar char="•"/>
            </a:pPr>
            <a:r>
              <a:rPr lang="de-DE" sz="2600" b="0" u="none" strike="noStrike">
                <a:solidFill>
                  <a:schemeClr val="dk1"/>
                </a:solidFill>
                <a:uFillTx/>
                <a:latin typeface="Calibri"/>
              </a:rPr>
              <a:t>Registriere provideHttpClient() in main.ts</a:t>
            </a:r>
            <a:endParaRPr lang="de-DE" sz="2600" b="0" u="none" strike="noStrike">
              <a:solidFill>
                <a:srgbClr val="000000"/>
              </a:solidFill>
              <a:uFillTx/>
              <a:latin typeface="Arial"/>
            </a:endParaRPr>
          </a:p>
          <a:p>
            <a:pPr marL="685800" lvl="1" indent="-228600" defTabSz="914400">
              <a:lnSpc>
                <a:spcPct val="90000"/>
              </a:lnSpc>
              <a:spcBef>
                <a:spcPts val="469"/>
              </a:spcBef>
              <a:buClr>
                <a:srgbClr val="000000"/>
              </a:buClr>
              <a:buFont typeface="Arial"/>
              <a:buChar char="•"/>
            </a:pPr>
            <a:r>
              <a:rPr lang="de-DE" sz="2300" b="0" u="none" strike="noStrike">
                <a:solidFill>
                  <a:schemeClr val="dk1"/>
                </a:solidFill>
                <a:uFillTx/>
                <a:latin typeface="Calibri"/>
              </a:rPr>
              <a:t>Dev-Server mit Proxy starten</a:t>
            </a:r>
            <a:endParaRPr lang="de-DE" sz="2300" b="0" u="none" strike="noStrike">
              <a:solidFill>
                <a:srgbClr val="000000"/>
              </a:solidFill>
              <a:uFillTx/>
              <a:latin typeface="Arial"/>
            </a:endParaRPr>
          </a:p>
          <a:p>
            <a:pPr marL="685800" lvl="1" indent="-228600" defTabSz="914400">
              <a:lnSpc>
                <a:spcPct val="90000"/>
              </a:lnSpc>
              <a:spcBef>
                <a:spcPts val="469"/>
              </a:spcBef>
              <a:buClr>
                <a:srgbClr val="000000"/>
              </a:buClr>
              <a:buFont typeface="Arial"/>
              <a:buChar char="•"/>
            </a:pPr>
            <a:r>
              <a:rPr lang="de-DE" sz="2300" b="0" u="none" strike="noStrike">
                <a:solidFill>
                  <a:schemeClr val="dk1"/>
                </a:solidFill>
                <a:uFillTx/>
                <a:latin typeface="Calibri"/>
              </a:rPr>
              <a:t>Lade die Liste initial vom Backend</a:t>
            </a:r>
            <a:endParaRPr lang="de-DE" sz="2300" b="0" u="none" strike="noStrike">
              <a:solidFill>
                <a:srgbClr val="000000"/>
              </a:solidFill>
              <a:uFillTx/>
              <a:latin typeface="Arial"/>
            </a:endParaRPr>
          </a:p>
          <a:p>
            <a:pPr marL="685800" lvl="1" indent="-228600" defTabSz="914400">
              <a:lnSpc>
                <a:spcPct val="90000"/>
              </a:lnSpc>
              <a:spcBef>
                <a:spcPts val="469"/>
              </a:spcBef>
              <a:buClr>
                <a:srgbClr val="000000"/>
              </a:buClr>
              <a:buFont typeface="Arial"/>
              <a:buChar char="•"/>
            </a:pPr>
            <a:r>
              <a:rPr lang="de-DE" sz="2300" b="0" u="none" strike="noStrike">
                <a:solidFill>
                  <a:schemeClr val="dk1"/>
                </a:solidFill>
                <a:uFillTx/>
                <a:latin typeface="Calibri"/>
              </a:rPr>
              <a:t>Achtung: Date Felder vom Server werden serialisiert als String gesendet</a:t>
            </a:r>
            <a:endParaRPr lang="de-DE" sz="2300" b="0" u="none" strike="noStrike">
              <a:solidFill>
                <a:srgbClr val="000000"/>
              </a:solidFill>
              <a:uFillTx/>
              <a:latin typeface="Arial"/>
            </a:endParaRPr>
          </a:p>
          <a:p>
            <a:pPr marL="1143000" lvl="2" indent="-228600" defTabSz="914400">
              <a:lnSpc>
                <a:spcPct val="90000"/>
              </a:lnSpc>
              <a:spcBef>
                <a:spcPts val="469"/>
              </a:spcBef>
              <a:buClr>
                <a:srgbClr val="000000"/>
              </a:buClr>
              <a:buFont typeface="Arial"/>
              <a:buChar char="•"/>
            </a:pPr>
            <a:r>
              <a:rPr lang="de-DE" sz="1900" b="0" u="none" strike="noStrike">
                <a:solidFill>
                  <a:schemeClr val="dk1"/>
                </a:solidFill>
                <a:uFillTx/>
                <a:latin typeface="Calibri"/>
              </a:rPr>
              <a:t>Müssen noch in Date umgewandelt werden</a:t>
            </a:r>
            <a:endParaRPr lang="de-DE" sz="1900" b="0" u="none" strike="noStrike">
              <a:solidFill>
                <a:srgbClr val="000000"/>
              </a:solidFill>
              <a:uFillTx/>
              <a:latin typeface="Arial"/>
            </a:endParaRPr>
          </a:p>
          <a:p>
            <a:pPr marL="685800" lvl="1" indent="-228600" defTabSz="914400">
              <a:lnSpc>
                <a:spcPct val="90000"/>
              </a:lnSpc>
              <a:spcBef>
                <a:spcPts val="469"/>
              </a:spcBef>
              <a:buClr>
                <a:srgbClr val="000000"/>
              </a:buClr>
              <a:buFont typeface="Arial"/>
              <a:buChar char="•"/>
            </a:pPr>
            <a:r>
              <a:rPr lang="de-DE" sz="2300" b="0" u="none" strike="noStrike">
                <a:solidFill>
                  <a:schemeClr val="dk1"/>
                </a:solidFill>
                <a:uFillTx/>
                <a:latin typeface="Calibri"/>
              </a:rPr>
              <a:t>Schicke die geänderten Daten in update per put zum Backend</a:t>
            </a:r>
            <a:endParaRPr lang="de-DE" sz="2300" b="0" u="none" strike="noStrike">
              <a:solidFill>
                <a:srgbClr val="000000"/>
              </a:solidFill>
              <a:uFillTx/>
              <a:latin typeface="Arial"/>
            </a:endParaRPr>
          </a:p>
          <a:p>
            <a:pPr marL="685800" lvl="1" indent="-228600" defTabSz="914400">
              <a:lnSpc>
                <a:spcPct val="90000"/>
              </a:lnSpc>
              <a:spcBef>
                <a:spcPts val="469"/>
              </a:spcBef>
              <a:buClr>
                <a:srgbClr val="000000"/>
              </a:buClr>
              <a:buFont typeface="Arial"/>
              <a:buChar char="•"/>
            </a:pPr>
            <a:r>
              <a:rPr lang="de-DE" sz="2300" b="0" u="none" strike="noStrike">
                <a:solidFill>
                  <a:schemeClr val="dk1"/>
                </a:solidFill>
                <a:uFillTx/>
                <a:latin typeface="Calibri"/>
              </a:rPr>
              <a:t>Lade (der Einfachheit halber) nach einem update die Liste neu vom Backend</a:t>
            </a:r>
            <a:endParaRPr lang="de-DE" sz="2300" b="0" u="none" strike="noStrike">
              <a:solidFill>
                <a:srgbClr val="000000"/>
              </a:solidFill>
              <a:uFillTx/>
              <a:latin typeface="Arial"/>
            </a:endParaRPr>
          </a:p>
          <a:p>
            <a:pPr marL="685800" indent="-228600" defTabSz="914400">
              <a:lnSpc>
                <a:spcPct val="90000"/>
              </a:lnSpc>
              <a:spcBef>
                <a:spcPts val="469"/>
              </a:spcBef>
              <a:buClr>
                <a:srgbClr val="000000"/>
              </a:buClr>
              <a:buFont typeface="Arial"/>
              <a:buChar char="•"/>
            </a:pPr>
            <a:r>
              <a:rPr lang="de-DE" sz="2300" b="0" u="none" strike="noStrike">
                <a:solidFill>
                  <a:schemeClr val="dk1"/>
                </a:solidFill>
                <a:uFillTx/>
                <a:latin typeface="Calibri"/>
              </a:rPr>
              <a:t>Musterlösung: 23_communication (enthält bereits die HTTP-Anbindung)</a:t>
            </a:r>
            <a:endParaRPr lang="de-DE" sz="2300" b="0" u="none" strike="noStrike">
              <a:solidFill>
                <a:srgbClr val="000000"/>
              </a:solidFill>
              <a:uFillTx/>
              <a:latin typeface="Arial"/>
            </a:endParaRPr>
          </a:p>
          <a:p>
            <a:pPr indent="0" defTabSz="914400">
              <a:lnSpc>
                <a:spcPct val="90000"/>
              </a:lnSpc>
              <a:spcBef>
                <a:spcPts val="940"/>
              </a:spcBef>
              <a:buNone/>
              <a:tabLst>
                <a:tab pos="0" algn="l"/>
              </a:tabLst>
            </a:pPr>
            <a:endParaRPr lang="de-DE" sz="2600" b="0" u="none" strike="noStrike">
              <a:solidFill>
                <a:srgbClr val="000000"/>
              </a:solidFill>
              <a:uFillTx/>
              <a:latin typeface="Arial"/>
            </a:endParaRP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10"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Ausblick: Resource API</a:t>
            </a:r>
            <a:endParaRPr lang="de-DE" sz="4400" b="0" u="none" strike="noStrike">
              <a:solidFill>
                <a:srgbClr val="000000"/>
              </a:solidFill>
              <a:uFillTx/>
              <a:latin typeface="Arial"/>
            </a:endParaRPr>
          </a:p>
        </p:txBody>
      </p:sp>
      <p:sp>
        <p:nvSpPr>
          <p:cNvPr id="811"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a:bodyPr>
          <a:lstStyle/>
          <a:p>
            <a:pPr indent="0" defTabSz="914400">
              <a:lnSpc>
                <a:spcPct val="90000"/>
              </a:lnSpc>
              <a:spcBef>
                <a:spcPts val="610"/>
              </a:spcBef>
              <a:buNone/>
              <a:tabLst>
                <a:tab pos="0" algn="l"/>
              </a:tabLst>
            </a:pPr>
            <a:r>
              <a:rPr lang="de-DE" sz="1700" b="0" u="none" strike="noStrike">
                <a:solidFill>
                  <a:srgbClr val="1E347B"/>
                </a:solidFill>
                <a:uFillTx/>
                <a:latin typeface="SourceCodePro"/>
              </a:rPr>
              <a:t>export class CustomerDetailsComponent {</a:t>
            </a:r>
            <a:endParaRPr lang="de-DE" sz="1700" b="0" u="none" strike="noStrike">
              <a:solidFill>
                <a:srgbClr val="000000"/>
              </a:solidFill>
              <a:uFillTx/>
              <a:latin typeface="Arial"/>
            </a:endParaRPr>
          </a:p>
          <a:p>
            <a:pPr indent="0" defTabSz="914400">
              <a:lnSpc>
                <a:spcPct val="90000"/>
              </a:lnSpc>
              <a:spcBef>
                <a:spcPts val="610"/>
              </a:spcBef>
              <a:buNone/>
              <a:tabLst>
                <a:tab pos="0" algn="l"/>
              </a:tabLst>
            </a:pPr>
            <a:r>
              <a:rPr lang="de-DE" sz="1700" b="0" u="none" strike="noStrike">
                <a:solidFill>
                  <a:srgbClr val="1E347B"/>
                </a:solidFill>
                <a:uFillTx/>
                <a:latin typeface="SourceCodePro"/>
              </a:rPr>
              <a:t>  private readonly customerService = inject(CustomerService);</a:t>
            </a:r>
            <a:endParaRPr lang="de-DE" sz="1700" b="0" u="none" strike="noStrike">
              <a:solidFill>
                <a:srgbClr val="000000"/>
              </a:solidFill>
              <a:uFillTx/>
              <a:latin typeface="Arial"/>
            </a:endParaRPr>
          </a:p>
          <a:p>
            <a:pPr indent="0" defTabSz="914400">
              <a:lnSpc>
                <a:spcPct val="90000"/>
              </a:lnSpc>
              <a:spcBef>
                <a:spcPts val="610"/>
              </a:spcBef>
              <a:buNone/>
              <a:tabLst>
                <a:tab pos="0" algn="l"/>
              </a:tabLst>
            </a:pPr>
            <a:r>
              <a:rPr lang="de-DE" sz="1700" b="0" u="none" strike="noStrike">
                <a:solidFill>
                  <a:srgbClr val="1E347B"/>
                </a:solidFill>
                <a:uFillTx/>
                <a:latin typeface="SourceCodePro"/>
              </a:rPr>
              <a:t>  id = input.required&lt;string&gt;();</a:t>
            </a:r>
            <a:endParaRPr lang="de-DE" sz="1700" b="0" u="none" strike="noStrike">
              <a:solidFill>
                <a:srgbClr val="000000"/>
              </a:solidFill>
              <a:uFillTx/>
              <a:latin typeface="Arial"/>
            </a:endParaRPr>
          </a:p>
          <a:p>
            <a:pPr indent="0" defTabSz="914400">
              <a:lnSpc>
                <a:spcPct val="90000"/>
              </a:lnSpc>
              <a:spcBef>
                <a:spcPts val="610"/>
              </a:spcBef>
              <a:buNone/>
              <a:tabLst>
                <a:tab pos="0" algn="l"/>
              </a:tabLst>
            </a:pPr>
            <a:r>
              <a:rPr lang="de-DE" sz="1700" b="0" u="none" strike="noStrike">
                <a:solidFill>
                  <a:srgbClr val="1E347B"/>
                </a:solidFill>
                <a:uFillTx/>
                <a:latin typeface="SourceCodePro"/>
              </a:rPr>
              <a:t>  // lädt automatisch neu, sobald sich id() ändert</a:t>
            </a:r>
            <a:endParaRPr lang="de-DE" sz="1700" b="0" u="none" strike="noStrike">
              <a:solidFill>
                <a:srgbClr val="000000"/>
              </a:solidFill>
              <a:uFillTx/>
              <a:latin typeface="Arial"/>
            </a:endParaRPr>
          </a:p>
          <a:p>
            <a:pPr indent="0" defTabSz="914400">
              <a:lnSpc>
                <a:spcPct val="90000"/>
              </a:lnSpc>
              <a:spcBef>
                <a:spcPts val="610"/>
              </a:spcBef>
              <a:buNone/>
              <a:tabLst>
                <a:tab pos="0" algn="l"/>
              </a:tabLst>
            </a:pPr>
            <a:r>
              <a:rPr lang="de-DE" sz="1700" b="0" u="none" strike="noStrike">
                <a:solidFill>
                  <a:srgbClr val="1E347B"/>
                </a:solidFill>
                <a:uFillTx/>
                <a:latin typeface="SourceCodePro"/>
              </a:rPr>
              <a:t>  customer = httpResource&lt;Customer&gt;(() =&gt; `api/customer/${this.id()}`);</a:t>
            </a:r>
            <a:endParaRPr lang="de-DE" sz="1700" b="0" u="none" strike="noStrike">
              <a:solidFill>
                <a:srgbClr val="000000"/>
              </a:solidFill>
              <a:uFillTx/>
              <a:latin typeface="Arial"/>
            </a:endParaRPr>
          </a:p>
          <a:p>
            <a:pPr indent="0" defTabSz="914400">
              <a:lnSpc>
                <a:spcPct val="90000"/>
              </a:lnSpc>
              <a:spcBef>
                <a:spcPts val="610"/>
              </a:spcBef>
              <a:buNone/>
              <a:tabLst>
                <a:tab pos="0" algn="l"/>
              </a:tabLst>
            </a:pPr>
            <a:r>
              <a:rPr lang="de-DE" sz="1700" b="0" u="none" strike="noStrike">
                <a:solidFill>
                  <a:srgbClr val="1E347B"/>
                </a:solidFill>
                <a:uFillTx/>
                <a:latin typeface="SourceCodePro"/>
              </a:rPr>
              <a:t>  // Alternative mit bestehendem Observable-Service</a:t>
            </a:r>
            <a:endParaRPr lang="de-DE" sz="1700" b="0" u="none" strike="noStrike">
              <a:solidFill>
                <a:srgbClr val="000000"/>
              </a:solidFill>
              <a:uFillTx/>
              <a:latin typeface="Arial"/>
            </a:endParaRPr>
          </a:p>
          <a:p>
            <a:pPr indent="0" defTabSz="914400">
              <a:lnSpc>
                <a:spcPct val="90000"/>
              </a:lnSpc>
              <a:spcBef>
                <a:spcPts val="610"/>
              </a:spcBef>
              <a:buNone/>
              <a:tabLst>
                <a:tab pos="0" algn="l"/>
              </a:tabLst>
            </a:pPr>
            <a:r>
              <a:rPr lang="de-DE" sz="1700" b="0" u="none" strike="noStrike">
                <a:solidFill>
                  <a:srgbClr val="1E347B"/>
                </a:solidFill>
                <a:uFillTx/>
                <a:latin typeface="SourceCodePro"/>
              </a:rPr>
              <a:t>  customer2 = rxResource({</a:t>
            </a:r>
            <a:endParaRPr lang="de-DE" sz="1700" b="0" u="none" strike="noStrike">
              <a:solidFill>
                <a:srgbClr val="000000"/>
              </a:solidFill>
              <a:uFillTx/>
              <a:latin typeface="Arial"/>
            </a:endParaRPr>
          </a:p>
          <a:p>
            <a:pPr indent="0" defTabSz="914400">
              <a:lnSpc>
                <a:spcPct val="90000"/>
              </a:lnSpc>
              <a:spcBef>
                <a:spcPts val="610"/>
              </a:spcBef>
              <a:buNone/>
              <a:tabLst>
                <a:tab pos="0" algn="l"/>
              </a:tabLst>
            </a:pPr>
            <a:r>
              <a:rPr lang="de-DE" sz="1700" b="0" u="none" strike="noStrike">
                <a:solidFill>
                  <a:srgbClr val="1E347B"/>
                </a:solidFill>
                <a:uFillTx/>
                <a:latin typeface="SourceCodePro"/>
              </a:rPr>
              <a:t>    params: () =&gt; this.id(),</a:t>
            </a:r>
            <a:endParaRPr lang="de-DE" sz="1700" b="0" u="none" strike="noStrike">
              <a:solidFill>
                <a:srgbClr val="000000"/>
              </a:solidFill>
              <a:uFillTx/>
              <a:latin typeface="Arial"/>
            </a:endParaRPr>
          </a:p>
          <a:p>
            <a:pPr indent="0" defTabSz="914400">
              <a:lnSpc>
                <a:spcPct val="90000"/>
              </a:lnSpc>
              <a:spcBef>
                <a:spcPts val="610"/>
              </a:spcBef>
              <a:buNone/>
              <a:tabLst>
                <a:tab pos="0" algn="l"/>
              </a:tabLst>
            </a:pPr>
            <a:r>
              <a:rPr lang="de-DE" sz="1700" b="0" u="none" strike="noStrike">
                <a:solidFill>
                  <a:srgbClr val="1E347B"/>
                </a:solidFill>
                <a:uFillTx/>
                <a:latin typeface="SourceCodePro"/>
              </a:rPr>
              <a:t>    stream: ({ params }) =&gt; this.customerService.getById(params)</a:t>
            </a:r>
            <a:endParaRPr lang="de-DE" sz="1700" b="0" u="none" strike="noStrike">
              <a:solidFill>
                <a:srgbClr val="000000"/>
              </a:solidFill>
              <a:uFillTx/>
              <a:latin typeface="Arial"/>
            </a:endParaRPr>
          </a:p>
          <a:p>
            <a:pPr indent="0" defTabSz="914400">
              <a:lnSpc>
                <a:spcPct val="90000"/>
              </a:lnSpc>
              <a:spcBef>
                <a:spcPts val="610"/>
              </a:spcBef>
              <a:buNone/>
              <a:tabLst>
                <a:tab pos="0" algn="l"/>
              </a:tabLst>
            </a:pPr>
            <a:r>
              <a:rPr lang="de-DE" sz="1700" b="0" u="none" strike="noStrike">
                <a:solidFill>
                  <a:srgbClr val="1E347B"/>
                </a:solidFill>
                <a:uFillTx/>
                <a:latin typeface="SourceCodePro"/>
              </a:rPr>
              <a:t>  });</a:t>
            </a:r>
            <a:endParaRPr lang="de-DE" sz="1700" b="0" u="none" strike="noStrike">
              <a:solidFill>
                <a:srgbClr val="000000"/>
              </a:solidFill>
              <a:uFillTx/>
              <a:latin typeface="Arial"/>
            </a:endParaRPr>
          </a:p>
          <a:p>
            <a:pPr indent="0" defTabSz="914400">
              <a:lnSpc>
                <a:spcPct val="90000"/>
              </a:lnSpc>
              <a:spcBef>
                <a:spcPts val="610"/>
              </a:spcBef>
              <a:buNone/>
              <a:tabLst>
                <a:tab pos="0" algn="l"/>
              </a:tabLst>
            </a:pPr>
            <a:r>
              <a:rPr lang="de-DE" sz="1700" b="0" u="none" strike="noStrike">
                <a:solidFill>
                  <a:srgbClr val="1E347B"/>
                </a:solidFill>
                <a:uFillTx/>
                <a:latin typeface="SourceCodePro"/>
              </a:rPr>
              <a:t>}</a:t>
            </a:r>
            <a:endParaRPr lang="de-DE" sz="1700" b="0" u="none" strike="noStrike">
              <a:solidFill>
                <a:srgbClr val="000000"/>
              </a:solidFill>
              <a:uFillTx/>
              <a:latin typeface="Arial"/>
            </a:endParaRPr>
          </a:p>
          <a:p>
            <a:pPr indent="0" defTabSz="914400">
              <a:lnSpc>
                <a:spcPct val="90000"/>
              </a:lnSpc>
              <a:spcBef>
                <a:spcPts val="610"/>
              </a:spcBef>
              <a:buNone/>
              <a:tabLst>
                <a:tab pos="0" algn="l"/>
              </a:tabLst>
            </a:pPr>
            <a:r>
              <a:rPr lang="de-DE" sz="1700" b="0" u="none" strike="noStrike">
                <a:solidFill>
                  <a:srgbClr val="1E347B"/>
                </a:solidFill>
                <a:uFillTx/>
                <a:latin typeface="SourceCodePro"/>
              </a:rPr>
              <a:t>&lt;!-- Template --&gt;</a:t>
            </a:r>
            <a:endParaRPr lang="de-DE" sz="1700" b="0" u="none" strike="noStrike">
              <a:solidFill>
                <a:srgbClr val="000000"/>
              </a:solidFill>
              <a:uFillTx/>
              <a:latin typeface="Arial"/>
            </a:endParaRPr>
          </a:p>
          <a:p>
            <a:pPr indent="0" defTabSz="914400">
              <a:lnSpc>
                <a:spcPct val="90000"/>
              </a:lnSpc>
              <a:spcBef>
                <a:spcPts val="610"/>
              </a:spcBef>
              <a:buNone/>
              <a:tabLst>
                <a:tab pos="0" algn="l"/>
              </a:tabLst>
            </a:pPr>
            <a:r>
              <a:rPr lang="de-DE" sz="1700" b="0" u="none" strike="noStrike">
                <a:solidFill>
                  <a:srgbClr val="1E347B"/>
                </a:solidFill>
                <a:uFillTx/>
                <a:latin typeface="SourceCodePro"/>
              </a:rPr>
              <a:t>@if (customer.isLoading()) { &lt;p&gt;Lade…&lt;/p&gt; }</a:t>
            </a:r>
            <a:endParaRPr lang="de-DE" sz="1700" b="0" u="none" strike="noStrike">
              <a:solidFill>
                <a:srgbClr val="000000"/>
              </a:solidFill>
              <a:uFillTx/>
              <a:latin typeface="Arial"/>
            </a:endParaRPr>
          </a:p>
          <a:p>
            <a:pPr indent="0" defTabSz="914400">
              <a:lnSpc>
                <a:spcPct val="90000"/>
              </a:lnSpc>
              <a:spcBef>
                <a:spcPts val="610"/>
              </a:spcBef>
              <a:buNone/>
              <a:tabLst>
                <a:tab pos="0" algn="l"/>
              </a:tabLst>
            </a:pPr>
            <a:r>
              <a:rPr lang="de-DE" sz="1700" b="0" u="none" strike="noStrike">
                <a:solidFill>
                  <a:srgbClr val="1E347B"/>
                </a:solidFill>
                <a:uFillTx/>
                <a:latin typeface="SourceCodePro"/>
              </a:rPr>
              <a:t>@if (customer.hasValue()) { &lt;p&gt;{{ customer.value().firstname }}&lt;/p&gt; }</a:t>
            </a:r>
            <a:endParaRPr lang="de-DE" sz="1700" b="0" u="none" strike="noStrike">
              <a:solidFill>
                <a:srgbClr val="000000"/>
              </a:solidFill>
              <a:uFillTx/>
              <a:latin typeface="Arial"/>
            </a:endParaRPr>
          </a:p>
          <a:p>
            <a:pPr indent="0" defTabSz="914400">
              <a:lnSpc>
                <a:spcPct val="90000"/>
              </a:lnSpc>
              <a:spcBef>
                <a:spcPts val="610"/>
              </a:spcBef>
              <a:buNone/>
              <a:tabLst>
                <a:tab pos="0" algn="l"/>
              </a:tabLst>
            </a:pPr>
            <a:r>
              <a:rPr lang="de-DE" sz="1700" b="0" u="none" strike="noStrike">
                <a:solidFill>
                  <a:srgbClr val="1E347B"/>
                </a:solidFill>
                <a:uFillTx/>
                <a:latin typeface="SourceCodePro"/>
              </a:rPr>
              <a:t>// Resource APIs sind teilweise noch experimentell</a:t>
            </a:r>
            <a:endParaRPr lang="de-DE" sz="1700" b="0" u="none" strike="noStrike">
              <a:solidFill>
                <a:srgbClr val="000000"/>
              </a:solidFill>
              <a:uFillTx/>
              <a:latin typeface="Arial"/>
            </a:endParaRPr>
          </a:p>
        </p:txBody>
      </p:sp>
    </p:spTree>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3"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Eigene Direktiven</a:t>
            </a:r>
            <a:endParaRPr lang="de-DE" sz="4400" b="0" u="none" strike="noStrike">
              <a:solidFill>
                <a:srgbClr val="000000"/>
              </a:solidFill>
              <a:uFillTx/>
              <a:latin typeface="Arial"/>
            </a:endParaRPr>
          </a:p>
        </p:txBody>
      </p:sp>
      <p:sp>
        <p:nvSpPr>
          <p:cNvPr id="1214"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Können simpel erstellt werden</a:t>
            </a:r>
            <a:endParaRPr lang="de-DE" sz="28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ourier New"/>
              </a:rPr>
              <a:t>ng generate directive &lt;directive-name&gt;</a:t>
            </a:r>
            <a:endParaRPr lang="de-DE" sz="28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Die Direktive ist wiederum eine annotierte TypeScript-Klasse</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Der </a:t>
            </a:r>
            <a:r>
              <a:rPr lang="de-DE" sz="2400" b="0" u="none" strike="noStrike">
                <a:solidFill>
                  <a:schemeClr val="dk1"/>
                </a:solidFill>
                <a:uFillTx/>
                <a:latin typeface="Courier New"/>
              </a:rPr>
              <a:t>selector</a:t>
            </a:r>
            <a:r>
              <a:rPr lang="de-DE" sz="2400" b="0" u="none" strike="noStrike">
                <a:solidFill>
                  <a:schemeClr val="dk1"/>
                </a:solidFill>
                <a:uFillTx/>
                <a:latin typeface="Calibri"/>
              </a:rPr>
              <a:t> ist das neue HTML-Attribute oder -Element</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Das DOM-Element, das manipuliert werden soll, wird per inject(ElementRef) bereitgestellt</a:t>
            </a:r>
            <a:endParaRPr lang="de-DE" sz="2400" b="0" u="none" strike="noStrike">
              <a:solidFill>
                <a:srgbClr val="000000"/>
              </a:solidFill>
              <a:uFillTx/>
              <a:latin typeface="Arial"/>
            </a:endParaRPr>
          </a:p>
          <a:p>
            <a:pPr indent="0" defTabSz="914400">
              <a:lnSpc>
                <a:spcPct val="90000"/>
              </a:lnSpc>
              <a:spcBef>
                <a:spcPts val="1001"/>
              </a:spcBef>
              <a:buNone/>
              <a:tabLst>
                <a:tab pos="0" algn="l"/>
              </a:tabLst>
            </a:pPr>
            <a:endParaRPr lang="de-DE" sz="2800" b="0" u="none" strike="noStrike">
              <a:solidFill>
                <a:srgbClr val="000000"/>
              </a:solidFill>
              <a:uFillTx/>
              <a:latin typeface="Arial"/>
            </a:endParaRPr>
          </a:p>
        </p:txBody>
      </p:sp>
    </p:spTree>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5"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Eigene Directive: Beispiel</a:t>
            </a:r>
            <a:endParaRPr lang="de-DE" sz="4400" b="0" u="none" strike="noStrike">
              <a:solidFill>
                <a:srgbClr val="000000"/>
              </a:solidFill>
              <a:uFillTx/>
              <a:latin typeface="Arial"/>
            </a:endParaRPr>
          </a:p>
        </p:txBody>
      </p:sp>
      <p:sp>
        <p:nvSpPr>
          <p:cNvPr id="1216"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a:bodyPr>
          <a:lstStyle/>
          <a:p>
            <a:pPr marL="228600" indent="-228600" defTabSz="914400">
              <a:lnSpc>
                <a:spcPct val="90000"/>
              </a:lnSpc>
              <a:spcBef>
                <a:spcPts val="731"/>
              </a:spcBef>
              <a:buClr>
                <a:srgbClr val="000000"/>
              </a:buClr>
              <a:buFont typeface="Arial"/>
              <a:buChar char="•"/>
            </a:pPr>
            <a:r>
              <a:rPr lang="de-DE" sz="2000" b="0" u="none" strike="noStrike">
                <a:solidFill>
                  <a:schemeClr val="dk1"/>
                </a:solidFill>
                <a:uFillTx/>
                <a:latin typeface="Calibri"/>
              </a:rPr>
              <a:t>Ein Beispiel ist unter https://angular.dev/guide/directives/attribute-directives zu finden</a:t>
            </a:r>
            <a:endParaRPr lang="de-DE" sz="2000" b="0" u="none" strike="noStrike">
              <a:solidFill>
                <a:srgbClr val="000000"/>
              </a:solidFill>
              <a:uFillTx/>
              <a:latin typeface="Arial"/>
            </a:endParaRPr>
          </a:p>
          <a:p>
            <a:pPr marL="228600" indent="-228600" defTabSz="914400">
              <a:lnSpc>
                <a:spcPct val="90000"/>
              </a:lnSpc>
              <a:spcBef>
                <a:spcPts val="731"/>
              </a:spcBef>
              <a:buClr>
                <a:srgbClr val="000000"/>
              </a:buClr>
              <a:buFont typeface="Arial"/>
              <a:buChar char="•"/>
            </a:pPr>
            <a:r>
              <a:rPr lang="de-DE" sz="2000" b="0" u="none" strike="noStrike">
                <a:solidFill>
                  <a:schemeClr val="dk1"/>
                </a:solidFill>
                <a:uFillTx/>
                <a:latin typeface="Calibri"/>
              </a:rPr>
              <a:t>import { Directive, ElementRef, inject } from '@angular/core';</a:t>
            </a:r>
            <a:endParaRPr lang="de-DE" sz="2000" b="0" u="none" strike="noStrike">
              <a:solidFill>
                <a:srgbClr val="000000"/>
              </a:solidFill>
              <a:uFillTx/>
              <a:latin typeface="Arial"/>
            </a:endParaRPr>
          </a:p>
          <a:p>
            <a:pPr marL="228600" indent="-228600" defTabSz="914400">
              <a:lnSpc>
                <a:spcPct val="90000"/>
              </a:lnSpc>
              <a:spcBef>
                <a:spcPts val="731"/>
              </a:spcBef>
              <a:buClr>
                <a:srgbClr val="000000"/>
              </a:buClr>
              <a:buFont typeface="Arial"/>
              <a:buChar char="•"/>
            </a:pPr>
            <a:r>
              <a:rPr lang="de-DE" sz="2000" b="0" u="none" strike="noStrike">
                <a:solidFill>
                  <a:schemeClr val="dk1"/>
                </a:solidFill>
                <a:uFillTx/>
                <a:latin typeface="Calibri"/>
              </a:rPr>
              <a:t>@Directive({</a:t>
            </a:r>
            <a:endParaRPr lang="de-DE" sz="2000" b="0" u="none" strike="noStrike">
              <a:solidFill>
                <a:srgbClr val="000000"/>
              </a:solidFill>
              <a:uFillTx/>
              <a:latin typeface="Arial"/>
            </a:endParaRPr>
          </a:p>
          <a:p>
            <a:pPr marL="228600" indent="-228600" defTabSz="914400">
              <a:lnSpc>
                <a:spcPct val="90000"/>
              </a:lnSpc>
              <a:spcBef>
                <a:spcPts val="731"/>
              </a:spcBef>
              <a:buClr>
                <a:srgbClr val="000000"/>
              </a:buClr>
              <a:buFont typeface="Arial"/>
              <a:buChar char="•"/>
            </a:pPr>
            <a:r>
              <a:rPr lang="de-DE" sz="2000" b="0" u="none" strike="noStrike">
                <a:solidFill>
                  <a:schemeClr val="dk1"/>
                </a:solidFill>
                <a:uFillTx/>
                <a:latin typeface="Calibri"/>
              </a:rPr>
              <a:t>  selector: '[appHighlight]'</a:t>
            </a:r>
            <a:endParaRPr lang="de-DE" sz="2000" b="0" u="none" strike="noStrike">
              <a:solidFill>
                <a:srgbClr val="000000"/>
              </a:solidFill>
              <a:uFillTx/>
              <a:latin typeface="Arial"/>
            </a:endParaRPr>
          </a:p>
          <a:p>
            <a:pPr marL="228600" indent="-228600" defTabSz="914400">
              <a:lnSpc>
                <a:spcPct val="90000"/>
              </a:lnSpc>
              <a:spcBef>
                <a:spcPts val="731"/>
              </a:spcBef>
              <a:buClr>
                <a:srgbClr val="000000"/>
              </a:buClr>
              <a:buFont typeface="Arial"/>
              <a:buChar char="•"/>
            </a:pPr>
            <a:r>
              <a:rPr lang="de-DE" sz="2000" b="0" u="none" strike="noStrike">
                <a:solidFill>
                  <a:schemeClr val="dk1"/>
                </a:solidFill>
                <a:uFillTx/>
                <a:latin typeface="Calibri"/>
              </a:rPr>
              <a:t>})</a:t>
            </a:r>
            <a:endParaRPr lang="de-DE" sz="2000" b="0" u="none" strike="noStrike">
              <a:solidFill>
                <a:srgbClr val="000000"/>
              </a:solidFill>
              <a:uFillTx/>
              <a:latin typeface="Arial"/>
            </a:endParaRPr>
          </a:p>
          <a:p>
            <a:pPr marL="228600" indent="-228600" defTabSz="914400">
              <a:lnSpc>
                <a:spcPct val="90000"/>
              </a:lnSpc>
              <a:spcBef>
                <a:spcPts val="731"/>
              </a:spcBef>
              <a:buClr>
                <a:srgbClr val="000000"/>
              </a:buClr>
              <a:buFont typeface="Arial"/>
              <a:buChar char="•"/>
            </a:pPr>
            <a:r>
              <a:rPr lang="de-DE" sz="2000" b="0" u="none" strike="noStrike">
                <a:solidFill>
                  <a:schemeClr val="dk1"/>
                </a:solidFill>
                <a:uFillTx/>
                <a:latin typeface="Calibri"/>
              </a:rPr>
              <a:t>export class HighlightDirective {</a:t>
            </a:r>
            <a:endParaRPr lang="de-DE" sz="2000" b="0" u="none" strike="noStrike">
              <a:solidFill>
                <a:srgbClr val="000000"/>
              </a:solidFill>
              <a:uFillTx/>
              <a:latin typeface="Arial"/>
            </a:endParaRPr>
          </a:p>
          <a:p>
            <a:pPr marL="228600" indent="-228600" defTabSz="914400">
              <a:lnSpc>
                <a:spcPct val="90000"/>
              </a:lnSpc>
              <a:spcBef>
                <a:spcPts val="731"/>
              </a:spcBef>
              <a:buClr>
                <a:srgbClr val="000000"/>
              </a:buClr>
              <a:buFont typeface="Arial"/>
              <a:buChar char="•"/>
            </a:pPr>
            <a:r>
              <a:rPr lang="de-DE" sz="2000" b="0" u="none" strike="noStrike">
                <a:solidFill>
                  <a:schemeClr val="dk1"/>
                </a:solidFill>
                <a:uFillTx/>
                <a:latin typeface="Calibri"/>
              </a:rPr>
              <a:t>  private readonly el = inject(ElementRef);</a:t>
            </a:r>
            <a:endParaRPr lang="de-DE" sz="2000" b="0" u="none" strike="noStrike">
              <a:solidFill>
                <a:srgbClr val="000000"/>
              </a:solidFill>
              <a:uFillTx/>
              <a:latin typeface="Arial"/>
            </a:endParaRPr>
          </a:p>
          <a:p>
            <a:pPr marL="228600" indent="-228600" defTabSz="914400">
              <a:lnSpc>
                <a:spcPct val="90000"/>
              </a:lnSpc>
              <a:spcBef>
                <a:spcPts val="731"/>
              </a:spcBef>
              <a:buClr>
                <a:srgbClr val="000000"/>
              </a:buClr>
              <a:buFont typeface="Arial"/>
              <a:buChar char="•"/>
            </a:pPr>
            <a:r>
              <a:rPr lang="de-DE" sz="2000" b="0" u="none" strike="noStrike">
                <a:solidFill>
                  <a:schemeClr val="dk1"/>
                </a:solidFill>
                <a:uFillTx/>
                <a:latin typeface="Calibri"/>
              </a:rPr>
              <a:t>  constructor() {</a:t>
            </a:r>
            <a:endParaRPr lang="de-DE" sz="2000" b="0" u="none" strike="noStrike">
              <a:solidFill>
                <a:srgbClr val="000000"/>
              </a:solidFill>
              <a:uFillTx/>
              <a:latin typeface="Arial"/>
            </a:endParaRPr>
          </a:p>
          <a:p>
            <a:pPr marL="228600" indent="-228600" defTabSz="914400">
              <a:lnSpc>
                <a:spcPct val="90000"/>
              </a:lnSpc>
              <a:spcBef>
                <a:spcPts val="731"/>
              </a:spcBef>
              <a:buClr>
                <a:srgbClr val="000000"/>
              </a:buClr>
              <a:buFont typeface="Arial"/>
              <a:buChar char="•"/>
            </a:pPr>
            <a:r>
              <a:rPr lang="de-DE" sz="2000" b="0" u="none" strike="noStrike">
                <a:solidFill>
                  <a:schemeClr val="dk1"/>
                </a:solidFill>
                <a:uFillTx/>
                <a:latin typeface="Calibri"/>
              </a:rPr>
              <a:t>    this.el.nativeElement.style.backgroundColor = 'yellow';</a:t>
            </a:r>
            <a:endParaRPr lang="de-DE" sz="2000" b="0" u="none" strike="noStrike">
              <a:solidFill>
                <a:srgbClr val="000000"/>
              </a:solidFill>
              <a:uFillTx/>
              <a:latin typeface="Arial"/>
            </a:endParaRPr>
          </a:p>
          <a:p>
            <a:pPr marL="228600" indent="-228600" defTabSz="914400">
              <a:lnSpc>
                <a:spcPct val="90000"/>
              </a:lnSpc>
              <a:spcBef>
                <a:spcPts val="731"/>
              </a:spcBef>
              <a:buClr>
                <a:srgbClr val="000000"/>
              </a:buClr>
              <a:buFont typeface="Arial"/>
              <a:buChar char="•"/>
            </a:pPr>
            <a:r>
              <a:rPr lang="de-DE" sz="2000" b="0" u="none" strike="noStrike">
                <a:solidFill>
                  <a:schemeClr val="dk1"/>
                </a:solidFill>
                <a:uFillTx/>
                <a:latin typeface="Calibri"/>
              </a:rPr>
              <a:t>  }</a:t>
            </a:r>
            <a:endParaRPr lang="de-DE" sz="2000" b="0" u="none" strike="noStrike">
              <a:solidFill>
                <a:srgbClr val="000000"/>
              </a:solidFill>
              <a:uFillTx/>
              <a:latin typeface="Arial"/>
            </a:endParaRPr>
          </a:p>
          <a:p>
            <a:pPr marL="228600" indent="-228600" defTabSz="914400">
              <a:lnSpc>
                <a:spcPct val="90000"/>
              </a:lnSpc>
              <a:spcBef>
                <a:spcPts val="731"/>
              </a:spcBef>
              <a:buClr>
                <a:srgbClr val="000000"/>
              </a:buClr>
              <a:buFont typeface="Arial"/>
              <a:buChar char="•"/>
            </a:pPr>
            <a:r>
              <a:rPr lang="de-DE" sz="2000" b="0" u="none" strike="noStrike">
                <a:solidFill>
                  <a:schemeClr val="dk1"/>
                </a:solidFill>
                <a:uFillTx/>
                <a:latin typeface="Calibri"/>
              </a:rPr>
              <a:t>}</a:t>
            </a:r>
            <a:endParaRPr lang="de-DE" sz="2000" b="0" u="none" strike="noStrike">
              <a:solidFill>
                <a:srgbClr val="000000"/>
              </a:solidFill>
              <a:uFillTx/>
              <a:latin typeface="Arial"/>
            </a:endParaRPr>
          </a:p>
          <a:p>
            <a:pPr marL="228600" indent="-228600" defTabSz="914400">
              <a:lnSpc>
                <a:spcPct val="90000"/>
              </a:lnSpc>
              <a:spcBef>
                <a:spcPts val="731"/>
              </a:spcBef>
              <a:buClr>
                <a:srgbClr val="000000"/>
              </a:buClr>
              <a:buFont typeface="Arial"/>
              <a:buChar char="•"/>
            </a:pPr>
            <a:r>
              <a:rPr lang="de-DE" sz="2000" b="0" u="none" strike="noStrike">
                <a:solidFill>
                  <a:schemeClr val="dk1"/>
                </a:solidFill>
                <a:uFillTx/>
                <a:latin typeface="Calibri"/>
              </a:rPr>
              <a:t>Verwendung: HighlightDirective im imports-Array der Komponente</a:t>
            </a:r>
            <a:endParaRPr lang="de-DE" sz="2000" b="0" u="none" strike="noStrike">
              <a:solidFill>
                <a:srgbClr val="000000"/>
              </a:solidFill>
              <a:uFillTx/>
              <a:latin typeface="Arial"/>
            </a:endParaRP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10"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Funktionale Route Guards</a:t>
            </a:r>
            <a:endParaRPr lang="de-DE" sz="4400" b="0" u="none" strike="noStrike">
              <a:solidFill>
                <a:srgbClr val="000000"/>
              </a:solidFill>
              <a:uFillTx/>
              <a:latin typeface="Arial"/>
            </a:endParaRPr>
          </a:p>
        </p:txBody>
      </p:sp>
      <p:sp>
        <p:nvSpPr>
          <p:cNvPr id="811"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a:bodyPr>
          <a:lstStyle/>
          <a:p>
            <a:pPr indent="0" defTabSz="914400">
              <a:lnSpc>
                <a:spcPct val="90000"/>
              </a:lnSpc>
              <a:spcBef>
                <a:spcPts val="610"/>
              </a:spcBef>
              <a:buNone/>
              <a:tabLst>
                <a:tab pos="0" algn="l"/>
              </a:tabLst>
            </a:pPr>
            <a:r>
              <a:rPr lang="de-DE" sz="1700" b="0" u="none" strike="noStrike">
                <a:solidFill>
                  <a:srgbClr val="1E347B"/>
                </a:solidFill>
                <a:uFillTx/>
                <a:latin typeface="SourceCodePro"/>
              </a:rPr>
              <a:t>export const authGuard: CanActivateFn = () =&gt; {</a:t>
            </a:r>
            <a:endParaRPr lang="de-DE" sz="1700" b="0" u="none" strike="noStrike">
              <a:solidFill>
                <a:srgbClr val="000000"/>
              </a:solidFill>
              <a:uFillTx/>
              <a:latin typeface="Arial"/>
            </a:endParaRPr>
          </a:p>
          <a:p>
            <a:pPr indent="0" defTabSz="914400">
              <a:lnSpc>
                <a:spcPct val="90000"/>
              </a:lnSpc>
              <a:spcBef>
                <a:spcPts val="610"/>
              </a:spcBef>
              <a:buNone/>
              <a:tabLst>
                <a:tab pos="0" algn="l"/>
              </a:tabLst>
            </a:pPr>
            <a:r>
              <a:rPr lang="de-DE" sz="1700" b="0" u="none" strike="noStrike">
                <a:solidFill>
                  <a:srgbClr val="1E347B"/>
                </a:solidFill>
                <a:uFillTx/>
                <a:latin typeface="SourceCodePro"/>
              </a:rPr>
              <a:t>  const authService = inject(AuthService);</a:t>
            </a:r>
            <a:endParaRPr lang="de-DE" sz="1700" b="0" u="none" strike="noStrike">
              <a:solidFill>
                <a:srgbClr val="000000"/>
              </a:solidFill>
              <a:uFillTx/>
              <a:latin typeface="Arial"/>
            </a:endParaRPr>
          </a:p>
          <a:p>
            <a:pPr indent="0" defTabSz="914400">
              <a:lnSpc>
                <a:spcPct val="90000"/>
              </a:lnSpc>
              <a:spcBef>
                <a:spcPts val="610"/>
              </a:spcBef>
              <a:buNone/>
              <a:tabLst>
                <a:tab pos="0" algn="l"/>
              </a:tabLst>
            </a:pPr>
            <a:r>
              <a:rPr lang="de-DE" sz="1700" b="0" u="none" strike="noStrike">
                <a:solidFill>
                  <a:srgbClr val="1E347B"/>
                </a:solidFill>
                <a:uFillTx/>
                <a:latin typeface="SourceCodePro"/>
              </a:rPr>
              <a:t>  const router = inject(Router);</a:t>
            </a:r>
            <a:endParaRPr lang="de-DE" sz="1700" b="0" u="none" strike="noStrike">
              <a:solidFill>
                <a:srgbClr val="000000"/>
              </a:solidFill>
              <a:uFillTx/>
              <a:latin typeface="Arial"/>
            </a:endParaRPr>
          </a:p>
          <a:p>
            <a:pPr indent="0" defTabSz="914400">
              <a:lnSpc>
                <a:spcPct val="90000"/>
              </a:lnSpc>
              <a:spcBef>
                <a:spcPts val="610"/>
              </a:spcBef>
              <a:buNone/>
              <a:tabLst>
                <a:tab pos="0" algn="l"/>
              </a:tabLst>
            </a:pPr>
            <a:r>
              <a:rPr lang="de-DE" sz="1700" b="0" u="none" strike="noStrike">
                <a:solidFill>
                  <a:srgbClr val="1E347B"/>
                </a:solidFill>
                <a:uFillTx/>
                <a:latin typeface="SourceCodePro"/>
              </a:rPr>
              <a:t>  if (authService.isLoggedIn()) { return true; }</a:t>
            </a:r>
            <a:endParaRPr lang="de-DE" sz="1700" b="0" u="none" strike="noStrike">
              <a:solidFill>
                <a:srgbClr val="000000"/>
              </a:solidFill>
              <a:uFillTx/>
              <a:latin typeface="Arial"/>
            </a:endParaRPr>
          </a:p>
          <a:p>
            <a:pPr indent="0" defTabSz="914400">
              <a:lnSpc>
                <a:spcPct val="90000"/>
              </a:lnSpc>
              <a:spcBef>
                <a:spcPts val="610"/>
              </a:spcBef>
              <a:buNone/>
              <a:tabLst>
                <a:tab pos="0" algn="l"/>
              </a:tabLst>
            </a:pPr>
            <a:r>
              <a:rPr lang="de-DE" sz="1700" b="0" u="none" strike="noStrike">
                <a:solidFill>
                  <a:srgbClr val="1E347B"/>
                </a:solidFill>
                <a:uFillTx/>
                <a:latin typeface="SourceCodePro"/>
              </a:rPr>
              <a:t>  router.navigate(['/login']);</a:t>
            </a:r>
            <a:endParaRPr lang="de-DE" sz="1700" b="0" u="none" strike="noStrike">
              <a:solidFill>
                <a:srgbClr val="000000"/>
              </a:solidFill>
              <a:uFillTx/>
              <a:latin typeface="Arial"/>
            </a:endParaRPr>
          </a:p>
          <a:p>
            <a:pPr indent="0" defTabSz="914400">
              <a:lnSpc>
                <a:spcPct val="90000"/>
              </a:lnSpc>
              <a:spcBef>
                <a:spcPts val="610"/>
              </a:spcBef>
              <a:buNone/>
              <a:tabLst>
                <a:tab pos="0" algn="l"/>
              </a:tabLst>
            </a:pPr>
            <a:r>
              <a:rPr lang="de-DE" sz="1700" b="0" u="none" strike="noStrike">
                <a:solidFill>
                  <a:srgbClr val="1E347B"/>
                </a:solidFill>
                <a:uFillTx/>
                <a:latin typeface="SourceCodePro"/>
              </a:rPr>
              <a:t>  return false;</a:t>
            </a:r>
            <a:endParaRPr lang="de-DE" sz="1700" b="0" u="none" strike="noStrike">
              <a:solidFill>
                <a:srgbClr val="000000"/>
              </a:solidFill>
              <a:uFillTx/>
              <a:latin typeface="Arial"/>
            </a:endParaRPr>
          </a:p>
          <a:p>
            <a:pPr indent="0" defTabSz="914400">
              <a:lnSpc>
                <a:spcPct val="90000"/>
              </a:lnSpc>
              <a:spcBef>
                <a:spcPts val="610"/>
              </a:spcBef>
              <a:buNone/>
              <a:tabLst>
                <a:tab pos="0" algn="l"/>
              </a:tabLst>
            </a:pPr>
            <a:r>
              <a:rPr lang="de-DE" sz="1700" b="0" u="none" strike="noStrike">
                <a:solidFill>
                  <a:srgbClr val="1E347B"/>
                </a:solidFill>
                <a:uFillTx/>
                <a:latin typeface="SourceCodePro"/>
              </a:rPr>
              <a:t>};</a:t>
            </a:r>
            <a:endParaRPr lang="de-DE" sz="1700" b="0" u="none" strike="noStrike">
              <a:solidFill>
                <a:srgbClr val="000000"/>
              </a:solidFill>
              <a:uFillTx/>
              <a:latin typeface="Arial"/>
            </a:endParaRPr>
          </a:p>
          <a:p>
            <a:pPr indent="0" defTabSz="914400">
              <a:lnSpc>
                <a:spcPct val="90000"/>
              </a:lnSpc>
              <a:spcBef>
                <a:spcPts val="610"/>
              </a:spcBef>
              <a:buNone/>
              <a:tabLst>
                <a:tab pos="0" algn="l"/>
              </a:tabLst>
            </a:pPr>
            <a:r>
              <a:rPr lang="de-DE" sz="1700" b="0" u="none" strike="noStrike">
                <a:solidFill>
                  <a:srgbClr val="1E347B"/>
                </a:solidFill>
                <a:uFillTx/>
                <a:latin typeface="SourceCodePro"/>
              </a:rPr>
              <a:t>// Registrierung in den Routen:</a:t>
            </a:r>
            <a:endParaRPr lang="de-DE" sz="1700" b="0" u="none" strike="noStrike">
              <a:solidFill>
                <a:srgbClr val="000000"/>
              </a:solidFill>
              <a:uFillTx/>
              <a:latin typeface="Arial"/>
            </a:endParaRPr>
          </a:p>
          <a:p>
            <a:pPr indent="0" defTabSz="914400">
              <a:lnSpc>
                <a:spcPct val="90000"/>
              </a:lnSpc>
              <a:spcBef>
                <a:spcPts val="610"/>
              </a:spcBef>
              <a:buNone/>
              <a:tabLst>
                <a:tab pos="0" algn="l"/>
              </a:tabLst>
            </a:pPr>
            <a:r>
              <a:rPr lang="de-DE" sz="1700" b="0" u="none" strike="noStrike">
                <a:solidFill>
                  <a:srgbClr val="1E347B"/>
                </a:solidFill>
                <a:uFillTx/>
                <a:latin typeface="SourceCodePro"/>
              </a:rPr>
              <a:t>{ path: 'customer', component: CustomerListComponent, canActivate: [authGuard] }</a:t>
            </a:r>
            <a:endParaRPr lang="de-DE" sz="1700" b="0" u="none" strike="noStrike">
              <a:solidFill>
                <a:srgbClr val="000000"/>
              </a:solidFill>
              <a:uFillTx/>
              <a:latin typeface="Arial"/>
            </a:endParaRP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10"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Funktionale HTTP-Interceptors</a:t>
            </a:r>
            <a:endParaRPr lang="de-DE" sz="4400" b="0" u="none" strike="noStrike">
              <a:solidFill>
                <a:srgbClr val="000000"/>
              </a:solidFill>
              <a:uFillTx/>
              <a:latin typeface="Arial"/>
            </a:endParaRPr>
          </a:p>
        </p:txBody>
      </p:sp>
      <p:sp>
        <p:nvSpPr>
          <p:cNvPr id="811"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a:bodyPr>
          <a:lstStyle/>
          <a:p>
            <a:pPr indent="0" defTabSz="914400">
              <a:lnSpc>
                <a:spcPct val="90000"/>
              </a:lnSpc>
              <a:spcBef>
                <a:spcPts val="610"/>
              </a:spcBef>
              <a:buNone/>
              <a:tabLst>
                <a:tab pos="0" algn="l"/>
              </a:tabLst>
            </a:pPr>
            <a:r>
              <a:rPr lang="de-DE" sz="1700" b="0" u="none" strike="noStrike">
                <a:solidFill>
                  <a:srgbClr val="1E347B"/>
                </a:solidFill>
                <a:uFillTx/>
                <a:latin typeface="SourceCodePro"/>
              </a:rPr>
              <a:t>export const loggingInterceptor: HttpInterceptorFn = (req, next) =&gt; {</a:t>
            </a:r>
            <a:endParaRPr lang="de-DE" sz="1700" b="0" u="none" strike="noStrike">
              <a:solidFill>
                <a:srgbClr val="000000"/>
              </a:solidFill>
              <a:uFillTx/>
              <a:latin typeface="Arial"/>
            </a:endParaRPr>
          </a:p>
          <a:p>
            <a:pPr indent="0" defTabSz="914400">
              <a:lnSpc>
                <a:spcPct val="90000"/>
              </a:lnSpc>
              <a:spcBef>
                <a:spcPts val="610"/>
              </a:spcBef>
              <a:buNone/>
              <a:tabLst>
                <a:tab pos="0" algn="l"/>
              </a:tabLst>
            </a:pPr>
            <a:r>
              <a:rPr lang="de-DE" sz="1700" b="0" u="none" strike="noStrike">
                <a:solidFill>
                  <a:srgbClr val="1E347B"/>
                </a:solidFill>
                <a:uFillTx/>
                <a:latin typeface="SourceCodePro"/>
              </a:rPr>
              <a:t>  console.log(`[HTTP] ${req.method} ${req.url} gestartet`);</a:t>
            </a:r>
            <a:endParaRPr lang="de-DE" sz="1700" b="0" u="none" strike="noStrike">
              <a:solidFill>
                <a:srgbClr val="000000"/>
              </a:solidFill>
              <a:uFillTx/>
              <a:latin typeface="Arial"/>
            </a:endParaRPr>
          </a:p>
          <a:p>
            <a:pPr indent="0" defTabSz="914400">
              <a:lnSpc>
                <a:spcPct val="90000"/>
              </a:lnSpc>
              <a:spcBef>
                <a:spcPts val="610"/>
              </a:spcBef>
              <a:buNone/>
              <a:tabLst>
                <a:tab pos="0" algn="l"/>
              </a:tabLst>
            </a:pPr>
            <a:r>
              <a:rPr lang="de-DE" sz="1700" b="0" u="none" strike="noStrike">
                <a:solidFill>
                  <a:srgbClr val="1E347B"/>
                </a:solidFill>
                <a:uFillTx/>
                <a:latin typeface="SourceCodePro"/>
              </a:rPr>
              <a:t>  return next(req);</a:t>
            </a:r>
            <a:endParaRPr lang="de-DE" sz="1700" b="0" u="none" strike="noStrike">
              <a:solidFill>
                <a:srgbClr val="000000"/>
              </a:solidFill>
              <a:uFillTx/>
              <a:latin typeface="Arial"/>
            </a:endParaRPr>
          </a:p>
          <a:p>
            <a:pPr indent="0" defTabSz="914400">
              <a:lnSpc>
                <a:spcPct val="90000"/>
              </a:lnSpc>
              <a:spcBef>
                <a:spcPts val="610"/>
              </a:spcBef>
              <a:buNone/>
              <a:tabLst>
                <a:tab pos="0" algn="l"/>
              </a:tabLst>
            </a:pPr>
            <a:r>
              <a:rPr lang="de-DE" sz="1700" b="0" u="none" strike="noStrike">
                <a:solidFill>
                  <a:srgbClr val="1E347B"/>
                </a:solidFill>
                <a:uFillTx/>
                <a:latin typeface="SourceCodePro"/>
              </a:rPr>
              <a:t>};</a:t>
            </a:r>
            <a:endParaRPr lang="de-DE" sz="1700" b="0" u="none" strike="noStrike">
              <a:solidFill>
                <a:srgbClr val="000000"/>
              </a:solidFill>
              <a:uFillTx/>
              <a:latin typeface="Arial"/>
            </a:endParaRPr>
          </a:p>
          <a:p>
            <a:pPr indent="0" defTabSz="914400">
              <a:lnSpc>
                <a:spcPct val="90000"/>
              </a:lnSpc>
              <a:spcBef>
                <a:spcPts val="610"/>
              </a:spcBef>
              <a:buNone/>
              <a:tabLst>
                <a:tab pos="0" algn="l"/>
              </a:tabLst>
            </a:pPr>
            <a:r>
              <a:rPr lang="de-DE" sz="1700" b="0" u="none" strike="noStrike">
                <a:solidFill>
                  <a:srgbClr val="1E347B"/>
                </a:solidFill>
                <a:uFillTx/>
                <a:latin typeface="SourceCodePro"/>
              </a:rPr>
              <a:t>// Registrierung in main.ts:</a:t>
            </a:r>
            <a:endParaRPr lang="de-DE" sz="1700" b="0" u="none" strike="noStrike">
              <a:solidFill>
                <a:srgbClr val="000000"/>
              </a:solidFill>
              <a:uFillTx/>
              <a:latin typeface="Arial"/>
            </a:endParaRPr>
          </a:p>
          <a:p>
            <a:pPr indent="0" defTabSz="914400">
              <a:lnSpc>
                <a:spcPct val="90000"/>
              </a:lnSpc>
              <a:spcBef>
                <a:spcPts val="610"/>
              </a:spcBef>
              <a:buNone/>
              <a:tabLst>
                <a:tab pos="0" algn="l"/>
              </a:tabLst>
            </a:pPr>
            <a:r>
              <a:rPr lang="de-DE" sz="1700" b="0" u="none" strike="noStrike">
                <a:solidFill>
                  <a:srgbClr val="1E347B"/>
                </a:solidFill>
                <a:uFillTx/>
                <a:latin typeface="SourceCodePro"/>
              </a:rPr>
              <a:t>provideHttpClient(withInterceptors([loggingInterceptor]))</a:t>
            </a:r>
            <a:endParaRPr lang="de-DE" sz="1700" b="0" u="none" strike="noStrike">
              <a:solidFill>
                <a:srgbClr val="000000"/>
              </a:solidFill>
              <a:uFillTx/>
              <a:latin typeface="Arial"/>
            </a:endParaRPr>
          </a:p>
          <a:p>
            <a:pPr indent="0" defTabSz="914400">
              <a:lnSpc>
                <a:spcPct val="90000"/>
              </a:lnSpc>
              <a:spcBef>
                <a:spcPts val="610"/>
              </a:spcBef>
              <a:buNone/>
              <a:tabLst>
                <a:tab pos="0" algn="l"/>
              </a:tabLst>
            </a:pPr>
            <a:r>
              <a:rPr lang="de-DE" sz="1700" b="0" u="none" strike="noStrike">
                <a:solidFill>
                  <a:srgbClr val="1E347B"/>
                </a:solidFill>
                <a:uFillTx/>
                <a:latin typeface="SourceCodePro"/>
              </a:rPr>
              <a:t>Vorteile: keine Klasse/Interface nötig, inject() funktioniert auch hier,</a:t>
            </a:r>
            <a:endParaRPr lang="de-DE" sz="1700" b="0" u="none" strike="noStrike">
              <a:solidFill>
                <a:srgbClr val="000000"/>
              </a:solidFill>
              <a:uFillTx/>
              <a:latin typeface="Arial"/>
            </a:endParaRPr>
          </a:p>
          <a:p>
            <a:pPr indent="0" defTabSz="914400">
              <a:lnSpc>
                <a:spcPct val="90000"/>
              </a:lnSpc>
              <a:spcBef>
                <a:spcPts val="610"/>
              </a:spcBef>
              <a:buNone/>
              <a:tabLst>
                <a:tab pos="0" algn="l"/>
              </a:tabLst>
            </a:pPr>
            <a:r>
              <a:rPr lang="de-DE" sz="1700" b="0" u="none" strike="noStrike">
                <a:solidFill>
                  <a:srgbClr val="1E347B"/>
                </a:solidFill>
                <a:uFillTx/>
                <a:latin typeface="SourceCodePro"/>
              </a:rPr>
              <a:t>mehrere Guards/Interceptors einfach als Array kombinierbar</a:t>
            </a:r>
            <a:endParaRPr lang="de-DE" sz="1700" b="0" u="none" strike="noStrike">
              <a:solidFill>
                <a:srgbClr val="000000"/>
              </a:solidFill>
              <a:uFillTx/>
              <a:latin typeface="Arial"/>
            </a:endParaRP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10"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Übung 25: Funktionale Guards &amp; Interceptors</a:t>
            </a:r>
            <a:endParaRPr lang="de-DE" sz="4400" b="0" u="none" strike="noStrike">
              <a:solidFill>
                <a:srgbClr val="000000"/>
              </a:solidFill>
              <a:uFillTx/>
              <a:latin typeface="Arial"/>
            </a:endParaRPr>
          </a:p>
        </p:txBody>
      </p:sp>
      <p:sp>
        <p:nvSpPr>
          <p:cNvPr id="811"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a:bodyPr>
          <a:lstStyle/>
          <a:p>
            <a:pPr indent="0" defTabSz="914400">
              <a:lnSpc>
                <a:spcPct val="90000"/>
              </a:lnSpc>
              <a:spcBef>
                <a:spcPts val="610"/>
              </a:spcBef>
              <a:buNone/>
              <a:tabLst>
                <a:tab pos="0" algn="l"/>
              </a:tabLst>
            </a:pPr>
            <a:r>
              <a:rPr lang="de-DE" sz="1700" b="0" u="none" strike="noStrike">
                <a:solidFill>
                  <a:srgbClr val="1E347B"/>
                </a:solidFill>
                <a:uFillTx/>
                <a:latin typeface="SourceCodePro"/>
              </a:rPr>
              <a:t>Erstelle einen AuthService mit Login-Status als Signal</a:t>
            </a:r>
            <a:endParaRPr lang="de-DE" sz="1700" b="0" u="none" strike="noStrike">
              <a:solidFill>
                <a:srgbClr val="000000"/>
              </a:solidFill>
              <a:uFillTx/>
              <a:latin typeface="Arial"/>
            </a:endParaRPr>
          </a:p>
          <a:p>
            <a:pPr indent="0" defTabSz="914400">
              <a:lnSpc>
                <a:spcPct val="90000"/>
              </a:lnSpc>
              <a:spcBef>
                <a:spcPts val="610"/>
              </a:spcBef>
              <a:buNone/>
              <a:tabLst>
                <a:tab pos="0" algn="l"/>
              </a:tabLst>
            </a:pPr>
            <a:r>
              <a:rPr lang="de-DE" sz="1700" b="0" u="none" strike="noStrike">
                <a:solidFill>
                  <a:srgbClr val="1E347B"/>
                </a:solidFill>
                <a:uFillTx/>
                <a:latin typeface="SourceCodePro"/>
              </a:rPr>
              <a:t>Erstelle den funktionalen Guard authGuard (CanActivateFn)</a:t>
            </a:r>
            <a:endParaRPr lang="de-DE" sz="1700" b="0" u="none" strike="noStrike">
              <a:solidFill>
                <a:srgbClr val="000000"/>
              </a:solidFill>
              <a:uFillTx/>
              <a:latin typeface="Arial"/>
            </a:endParaRPr>
          </a:p>
          <a:p>
            <a:pPr indent="0" defTabSz="914400">
              <a:lnSpc>
                <a:spcPct val="90000"/>
              </a:lnSpc>
              <a:spcBef>
                <a:spcPts val="610"/>
              </a:spcBef>
              <a:buNone/>
              <a:tabLst>
                <a:tab pos="0" algn="l"/>
              </a:tabLst>
            </a:pPr>
            <a:r>
              <a:rPr lang="de-DE" sz="1700" b="0" u="none" strike="noStrike">
                <a:solidFill>
                  <a:srgbClr val="1E347B"/>
                </a:solidFill>
                <a:uFillTx/>
                <a:latin typeface="SourceCodePro"/>
              </a:rPr>
              <a:t>Schütze die Routen customer und customer/:id mit canActivate: [authGuard]</a:t>
            </a:r>
            <a:endParaRPr lang="de-DE" sz="1700" b="0" u="none" strike="noStrike">
              <a:solidFill>
                <a:srgbClr val="000000"/>
              </a:solidFill>
              <a:uFillTx/>
              <a:latin typeface="Arial"/>
            </a:endParaRPr>
          </a:p>
          <a:p>
            <a:pPr indent="0" defTabSz="914400">
              <a:lnSpc>
                <a:spcPct val="90000"/>
              </a:lnSpc>
              <a:spcBef>
                <a:spcPts val="610"/>
              </a:spcBef>
              <a:buNone/>
              <a:tabLst>
                <a:tab pos="0" algn="l"/>
              </a:tabLst>
            </a:pPr>
            <a:r>
              <a:rPr lang="de-DE" sz="1700" b="0" u="none" strike="noStrike">
                <a:solidFill>
                  <a:srgbClr val="1E347B"/>
                </a:solidFill>
                <a:uFillTx/>
                <a:latin typeface="SourceCodePro"/>
              </a:rPr>
              <a:t>Erstelle eine einfache LoginComponent</a:t>
            </a:r>
            <a:endParaRPr lang="de-DE" sz="1700" b="0" u="none" strike="noStrike">
              <a:solidFill>
                <a:srgbClr val="000000"/>
              </a:solidFill>
              <a:uFillTx/>
              <a:latin typeface="Arial"/>
            </a:endParaRPr>
          </a:p>
          <a:p>
            <a:pPr indent="0" defTabSz="914400">
              <a:lnSpc>
                <a:spcPct val="90000"/>
              </a:lnSpc>
              <a:spcBef>
                <a:spcPts val="610"/>
              </a:spcBef>
              <a:buNone/>
              <a:tabLst>
                <a:tab pos="0" algn="l"/>
              </a:tabLst>
            </a:pPr>
            <a:r>
              <a:rPr lang="de-DE" sz="1700" b="0" u="none" strike="noStrike">
                <a:solidFill>
                  <a:srgbClr val="1E347B"/>
                </a:solidFill>
                <a:uFillTx/>
                <a:latin typeface="SourceCodePro"/>
              </a:rPr>
              <a:t>Erstelle den funktionalen Interceptor loggingInterceptor (HttpInterceptorFn)</a:t>
            </a:r>
            <a:endParaRPr lang="de-DE" sz="1700" b="0" u="none" strike="noStrike">
              <a:solidFill>
                <a:srgbClr val="000000"/>
              </a:solidFill>
              <a:uFillTx/>
              <a:latin typeface="Arial"/>
            </a:endParaRPr>
          </a:p>
          <a:p>
            <a:pPr indent="0" defTabSz="914400">
              <a:lnSpc>
                <a:spcPct val="90000"/>
              </a:lnSpc>
              <a:spcBef>
                <a:spcPts val="610"/>
              </a:spcBef>
              <a:buNone/>
              <a:tabLst>
                <a:tab pos="0" algn="l"/>
              </a:tabLst>
            </a:pPr>
            <a:r>
              <a:rPr lang="de-DE" sz="1700" b="0" u="none" strike="noStrike">
                <a:solidFill>
                  <a:srgbClr val="1E347B"/>
                </a:solidFill>
                <a:uFillTx/>
                <a:latin typeface="SourceCodePro"/>
              </a:rPr>
              <a:t>Registriere ihn über provideHttpClient(withInterceptors([...]))</a:t>
            </a:r>
            <a:endParaRPr lang="de-DE" sz="1700" b="0" u="none" strike="noStrike">
              <a:solidFill>
                <a:srgbClr val="000000"/>
              </a:solidFill>
              <a:uFillTx/>
              <a:latin typeface="Arial"/>
            </a:endParaRPr>
          </a:p>
          <a:p>
            <a:pPr indent="0" defTabSz="914400">
              <a:lnSpc>
                <a:spcPct val="90000"/>
              </a:lnSpc>
              <a:spcBef>
                <a:spcPts val="610"/>
              </a:spcBef>
              <a:buNone/>
              <a:tabLst>
                <a:tab pos="0" algn="l"/>
              </a:tabLst>
            </a:pPr>
            <a:r>
              <a:rPr lang="de-DE" sz="1700" b="0" u="none" strike="noStrike">
                <a:solidFill>
                  <a:srgbClr val="1E347B"/>
                </a:solidFill>
                <a:uFillTx/>
                <a:latin typeface="SourceCodePro"/>
              </a:rPr>
              <a:t>Musterlösung: 25_httpInterceptorGuard (baut auf 23_communication auf)</a:t>
            </a:r>
            <a:endParaRPr lang="de-DE" sz="1700" b="0" u="none" strike="noStrike">
              <a:solidFill>
                <a:srgbClr val="000000"/>
              </a:solidFill>
              <a:uFillTx/>
              <a:latin typeface="Arial"/>
            </a:endParaRP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t>Resource API (httpResource &amp; rxResource)</a:t>
            </a:r>
          </a:p>
        </p:txBody>
      </p:sp>
      <p:sp>
        <p:nvSpPr>
          <p:cNvPr id="3" name="Subtitle 2"/>
          <p:cNvSpPr>
            <a:spLocks noGrp="1"/>
          </p:cNvSpPr>
          <p:nvPr>
            <p:ph type="subTitle"/>
          </p:nvPr>
        </p:nvSpPr>
        <p:spPr/>
        <p:txBody>
          <a:bodyPr/>
          <a:lstStyle/>
          <a:p>
            <a:pPr>
              <a:defRPr sz="2000">
                <a:latin typeface="Segoe UI"/>
              </a:defRPr>
            </a:pPr>
            <a:r>
              <a:t>Deklaratives asynchrones Datenladen in Angular 21</a:t>
            </a:r>
          </a:p>
          <a:p>
            <a:pPr>
              <a:defRPr sz="2000">
                <a:latin typeface="Segoe UI"/>
              </a:defRPr>
            </a:pPr>
            <a:r>
              <a:t>Direkte Integration von HTTP-Requests in die Signal-Welt:</a:t>
            </a:r>
          </a:p>
          <a:p>
            <a:pPr>
              <a:defRPr sz="1600">
                <a:latin typeface="Consolas"/>
              </a:defRPr>
            </a:pPr>
            <a:r>
              <a:t>  • httpResource('/api/customer'): Gibt reaktives Resource-Objekt zurück</a:t>
            </a:r>
          </a:p>
          <a:p>
            <a:pPr>
              <a:defRPr sz="1700">
                <a:latin typeface="Segoe UI"/>
              </a:defRPr>
            </a:pPr>
            <a:r>
              <a:t>  • Liefert fertige Signals: .value(), .isLoading(), .error(), .status()</a:t>
            </a:r>
          </a:p>
          <a:p>
            <a:pPr>
              <a:defRPr sz="1700">
                <a:latin typeface="Segoe UI"/>
              </a:defRPr>
            </a:pPr>
            <a:r>
              <a:t>  • Kein manuelles .subscribe(), keine explizite async-Pipe erforderlich</a:t>
            </a:r>
          </a:p>
          <a:p>
            <a:pPr>
              <a:defRPr sz="2000">
                <a:latin typeface="Segoe UI"/>
              </a:defRPr>
            </a:pPr>
            <a:r>
              <a:t>rxResource für dynamische Parameter und RxJS-Streams:</a:t>
            </a:r>
          </a:p>
          <a:p>
            <a:pPr>
              <a:defRPr sz="1700">
                <a:latin typeface="Segoe UI"/>
              </a:defRPr>
            </a:pPr>
            <a:r>
              <a:t>  • Reagiert automatisch auf Signal-Änderungen (z. B. params: () =&gt; this.id())</a:t>
            </a:r>
          </a:p>
          <a:p>
            <a:pPr>
              <a:defRPr sz="1700">
                <a:latin typeface="Segoe UI"/>
              </a:defRPr>
            </a:pPr>
            <a:r>
              <a:t>  • Automatisches Request-Cancelling bei schnellen Parameter-Änderungen</a:t>
            </a:r>
          </a:p>
          <a:p>
            <a:pPr>
              <a:defRPr sz="1700">
                <a:latin typeface="Segoe UI"/>
              </a:defRPr>
            </a:pPr>
            <a:r>
              <a:t>  • Unterstützt Neuladen per .reload() und manuelle Mutation per .set()/.update()</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t>Beispiel: httpResource &amp; rxResource</a:t>
            </a:r>
          </a:p>
        </p:txBody>
      </p:sp>
      <p:sp>
        <p:nvSpPr>
          <p:cNvPr id="3" name="Subtitle 2"/>
          <p:cNvSpPr>
            <a:spLocks noGrp="1"/>
          </p:cNvSpPr>
          <p:nvPr>
            <p:ph type="subTitle"/>
          </p:nvPr>
        </p:nvSpPr>
        <p:spPr/>
        <p:txBody>
          <a:bodyPr/>
          <a:lstStyle/>
          <a:p>
            <a:pPr>
              <a:defRPr sz="1600">
                <a:latin typeface="Consolas"/>
              </a:defRPr>
            </a:pPr>
            <a:r>
              <a:t>// Liste laden mit httpResource in CustomerListComponent:</a:t>
            </a:r>
          </a:p>
          <a:p>
            <a:pPr>
              <a:defRPr sz="1600">
                <a:latin typeface="Consolas"/>
              </a:defRPr>
            </a:pPr>
            <a:r>
              <a:t>customerResource = httpResource&lt;Customer[]&gt;('/api/customer');</a:t>
            </a:r>
          </a:p>
          <a:p>
            <a:pPr>
              <a:defRPr sz="2000">
                <a:latin typeface="Segoe UI"/>
              </a:defRPr>
            </a:pPr>
            <a:r>
              <a:t>customers = this.customerResource.value;</a:t>
            </a:r>
          </a:p>
          <a:p>
            <a:pPr>
              <a:defRPr sz="2000">
                <a:latin typeface="Segoe UI"/>
              </a:defRPr>
            </a:pPr>
            <a:r>
              <a:t>isLoading = this.customerResource.isLoading;</a:t>
            </a:r>
          </a:p>
          <a:p>
            <a:pPr>
              <a:defRPr sz="2000">
                <a:latin typeface="Segoe UI"/>
              </a:defRPr>
            </a:pPr>
          </a:p>
          <a:p>
            <a:pPr>
              <a:defRPr sz="1600">
                <a:latin typeface="Consolas"/>
              </a:defRPr>
            </a:pPr>
            <a:r>
              <a:t>// Detailansicht mit dynamischer ID per rxResource:</a:t>
            </a:r>
          </a:p>
          <a:p>
            <a:pPr>
              <a:defRPr sz="2000">
                <a:latin typeface="Segoe UI"/>
              </a:defRPr>
            </a:pPr>
            <a:r>
              <a:t>id = input&lt;string&gt;();</a:t>
            </a:r>
          </a:p>
          <a:p>
            <a:pPr>
              <a:defRPr sz="2000">
                <a:latin typeface="Segoe UI"/>
              </a:defRPr>
            </a:pPr>
            <a:r>
              <a:t>customerResource = rxResource({</a:t>
            </a:r>
          </a:p>
          <a:p>
            <a:pPr>
              <a:defRPr sz="2000">
                <a:latin typeface="Segoe UI"/>
              </a:defRPr>
            </a:pPr>
            <a:r>
              <a:t>  params: () =&gt; this.id(),</a:t>
            </a:r>
          </a:p>
          <a:p>
            <a:pPr>
              <a:defRPr sz="2000">
                <a:latin typeface="Segoe UI"/>
              </a:defRPr>
            </a:pPr>
            <a:r>
              <a:t>  stream: ({ params }) =&gt; this.customerService.getById(params!)</a:t>
            </a:r>
          </a:p>
          <a:p>
            <a:pPr>
              <a:defRPr sz="2000">
                <a:latin typeface="Segoe UI"/>
              </a:defRPr>
            </a:pPr>
            <a:r>
              <a:t>});</a:t>
            </a:r>
          </a:p>
          <a:p>
            <a:pPr>
              <a:defRPr sz="2000">
                <a:latin typeface="Segoe UI"/>
              </a:defRPr>
            </a:pPr>
            <a:r>
              <a:t>customer = this.customerResource.value; // Reagiert sofort auf id-Wechsel</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t>Übung 26: Resource API</a:t>
            </a:r>
          </a:p>
        </p:txBody>
      </p:sp>
      <p:sp>
        <p:nvSpPr>
          <p:cNvPr id="3" name="Subtitle 2"/>
          <p:cNvSpPr>
            <a:spLocks noGrp="1"/>
          </p:cNvSpPr>
          <p:nvPr>
            <p:ph type="subTitle"/>
          </p:nvPr>
        </p:nvSpPr>
        <p:spPr/>
        <p:txBody>
          <a:bodyPr/>
          <a:lstStyle/>
          <a:p>
            <a:pPr>
              <a:defRPr sz="2000" b="1">
                <a:latin typeface="Segoe UI"/>
              </a:defRPr>
            </a:pPr>
            <a:r>
              <a:t>Öffne das Projekt 26_resourceApi</a:t>
            </a:r>
          </a:p>
          <a:p>
            <a:pPr>
              <a:defRPr sz="1600">
                <a:latin typeface="Consolas"/>
              </a:defRPr>
            </a:pPr>
            <a:r>
              <a:t>1. Kundenliste auf httpResource umstellen:</a:t>
            </a:r>
          </a:p>
          <a:p>
            <a:pPr>
              <a:defRPr sz="1600">
                <a:latin typeface="Consolas"/>
              </a:defRPr>
            </a:pPr>
            <a:r>
              <a:t>   • Verwende httpResource in CustomerListComponent für das Laden der Kunden</a:t>
            </a:r>
          </a:p>
          <a:p>
            <a:pPr>
              <a:defRPr sz="1700">
                <a:latin typeface="Segoe UI"/>
              </a:defRPr>
            </a:pPr>
            <a:r>
              <a:t>   • Zeige im Template Ladezustand (@if isLoading()) und Fehler an</a:t>
            </a:r>
          </a:p>
          <a:p>
            <a:pPr>
              <a:defRPr sz="2000" b="1">
                <a:latin typeface="Segoe UI"/>
              </a:defRPr>
            </a:pPr>
            <a:r>
              <a:t>2. Detailansicht auf rxResource umstellen:</a:t>
            </a:r>
          </a:p>
          <a:p>
            <a:pPr>
              <a:defRPr sz="1700">
                <a:latin typeface="Segoe UI"/>
              </a:defRPr>
            </a:pPr>
            <a:r>
              <a:t>   • Binde das Laden der Kundendetails an das Signal-Input id per rxResource</a:t>
            </a:r>
          </a:p>
          <a:p>
            <a:pPr>
              <a:defRPr sz="1700">
                <a:latin typeface="Segoe UI"/>
              </a:defRPr>
            </a:pPr>
            <a:r>
              <a:t>   • Entferne manuelle effect()-Aufrufe für das Nachladen bei ID-Änderung</a:t>
            </a:r>
          </a:p>
          <a:p>
            <a:pPr>
              <a:defRPr sz="2000" b="1">
                <a:latin typeface="Segoe UI"/>
              </a:defRPr>
            </a:pPr>
            <a:r>
              <a:t>3. Teste das Verhalten im Browser:</a:t>
            </a:r>
          </a:p>
          <a:p>
            <a:pPr>
              <a:defRPr sz="1700">
                <a:latin typeface="Segoe UI"/>
              </a:defRPr>
            </a:pPr>
            <a:r>
              <a:t>   • Wechsle zwischen verschiedenen Kunden und beobachte die reaktive Aktualisierung</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t>Bild-Optimierung mit NgOptimizedImage</a:t>
            </a:r>
          </a:p>
        </p:txBody>
      </p:sp>
      <p:sp>
        <p:nvSpPr>
          <p:cNvPr id="3" name="Subtitle 2"/>
          <p:cNvSpPr>
            <a:spLocks noGrp="1"/>
          </p:cNvSpPr>
          <p:nvPr>
            <p:ph type="subTitle"/>
          </p:nvPr>
        </p:nvSpPr>
        <p:spPr/>
        <p:txBody>
          <a:bodyPr/>
          <a:lstStyle/>
          <a:p>
            <a:pPr>
              <a:defRPr sz="2000">
                <a:latin typeface="Segoe UI"/>
              </a:defRPr>
            </a:pPr>
            <a:r>
              <a:t>Direktive NgOptimizedImage aus @angular/common für Web-Performance</a:t>
            </a:r>
          </a:p>
          <a:p>
            <a:pPr>
              <a:defRPr sz="2000">
                <a:latin typeface="Segoe UI"/>
              </a:defRPr>
            </a:pPr>
            <a:r>
              <a:t>Vermeidung von Cumulative Layout Shift (CLS):</a:t>
            </a:r>
          </a:p>
          <a:p>
            <a:pPr>
              <a:defRPr sz="1700">
                <a:latin typeface="Segoe UI"/>
              </a:defRPr>
            </a:pPr>
            <a:r>
              <a:t>  • Verpflichtende Angabe von width und height (oder fill-Modus)</a:t>
            </a:r>
          </a:p>
          <a:p>
            <a:pPr>
              <a:defRPr sz="1700">
                <a:latin typeface="Segoe UI"/>
              </a:defRPr>
            </a:pPr>
            <a:r>
              <a:t>  • Browser reserviert sofort den passenden Platz im Layout</a:t>
            </a:r>
          </a:p>
          <a:p>
            <a:pPr>
              <a:defRPr sz="2000">
                <a:latin typeface="Segoe UI"/>
              </a:defRPr>
            </a:pPr>
            <a:r>
              <a:t>Automatische Lade-Optimierung:</a:t>
            </a:r>
          </a:p>
          <a:p>
            <a:pPr>
              <a:defRPr sz="1700">
                <a:latin typeface="Segoe UI"/>
              </a:defRPr>
            </a:pPr>
            <a:r>
              <a:t>  • Standardmäßig Lazy Loading (Bilder laden erst, wenn sie ins Sichtfeld scrollen)</a:t>
            </a:r>
          </a:p>
          <a:p>
            <a:pPr>
              <a:defRPr sz="1700">
                <a:latin typeface="Segoe UI"/>
              </a:defRPr>
            </a:pPr>
            <a:r>
              <a:t>  • priority-Attribut für wichtige Hero-/LCP-Bilder (Largest Contentful Paint)</a:t>
            </a:r>
          </a:p>
          <a:p>
            <a:pPr>
              <a:defRPr sz="1700">
                <a:latin typeface="Segoe UI"/>
              </a:defRPr>
            </a:pPr>
            <a:r>
              <a:t>  • Automatisches Erzeugen von srcset für hochauflösende Displays (Retina)</a:t>
            </a:r>
          </a:p>
          <a:p>
            <a:pPr>
              <a:defRPr sz="2000">
                <a:latin typeface="Segoe UI"/>
              </a:defRPr>
            </a:pPr>
            <a:r>
              <a:t>Integration mit CDNs (Cloudinary, Imgix) über provideImageLoader()</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t>Beispiel: NgOptimizedImage</a:t>
            </a:r>
          </a:p>
        </p:txBody>
      </p:sp>
      <p:sp>
        <p:nvSpPr>
          <p:cNvPr id="3" name="Subtitle 2"/>
          <p:cNvSpPr>
            <a:spLocks noGrp="1"/>
          </p:cNvSpPr>
          <p:nvPr>
            <p:ph type="subTitle"/>
          </p:nvPr>
        </p:nvSpPr>
        <p:spPr/>
        <p:txBody>
          <a:bodyPr/>
          <a:lstStyle/>
          <a:p>
            <a:pPr>
              <a:defRPr sz="1600">
                <a:latin typeface="Consolas"/>
              </a:defRPr>
            </a:pPr>
            <a:r>
              <a:t>// 1. Direktive in Standalone-Komponente importieren:</a:t>
            </a:r>
          </a:p>
          <a:p>
            <a:pPr>
              <a:defRPr sz="2000">
                <a:latin typeface="Segoe UI"/>
              </a:defRPr>
            </a:pPr>
            <a:r>
              <a:t>import { NgOptimizedImage } from '@angular/common';</a:t>
            </a:r>
          </a:p>
          <a:p>
            <a:pPr>
              <a:defRPr sz="2000">
                <a:latin typeface="Segoe UI"/>
              </a:defRPr>
            </a:pPr>
          </a:p>
          <a:p>
            <a:pPr>
              <a:defRPr sz="2000">
                <a:latin typeface="Segoe UI"/>
              </a:defRPr>
            </a:pPr>
            <a:r>
              <a:t>@Component({</a:t>
            </a:r>
          </a:p>
          <a:p>
            <a:pPr>
              <a:defRPr sz="2000">
                <a:latin typeface="Segoe UI"/>
              </a:defRPr>
            </a:pPr>
            <a:r>
              <a:t>  standalone: true,</a:t>
            </a:r>
          </a:p>
          <a:p>
            <a:pPr>
              <a:defRPr sz="2000">
                <a:latin typeface="Segoe UI"/>
              </a:defRPr>
            </a:pPr>
            <a:r>
              <a:t>  imports: [NgOptimizedImage],</a:t>
            </a:r>
          </a:p>
          <a:p>
            <a:pPr>
              <a:defRPr sz="2000">
                <a:latin typeface="Segoe UI"/>
              </a:defRPr>
            </a:pPr>
            <a:r>
              <a:t>  template: `</a:t>
            </a:r>
          </a:p>
          <a:p>
            <a:pPr>
              <a:defRPr sz="2000">
                <a:latin typeface="Segoe UI"/>
              </a:defRPr>
            </a:pPr>
            <a:r>
              <a:t>    &lt;!-- Feste Dimensionen verhindern Layout Shift --&gt;</a:t>
            </a:r>
          </a:p>
          <a:p>
            <a:pPr>
              <a:defRPr sz="2000">
                <a:latin typeface="Segoe UI"/>
              </a:defRPr>
            </a:pPr>
            <a:r>
              <a:t>    &lt;img [ngSrc]="customer().imageUrl" width="200" height="200" priority&gt;</a:t>
            </a:r>
          </a:p>
          <a:p>
            <a:pPr>
              <a:defRPr sz="2000">
                <a:latin typeface="Segoe UI"/>
              </a:defRPr>
            </a:pPr>
            <a:r>
              <a:t>  `</a:t>
            </a:r>
          </a:p>
          <a:p>
            <a:pPr>
              <a:defRPr sz="2000">
                <a:latin typeface="Segoe UI"/>
              </a:defRPr>
            </a:pPr>
            <a:r>
              <a:t>})</a:t>
            </a:r>
          </a:p>
          <a:p>
            <a:pPr>
              <a:defRPr sz="2000">
                <a:latin typeface="Segoe UI"/>
              </a:defRPr>
            </a:pPr>
            <a:r>
              <a:t>export class CustomerDetailsComponent {}</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t>Übung 27: NgOptimizedImage</a:t>
            </a:r>
          </a:p>
        </p:txBody>
      </p:sp>
      <p:sp>
        <p:nvSpPr>
          <p:cNvPr id="3" name="Subtitle 2"/>
          <p:cNvSpPr>
            <a:spLocks noGrp="1"/>
          </p:cNvSpPr>
          <p:nvPr>
            <p:ph type="subTitle"/>
          </p:nvPr>
        </p:nvSpPr>
        <p:spPr/>
        <p:txBody>
          <a:bodyPr/>
          <a:lstStyle/>
          <a:p>
            <a:pPr>
              <a:defRPr sz="2000" b="1">
                <a:latin typeface="Segoe UI"/>
              </a:defRPr>
            </a:pPr>
            <a:r>
              <a:t>Öffne das Projekt 27_ngOptimizedImage</a:t>
            </a:r>
          </a:p>
          <a:p>
            <a:pPr>
              <a:defRPr sz="2000" b="1">
                <a:latin typeface="Segoe UI"/>
              </a:defRPr>
            </a:pPr>
            <a:r>
              <a:t>1. NgOptimizedImage in CustomerDetailsComponent einbinden:</a:t>
            </a:r>
          </a:p>
          <a:p>
            <a:pPr>
              <a:defRPr sz="1700">
                <a:latin typeface="Segoe UI"/>
              </a:defRPr>
            </a:pPr>
            <a:r>
              <a:t>   • Importiere NgOptimizedImage aus @angular/common im imports-Array</a:t>
            </a:r>
          </a:p>
          <a:p>
            <a:pPr>
              <a:defRPr sz="1700">
                <a:latin typeface="Segoe UI"/>
              </a:defRPr>
            </a:pPr>
            <a:r>
              <a:t>   • Ersetze [src] durch [ngSrc] für das Kundenbild</a:t>
            </a:r>
          </a:p>
          <a:p>
            <a:pPr>
              <a:defRPr sz="1700">
                <a:latin typeface="Segoe UI"/>
              </a:defRPr>
            </a:pPr>
            <a:r>
              <a:t>   • Setze explizite Dimensionen width="200" und height="200"</a:t>
            </a:r>
          </a:p>
          <a:p>
            <a:pPr>
              <a:defRPr sz="1700">
                <a:latin typeface="Segoe UI"/>
              </a:defRPr>
            </a:pPr>
            <a:r>
              <a:t>   • Ergänze das Attribut priority für das Detailbild</a:t>
            </a:r>
          </a:p>
          <a:p>
            <a:pPr>
              <a:defRPr sz="2000" b="1">
                <a:latin typeface="Segoe UI"/>
              </a:defRPr>
            </a:pPr>
            <a:r>
              <a:t>2. Überprüfe das Verhalten:</a:t>
            </a:r>
          </a:p>
          <a:p>
            <a:pPr>
              <a:defRPr sz="1700">
                <a:latin typeface="Segoe UI"/>
              </a:defRPr>
            </a:pPr>
            <a:r>
              <a:t>   • Öffne die Browser-Entwicklertools (Konsole &amp; Network-Tab)</a:t>
            </a:r>
          </a:p>
          <a:p>
            <a:pPr>
              <a:defRPr sz="1700">
                <a:latin typeface="Segoe UI"/>
              </a:defRPr>
            </a:pPr>
            <a:r>
              <a:t>   • Beobachte, dass Angular keine CLS-Warnungen mehr meldet</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t>Signal Queries: viewChild &amp; contentChild</a:t>
            </a:r>
          </a:p>
        </p:txBody>
      </p:sp>
      <p:sp>
        <p:nvSpPr>
          <p:cNvPr id="3" name="Subtitle 2"/>
          <p:cNvSpPr>
            <a:spLocks noGrp="1"/>
          </p:cNvSpPr>
          <p:nvPr>
            <p:ph type="subTitle"/>
          </p:nvPr>
        </p:nvSpPr>
        <p:spPr/>
        <p:txBody>
          <a:bodyPr/>
          <a:lstStyle/>
          <a:p>
            <a:pPr>
              <a:defRPr sz="2000">
                <a:latin typeface="Segoe UI"/>
              </a:defRPr>
            </a:pPr>
            <a:r>
              <a:t>Signal-basierte DOM- und Komponenten-Abfragen ab Angular 17.2+</a:t>
            </a:r>
          </a:p>
          <a:p>
            <a:pPr>
              <a:defRPr sz="2000">
                <a:latin typeface="Segoe UI"/>
              </a:defRPr>
            </a:pPr>
            <a:r>
              <a:t>Ersatz für klassische Dekoratoren (@ViewChild, @ViewChildren, @ContentChild):</a:t>
            </a:r>
          </a:p>
          <a:p>
            <a:pPr>
              <a:defRPr sz="1700">
                <a:latin typeface="Segoe UI"/>
              </a:defRPr>
            </a:pPr>
            <a:r>
              <a:t>  • viewChild('refName'): Greift auf ein Element/Komponente im eigenen Template zu</a:t>
            </a:r>
          </a:p>
          <a:p>
            <a:pPr>
              <a:defRPr sz="1700">
                <a:latin typeface="Segoe UI"/>
              </a:defRPr>
            </a:pPr>
            <a:r>
              <a:t>  • contentChild('refName'): Greift auf projizierten Content (&lt;ng-content&gt;) zu</a:t>
            </a:r>
          </a:p>
          <a:p>
            <a:pPr>
              <a:defRPr sz="1700">
                <a:latin typeface="Segoe UI"/>
              </a:defRPr>
            </a:pPr>
            <a:r>
              <a:t>  • viewChildren('refName') / contentChildren(...): Liefert ein Array von Treffern</a:t>
            </a:r>
          </a:p>
          <a:p>
            <a:pPr>
              <a:defRPr sz="2000">
                <a:latin typeface="Segoe UI"/>
              </a:defRPr>
            </a:pPr>
            <a:r>
              <a:t>Vorteile der Signal-Varianten:</a:t>
            </a:r>
          </a:p>
          <a:p>
            <a:pPr>
              <a:defRPr sz="1700">
                <a:latin typeface="Segoe UI"/>
              </a:defRPr>
            </a:pPr>
            <a:r>
              <a:t>  • Typsicher: Liefert ein Signal&lt;T | undefined&gt; oder Signal&lt;T&gt; bei viewChild.required()</a:t>
            </a:r>
          </a:p>
          <a:p>
            <a:pPr>
              <a:defRPr sz="1700">
                <a:latin typeface="Segoe UI"/>
              </a:defRPr>
            </a:pPr>
            <a:r>
              <a:t>  • Kein Lebenszyklus-Zwang: Kein Warten auf ngAfterViewInit nötig</a:t>
            </a:r>
          </a:p>
          <a:p>
            <a:pPr>
              <a:defRPr sz="1700">
                <a:latin typeface="Segoe UI"/>
              </a:defRPr>
            </a:pPr>
            <a:r>
              <a:t>  • Reaktiv: Kann direkt in computed() oder effect() verwendet werden</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t>Beispiel: DOM-Zugriff mit viewChild()</a:t>
            </a:r>
          </a:p>
        </p:txBody>
      </p:sp>
      <p:sp>
        <p:nvSpPr>
          <p:cNvPr id="3" name="Subtitle 2"/>
          <p:cNvSpPr>
            <a:spLocks noGrp="1"/>
          </p:cNvSpPr>
          <p:nvPr>
            <p:ph type="subTitle"/>
          </p:nvPr>
        </p:nvSpPr>
        <p:spPr/>
        <p:txBody>
          <a:bodyPr/>
          <a:lstStyle/>
          <a:p>
            <a:pPr>
              <a:defRPr sz="1600">
                <a:latin typeface="Consolas"/>
              </a:defRPr>
            </a:pPr>
            <a:r>
              <a:t>// Template mit Referenzvariable #searchInput:</a:t>
            </a:r>
          </a:p>
          <a:p>
            <a:pPr>
              <a:defRPr sz="1600">
                <a:latin typeface="Consolas"/>
              </a:defRPr>
            </a:pPr>
            <a:r>
              <a:t>// &lt;input #searchInput type="text" placeholder="Kunde suchen..."&gt;</a:t>
            </a:r>
          </a:p>
          <a:p>
            <a:pPr>
              <a:defRPr sz="1600">
                <a:latin typeface="Consolas"/>
              </a:defRPr>
            </a:pPr>
            <a:r>
              <a:t>// &lt;button (click)="resetSearch()"&gt;Zurücksetzen&lt;/button&gt;</a:t>
            </a:r>
          </a:p>
          <a:p>
            <a:pPr>
              <a:defRPr sz="2000">
                <a:latin typeface="Segoe UI"/>
              </a:defRPr>
            </a:pPr>
          </a:p>
          <a:p>
            <a:pPr>
              <a:defRPr sz="2000">
                <a:latin typeface="Segoe UI"/>
              </a:defRPr>
            </a:pPr>
            <a:r>
              <a:t>export class CustomerListComponent {</a:t>
            </a:r>
          </a:p>
          <a:p>
            <a:pPr>
              <a:defRPr sz="2000">
                <a:latin typeface="Segoe UI"/>
              </a:defRPr>
            </a:pPr>
            <a:r>
              <a:t>  // Signal Query auf das native Input-Element:</a:t>
            </a:r>
          </a:p>
          <a:p>
            <a:pPr>
              <a:defRPr sz="2000">
                <a:latin typeface="Segoe UI"/>
              </a:defRPr>
            </a:pPr>
            <a:r>
              <a:t>  searchInput = viewChild&lt;ElementRef&lt;HTMLInputElement&gt;&gt;('searchInput');</a:t>
            </a:r>
          </a:p>
          <a:p>
            <a:pPr>
              <a:defRPr sz="2000">
                <a:latin typeface="Segoe UI"/>
              </a:defRPr>
            </a:pPr>
          </a:p>
          <a:p>
            <a:pPr>
              <a:defRPr sz="2000">
                <a:latin typeface="Segoe UI"/>
              </a:defRPr>
            </a:pPr>
            <a:r>
              <a:t>  resetSearch(): void {</a:t>
            </a:r>
          </a:p>
          <a:p>
            <a:pPr>
              <a:defRPr sz="2000">
                <a:latin typeface="Segoe UI"/>
              </a:defRPr>
            </a:pPr>
            <a:r>
              <a:t>    // Direktes Auslesen und Zugriff auf native DOM-Methoden:</a:t>
            </a:r>
          </a:p>
          <a:p>
            <a:pPr>
              <a:defRPr sz="2000">
                <a:latin typeface="Segoe UI"/>
              </a:defRPr>
            </a:pPr>
            <a:r>
              <a:t>    const input = this.searchInput()?.nativeElement;</a:t>
            </a:r>
          </a:p>
          <a:p>
            <a:pPr>
              <a:defRPr sz="2000">
                <a:latin typeface="Segoe UI"/>
              </a:defRPr>
            </a:pPr>
            <a:r>
              <a:t>    if (input) {</a:t>
            </a:r>
          </a:p>
          <a:p>
            <a:pPr>
              <a:defRPr sz="2000">
                <a:latin typeface="Segoe UI"/>
              </a:defRPr>
            </a:pPr>
            <a:r>
              <a:t>      input.value = '';</a:t>
            </a:r>
          </a:p>
          <a:p>
            <a:pPr>
              <a:defRPr sz="2000">
                <a:latin typeface="Segoe UI"/>
              </a:defRPr>
            </a:pPr>
            <a:r>
              <a:t>      input.focus(); // Fokus zurück auf das Suchfeld setzen</a:t>
            </a:r>
          </a:p>
          <a:p>
            <a:pPr>
              <a:defRPr sz="2000">
                <a:latin typeface="Segoe UI"/>
              </a:defRPr>
            </a:pPr>
            <a:r>
              <a:t>    }</a:t>
            </a:r>
          </a:p>
          <a:p>
            <a:pPr>
              <a:defRPr sz="2000">
                <a:latin typeface="Segoe UI"/>
              </a:defRPr>
            </a:pPr>
            <a:r>
              <a:t>  }</a:t>
            </a:r>
          </a:p>
          <a:p>
            <a:pPr>
              <a:defRPr sz="2000">
                <a:latin typeface="Segoe UI"/>
              </a:defRPr>
            </a:pPr>
            <a:r>
              <a:t>}</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t>Übung 28: viewChild()</a:t>
            </a:r>
          </a:p>
        </p:txBody>
      </p:sp>
      <p:sp>
        <p:nvSpPr>
          <p:cNvPr id="3" name="Subtitle 2"/>
          <p:cNvSpPr>
            <a:spLocks noGrp="1"/>
          </p:cNvSpPr>
          <p:nvPr>
            <p:ph type="subTitle"/>
          </p:nvPr>
        </p:nvSpPr>
        <p:spPr/>
        <p:txBody>
          <a:bodyPr/>
          <a:lstStyle/>
          <a:p>
            <a:pPr>
              <a:defRPr sz="2000" b="1">
                <a:latin typeface="Segoe UI"/>
              </a:defRPr>
            </a:pPr>
            <a:r>
              <a:t>Öffne das Projekt 28_viewChild</a:t>
            </a:r>
          </a:p>
          <a:p>
            <a:pPr>
              <a:defRPr sz="2000" b="1">
                <a:latin typeface="Segoe UI"/>
              </a:defRPr>
            </a:pPr>
            <a:r>
              <a:t>1. Suchfeld in CustomerListComponent ergänzen:</a:t>
            </a:r>
          </a:p>
          <a:p>
            <a:pPr>
              <a:defRPr sz="1700">
                <a:latin typeface="Segoe UI"/>
              </a:defRPr>
            </a:pPr>
            <a:r>
              <a:t>   • Füge ein Eingabefeld mit Template-Variable #searchInput ein</a:t>
            </a:r>
          </a:p>
          <a:p>
            <a:pPr>
              <a:defRPr sz="1700">
                <a:latin typeface="Segoe UI"/>
              </a:defRPr>
            </a:pPr>
            <a:r>
              <a:t>   • Deklariere searchInput = viewChild&lt;ElementRef&gt;('searchInput')</a:t>
            </a:r>
          </a:p>
          <a:p>
            <a:pPr>
              <a:defRPr sz="2000" b="1">
                <a:latin typeface="Segoe UI"/>
              </a:defRPr>
            </a:pPr>
            <a:r>
              <a:t>2. Filterlogik und Fokus-Steuerung umsetzen:</a:t>
            </a:r>
          </a:p>
          <a:p>
            <a:pPr>
              <a:defRPr sz="1700">
                <a:latin typeface="Segoe UI"/>
              </a:defRPr>
            </a:pPr>
            <a:r>
              <a:t>   • Filtere die angezeigte Kundenliste dynamisch nach dem eingegebenen Namen</a:t>
            </a:r>
          </a:p>
          <a:p>
            <a:pPr>
              <a:defRPr sz="1700">
                <a:latin typeface="Segoe UI"/>
              </a:defRPr>
            </a:pPr>
            <a:r>
              <a:t>   • Erstelle einen Button 'Filter löschen', der den Text leert und per searchInput().nativeElement.focus() den Fokus setzt</a:t>
            </a:r>
          </a:p>
          <a:p>
            <a:pPr>
              <a:defRPr sz="2000" b="1">
                <a:latin typeface="Segoe UI"/>
              </a:defRPr>
            </a:pPr>
            <a:r>
              <a:t>3. Teste im Browser:</a:t>
            </a:r>
          </a:p>
          <a:p>
            <a:pPr>
              <a:defRPr sz="1700">
                <a:latin typeface="Segoe UI"/>
              </a:defRPr>
            </a:pPr>
            <a:r>
              <a:t>   • Filtere nach einem Kunden und prüfe das Zurücksetzen und die Fokus-Platzierung</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t>Komponenten-Komposition mit &lt;ng-content&gt;</a:t>
            </a:r>
          </a:p>
        </p:txBody>
      </p:sp>
      <p:sp>
        <p:nvSpPr>
          <p:cNvPr id="3" name="Subtitle 2"/>
          <p:cNvSpPr>
            <a:spLocks noGrp="1"/>
          </p:cNvSpPr>
          <p:nvPr>
            <p:ph type="subTitle"/>
          </p:nvPr>
        </p:nvSpPr>
        <p:spPr/>
        <p:txBody>
          <a:bodyPr/>
          <a:lstStyle/>
          <a:p>
            <a:pPr>
              <a:defRPr sz="2000">
                <a:latin typeface="Segoe UI"/>
              </a:defRPr>
            </a:pPr>
            <a:r>
              <a:t>Content Projection ermöglicht flexible, wiederverwendbare UI-Container</a:t>
            </a:r>
          </a:p>
          <a:p>
            <a:pPr>
              <a:defRPr sz="2000">
                <a:latin typeface="Segoe UI"/>
              </a:defRPr>
            </a:pPr>
            <a:r>
              <a:t>Prinzip: HTML/Komponenten werden von der Elternkomponente an die Kindkomponente übergeben</a:t>
            </a:r>
          </a:p>
          <a:p>
            <a:pPr>
              <a:defRPr sz="2000">
                <a:latin typeface="Segoe UI"/>
              </a:defRPr>
            </a:pPr>
            <a:r>
              <a:t>Vorteile:</a:t>
            </a:r>
          </a:p>
          <a:p>
            <a:pPr>
              <a:defRPr sz="1700">
                <a:latin typeface="Segoe UI"/>
              </a:defRPr>
            </a:pPr>
            <a:r>
              <a:t>  • Höhere Wiederverwendbarkeit (Card, Modal-Dialog, Tabs, Accordion)</a:t>
            </a:r>
          </a:p>
          <a:p>
            <a:pPr>
              <a:defRPr sz="1700">
                <a:latin typeface="Segoe UI"/>
              </a:defRPr>
            </a:pPr>
            <a:r>
              <a:t>  • Trennung von Layout-Struktur und fachlichem Inhalt</a:t>
            </a:r>
          </a:p>
          <a:p>
            <a:pPr>
              <a:defRPr sz="2000">
                <a:latin typeface="Segoe UI"/>
              </a:defRPr>
            </a:pPr>
            <a:r>
              <a:t>Multi-Slot Content Projection mit select-Attribut:</a:t>
            </a:r>
          </a:p>
          <a:p>
            <a:pPr>
              <a:defRPr sz="1700">
                <a:latin typeface="Segoe UI"/>
              </a:defRPr>
            </a:pPr>
            <a:r>
              <a:t>  • &lt;ng-content select="[card-header]"&gt;: Platzhalter für spezifische Bereiche</a:t>
            </a:r>
          </a:p>
          <a:p>
            <a:pPr>
              <a:defRPr sz="1700">
                <a:latin typeface="Segoe UI"/>
              </a:defRPr>
            </a:pPr>
            <a:r>
              <a:t>  • &lt;ng-content&gt;: Default-Platzhalter für den gesamten restlichen Inhalt</a:t>
            </a:r>
          </a:p>
          <a:p>
            <a:pPr>
              <a:defRPr sz="1700">
                <a:latin typeface="Segoe UI"/>
              </a:defRPr>
            </a:pPr>
            <a:r>
              <a:t>  • &lt;ng-content select="[card-footer]"&gt;: Platzhalter für Aktionen / Buttons</a:t>
            </a:r>
          </a:p>
          <a:p>
            <a:pPr>
              <a:defRPr sz="2000">
                <a:latin typeface="Segoe UI"/>
              </a:defRPr>
            </a:pPr>
            <a:r>
              <a:t>Inhalte werden im Kontext der Elternkomponente evaluiert (Scope &amp; Bindings)</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t>Beispiel: Multi-Slot Content Projection</a:t>
            </a:r>
          </a:p>
        </p:txBody>
      </p:sp>
      <p:sp>
        <p:nvSpPr>
          <p:cNvPr id="3" name="Subtitle 2"/>
          <p:cNvSpPr>
            <a:spLocks noGrp="1"/>
          </p:cNvSpPr>
          <p:nvPr>
            <p:ph type="subTitle"/>
          </p:nvPr>
        </p:nvSpPr>
        <p:spPr/>
        <p:txBody>
          <a:bodyPr/>
          <a:lstStyle/>
          <a:p>
            <a:pPr>
              <a:defRPr sz="1600">
                <a:latin typeface="Consolas"/>
              </a:defRPr>
            </a:pPr>
            <a:r>
              <a:t>&lt;!-- Template von CardComponent (app-card): --&gt;</a:t>
            </a:r>
          </a:p>
          <a:p>
            <a:pPr>
              <a:defRPr sz="2000">
                <a:latin typeface="Segoe UI"/>
              </a:defRPr>
            </a:pPr>
            <a:r>
              <a:t>&lt;div class="card"&gt;</a:t>
            </a:r>
          </a:p>
          <a:p>
            <a:pPr>
              <a:defRPr sz="2000">
                <a:latin typeface="Segoe UI"/>
              </a:defRPr>
            </a:pPr>
            <a:r>
              <a:t>  &lt;div class="card-header"&gt;&lt;ng-content select="[card-header]" /&gt;&lt;/div&gt;</a:t>
            </a:r>
          </a:p>
          <a:p>
            <a:pPr>
              <a:defRPr sz="2000">
                <a:latin typeface="Segoe UI"/>
              </a:defRPr>
            </a:pPr>
            <a:r>
              <a:t>  &lt;div class="card-body"&gt;&lt;ng-content /&gt;&lt;/div&gt;</a:t>
            </a:r>
          </a:p>
          <a:p>
            <a:pPr>
              <a:defRPr sz="2000">
                <a:latin typeface="Segoe UI"/>
              </a:defRPr>
            </a:pPr>
            <a:r>
              <a:t>  &lt;div class="card-footer"&gt;&lt;ng-content select="[card-footer]" /&gt;&lt;/div&gt;</a:t>
            </a:r>
          </a:p>
          <a:p>
            <a:pPr>
              <a:defRPr sz="2000">
                <a:latin typeface="Segoe UI"/>
              </a:defRPr>
            </a:pPr>
            <a:r>
              <a:t>&lt;/div&gt;</a:t>
            </a:r>
          </a:p>
          <a:p>
            <a:pPr>
              <a:defRPr sz="2000">
                <a:latin typeface="Segoe UI"/>
              </a:defRPr>
            </a:pPr>
          </a:p>
          <a:p>
            <a:pPr>
              <a:defRPr sz="1600">
                <a:latin typeface="Consolas"/>
              </a:defRPr>
            </a:pPr>
            <a:r>
              <a:t>&lt;!-- Verwendung in CustomerDetailsComponent: --&gt;</a:t>
            </a:r>
          </a:p>
          <a:p>
            <a:pPr>
              <a:defRPr sz="2000">
                <a:latin typeface="Segoe UI"/>
              </a:defRPr>
            </a:pPr>
            <a:r>
              <a:t>&lt;app-card&gt;</a:t>
            </a:r>
          </a:p>
          <a:p>
            <a:pPr>
              <a:defRPr sz="2000">
                <a:latin typeface="Segoe UI"/>
              </a:defRPr>
            </a:pPr>
            <a:r>
              <a:t>  &lt;h3 card-header&gt;Kundendetails&lt;/h3&gt;</a:t>
            </a:r>
          </a:p>
          <a:p>
            <a:pPr>
              <a:defRPr sz="2000">
                <a:latin typeface="Segoe UI"/>
              </a:defRPr>
            </a:pPr>
            <a:r>
              <a:t>  &lt;form #form="ngForm"&gt;&lt;!-- Eingabefelder im Body --&gt;&lt;/form&gt;</a:t>
            </a:r>
          </a:p>
          <a:p>
            <a:pPr>
              <a:defRPr sz="2000">
                <a:latin typeface="Segoe UI"/>
              </a:defRPr>
            </a:pPr>
            <a:r>
              <a:t>  &lt;div card-footer&gt;&lt;button (click)="save()"&gt;Speichern&lt;/button&gt;&lt;/div&gt;</a:t>
            </a:r>
          </a:p>
          <a:p>
            <a:pPr>
              <a:defRPr sz="2000">
                <a:latin typeface="Segoe UI"/>
              </a:defRPr>
            </a:pPr>
            <a:r>
              <a:t>&lt;/app-card&gt;</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t>Übung 29: Content Projection</a:t>
            </a:r>
          </a:p>
        </p:txBody>
      </p:sp>
      <p:sp>
        <p:nvSpPr>
          <p:cNvPr id="3" name="Subtitle 2"/>
          <p:cNvSpPr>
            <a:spLocks noGrp="1"/>
          </p:cNvSpPr>
          <p:nvPr>
            <p:ph type="subTitle"/>
          </p:nvPr>
        </p:nvSpPr>
        <p:spPr/>
        <p:txBody>
          <a:bodyPr/>
          <a:lstStyle/>
          <a:p>
            <a:pPr>
              <a:defRPr sz="2000" b="1">
                <a:latin typeface="Segoe UI"/>
              </a:defRPr>
            </a:pPr>
            <a:r>
              <a:t>Öffne das Projekt 29_contentProjection</a:t>
            </a:r>
          </a:p>
          <a:p>
            <a:pPr>
              <a:defRPr sz="2000" b="1">
                <a:latin typeface="Segoe UI"/>
              </a:defRPr>
            </a:pPr>
            <a:r>
              <a:t>1. Wiederverwendbare Card-Komponente erstellen:</a:t>
            </a:r>
          </a:p>
          <a:p>
            <a:pPr>
              <a:defRPr sz="1700">
                <a:latin typeface="Segoe UI"/>
              </a:defRPr>
            </a:pPr>
            <a:r>
              <a:t>   • Erzeuge CardComponent in src/app/shared/card/</a:t>
            </a:r>
          </a:p>
          <a:p>
            <a:pPr>
              <a:defRPr sz="1700">
                <a:latin typeface="Segoe UI"/>
              </a:defRPr>
            </a:pPr>
            <a:r>
              <a:t>   • Definiere drei Slots mit &lt;ng-content&gt;: [card-header], Default und [card-footer]</a:t>
            </a:r>
          </a:p>
          <a:p>
            <a:pPr>
              <a:defRPr sz="1700">
                <a:latin typeface="Segoe UI"/>
              </a:defRPr>
            </a:pPr>
            <a:r>
              <a:t>   • Gib der Card ein ansprechendes Rahmen- und Schatten-Design per CSS</a:t>
            </a:r>
          </a:p>
          <a:p>
            <a:pPr>
              <a:defRPr sz="2000" b="1">
                <a:latin typeface="Segoe UI"/>
              </a:defRPr>
            </a:pPr>
            <a:r>
              <a:t>2. Card in CustomerDetailsComponent einbinden:</a:t>
            </a:r>
          </a:p>
          <a:p>
            <a:pPr>
              <a:defRPr sz="1700">
                <a:latin typeface="Segoe UI"/>
              </a:defRPr>
            </a:pPr>
            <a:r>
              <a:t>   • Importiere CardComponent und platziere das Detailformular innerhalb von &lt;app-card&gt;</a:t>
            </a:r>
          </a:p>
          <a:p>
            <a:pPr>
              <a:defRPr sz="1700">
                <a:latin typeface="Segoe UI"/>
              </a:defRPr>
            </a:pPr>
            <a:r>
              <a:t>   • Weise Überschrift und Aktions-Buttons den entsprechenden Slots zu</a:t>
            </a:r>
          </a:p>
          <a:p>
            <a:pPr>
              <a:defRPr sz="2000" b="1">
                <a:latin typeface="Segoe UI"/>
              </a:defRPr>
            </a:pPr>
            <a:r>
              <a:t>3. Teste das visuelle Ergebnis im Browser</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t>Server-Side Rendering (SSR) &amp; Hydration</a:t>
            </a:r>
          </a:p>
        </p:txBody>
      </p:sp>
      <p:sp>
        <p:nvSpPr>
          <p:cNvPr id="3" name="Subtitle 2"/>
          <p:cNvSpPr>
            <a:spLocks noGrp="1"/>
          </p:cNvSpPr>
          <p:nvPr>
            <p:ph type="subTitle"/>
          </p:nvPr>
        </p:nvSpPr>
        <p:spPr/>
        <p:txBody>
          <a:bodyPr/>
          <a:lstStyle/>
          <a:p>
            <a:pPr>
              <a:defRPr sz="2000">
                <a:latin typeface="Segoe UI"/>
              </a:defRPr>
            </a:pPr>
            <a:r>
              <a:t>Modernes Rendering-Modell ab Angular 17+ (Standard bei ng new)</a:t>
            </a:r>
          </a:p>
          <a:p>
            <a:pPr>
              <a:defRPr sz="2000">
                <a:latin typeface="Segoe UI"/>
              </a:defRPr>
            </a:pPr>
            <a:r>
              <a:t>Server-Side Rendering (SSR) mit @angular/ssr:</a:t>
            </a:r>
          </a:p>
          <a:p>
            <a:pPr>
              <a:defRPr sz="1700">
                <a:latin typeface="Segoe UI"/>
              </a:defRPr>
            </a:pPr>
            <a:r>
              <a:t>  • Initiales Rendern des HTML auf dem Node.js-Server</a:t>
            </a:r>
          </a:p>
          <a:p>
            <a:pPr>
              <a:defRPr sz="1700">
                <a:latin typeface="Segoe UI"/>
              </a:defRPr>
            </a:pPr>
            <a:r>
              <a:t>  • Schneller First Contentful Paint (FCP) und optimale Suchmaschinen-Indexierung (SEO)</a:t>
            </a:r>
          </a:p>
          <a:p>
            <a:pPr>
              <a:defRPr sz="2000">
                <a:latin typeface="Segoe UI"/>
              </a:defRPr>
            </a:pPr>
            <a:r>
              <a:t>Non-Destructive Hydration:</a:t>
            </a:r>
          </a:p>
          <a:p>
            <a:pPr>
              <a:defRPr sz="1700">
                <a:latin typeface="Segoe UI"/>
              </a:defRPr>
            </a:pPr>
            <a:r>
              <a:t>  • Client-Browser zerstört nicht den Server-DOM, sondern übernimmt ihn nahtlos</a:t>
            </a:r>
          </a:p>
          <a:p>
            <a:pPr>
              <a:defRPr sz="1700">
                <a:latin typeface="Segoe UI"/>
              </a:defRPr>
            </a:pPr>
            <a:r>
              <a:t>  • Kein sichtbares UI-Flackern beim Starten der Angular-Anwendung</a:t>
            </a:r>
          </a:p>
          <a:p>
            <a:pPr>
              <a:defRPr sz="2000">
                <a:latin typeface="Segoe UI"/>
              </a:defRPr>
            </a:pPr>
            <a:r>
              <a:t>Event Replay (Angular 18+):</a:t>
            </a:r>
          </a:p>
          <a:p>
            <a:pPr>
              <a:defRPr sz="1700">
                <a:latin typeface="Segoe UI"/>
              </a:defRPr>
            </a:pPr>
            <a:r>
              <a:t>  • Klicks und Eingaben vor Abschluss der Hydration werden zwischengespeichert</a:t>
            </a:r>
          </a:p>
          <a:p>
            <a:pPr>
              <a:defRPr sz="1700">
                <a:latin typeface="Segoe UI"/>
              </a:defRPr>
            </a:pPr>
            <a:r>
              <a:t>  • Nach Start der Anwendung werden die Aktionen automatisch abgespielt</a:t>
            </a:r>
          </a:p>
          <a:p>
            <a:pPr>
              <a:defRPr sz="2000">
                <a:latin typeface="Segoe UI"/>
              </a:defRPr>
            </a:pPr>
            <a:r>
              <a:t>Setup in main.config.ts: provideClientHydration(withEventReplay())</a:t>
            </a:r>
          </a:p>
        </p:txBody>
      </p:sp>
    </p:spTree>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54A6CB-ADC2-4A49-F648-89AC3305282C}"/>
            </a:ext>
          </a:extLst>
        </p:cNvPr>
        <p:cNvGrpSpPr/>
        <p:nvPr/>
      </p:nvGrpSpPr>
      <p:grpSpPr>
        <a:xfrm>
          <a:off x="0" y="0"/>
          <a:ext cx="0" cy="0"/>
          <a:chOff x="0" y="0"/>
          <a:chExt cx="0" cy="0"/>
        </a:xfrm>
      </p:grpSpPr>
      <p:sp>
        <p:nvSpPr>
          <p:cNvPr id="468" name="Rectangle 19">
            <a:extLst>
              <a:ext uri="{FF2B5EF4-FFF2-40B4-BE49-F238E27FC236}">
                <a16:creationId xmlns:a16="http://schemas.microsoft.com/office/drawing/2014/main" id="{13B630D4-2025-7783-D478-2A9099B4B682}"/>
              </a:ext>
              <a:ext uri="{C183D7F6-B498-43B3-948B-1728B52AA6E4}">
                <adec:decorative xmlns:adec="http://schemas.microsoft.com/office/drawing/2017/decorative" val="1"/>
              </a:ext>
            </a:extLst>
          </p:cNvPr>
          <p:cNvSpPr/>
          <p:nvPr/>
        </p:nvSpPr>
        <p:spPr>
          <a:xfrm>
            <a:off x="0" y="0"/>
            <a:ext cx="12187440" cy="61772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469" name="PlaceHolder 1">
            <a:extLst>
              <a:ext uri="{FF2B5EF4-FFF2-40B4-BE49-F238E27FC236}">
                <a16:creationId xmlns:a16="http://schemas.microsoft.com/office/drawing/2014/main" id="{A9102D2B-C67B-E6CE-0364-DC0244BFBFA2}"/>
              </a:ext>
            </a:extLst>
          </p:cNvPr>
          <p:cNvSpPr>
            <a:spLocks noGrp="1"/>
          </p:cNvSpPr>
          <p:nvPr>
            <p:ph type="title"/>
          </p:nvPr>
        </p:nvSpPr>
        <p:spPr>
          <a:xfrm>
            <a:off x="841320" y="2826360"/>
            <a:ext cx="10511280" cy="2386080"/>
          </a:xfrm>
          <a:prstGeom prst="rect">
            <a:avLst/>
          </a:prstGeom>
          <a:noFill/>
          <a:ln w="0">
            <a:noFill/>
          </a:ln>
        </p:spPr>
        <p:txBody>
          <a:bodyPr lIns="91440" tIns="45720" rIns="91440" bIns="45720" anchor="t">
            <a:normAutofit/>
          </a:bodyPr>
          <a:lstStyle/>
          <a:p>
            <a:pPr indent="0" defTabSz="914400">
              <a:lnSpc>
                <a:spcPct val="90000"/>
              </a:lnSpc>
              <a:buNone/>
              <a:tabLst>
                <a:tab pos="0" algn="l"/>
              </a:tabLst>
            </a:pPr>
            <a:r>
              <a:rPr lang="en-US" sz="7200" b="0" u="none" strike="noStrike" dirty="0">
                <a:solidFill>
                  <a:srgbClr val="FFFFFF"/>
                </a:solidFill>
                <a:uFillTx/>
                <a:latin typeface="Calibri Light"/>
              </a:rPr>
              <a:t>Legacy: Angular Module (NgModule)</a:t>
            </a:r>
            <a:endParaRPr lang="de-DE" sz="7200" b="0" u="none" strike="noStrike" dirty="0">
              <a:solidFill>
                <a:srgbClr val="000000"/>
              </a:solidFill>
              <a:uFillTx/>
              <a:latin typeface="Arial"/>
            </a:endParaRPr>
          </a:p>
        </p:txBody>
      </p:sp>
    </p:spTree>
    <p:extLst>
      <p:ext uri="{BB962C8B-B14F-4D97-AF65-F5344CB8AC3E}">
        <p14:creationId xmlns:p14="http://schemas.microsoft.com/office/powerpoint/2010/main" val="2710323235"/>
      </p:ext>
    </p:extLst>
  </p:cSld>
  <p:clrMapOvr>
    <a:masterClrMapping/>
  </p:clrMapOvr>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presetID="10" presetClass="entr" fill="hold" nodeType="withEffect">
                                  <p:stCondLst>
                                    <p:cond delay="500"/>
                                  </p:stCondLst>
                                  <p:iterate type="wd">
                                    <p:tmAbs val="150"/>
                                  </p:iterate>
                                  <p:childTnLst>
                                    <p:set>
                                      <p:cBhvr>
                                        <p:cTn id="6" dur="1" fill="hold">
                                          <p:stCondLst>
                                            <p:cond delay="0"/>
                                          </p:stCondLst>
                                        </p:cTn>
                                        <p:tgtEl>
                                          <p:spTgt spid="469"/>
                                        </p:tgtEl>
                                        <p:attrNameLst>
                                          <p:attrName>style.visibility</p:attrName>
                                        </p:attrNameLst>
                                      </p:cBhvr>
                                      <p:to>
                                        <p:strVal val="visible"/>
                                      </p:to>
                                    </p:set>
                                    <p:animEffect transition="in" filter="fade">
                                      <p:cBhvr additive="repl">
                                        <p:cTn id="7" dur="1000"/>
                                        <p:tgtEl>
                                          <p:spTgt spid="4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B8051E-010F-E9DB-0449-9B0536446F32}"/>
            </a:ext>
          </a:extLst>
        </p:cNvPr>
        <p:cNvGrpSpPr/>
        <p:nvPr/>
      </p:nvGrpSpPr>
      <p:grpSpPr>
        <a:xfrm>
          <a:off x="0" y="0"/>
          <a:ext cx="0" cy="0"/>
          <a:chOff x="0" y="0"/>
          <a:chExt cx="0" cy="0"/>
        </a:xfrm>
      </p:grpSpPr>
      <p:sp useBgFill="1">
        <p:nvSpPr>
          <p:cNvPr id="470" name="Rectangle 7">
            <a:extLst>
              <a:ext uri="{FF2B5EF4-FFF2-40B4-BE49-F238E27FC236}">
                <a16:creationId xmlns:a16="http://schemas.microsoft.com/office/drawing/2014/main" id="{F91F6562-3088-FC7F-C63E-205BEB15E4DB}"/>
              </a:ext>
              <a:ext uri="{C183D7F6-B498-43B3-948B-1728B52AA6E4}">
                <adec:decorative xmlns:adec="http://schemas.microsoft.com/office/drawing/2017/decorative" val="1"/>
              </a:ext>
            </a:extLst>
          </p:cNvPr>
          <p:cNvSpPr/>
          <p:nvPr/>
        </p:nvSpPr>
        <p:spPr>
          <a:xfrm>
            <a:off x="0" y="0"/>
            <a:ext cx="12190680" cy="685656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471" name="Rectangle 9">
            <a:extLst>
              <a:ext uri="{FF2B5EF4-FFF2-40B4-BE49-F238E27FC236}">
                <a16:creationId xmlns:a16="http://schemas.microsoft.com/office/drawing/2014/main" id="{241B5756-3121-9FC1-2C28-ECCCE526E98C}"/>
              </a:ext>
              <a:ext uri="{C183D7F6-B498-43B3-948B-1728B52AA6E4}">
                <adec:decorative xmlns:adec="http://schemas.microsoft.com/office/drawing/2017/decorative" val="1"/>
              </a:ext>
            </a:extLst>
          </p:cNvPr>
          <p:cNvSpPr/>
          <p:nvPr/>
        </p:nvSpPr>
        <p:spPr>
          <a:xfrm flipH="1">
            <a:off x="-1440" y="0"/>
            <a:ext cx="12190680" cy="1589400"/>
          </a:xfrm>
          <a:prstGeom prst="rect">
            <a:avLst/>
          </a:prstGeom>
          <a:gradFill rotWithShape="0">
            <a:gsLst>
              <a:gs pos="0">
                <a:srgbClr val="000000"/>
              </a:gs>
              <a:gs pos="100000">
                <a:srgbClr val="16735A"/>
              </a:gs>
            </a:gsLst>
            <a:lin ang="84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472" name="Rectangle 11">
            <a:extLst>
              <a:ext uri="{FF2B5EF4-FFF2-40B4-BE49-F238E27FC236}">
                <a16:creationId xmlns:a16="http://schemas.microsoft.com/office/drawing/2014/main" id="{03975521-EAFC-3E5D-AC4B-CA9FC19CA137}"/>
              </a:ext>
              <a:ext uri="{C183D7F6-B498-43B3-948B-1728B52AA6E4}">
                <adec:decorative xmlns:adec="http://schemas.microsoft.com/office/drawing/2017/decorative" val="1"/>
              </a:ext>
            </a:extLst>
          </p:cNvPr>
          <p:cNvSpPr/>
          <p:nvPr/>
        </p:nvSpPr>
        <p:spPr>
          <a:xfrm rot="10800000" flipH="1">
            <a:off x="0" y="1440"/>
            <a:ext cx="8114040" cy="1589400"/>
          </a:xfrm>
          <a:prstGeom prst="rect">
            <a:avLst/>
          </a:prstGeom>
          <a:gradFill rotWithShape="0">
            <a:gsLst>
              <a:gs pos="20000">
                <a:srgbClr val="1D9A78">
                  <a:alpha val="0"/>
                </a:srgbClr>
              </a:gs>
              <a:gs pos="100000">
                <a:srgbClr val="0E4D3C">
                  <a:alpha val="55000"/>
                </a:srgbClr>
              </a:gs>
            </a:gsLst>
            <a:lin ang="3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473" name="Rectangle 13">
            <a:extLst>
              <a:ext uri="{FF2B5EF4-FFF2-40B4-BE49-F238E27FC236}">
                <a16:creationId xmlns:a16="http://schemas.microsoft.com/office/drawing/2014/main" id="{A1743429-1850-41A8-4826-FFBB170F5D53}"/>
              </a:ext>
              <a:ext uri="{C183D7F6-B498-43B3-948B-1728B52AA6E4}">
                <adec:decorative xmlns:adec="http://schemas.microsoft.com/office/drawing/2017/decorative" val="1"/>
              </a:ext>
            </a:extLst>
          </p:cNvPr>
          <p:cNvSpPr/>
          <p:nvPr/>
        </p:nvSpPr>
        <p:spPr>
          <a:xfrm flipH="1">
            <a:off x="8113680" y="0"/>
            <a:ext cx="4075200" cy="1589400"/>
          </a:xfrm>
          <a:prstGeom prst="rect">
            <a:avLst/>
          </a:prstGeom>
          <a:gradFill rotWithShape="0">
            <a:gsLst>
              <a:gs pos="0">
                <a:srgbClr val="1D9A78">
                  <a:alpha val="66000"/>
                </a:srgbClr>
              </a:gs>
              <a:gs pos="100000">
                <a:srgbClr val="000000">
                  <a:alpha val="30000"/>
                </a:srgbClr>
              </a:gs>
            </a:gsLst>
            <a:lin ang="132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474" name="Rectangle 15">
            <a:extLst>
              <a:ext uri="{FF2B5EF4-FFF2-40B4-BE49-F238E27FC236}">
                <a16:creationId xmlns:a16="http://schemas.microsoft.com/office/drawing/2014/main" id="{4C1CB3D5-3E7B-E81A-35D7-7102D763E0CC}"/>
              </a:ext>
              <a:ext uri="{C183D7F6-B498-43B3-948B-1728B52AA6E4}">
                <adec:decorative xmlns:adec="http://schemas.microsoft.com/office/drawing/2017/decorative" val="1"/>
              </a:ext>
            </a:extLst>
          </p:cNvPr>
          <p:cNvSpPr/>
          <p:nvPr/>
        </p:nvSpPr>
        <p:spPr>
          <a:xfrm>
            <a:off x="459360" y="0"/>
            <a:ext cx="11731320" cy="1595880"/>
          </a:xfrm>
          <a:prstGeom prst="rect">
            <a:avLst/>
          </a:prstGeom>
          <a:gradFill rotWithShape="0">
            <a:gsLst>
              <a:gs pos="50000">
                <a:srgbClr val="000000">
                  <a:alpha val="0"/>
                </a:srgbClr>
              </a:gs>
              <a:gs pos="99000">
                <a:srgbClr val="0E4D3C">
                  <a:alpha val="52000"/>
                </a:srgbClr>
              </a:gs>
            </a:gsLst>
            <a:lin ang="168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475" name="PlaceHolder 1">
            <a:extLst>
              <a:ext uri="{FF2B5EF4-FFF2-40B4-BE49-F238E27FC236}">
                <a16:creationId xmlns:a16="http://schemas.microsoft.com/office/drawing/2014/main" id="{1765237A-BC4E-5B6F-40B2-BC8F88CDBB55}"/>
              </a:ext>
            </a:extLst>
          </p:cNvPr>
          <p:cNvSpPr>
            <a:spLocks noGrp="1"/>
          </p:cNvSpPr>
          <p:nvPr>
            <p:ph type="title"/>
          </p:nvPr>
        </p:nvSpPr>
        <p:spPr>
          <a:xfrm>
            <a:off x="1371600" y="294480"/>
            <a:ext cx="9894600" cy="1032120"/>
          </a:xfrm>
          <a:prstGeom prst="rect">
            <a:avLst/>
          </a:prstGeom>
          <a:noFill/>
          <a:ln w="0">
            <a:noFill/>
          </a:ln>
        </p:spPr>
        <p:txBody>
          <a:bodyPr lIns="91440" tIns="45720" rIns="91440" bIns="45720" anchor="ctr">
            <a:normAutofit/>
          </a:bodyPr>
          <a:lstStyle/>
          <a:p>
            <a:pPr indent="0" defTabSz="914400">
              <a:lnSpc>
                <a:spcPct val="90000"/>
              </a:lnSpc>
              <a:buNone/>
              <a:tabLst>
                <a:tab pos="0" algn="l"/>
              </a:tabLst>
            </a:pPr>
            <a:r>
              <a:rPr lang="de-DE" sz="4000" b="0" u="none" strike="noStrike">
                <a:solidFill>
                  <a:srgbClr val="FFFFFF"/>
                </a:solidFill>
                <a:uFillTx/>
                <a:latin typeface="Calibri Light"/>
              </a:rPr>
              <a:t>Was ist ein Modul</a:t>
            </a:r>
            <a:endParaRPr lang="de-DE" sz="4000" b="0" u="none" strike="noStrike">
              <a:solidFill>
                <a:srgbClr val="000000"/>
              </a:solidFill>
              <a:uFillTx/>
              <a:latin typeface="Arial"/>
            </a:endParaRPr>
          </a:p>
        </p:txBody>
      </p:sp>
      <p:sp>
        <p:nvSpPr>
          <p:cNvPr id="476" name="PlaceHolder 2">
            <a:extLst>
              <a:ext uri="{FF2B5EF4-FFF2-40B4-BE49-F238E27FC236}">
                <a16:creationId xmlns:a16="http://schemas.microsoft.com/office/drawing/2014/main" id="{0312532E-BD52-4B87-C70B-D5ADF2876EE7}"/>
              </a:ext>
            </a:extLst>
          </p:cNvPr>
          <p:cNvSpPr>
            <a:spLocks noGrp="1"/>
          </p:cNvSpPr>
          <p:nvPr>
            <p:ph/>
          </p:nvPr>
        </p:nvSpPr>
        <p:spPr>
          <a:xfrm>
            <a:off x="1371600" y="2318040"/>
            <a:ext cx="9722520" cy="3682080"/>
          </a:xfrm>
          <a:prstGeom prst="rect">
            <a:avLst/>
          </a:prstGeom>
          <a:noFill/>
          <a:ln w="0">
            <a:noFill/>
          </a:ln>
        </p:spPr>
        <p:txBody>
          <a:bodyPr lIns="91440" tIns="45720" rIns="91440" bIns="45720" anchor="ctr">
            <a:normAutofit/>
          </a:bodyPr>
          <a:lstStyle/>
          <a:p>
            <a:pPr marL="228600" indent="-228600" defTabSz="914400">
              <a:lnSpc>
                <a:spcPct val="90000"/>
              </a:lnSpc>
              <a:spcBef>
                <a:spcPts val="1001"/>
              </a:spcBef>
              <a:buClr>
                <a:srgbClr val="000000"/>
              </a:buClr>
              <a:buFont typeface="Arial"/>
              <a:buChar char="•"/>
            </a:pPr>
            <a:r>
              <a:rPr lang="de-DE" sz="2000" b="0" u="none" strike="noStrike">
                <a:solidFill>
                  <a:schemeClr val="dk1"/>
                </a:solidFill>
                <a:uFillTx/>
                <a:latin typeface="Calibri"/>
              </a:rPr>
              <a:t>Angular-spezifischer Code muss organisiert werden</a:t>
            </a:r>
            <a:endParaRPr lang="de-DE" sz="20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000" b="0" u="none" strike="noStrike">
                <a:solidFill>
                  <a:schemeClr val="dk1"/>
                </a:solidFill>
                <a:uFillTx/>
                <a:latin typeface="Calibri"/>
              </a:rPr>
              <a:t>Gleiche Grundgedanken und Aufbau wie bei ES6 Modulen</a:t>
            </a:r>
            <a:endParaRPr lang="de-DE" sz="20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000" b="0" u="none" strike="noStrike">
                <a:solidFill>
                  <a:schemeClr val="dk1"/>
                </a:solidFill>
                <a:uFillTx/>
                <a:latin typeface="Calibri"/>
              </a:rPr>
              <a:t>Kapselung &amp; Wiederverwendbarkeit</a:t>
            </a:r>
            <a:endParaRPr lang="de-DE" sz="20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000" b="0" u="none" strike="noStrike">
                <a:solidFill>
                  <a:schemeClr val="dk1"/>
                </a:solidFill>
                <a:uFillTx/>
                <a:latin typeface="Calibri"/>
              </a:rPr>
              <a:t>Leichtes Einbinden von Bibliotheken</a:t>
            </a:r>
            <a:endParaRPr lang="de-DE" sz="20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000" b="0" u="none" strike="noStrike">
                <a:solidFill>
                  <a:schemeClr val="dk1"/>
                </a:solidFill>
                <a:uFillTx/>
                <a:latin typeface="Calibri"/>
              </a:rPr>
              <a:t>Genaue Steuerung was wo verwendet wird</a:t>
            </a:r>
            <a:endParaRPr lang="de-DE" sz="20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000" b="0" u="none" strike="noStrike">
                <a:solidFill>
                  <a:schemeClr val="dk1"/>
                </a:solidFill>
                <a:uFillTx/>
                <a:latin typeface="Calibri"/>
              </a:rPr>
              <a:t>Kompromiss zwischen</a:t>
            </a:r>
            <a:br>
              <a:rPr sz="2000"/>
            </a:br>
            <a:r>
              <a:rPr lang="de-DE" sz="2000" b="0" u="none" strike="noStrike">
                <a:solidFill>
                  <a:schemeClr val="dk1"/>
                </a:solidFill>
                <a:uFillTx/>
                <a:latin typeface="Calibri"/>
              </a:rPr>
              <a:t>"alles immer angeben müssen" (Angular &lt; 2.0.0-rc.5) und</a:t>
            </a:r>
            <a:br>
              <a:rPr sz="2000"/>
            </a:br>
            <a:r>
              <a:rPr lang="de-DE" sz="2000" b="0" u="none" strike="noStrike">
                <a:solidFill>
                  <a:schemeClr val="dk1"/>
                </a:solidFill>
                <a:uFillTx/>
                <a:latin typeface="Calibri"/>
              </a:rPr>
              <a:t>"einfach rein schmeißen" (AngularJS 1)</a:t>
            </a:r>
            <a:endParaRPr lang="de-DE" sz="2000" b="0" u="none" strike="noStrike">
              <a:solidFill>
                <a:srgbClr val="000000"/>
              </a:solidFill>
              <a:uFillTx/>
              <a:latin typeface="Arial"/>
            </a:endParaRPr>
          </a:p>
          <a:p>
            <a:pPr indent="0" defTabSz="914400">
              <a:lnSpc>
                <a:spcPct val="90000"/>
              </a:lnSpc>
              <a:spcBef>
                <a:spcPts val="1001"/>
              </a:spcBef>
              <a:buNone/>
              <a:tabLst>
                <a:tab pos="0" algn="l"/>
              </a:tabLst>
            </a:pPr>
            <a:endParaRPr lang="de-DE" sz="2000" b="0" u="none" strike="noStrike">
              <a:solidFill>
                <a:srgbClr val="000000"/>
              </a:solidFill>
              <a:uFillTx/>
              <a:latin typeface="Arial"/>
            </a:endParaRPr>
          </a:p>
        </p:txBody>
      </p:sp>
    </p:spTree>
    <p:extLst>
      <p:ext uri="{BB962C8B-B14F-4D97-AF65-F5344CB8AC3E}">
        <p14:creationId xmlns:p14="http://schemas.microsoft.com/office/powerpoint/2010/main" val="618172226"/>
      </p:ext>
    </p:extLst>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F7E11D-6D3A-A835-CF5D-3258302B25D5}"/>
            </a:ext>
          </a:extLst>
        </p:cNvPr>
        <p:cNvGrpSpPr/>
        <p:nvPr/>
      </p:nvGrpSpPr>
      <p:grpSpPr>
        <a:xfrm>
          <a:off x="0" y="0"/>
          <a:ext cx="0" cy="0"/>
          <a:chOff x="0" y="0"/>
          <a:chExt cx="0" cy="0"/>
        </a:xfrm>
      </p:grpSpPr>
      <p:sp useBgFill="1">
        <p:nvSpPr>
          <p:cNvPr id="477" name="Rectangle 12">
            <a:extLst>
              <a:ext uri="{FF2B5EF4-FFF2-40B4-BE49-F238E27FC236}">
                <a16:creationId xmlns:a16="http://schemas.microsoft.com/office/drawing/2014/main" id="{CA02EA36-F573-3474-3515-297E2109840A}"/>
              </a:ext>
              <a:ext uri="{C183D7F6-B498-43B3-948B-1728B52AA6E4}">
                <adec:decorative xmlns:adec="http://schemas.microsoft.com/office/drawing/2017/decorative" val="1"/>
              </a:ext>
            </a:extLst>
          </p:cNvPr>
          <p:cNvSpPr/>
          <p:nvPr/>
        </p:nvSpPr>
        <p:spPr>
          <a:xfrm>
            <a:off x="0" y="0"/>
            <a:ext cx="12190680" cy="685656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478" name="Rectangle 14">
            <a:extLst>
              <a:ext uri="{FF2B5EF4-FFF2-40B4-BE49-F238E27FC236}">
                <a16:creationId xmlns:a16="http://schemas.microsoft.com/office/drawing/2014/main" id="{41D634CC-729C-F010-D629-9B68541A0EB5}"/>
              </a:ext>
              <a:ext uri="{C183D7F6-B498-43B3-948B-1728B52AA6E4}">
                <adec:decorative xmlns:adec="http://schemas.microsoft.com/office/drawing/2017/decorative" val="1"/>
              </a:ext>
            </a:extLst>
          </p:cNvPr>
          <p:cNvSpPr/>
          <p:nvPr/>
        </p:nvSpPr>
        <p:spPr>
          <a:xfrm flipH="1">
            <a:off x="-1440" y="0"/>
            <a:ext cx="12190680" cy="1589400"/>
          </a:xfrm>
          <a:prstGeom prst="rect">
            <a:avLst/>
          </a:prstGeom>
          <a:gradFill rotWithShape="0">
            <a:gsLst>
              <a:gs pos="0">
                <a:srgbClr val="000000"/>
              </a:gs>
              <a:gs pos="100000">
                <a:srgbClr val="16735A"/>
              </a:gs>
            </a:gsLst>
            <a:lin ang="84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479" name="Rectangle 16">
            <a:extLst>
              <a:ext uri="{FF2B5EF4-FFF2-40B4-BE49-F238E27FC236}">
                <a16:creationId xmlns:a16="http://schemas.microsoft.com/office/drawing/2014/main" id="{885796EE-3AD5-5B40-7D58-B47685C3EE90}"/>
              </a:ext>
              <a:ext uri="{C183D7F6-B498-43B3-948B-1728B52AA6E4}">
                <adec:decorative xmlns:adec="http://schemas.microsoft.com/office/drawing/2017/decorative" val="1"/>
              </a:ext>
            </a:extLst>
          </p:cNvPr>
          <p:cNvSpPr/>
          <p:nvPr/>
        </p:nvSpPr>
        <p:spPr>
          <a:xfrm rot="10800000" flipH="1">
            <a:off x="0" y="1440"/>
            <a:ext cx="8114040" cy="1589400"/>
          </a:xfrm>
          <a:prstGeom prst="rect">
            <a:avLst/>
          </a:prstGeom>
          <a:gradFill rotWithShape="0">
            <a:gsLst>
              <a:gs pos="20000">
                <a:srgbClr val="1D9A78">
                  <a:alpha val="0"/>
                </a:srgbClr>
              </a:gs>
              <a:gs pos="100000">
                <a:srgbClr val="0E4D3C">
                  <a:alpha val="55000"/>
                </a:srgbClr>
              </a:gs>
            </a:gsLst>
            <a:lin ang="3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480" name="Rectangle 18">
            <a:extLst>
              <a:ext uri="{FF2B5EF4-FFF2-40B4-BE49-F238E27FC236}">
                <a16:creationId xmlns:a16="http://schemas.microsoft.com/office/drawing/2014/main" id="{DD787181-E3FF-E3BF-BE4B-08D4AA97F1F0}"/>
              </a:ext>
              <a:ext uri="{C183D7F6-B498-43B3-948B-1728B52AA6E4}">
                <adec:decorative xmlns:adec="http://schemas.microsoft.com/office/drawing/2017/decorative" val="1"/>
              </a:ext>
            </a:extLst>
          </p:cNvPr>
          <p:cNvSpPr/>
          <p:nvPr/>
        </p:nvSpPr>
        <p:spPr>
          <a:xfrm flipH="1">
            <a:off x="8113680" y="0"/>
            <a:ext cx="4075200" cy="1589400"/>
          </a:xfrm>
          <a:prstGeom prst="rect">
            <a:avLst/>
          </a:prstGeom>
          <a:gradFill rotWithShape="0">
            <a:gsLst>
              <a:gs pos="0">
                <a:srgbClr val="1D9A78">
                  <a:alpha val="66000"/>
                </a:srgbClr>
              </a:gs>
              <a:gs pos="100000">
                <a:srgbClr val="000000">
                  <a:alpha val="30000"/>
                </a:srgbClr>
              </a:gs>
            </a:gsLst>
            <a:lin ang="132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481" name="Rectangle 20">
            <a:extLst>
              <a:ext uri="{FF2B5EF4-FFF2-40B4-BE49-F238E27FC236}">
                <a16:creationId xmlns:a16="http://schemas.microsoft.com/office/drawing/2014/main" id="{3C14D31F-9768-4D45-3D90-F2ABECF73BD9}"/>
              </a:ext>
              <a:ext uri="{C183D7F6-B498-43B3-948B-1728B52AA6E4}">
                <adec:decorative xmlns:adec="http://schemas.microsoft.com/office/drawing/2017/decorative" val="1"/>
              </a:ext>
            </a:extLst>
          </p:cNvPr>
          <p:cNvSpPr/>
          <p:nvPr/>
        </p:nvSpPr>
        <p:spPr>
          <a:xfrm>
            <a:off x="459360" y="0"/>
            <a:ext cx="11731320" cy="1595880"/>
          </a:xfrm>
          <a:prstGeom prst="rect">
            <a:avLst/>
          </a:prstGeom>
          <a:gradFill rotWithShape="0">
            <a:gsLst>
              <a:gs pos="50000">
                <a:srgbClr val="000000">
                  <a:alpha val="0"/>
                </a:srgbClr>
              </a:gs>
              <a:gs pos="99000">
                <a:srgbClr val="0E4D3C">
                  <a:alpha val="52000"/>
                </a:srgbClr>
              </a:gs>
            </a:gsLst>
            <a:lin ang="168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482" name="PlaceHolder 1">
            <a:extLst>
              <a:ext uri="{FF2B5EF4-FFF2-40B4-BE49-F238E27FC236}">
                <a16:creationId xmlns:a16="http://schemas.microsoft.com/office/drawing/2014/main" id="{C990544B-859D-8D49-62BE-428EF029B49B}"/>
              </a:ext>
            </a:extLst>
          </p:cNvPr>
          <p:cNvSpPr>
            <a:spLocks noGrp="1"/>
          </p:cNvSpPr>
          <p:nvPr>
            <p:ph type="title"/>
          </p:nvPr>
        </p:nvSpPr>
        <p:spPr>
          <a:xfrm>
            <a:off x="1371600" y="294480"/>
            <a:ext cx="9894600" cy="1032120"/>
          </a:xfrm>
          <a:prstGeom prst="rect">
            <a:avLst/>
          </a:prstGeom>
          <a:noFill/>
          <a:ln w="0">
            <a:noFill/>
          </a:ln>
        </p:spPr>
        <p:txBody>
          <a:bodyPr lIns="91440" tIns="45720" rIns="91440" bIns="45720" anchor="ctr">
            <a:normAutofit/>
          </a:bodyPr>
          <a:lstStyle/>
          <a:p>
            <a:pPr indent="0" defTabSz="914400">
              <a:lnSpc>
                <a:spcPct val="90000"/>
              </a:lnSpc>
              <a:buNone/>
              <a:tabLst>
                <a:tab pos="0" algn="l"/>
              </a:tabLst>
            </a:pPr>
            <a:r>
              <a:rPr lang="de-DE" sz="4000" b="0" u="none" strike="noStrike">
                <a:solidFill>
                  <a:srgbClr val="FFFFFF"/>
                </a:solidFill>
                <a:uFillTx/>
                <a:latin typeface="Calibri Light"/>
              </a:rPr>
              <a:t>Übersicht der Dateien eines Moduls</a:t>
            </a:r>
            <a:endParaRPr lang="de-DE" sz="4000" b="0" u="none" strike="noStrike">
              <a:solidFill>
                <a:srgbClr val="000000"/>
              </a:solidFill>
              <a:uFillTx/>
              <a:latin typeface="Arial"/>
            </a:endParaRPr>
          </a:p>
        </p:txBody>
      </p:sp>
      <p:sp>
        <p:nvSpPr>
          <p:cNvPr id="483" name="PlaceHolder 2">
            <a:extLst>
              <a:ext uri="{FF2B5EF4-FFF2-40B4-BE49-F238E27FC236}">
                <a16:creationId xmlns:a16="http://schemas.microsoft.com/office/drawing/2014/main" id="{8EECC88E-50E0-B3D8-D00A-687D4B97D531}"/>
              </a:ext>
            </a:extLst>
          </p:cNvPr>
          <p:cNvSpPr>
            <a:spLocks noGrp="1"/>
          </p:cNvSpPr>
          <p:nvPr>
            <p:ph/>
          </p:nvPr>
        </p:nvSpPr>
        <p:spPr>
          <a:xfrm>
            <a:off x="1371600" y="2318040"/>
            <a:ext cx="9722520" cy="3682080"/>
          </a:xfrm>
          <a:prstGeom prst="rect">
            <a:avLst/>
          </a:prstGeom>
          <a:noFill/>
          <a:ln w="0">
            <a:noFill/>
          </a:ln>
        </p:spPr>
        <p:txBody>
          <a:bodyPr lIns="91440" tIns="45720" rIns="91440" bIns="45720" anchor="ctr">
            <a:normAutofit lnSpcReduction="9999"/>
          </a:bodyPr>
          <a:lstStyle/>
          <a:p>
            <a:pPr marL="228600" indent="-228600" defTabSz="914400">
              <a:lnSpc>
                <a:spcPct val="90000"/>
              </a:lnSpc>
              <a:spcBef>
                <a:spcPts val="1001"/>
              </a:spcBef>
              <a:buClr>
                <a:srgbClr val="000000"/>
              </a:buClr>
              <a:buFont typeface="Arial"/>
              <a:buChar char="•"/>
            </a:pPr>
            <a:r>
              <a:rPr lang="de-DE" sz="1800" b="0" i="1" u="none" strike="noStrike">
                <a:solidFill>
                  <a:schemeClr val="dk1"/>
                </a:solidFill>
                <a:uFillTx/>
                <a:latin typeface="Courier New"/>
              </a:rPr>
              <a:t>src/index.html</a:t>
            </a:r>
            <a:endParaRPr lang="de-DE" sz="1800" b="0" u="none" strike="noStrike">
              <a:solidFill>
                <a:srgbClr val="000000"/>
              </a:solidFill>
              <a:uFillTx/>
              <a:latin typeface="Arial"/>
            </a:endParaRPr>
          </a:p>
          <a:p>
            <a:pPr marL="444600" lvl="2" indent="-270000" defTabSz="914400">
              <a:lnSpc>
                <a:spcPct val="90000"/>
              </a:lnSpc>
              <a:spcBef>
                <a:spcPts val="601"/>
              </a:spcBef>
              <a:buClr>
                <a:srgbClr val="B51621"/>
              </a:buClr>
              <a:buFont typeface="Arial"/>
              <a:buChar char="•"/>
            </a:pPr>
            <a:r>
              <a:rPr lang="de-DE" sz="1800" b="0" u="none" strike="noStrike">
                <a:solidFill>
                  <a:schemeClr val="dk1"/>
                </a:solidFill>
                <a:uFillTx/>
                <a:latin typeface="Calibri"/>
              </a:rPr>
              <a:t>Die Hauptseite</a:t>
            </a:r>
            <a:endParaRPr lang="de-DE" sz="18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1800" b="0" i="1" u="none" strike="noStrike">
                <a:solidFill>
                  <a:schemeClr val="dk1"/>
                </a:solidFill>
                <a:uFillTx/>
                <a:latin typeface="Courier New"/>
              </a:rPr>
              <a:t>src/app/app.module.ts</a:t>
            </a:r>
            <a:endParaRPr lang="de-DE" sz="1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1800" b="0" u="none" strike="noStrike">
                <a:solidFill>
                  <a:schemeClr val="dk1"/>
                </a:solidFill>
                <a:uFillTx/>
                <a:latin typeface="Calibri"/>
              </a:rPr>
              <a:t>Definition des Moduls</a:t>
            </a:r>
            <a:endParaRPr lang="de-DE" sz="18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1800" b="0" i="1" u="none" strike="noStrike">
                <a:solidFill>
                  <a:schemeClr val="dk1"/>
                </a:solidFill>
                <a:uFillTx/>
                <a:latin typeface="Courier New"/>
              </a:rPr>
              <a:t>src/app/app.component.ts</a:t>
            </a:r>
            <a:endParaRPr lang="de-DE" sz="1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1800" b="0" u="none" strike="noStrike">
                <a:solidFill>
                  <a:schemeClr val="dk1"/>
                </a:solidFill>
                <a:uFillTx/>
                <a:latin typeface="Calibri"/>
              </a:rPr>
              <a:t>Definition des dynamischen Anteils einer Komponente mit TypeScript</a:t>
            </a:r>
            <a:endParaRPr lang="de-DE" sz="18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1800" b="0" i="1" u="none" strike="noStrike">
                <a:solidFill>
                  <a:schemeClr val="dk1"/>
                </a:solidFill>
                <a:uFillTx/>
                <a:latin typeface="Courier New"/>
              </a:rPr>
              <a:t>src/app/app.component.html</a:t>
            </a:r>
            <a:endParaRPr lang="de-DE" sz="1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1800" b="0" u="none" strike="noStrike">
                <a:solidFill>
                  <a:schemeClr val="dk1"/>
                </a:solidFill>
                <a:uFillTx/>
                <a:latin typeface="Calibri"/>
              </a:rPr>
              <a:t>Definition des HTML-Templates einer Komponente</a:t>
            </a:r>
            <a:endParaRPr lang="de-DE" sz="18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1800" b="0" i="1" u="none" strike="noStrike">
                <a:solidFill>
                  <a:schemeClr val="dk1"/>
                </a:solidFill>
                <a:uFillTx/>
                <a:latin typeface="Courier New"/>
              </a:rPr>
              <a:t>src/app/app.component.css</a:t>
            </a:r>
            <a:endParaRPr lang="de-DE" sz="1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1800" b="0" u="none" strike="noStrike">
                <a:solidFill>
                  <a:schemeClr val="dk1"/>
                </a:solidFill>
                <a:uFillTx/>
                <a:latin typeface="Calibri"/>
              </a:rPr>
              <a:t>Stylesheet der Komponente</a:t>
            </a:r>
            <a:endParaRPr lang="de-DE" sz="18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1800" b="0" i="1" u="none" strike="noStrike">
                <a:solidFill>
                  <a:schemeClr val="dk1"/>
                </a:solidFill>
                <a:uFillTx/>
                <a:latin typeface="Courier New"/>
              </a:rPr>
              <a:t>src/app/app.component.spec.ts</a:t>
            </a:r>
            <a:endParaRPr lang="de-DE" sz="1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1800" b="0" u="none" strike="noStrike">
                <a:solidFill>
                  <a:schemeClr val="dk1"/>
                </a:solidFill>
                <a:uFillTx/>
                <a:latin typeface="Calibri"/>
              </a:rPr>
              <a:t>Definition von Karma-Tests </a:t>
            </a:r>
            <a:endParaRPr lang="de-DE" sz="1800" b="0" u="none" strike="noStrike">
              <a:solidFill>
                <a:srgbClr val="000000"/>
              </a:solidFill>
              <a:uFillTx/>
              <a:latin typeface="Arial"/>
            </a:endParaRPr>
          </a:p>
          <a:p>
            <a:pPr indent="0" defTabSz="914400">
              <a:lnSpc>
                <a:spcPct val="90000"/>
              </a:lnSpc>
              <a:spcBef>
                <a:spcPts val="1001"/>
              </a:spcBef>
              <a:buNone/>
              <a:tabLst>
                <a:tab pos="0" algn="l"/>
              </a:tabLst>
            </a:pPr>
            <a:endParaRPr lang="de-DE" sz="1800" b="0" u="none" strike="noStrike">
              <a:solidFill>
                <a:srgbClr val="000000"/>
              </a:solidFill>
              <a:uFillTx/>
              <a:latin typeface="Arial"/>
            </a:endParaRPr>
          </a:p>
        </p:txBody>
      </p:sp>
    </p:spTree>
    <p:extLst>
      <p:ext uri="{BB962C8B-B14F-4D97-AF65-F5344CB8AC3E}">
        <p14:creationId xmlns:p14="http://schemas.microsoft.com/office/powerpoint/2010/main" val="3678440033"/>
      </p:ext>
    </p:extLst>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7908E9-CD00-EF03-9743-CA66C0D3E299}"/>
            </a:ext>
          </a:extLst>
        </p:cNvPr>
        <p:cNvGrpSpPr/>
        <p:nvPr/>
      </p:nvGrpSpPr>
      <p:grpSpPr>
        <a:xfrm>
          <a:off x="0" y="0"/>
          <a:ext cx="0" cy="0"/>
          <a:chOff x="0" y="0"/>
          <a:chExt cx="0" cy="0"/>
        </a:xfrm>
      </p:grpSpPr>
      <p:sp useBgFill="1">
        <p:nvSpPr>
          <p:cNvPr id="484" name="Rectangle 70">
            <a:extLst>
              <a:ext uri="{FF2B5EF4-FFF2-40B4-BE49-F238E27FC236}">
                <a16:creationId xmlns:a16="http://schemas.microsoft.com/office/drawing/2014/main" id="{3A15611D-39CE-1989-B00F-3F03613D2BA4}"/>
              </a:ext>
              <a:ext uri="{C183D7F6-B498-43B3-948B-1728B52AA6E4}">
                <adec:decorative xmlns:adec="http://schemas.microsoft.com/office/drawing/2017/decorative" val="1"/>
              </a:ext>
            </a:extLst>
          </p:cNvPr>
          <p:cNvSpPr/>
          <p:nvPr/>
        </p:nvSpPr>
        <p:spPr>
          <a:xfrm>
            <a:off x="0" y="0"/>
            <a:ext cx="12187440" cy="685656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485" name="PlaceHolder 1">
            <a:extLst>
              <a:ext uri="{FF2B5EF4-FFF2-40B4-BE49-F238E27FC236}">
                <a16:creationId xmlns:a16="http://schemas.microsoft.com/office/drawing/2014/main" id="{221E38BF-3FA4-4789-5568-ABEC35BDD787}"/>
              </a:ext>
            </a:extLst>
          </p:cNvPr>
          <p:cNvSpPr>
            <a:spLocks noGrp="1"/>
          </p:cNvSpPr>
          <p:nvPr>
            <p:ph type="title"/>
          </p:nvPr>
        </p:nvSpPr>
        <p:spPr>
          <a:xfrm>
            <a:off x="838080" y="557280"/>
            <a:ext cx="10514160" cy="1132200"/>
          </a:xfrm>
          <a:prstGeom prst="rect">
            <a:avLst/>
          </a:prstGeom>
          <a:noFill/>
          <a:ln w="0">
            <a:noFill/>
          </a:ln>
        </p:spPr>
        <p:txBody>
          <a:bodyPr lIns="91440" tIns="45720" rIns="91440" bIns="45720" anchor="ctr">
            <a:normAutofit fontScale="92500"/>
          </a:bodyPr>
          <a:lstStyle/>
          <a:p>
            <a:pPr indent="0" algn="ctr" defTabSz="914400">
              <a:lnSpc>
                <a:spcPct val="90000"/>
              </a:lnSpc>
              <a:buNone/>
              <a:tabLst>
                <a:tab pos="0" algn="l"/>
              </a:tabLst>
            </a:pPr>
            <a:r>
              <a:rPr lang="en-US" sz="5200" b="0" u="none" strike="noStrike">
                <a:solidFill>
                  <a:schemeClr val="dk1"/>
                </a:solidFill>
                <a:uFillTx/>
                <a:latin typeface="Calibri Light"/>
              </a:rPr>
              <a:t>Referenz auf Module in Index-Seite</a:t>
            </a:r>
            <a:endParaRPr lang="de-DE" sz="5200" b="0" u="none" strike="noStrike">
              <a:solidFill>
                <a:srgbClr val="000000"/>
              </a:solidFill>
              <a:uFillTx/>
              <a:latin typeface="Arial"/>
            </a:endParaRPr>
          </a:p>
        </p:txBody>
      </p:sp>
      <p:cxnSp>
        <p:nvCxnSpPr>
          <p:cNvPr id="486" name="Gerade Verbindung mit Pfeil 8">
            <a:extLst>
              <a:ext uri="{FF2B5EF4-FFF2-40B4-BE49-F238E27FC236}">
                <a16:creationId xmlns:a16="http://schemas.microsoft.com/office/drawing/2014/main" id="{7DAD50F8-73F2-54CC-57AE-2E0E7E528282}"/>
              </a:ext>
            </a:extLst>
          </p:cNvPr>
          <p:cNvCxnSpPr/>
          <p:nvPr/>
        </p:nvCxnSpPr>
        <p:spPr>
          <a:xfrm flipH="1" flipV="1">
            <a:off x="4102200" y="4584240"/>
            <a:ext cx="1892160" cy="545040"/>
          </a:xfrm>
          <a:prstGeom prst="straightConnector1">
            <a:avLst/>
          </a:prstGeom>
          <a:ln w="0">
            <a:solidFill>
              <a:srgbClr val="1D9A78"/>
            </a:solidFill>
            <a:tailEnd type="triangle" w="med" len="med"/>
          </a:ln>
        </p:spPr>
      </p:cxnSp>
      <p:grpSp>
        <p:nvGrpSpPr>
          <p:cNvPr id="487" name="Gruppieren 6">
            <a:extLst>
              <a:ext uri="{FF2B5EF4-FFF2-40B4-BE49-F238E27FC236}">
                <a16:creationId xmlns:a16="http://schemas.microsoft.com/office/drawing/2014/main" id="{AD81CE0B-3356-3F17-1B6A-ABE774B96E54}"/>
              </a:ext>
            </a:extLst>
          </p:cNvPr>
          <p:cNvGrpSpPr/>
          <p:nvPr/>
        </p:nvGrpSpPr>
        <p:grpSpPr>
          <a:xfrm>
            <a:off x="2859120" y="1828800"/>
            <a:ext cx="6472800" cy="4350960"/>
            <a:chOff x="2859120" y="1828800"/>
            <a:chExt cx="6472800" cy="4350960"/>
          </a:xfrm>
        </p:grpSpPr>
        <p:pic>
          <p:nvPicPr>
            <p:cNvPr id="488" name="Picture 2">
              <a:extLst>
                <a:ext uri="{FF2B5EF4-FFF2-40B4-BE49-F238E27FC236}">
                  <a16:creationId xmlns:a16="http://schemas.microsoft.com/office/drawing/2014/main" id="{00B8EB95-DF7D-6A40-99E6-14C331E04E03}"/>
                </a:ext>
              </a:extLst>
            </p:cNvPr>
            <p:cNvPicPr/>
            <p:nvPr/>
          </p:nvPicPr>
          <p:blipFill>
            <a:blip r:embed="rId2"/>
            <a:stretch/>
          </p:blipFill>
          <p:spPr>
            <a:xfrm>
              <a:off x="2859120" y="1828800"/>
              <a:ext cx="6472800" cy="3276000"/>
            </a:xfrm>
            <a:prstGeom prst="rect">
              <a:avLst/>
            </a:prstGeom>
            <a:noFill/>
            <a:ln w="0">
              <a:noFill/>
            </a:ln>
          </p:spPr>
        </p:pic>
        <p:sp>
          <p:nvSpPr>
            <p:cNvPr id="489" name="Legende mit Linie 1 5">
              <a:extLst>
                <a:ext uri="{FF2B5EF4-FFF2-40B4-BE49-F238E27FC236}">
                  <a16:creationId xmlns:a16="http://schemas.microsoft.com/office/drawing/2014/main" id="{12216B13-3195-66A6-B677-48BAF9FB0B74}"/>
                </a:ext>
              </a:extLst>
            </p:cNvPr>
            <p:cNvSpPr/>
            <p:nvPr/>
          </p:nvSpPr>
          <p:spPr>
            <a:xfrm>
              <a:off x="6876720" y="4659480"/>
              <a:ext cx="2159640" cy="1520280"/>
            </a:xfrm>
            <a:prstGeom prst="borderCallout1">
              <a:avLst>
                <a:gd name="adj1" fmla="val 18750"/>
                <a:gd name="adj2" fmla="val -8333"/>
                <a:gd name="adj3" fmla="val -13509"/>
                <a:gd name="adj4" fmla="val -68600"/>
              </a:avLst>
            </a:prstGeom>
            <a:gradFill rotWithShape="0">
              <a:gsLst>
                <a:gs pos="0">
                  <a:srgbClr val="98C861"/>
                </a:gs>
                <a:gs pos="50000">
                  <a:srgbClr val="8BC63E"/>
                </a:gs>
                <a:gs pos="100000">
                  <a:srgbClr val="7CB831"/>
                </a:gs>
              </a:gsLst>
              <a:lin ang="5400000"/>
            </a:gradFill>
            <a:ln w="0">
              <a:noFill/>
            </a:ln>
            <a:effectLst>
              <a:outerShdw blurRad="57240" dist="19080" dir="5400000" algn="ctr" rotWithShape="0">
                <a:srgbClr val="000000">
                  <a:alpha val="63000"/>
                </a:srgbClr>
              </a:outerShdw>
            </a:effectLst>
          </p:spPr>
          <p:style>
            <a:lnRef idx="0">
              <a:schemeClr val="accent2"/>
            </a:lnRef>
            <a:fillRef idx="3">
              <a:schemeClr val="accent2"/>
            </a:fillRef>
            <a:effectRef idx="3">
              <a:schemeClr val="accent2"/>
            </a:effectRef>
            <a:fontRef idx="minor"/>
          </p:style>
          <p:txBody>
            <a:bodyPr lIns="90000" tIns="45000" rIns="90000" bIns="45000" anchor="ctr">
              <a:normAutofit/>
            </a:bodyPr>
            <a:lstStyle/>
            <a:p>
              <a:pPr algn="ctr" defTabSz="914400">
                <a:lnSpc>
                  <a:spcPct val="90000"/>
                </a:lnSpc>
                <a:spcAft>
                  <a:spcPts val="601"/>
                </a:spcAft>
              </a:pPr>
              <a:r>
                <a:rPr lang="de-DE" sz="2400" b="0" u="none" strike="noStrike">
                  <a:solidFill>
                    <a:schemeClr val="dk1"/>
                  </a:solidFill>
                  <a:uFillTx/>
                  <a:latin typeface="Calibri"/>
                </a:rPr>
                <a:t>Der Einstiegspunkt für Angular</a:t>
              </a:r>
              <a:endParaRPr lang="de-DE" sz="2400" b="0" u="none" strike="noStrike">
                <a:solidFill>
                  <a:srgbClr val="000000"/>
                </a:solidFill>
                <a:uFillTx/>
                <a:latin typeface="Arial"/>
              </a:endParaRPr>
            </a:p>
          </p:txBody>
        </p:sp>
      </p:grpSp>
      <p:cxnSp>
        <p:nvCxnSpPr>
          <p:cNvPr id="490" name="Gerade Verbindung mit Pfeil 11">
            <a:extLst>
              <a:ext uri="{FF2B5EF4-FFF2-40B4-BE49-F238E27FC236}">
                <a16:creationId xmlns:a16="http://schemas.microsoft.com/office/drawing/2014/main" id="{D9DA14EB-EFD9-8BDF-960A-7FA597149567}"/>
              </a:ext>
            </a:extLst>
          </p:cNvPr>
          <p:cNvCxnSpPr/>
          <p:nvPr/>
        </p:nvCxnSpPr>
        <p:spPr>
          <a:xfrm flipH="1" flipV="1">
            <a:off x="5348520" y="4458960"/>
            <a:ext cx="1529280" cy="648360"/>
          </a:xfrm>
          <a:prstGeom prst="straightConnector1">
            <a:avLst/>
          </a:prstGeom>
          <a:ln w="0">
            <a:solidFill>
              <a:srgbClr val="1D9A78"/>
            </a:solidFill>
            <a:tailEnd type="triangle" w="med" len="med"/>
          </a:ln>
        </p:spPr>
      </p:cxnSp>
    </p:spTree>
    <p:extLst>
      <p:ext uri="{BB962C8B-B14F-4D97-AF65-F5344CB8AC3E}">
        <p14:creationId xmlns:p14="http://schemas.microsoft.com/office/powerpoint/2010/main" val="1321717424"/>
      </p:ext>
    </p:extLst>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CBE91-2CD2-AD0C-A3E3-C3A02E7BD9B4}"/>
            </a:ext>
          </a:extLst>
        </p:cNvPr>
        <p:cNvGrpSpPr/>
        <p:nvPr/>
      </p:nvGrpSpPr>
      <p:grpSpPr>
        <a:xfrm>
          <a:off x="0" y="0"/>
          <a:ext cx="0" cy="0"/>
          <a:chOff x="0" y="0"/>
          <a:chExt cx="0" cy="0"/>
        </a:xfrm>
      </p:grpSpPr>
      <p:sp>
        <p:nvSpPr>
          <p:cNvPr id="491" name="PlaceHolder 1">
            <a:extLst>
              <a:ext uri="{FF2B5EF4-FFF2-40B4-BE49-F238E27FC236}">
                <a16:creationId xmlns:a16="http://schemas.microsoft.com/office/drawing/2014/main" id="{50FF4DB0-49F1-ACCA-4EC1-2393638953F1}"/>
              </a:ext>
            </a:extLst>
          </p:cNvPr>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Component-Annotation</a:t>
            </a:r>
            <a:endParaRPr lang="de-DE" sz="4400" b="0" u="none" strike="noStrike">
              <a:solidFill>
                <a:srgbClr val="000000"/>
              </a:solidFill>
              <a:uFillTx/>
              <a:latin typeface="Arial"/>
            </a:endParaRPr>
          </a:p>
        </p:txBody>
      </p:sp>
      <p:sp>
        <p:nvSpPr>
          <p:cNvPr id="492" name="PlaceHolder 2">
            <a:extLst>
              <a:ext uri="{FF2B5EF4-FFF2-40B4-BE49-F238E27FC236}">
                <a16:creationId xmlns:a16="http://schemas.microsoft.com/office/drawing/2014/main" id="{DD610C24-2C61-13F8-D407-B610B5CE3AA1}"/>
              </a:ext>
            </a:extLst>
          </p:cNvPr>
          <p:cNvSpPr>
            <a:spLocks noGrp="1"/>
          </p:cNvSpPr>
          <p:nvPr>
            <p:ph/>
          </p:nvPr>
        </p:nvSpPr>
        <p:spPr>
          <a:xfrm>
            <a:off x="838080" y="1825560"/>
            <a:ext cx="10514160" cy="4349880"/>
          </a:xfrm>
          <a:prstGeom prst="rect">
            <a:avLst/>
          </a:prstGeom>
          <a:noFill/>
          <a:ln w="0">
            <a:noFill/>
          </a:ln>
        </p:spPr>
        <p:txBody>
          <a:bodyPr lIns="91440" tIns="45720" rIns="91440" bIns="45720" anchor="t">
            <a:normAutofit fontScale="92500" lnSpcReduction="19999"/>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Eine Component ist eine TypeScript-Klasse mit der </a:t>
            </a:r>
            <a:r>
              <a:rPr lang="de-DE" sz="2800" b="0" u="none" strike="noStrike">
                <a:solidFill>
                  <a:schemeClr val="dk1"/>
                </a:solidFill>
                <a:uFillTx/>
                <a:latin typeface="Courier New"/>
              </a:rPr>
              <a:t>@Component</a:t>
            </a:r>
            <a:r>
              <a:rPr lang="de-DE" sz="2800" b="0" u="none" strike="noStrike">
                <a:solidFill>
                  <a:schemeClr val="dk1"/>
                </a:solidFill>
                <a:uFillTx/>
                <a:latin typeface="Calibri"/>
              </a:rPr>
              <a:t>-Annotation</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Annotationen enthalten Metadaten, die der Klasse zugeordnet werden</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Diese müssen von einem Framework interpretiert werden</a:t>
            </a:r>
            <a:endParaRPr lang="de-DE" sz="24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Annotationen sind damit so etwas wie statische Eigenschaften einer Klasse</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Allerdings sind diese syntaktisch nicht Bestandteil der Klassendeklaration</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Damit ergibt sich eine sauber Trennung</a:t>
            </a:r>
            <a:endParaRPr lang="de-DE" sz="24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Eine typische Component definiert</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Den Selector als Bezug zum Template</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Die Lokation des Templates</a:t>
            </a:r>
            <a:endParaRPr lang="de-DE" sz="24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Vollständige Liste unter</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i="1" u="none" strike="noStrike">
                <a:solidFill>
                  <a:schemeClr val="dk1"/>
                </a:solidFill>
                <a:uFillTx/>
                <a:latin typeface="Courier New"/>
              </a:rPr>
              <a:t>https://angular.io/api/core/Component</a:t>
            </a:r>
            <a:endParaRPr lang="de-DE" sz="2400" b="0" u="none" strike="noStrike">
              <a:solidFill>
                <a:srgbClr val="000000"/>
              </a:solidFill>
              <a:uFillTx/>
              <a:latin typeface="Arial"/>
            </a:endParaRPr>
          </a:p>
        </p:txBody>
      </p:sp>
    </p:spTree>
    <p:extLst>
      <p:ext uri="{BB962C8B-B14F-4D97-AF65-F5344CB8AC3E}">
        <p14:creationId xmlns:p14="http://schemas.microsoft.com/office/powerpoint/2010/main" val="3314102431"/>
      </p:ext>
    </p:extLst>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3EFFC9-8E4D-4D48-043C-369B6CADB540}"/>
            </a:ext>
          </a:extLst>
        </p:cNvPr>
        <p:cNvGrpSpPr/>
        <p:nvPr/>
      </p:nvGrpSpPr>
      <p:grpSpPr>
        <a:xfrm>
          <a:off x="0" y="0"/>
          <a:ext cx="0" cy="0"/>
          <a:chOff x="0" y="0"/>
          <a:chExt cx="0" cy="0"/>
        </a:xfrm>
      </p:grpSpPr>
      <p:sp>
        <p:nvSpPr>
          <p:cNvPr id="493" name="PlaceHolder 1">
            <a:extLst>
              <a:ext uri="{FF2B5EF4-FFF2-40B4-BE49-F238E27FC236}">
                <a16:creationId xmlns:a16="http://schemas.microsoft.com/office/drawing/2014/main" id="{814E1C06-44B7-05C0-3739-1DB1106058D7}"/>
              </a:ext>
            </a:extLst>
          </p:cNvPr>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Aufgabe der Component</a:t>
            </a:r>
            <a:endParaRPr lang="de-DE" sz="4400" b="0" u="none" strike="noStrike">
              <a:solidFill>
                <a:srgbClr val="000000"/>
              </a:solidFill>
              <a:uFillTx/>
              <a:latin typeface="Arial"/>
            </a:endParaRPr>
          </a:p>
        </p:txBody>
      </p:sp>
      <p:sp>
        <p:nvSpPr>
          <p:cNvPr id="494" name="PlaceHolder 2">
            <a:extLst>
              <a:ext uri="{FF2B5EF4-FFF2-40B4-BE49-F238E27FC236}">
                <a16:creationId xmlns:a16="http://schemas.microsoft.com/office/drawing/2014/main" id="{11C5C325-94D8-42A8-B664-CCFBEFE1A972}"/>
              </a:ext>
            </a:extLst>
          </p:cNvPr>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Die Eigenschaften der Component-Klasse dienen als Schnittstelle zum HTML-Code</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Werte werden über Interpolation oder Direktiven gebunden</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Funktionen dienen als Event-Handler</a:t>
            </a:r>
            <a:endParaRPr lang="de-DE" sz="24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Bei Bedarf implementiert die Component-Klasse Lifecycle-Funktionen</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ourier New"/>
              </a:rPr>
              <a:t>ngOnChanges</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ourier New"/>
              </a:rPr>
              <a:t>ngOnInit</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i="1" u="none" strike="noStrike">
                <a:solidFill>
                  <a:schemeClr val="dk1"/>
                </a:solidFill>
                <a:uFillTx/>
                <a:latin typeface="Courier New"/>
              </a:rPr>
              <a:t>https://angular.io/guide/lifecycle-hooks</a:t>
            </a:r>
            <a:endParaRPr lang="de-DE" sz="2400" b="0" u="none" strike="noStrike">
              <a:solidFill>
                <a:srgbClr val="000000"/>
              </a:solidFill>
              <a:uFillTx/>
              <a:latin typeface="Arial"/>
            </a:endParaRPr>
          </a:p>
        </p:txBody>
      </p:sp>
    </p:spTree>
    <p:extLst>
      <p:ext uri="{BB962C8B-B14F-4D97-AF65-F5344CB8AC3E}">
        <p14:creationId xmlns:p14="http://schemas.microsoft.com/office/powerpoint/2010/main" val="3441094309"/>
      </p:ext>
    </p:extLst>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CFB250-1AB1-AFC8-E8F2-6E37E225DC68}"/>
            </a:ext>
          </a:extLst>
        </p:cNvPr>
        <p:cNvGrpSpPr/>
        <p:nvPr/>
      </p:nvGrpSpPr>
      <p:grpSpPr>
        <a:xfrm>
          <a:off x="0" y="0"/>
          <a:ext cx="0" cy="0"/>
          <a:chOff x="0" y="0"/>
          <a:chExt cx="0" cy="0"/>
        </a:xfrm>
      </p:grpSpPr>
      <p:sp>
        <p:nvSpPr>
          <p:cNvPr id="495" name="PlaceHolder 1">
            <a:extLst>
              <a:ext uri="{FF2B5EF4-FFF2-40B4-BE49-F238E27FC236}">
                <a16:creationId xmlns:a16="http://schemas.microsoft.com/office/drawing/2014/main" id="{51B3BB4A-776F-95B1-9186-BEDEDD1DABFD}"/>
              </a:ext>
            </a:extLst>
          </p:cNvPr>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Angular-Module: Die Component</a:t>
            </a:r>
            <a:endParaRPr lang="de-DE" sz="4400" b="0" u="none" strike="noStrike">
              <a:solidFill>
                <a:srgbClr val="000000"/>
              </a:solidFill>
              <a:uFillTx/>
              <a:latin typeface="Arial"/>
            </a:endParaRPr>
          </a:p>
        </p:txBody>
      </p:sp>
      <p:sp>
        <p:nvSpPr>
          <p:cNvPr id="496" name="PlaceHolder 2">
            <a:extLst>
              <a:ext uri="{FF2B5EF4-FFF2-40B4-BE49-F238E27FC236}">
                <a16:creationId xmlns:a16="http://schemas.microsoft.com/office/drawing/2014/main" id="{8F4E3228-6FCE-10CB-017D-BEA1D0B3C05A}"/>
              </a:ext>
            </a:extLst>
          </p:cNvPr>
          <p:cNvSpPr>
            <a:spLocks noGrp="1"/>
          </p:cNvSpPr>
          <p:nvPr>
            <p:ph/>
          </p:nvPr>
        </p:nvSpPr>
        <p:spPr>
          <a:xfrm>
            <a:off x="838080" y="1825560"/>
            <a:ext cx="10514160" cy="4349880"/>
          </a:xfrm>
          <a:prstGeom prst="rect">
            <a:avLst/>
          </a:prstGeom>
          <a:noFill/>
          <a:ln w="0">
            <a:noFill/>
          </a:ln>
        </p:spPr>
        <p:txBody>
          <a:bodyPr lIns="91440" tIns="45720" rIns="91440" bIns="45720" anchor="t">
            <a:normAutofit/>
          </a:bodyPr>
          <a:lstStyle/>
          <a:p>
            <a:pPr indent="0" defTabSz="914400">
              <a:lnSpc>
                <a:spcPct val="90000"/>
              </a:lnSpc>
              <a:spcBef>
                <a:spcPts val="1001"/>
              </a:spcBef>
              <a:buNone/>
              <a:tabLst>
                <a:tab pos="0" algn="l"/>
              </a:tabLst>
            </a:pPr>
            <a:r>
              <a:rPr lang="de-DE" sz="1800" b="0" u="none" strike="noStrike">
                <a:solidFill>
                  <a:srgbClr val="0033B3"/>
                </a:solidFill>
                <a:uFillTx/>
                <a:latin typeface="Calibri"/>
              </a:rPr>
              <a:t>import </a:t>
            </a:r>
            <a:r>
              <a:rPr lang="de-DE" sz="1800" b="0" u="none" strike="noStrike">
                <a:solidFill>
                  <a:schemeClr val="dk1"/>
                </a:solidFill>
                <a:uFillTx/>
                <a:latin typeface="Calibri"/>
              </a:rPr>
              <a:t>{</a:t>
            </a:r>
            <a:r>
              <a:rPr lang="de-DE" sz="1800" b="0" u="none" strike="noStrike">
                <a:solidFill>
                  <a:srgbClr val="000000"/>
                </a:solidFill>
                <a:uFillTx/>
                <a:latin typeface="Calibri"/>
              </a:rPr>
              <a:t>ApplicationRef</a:t>
            </a:r>
            <a:r>
              <a:rPr lang="de-DE" sz="1800" b="0" u="none" strike="noStrike">
                <a:solidFill>
                  <a:schemeClr val="dk1"/>
                </a:solidFill>
                <a:uFillTx/>
                <a:latin typeface="Calibri"/>
              </a:rPr>
              <a:t>, </a:t>
            </a:r>
            <a:r>
              <a:rPr lang="de-DE" sz="1800" b="0" u="none" strike="noStrike">
                <a:solidFill>
                  <a:srgbClr val="830091"/>
                </a:solidFill>
                <a:uFillTx/>
                <a:latin typeface="Calibri"/>
              </a:rPr>
              <a:t>Component</a:t>
            </a:r>
            <a:r>
              <a:rPr lang="de-DE" sz="1800" b="0" u="none" strike="noStrike">
                <a:solidFill>
                  <a:schemeClr val="dk1"/>
                </a:solidFill>
                <a:uFillTx/>
                <a:latin typeface="Calibri"/>
              </a:rPr>
              <a:t>, </a:t>
            </a:r>
            <a:r>
              <a:rPr lang="de-DE" sz="1800" b="0" u="none" strike="noStrike">
                <a:solidFill>
                  <a:srgbClr val="000000"/>
                </a:solidFill>
                <a:uFillTx/>
                <a:latin typeface="Calibri"/>
              </a:rPr>
              <a:t>OnDestroy</a:t>
            </a:r>
            <a:r>
              <a:rPr lang="de-DE" sz="1800" b="0" u="none" strike="noStrike">
                <a:solidFill>
                  <a:schemeClr val="dk1"/>
                </a:solidFill>
                <a:uFillTx/>
                <a:latin typeface="Calibri"/>
              </a:rPr>
              <a:t>, </a:t>
            </a:r>
            <a:r>
              <a:rPr lang="de-DE" sz="1800" b="0" u="none" strike="noStrike">
                <a:solidFill>
                  <a:srgbClr val="000000"/>
                </a:solidFill>
                <a:uFillTx/>
                <a:latin typeface="Calibri"/>
              </a:rPr>
              <a:t>OnInit</a:t>
            </a:r>
            <a:r>
              <a:rPr lang="de-DE" sz="1800" b="0" u="none" strike="noStrike">
                <a:solidFill>
                  <a:schemeClr val="dk1"/>
                </a:solidFill>
                <a:uFillTx/>
                <a:latin typeface="Calibri"/>
              </a:rPr>
              <a:t>} </a:t>
            </a:r>
            <a:r>
              <a:rPr lang="de-DE" sz="1800" b="0" u="none" strike="noStrike">
                <a:solidFill>
                  <a:srgbClr val="0033B3"/>
                </a:solidFill>
                <a:uFillTx/>
                <a:latin typeface="Calibri"/>
              </a:rPr>
              <a:t>from </a:t>
            </a:r>
            <a:r>
              <a:rPr lang="de-DE" sz="1800" b="0" u="none" strike="noStrike">
                <a:solidFill>
                  <a:srgbClr val="067D17"/>
                </a:solidFill>
                <a:uFillTx/>
                <a:latin typeface="Calibri"/>
              </a:rPr>
              <a:t>"@angular/core"</a:t>
            </a:r>
            <a:r>
              <a:rPr lang="de-DE" sz="1800" b="0" u="none" strike="noStrike">
                <a:solidFill>
                  <a:schemeClr val="dk1"/>
                </a:solidFill>
                <a:uFillTx/>
                <a:latin typeface="Calibri"/>
              </a:rPr>
              <a:t>;</a:t>
            </a:r>
            <a:endParaRPr lang="de-DE" sz="1800" b="0" u="none" strike="noStrike">
              <a:solidFill>
                <a:srgbClr val="000000"/>
              </a:solidFill>
              <a:uFillTx/>
              <a:latin typeface="Arial"/>
            </a:endParaRPr>
          </a:p>
          <a:p>
            <a:pPr indent="0" defTabSz="914400">
              <a:lnSpc>
                <a:spcPct val="90000"/>
              </a:lnSpc>
              <a:spcBef>
                <a:spcPts val="1001"/>
              </a:spcBef>
              <a:buNone/>
              <a:tabLst>
                <a:tab pos="0" algn="l"/>
              </a:tabLst>
            </a:pPr>
            <a:r>
              <a:rPr lang="de-DE" sz="1800" b="0" u="none" strike="noStrike">
                <a:solidFill>
                  <a:srgbClr val="9E880D"/>
                </a:solidFill>
                <a:uFillTx/>
                <a:latin typeface="Calibri"/>
              </a:rPr>
              <a:t>@Component</a:t>
            </a:r>
            <a:r>
              <a:rPr lang="de-DE" sz="1800" b="0" u="none" strike="noStrike">
                <a:solidFill>
                  <a:schemeClr val="dk1"/>
                </a:solidFill>
                <a:uFillTx/>
                <a:latin typeface="Calibri"/>
              </a:rPr>
              <a:t>({</a:t>
            </a:r>
            <a:br>
              <a:rPr sz="1800"/>
            </a:br>
            <a:r>
              <a:rPr lang="de-DE" sz="1800" b="0" u="none" strike="noStrike">
                <a:solidFill>
                  <a:schemeClr val="dk1"/>
                </a:solidFill>
                <a:uFillTx/>
                <a:latin typeface="Calibri"/>
              </a:rPr>
              <a:t>    </a:t>
            </a:r>
            <a:r>
              <a:rPr lang="de-DE" sz="1800" b="0" u="none" strike="noStrike">
                <a:solidFill>
                  <a:srgbClr val="871094"/>
                </a:solidFill>
                <a:uFillTx/>
                <a:latin typeface="Calibri"/>
              </a:rPr>
              <a:t>selector</a:t>
            </a:r>
            <a:r>
              <a:rPr lang="de-DE" sz="1800" b="0" u="none" strike="noStrike">
                <a:solidFill>
                  <a:schemeClr val="dk1"/>
                </a:solidFill>
                <a:uFillTx/>
                <a:latin typeface="Calibri"/>
              </a:rPr>
              <a:t>: </a:t>
            </a:r>
            <a:r>
              <a:rPr lang="de-DE" sz="1800" b="0" u="none" strike="noStrike">
                <a:solidFill>
                  <a:srgbClr val="067D17"/>
                </a:solidFill>
                <a:uFillTx/>
                <a:latin typeface="Calibri"/>
              </a:rPr>
              <a:t>“app-root"</a:t>
            </a:r>
            <a:r>
              <a:rPr lang="de-DE" sz="1800" b="0" u="none" strike="noStrike">
                <a:solidFill>
                  <a:schemeClr val="dk1"/>
                </a:solidFill>
                <a:uFillTx/>
                <a:latin typeface="Calibri"/>
              </a:rPr>
              <a:t>,</a:t>
            </a:r>
            <a:br>
              <a:rPr sz="1800"/>
            </a:br>
            <a:r>
              <a:rPr lang="de-DE" sz="1800" b="0" u="none" strike="noStrike">
                <a:solidFill>
                  <a:schemeClr val="dk1"/>
                </a:solidFill>
                <a:uFillTx/>
                <a:latin typeface="Calibri"/>
              </a:rPr>
              <a:t>    </a:t>
            </a:r>
            <a:r>
              <a:rPr lang="de-DE" sz="1800" b="0" u="none" strike="noStrike">
                <a:solidFill>
                  <a:srgbClr val="871094"/>
                </a:solidFill>
                <a:uFillTx/>
                <a:latin typeface="Calibri"/>
              </a:rPr>
              <a:t>templateUrl</a:t>
            </a:r>
            <a:r>
              <a:rPr lang="de-DE" sz="1800" b="0" u="none" strike="noStrike">
                <a:solidFill>
                  <a:schemeClr val="dk1"/>
                </a:solidFill>
                <a:uFillTx/>
                <a:latin typeface="Calibri"/>
              </a:rPr>
              <a:t>: </a:t>
            </a:r>
            <a:r>
              <a:rPr lang="de-DE" sz="1800" b="0" u="none" strike="noStrike">
                <a:solidFill>
                  <a:srgbClr val="067D17"/>
                </a:solidFill>
                <a:uFillTx/>
                <a:latin typeface="Calibri"/>
              </a:rPr>
              <a:t>"./app.component.html"</a:t>
            </a:r>
            <a:r>
              <a:rPr lang="de-DE" sz="1800" b="0" u="none" strike="noStrike">
                <a:solidFill>
                  <a:schemeClr val="dk1"/>
                </a:solidFill>
                <a:uFillTx/>
                <a:latin typeface="Calibri"/>
              </a:rPr>
              <a:t>,</a:t>
            </a:r>
            <a:br>
              <a:rPr sz="1800"/>
            </a:br>
            <a:r>
              <a:rPr lang="de-DE" sz="1800" b="0" u="none" strike="noStrike">
                <a:solidFill>
                  <a:schemeClr val="dk1"/>
                </a:solidFill>
                <a:uFillTx/>
                <a:latin typeface="Calibri"/>
              </a:rPr>
              <a:t>    </a:t>
            </a:r>
            <a:r>
              <a:rPr lang="de-DE" sz="1800" b="0" u="none" strike="noStrike">
                <a:solidFill>
                  <a:srgbClr val="871094"/>
                </a:solidFill>
                <a:uFillTx/>
                <a:latin typeface="Calibri"/>
              </a:rPr>
              <a:t>styleUrls</a:t>
            </a:r>
            <a:r>
              <a:rPr lang="de-DE" sz="1800" b="0" u="none" strike="noStrike">
                <a:solidFill>
                  <a:schemeClr val="dk1"/>
                </a:solidFill>
                <a:uFillTx/>
                <a:latin typeface="Calibri"/>
              </a:rPr>
              <a:t>: [</a:t>
            </a:r>
            <a:r>
              <a:rPr lang="de-DE" sz="1800" b="0" u="none" strike="noStrike">
                <a:solidFill>
                  <a:srgbClr val="067D17"/>
                </a:solidFill>
                <a:uFillTx/>
                <a:latin typeface="Calibri"/>
              </a:rPr>
              <a:t>"./app.component.scss"</a:t>
            </a:r>
            <a:r>
              <a:rPr lang="de-DE" sz="1800" b="0" u="none" strike="noStrike">
                <a:solidFill>
                  <a:schemeClr val="dk1"/>
                </a:solidFill>
                <a:uFillTx/>
                <a:latin typeface="Calibri"/>
              </a:rPr>
              <a:t>],</a:t>
            </a:r>
            <a:br>
              <a:rPr sz="1800"/>
            </a:br>
            <a:r>
              <a:rPr lang="de-DE" sz="1800" b="0" u="none" strike="noStrike">
                <a:solidFill>
                  <a:schemeClr val="dk1"/>
                </a:solidFill>
                <a:uFillTx/>
                <a:latin typeface="Calibri"/>
              </a:rPr>
              <a:t>    </a:t>
            </a:r>
            <a:r>
              <a:rPr lang="de-DE" sz="1800" b="0" u="none" strike="noStrike">
                <a:solidFill>
                  <a:srgbClr val="871094"/>
                </a:solidFill>
                <a:uFillTx/>
                <a:latin typeface="Calibri"/>
              </a:rPr>
              <a:t>animations</a:t>
            </a:r>
            <a:r>
              <a:rPr lang="de-DE" sz="1800" b="0" u="none" strike="noStrike">
                <a:solidFill>
                  <a:schemeClr val="dk1"/>
                </a:solidFill>
                <a:uFillTx/>
                <a:latin typeface="Calibri"/>
              </a:rPr>
              <a:t>: [</a:t>
            </a:r>
            <a:r>
              <a:rPr lang="de-DE" sz="1800" b="0" u="none" strike="noStrike">
                <a:solidFill>
                  <a:srgbClr val="830091"/>
                </a:solidFill>
                <a:uFillTx/>
                <a:latin typeface="Calibri"/>
              </a:rPr>
              <a:t>fadeAnimation</a:t>
            </a:r>
            <a:r>
              <a:rPr lang="de-DE" sz="1800" b="0" u="none" strike="noStrike">
                <a:solidFill>
                  <a:schemeClr val="dk1"/>
                </a:solidFill>
                <a:uFillTx/>
                <a:latin typeface="Calibri"/>
              </a:rPr>
              <a:t>]</a:t>
            </a:r>
            <a:br>
              <a:rPr sz="1800"/>
            </a:br>
            <a:r>
              <a:rPr lang="de-DE" sz="1800" b="0" u="none" strike="noStrike">
                <a:solidFill>
                  <a:schemeClr val="dk1"/>
                </a:solidFill>
                <a:uFillTx/>
                <a:latin typeface="Calibri"/>
              </a:rPr>
              <a:t>})</a:t>
            </a:r>
            <a:br>
              <a:rPr sz="1800"/>
            </a:br>
            <a:r>
              <a:rPr lang="de-DE" sz="1800" b="0" u="none" strike="noStrike">
                <a:solidFill>
                  <a:srgbClr val="0033B3"/>
                </a:solidFill>
                <a:uFillTx/>
                <a:latin typeface="Calibri"/>
              </a:rPr>
              <a:t>export class </a:t>
            </a:r>
            <a:r>
              <a:rPr lang="de-DE" sz="1800" b="0" u="none" strike="noStrike">
                <a:solidFill>
                  <a:srgbClr val="000000"/>
                </a:solidFill>
                <a:uFillTx/>
                <a:latin typeface="Calibri"/>
              </a:rPr>
              <a:t>AppComponent </a:t>
            </a:r>
            <a:r>
              <a:rPr lang="de-DE" sz="1800" b="0" u="none" strike="noStrike">
                <a:solidFill>
                  <a:srgbClr val="0033B3"/>
                </a:solidFill>
                <a:uFillTx/>
                <a:latin typeface="Calibri"/>
              </a:rPr>
              <a:t>implements </a:t>
            </a:r>
            <a:r>
              <a:rPr lang="de-DE" sz="1800" b="0" u="none" strike="noStrike">
                <a:solidFill>
                  <a:srgbClr val="000000"/>
                </a:solidFill>
                <a:uFillTx/>
                <a:latin typeface="Calibri"/>
              </a:rPr>
              <a:t>OnInit</a:t>
            </a:r>
            <a:r>
              <a:rPr lang="de-DE" sz="1800" b="0" u="none" strike="noStrike">
                <a:solidFill>
                  <a:schemeClr val="dk1"/>
                </a:solidFill>
                <a:uFillTx/>
                <a:latin typeface="Calibri"/>
              </a:rPr>
              <a:t>, </a:t>
            </a:r>
            <a:r>
              <a:rPr lang="de-DE" sz="1800" b="0" u="none" strike="noStrike">
                <a:solidFill>
                  <a:srgbClr val="000000"/>
                </a:solidFill>
                <a:uFillTx/>
                <a:latin typeface="Calibri"/>
              </a:rPr>
              <a:t>OnDestroy </a:t>
            </a:r>
            <a:r>
              <a:rPr lang="de-DE" sz="1800" b="0" u="none" strike="noStrike">
                <a:solidFill>
                  <a:schemeClr val="dk1"/>
                </a:solidFill>
                <a:uFillTx/>
                <a:latin typeface="Calibri"/>
              </a:rPr>
              <a:t>{</a:t>
            </a:r>
            <a:br>
              <a:rPr sz="1800"/>
            </a:br>
            <a:br>
              <a:rPr sz="1800"/>
            </a:br>
            <a:r>
              <a:rPr lang="de-DE" sz="1800" b="0" u="none" strike="noStrike">
                <a:solidFill>
                  <a:schemeClr val="dk1"/>
                </a:solidFill>
                <a:uFillTx/>
                <a:latin typeface="Calibri"/>
              </a:rPr>
              <a:t>    </a:t>
            </a:r>
            <a:r>
              <a:rPr lang="de-DE" sz="1800" b="0" u="none" strike="noStrike">
                <a:solidFill>
                  <a:srgbClr val="0033B3"/>
                </a:solidFill>
                <a:uFillTx/>
                <a:latin typeface="Calibri"/>
              </a:rPr>
              <a:t>public </a:t>
            </a:r>
            <a:r>
              <a:rPr lang="de-DE" sz="1800" b="0" u="none" strike="noStrike">
                <a:solidFill>
                  <a:srgbClr val="871094"/>
                </a:solidFill>
                <a:uFillTx/>
                <a:latin typeface="Calibri"/>
              </a:rPr>
              <a:t>title </a:t>
            </a:r>
            <a:r>
              <a:rPr lang="de-DE" sz="1800" b="0" u="none" strike="noStrike">
                <a:solidFill>
                  <a:schemeClr val="dk1"/>
                </a:solidFill>
                <a:uFillTx/>
                <a:latin typeface="Calibri"/>
              </a:rPr>
              <a:t>= </a:t>
            </a:r>
            <a:r>
              <a:rPr lang="de-DE" sz="1800" b="0" u="none" strike="noStrike">
                <a:solidFill>
                  <a:srgbClr val="067D17"/>
                </a:solidFill>
                <a:uFillTx/>
                <a:latin typeface="Calibri"/>
              </a:rPr>
              <a:t>"theFrontend"</a:t>
            </a:r>
            <a:r>
              <a:rPr lang="de-DE" sz="1800" b="0" u="none" strike="noStrike">
                <a:solidFill>
                  <a:schemeClr val="dk1"/>
                </a:solidFill>
                <a:uFillTx/>
                <a:latin typeface="Calibri"/>
              </a:rPr>
              <a:t>;</a:t>
            </a:r>
            <a:endParaRPr lang="de-DE" sz="1800" b="0" u="none" strike="noStrike">
              <a:solidFill>
                <a:srgbClr val="000000"/>
              </a:solidFill>
              <a:uFillTx/>
              <a:latin typeface="Arial"/>
            </a:endParaRPr>
          </a:p>
        </p:txBody>
      </p:sp>
      <p:sp>
        <p:nvSpPr>
          <p:cNvPr id="497" name="Legende mit Linie 1 5">
            <a:extLst>
              <a:ext uri="{FF2B5EF4-FFF2-40B4-BE49-F238E27FC236}">
                <a16:creationId xmlns:a16="http://schemas.microsoft.com/office/drawing/2014/main" id="{BBF103DB-4587-4352-9490-FFD36CDAFD68}"/>
              </a:ext>
            </a:extLst>
          </p:cNvPr>
          <p:cNvSpPr/>
          <p:nvPr/>
        </p:nvSpPr>
        <p:spPr>
          <a:xfrm>
            <a:off x="8696160" y="2734920"/>
            <a:ext cx="2554920" cy="754560"/>
          </a:xfrm>
          <a:prstGeom prst="borderCallout1">
            <a:avLst>
              <a:gd name="adj1" fmla="val 18750"/>
              <a:gd name="adj2" fmla="val -8333"/>
              <a:gd name="adj3" fmla="val -18598"/>
              <a:gd name="adj4" fmla="val -129136"/>
            </a:avLst>
          </a:prstGeom>
          <a:gradFill rotWithShape="0">
            <a:gsLst>
              <a:gs pos="0">
                <a:srgbClr val="98C861"/>
              </a:gs>
              <a:gs pos="50000">
                <a:srgbClr val="8BC63E"/>
              </a:gs>
              <a:gs pos="100000">
                <a:srgbClr val="7CB831"/>
              </a:gs>
            </a:gsLst>
            <a:lin ang="5400000"/>
          </a:gradFill>
          <a:ln w="0">
            <a:noFill/>
          </a:ln>
          <a:effectLst>
            <a:outerShdw blurRad="57240" dist="19080" dir="5400000" algn="ctr" rotWithShape="0">
              <a:srgbClr val="000000">
                <a:alpha val="63000"/>
              </a:srgbClr>
            </a:outerShdw>
          </a:effectLst>
        </p:spPr>
        <p:style>
          <a:lnRef idx="0">
            <a:schemeClr val="accent2"/>
          </a:lnRef>
          <a:fillRef idx="3">
            <a:schemeClr val="accent2"/>
          </a:fillRef>
          <a:effectRef idx="3">
            <a:schemeClr val="accent2"/>
          </a:effectRef>
          <a:fontRef idx="minor"/>
        </p:style>
        <p:txBody>
          <a:bodyPr lIns="90000" tIns="45000" rIns="90000" bIns="45000" anchor="ctr">
            <a:noAutofit/>
          </a:bodyPr>
          <a:lstStyle/>
          <a:p>
            <a:pPr algn="ctr" defTabSz="914400">
              <a:lnSpc>
                <a:spcPct val="100000"/>
              </a:lnSpc>
            </a:pPr>
            <a:r>
              <a:rPr lang="de-DE" sz="1800" b="0" u="none" strike="noStrike">
                <a:solidFill>
                  <a:schemeClr val="dk1"/>
                </a:solidFill>
                <a:uFillTx/>
                <a:latin typeface="Calibri"/>
              </a:rPr>
              <a:t>Referenz auf den Einstiegspunkt</a:t>
            </a:r>
            <a:endParaRPr lang="de-DE" sz="1800" b="0" u="none" strike="noStrike">
              <a:solidFill>
                <a:srgbClr val="000000"/>
              </a:solidFill>
              <a:uFillTx/>
              <a:latin typeface="Arial"/>
            </a:endParaRPr>
          </a:p>
        </p:txBody>
      </p:sp>
      <p:sp>
        <p:nvSpPr>
          <p:cNvPr id="498" name="Legende mit Linie 1 9">
            <a:extLst>
              <a:ext uri="{FF2B5EF4-FFF2-40B4-BE49-F238E27FC236}">
                <a16:creationId xmlns:a16="http://schemas.microsoft.com/office/drawing/2014/main" id="{C46B5330-FF00-BD4E-FC43-FFCF8C85D47F}"/>
              </a:ext>
            </a:extLst>
          </p:cNvPr>
          <p:cNvSpPr/>
          <p:nvPr/>
        </p:nvSpPr>
        <p:spPr>
          <a:xfrm>
            <a:off x="8696160" y="3706920"/>
            <a:ext cx="2554920" cy="682560"/>
          </a:xfrm>
          <a:prstGeom prst="borderCallout1">
            <a:avLst>
              <a:gd name="adj1" fmla="val 18750"/>
              <a:gd name="adj2" fmla="val -8333"/>
              <a:gd name="adj3" fmla="val -101397"/>
              <a:gd name="adj4" fmla="val -73759"/>
            </a:avLst>
          </a:prstGeom>
          <a:gradFill rotWithShape="0">
            <a:gsLst>
              <a:gs pos="0">
                <a:srgbClr val="98C861"/>
              </a:gs>
              <a:gs pos="50000">
                <a:srgbClr val="8BC63E"/>
              </a:gs>
              <a:gs pos="100000">
                <a:srgbClr val="7CB831"/>
              </a:gs>
            </a:gsLst>
            <a:lin ang="5400000"/>
          </a:gradFill>
          <a:ln w="0">
            <a:noFill/>
          </a:ln>
          <a:effectLst>
            <a:outerShdw blurRad="57240" dist="19080" dir="5400000" algn="ctr" rotWithShape="0">
              <a:srgbClr val="000000">
                <a:alpha val="63000"/>
              </a:srgbClr>
            </a:outerShdw>
          </a:effectLst>
        </p:spPr>
        <p:style>
          <a:lnRef idx="0">
            <a:schemeClr val="accent2"/>
          </a:lnRef>
          <a:fillRef idx="3">
            <a:schemeClr val="accent2"/>
          </a:fillRef>
          <a:effectRef idx="3">
            <a:schemeClr val="accent2"/>
          </a:effectRef>
          <a:fontRef idx="minor"/>
        </p:style>
        <p:txBody>
          <a:bodyPr lIns="90000" tIns="45000" rIns="90000" bIns="45000" anchor="ctr">
            <a:noAutofit/>
          </a:bodyPr>
          <a:lstStyle/>
          <a:p>
            <a:pPr algn="ctr" defTabSz="914400">
              <a:lnSpc>
                <a:spcPct val="100000"/>
              </a:lnSpc>
            </a:pPr>
            <a:r>
              <a:rPr lang="de-DE" sz="1800" b="0" u="none" strike="noStrike">
                <a:solidFill>
                  <a:schemeClr val="dk1"/>
                </a:solidFill>
                <a:uFillTx/>
                <a:latin typeface="Calibri"/>
              </a:rPr>
              <a:t>Referenz auf Template und CSS</a:t>
            </a:r>
            <a:endParaRPr lang="de-DE" sz="1800" b="0" u="none" strike="noStrike">
              <a:solidFill>
                <a:srgbClr val="000000"/>
              </a:solidFill>
              <a:uFillTx/>
              <a:latin typeface="Arial"/>
            </a:endParaRPr>
          </a:p>
        </p:txBody>
      </p:sp>
      <p:sp>
        <p:nvSpPr>
          <p:cNvPr id="499" name="Legende mit Linie 1 10">
            <a:extLst>
              <a:ext uri="{FF2B5EF4-FFF2-40B4-BE49-F238E27FC236}">
                <a16:creationId xmlns:a16="http://schemas.microsoft.com/office/drawing/2014/main" id="{0957CF1D-D60A-1D8D-3313-F500BF8E3BB8}"/>
              </a:ext>
            </a:extLst>
          </p:cNvPr>
          <p:cNvSpPr/>
          <p:nvPr/>
        </p:nvSpPr>
        <p:spPr>
          <a:xfrm>
            <a:off x="8696160" y="1690560"/>
            <a:ext cx="2554920" cy="754560"/>
          </a:xfrm>
          <a:prstGeom prst="borderCallout1">
            <a:avLst>
              <a:gd name="adj1" fmla="val 18750"/>
              <a:gd name="adj2" fmla="val -8333"/>
              <a:gd name="adj3" fmla="val 26754"/>
              <a:gd name="adj4" fmla="val -54499"/>
            </a:avLst>
          </a:prstGeom>
          <a:gradFill rotWithShape="0">
            <a:gsLst>
              <a:gs pos="0">
                <a:srgbClr val="98C861"/>
              </a:gs>
              <a:gs pos="50000">
                <a:srgbClr val="8BC63E"/>
              </a:gs>
              <a:gs pos="100000">
                <a:srgbClr val="7CB831"/>
              </a:gs>
            </a:gsLst>
            <a:lin ang="5400000"/>
          </a:gradFill>
          <a:ln w="0">
            <a:noFill/>
          </a:ln>
          <a:effectLst>
            <a:outerShdw blurRad="57240" dist="19080" dir="5400000" algn="ctr" rotWithShape="0">
              <a:srgbClr val="000000">
                <a:alpha val="63000"/>
              </a:srgbClr>
            </a:outerShdw>
          </a:effectLst>
        </p:spPr>
        <p:style>
          <a:lnRef idx="0">
            <a:schemeClr val="accent2"/>
          </a:lnRef>
          <a:fillRef idx="3">
            <a:schemeClr val="accent2"/>
          </a:fillRef>
          <a:effectRef idx="3">
            <a:schemeClr val="accent2"/>
          </a:effectRef>
          <a:fontRef idx="minor"/>
        </p:style>
        <p:txBody>
          <a:bodyPr lIns="90000" tIns="45000" rIns="90000" bIns="45000" anchor="ctr">
            <a:noAutofit/>
          </a:bodyPr>
          <a:lstStyle/>
          <a:p>
            <a:pPr algn="ctr" defTabSz="914400">
              <a:lnSpc>
                <a:spcPct val="100000"/>
              </a:lnSpc>
            </a:pPr>
            <a:r>
              <a:rPr lang="de-DE" sz="1800" b="0" u="none" strike="noStrike">
                <a:solidFill>
                  <a:schemeClr val="dk1"/>
                </a:solidFill>
                <a:uFillTx/>
                <a:latin typeface="Calibri"/>
              </a:rPr>
              <a:t>TypeScript-Import der Angular-Core-Bibliothek</a:t>
            </a:r>
            <a:endParaRPr lang="de-DE" sz="1800" b="0" u="none" strike="noStrike">
              <a:solidFill>
                <a:srgbClr val="000000"/>
              </a:solidFill>
              <a:uFillTx/>
              <a:latin typeface="Arial"/>
            </a:endParaRPr>
          </a:p>
        </p:txBody>
      </p:sp>
      <p:sp>
        <p:nvSpPr>
          <p:cNvPr id="500" name="Legende mit Linie 1 11">
            <a:extLst>
              <a:ext uri="{FF2B5EF4-FFF2-40B4-BE49-F238E27FC236}">
                <a16:creationId xmlns:a16="http://schemas.microsoft.com/office/drawing/2014/main" id="{8DCB0920-C8CA-D866-7E2C-7ACBD9F8ECE4}"/>
              </a:ext>
            </a:extLst>
          </p:cNvPr>
          <p:cNvSpPr/>
          <p:nvPr/>
        </p:nvSpPr>
        <p:spPr>
          <a:xfrm>
            <a:off x="8696160" y="4552920"/>
            <a:ext cx="2554920" cy="754560"/>
          </a:xfrm>
          <a:prstGeom prst="borderCallout1">
            <a:avLst>
              <a:gd name="adj1" fmla="val 18750"/>
              <a:gd name="adj2" fmla="val -8333"/>
              <a:gd name="adj3" fmla="val -89533"/>
              <a:gd name="adj4" fmla="val -115378"/>
            </a:avLst>
          </a:prstGeom>
          <a:gradFill rotWithShape="0">
            <a:gsLst>
              <a:gs pos="0">
                <a:srgbClr val="98C861"/>
              </a:gs>
              <a:gs pos="50000">
                <a:srgbClr val="8BC63E"/>
              </a:gs>
              <a:gs pos="100000">
                <a:srgbClr val="7CB831"/>
              </a:gs>
            </a:gsLst>
            <a:lin ang="5400000"/>
          </a:gradFill>
          <a:ln w="0">
            <a:noFill/>
          </a:ln>
          <a:effectLst>
            <a:outerShdw blurRad="57240" dist="19080" dir="5400000" algn="ctr" rotWithShape="0">
              <a:srgbClr val="000000">
                <a:alpha val="63000"/>
              </a:srgbClr>
            </a:outerShdw>
          </a:effectLst>
        </p:spPr>
        <p:style>
          <a:lnRef idx="0">
            <a:schemeClr val="accent2"/>
          </a:lnRef>
          <a:fillRef idx="3">
            <a:schemeClr val="accent2"/>
          </a:fillRef>
          <a:effectRef idx="3">
            <a:schemeClr val="accent2"/>
          </a:effectRef>
          <a:fontRef idx="minor"/>
        </p:style>
        <p:txBody>
          <a:bodyPr lIns="90000" tIns="45000" rIns="90000" bIns="45000" anchor="ctr">
            <a:noAutofit/>
          </a:bodyPr>
          <a:lstStyle/>
          <a:p>
            <a:pPr algn="ctr" defTabSz="914400">
              <a:lnSpc>
                <a:spcPct val="100000"/>
              </a:lnSpc>
            </a:pPr>
            <a:r>
              <a:rPr lang="de-DE" sz="1800" b="0" u="none" strike="noStrike">
                <a:solidFill>
                  <a:schemeClr val="dk1"/>
                </a:solidFill>
                <a:uFillTx/>
                <a:latin typeface="Calibri"/>
              </a:rPr>
              <a:t>Definition einer Variablen und </a:t>
            </a:r>
            <a:endParaRPr lang="de-DE" sz="1800" b="0" u="none" strike="noStrike">
              <a:solidFill>
                <a:srgbClr val="000000"/>
              </a:solidFill>
              <a:uFillTx/>
              <a:latin typeface="Arial"/>
            </a:endParaRPr>
          </a:p>
          <a:p>
            <a:pPr algn="ctr" defTabSz="914400">
              <a:lnSpc>
                <a:spcPct val="100000"/>
              </a:lnSpc>
            </a:pPr>
            <a:r>
              <a:rPr lang="de-DE" sz="1800" b="0" u="none" strike="noStrike">
                <a:solidFill>
                  <a:schemeClr val="dk1"/>
                </a:solidFill>
                <a:uFillTx/>
                <a:latin typeface="Calibri"/>
              </a:rPr>
              <a:t>Wert-Zuweisung</a:t>
            </a:r>
            <a:endParaRPr lang="de-DE" sz="1800" b="0" u="none" strike="noStrike">
              <a:solidFill>
                <a:srgbClr val="000000"/>
              </a:solidFill>
              <a:uFillTx/>
              <a:latin typeface="Arial"/>
            </a:endParaRPr>
          </a:p>
        </p:txBody>
      </p:sp>
      <p:cxnSp>
        <p:nvCxnSpPr>
          <p:cNvPr id="501" name="Gerade Verbindung mit Pfeil 8">
            <a:extLst>
              <a:ext uri="{FF2B5EF4-FFF2-40B4-BE49-F238E27FC236}">
                <a16:creationId xmlns:a16="http://schemas.microsoft.com/office/drawing/2014/main" id="{EE4D74B7-F17F-F70D-ABFC-0A6402D2B9D7}"/>
              </a:ext>
            </a:extLst>
          </p:cNvPr>
          <p:cNvCxnSpPr/>
          <p:nvPr/>
        </p:nvCxnSpPr>
        <p:spPr>
          <a:xfrm flipH="1">
            <a:off x="7547040" y="2162520"/>
            <a:ext cx="1150560" cy="1440"/>
          </a:xfrm>
          <a:prstGeom prst="straightConnector1">
            <a:avLst/>
          </a:prstGeom>
          <a:ln w="0">
            <a:solidFill>
              <a:srgbClr val="1D9A78"/>
            </a:solidFill>
            <a:tailEnd type="triangle" w="med" len="med"/>
          </a:ln>
        </p:spPr>
      </p:cxnSp>
      <p:cxnSp>
        <p:nvCxnSpPr>
          <p:cNvPr id="502" name="Gerade Verbindung mit Pfeil 13">
            <a:extLst>
              <a:ext uri="{FF2B5EF4-FFF2-40B4-BE49-F238E27FC236}">
                <a16:creationId xmlns:a16="http://schemas.microsoft.com/office/drawing/2014/main" id="{1438C3AE-31DC-A50E-95B9-5CCC667B8A2D}"/>
              </a:ext>
            </a:extLst>
          </p:cNvPr>
          <p:cNvCxnSpPr/>
          <p:nvPr/>
        </p:nvCxnSpPr>
        <p:spPr>
          <a:xfrm flipH="1" flipV="1">
            <a:off x="3607200" y="2604240"/>
            <a:ext cx="5518440" cy="422280"/>
          </a:xfrm>
          <a:prstGeom prst="straightConnector1">
            <a:avLst/>
          </a:prstGeom>
          <a:ln w="0">
            <a:solidFill>
              <a:srgbClr val="1D9A78"/>
            </a:solidFill>
            <a:tailEnd type="triangle" w="med" len="med"/>
          </a:ln>
        </p:spPr>
      </p:cxnSp>
      <p:cxnSp>
        <p:nvCxnSpPr>
          <p:cNvPr id="503" name="Gerade Verbindung mit Pfeil 15">
            <a:extLst>
              <a:ext uri="{FF2B5EF4-FFF2-40B4-BE49-F238E27FC236}">
                <a16:creationId xmlns:a16="http://schemas.microsoft.com/office/drawing/2014/main" id="{892DC9A3-73D9-81E5-E2F8-49DC1DAF4A23}"/>
              </a:ext>
            </a:extLst>
          </p:cNvPr>
          <p:cNvCxnSpPr>
            <a:stCxn id="498" idx="2"/>
          </p:cNvCxnSpPr>
          <p:nvPr/>
        </p:nvCxnSpPr>
        <p:spPr>
          <a:xfrm flipH="1" flipV="1">
            <a:off x="4672080" y="3108240"/>
            <a:ext cx="5301720" cy="1281600"/>
          </a:xfrm>
          <a:prstGeom prst="straightConnector1">
            <a:avLst/>
          </a:prstGeom>
          <a:ln w="0">
            <a:solidFill>
              <a:srgbClr val="1D9A78"/>
            </a:solidFill>
            <a:tailEnd type="triangle" w="med" len="med"/>
          </a:ln>
        </p:spPr>
      </p:cxnSp>
      <p:cxnSp>
        <p:nvCxnSpPr>
          <p:cNvPr id="504" name="Gerade Verbindung mit Pfeil 17">
            <a:extLst>
              <a:ext uri="{FF2B5EF4-FFF2-40B4-BE49-F238E27FC236}">
                <a16:creationId xmlns:a16="http://schemas.microsoft.com/office/drawing/2014/main" id="{88854060-AAF6-5FF0-DCAE-637763DDE067}"/>
              </a:ext>
            </a:extLst>
          </p:cNvPr>
          <p:cNvCxnSpPr/>
          <p:nvPr/>
        </p:nvCxnSpPr>
        <p:spPr>
          <a:xfrm flipH="1" flipV="1">
            <a:off x="3953880" y="4289760"/>
            <a:ext cx="4510800" cy="459000"/>
          </a:xfrm>
          <a:prstGeom prst="straightConnector1">
            <a:avLst/>
          </a:prstGeom>
          <a:ln w="0">
            <a:solidFill>
              <a:srgbClr val="1D9A78"/>
            </a:solidFill>
            <a:tailEnd type="triangle" w="med" len="med"/>
          </a:ln>
        </p:spPr>
      </p:cxnSp>
    </p:spTree>
    <p:extLst>
      <p:ext uri="{BB962C8B-B14F-4D97-AF65-F5344CB8AC3E}">
        <p14:creationId xmlns:p14="http://schemas.microsoft.com/office/powerpoint/2010/main" val="1774662930"/>
      </p:ext>
    </p:extLst>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216EA8-31A8-210F-48FE-6FF24A441CD6}"/>
            </a:ext>
          </a:extLst>
        </p:cNvPr>
        <p:cNvGrpSpPr/>
        <p:nvPr/>
      </p:nvGrpSpPr>
      <p:grpSpPr>
        <a:xfrm>
          <a:off x="0" y="0"/>
          <a:ext cx="0" cy="0"/>
          <a:chOff x="0" y="0"/>
          <a:chExt cx="0" cy="0"/>
        </a:xfrm>
      </p:grpSpPr>
      <p:sp>
        <p:nvSpPr>
          <p:cNvPr id="505" name="PlaceHolder 1">
            <a:extLst>
              <a:ext uri="{FF2B5EF4-FFF2-40B4-BE49-F238E27FC236}">
                <a16:creationId xmlns:a16="http://schemas.microsoft.com/office/drawing/2014/main" id="{2B5A7888-8ECB-1184-E5A2-CCEA2604B290}"/>
              </a:ext>
            </a:extLst>
          </p:cNvPr>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Angular-Module: Das HTML-Template</a:t>
            </a:r>
            <a:endParaRPr lang="de-DE" sz="4400" b="0" u="none" strike="noStrike">
              <a:solidFill>
                <a:srgbClr val="000000"/>
              </a:solidFill>
              <a:uFillTx/>
              <a:latin typeface="Arial"/>
            </a:endParaRPr>
          </a:p>
        </p:txBody>
      </p:sp>
      <p:grpSp>
        <p:nvGrpSpPr>
          <p:cNvPr id="506" name="Gruppieren 5">
            <a:extLst>
              <a:ext uri="{FF2B5EF4-FFF2-40B4-BE49-F238E27FC236}">
                <a16:creationId xmlns:a16="http://schemas.microsoft.com/office/drawing/2014/main" id="{3BB0FAD5-8BC9-601C-3416-73D5B1952007}"/>
              </a:ext>
            </a:extLst>
          </p:cNvPr>
          <p:cNvGrpSpPr/>
          <p:nvPr/>
        </p:nvGrpSpPr>
        <p:grpSpPr>
          <a:xfrm>
            <a:off x="838080" y="1384200"/>
            <a:ext cx="9035280" cy="5265720"/>
            <a:chOff x="838080" y="1384200"/>
            <a:chExt cx="9035280" cy="5265720"/>
          </a:xfrm>
        </p:grpSpPr>
        <p:pic>
          <p:nvPicPr>
            <p:cNvPr id="507" name="Picture 2">
              <a:extLst>
                <a:ext uri="{FF2B5EF4-FFF2-40B4-BE49-F238E27FC236}">
                  <a16:creationId xmlns:a16="http://schemas.microsoft.com/office/drawing/2014/main" id="{7EDBA99B-479D-0969-996C-69259FBFEE24}"/>
                </a:ext>
              </a:extLst>
            </p:cNvPr>
            <p:cNvPicPr/>
            <p:nvPr/>
          </p:nvPicPr>
          <p:blipFill>
            <a:blip r:embed="rId2"/>
            <a:srcRect r="31407"/>
            <a:stretch/>
          </p:blipFill>
          <p:spPr>
            <a:xfrm>
              <a:off x="838080" y="1384200"/>
              <a:ext cx="7164360" cy="5265720"/>
            </a:xfrm>
            <a:prstGeom prst="rect">
              <a:avLst/>
            </a:prstGeom>
            <a:noFill/>
            <a:ln w="0">
              <a:noFill/>
            </a:ln>
          </p:spPr>
        </p:pic>
        <p:sp>
          <p:nvSpPr>
            <p:cNvPr id="508" name="Legende mit Linie 1 6">
              <a:extLst>
                <a:ext uri="{FF2B5EF4-FFF2-40B4-BE49-F238E27FC236}">
                  <a16:creationId xmlns:a16="http://schemas.microsoft.com/office/drawing/2014/main" id="{15BFF4EA-E848-D678-DDB5-08C7BCBCFAC7}"/>
                </a:ext>
              </a:extLst>
            </p:cNvPr>
            <p:cNvSpPr/>
            <p:nvPr/>
          </p:nvSpPr>
          <p:spPr>
            <a:xfrm>
              <a:off x="7318440" y="2037600"/>
              <a:ext cx="2554920" cy="1006560"/>
            </a:xfrm>
            <a:prstGeom prst="borderCallout1">
              <a:avLst>
                <a:gd name="adj1" fmla="val 18750"/>
                <a:gd name="adj2" fmla="val -8333"/>
                <a:gd name="adj3" fmla="val 37220"/>
                <a:gd name="adj4" fmla="val -87862"/>
              </a:avLst>
            </a:prstGeom>
            <a:gradFill rotWithShape="0">
              <a:gsLst>
                <a:gs pos="0">
                  <a:srgbClr val="98C861"/>
                </a:gs>
                <a:gs pos="50000">
                  <a:srgbClr val="8BC63E"/>
                </a:gs>
                <a:gs pos="100000">
                  <a:srgbClr val="7CB831"/>
                </a:gs>
              </a:gsLst>
              <a:lin ang="5400000"/>
            </a:gradFill>
            <a:ln w="0">
              <a:noFill/>
            </a:ln>
            <a:effectLst>
              <a:outerShdw blurRad="57240" dist="19080" dir="5400000" algn="ctr" rotWithShape="0">
                <a:srgbClr val="000000">
                  <a:alpha val="63000"/>
                </a:srgbClr>
              </a:outerShdw>
            </a:effectLst>
          </p:spPr>
          <p:style>
            <a:lnRef idx="0">
              <a:schemeClr val="accent2"/>
            </a:lnRef>
            <a:fillRef idx="3">
              <a:schemeClr val="accent2"/>
            </a:fillRef>
            <a:effectRef idx="3">
              <a:schemeClr val="accent2"/>
            </a:effectRef>
            <a:fontRef idx="minor"/>
          </p:style>
          <p:txBody>
            <a:bodyPr lIns="90000" tIns="45000" rIns="90000" bIns="45000" anchor="ctr">
              <a:noAutofit/>
            </a:bodyPr>
            <a:lstStyle/>
            <a:p>
              <a:pPr algn="ctr" defTabSz="914400">
                <a:lnSpc>
                  <a:spcPct val="100000"/>
                </a:lnSpc>
              </a:pPr>
              <a:r>
                <a:rPr lang="de-DE" sz="1800" b="0" u="none" strike="noStrike">
                  <a:solidFill>
                    <a:schemeClr val="dk1"/>
                  </a:solidFill>
                  <a:uFillTx/>
                  <a:latin typeface="Calibri"/>
                </a:rPr>
                <a:t>Referenzieren der Component-Variable mit Interpolation</a:t>
              </a:r>
              <a:endParaRPr lang="de-DE" sz="1800" b="0" u="none" strike="noStrike">
                <a:solidFill>
                  <a:srgbClr val="000000"/>
                </a:solidFill>
                <a:uFillTx/>
                <a:latin typeface="Arial"/>
              </a:endParaRPr>
            </a:p>
          </p:txBody>
        </p:sp>
      </p:grpSp>
      <p:cxnSp>
        <p:nvCxnSpPr>
          <p:cNvPr id="509" name="Gerade Verbindung mit Pfeil 8">
            <a:extLst>
              <a:ext uri="{FF2B5EF4-FFF2-40B4-BE49-F238E27FC236}">
                <a16:creationId xmlns:a16="http://schemas.microsoft.com/office/drawing/2014/main" id="{43594C18-706B-DDEC-84C2-914897851735}"/>
              </a:ext>
            </a:extLst>
          </p:cNvPr>
          <p:cNvCxnSpPr/>
          <p:nvPr/>
        </p:nvCxnSpPr>
        <p:spPr>
          <a:xfrm flipH="1">
            <a:off x="5198040" y="2541240"/>
            <a:ext cx="2121480" cy="15480"/>
          </a:xfrm>
          <a:prstGeom prst="straightConnector1">
            <a:avLst/>
          </a:prstGeom>
          <a:ln w="0">
            <a:solidFill>
              <a:srgbClr val="1D9A78"/>
            </a:solidFill>
            <a:tailEnd type="triangle" w="med" len="med"/>
          </a:ln>
        </p:spPr>
      </p:cxnSp>
    </p:spTree>
    <p:extLst>
      <p:ext uri="{BB962C8B-B14F-4D97-AF65-F5344CB8AC3E}">
        <p14:creationId xmlns:p14="http://schemas.microsoft.com/office/powerpoint/2010/main" val="3114752151"/>
      </p:ext>
    </p:extLst>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8BDE5-E5CE-B692-5C3E-66A745CABF45}"/>
            </a:ext>
          </a:extLst>
        </p:cNvPr>
        <p:cNvGrpSpPr/>
        <p:nvPr/>
      </p:nvGrpSpPr>
      <p:grpSpPr>
        <a:xfrm>
          <a:off x="0" y="0"/>
          <a:ext cx="0" cy="0"/>
          <a:chOff x="0" y="0"/>
          <a:chExt cx="0" cy="0"/>
        </a:xfrm>
      </p:grpSpPr>
      <p:sp>
        <p:nvSpPr>
          <p:cNvPr id="510" name="PlaceHolder 1">
            <a:extLst>
              <a:ext uri="{FF2B5EF4-FFF2-40B4-BE49-F238E27FC236}">
                <a16:creationId xmlns:a16="http://schemas.microsoft.com/office/drawing/2014/main" id="{E3A56073-D1E2-D5F9-54C7-4CE9BEA4DB2B}"/>
              </a:ext>
            </a:extLst>
          </p:cNvPr>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Angular-Module: Module-Deklaration</a:t>
            </a:r>
            <a:endParaRPr lang="de-DE" sz="4400" b="0" u="none" strike="noStrike">
              <a:solidFill>
                <a:srgbClr val="000000"/>
              </a:solidFill>
              <a:uFillTx/>
              <a:latin typeface="Arial"/>
            </a:endParaRPr>
          </a:p>
        </p:txBody>
      </p:sp>
      <p:grpSp>
        <p:nvGrpSpPr>
          <p:cNvPr id="511" name="Gruppieren 5">
            <a:extLst>
              <a:ext uri="{FF2B5EF4-FFF2-40B4-BE49-F238E27FC236}">
                <a16:creationId xmlns:a16="http://schemas.microsoft.com/office/drawing/2014/main" id="{86CF11C3-6633-C0F8-4AF3-5BCA98155151}"/>
              </a:ext>
            </a:extLst>
          </p:cNvPr>
          <p:cNvGrpSpPr/>
          <p:nvPr/>
        </p:nvGrpSpPr>
        <p:grpSpPr>
          <a:xfrm>
            <a:off x="1376280" y="1369800"/>
            <a:ext cx="8819640" cy="5312160"/>
            <a:chOff x="1376280" y="1369800"/>
            <a:chExt cx="8819640" cy="5312160"/>
          </a:xfrm>
        </p:grpSpPr>
        <p:pic>
          <p:nvPicPr>
            <p:cNvPr id="512" name="Picture 2">
              <a:extLst>
                <a:ext uri="{FF2B5EF4-FFF2-40B4-BE49-F238E27FC236}">
                  <a16:creationId xmlns:a16="http://schemas.microsoft.com/office/drawing/2014/main" id="{F022C183-6AF4-D305-EAD2-A258177D216F}"/>
                </a:ext>
              </a:extLst>
            </p:cNvPr>
            <p:cNvPicPr/>
            <p:nvPr/>
          </p:nvPicPr>
          <p:blipFill>
            <a:blip r:embed="rId2"/>
            <a:stretch/>
          </p:blipFill>
          <p:spPr>
            <a:xfrm>
              <a:off x="1376280" y="1369800"/>
              <a:ext cx="6418440" cy="4789800"/>
            </a:xfrm>
            <a:prstGeom prst="rect">
              <a:avLst/>
            </a:prstGeom>
            <a:noFill/>
            <a:ln w="0">
              <a:noFill/>
            </a:ln>
          </p:spPr>
        </p:pic>
        <p:sp>
          <p:nvSpPr>
            <p:cNvPr id="513" name="Legende mit Linie 1 6">
              <a:extLst>
                <a:ext uri="{FF2B5EF4-FFF2-40B4-BE49-F238E27FC236}">
                  <a16:creationId xmlns:a16="http://schemas.microsoft.com/office/drawing/2014/main" id="{8C978B35-36B2-46C3-75E1-8147D55A5764}"/>
                </a:ext>
              </a:extLst>
            </p:cNvPr>
            <p:cNvSpPr/>
            <p:nvPr/>
          </p:nvSpPr>
          <p:spPr>
            <a:xfrm>
              <a:off x="7641000" y="1823040"/>
              <a:ext cx="2554920" cy="1006560"/>
            </a:xfrm>
            <a:prstGeom prst="borderCallout1">
              <a:avLst>
                <a:gd name="adj1" fmla="val 18750"/>
                <a:gd name="adj2" fmla="val -8333"/>
                <a:gd name="adj3" fmla="val 14544"/>
                <a:gd name="adj4" fmla="val -34550"/>
              </a:avLst>
            </a:prstGeom>
            <a:gradFill rotWithShape="0">
              <a:gsLst>
                <a:gs pos="0">
                  <a:srgbClr val="98C861"/>
                </a:gs>
                <a:gs pos="50000">
                  <a:srgbClr val="8BC63E"/>
                </a:gs>
                <a:gs pos="100000">
                  <a:srgbClr val="7CB831"/>
                </a:gs>
              </a:gsLst>
              <a:lin ang="5400000"/>
            </a:gradFill>
            <a:ln w="0">
              <a:noFill/>
            </a:ln>
            <a:effectLst>
              <a:outerShdw blurRad="57240" dist="19080" dir="5400000" algn="ctr" rotWithShape="0">
                <a:srgbClr val="000000">
                  <a:alpha val="63000"/>
                </a:srgbClr>
              </a:outerShdw>
            </a:effectLst>
          </p:spPr>
          <p:style>
            <a:lnRef idx="0">
              <a:schemeClr val="accent2"/>
            </a:lnRef>
            <a:fillRef idx="3">
              <a:schemeClr val="accent2"/>
            </a:fillRef>
            <a:effectRef idx="3">
              <a:schemeClr val="accent2"/>
            </a:effectRef>
            <a:fontRef idx="minor"/>
          </p:style>
          <p:txBody>
            <a:bodyPr lIns="90000" tIns="45000" rIns="90000" bIns="45000" anchor="ctr">
              <a:noAutofit/>
            </a:bodyPr>
            <a:lstStyle/>
            <a:p>
              <a:pPr algn="ctr" defTabSz="914400">
                <a:lnSpc>
                  <a:spcPct val="100000"/>
                </a:lnSpc>
              </a:pPr>
              <a:r>
                <a:rPr lang="de-DE" sz="1800" b="0" u="none" strike="noStrike">
                  <a:solidFill>
                    <a:schemeClr val="dk1"/>
                  </a:solidFill>
                  <a:uFillTx/>
                  <a:latin typeface="Calibri"/>
                </a:rPr>
                <a:t>Import von Angular-Core und dem Browser-Support</a:t>
              </a:r>
              <a:endParaRPr lang="de-DE" sz="1800" b="0" u="none" strike="noStrike">
                <a:solidFill>
                  <a:srgbClr val="000000"/>
                </a:solidFill>
                <a:uFillTx/>
                <a:latin typeface="Arial"/>
              </a:endParaRPr>
            </a:p>
          </p:txBody>
        </p:sp>
        <p:sp>
          <p:nvSpPr>
            <p:cNvPr id="514" name="Legende mit Linie 1 7">
              <a:extLst>
                <a:ext uri="{FF2B5EF4-FFF2-40B4-BE49-F238E27FC236}">
                  <a16:creationId xmlns:a16="http://schemas.microsoft.com/office/drawing/2014/main" id="{A645C0AB-48ED-3E1D-A7F2-59A72FA7DA66}"/>
                </a:ext>
              </a:extLst>
            </p:cNvPr>
            <p:cNvSpPr/>
            <p:nvPr/>
          </p:nvSpPr>
          <p:spPr>
            <a:xfrm>
              <a:off x="7641000" y="2975040"/>
              <a:ext cx="2554920" cy="1006560"/>
            </a:xfrm>
            <a:prstGeom prst="borderCallout1">
              <a:avLst>
                <a:gd name="adj1" fmla="val 18750"/>
                <a:gd name="adj2" fmla="val -8333"/>
                <a:gd name="adj3" fmla="val -14237"/>
                <a:gd name="adj4" fmla="val -42805"/>
              </a:avLst>
            </a:prstGeom>
            <a:gradFill rotWithShape="0">
              <a:gsLst>
                <a:gs pos="0">
                  <a:srgbClr val="98C861"/>
                </a:gs>
                <a:gs pos="50000">
                  <a:srgbClr val="8BC63E"/>
                </a:gs>
                <a:gs pos="100000">
                  <a:srgbClr val="7CB831"/>
                </a:gs>
              </a:gsLst>
              <a:lin ang="5400000"/>
            </a:gradFill>
            <a:ln w="0">
              <a:noFill/>
            </a:ln>
            <a:effectLst>
              <a:outerShdw blurRad="57240" dist="19080" dir="5400000" algn="ctr" rotWithShape="0">
                <a:srgbClr val="000000">
                  <a:alpha val="63000"/>
                </a:srgbClr>
              </a:outerShdw>
            </a:effectLst>
          </p:spPr>
          <p:style>
            <a:lnRef idx="0">
              <a:schemeClr val="accent2"/>
            </a:lnRef>
            <a:fillRef idx="3">
              <a:schemeClr val="accent2"/>
            </a:fillRef>
            <a:effectRef idx="3">
              <a:schemeClr val="accent2"/>
            </a:effectRef>
            <a:fontRef idx="minor"/>
          </p:style>
          <p:txBody>
            <a:bodyPr lIns="90000" tIns="45000" rIns="90000" bIns="45000" anchor="ctr">
              <a:noAutofit/>
            </a:bodyPr>
            <a:lstStyle/>
            <a:p>
              <a:pPr algn="ctr" defTabSz="914400">
                <a:lnSpc>
                  <a:spcPct val="100000"/>
                </a:lnSpc>
              </a:pPr>
              <a:r>
                <a:rPr lang="de-DE" sz="1800" b="0" u="none" strike="noStrike">
                  <a:solidFill>
                    <a:schemeClr val="dk1"/>
                  </a:solidFill>
                  <a:uFillTx/>
                  <a:latin typeface="Calibri"/>
                </a:rPr>
                <a:t>Import der eigenen Komponente</a:t>
              </a:r>
              <a:endParaRPr lang="de-DE" sz="1800" b="0" u="none" strike="noStrike">
                <a:solidFill>
                  <a:srgbClr val="000000"/>
                </a:solidFill>
                <a:uFillTx/>
                <a:latin typeface="Arial"/>
              </a:endParaRPr>
            </a:p>
          </p:txBody>
        </p:sp>
        <p:sp>
          <p:nvSpPr>
            <p:cNvPr id="515" name="Legende mit Linie 1 8">
              <a:extLst>
                <a:ext uri="{FF2B5EF4-FFF2-40B4-BE49-F238E27FC236}">
                  <a16:creationId xmlns:a16="http://schemas.microsoft.com/office/drawing/2014/main" id="{2D8DAC1A-E3C2-4717-1D64-C7A534A94247}"/>
                </a:ext>
              </a:extLst>
            </p:cNvPr>
            <p:cNvSpPr/>
            <p:nvPr/>
          </p:nvSpPr>
          <p:spPr>
            <a:xfrm>
              <a:off x="7641000" y="5675400"/>
              <a:ext cx="2554920" cy="1006560"/>
            </a:xfrm>
            <a:prstGeom prst="borderCallout1">
              <a:avLst>
                <a:gd name="adj1" fmla="val 18750"/>
                <a:gd name="adj2" fmla="val -8333"/>
                <a:gd name="adj3" fmla="val 20649"/>
                <a:gd name="adj4" fmla="val -117442"/>
              </a:avLst>
            </a:prstGeom>
            <a:gradFill rotWithShape="0">
              <a:gsLst>
                <a:gs pos="0">
                  <a:srgbClr val="98C861"/>
                </a:gs>
                <a:gs pos="50000">
                  <a:srgbClr val="8BC63E"/>
                </a:gs>
                <a:gs pos="100000">
                  <a:srgbClr val="7CB831"/>
                </a:gs>
              </a:gsLst>
              <a:lin ang="5400000"/>
            </a:gradFill>
            <a:ln w="0">
              <a:noFill/>
            </a:ln>
            <a:effectLst>
              <a:outerShdw blurRad="57240" dist="19080" dir="5400000" algn="ctr" rotWithShape="0">
                <a:srgbClr val="000000">
                  <a:alpha val="63000"/>
                </a:srgbClr>
              </a:outerShdw>
            </a:effectLst>
          </p:spPr>
          <p:style>
            <a:lnRef idx="0">
              <a:schemeClr val="accent2"/>
            </a:lnRef>
            <a:fillRef idx="3">
              <a:schemeClr val="accent2"/>
            </a:fillRef>
            <a:effectRef idx="3">
              <a:schemeClr val="accent2"/>
            </a:effectRef>
            <a:fontRef idx="minor"/>
          </p:style>
          <p:txBody>
            <a:bodyPr lIns="90000" tIns="45000" rIns="90000" bIns="45000" anchor="ctr">
              <a:noAutofit/>
            </a:bodyPr>
            <a:lstStyle/>
            <a:p>
              <a:pPr algn="ctr" defTabSz="914400">
                <a:lnSpc>
                  <a:spcPct val="100000"/>
                </a:lnSpc>
              </a:pPr>
              <a:r>
                <a:rPr lang="de-DE" sz="1800" b="0" u="none" strike="noStrike">
                  <a:solidFill>
                    <a:schemeClr val="dk1"/>
                  </a:solidFill>
                  <a:uFillTx/>
                  <a:latin typeface="Calibri"/>
                </a:rPr>
                <a:t>Durch den Export wird das Modul aktiviert</a:t>
              </a:r>
              <a:endParaRPr lang="de-DE" sz="1800" b="0" u="none" strike="noStrike">
                <a:solidFill>
                  <a:srgbClr val="000000"/>
                </a:solidFill>
                <a:uFillTx/>
                <a:latin typeface="Arial"/>
              </a:endParaRPr>
            </a:p>
          </p:txBody>
        </p:sp>
        <p:sp>
          <p:nvSpPr>
            <p:cNvPr id="516" name="Legende mit Linie 1 9">
              <a:extLst>
                <a:ext uri="{FF2B5EF4-FFF2-40B4-BE49-F238E27FC236}">
                  <a16:creationId xmlns:a16="http://schemas.microsoft.com/office/drawing/2014/main" id="{BB436715-9C5B-3849-68FD-C49CDA073B7D}"/>
                </a:ext>
              </a:extLst>
            </p:cNvPr>
            <p:cNvSpPr/>
            <p:nvPr/>
          </p:nvSpPr>
          <p:spPr>
            <a:xfrm>
              <a:off x="7641000" y="4271400"/>
              <a:ext cx="2554920" cy="1006560"/>
            </a:xfrm>
            <a:prstGeom prst="borderCallout1">
              <a:avLst>
                <a:gd name="adj1" fmla="val 18750"/>
                <a:gd name="adj2" fmla="val -8333"/>
                <a:gd name="adj3" fmla="val 50303"/>
                <a:gd name="adj4" fmla="val -120193"/>
              </a:avLst>
            </a:prstGeom>
            <a:gradFill rotWithShape="0">
              <a:gsLst>
                <a:gs pos="0">
                  <a:srgbClr val="98C861"/>
                </a:gs>
                <a:gs pos="50000">
                  <a:srgbClr val="8BC63E"/>
                </a:gs>
                <a:gs pos="100000">
                  <a:srgbClr val="7CB831"/>
                </a:gs>
              </a:gsLst>
              <a:lin ang="5400000"/>
            </a:gradFill>
            <a:ln w="0">
              <a:noFill/>
            </a:ln>
            <a:effectLst>
              <a:outerShdw blurRad="57240" dist="19080" dir="5400000" algn="ctr" rotWithShape="0">
                <a:srgbClr val="000000">
                  <a:alpha val="63000"/>
                </a:srgbClr>
              </a:outerShdw>
            </a:effectLst>
          </p:spPr>
          <p:style>
            <a:lnRef idx="0">
              <a:schemeClr val="accent2"/>
            </a:lnRef>
            <a:fillRef idx="3">
              <a:schemeClr val="accent2"/>
            </a:fillRef>
            <a:effectRef idx="3">
              <a:schemeClr val="accent2"/>
            </a:effectRef>
            <a:fontRef idx="minor"/>
          </p:style>
          <p:txBody>
            <a:bodyPr lIns="90000" tIns="45000" rIns="90000" bIns="45000" anchor="ctr">
              <a:noAutofit/>
            </a:bodyPr>
            <a:lstStyle/>
            <a:p>
              <a:pPr algn="ctr" defTabSz="914400">
                <a:lnSpc>
                  <a:spcPct val="100000"/>
                </a:lnSpc>
              </a:pPr>
              <a:r>
                <a:rPr lang="de-DE" sz="1800" b="0" u="none" strike="noStrike">
                  <a:solidFill>
                    <a:schemeClr val="dk1"/>
                  </a:solidFill>
                  <a:uFillTx/>
                  <a:latin typeface="Calibri"/>
                </a:rPr>
                <a:t>Definition aller Eigenschaften des Moduls</a:t>
              </a:r>
              <a:endParaRPr lang="de-DE" sz="1800" b="0" u="none" strike="noStrike">
                <a:solidFill>
                  <a:srgbClr val="000000"/>
                </a:solidFill>
                <a:uFillTx/>
                <a:latin typeface="Arial"/>
              </a:endParaRPr>
            </a:p>
          </p:txBody>
        </p:sp>
      </p:grpSp>
      <p:cxnSp>
        <p:nvCxnSpPr>
          <p:cNvPr id="517" name="Gerade Verbindung mit Pfeil 11">
            <a:extLst>
              <a:ext uri="{FF2B5EF4-FFF2-40B4-BE49-F238E27FC236}">
                <a16:creationId xmlns:a16="http://schemas.microsoft.com/office/drawing/2014/main" id="{FB482755-09A7-8BF3-4D24-657E4913E6F6}"/>
              </a:ext>
            </a:extLst>
          </p:cNvPr>
          <p:cNvCxnSpPr/>
          <p:nvPr/>
        </p:nvCxnSpPr>
        <p:spPr>
          <a:xfrm flipH="1" flipV="1">
            <a:off x="5861880" y="2975040"/>
            <a:ext cx="1479600" cy="455400"/>
          </a:xfrm>
          <a:prstGeom prst="straightConnector1">
            <a:avLst/>
          </a:prstGeom>
          <a:ln w="0">
            <a:solidFill>
              <a:srgbClr val="1D9A78"/>
            </a:solidFill>
            <a:tailEnd type="triangle" w="med" len="med"/>
          </a:ln>
        </p:spPr>
      </p:cxnSp>
      <p:cxnSp>
        <p:nvCxnSpPr>
          <p:cNvPr id="518" name="Gerade Verbindung mit Pfeil 17">
            <a:extLst>
              <a:ext uri="{FF2B5EF4-FFF2-40B4-BE49-F238E27FC236}">
                <a16:creationId xmlns:a16="http://schemas.microsoft.com/office/drawing/2014/main" id="{D3F94CA2-905C-58A7-4252-4828D594BE0A}"/>
              </a:ext>
            </a:extLst>
          </p:cNvPr>
          <p:cNvCxnSpPr/>
          <p:nvPr/>
        </p:nvCxnSpPr>
        <p:spPr>
          <a:xfrm flipH="1" flipV="1">
            <a:off x="3769560" y="3983040"/>
            <a:ext cx="3398760" cy="678600"/>
          </a:xfrm>
          <a:prstGeom prst="straightConnector1">
            <a:avLst/>
          </a:prstGeom>
          <a:ln w="0">
            <a:solidFill>
              <a:srgbClr val="1D9A78"/>
            </a:solidFill>
            <a:tailEnd type="triangle" w="med" len="med"/>
          </a:ln>
        </p:spPr>
      </p:cxnSp>
      <p:cxnSp>
        <p:nvCxnSpPr>
          <p:cNvPr id="519" name="Gerade Verbindung mit Pfeil 19">
            <a:extLst>
              <a:ext uri="{FF2B5EF4-FFF2-40B4-BE49-F238E27FC236}">
                <a16:creationId xmlns:a16="http://schemas.microsoft.com/office/drawing/2014/main" id="{87A64F01-A3DD-D561-B0E6-800628C5753B}"/>
              </a:ext>
            </a:extLst>
          </p:cNvPr>
          <p:cNvCxnSpPr/>
          <p:nvPr/>
        </p:nvCxnSpPr>
        <p:spPr>
          <a:xfrm flipH="1">
            <a:off x="2275560" y="6021000"/>
            <a:ext cx="5366520" cy="1440"/>
          </a:xfrm>
          <a:prstGeom prst="straightConnector1">
            <a:avLst/>
          </a:prstGeom>
          <a:ln w="0">
            <a:solidFill>
              <a:srgbClr val="1D9A78"/>
            </a:solidFill>
            <a:tailEnd type="triangle" w="med" len="med"/>
          </a:ln>
        </p:spPr>
      </p:cxnSp>
    </p:spTree>
    <p:extLst>
      <p:ext uri="{BB962C8B-B14F-4D97-AF65-F5344CB8AC3E}">
        <p14:creationId xmlns:p14="http://schemas.microsoft.com/office/powerpoint/2010/main" val="3419740262"/>
      </p:ext>
    </p:extLst>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9BDCD0-93A6-1375-0407-8CD156CA3973}"/>
            </a:ext>
          </a:extLst>
        </p:cNvPr>
        <p:cNvGrpSpPr/>
        <p:nvPr/>
      </p:nvGrpSpPr>
      <p:grpSpPr>
        <a:xfrm>
          <a:off x="0" y="0"/>
          <a:ext cx="0" cy="0"/>
          <a:chOff x="0" y="0"/>
          <a:chExt cx="0" cy="0"/>
        </a:xfrm>
      </p:grpSpPr>
      <p:sp>
        <p:nvSpPr>
          <p:cNvPr id="520" name="PlaceHolder 1">
            <a:extLst>
              <a:ext uri="{FF2B5EF4-FFF2-40B4-BE49-F238E27FC236}">
                <a16:creationId xmlns:a16="http://schemas.microsoft.com/office/drawing/2014/main" id="{7C53F256-08FA-2930-C951-45D0185C1828}"/>
              </a:ext>
            </a:extLst>
          </p:cNvPr>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Ablauf bis hier her</a:t>
            </a:r>
            <a:endParaRPr lang="de-DE" sz="4400" b="0" u="none" strike="noStrike">
              <a:solidFill>
                <a:srgbClr val="000000"/>
              </a:solidFill>
              <a:uFillTx/>
              <a:latin typeface="Arial"/>
            </a:endParaRPr>
          </a:p>
        </p:txBody>
      </p:sp>
      <p:sp>
        <p:nvSpPr>
          <p:cNvPr id="521" name="PlaceHolder 2">
            <a:extLst>
              <a:ext uri="{FF2B5EF4-FFF2-40B4-BE49-F238E27FC236}">
                <a16:creationId xmlns:a16="http://schemas.microsoft.com/office/drawing/2014/main" id="{C59A1369-6CA1-4EA9-6EA3-D6BCF6B53E06}"/>
              </a:ext>
            </a:extLst>
          </p:cNvPr>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Ablauf bis hier</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Aufruf bootstrapModule mit Modul (AppModule)</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Modul ist Referenz auf eine Klasse</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Klasse hat einen Decorator</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Modul-Decorator enthält Komponenten</a:t>
            </a:r>
            <a:endParaRPr lang="de-DE" sz="24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Woher weiß Angular welche Komponente für das Bootstrapping verwendet werden soll?</a:t>
            </a:r>
            <a:endParaRPr lang="de-DE" sz="2800" b="0" u="none" strike="noStrike">
              <a:solidFill>
                <a:srgbClr val="000000"/>
              </a:solidFill>
              <a:uFillTx/>
              <a:latin typeface="Arial"/>
            </a:endParaRPr>
          </a:p>
        </p:txBody>
      </p:sp>
    </p:spTree>
    <p:extLst>
      <p:ext uri="{BB962C8B-B14F-4D97-AF65-F5344CB8AC3E}">
        <p14:creationId xmlns:p14="http://schemas.microsoft.com/office/powerpoint/2010/main" val="1562722106"/>
      </p:ext>
    </p:extLst>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769CA-71FC-5DBD-04F1-55B9142A0463}"/>
            </a:ext>
          </a:extLst>
        </p:cNvPr>
        <p:cNvGrpSpPr/>
        <p:nvPr/>
      </p:nvGrpSpPr>
      <p:grpSpPr>
        <a:xfrm>
          <a:off x="0" y="0"/>
          <a:ext cx="0" cy="0"/>
          <a:chOff x="0" y="0"/>
          <a:chExt cx="0" cy="0"/>
        </a:xfrm>
      </p:grpSpPr>
      <p:sp>
        <p:nvSpPr>
          <p:cNvPr id="522" name="PlaceHolder 1">
            <a:extLst>
              <a:ext uri="{FF2B5EF4-FFF2-40B4-BE49-F238E27FC236}">
                <a16:creationId xmlns:a16="http://schemas.microsoft.com/office/drawing/2014/main" id="{7CBD5ECB-0870-2F6E-4D33-B3CFD9D90096}"/>
              </a:ext>
            </a:extLst>
          </p:cNvPr>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Angular-Module: Module-Deklaration</a:t>
            </a:r>
            <a:endParaRPr lang="de-DE" sz="4400" b="0" u="none" strike="noStrike">
              <a:solidFill>
                <a:srgbClr val="000000"/>
              </a:solidFill>
              <a:uFillTx/>
              <a:latin typeface="Arial"/>
            </a:endParaRPr>
          </a:p>
        </p:txBody>
      </p:sp>
      <p:grpSp>
        <p:nvGrpSpPr>
          <p:cNvPr id="523" name="Gruppieren 5">
            <a:extLst>
              <a:ext uri="{FF2B5EF4-FFF2-40B4-BE49-F238E27FC236}">
                <a16:creationId xmlns:a16="http://schemas.microsoft.com/office/drawing/2014/main" id="{B2F151CD-B472-B4C0-22E1-AB583632DBDD}"/>
              </a:ext>
            </a:extLst>
          </p:cNvPr>
          <p:cNvGrpSpPr/>
          <p:nvPr/>
        </p:nvGrpSpPr>
        <p:grpSpPr>
          <a:xfrm>
            <a:off x="1451520" y="1326240"/>
            <a:ext cx="8819640" cy="5312520"/>
            <a:chOff x="1451520" y="1326240"/>
            <a:chExt cx="8819640" cy="5312520"/>
          </a:xfrm>
        </p:grpSpPr>
        <p:pic>
          <p:nvPicPr>
            <p:cNvPr id="524" name="Picture 2">
              <a:extLst>
                <a:ext uri="{FF2B5EF4-FFF2-40B4-BE49-F238E27FC236}">
                  <a16:creationId xmlns:a16="http://schemas.microsoft.com/office/drawing/2014/main" id="{B1A8C3C9-A133-B5A9-18B3-CDE8A8665E5E}"/>
                </a:ext>
              </a:extLst>
            </p:cNvPr>
            <p:cNvPicPr/>
            <p:nvPr/>
          </p:nvPicPr>
          <p:blipFill>
            <a:blip r:embed="rId2"/>
            <a:stretch/>
          </p:blipFill>
          <p:spPr>
            <a:xfrm>
              <a:off x="1451520" y="1326240"/>
              <a:ext cx="6418440" cy="4789800"/>
            </a:xfrm>
            <a:prstGeom prst="rect">
              <a:avLst/>
            </a:prstGeom>
            <a:noFill/>
            <a:ln w="0">
              <a:noFill/>
            </a:ln>
          </p:spPr>
        </p:pic>
        <p:sp>
          <p:nvSpPr>
            <p:cNvPr id="525" name="Legende mit Linie 1 8">
              <a:extLst>
                <a:ext uri="{FF2B5EF4-FFF2-40B4-BE49-F238E27FC236}">
                  <a16:creationId xmlns:a16="http://schemas.microsoft.com/office/drawing/2014/main" id="{028A4743-5803-0460-24B3-1C101CA926BB}"/>
                </a:ext>
              </a:extLst>
            </p:cNvPr>
            <p:cNvSpPr/>
            <p:nvPr/>
          </p:nvSpPr>
          <p:spPr>
            <a:xfrm>
              <a:off x="7716240" y="5632200"/>
              <a:ext cx="2554920" cy="1006560"/>
            </a:xfrm>
            <a:prstGeom prst="borderCallout1">
              <a:avLst>
                <a:gd name="adj1" fmla="val 18750"/>
                <a:gd name="adj2" fmla="val -8333"/>
                <a:gd name="adj3" fmla="val 20649"/>
                <a:gd name="adj4" fmla="val -117442"/>
              </a:avLst>
            </a:prstGeom>
            <a:gradFill rotWithShape="0">
              <a:gsLst>
                <a:gs pos="0">
                  <a:srgbClr val="98C861"/>
                </a:gs>
                <a:gs pos="50000">
                  <a:srgbClr val="8BC63E"/>
                </a:gs>
                <a:gs pos="100000">
                  <a:srgbClr val="7CB831"/>
                </a:gs>
              </a:gsLst>
              <a:lin ang="5400000"/>
            </a:gradFill>
            <a:ln w="0">
              <a:noFill/>
            </a:ln>
            <a:effectLst>
              <a:outerShdw blurRad="57240" dist="19080" dir="5400000" algn="ctr" rotWithShape="0">
                <a:srgbClr val="000000">
                  <a:alpha val="63000"/>
                </a:srgbClr>
              </a:outerShdw>
            </a:effectLst>
          </p:spPr>
          <p:style>
            <a:lnRef idx="0">
              <a:schemeClr val="accent2"/>
            </a:lnRef>
            <a:fillRef idx="3">
              <a:schemeClr val="accent2"/>
            </a:fillRef>
            <a:effectRef idx="3">
              <a:schemeClr val="accent2"/>
            </a:effectRef>
            <a:fontRef idx="minor"/>
          </p:style>
          <p:txBody>
            <a:bodyPr lIns="90000" tIns="45000" rIns="90000" bIns="45000" anchor="ctr">
              <a:noAutofit/>
            </a:bodyPr>
            <a:lstStyle/>
            <a:p>
              <a:pPr algn="ctr" defTabSz="914400">
                <a:lnSpc>
                  <a:spcPct val="100000"/>
                </a:lnSpc>
              </a:pPr>
              <a:r>
                <a:rPr lang="de-DE" sz="1800" b="0" u="none" strike="noStrike">
                  <a:solidFill>
                    <a:schemeClr val="dk1"/>
                  </a:solidFill>
                  <a:uFillTx/>
                  <a:latin typeface="Calibri"/>
                </a:rPr>
                <a:t>„Main“ Component</a:t>
              </a:r>
              <a:endParaRPr lang="de-DE" sz="1800" b="0" u="none" strike="noStrike">
                <a:solidFill>
                  <a:srgbClr val="000000"/>
                </a:solidFill>
                <a:uFillTx/>
                <a:latin typeface="Arial"/>
              </a:endParaRPr>
            </a:p>
          </p:txBody>
        </p:sp>
      </p:grpSp>
      <p:cxnSp>
        <p:nvCxnSpPr>
          <p:cNvPr id="526" name="Gerade Verbindung mit Pfeil 19">
            <a:extLst>
              <a:ext uri="{FF2B5EF4-FFF2-40B4-BE49-F238E27FC236}">
                <a16:creationId xmlns:a16="http://schemas.microsoft.com/office/drawing/2014/main" id="{78773D40-83F1-FE4D-9D1A-0BDCEE4C00B6}"/>
              </a:ext>
            </a:extLst>
          </p:cNvPr>
          <p:cNvCxnSpPr/>
          <p:nvPr/>
        </p:nvCxnSpPr>
        <p:spPr>
          <a:xfrm flipH="1" flipV="1">
            <a:off x="4559400" y="5423760"/>
            <a:ext cx="3082680" cy="598680"/>
          </a:xfrm>
          <a:prstGeom prst="straightConnector1">
            <a:avLst/>
          </a:prstGeom>
          <a:ln w="0">
            <a:solidFill>
              <a:srgbClr val="1D9A78"/>
            </a:solidFill>
            <a:tailEnd type="triangle" w="med" len="med"/>
          </a:ln>
        </p:spPr>
      </p:cxnSp>
    </p:spTree>
    <p:extLst>
      <p:ext uri="{BB962C8B-B14F-4D97-AF65-F5344CB8AC3E}">
        <p14:creationId xmlns:p14="http://schemas.microsoft.com/office/powerpoint/2010/main" val="898978360"/>
      </p:ext>
    </p:extLst>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9CAD6-B838-7DF4-4B64-C471F7A377E1}"/>
            </a:ext>
          </a:extLst>
        </p:cNvPr>
        <p:cNvGrpSpPr/>
        <p:nvPr/>
      </p:nvGrpSpPr>
      <p:grpSpPr>
        <a:xfrm>
          <a:off x="0" y="0"/>
          <a:ext cx="0" cy="0"/>
          <a:chOff x="0" y="0"/>
          <a:chExt cx="0" cy="0"/>
        </a:xfrm>
      </p:grpSpPr>
      <p:sp>
        <p:nvSpPr>
          <p:cNvPr id="527" name="Rectangle 7">
            <a:extLst>
              <a:ext uri="{FF2B5EF4-FFF2-40B4-BE49-F238E27FC236}">
                <a16:creationId xmlns:a16="http://schemas.microsoft.com/office/drawing/2014/main" id="{78361653-AEE0-3EBD-63CC-A2CFF3C8A0D8}"/>
              </a:ext>
              <a:ext uri="{C183D7F6-B498-43B3-948B-1728B52AA6E4}">
                <adec:decorative xmlns:adec="http://schemas.microsoft.com/office/drawing/2017/decorative" val="1"/>
              </a:ext>
            </a:extLst>
          </p:cNvPr>
          <p:cNvSpPr/>
          <p:nvPr/>
        </p:nvSpPr>
        <p:spPr>
          <a:xfrm>
            <a:off x="0" y="0"/>
            <a:ext cx="12190680" cy="19098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528" name="PlaceHolder 1">
            <a:extLst>
              <a:ext uri="{FF2B5EF4-FFF2-40B4-BE49-F238E27FC236}">
                <a16:creationId xmlns:a16="http://schemas.microsoft.com/office/drawing/2014/main" id="{6519FC65-E49A-9298-AC24-9D788A076E39}"/>
              </a:ext>
            </a:extLst>
          </p:cNvPr>
          <p:cNvSpPr>
            <a:spLocks noGrp="1"/>
          </p:cNvSpPr>
          <p:nvPr>
            <p:ph type="title"/>
          </p:nvPr>
        </p:nvSpPr>
        <p:spPr>
          <a:xfrm>
            <a:off x="838080" y="365040"/>
            <a:ext cx="10514160" cy="1324080"/>
          </a:xfrm>
          <a:prstGeom prst="rect">
            <a:avLst/>
          </a:prstGeom>
          <a:noFill/>
          <a:ln w="0">
            <a:noFill/>
          </a:ln>
        </p:spPr>
        <p:txBody>
          <a:bodyPr lIns="91440" tIns="45720" rIns="91440" bIns="45720" anchor="ctr">
            <a:normAutofit/>
          </a:bodyPr>
          <a:lstStyle/>
          <a:p>
            <a:pPr indent="0" defTabSz="914400">
              <a:lnSpc>
                <a:spcPct val="90000"/>
              </a:lnSpc>
              <a:buNone/>
              <a:tabLst>
                <a:tab pos="0" algn="l"/>
              </a:tabLst>
            </a:pPr>
            <a:r>
              <a:rPr lang="de-DE" sz="4600" b="0" u="none" strike="noStrike">
                <a:solidFill>
                  <a:srgbClr val="FFFFFF"/>
                </a:solidFill>
                <a:uFillTx/>
                <a:latin typeface="Calibri Light"/>
              </a:rPr>
              <a:t>Kompletter Ablauf</a:t>
            </a:r>
            <a:endParaRPr lang="de-DE" sz="4600" b="0" u="none" strike="noStrike">
              <a:solidFill>
                <a:srgbClr val="000000"/>
              </a:solidFill>
              <a:uFillTx/>
              <a:latin typeface="Arial"/>
            </a:endParaRPr>
          </a:p>
        </p:txBody>
      </p:sp>
      <p:sp>
        <p:nvSpPr>
          <p:cNvPr id="529" name="PlaceHolder 2">
            <a:extLst>
              <a:ext uri="{FF2B5EF4-FFF2-40B4-BE49-F238E27FC236}">
                <a16:creationId xmlns:a16="http://schemas.microsoft.com/office/drawing/2014/main" id="{CC95F139-51D4-B0FD-9B68-8F5FE4C51AC3}"/>
              </a:ext>
            </a:extLst>
          </p:cNvPr>
          <p:cNvSpPr>
            <a:spLocks noGrp="1"/>
          </p:cNvSpPr>
          <p:nvPr>
            <p:ph/>
          </p:nvPr>
        </p:nvSpPr>
        <p:spPr>
          <a:xfrm>
            <a:off x="838080" y="2438280"/>
            <a:ext cx="10514160" cy="3737160"/>
          </a:xfrm>
          <a:prstGeom prst="rect">
            <a:avLst/>
          </a:prstGeom>
          <a:noFill/>
          <a:ln w="0">
            <a:noFill/>
          </a:ln>
        </p:spPr>
        <p:txBody>
          <a:bodyPr lIns="91440" tIns="45720" rIns="91440" bIns="45720" anchor="t">
            <a:normAutofit lnSpcReduction="9999"/>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Ablauf insgesamt</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Aufruf bootstrapModule mit Modul (AppModule)</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Modul ist Referenz auf eine Klasse</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Klasse hat einen Decorator</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Modul-Decorator hat Feld bootstrap</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Feld bootstrap hält Referenz auf Komponenten Klasse (AppComponent)</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Komponenten-Klasse hat Decorator</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Komponenten-Decorator hat Feld selector</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Selector wird in DOM aus index.html gesucht</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Komponente wird instanziiert</a:t>
            </a:r>
            <a:endParaRPr lang="de-DE" sz="2400" b="0" u="none" strike="noStrike">
              <a:solidFill>
                <a:srgbClr val="000000"/>
              </a:solidFill>
              <a:uFillTx/>
              <a:latin typeface="Arial"/>
            </a:endParaRPr>
          </a:p>
          <a:p>
            <a:pPr indent="0" defTabSz="914400">
              <a:lnSpc>
                <a:spcPct val="90000"/>
              </a:lnSpc>
              <a:spcBef>
                <a:spcPts val="1001"/>
              </a:spcBef>
              <a:buNone/>
              <a:tabLst>
                <a:tab pos="0" algn="l"/>
              </a:tabLst>
            </a:pPr>
            <a:endParaRPr lang="de-DE" sz="2600" b="0" u="none" strike="noStrike">
              <a:solidFill>
                <a:srgbClr val="000000"/>
              </a:solidFill>
              <a:uFillTx/>
              <a:latin typeface="Arial"/>
            </a:endParaRPr>
          </a:p>
        </p:txBody>
      </p:sp>
    </p:spTree>
    <p:extLst>
      <p:ext uri="{BB962C8B-B14F-4D97-AF65-F5344CB8AC3E}">
        <p14:creationId xmlns:p14="http://schemas.microsoft.com/office/powerpoint/2010/main" val="1899238438"/>
      </p:ext>
    </p:extLst>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DA2147-24E1-5084-C55C-734754B6F93E}"/>
            </a:ext>
          </a:extLst>
        </p:cNvPr>
        <p:cNvGrpSpPr/>
        <p:nvPr/>
      </p:nvGrpSpPr>
      <p:grpSpPr>
        <a:xfrm>
          <a:off x="0" y="0"/>
          <a:ext cx="0" cy="0"/>
          <a:chOff x="0" y="0"/>
          <a:chExt cx="0" cy="0"/>
        </a:xfrm>
      </p:grpSpPr>
      <p:sp>
        <p:nvSpPr>
          <p:cNvPr id="600" name="PlaceHolder 1">
            <a:extLst>
              <a:ext uri="{FF2B5EF4-FFF2-40B4-BE49-F238E27FC236}">
                <a16:creationId xmlns:a16="http://schemas.microsoft.com/office/drawing/2014/main" id="{FA14A6CD-5E4E-6F50-2EC3-C50CB9FE5D7D}"/>
              </a:ext>
            </a:extLst>
          </p:cNvPr>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dirty="0">
                <a:solidFill>
                  <a:schemeClr val="dk1"/>
                </a:solidFill>
                <a:uFillTx/>
                <a:latin typeface="Calibri Light"/>
              </a:rPr>
              <a:t>Deklaration, Imports und Exports</a:t>
            </a:r>
            <a:endParaRPr lang="de-DE" sz="4400" b="0" u="none" strike="noStrike" dirty="0">
              <a:solidFill>
                <a:srgbClr val="000000"/>
              </a:solidFill>
              <a:uFillTx/>
              <a:latin typeface="Arial"/>
            </a:endParaRPr>
          </a:p>
        </p:txBody>
      </p:sp>
      <p:sp>
        <p:nvSpPr>
          <p:cNvPr id="601" name="PlaceHolder 2">
            <a:extLst>
              <a:ext uri="{FF2B5EF4-FFF2-40B4-BE49-F238E27FC236}">
                <a16:creationId xmlns:a16="http://schemas.microsoft.com/office/drawing/2014/main" id="{4246F74B-B3E6-BB26-1369-168F7990D685}"/>
              </a:ext>
            </a:extLst>
          </p:cNvPr>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de-DE" sz="2800" b="0" u="none" strike="noStrike">
                <a:solidFill>
                  <a:srgbClr val="195F91"/>
                </a:solidFill>
                <a:uFillTx/>
                <a:latin typeface="SourceCodePro"/>
              </a:rPr>
              <a:t>@NgModule</a:t>
            </a:r>
            <a:r>
              <a:rPr lang="de-DE" sz="2800" b="0" u="none" strike="noStrike">
                <a:solidFill>
                  <a:srgbClr val="93A1A1"/>
                </a:solidFill>
                <a:uFillTx/>
                <a:latin typeface="SourceCodePro"/>
              </a:rPr>
              <a: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48484C"/>
                </a:solidFill>
                <a:uFillTx/>
                <a:latin typeface="SourceCodePro"/>
              </a:rPr>
              <a:t>  declarations</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a:t>
            </a:r>
            <a:r>
              <a:rPr lang="de-DE" sz="2800" b="0" u="none" strike="noStrike">
                <a:solidFill>
                  <a:srgbClr val="008080"/>
                </a:solidFill>
                <a:uFillTx/>
                <a:latin typeface="SourceCodePro"/>
              </a:rPr>
              <a:t>ReleaseListComponent</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a:t>
            </a:r>
            <a:r>
              <a:rPr lang="de-DE" sz="2800" b="0" u="none" strike="noStrike">
                <a:solidFill>
                  <a:srgbClr val="008080"/>
                </a:solidFill>
                <a:uFillTx/>
                <a:latin typeface="SourceCodePro"/>
              </a:rPr>
              <a:t>ReleaseCardComponent</a:t>
            </a:r>
            <a:r>
              <a:rPr lang="de-DE" sz="2800" b="0" u="none" strike="noStrike">
                <a:solidFill>
                  <a:srgbClr val="48484C"/>
                </a:solidFill>
                <a:uFillTx/>
                <a:latin typeface="SourceCodePro"/>
              </a:rPr>
              <a:t> </a:t>
            </a:r>
            <a:r>
              <a:rPr lang="de-DE" sz="2800" b="0" u="none" strike="noStrike">
                <a:solidFill>
                  <a:srgbClr val="93A1A1"/>
                </a:solidFill>
                <a:uFillTx/>
                <a:latin typeface="SourceCodePro"/>
              </a:rPr>
              <a: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48484C"/>
                </a:solidFill>
                <a:uFillTx/>
                <a:latin typeface="SourceCodePro"/>
              </a:rPr>
              <a:t>  imports</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a:t>
            </a:r>
            <a:r>
              <a:rPr lang="de-DE" sz="2800" b="0" u="none" strike="noStrike">
                <a:solidFill>
                  <a:srgbClr val="008080"/>
                </a:solidFill>
                <a:uFillTx/>
                <a:latin typeface="SourceCodePro"/>
              </a:rPr>
              <a:t>BrowserModule</a:t>
            </a:r>
            <a:r>
              <a:rPr lang="de-DE" sz="2800" b="0" u="none" strike="noStrike">
                <a:solidFill>
                  <a:srgbClr val="48484C"/>
                </a:solidFill>
                <a:uFillTx/>
                <a:latin typeface="SourceCodePro"/>
              </a:rPr>
              <a:t> </a:t>
            </a:r>
            <a:r>
              <a:rPr lang="de-DE" sz="2800" b="0" u="none" strike="noStrike">
                <a:solidFill>
                  <a:srgbClr val="93A1A1"/>
                </a:solidFill>
                <a:uFillTx/>
                <a:latin typeface="SourceCodePro"/>
              </a:rPr>
              <a: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48484C"/>
                </a:solidFill>
                <a:uFillTx/>
                <a:latin typeface="SourceCodePro"/>
              </a:rPr>
              <a:t>  exports</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a:t>
            </a:r>
            <a:r>
              <a:rPr lang="de-DE" sz="2800" b="0" u="none" strike="noStrike">
                <a:solidFill>
                  <a:srgbClr val="008080"/>
                </a:solidFill>
                <a:uFillTx/>
                <a:latin typeface="SourceCodePro"/>
              </a:rPr>
              <a:t>ReleaseListComponent</a:t>
            </a:r>
            <a:r>
              <a:rPr lang="de-DE" sz="2800" b="0" u="none" strike="noStrike">
                <a:solidFill>
                  <a:srgbClr val="48484C"/>
                </a:solidFill>
                <a:uFillTx/>
                <a:latin typeface="SourceCodePro"/>
              </a:rPr>
              <a:t> </a:t>
            </a:r>
            <a:r>
              <a:rPr lang="de-DE" sz="2800" b="0" u="none" strike="noStrike">
                <a:solidFill>
                  <a:srgbClr val="93A1A1"/>
                </a:solidFill>
                <a:uFillTx/>
                <a:latin typeface="SourceCodePro"/>
              </a:rPr>
              <a: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93A1A1"/>
                </a:solidFill>
                <a:uFillTx/>
                <a:latin typeface="SourceCodePro"/>
              </a:rPr>
              <a: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1E347B"/>
                </a:solidFill>
                <a:uFillTx/>
                <a:latin typeface="SourceCodePro"/>
              </a:rPr>
              <a:t>export</a:t>
            </a:r>
            <a:r>
              <a:rPr lang="de-DE" sz="2800" b="0" u="none" strike="noStrike">
                <a:solidFill>
                  <a:srgbClr val="48484C"/>
                </a:solidFill>
                <a:uFillTx/>
                <a:latin typeface="SourceCodePro"/>
              </a:rPr>
              <a:t> </a:t>
            </a:r>
            <a:r>
              <a:rPr lang="de-DE" sz="2800" b="0" u="none" strike="noStrike">
                <a:solidFill>
                  <a:srgbClr val="1E347B"/>
                </a:solidFill>
                <a:uFillTx/>
                <a:latin typeface="SourceCodePro"/>
              </a:rPr>
              <a:t>class</a:t>
            </a:r>
            <a:r>
              <a:rPr lang="de-DE" sz="2800" b="0" u="none" strike="noStrike">
                <a:solidFill>
                  <a:srgbClr val="48484C"/>
                </a:solidFill>
                <a:uFillTx/>
                <a:latin typeface="SourceCodePro"/>
              </a:rPr>
              <a:t> </a:t>
            </a:r>
            <a:r>
              <a:rPr lang="de-DE" sz="2800" b="0" u="none" strike="noStrike">
                <a:solidFill>
                  <a:srgbClr val="008080"/>
                </a:solidFill>
                <a:uFillTx/>
                <a:latin typeface="SourceCodePro"/>
              </a:rPr>
              <a:t>ReleaseModule</a:t>
            </a:r>
            <a:r>
              <a:rPr lang="de-DE" sz="2800" b="0" u="none" strike="noStrike">
                <a:solidFill>
                  <a:srgbClr val="48484C"/>
                </a:solidFill>
                <a:uFillTx/>
                <a:latin typeface="SourceCodePro"/>
              </a:rPr>
              <a:t> </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a:t>
            </a:r>
            <a:r>
              <a:rPr lang="de-DE" sz="2800" b="0" u="none" strike="noStrike">
                <a:solidFill>
                  <a:srgbClr val="93A1A1"/>
                </a:solidFill>
                <a:uFillTx/>
                <a:latin typeface="SourceCodePro"/>
              </a:rPr>
              <a: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endParaRPr lang="de-DE" sz="2800" b="0" u="none" strike="noStrike">
              <a:solidFill>
                <a:srgbClr val="000000"/>
              </a:solidFill>
              <a:uFillTx/>
              <a:latin typeface="Arial"/>
            </a:endParaRPr>
          </a:p>
        </p:txBody>
      </p:sp>
    </p:spTree>
    <p:extLst>
      <p:ext uri="{BB962C8B-B14F-4D97-AF65-F5344CB8AC3E}">
        <p14:creationId xmlns:p14="http://schemas.microsoft.com/office/powerpoint/2010/main" val="50893908"/>
      </p:ext>
    </p:extLst>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Module generieren</a:t>
            </a:r>
            <a:endParaRPr lang="de-DE" sz="4400" b="0" u="none" strike="noStrike">
              <a:solidFill>
                <a:srgbClr val="000000"/>
              </a:solidFill>
              <a:uFillTx/>
              <a:latin typeface="Arial"/>
            </a:endParaRPr>
          </a:p>
        </p:txBody>
      </p:sp>
      <p:sp>
        <p:nvSpPr>
          <p:cNvPr id="605"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Angular CLI legt neue Module an</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Module-Klasse + Annotation</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Module-Komponente</a:t>
            </a:r>
            <a:endParaRPr lang="de-DE" sz="24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ng generate module </a:t>
            </a:r>
            <a:r>
              <a:rPr lang="de-DE" sz="2800" b="0" i="1" u="none" strike="noStrike">
                <a:solidFill>
                  <a:schemeClr val="dk1"/>
                </a:solidFill>
                <a:uFillTx/>
                <a:latin typeface="Calibri"/>
              </a:rPr>
              <a:t>name</a:t>
            </a:r>
            <a:endParaRPr lang="de-DE" sz="28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Wird </a:t>
            </a:r>
            <a:r>
              <a:rPr lang="de-DE" sz="2800" b="0" i="1" u="none" strike="noStrike">
                <a:solidFill>
                  <a:schemeClr val="dk1"/>
                </a:solidFill>
                <a:uFillTx/>
                <a:latin typeface="Calibri"/>
              </a:rPr>
              <a:t>NICHT</a:t>
            </a:r>
            <a:r>
              <a:rPr lang="de-DE" sz="2800" b="0" u="none" strike="noStrike">
                <a:solidFill>
                  <a:schemeClr val="dk1"/>
                </a:solidFill>
                <a:uFillTx/>
                <a:latin typeface="Calibri"/>
              </a:rPr>
              <a:t> automatisch am nächsthöherer gelegenen Modul registriert </a:t>
            </a:r>
            <a:r>
              <a:rPr lang="de-DE" sz="2800" b="0" u="none" strike="noStrike">
                <a:solidFill>
                  <a:schemeClr val="dk1"/>
                </a:solidFill>
                <a:uFillTx/>
                <a:latin typeface="Wingdings"/>
              </a:rPr>
              <a:t></a:t>
            </a:r>
            <a:r>
              <a:rPr lang="de-DE" sz="2800" b="0" u="none" strike="noStrike">
                <a:solidFill>
                  <a:schemeClr val="dk1"/>
                </a:solidFill>
                <a:uFillTx/>
                <a:latin typeface="Calibri"/>
              </a:rPr>
              <a:t> selbst machen</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endParaRPr lang="de-DE" sz="2800" b="0" u="none" strike="noStrike">
              <a:solidFill>
                <a:srgbClr val="000000"/>
              </a:solidFill>
              <a:uFillTx/>
              <a:latin typeface="Arial"/>
            </a:endParaRPr>
          </a:p>
        </p:txBody>
      </p:sp>
    </p:spTree>
    <p:extLst>
      <p:ext uri="{BB962C8B-B14F-4D97-AF65-F5344CB8AC3E}">
        <p14:creationId xmlns:p14="http://schemas.microsoft.com/office/powerpoint/2010/main" val="3965960293"/>
      </p:ext>
    </p:extLst>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31"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Legacy: DI Konfig</a:t>
            </a:r>
            <a:endParaRPr lang="de-DE" sz="4400" b="0" u="none" strike="noStrike">
              <a:solidFill>
                <a:srgbClr val="000000"/>
              </a:solidFill>
              <a:uFillTx/>
              <a:latin typeface="Arial"/>
            </a:endParaRPr>
          </a:p>
        </p:txBody>
      </p:sp>
      <p:sp>
        <p:nvSpPr>
          <p:cNvPr id="832"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333333"/>
              </a:buClr>
              <a:buFont typeface="Arial"/>
              <a:buChar char="•"/>
            </a:pPr>
            <a:r>
              <a:rPr lang="de-DE" sz="2800" b="0" u="none" strike="noStrike">
                <a:solidFill>
                  <a:srgbClr val="333333"/>
                </a:solidFill>
                <a:uFillTx/>
                <a:latin typeface="Aller"/>
              </a:rPr>
              <a:t>Woher weiß Angular was zu injizieren ist?</a:t>
            </a:r>
            <a:endParaRPr lang="de-DE" sz="2800" b="0" u="none" strike="noStrike">
              <a:solidFill>
                <a:srgbClr val="000000"/>
              </a:solidFill>
              <a:uFillTx/>
              <a:latin typeface="Arial"/>
            </a:endParaRPr>
          </a:p>
          <a:p>
            <a:pPr marL="743040" lvl="1" indent="-285840" defTabSz="914400">
              <a:lnSpc>
                <a:spcPct val="90000"/>
              </a:lnSpc>
              <a:spcBef>
                <a:spcPts val="499"/>
              </a:spcBef>
              <a:buClr>
                <a:srgbClr val="333333"/>
              </a:buClr>
              <a:buFont typeface="Arial"/>
              <a:buChar char="•"/>
            </a:pPr>
            <a:r>
              <a:rPr lang="de-DE" sz="2400" b="0" u="none" strike="noStrike">
                <a:solidFill>
                  <a:srgbClr val="333333"/>
                </a:solidFill>
                <a:uFillTx/>
                <a:latin typeface="Aller"/>
              </a:rPr>
              <a:t>Muss konfiguriert werden: </a:t>
            </a:r>
            <a:r>
              <a:rPr lang="de-DE" sz="2400" b="0" i="1" u="none" strike="noStrike">
                <a:solidFill>
                  <a:srgbClr val="333333"/>
                </a:solidFill>
                <a:uFillTx/>
                <a:latin typeface="Aller"/>
              </a:rPr>
              <a:t>Providers</a:t>
            </a:r>
            <a:endParaRPr lang="de-DE" sz="2400" b="0" u="none" strike="noStrike">
              <a:solidFill>
                <a:srgbClr val="000000"/>
              </a:solidFill>
              <a:uFillTx/>
              <a:latin typeface="Arial"/>
            </a:endParaRPr>
          </a:p>
          <a:p>
            <a:pPr marL="743040" lvl="1" indent="-285840" defTabSz="914400">
              <a:lnSpc>
                <a:spcPct val="90000"/>
              </a:lnSpc>
              <a:spcBef>
                <a:spcPts val="499"/>
              </a:spcBef>
              <a:buClr>
                <a:srgbClr val="333333"/>
              </a:buClr>
              <a:buFont typeface="Arial"/>
              <a:buChar char="•"/>
            </a:pPr>
            <a:r>
              <a:rPr lang="de-DE" sz="2400" b="0" u="none" strike="noStrike">
                <a:solidFill>
                  <a:srgbClr val="333333"/>
                </a:solidFill>
                <a:uFillTx/>
                <a:latin typeface="Aller"/>
              </a:rPr>
              <a:t>Injector -&gt; Provider -&gt; Instance</a:t>
            </a:r>
            <a:endParaRPr lang="de-DE" sz="2400" b="0" u="none" strike="noStrike">
              <a:solidFill>
                <a:srgbClr val="000000"/>
              </a:solidFill>
              <a:uFillTx/>
              <a:latin typeface="Arial"/>
            </a:endParaRPr>
          </a:p>
          <a:p>
            <a:pPr marL="228600" indent="-228600" defTabSz="914400">
              <a:lnSpc>
                <a:spcPct val="90000"/>
              </a:lnSpc>
              <a:spcBef>
                <a:spcPts val="1001"/>
              </a:spcBef>
              <a:buClr>
                <a:srgbClr val="333333"/>
              </a:buClr>
              <a:buFont typeface="Arial"/>
              <a:buChar char="•"/>
            </a:pPr>
            <a:r>
              <a:rPr lang="de-DE" sz="2800" b="0" u="none" strike="noStrike">
                <a:solidFill>
                  <a:srgbClr val="333333"/>
                </a:solidFill>
                <a:uFillTx/>
                <a:latin typeface="Aller"/>
              </a:rPr>
              <a:t>Konfiguration an Modulen</a:t>
            </a:r>
            <a:endParaRPr lang="de-DE" sz="2800" b="0" u="none" strike="noStrike">
              <a:solidFill>
                <a:srgbClr val="000000"/>
              </a:solidFill>
              <a:uFillTx/>
              <a:latin typeface="Arial"/>
            </a:endParaRPr>
          </a:p>
          <a:p>
            <a:pPr marL="457200" indent="0" defTabSz="914400">
              <a:lnSpc>
                <a:spcPct val="90000"/>
              </a:lnSpc>
              <a:spcBef>
                <a:spcPts val="499"/>
              </a:spcBef>
              <a:buNone/>
              <a:tabLst>
                <a:tab pos="0" algn="l"/>
              </a:tabLst>
            </a:pPr>
            <a:r>
              <a:rPr lang="de-DE" sz="2400" b="0" u="none" strike="noStrike">
                <a:solidFill>
                  <a:srgbClr val="195F91"/>
                </a:solidFill>
                <a:uFillTx/>
                <a:latin typeface="SourceCodePro"/>
              </a:rPr>
              <a:t>@NgModule</a:t>
            </a:r>
            <a:r>
              <a:rPr lang="de-DE" sz="2400" b="0" u="none" strike="noStrike">
                <a:solidFill>
                  <a:srgbClr val="93A1A1"/>
                </a:solidFill>
                <a:uFillTx/>
                <a:latin typeface="SourceCodePro"/>
              </a:rPr>
              <a:t>({</a:t>
            </a:r>
            <a:endParaRPr lang="de-DE" sz="2400" b="0" u="none" strike="noStrike">
              <a:solidFill>
                <a:srgbClr val="000000"/>
              </a:solidFill>
              <a:uFillTx/>
              <a:latin typeface="Arial"/>
            </a:endParaRPr>
          </a:p>
          <a:p>
            <a:pPr marL="457200" indent="0" defTabSz="914400">
              <a:lnSpc>
                <a:spcPct val="90000"/>
              </a:lnSpc>
              <a:spcBef>
                <a:spcPts val="499"/>
              </a:spcBef>
              <a:buNone/>
              <a:tabLst>
                <a:tab pos="0" algn="l"/>
              </a:tabLst>
            </a:pPr>
            <a:r>
              <a:rPr lang="de-DE" sz="2400" b="0" u="none" strike="noStrike">
                <a:solidFill>
                  <a:srgbClr val="48484C"/>
                </a:solidFill>
                <a:uFillTx/>
                <a:latin typeface="SourceCodePro"/>
              </a:rPr>
              <a:t>providers</a:t>
            </a:r>
            <a:r>
              <a:rPr lang="de-DE" sz="2400" b="0" u="none" strike="noStrike">
                <a:solidFill>
                  <a:srgbClr val="93A1A1"/>
                </a:solidFill>
                <a:uFillTx/>
                <a:latin typeface="SourceCodePro"/>
              </a:rPr>
              <a:t>:</a:t>
            </a:r>
            <a:r>
              <a:rPr lang="de-DE" sz="2400" b="0" u="none" strike="noStrike">
                <a:solidFill>
                  <a:srgbClr val="48484C"/>
                </a:solidFill>
                <a:uFillTx/>
                <a:latin typeface="SourceCodePro"/>
              </a:rPr>
              <a:t> </a:t>
            </a:r>
            <a:r>
              <a:rPr lang="de-DE" sz="2400" b="0" u="none" strike="noStrike">
                <a:solidFill>
                  <a:srgbClr val="93A1A1"/>
                </a:solidFill>
                <a:uFillTx/>
                <a:latin typeface="SourceCodePro"/>
              </a:rPr>
              <a:t>[</a:t>
            </a:r>
            <a:r>
              <a:rPr lang="de-DE" sz="2400" b="0" u="none" strike="noStrike">
                <a:solidFill>
                  <a:srgbClr val="48484C"/>
                </a:solidFill>
                <a:uFillTx/>
                <a:latin typeface="SourceCodePro"/>
              </a:rPr>
              <a:t> </a:t>
            </a:r>
            <a:r>
              <a:rPr lang="de-DE" sz="2400" b="0" u="none" strike="noStrike">
                <a:solidFill>
                  <a:srgbClr val="93A1A1"/>
                </a:solidFill>
                <a:uFillTx/>
                <a:latin typeface="SourceCodePro"/>
              </a:rPr>
              <a:t>]</a:t>
            </a:r>
            <a:r>
              <a:rPr lang="de-DE" sz="2400" b="0" u="none" strike="noStrike">
                <a:solidFill>
                  <a:srgbClr val="48484C"/>
                </a:solidFill>
                <a:uFillTx/>
                <a:latin typeface="SourceCodePro"/>
              </a:rPr>
              <a:t> </a:t>
            </a:r>
            <a:r>
              <a:rPr lang="de-DE" sz="2400" b="0" u="none" strike="noStrike">
                <a:solidFill>
                  <a:srgbClr val="93A1A1"/>
                </a:solidFill>
                <a:uFillTx/>
                <a:latin typeface="SourceCodePro"/>
              </a:rPr>
              <a:t>/* array of providers */</a:t>
            </a:r>
            <a:endParaRPr lang="de-DE" sz="2400" b="0" u="none" strike="noStrike">
              <a:solidFill>
                <a:srgbClr val="000000"/>
              </a:solidFill>
              <a:uFillTx/>
              <a:latin typeface="Arial"/>
            </a:endParaRPr>
          </a:p>
          <a:p>
            <a:pPr marL="457200" indent="0" defTabSz="914400">
              <a:lnSpc>
                <a:spcPct val="90000"/>
              </a:lnSpc>
              <a:spcBef>
                <a:spcPts val="499"/>
              </a:spcBef>
              <a:buNone/>
              <a:tabLst>
                <a:tab pos="0" algn="l"/>
              </a:tabLst>
            </a:pPr>
            <a:r>
              <a:rPr lang="de-DE" sz="2400" b="0" u="none" strike="noStrike">
                <a:solidFill>
                  <a:srgbClr val="93A1A1"/>
                </a:solidFill>
                <a:uFillTx/>
                <a:latin typeface="SourceCodePro"/>
              </a:rPr>
              <a:t>})</a:t>
            </a:r>
            <a:endParaRPr lang="de-DE" sz="2400" b="0" u="none" strike="noStrike">
              <a:solidFill>
                <a:srgbClr val="000000"/>
              </a:solidFill>
              <a:uFillTx/>
              <a:latin typeface="Arial"/>
            </a:endParaRPr>
          </a:p>
          <a:p>
            <a:pPr marL="457200" indent="0" defTabSz="914400">
              <a:lnSpc>
                <a:spcPct val="90000"/>
              </a:lnSpc>
              <a:spcBef>
                <a:spcPts val="499"/>
              </a:spcBef>
              <a:buNone/>
              <a:tabLst>
                <a:tab pos="0" algn="l"/>
              </a:tabLst>
            </a:pPr>
            <a:r>
              <a:rPr lang="de-DE" sz="2400" b="0" u="none" strike="noStrike">
                <a:solidFill>
                  <a:srgbClr val="1E347B"/>
                </a:solidFill>
                <a:uFillTx/>
                <a:latin typeface="SourceCodePro"/>
              </a:rPr>
              <a:t>export</a:t>
            </a:r>
            <a:r>
              <a:rPr lang="de-DE" sz="2400" b="0" u="none" strike="noStrike">
                <a:solidFill>
                  <a:srgbClr val="48484C"/>
                </a:solidFill>
                <a:uFillTx/>
                <a:latin typeface="SourceCodePro"/>
              </a:rPr>
              <a:t> </a:t>
            </a:r>
            <a:r>
              <a:rPr lang="de-DE" sz="2400" b="0" u="none" strike="noStrike">
                <a:solidFill>
                  <a:srgbClr val="1E347B"/>
                </a:solidFill>
                <a:uFillTx/>
                <a:latin typeface="SourceCodePro"/>
              </a:rPr>
              <a:t>class</a:t>
            </a:r>
            <a:r>
              <a:rPr lang="de-DE" sz="2400" b="0" u="none" strike="noStrike">
                <a:solidFill>
                  <a:srgbClr val="48484C"/>
                </a:solidFill>
                <a:uFillTx/>
                <a:latin typeface="SourceCodePro"/>
              </a:rPr>
              <a:t> </a:t>
            </a:r>
            <a:r>
              <a:rPr lang="de-DE" sz="2400" b="0" u="none" strike="noStrike">
                <a:solidFill>
                  <a:srgbClr val="008080"/>
                </a:solidFill>
                <a:uFillTx/>
                <a:latin typeface="SourceCodePro"/>
              </a:rPr>
              <a:t>TrackModule</a:t>
            </a:r>
            <a:r>
              <a:rPr lang="de-DE" sz="2400" b="0" u="none" strike="noStrike">
                <a:solidFill>
                  <a:srgbClr val="48484C"/>
                </a:solidFill>
                <a:uFillTx/>
                <a:latin typeface="SourceCodePro"/>
              </a:rPr>
              <a:t> </a:t>
            </a:r>
            <a:r>
              <a:rPr lang="de-DE" sz="2400" b="0" u="none" strike="noStrike">
                <a:solidFill>
                  <a:srgbClr val="93A1A1"/>
                </a:solidFill>
                <a:uFillTx/>
                <a:latin typeface="SourceCodePro"/>
              </a:rPr>
              <a:t>{</a:t>
            </a:r>
            <a:r>
              <a:rPr lang="de-DE" sz="2400" b="0" u="none" strike="noStrike">
                <a:solidFill>
                  <a:srgbClr val="48484C"/>
                </a:solidFill>
                <a:uFillTx/>
                <a:latin typeface="SourceCodePro"/>
              </a:rPr>
              <a:t> </a:t>
            </a:r>
            <a:r>
              <a:rPr lang="de-DE" sz="2400" b="0" u="none" strike="noStrike">
                <a:solidFill>
                  <a:srgbClr val="93A1A1"/>
                </a:solidFill>
                <a:uFillTx/>
                <a:latin typeface="SourceCodePro"/>
              </a:rPr>
              <a:t>}</a:t>
            </a:r>
            <a:endParaRPr lang="de-DE" sz="2400" b="0" u="none" strike="noStrike">
              <a:solidFill>
                <a:srgbClr val="000000"/>
              </a:solidFill>
              <a:uFillTx/>
              <a:latin typeface="Arial"/>
            </a:endParaRPr>
          </a:p>
          <a:p>
            <a:pPr marL="228600" indent="-228600" defTabSz="914400">
              <a:lnSpc>
                <a:spcPct val="90000"/>
              </a:lnSpc>
              <a:spcBef>
                <a:spcPts val="1001"/>
              </a:spcBef>
              <a:buClr>
                <a:srgbClr val="333333"/>
              </a:buClr>
              <a:buFont typeface="Arial"/>
              <a:buChar char="•"/>
              <a:tabLst>
                <a:tab pos="0" algn="l"/>
              </a:tabLst>
            </a:pPr>
            <a:r>
              <a:rPr lang="de-DE" sz="2800" b="0" u="none" strike="noStrike">
                <a:solidFill>
                  <a:srgbClr val="333333"/>
                </a:solidFill>
                <a:uFillTx/>
                <a:latin typeface="Aller"/>
              </a:rPr>
              <a:t>Wie sieht ein Provider aus?</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endParaRPr lang="de-DE" sz="2800" b="0" u="none" strike="noStrike">
              <a:solidFill>
                <a:srgbClr val="000000"/>
              </a:solidFill>
              <a:uFillTx/>
              <a:latin typeface="Arial"/>
            </a:endParaRP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33"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Legacy: Wie geht DI in Angular</a:t>
            </a:r>
            <a:endParaRPr lang="de-DE" sz="4400" b="0" u="none" strike="noStrike">
              <a:solidFill>
                <a:srgbClr val="000000"/>
              </a:solidFill>
              <a:uFillTx/>
              <a:latin typeface="Arial"/>
            </a:endParaRPr>
          </a:p>
        </p:txBody>
      </p:sp>
      <p:sp>
        <p:nvSpPr>
          <p:cNvPr id="834"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fontScale="70000" lnSpcReduction="20000"/>
          </a:bodyPr>
          <a:lstStyle/>
          <a:p>
            <a:pPr marL="228600" indent="-228600" defTabSz="914400">
              <a:lnSpc>
                <a:spcPct val="90000"/>
              </a:lnSpc>
              <a:spcBef>
                <a:spcPts val="1001"/>
              </a:spcBef>
              <a:buClr>
                <a:srgbClr val="333333"/>
              </a:buClr>
              <a:buFont typeface="Arial"/>
              <a:buChar char="•"/>
            </a:pPr>
            <a:r>
              <a:rPr lang="de-DE" sz="2800" b="0" u="none" strike="noStrike">
                <a:solidFill>
                  <a:srgbClr val="333333"/>
                </a:solidFill>
                <a:uFillTx/>
                <a:latin typeface="Aller"/>
              </a:rPr>
              <a:t>Direkte Abhängigkeit</a:t>
            </a:r>
            <a:endParaRPr lang="de-DE" sz="2800" b="0" u="none" strike="noStrike">
              <a:solidFill>
                <a:srgbClr val="000000"/>
              </a:solidFill>
              <a:uFillTx/>
              <a:latin typeface="Arial"/>
            </a:endParaRPr>
          </a:p>
          <a:p>
            <a:pPr marL="743040" lvl="1" indent="-285840" defTabSz="914400">
              <a:lnSpc>
                <a:spcPct val="90000"/>
              </a:lnSpc>
              <a:spcBef>
                <a:spcPts val="499"/>
              </a:spcBef>
              <a:buClr>
                <a:srgbClr val="333333"/>
              </a:buClr>
              <a:buFont typeface="Arial"/>
              <a:buChar char="•"/>
            </a:pPr>
            <a:r>
              <a:rPr lang="de-DE" sz="2400" b="0" u="none" strike="noStrike">
                <a:solidFill>
                  <a:srgbClr val="333333"/>
                </a:solidFill>
                <a:uFillTx/>
                <a:latin typeface="Aller"/>
              </a:rPr>
              <a:t>einfach nur die Klasse angeben: [ConsoleLogger]</a:t>
            </a:r>
            <a:endParaRPr lang="de-DE" sz="2400" b="0" u="none" strike="noStrike">
              <a:solidFill>
                <a:srgbClr val="000000"/>
              </a:solidFill>
              <a:uFillTx/>
              <a:latin typeface="Arial"/>
            </a:endParaRPr>
          </a:p>
          <a:p>
            <a:pPr marL="743040" lvl="1" indent="-285840" defTabSz="914400">
              <a:lnSpc>
                <a:spcPct val="90000"/>
              </a:lnSpc>
              <a:spcBef>
                <a:spcPts val="499"/>
              </a:spcBef>
              <a:buClr>
                <a:srgbClr val="333333"/>
              </a:buClr>
              <a:buFont typeface="Arial"/>
              <a:buChar char="•"/>
            </a:pPr>
            <a:r>
              <a:rPr lang="de-DE" sz="2400" b="0" u="none" strike="noStrike">
                <a:solidFill>
                  <a:srgbClr val="333333"/>
                </a:solidFill>
                <a:uFillTx/>
                <a:latin typeface="Aller"/>
              </a:rPr>
              <a:t>Kurz für [{ provide: ConsoleLogger, useClass: ConsoleLogger}]</a:t>
            </a:r>
            <a:endParaRPr lang="de-DE" sz="2400" b="0" u="none" strike="noStrike">
              <a:solidFill>
                <a:srgbClr val="000000"/>
              </a:solidFill>
              <a:uFillTx/>
              <a:latin typeface="Arial"/>
            </a:endParaRPr>
          </a:p>
          <a:p>
            <a:pPr marL="228600" indent="-228600" defTabSz="914400">
              <a:lnSpc>
                <a:spcPct val="90000"/>
              </a:lnSpc>
              <a:spcBef>
                <a:spcPts val="1001"/>
              </a:spcBef>
              <a:buClr>
                <a:srgbClr val="333333"/>
              </a:buClr>
              <a:buFont typeface="Arial"/>
              <a:buChar char="•"/>
            </a:pPr>
            <a:r>
              <a:rPr lang="de-DE" sz="2800" b="0" u="none" strike="noStrike">
                <a:solidFill>
                  <a:srgbClr val="333333"/>
                </a:solidFill>
                <a:uFillTx/>
                <a:latin typeface="Aller"/>
              </a:rPr>
              <a:t>Allgemein: Provider-Objekt</a:t>
            </a:r>
            <a:endParaRPr lang="de-DE" sz="2800" b="0" u="none" strike="noStrike">
              <a:solidFill>
                <a:srgbClr val="000000"/>
              </a:solidFill>
              <a:uFillTx/>
              <a:latin typeface="Arial"/>
            </a:endParaRPr>
          </a:p>
          <a:p>
            <a:pPr marL="743040" lvl="1" indent="-285840" defTabSz="914400">
              <a:lnSpc>
                <a:spcPct val="90000"/>
              </a:lnSpc>
              <a:spcBef>
                <a:spcPts val="499"/>
              </a:spcBef>
              <a:buClr>
                <a:srgbClr val="333333"/>
              </a:buClr>
              <a:buFont typeface="Arial"/>
              <a:buChar char="•"/>
            </a:pPr>
            <a:r>
              <a:rPr lang="de-DE" sz="2400" b="0" u="none" strike="noStrike">
                <a:solidFill>
                  <a:srgbClr val="333333"/>
                </a:solidFill>
                <a:uFillTx/>
                <a:latin typeface="Aller"/>
              </a:rPr>
              <a:t>provide: Unter welchem Namen steht es zur Verfügung -&gt; Klasse</a:t>
            </a:r>
            <a:endParaRPr lang="de-DE" sz="2400" b="0" u="none" strike="noStrike">
              <a:solidFill>
                <a:srgbClr val="000000"/>
              </a:solidFill>
              <a:uFillTx/>
              <a:latin typeface="Arial"/>
            </a:endParaRPr>
          </a:p>
          <a:p>
            <a:pPr marL="743040" lvl="1" indent="-285840" defTabSz="914400">
              <a:lnSpc>
                <a:spcPct val="90000"/>
              </a:lnSpc>
              <a:spcBef>
                <a:spcPts val="499"/>
              </a:spcBef>
              <a:buClr>
                <a:srgbClr val="333333"/>
              </a:buClr>
              <a:buFont typeface="Arial"/>
              <a:buChar char="•"/>
            </a:pPr>
            <a:r>
              <a:rPr lang="de-DE" sz="2400" b="0" u="none" strike="noStrike">
                <a:solidFill>
                  <a:srgbClr val="333333"/>
                </a:solidFill>
                <a:uFillTx/>
                <a:latin typeface="Aller"/>
              </a:rPr>
              <a:t>Ein Rezept, wie soll es erzeugt werden soll -&gt;</a:t>
            </a:r>
            <a:br>
              <a:rPr sz="2400"/>
            </a:br>
            <a:r>
              <a:rPr lang="de-DE" sz="2400" b="0" u="none" strike="noStrike">
                <a:solidFill>
                  <a:srgbClr val="333333"/>
                </a:solidFill>
                <a:uFillTx/>
                <a:latin typeface="Aller"/>
              </a:rPr>
              <a:t>useClass, useValue, useFactory oder useExisting</a:t>
            </a:r>
            <a:endParaRPr lang="de-DE" sz="24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195F91"/>
                </a:solidFill>
                <a:uFillTx/>
                <a:latin typeface="SourceCodePro"/>
              </a:rPr>
              <a:t>@NgModule</a:t>
            </a:r>
            <a:r>
              <a:rPr lang="de-DE" sz="2800" b="0" u="none" strike="noStrike">
                <a:solidFill>
                  <a:srgbClr val="93A1A1"/>
                </a:solidFill>
                <a:uFillTx/>
                <a:latin typeface="SourceCodePro"/>
              </a:rPr>
              <a: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48484C"/>
                </a:solidFill>
                <a:uFillTx/>
                <a:latin typeface="SourceCodePro"/>
              </a:rPr>
              <a:t>providers</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a:t>
            </a:r>
            <a:r>
              <a:rPr lang="de-DE" sz="2800" b="0" u="none" strike="noStrike">
                <a:solidFill>
                  <a:srgbClr val="93A1A1"/>
                </a:solidFill>
                <a:uFillTx/>
                <a:latin typeface="SourceCodePro"/>
              </a:rPr>
              <a: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93A1A1"/>
                </a:solidFill>
                <a:uFillTx/>
                <a:latin typeface="SourceCodePro"/>
              </a:rPr>
              <a:t>	{</a:t>
            </a:r>
            <a:r>
              <a:rPr lang="de-DE" sz="2800" b="0" u="none" strike="noStrike">
                <a:solidFill>
                  <a:srgbClr val="48484C"/>
                </a:solidFill>
                <a:uFillTx/>
                <a:latin typeface="SourceCodePro"/>
              </a:rPr>
              <a:t> provide</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a:t>
            </a:r>
            <a:r>
              <a:rPr lang="de-DE" sz="2800" b="0" u="none" strike="noStrike">
                <a:solidFill>
                  <a:srgbClr val="008080"/>
                </a:solidFill>
                <a:uFillTx/>
                <a:latin typeface="SourceCodePro"/>
              </a:rPr>
              <a:t>ConsoleLogger</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useClass</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a:t>
            </a:r>
            <a:r>
              <a:rPr lang="de-DE" sz="2800" b="0" u="none" strike="noStrike">
                <a:solidFill>
                  <a:srgbClr val="008080"/>
                </a:solidFill>
                <a:uFillTx/>
                <a:latin typeface="SourceCodePro"/>
              </a:rPr>
              <a:t>ConsoleLogger</a:t>
            </a:r>
            <a:r>
              <a:rPr lang="de-DE" sz="2800" b="0" u="none" strike="noStrike">
                <a:solidFill>
                  <a:srgbClr val="48484C"/>
                </a:solidFill>
                <a:uFillTx/>
                <a:latin typeface="SourceCodePro"/>
              </a:rPr>
              <a:t> </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a:t>
            </a:r>
            <a:r>
              <a:rPr lang="de-DE" sz="2800" b="0" u="none" strike="noStrike">
                <a:solidFill>
                  <a:srgbClr val="93A1A1"/>
                </a:solidFill>
                <a:uFillTx/>
                <a:latin typeface="SourceCodePro"/>
              </a:rPr>
              <a:t>// same as shortcut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93A1A1"/>
                </a:solidFill>
                <a:uFillTx/>
                <a:latin typeface="SourceCodePro"/>
              </a:rPr>
              <a:t>	{</a:t>
            </a:r>
            <a:r>
              <a:rPr lang="de-DE" sz="2800" b="0" u="none" strike="noStrike">
                <a:solidFill>
                  <a:srgbClr val="48484C"/>
                </a:solidFill>
                <a:uFillTx/>
                <a:latin typeface="SourceCodePro"/>
              </a:rPr>
              <a:t> provide</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a:t>
            </a:r>
            <a:r>
              <a:rPr lang="de-DE" sz="2800" b="0" u="none" strike="noStrike">
                <a:solidFill>
                  <a:srgbClr val="008080"/>
                </a:solidFill>
                <a:uFillTx/>
                <a:latin typeface="SourceCodePro"/>
              </a:rPr>
              <a:t>Logger</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useExisting</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a:t>
            </a:r>
            <a:r>
              <a:rPr lang="de-DE" sz="2800" b="0" u="none" strike="noStrike">
                <a:solidFill>
                  <a:srgbClr val="008080"/>
                </a:solidFill>
                <a:uFillTx/>
                <a:latin typeface="SourceCodePro"/>
              </a:rPr>
              <a:t>ConsoleLogger</a:t>
            </a:r>
            <a:r>
              <a:rPr lang="de-DE" sz="2800" b="0" u="none" strike="noStrike">
                <a:solidFill>
                  <a:srgbClr val="48484C"/>
                </a:solidFill>
                <a:uFillTx/>
                <a:latin typeface="SourceCodePro"/>
              </a:rPr>
              <a:t> </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a:t>
            </a:r>
            <a:r>
              <a:rPr lang="de-DE" sz="2800" b="0" u="none" strike="noStrike">
                <a:solidFill>
                  <a:srgbClr val="93A1A1"/>
                </a:solidFill>
                <a:uFillTx/>
                <a:latin typeface="SourceCodePro"/>
              </a:rPr>
              <a:t>// different token, same instance</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93A1A1"/>
                </a:solidFill>
                <a:uFillTx/>
                <a:latin typeface="SourceCodePro"/>
              </a:rPr>
              <a:t>	]</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93A1A1"/>
                </a:solidFill>
                <a:uFillTx/>
                <a:latin typeface="SourceCodePro"/>
              </a:rPr>
              <a: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1E347B"/>
                </a:solidFill>
                <a:uFillTx/>
                <a:latin typeface="SourceCodePro"/>
              </a:rPr>
              <a:t>export</a:t>
            </a:r>
            <a:r>
              <a:rPr lang="de-DE" sz="2800" b="0" u="none" strike="noStrike">
                <a:solidFill>
                  <a:srgbClr val="48484C"/>
                </a:solidFill>
                <a:uFillTx/>
                <a:latin typeface="SourceCodePro"/>
              </a:rPr>
              <a:t> </a:t>
            </a:r>
            <a:r>
              <a:rPr lang="de-DE" sz="2800" b="0" u="none" strike="noStrike">
                <a:solidFill>
                  <a:srgbClr val="1E347B"/>
                </a:solidFill>
                <a:uFillTx/>
                <a:latin typeface="SourceCodePro"/>
              </a:rPr>
              <a:t>class</a:t>
            </a:r>
            <a:r>
              <a:rPr lang="de-DE" sz="2800" b="0" u="none" strike="noStrike">
                <a:solidFill>
                  <a:srgbClr val="48484C"/>
                </a:solidFill>
                <a:uFillTx/>
                <a:latin typeface="SourceCodePro"/>
              </a:rPr>
              <a:t> </a:t>
            </a:r>
            <a:r>
              <a:rPr lang="de-DE" sz="2800" b="0" u="none" strike="noStrike">
                <a:solidFill>
                  <a:srgbClr val="008080"/>
                </a:solidFill>
                <a:uFillTx/>
                <a:latin typeface="SourceCodePro"/>
              </a:rPr>
              <a:t>TrackModule</a:t>
            </a:r>
            <a:r>
              <a:rPr lang="de-DE" sz="2800" b="0" u="none" strike="noStrike">
                <a:solidFill>
                  <a:srgbClr val="48484C"/>
                </a:solidFill>
                <a:uFillTx/>
                <a:latin typeface="SourceCodePro"/>
              </a:rPr>
              <a:t> </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a:t>
            </a:r>
            <a:r>
              <a:rPr lang="de-DE" sz="2800" b="0" u="none" strike="noStrike">
                <a:solidFill>
                  <a:srgbClr val="93A1A1"/>
                </a:solidFill>
                <a:uFillTx/>
                <a:latin typeface="SourceCodePro"/>
              </a:rPr>
              <a: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endParaRPr lang="de-DE" sz="2800" b="0" u="none" strike="noStrike">
              <a:solidFill>
                <a:srgbClr val="000000"/>
              </a:solidFill>
              <a:uFillTx/>
              <a:latin typeface="Arial"/>
            </a:endParaRP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17"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Legacy: Deklaration an Modulen</a:t>
            </a:r>
            <a:endParaRPr lang="de-DE" sz="4400" b="0" u="none" strike="noStrike">
              <a:solidFill>
                <a:srgbClr val="000000"/>
              </a:solidFill>
              <a:uFillTx/>
              <a:latin typeface="Arial"/>
            </a:endParaRPr>
          </a:p>
        </p:txBody>
      </p:sp>
      <p:sp>
        <p:nvSpPr>
          <p:cNvPr id="918"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de-DE" sz="2800" b="0" u="none" strike="noStrike">
                <a:solidFill>
                  <a:srgbClr val="195F91"/>
                </a:solidFill>
                <a:uFillTx/>
                <a:latin typeface="SourceCodePro"/>
              </a:rPr>
              <a:t>@NgModule</a:t>
            </a:r>
            <a:r>
              <a:rPr lang="de-DE" sz="2800" b="0" u="none" strike="noStrike">
                <a:solidFill>
                  <a:srgbClr val="93A1A1"/>
                </a:solidFill>
                <a:uFillTx/>
                <a:latin typeface="SourceCodePro"/>
              </a:rPr>
              <a: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48484C"/>
                </a:solidFill>
                <a:uFillTx/>
                <a:latin typeface="SourceCodePro"/>
              </a:rPr>
              <a:t>declarations</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a:t>
            </a:r>
            <a:r>
              <a:rPr lang="de-DE" sz="2800" b="0" u="none" strike="noStrike">
                <a:solidFill>
                  <a:srgbClr val="008080"/>
                </a:solidFill>
                <a:uFillTx/>
                <a:latin typeface="SourceCodePro"/>
              </a:rPr>
              <a:t>HasLikesPipe</a:t>
            </a:r>
            <a:r>
              <a:rPr lang="de-DE" sz="2800" b="0" u="none" strike="noStrike">
                <a:solidFill>
                  <a:srgbClr val="48484C"/>
                </a:solidFill>
                <a:uFillTx/>
                <a:latin typeface="SourceCodePro"/>
              </a:rPr>
              <a:t> </a:t>
            </a:r>
            <a:r>
              <a:rPr lang="de-DE" sz="2800" b="0" u="none" strike="noStrike">
                <a:solidFill>
                  <a:srgbClr val="93A1A1"/>
                </a:solidFill>
                <a:uFillTx/>
                <a:latin typeface="SourceCodePro"/>
              </a:rPr>
              <a: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48484C"/>
                </a:solidFill>
                <a:uFillTx/>
                <a:latin typeface="SourceCodePro"/>
              </a:rPr>
              <a:t>exports</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a:t>
            </a:r>
            <a:r>
              <a:rPr lang="de-DE" sz="2800" b="0" u="none" strike="noStrike">
                <a:solidFill>
                  <a:srgbClr val="008080"/>
                </a:solidFill>
                <a:uFillTx/>
                <a:latin typeface="SourceCodePro"/>
              </a:rPr>
              <a:t>HasLikesPipe</a:t>
            </a:r>
            <a:r>
              <a:rPr lang="de-DE" sz="2800" b="0" u="none" strike="noStrike">
                <a:solidFill>
                  <a:srgbClr val="48484C"/>
                </a:solidFill>
                <a:uFillTx/>
                <a:latin typeface="SourceCodePro"/>
              </a:rPr>
              <a:t> </a:t>
            </a:r>
            <a:r>
              <a:rPr lang="de-DE" sz="2800" b="0" u="none" strike="noStrike">
                <a:solidFill>
                  <a:srgbClr val="93A1A1"/>
                </a:solidFill>
                <a:uFillTx/>
                <a:latin typeface="SourceCodePro"/>
              </a:rPr>
              <a: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93A1A1"/>
                </a:solidFill>
                <a:uFillTx/>
                <a:latin typeface="SourceCodePro"/>
              </a:rPr>
              <a: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1E347B"/>
                </a:solidFill>
                <a:uFillTx/>
                <a:latin typeface="SourceCodePro"/>
              </a:rPr>
              <a:t>export</a:t>
            </a:r>
            <a:r>
              <a:rPr lang="de-DE" sz="2800" b="0" u="none" strike="noStrike">
                <a:solidFill>
                  <a:srgbClr val="48484C"/>
                </a:solidFill>
                <a:uFillTx/>
                <a:latin typeface="SourceCodePro"/>
              </a:rPr>
              <a:t> </a:t>
            </a:r>
            <a:r>
              <a:rPr lang="de-DE" sz="2800" b="0" u="none" strike="noStrike">
                <a:solidFill>
                  <a:srgbClr val="1E347B"/>
                </a:solidFill>
                <a:uFillTx/>
                <a:latin typeface="SourceCodePro"/>
              </a:rPr>
              <a:t>class</a:t>
            </a:r>
            <a:r>
              <a:rPr lang="de-DE" sz="2800" b="0" u="none" strike="noStrike">
                <a:solidFill>
                  <a:srgbClr val="48484C"/>
                </a:solidFill>
                <a:uFillTx/>
                <a:latin typeface="SourceCodePro"/>
              </a:rPr>
              <a:t> </a:t>
            </a:r>
            <a:r>
              <a:rPr lang="de-DE" sz="2800" b="0" u="none" strike="noStrike">
                <a:solidFill>
                  <a:srgbClr val="008080"/>
                </a:solidFill>
                <a:uFillTx/>
                <a:latin typeface="SourceCodePro"/>
              </a:rPr>
              <a:t>AppModule</a:t>
            </a:r>
            <a:r>
              <a:rPr lang="de-DE" sz="2800" b="0" u="none" strike="noStrike">
                <a:solidFill>
                  <a:srgbClr val="48484C"/>
                </a:solidFill>
                <a:uFillTx/>
                <a:latin typeface="SourceCodePro"/>
              </a:rPr>
              <a:t> </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a:t>
            </a:r>
            <a:r>
              <a:rPr lang="de-DE" sz="2800" b="0" u="none" strike="noStrike">
                <a:solidFill>
                  <a:srgbClr val="93A1A1"/>
                </a:solidFill>
                <a:uFillTx/>
                <a:latin typeface="SourceCodePro"/>
              </a:rPr>
              <a: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endParaRPr lang="de-DE" sz="2800" b="0" u="none" strike="noStrike">
              <a:solidFill>
                <a:srgbClr val="000000"/>
              </a:solidFill>
              <a:uFillTx/>
              <a:latin typeface="Arial"/>
            </a:endParaRP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30"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Legacy: Routenkonfiguration</a:t>
            </a:r>
            <a:endParaRPr lang="de-DE" sz="4400" b="0" u="none" strike="noStrike">
              <a:solidFill>
                <a:srgbClr val="000000"/>
              </a:solidFill>
              <a:uFillTx/>
              <a:latin typeface="Arial"/>
            </a:endParaRPr>
          </a:p>
        </p:txBody>
      </p:sp>
      <p:sp>
        <p:nvSpPr>
          <p:cNvPr id="1031"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Wird verwendet um Provider für Router Service zu erzeugen</a:t>
            </a:r>
            <a:endParaRPr lang="de-DE" sz="28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Provider wird von RouterModule bereitgestellt</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RouterModule muss in AppModule importiert werden</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forRoot darf nur einmal im AppModule verwendet werden</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forChild nur bei Lazy-Loading</a:t>
            </a:r>
            <a:endParaRPr lang="de-DE" sz="2400" b="0" u="none" strike="noStrike">
              <a:solidFill>
                <a:srgbClr val="000000"/>
              </a:solidFill>
              <a:uFillTx/>
              <a:latin typeface="Arial"/>
            </a:endParaRPr>
          </a:p>
          <a:p>
            <a:pPr indent="0" defTabSz="914400">
              <a:lnSpc>
                <a:spcPct val="90000"/>
              </a:lnSpc>
              <a:spcBef>
                <a:spcPts val="1001"/>
              </a:spcBef>
              <a:buNone/>
              <a:tabLst>
                <a:tab pos="0" algn="l"/>
              </a:tabLst>
            </a:pPr>
            <a:endParaRPr lang="de-DE" sz="2800" b="0" u="none" strike="noStrike">
              <a:solidFill>
                <a:srgbClr val="000000"/>
              </a:solidFill>
              <a:uFillTx/>
              <a:latin typeface="Arial"/>
            </a:endParaRP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32"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Legacy: Beispiel: Routen-Definition</a:t>
            </a:r>
            <a:endParaRPr lang="de-DE" sz="4400" b="0" u="none" strike="noStrike">
              <a:solidFill>
                <a:srgbClr val="000000"/>
              </a:solidFill>
              <a:uFillTx/>
              <a:latin typeface="Arial"/>
            </a:endParaRPr>
          </a:p>
        </p:txBody>
      </p:sp>
      <p:sp>
        <p:nvSpPr>
          <p:cNvPr id="1033"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fontScale="62500" lnSpcReduction="20000"/>
          </a:bodyPr>
          <a:lstStyle/>
          <a:p>
            <a:pPr indent="0" defTabSz="914400">
              <a:lnSpc>
                <a:spcPct val="90000"/>
              </a:lnSpc>
              <a:spcBef>
                <a:spcPts val="1001"/>
              </a:spcBef>
              <a:buNone/>
              <a:tabLst>
                <a:tab pos="0" algn="l"/>
              </a:tabLst>
            </a:pPr>
            <a:r>
              <a:rPr lang="de-DE" sz="2800" b="0" u="none" strike="noStrike">
                <a:solidFill>
                  <a:schemeClr val="dk1"/>
                </a:solidFill>
                <a:uFillTx/>
                <a:latin typeface="Courier New"/>
              </a:rPr>
              <a:t>const appRoutes: Routes = [</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chemeClr val="dk1"/>
                </a:solidFill>
                <a:uFillTx/>
                <a:latin typeface="Courier New"/>
              </a:rPr>
              <a:t>  { path: 'path1', component: Component1},</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chemeClr val="dk1"/>
                </a:solidFill>
                <a:uFillTx/>
                <a:latin typeface="Courier New"/>
              </a:rPr>
              <a:t>  { path: ' ',  redirectTo: '/index', pathMatch: 'full'},</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chemeClr val="dk1"/>
                </a:solidFill>
                <a:uFillTx/>
                <a:latin typeface="Courier New"/>
              </a:rPr>
              <a:t>  { path: '**', component: PageNotFoundComponent }</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chemeClr val="dk1"/>
                </a:solidFill>
                <a:uFillTx/>
                <a:latin typeface="Courier New"/>
              </a:rPr>
              <a: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chemeClr val="dk1"/>
                </a:solidFill>
                <a:uFillTx/>
                <a:latin typeface="Courier New"/>
              </a:rPr>
              <a:t>@NgModule({</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chemeClr val="dk1"/>
                </a:solidFill>
                <a:uFillTx/>
                <a:latin typeface="Courier New"/>
              </a:rPr>
              <a:t>  imports: [</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chemeClr val="dk1"/>
                </a:solidFill>
                <a:uFillTx/>
                <a:latin typeface="Courier New"/>
              </a:rPr>
              <a:t>    RouterModule.forRoot(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chemeClr val="dk1"/>
                </a:solidFill>
                <a:uFillTx/>
                <a:latin typeface="Courier New"/>
              </a:rPr>
              <a:t>      appRoutes,</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chemeClr val="dk1"/>
                </a:solidFill>
                <a:uFillTx/>
                <a:latin typeface="Courier New"/>
              </a:rPr>
              <a:t>      { enableTracing: true } // &lt;-- debugging purposes only</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chemeClr val="dk1"/>
                </a:solidFill>
                <a:uFillTx/>
                <a:latin typeface="Courier New"/>
              </a:rPr>
              <a:t>    )</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chemeClr val="dk1"/>
                </a:solidFill>
                <a:uFillTx/>
                <a:latin typeface="Courier New"/>
              </a:rPr>
              <a: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chemeClr val="dk1"/>
                </a:solidFill>
                <a:uFillTx/>
                <a:latin typeface="Courier New"/>
              </a:rPr>
              <a:t>  ...</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chemeClr val="dk1"/>
                </a:solidFill>
                <a:uFillTx/>
                <a:latin typeface="Courier New"/>
              </a:rPr>
              <a: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chemeClr val="dk1"/>
                </a:solidFill>
                <a:uFillTx/>
                <a:latin typeface="Courier New"/>
              </a:rPr>
              <a:t>export class AppModule { }</a:t>
            </a:r>
            <a:endParaRPr lang="de-DE" sz="2800" b="0" u="none" strike="noStrike">
              <a:solidFill>
                <a:srgbClr val="000000"/>
              </a:solidFill>
              <a:uFillTx/>
              <a:latin typeface="Arial"/>
            </a:endParaRP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34"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Legacy: Location-Strategy</a:t>
            </a:r>
            <a:endParaRPr lang="de-DE" sz="4400" b="0" u="none" strike="noStrike">
              <a:solidFill>
                <a:srgbClr val="000000"/>
              </a:solidFill>
              <a:uFillTx/>
              <a:latin typeface="Arial"/>
            </a:endParaRPr>
          </a:p>
        </p:txBody>
      </p:sp>
      <p:sp>
        <p:nvSpPr>
          <p:cNvPr id="1035"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fontScale="70000" lnSpcReduction="20000"/>
          </a:bodyPr>
          <a:lstStyle/>
          <a:p>
            <a:pPr marL="228600" indent="-228600" defTabSz="914400">
              <a:lnSpc>
                <a:spcPct val="90000"/>
              </a:lnSpc>
              <a:spcBef>
                <a:spcPts val="1001"/>
              </a:spcBef>
              <a:buClr>
                <a:srgbClr val="333333"/>
              </a:buClr>
              <a:buFont typeface="Arial"/>
              <a:buChar char="•"/>
            </a:pPr>
            <a:r>
              <a:rPr lang="de-DE" sz="2800" b="0" u="none" strike="noStrike">
                <a:solidFill>
                  <a:srgbClr val="333333"/>
                </a:solidFill>
                <a:uFillTx/>
                <a:latin typeface="Aller"/>
              </a:rPr>
              <a:t>LocationStrategy festlegen</a:t>
            </a:r>
            <a:endParaRPr lang="de-DE" sz="2800" b="0" u="none" strike="noStrike">
              <a:solidFill>
                <a:srgbClr val="000000"/>
              </a:solidFill>
              <a:uFillTx/>
              <a:latin typeface="Arial"/>
            </a:endParaRPr>
          </a:p>
          <a:p>
            <a:pPr marL="743040" lvl="1" indent="-285840" defTabSz="914400">
              <a:lnSpc>
                <a:spcPct val="90000"/>
              </a:lnSpc>
              <a:spcBef>
                <a:spcPts val="499"/>
              </a:spcBef>
              <a:buClr>
                <a:srgbClr val="333333"/>
              </a:buClr>
              <a:buFont typeface="Arial"/>
              <a:buChar char="•"/>
            </a:pPr>
            <a:r>
              <a:rPr lang="de-DE" sz="2400" b="0" u="none" strike="noStrike">
                <a:solidFill>
                  <a:srgbClr val="333333"/>
                </a:solidFill>
                <a:uFillTx/>
                <a:latin typeface="Aller"/>
              </a:rPr>
              <a:t>PathLocationStrategy </a:t>
            </a:r>
            <a:r>
              <a:rPr lang="de-DE" sz="2400" b="1" u="none" strike="noStrike">
                <a:solidFill>
                  <a:srgbClr val="333333"/>
                </a:solidFill>
                <a:uFillTx/>
                <a:latin typeface="Aller"/>
              </a:rPr>
              <a:t>(default)</a:t>
            </a:r>
            <a:endParaRPr lang="de-DE" sz="2400" b="0" u="none" strike="noStrike">
              <a:solidFill>
                <a:srgbClr val="000000"/>
              </a:solidFill>
              <a:uFillTx/>
              <a:latin typeface="Arial"/>
            </a:endParaRPr>
          </a:p>
          <a:p>
            <a:pPr marL="1143000" lvl="2" indent="-228600" defTabSz="914400">
              <a:lnSpc>
                <a:spcPct val="90000"/>
              </a:lnSpc>
              <a:spcBef>
                <a:spcPts val="499"/>
              </a:spcBef>
              <a:buClr>
                <a:srgbClr val="333333"/>
              </a:buClr>
              <a:buFont typeface="Arial"/>
              <a:buChar char="•"/>
            </a:pPr>
            <a:r>
              <a:rPr lang="de-DE" sz="2000" b="0" u="none" strike="noStrike">
                <a:solidFill>
                  <a:srgbClr val="333333"/>
                </a:solidFill>
                <a:uFillTx/>
                <a:latin typeface="Aller"/>
              </a:rPr>
              <a:t>Bessere SEO Indizierung</a:t>
            </a:r>
            <a:endParaRPr lang="de-DE" sz="2000" b="0" u="none" strike="noStrike">
              <a:solidFill>
                <a:srgbClr val="000000"/>
              </a:solidFill>
              <a:uFillTx/>
              <a:latin typeface="Arial"/>
            </a:endParaRPr>
          </a:p>
          <a:p>
            <a:pPr marL="743040" lvl="1" indent="-285840" defTabSz="914400">
              <a:lnSpc>
                <a:spcPct val="90000"/>
              </a:lnSpc>
              <a:spcBef>
                <a:spcPts val="499"/>
              </a:spcBef>
              <a:buClr>
                <a:srgbClr val="333333"/>
              </a:buClr>
              <a:buFont typeface="Arial"/>
              <a:buChar char="•"/>
            </a:pPr>
            <a:r>
              <a:rPr lang="de-DE" sz="2400" b="0" u="none" strike="noStrike">
                <a:solidFill>
                  <a:srgbClr val="333333"/>
                </a:solidFill>
                <a:uFillTx/>
                <a:latin typeface="Aller"/>
              </a:rPr>
              <a:t>HashLocationStrategy: </a:t>
            </a:r>
            <a:r>
              <a:rPr lang="de-DE" sz="2400" b="0" i="1" u="none" strike="noStrike">
                <a:solidFill>
                  <a:srgbClr val="333333"/>
                </a:solidFill>
                <a:uFillTx/>
                <a:latin typeface="Aller"/>
              </a:rPr>
              <a:t>default AngularJS 1</a:t>
            </a:r>
            <a:endParaRPr lang="de-DE" sz="2400" b="0" u="none" strike="noStrike">
              <a:solidFill>
                <a:srgbClr val="000000"/>
              </a:solidFill>
              <a:uFillTx/>
              <a:latin typeface="Arial"/>
            </a:endParaRPr>
          </a:p>
          <a:p>
            <a:pPr marL="1143000" lvl="2" indent="-228600" defTabSz="914400">
              <a:lnSpc>
                <a:spcPct val="90000"/>
              </a:lnSpc>
              <a:spcBef>
                <a:spcPts val="499"/>
              </a:spcBef>
              <a:buClr>
                <a:srgbClr val="333333"/>
              </a:buClr>
              <a:buFont typeface="Arial"/>
              <a:buChar char="•"/>
            </a:pPr>
            <a:r>
              <a:rPr lang="de-DE" sz="2000" b="0" u="none" strike="noStrike">
                <a:solidFill>
                  <a:srgbClr val="333333"/>
                </a:solidFill>
                <a:uFillTx/>
                <a:latin typeface="Aller"/>
              </a:rPr>
              <a:t>Simpler</a:t>
            </a:r>
            <a:endParaRPr lang="de-DE" sz="2000" b="0" u="none" strike="noStrike">
              <a:solidFill>
                <a:srgbClr val="000000"/>
              </a:solidFill>
              <a:uFillTx/>
              <a:latin typeface="Arial"/>
            </a:endParaRPr>
          </a:p>
          <a:p>
            <a:pPr marL="228600" indent="-228600" defTabSz="914400">
              <a:lnSpc>
                <a:spcPct val="90000"/>
              </a:lnSpc>
              <a:spcBef>
                <a:spcPts val="1001"/>
              </a:spcBef>
              <a:buClr>
                <a:srgbClr val="333333"/>
              </a:buClr>
              <a:buFont typeface="Arial"/>
              <a:buChar char="•"/>
            </a:pPr>
            <a:r>
              <a:rPr lang="de-DE" sz="2800" b="0" u="none" strike="noStrike">
                <a:solidFill>
                  <a:srgbClr val="333333"/>
                </a:solidFill>
                <a:uFillTx/>
                <a:latin typeface="Aller"/>
              </a:rPr>
              <a:t>Verwendung von </a:t>
            </a:r>
            <a:r>
              <a:rPr lang="de-DE" sz="2800" b="1" u="none" strike="noStrike">
                <a:solidFill>
                  <a:srgbClr val="333333"/>
                </a:solidFill>
                <a:uFillTx/>
                <a:latin typeface="Aller"/>
              </a:rPr>
              <a:t>PathLocationStrategy</a:t>
            </a:r>
            <a:endParaRPr lang="de-DE" sz="2800" b="0" u="none" strike="noStrike">
              <a:solidFill>
                <a:srgbClr val="000000"/>
              </a:solidFill>
              <a:uFillTx/>
              <a:latin typeface="Arial"/>
            </a:endParaRPr>
          </a:p>
          <a:p>
            <a:pPr marL="743040" lvl="1" indent="-285840" defTabSz="914400">
              <a:lnSpc>
                <a:spcPct val="90000"/>
              </a:lnSpc>
              <a:spcBef>
                <a:spcPts val="499"/>
              </a:spcBef>
              <a:buClr>
                <a:srgbClr val="333333"/>
              </a:buClr>
              <a:buFont typeface="Arial"/>
              <a:buChar char="•"/>
            </a:pPr>
            <a:r>
              <a:rPr lang="de-DE" sz="2400" b="0" u="none" strike="noStrike">
                <a:solidFill>
                  <a:srgbClr val="333333"/>
                </a:solidFill>
                <a:uFillTx/>
                <a:latin typeface="Aller"/>
              </a:rPr>
              <a:t>&lt;base href="."&gt; als erstes Element im head der index.html</a:t>
            </a:r>
            <a:endParaRPr lang="de-DE" sz="2400" b="0" u="none" strike="noStrike">
              <a:solidFill>
                <a:srgbClr val="000000"/>
              </a:solidFill>
              <a:uFillTx/>
              <a:latin typeface="Arial"/>
            </a:endParaRPr>
          </a:p>
          <a:p>
            <a:pPr indent="0" defTabSz="914400">
              <a:lnSpc>
                <a:spcPct val="90000"/>
              </a:lnSpc>
              <a:spcBef>
                <a:spcPts val="499"/>
              </a:spcBef>
              <a:buNone/>
              <a:tabLst>
                <a:tab pos="0" algn="l"/>
              </a:tabLst>
            </a:pPr>
            <a:endParaRPr lang="de-DE" sz="24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1E347B"/>
                </a:solidFill>
                <a:uFillTx/>
                <a:latin typeface="SourceCodePro"/>
              </a:rPr>
              <a:t>import</a:t>
            </a:r>
            <a:r>
              <a:rPr lang="de-DE" sz="2800" b="0" u="none" strike="noStrike">
                <a:solidFill>
                  <a:srgbClr val="48484C"/>
                </a:solidFill>
                <a:uFillTx/>
                <a:latin typeface="SourceCodePro"/>
              </a:rPr>
              <a:t> </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a:t>
            </a:r>
            <a:r>
              <a:rPr lang="de-DE" sz="2800" b="0" u="none" strike="noStrike">
                <a:solidFill>
                  <a:srgbClr val="008080"/>
                </a:solidFill>
                <a:uFillTx/>
                <a:latin typeface="SourceCodePro"/>
              </a:rPr>
              <a:t>RouterModule</a:t>
            </a:r>
            <a:r>
              <a:rPr lang="de-DE" sz="2800" b="0" u="none" strike="noStrike">
                <a:solidFill>
                  <a:srgbClr val="48484C"/>
                </a:solidFill>
                <a:uFillTx/>
                <a:latin typeface="SourceCodePro"/>
              </a:rPr>
              <a:t> </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a:t>
            </a:r>
            <a:r>
              <a:rPr lang="de-DE" sz="2800" b="0" u="none" strike="noStrike">
                <a:solidFill>
                  <a:srgbClr val="1E347B"/>
                </a:solidFill>
                <a:uFillTx/>
                <a:latin typeface="SourceCodePro"/>
              </a:rPr>
              <a:t>from</a:t>
            </a:r>
            <a:r>
              <a:rPr lang="de-DE" sz="2800" b="0" u="none" strike="noStrike">
                <a:solidFill>
                  <a:srgbClr val="48484C"/>
                </a:solidFill>
                <a:uFillTx/>
                <a:latin typeface="SourceCodePro"/>
              </a:rPr>
              <a:t> </a:t>
            </a:r>
            <a:r>
              <a:rPr lang="de-DE" sz="2800" b="0" u="none" strike="noStrike">
                <a:solidFill>
                  <a:srgbClr val="DD1144"/>
                </a:solidFill>
                <a:uFillTx/>
                <a:latin typeface="SourceCodePro"/>
              </a:rPr>
              <a:t>'@angular/router'</a:t>
            </a:r>
            <a:r>
              <a:rPr lang="de-DE" sz="2800" b="0" u="none" strike="noStrike">
                <a:solidFill>
                  <a:srgbClr val="93A1A1"/>
                </a:solidFill>
                <a:uFillTx/>
                <a:latin typeface="SourceCodePro"/>
              </a:rPr>
              <a: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1E347B"/>
                </a:solidFill>
                <a:uFillTx/>
                <a:latin typeface="SourceCodePro"/>
              </a:rPr>
              <a:t>import</a:t>
            </a:r>
            <a:r>
              <a:rPr lang="de-DE" sz="2800" b="0" u="none" strike="noStrike">
                <a:solidFill>
                  <a:srgbClr val="48484C"/>
                </a:solidFill>
                <a:uFillTx/>
                <a:latin typeface="SourceCodePro"/>
              </a:rPr>
              <a:t> </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routes </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a:t>
            </a:r>
            <a:r>
              <a:rPr lang="de-DE" sz="2800" b="0" u="none" strike="noStrike">
                <a:solidFill>
                  <a:srgbClr val="1E347B"/>
                </a:solidFill>
                <a:uFillTx/>
                <a:latin typeface="SourceCodePro"/>
              </a:rPr>
              <a:t>from</a:t>
            </a:r>
            <a:r>
              <a:rPr lang="de-DE" sz="2800" b="0" u="none" strike="noStrike">
                <a:solidFill>
                  <a:srgbClr val="48484C"/>
                </a:solidFill>
                <a:uFillTx/>
                <a:latin typeface="SourceCodePro"/>
              </a:rPr>
              <a:t> </a:t>
            </a:r>
            <a:r>
              <a:rPr lang="de-DE" sz="2800" b="0" u="none" strike="noStrike">
                <a:solidFill>
                  <a:srgbClr val="DD1144"/>
                </a:solidFill>
                <a:uFillTx/>
                <a:latin typeface="SourceCodePro"/>
              </a:rPr>
              <a:t>'./app/app.routes'</a:t>
            </a:r>
            <a:r>
              <a:rPr lang="de-DE" sz="2800" b="0" u="none" strike="noStrike">
                <a:solidFill>
                  <a:srgbClr val="93A1A1"/>
                </a:solidFill>
                <a:uFillTx/>
                <a:latin typeface="SourceCodePro"/>
              </a:rPr>
              <a: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48484C"/>
                </a:solidFill>
                <a:uFillTx/>
                <a:latin typeface="SourceCodePro"/>
              </a:rPr>
              <a:t> </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195F91"/>
                </a:solidFill>
                <a:uFillTx/>
                <a:latin typeface="SourceCodePro"/>
              </a:rPr>
              <a:t>@NgModule</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imports</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a:t>
            </a:r>
            <a:r>
              <a:rPr lang="de-DE" sz="2800" b="0" u="none" strike="noStrike">
                <a:solidFill>
                  <a:srgbClr val="93A1A1"/>
                </a:solidFill>
                <a:uFillTx/>
                <a:latin typeface="SourceCodePro"/>
              </a:rPr>
              <a: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008080"/>
                </a:solidFill>
                <a:uFillTx/>
                <a:latin typeface="SourceCodePro"/>
              </a:rPr>
              <a:t>RouterModule</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forRoot</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routes</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useHash</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a:t>
            </a:r>
            <a:r>
              <a:rPr lang="de-DE" sz="2800" b="0" u="none" strike="noStrike">
                <a:solidFill>
                  <a:srgbClr val="1E347B"/>
                </a:solidFill>
                <a:uFillTx/>
                <a:latin typeface="SourceCodePro"/>
              </a:rPr>
              <a:t>true</a:t>
            </a:r>
            <a:r>
              <a:rPr lang="de-DE" sz="2800" b="0" u="none" strike="noStrike">
                <a:solidFill>
                  <a:srgbClr val="48484C"/>
                </a:solidFill>
                <a:uFillTx/>
                <a:latin typeface="SourceCodePro"/>
              </a:rPr>
              <a:t> </a:t>
            </a:r>
            <a:r>
              <a:rPr lang="de-DE" sz="2800" b="0" u="none" strike="noStrike">
                <a:solidFill>
                  <a:srgbClr val="93A1A1"/>
                </a:solidFill>
                <a:uFillTx/>
                <a:latin typeface="SourceCodePro"/>
              </a:rPr>
              <a: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93A1A1"/>
                </a:solidFill>
                <a:uFillTx/>
                <a:latin typeface="SourceCodePro"/>
              </a:rPr>
              <a: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1E347B"/>
                </a:solidFill>
                <a:uFillTx/>
                <a:latin typeface="SourceCodePro"/>
              </a:rPr>
              <a:t>export</a:t>
            </a:r>
            <a:r>
              <a:rPr lang="de-DE" sz="2800" b="0" u="none" strike="noStrike">
                <a:solidFill>
                  <a:srgbClr val="48484C"/>
                </a:solidFill>
                <a:uFillTx/>
                <a:latin typeface="SourceCodePro"/>
              </a:rPr>
              <a:t> </a:t>
            </a:r>
            <a:r>
              <a:rPr lang="de-DE" sz="2800" b="0" u="none" strike="noStrike">
                <a:solidFill>
                  <a:srgbClr val="1E347B"/>
                </a:solidFill>
                <a:uFillTx/>
                <a:latin typeface="SourceCodePro"/>
              </a:rPr>
              <a:t>class</a:t>
            </a:r>
            <a:r>
              <a:rPr lang="de-DE" sz="2800" b="0" u="none" strike="noStrike">
                <a:solidFill>
                  <a:srgbClr val="48484C"/>
                </a:solidFill>
                <a:uFillTx/>
                <a:latin typeface="SourceCodePro"/>
              </a:rPr>
              <a:t> </a:t>
            </a:r>
            <a:r>
              <a:rPr lang="de-DE" sz="2800" b="0" u="none" strike="noStrike">
                <a:solidFill>
                  <a:srgbClr val="008080"/>
                </a:solidFill>
                <a:uFillTx/>
                <a:latin typeface="SourceCodePro"/>
              </a:rPr>
              <a:t>AppModule</a:t>
            </a:r>
            <a:r>
              <a:rPr lang="de-DE" sz="2800" b="0" u="none" strike="noStrike">
                <a:solidFill>
                  <a:srgbClr val="48484C"/>
                </a:solidFill>
                <a:uFillTx/>
                <a:latin typeface="SourceCodePro"/>
              </a:rPr>
              <a:t> </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a:t>
            </a:r>
            <a:r>
              <a:rPr lang="de-DE" sz="2800" b="0" u="none" strike="noStrike">
                <a:solidFill>
                  <a:srgbClr val="93A1A1"/>
                </a:solidFill>
                <a:uFillTx/>
                <a:latin typeface="SourceCodePro"/>
              </a:rPr>
              <a:t>}</a:t>
            </a:r>
            <a:br>
              <a:rPr sz="2800"/>
            </a:br>
            <a:endParaRPr lang="de-DE" sz="2800" b="0" u="none" strike="noStrike">
              <a:solidFill>
                <a:srgbClr val="000000"/>
              </a:solidFill>
              <a:uFillTx/>
              <a:latin typeface="Arial"/>
            </a:endParaRP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55"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Legacy: ActivatedRoute und params.subscribe</a:t>
            </a:r>
            <a:endParaRPr lang="de-DE" sz="4400" b="0" u="none" strike="noStrike">
              <a:solidFill>
                <a:srgbClr val="000000"/>
              </a:solidFill>
              <a:uFillTx/>
              <a:latin typeface="Arial"/>
            </a:endParaRPr>
          </a:p>
        </p:txBody>
      </p:sp>
      <p:sp>
        <p:nvSpPr>
          <p:cNvPr id="1056"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fontScale="92500" lnSpcReduction="19999"/>
          </a:bodyPr>
          <a:lstStyle/>
          <a:p>
            <a:pPr indent="0" defTabSz="914400">
              <a:lnSpc>
                <a:spcPct val="90000"/>
              </a:lnSpc>
              <a:spcBef>
                <a:spcPts val="1001"/>
              </a:spcBef>
              <a:buNone/>
              <a:tabLst>
                <a:tab pos="0" algn="l"/>
              </a:tabLst>
            </a:pPr>
            <a:r>
              <a:rPr lang="de-DE" sz="2800" b="0" u="none" strike="noStrike">
                <a:solidFill>
                  <a:srgbClr val="1E347B"/>
                </a:solidFill>
                <a:uFillTx/>
                <a:latin typeface="SourceCodePro"/>
              </a:rPr>
              <a:t>import</a:t>
            </a:r>
            <a:r>
              <a:rPr lang="de-DE" sz="2800" b="0" u="none" strike="noStrike">
                <a:solidFill>
                  <a:srgbClr val="48484C"/>
                </a:solidFill>
                <a:uFillTx/>
                <a:latin typeface="SourceCodePro"/>
              </a:rPr>
              <a:t> </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a:t>
            </a:r>
            <a:r>
              <a:rPr lang="de-DE" sz="2800" b="0" u="none" strike="noStrike">
                <a:solidFill>
                  <a:srgbClr val="008080"/>
                </a:solidFill>
                <a:uFillTx/>
                <a:latin typeface="SourceCodePro"/>
              </a:rPr>
              <a:t>ActivatedRoute</a:t>
            </a:r>
            <a:r>
              <a:rPr lang="de-DE" sz="2800" b="0" u="none" strike="noStrike">
                <a:solidFill>
                  <a:srgbClr val="48484C"/>
                </a:solidFill>
                <a:uFillTx/>
                <a:latin typeface="SourceCodePro"/>
              </a:rPr>
              <a:t> </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a:t>
            </a:r>
            <a:r>
              <a:rPr lang="de-DE" sz="2800" b="0" u="none" strike="noStrike">
                <a:solidFill>
                  <a:srgbClr val="1E347B"/>
                </a:solidFill>
                <a:uFillTx/>
                <a:latin typeface="SourceCodePro"/>
              </a:rPr>
              <a:t>from</a:t>
            </a:r>
            <a:r>
              <a:rPr lang="de-DE" sz="2800" b="0" u="none" strike="noStrike">
                <a:solidFill>
                  <a:srgbClr val="48484C"/>
                </a:solidFill>
                <a:uFillTx/>
                <a:latin typeface="SourceCodePro"/>
              </a:rPr>
              <a:t> </a:t>
            </a:r>
            <a:r>
              <a:rPr lang="de-DE" sz="2800" b="0" u="none" strike="noStrike">
                <a:solidFill>
                  <a:srgbClr val="DD1144"/>
                </a:solidFill>
                <a:uFillTx/>
                <a:latin typeface="SourceCodePro"/>
              </a:rPr>
              <a:t>"@angular/router"</a:t>
            </a:r>
            <a:r>
              <a:rPr lang="de-DE" sz="2800" b="0" u="none" strike="noStrike">
                <a:solidFill>
                  <a:srgbClr val="93A1A1"/>
                </a:solidFill>
                <a:uFillTx/>
                <a:latin typeface="SourceCodePro"/>
              </a:rPr>
              <a: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rgbClr val="1E347B"/>
                </a:solidFill>
                <a:uFillTx/>
                <a:latin typeface="SourceCodePro"/>
              </a:rPr>
              <a:t>export</a:t>
            </a:r>
            <a:r>
              <a:rPr lang="de-DE" sz="2800" b="0" u="none" strike="noStrike">
                <a:solidFill>
                  <a:srgbClr val="48484C"/>
                </a:solidFill>
                <a:uFillTx/>
                <a:latin typeface="SourceCodePro"/>
              </a:rPr>
              <a:t> </a:t>
            </a:r>
            <a:r>
              <a:rPr lang="de-DE" sz="2800" b="0" u="none" strike="noStrike">
                <a:solidFill>
                  <a:srgbClr val="1E347B"/>
                </a:solidFill>
                <a:uFillTx/>
                <a:latin typeface="SourceCodePro"/>
              </a:rPr>
              <a:t>class</a:t>
            </a:r>
            <a:r>
              <a:rPr lang="de-DE" sz="2800" b="0" u="none" strike="noStrike">
                <a:solidFill>
                  <a:srgbClr val="48484C"/>
                </a:solidFill>
                <a:uFillTx/>
                <a:latin typeface="SourceCodePro"/>
              </a:rPr>
              <a:t> </a:t>
            </a:r>
            <a:r>
              <a:rPr lang="de-DE" sz="2800" b="0" u="none" strike="noStrike">
                <a:solidFill>
                  <a:srgbClr val="008080"/>
                </a:solidFill>
                <a:uFillTx/>
                <a:latin typeface="SourceCodePro"/>
              </a:rPr>
              <a:t>ArtistDetailsComponent</a:t>
            </a:r>
            <a:r>
              <a:rPr lang="de-DE" sz="2800" b="0" u="none" strike="noStrike">
                <a:solidFill>
                  <a:srgbClr val="48484C"/>
                </a:solidFill>
                <a:uFillTx/>
                <a:latin typeface="SourceCodePro"/>
              </a:rPr>
              <a:t> </a:t>
            </a:r>
            <a:r>
              <a:rPr lang="de-DE" sz="2800" b="0" u="none" strike="noStrike">
                <a:solidFill>
                  <a:srgbClr val="1E347B"/>
                </a:solidFill>
                <a:uFillTx/>
                <a:latin typeface="SourceCodePro"/>
              </a:rPr>
              <a:t>implements</a:t>
            </a:r>
            <a:r>
              <a:rPr lang="de-DE" sz="2800" b="0" u="none" strike="noStrike">
                <a:solidFill>
                  <a:srgbClr val="48484C"/>
                </a:solidFill>
                <a:uFillTx/>
                <a:latin typeface="SourceCodePro"/>
              </a:rPr>
              <a:t> </a:t>
            </a:r>
            <a:r>
              <a:rPr lang="de-DE" sz="2800" b="0" u="none" strike="noStrike">
                <a:solidFill>
                  <a:srgbClr val="008080"/>
                </a:solidFill>
                <a:uFillTx/>
                <a:latin typeface="SourceCodePro"/>
              </a:rPr>
              <a:t>OnInit</a:t>
            </a:r>
            <a:r>
              <a:rPr lang="de-DE" sz="2800" b="0" u="none" strike="noStrike">
                <a:solidFill>
                  <a:srgbClr val="93A1A1"/>
                </a:solidFill>
                <a:uFillTx/>
                <a:latin typeface="SourceCodePro"/>
              </a:rPr>
              <a:t>,</a:t>
            </a:r>
            <a:r>
              <a:rPr lang="de-DE" sz="2800" b="0" u="none" strike="noStrike">
                <a:solidFill>
                  <a:srgbClr val="48484C"/>
                </a:solidFill>
                <a:uFillTx/>
                <a:latin typeface="SourceCodePro"/>
              </a:rPr>
              <a:t> </a:t>
            </a:r>
            <a:r>
              <a:rPr lang="de-DE" sz="2800" b="0" u="none" strike="noStrike">
                <a:solidFill>
                  <a:srgbClr val="008080"/>
                </a:solidFill>
                <a:uFillTx/>
                <a:latin typeface="SourceCodePro"/>
              </a:rPr>
              <a:t>OnDestroy</a:t>
            </a:r>
            <a:r>
              <a:rPr lang="de-DE" sz="2800" b="0" u="none" strike="noStrike">
                <a:solidFill>
                  <a:srgbClr val="48484C"/>
                </a:solidFill>
                <a:uFillTx/>
                <a:latin typeface="SourceCodePro"/>
              </a:rPr>
              <a:t> </a:t>
            </a:r>
            <a:r>
              <a:rPr lang="de-DE" sz="2800" b="0" u="none" strike="noStrike">
                <a:solidFill>
                  <a:srgbClr val="93A1A1"/>
                </a:solidFill>
                <a:uFillTx/>
                <a:latin typeface="SourceCodePro"/>
              </a:rPr>
              <a:t>{</a:t>
            </a:r>
            <a:endParaRPr lang="de-DE" sz="2800" b="0" u="none" strike="noStrike">
              <a:solidFill>
                <a:srgbClr val="000000"/>
              </a:solidFill>
              <a:uFillTx/>
              <a:latin typeface="Arial"/>
            </a:endParaRPr>
          </a:p>
          <a:p>
            <a:pPr marL="457200" indent="0" defTabSz="914400">
              <a:lnSpc>
                <a:spcPct val="90000"/>
              </a:lnSpc>
              <a:spcBef>
                <a:spcPts val="499"/>
              </a:spcBef>
              <a:buNone/>
              <a:tabLst>
                <a:tab pos="0" algn="l"/>
              </a:tabLst>
            </a:pPr>
            <a:r>
              <a:rPr lang="de-DE" sz="2400" b="0" u="none" strike="noStrike">
                <a:solidFill>
                  <a:srgbClr val="1E347B"/>
                </a:solidFill>
                <a:uFillTx/>
                <a:latin typeface="SourceCodePro"/>
              </a:rPr>
              <a:t>private</a:t>
            </a:r>
            <a:r>
              <a:rPr lang="de-DE" sz="2400" b="0" u="none" strike="noStrike">
                <a:solidFill>
                  <a:srgbClr val="48484C"/>
                </a:solidFill>
                <a:uFillTx/>
                <a:latin typeface="SourceCodePro"/>
              </a:rPr>
              <a:t> subscription</a:t>
            </a:r>
            <a:r>
              <a:rPr lang="de-DE" sz="2400" b="0" u="none" strike="noStrike">
                <a:solidFill>
                  <a:srgbClr val="93A1A1"/>
                </a:solidFill>
                <a:uFillTx/>
                <a:latin typeface="SourceCodePro"/>
              </a:rPr>
              <a:t>:</a:t>
            </a:r>
            <a:r>
              <a:rPr lang="de-DE" sz="2400" b="0" u="none" strike="noStrike">
                <a:solidFill>
                  <a:srgbClr val="48484C"/>
                </a:solidFill>
                <a:uFillTx/>
                <a:latin typeface="SourceCodePro"/>
              </a:rPr>
              <a:t> </a:t>
            </a:r>
            <a:r>
              <a:rPr lang="de-DE" sz="2400" b="0" u="none" strike="noStrike">
                <a:solidFill>
                  <a:srgbClr val="008080"/>
                </a:solidFill>
                <a:uFillTx/>
                <a:latin typeface="SourceCodePro"/>
              </a:rPr>
              <a:t>Subscription</a:t>
            </a:r>
            <a:r>
              <a:rPr lang="de-DE" sz="2400" b="0" u="none" strike="noStrike">
                <a:solidFill>
                  <a:srgbClr val="93A1A1"/>
                </a:solidFill>
                <a:uFillTx/>
                <a:latin typeface="SourceCodePro"/>
              </a:rPr>
              <a:t>;</a:t>
            </a:r>
            <a:endParaRPr lang="de-DE" sz="2400" b="0" u="none" strike="noStrike">
              <a:solidFill>
                <a:srgbClr val="000000"/>
              </a:solidFill>
              <a:uFillTx/>
              <a:latin typeface="Arial"/>
            </a:endParaRPr>
          </a:p>
          <a:p>
            <a:pPr marL="457200" indent="0" defTabSz="914400">
              <a:lnSpc>
                <a:spcPct val="90000"/>
              </a:lnSpc>
              <a:spcBef>
                <a:spcPts val="499"/>
              </a:spcBef>
              <a:buNone/>
              <a:tabLst>
                <a:tab pos="0" algn="l"/>
              </a:tabLst>
            </a:pPr>
            <a:r>
              <a:rPr lang="de-DE" sz="2400" b="0" u="none" strike="noStrike">
                <a:solidFill>
                  <a:srgbClr val="48484C"/>
                </a:solidFill>
                <a:uFillTx/>
                <a:latin typeface="SourceCodePro"/>
              </a:rPr>
              <a:t> </a:t>
            </a:r>
            <a:endParaRPr lang="de-DE" sz="2400" b="0" u="none" strike="noStrike">
              <a:solidFill>
                <a:srgbClr val="000000"/>
              </a:solidFill>
              <a:uFillTx/>
              <a:latin typeface="Arial"/>
            </a:endParaRPr>
          </a:p>
          <a:p>
            <a:pPr marL="457200" indent="0" defTabSz="914400">
              <a:lnSpc>
                <a:spcPct val="90000"/>
              </a:lnSpc>
              <a:spcBef>
                <a:spcPts val="499"/>
              </a:spcBef>
              <a:buNone/>
              <a:tabLst>
                <a:tab pos="0" algn="l"/>
              </a:tabLst>
            </a:pPr>
            <a:r>
              <a:rPr lang="de-DE" sz="2400" b="0" u="none" strike="noStrike">
                <a:solidFill>
                  <a:srgbClr val="48484C"/>
                </a:solidFill>
                <a:uFillTx/>
                <a:latin typeface="SourceCodePro"/>
              </a:rPr>
              <a:t>constructor</a:t>
            </a:r>
            <a:r>
              <a:rPr lang="de-DE" sz="2400" b="0" u="none" strike="noStrike">
                <a:solidFill>
                  <a:srgbClr val="93A1A1"/>
                </a:solidFill>
                <a:uFillTx/>
                <a:latin typeface="SourceCodePro"/>
              </a:rPr>
              <a:t>(</a:t>
            </a:r>
            <a:r>
              <a:rPr lang="de-DE" sz="2400" b="0" u="none" strike="noStrike">
                <a:solidFill>
                  <a:srgbClr val="1E347B"/>
                </a:solidFill>
                <a:uFillTx/>
                <a:latin typeface="SourceCodePro"/>
              </a:rPr>
              <a:t>private</a:t>
            </a:r>
            <a:r>
              <a:rPr lang="de-DE" sz="2400" b="0" u="none" strike="noStrike">
                <a:solidFill>
                  <a:srgbClr val="48484C"/>
                </a:solidFill>
                <a:uFillTx/>
                <a:latin typeface="SourceCodePro"/>
              </a:rPr>
              <a:t> route</a:t>
            </a:r>
            <a:r>
              <a:rPr lang="de-DE" sz="2400" b="0" u="none" strike="noStrike">
                <a:solidFill>
                  <a:srgbClr val="93A1A1"/>
                </a:solidFill>
                <a:uFillTx/>
                <a:latin typeface="SourceCodePro"/>
              </a:rPr>
              <a:t>:</a:t>
            </a:r>
            <a:r>
              <a:rPr lang="de-DE" sz="2400" b="0" u="none" strike="noStrike">
                <a:solidFill>
                  <a:srgbClr val="48484C"/>
                </a:solidFill>
                <a:uFillTx/>
                <a:latin typeface="SourceCodePro"/>
              </a:rPr>
              <a:t> </a:t>
            </a:r>
            <a:r>
              <a:rPr lang="de-DE" sz="2400" b="0" u="none" strike="noStrike">
                <a:solidFill>
                  <a:srgbClr val="008080"/>
                </a:solidFill>
                <a:uFillTx/>
                <a:latin typeface="SourceCodePro"/>
              </a:rPr>
              <a:t>ActivatedRoute</a:t>
            </a:r>
            <a:r>
              <a:rPr lang="de-DE" sz="2400" b="0" u="none" strike="noStrike">
                <a:solidFill>
                  <a:srgbClr val="93A1A1"/>
                </a:solidFill>
                <a:uFillTx/>
                <a:latin typeface="SourceCodePro"/>
              </a:rPr>
              <a:t>)</a:t>
            </a:r>
            <a:r>
              <a:rPr lang="de-DE" sz="2400" b="0" u="none" strike="noStrike">
                <a:solidFill>
                  <a:srgbClr val="48484C"/>
                </a:solidFill>
                <a:uFillTx/>
                <a:latin typeface="SourceCodePro"/>
              </a:rPr>
              <a:t> </a:t>
            </a:r>
            <a:r>
              <a:rPr lang="de-DE" sz="2400" b="0" u="none" strike="noStrike">
                <a:solidFill>
                  <a:srgbClr val="93A1A1"/>
                </a:solidFill>
                <a:uFillTx/>
                <a:latin typeface="SourceCodePro"/>
              </a:rPr>
              <a:t>{}</a:t>
            </a:r>
            <a:endParaRPr lang="de-DE" sz="2400" b="0" u="none" strike="noStrike">
              <a:solidFill>
                <a:srgbClr val="000000"/>
              </a:solidFill>
              <a:uFillTx/>
              <a:latin typeface="Arial"/>
            </a:endParaRPr>
          </a:p>
          <a:p>
            <a:pPr marL="457200" indent="0" defTabSz="914400">
              <a:lnSpc>
                <a:spcPct val="90000"/>
              </a:lnSpc>
              <a:spcBef>
                <a:spcPts val="499"/>
              </a:spcBef>
              <a:buNone/>
              <a:tabLst>
                <a:tab pos="0" algn="l"/>
              </a:tabLst>
            </a:pPr>
            <a:r>
              <a:rPr lang="de-DE" sz="2400" b="0" u="none" strike="noStrike">
                <a:solidFill>
                  <a:srgbClr val="48484C"/>
                </a:solidFill>
                <a:uFillTx/>
                <a:latin typeface="SourceCodePro"/>
              </a:rPr>
              <a:t> </a:t>
            </a:r>
            <a:endParaRPr lang="de-DE" sz="2400" b="0" u="none" strike="noStrike">
              <a:solidFill>
                <a:srgbClr val="000000"/>
              </a:solidFill>
              <a:uFillTx/>
              <a:latin typeface="Arial"/>
            </a:endParaRPr>
          </a:p>
          <a:p>
            <a:pPr marL="457200" indent="0" defTabSz="914400">
              <a:lnSpc>
                <a:spcPct val="90000"/>
              </a:lnSpc>
              <a:spcBef>
                <a:spcPts val="499"/>
              </a:spcBef>
              <a:buNone/>
              <a:tabLst>
                <a:tab pos="0" algn="l"/>
              </a:tabLst>
            </a:pPr>
            <a:r>
              <a:rPr lang="de-DE" sz="2400" b="0" u="none" strike="noStrike">
                <a:solidFill>
                  <a:srgbClr val="48484C"/>
                </a:solidFill>
                <a:uFillTx/>
                <a:latin typeface="SourceCodePro"/>
              </a:rPr>
              <a:t>ngOnInit</a:t>
            </a:r>
            <a:r>
              <a:rPr lang="de-DE" sz="2400" b="0" u="none" strike="noStrike">
                <a:solidFill>
                  <a:srgbClr val="93A1A1"/>
                </a:solidFill>
                <a:uFillTx/>
                <a:latin typeface="SourceCodePro"/>
              </a:rPr>
              <a:t>()</a:t>
            </a:r>
            <a:r>
              <a:rPr lang="de-DE" sz="2400" b="0" u="none" strike="noStrike">
                <a:solidFill>
                  <a:srgbClr val="48484C"/>
                </a:solidFill>
                <a:uFillTx/>
                <a:latin typeface="SourceCodePro"/>
              </a:rPr>
              <a:t> </a:t>
            </a:r>
            <a:r>
              <a:rPr lang="de-DE" sz="2400" b="0" u="none" strike="noStrike">
                <a:solidFill>
                  <a:srgbClr val="93A1A1"/>
                </a:solidFill>
                <a:uFillTx/>
                <a:latin typeface="SourceCodePro"/>
              </a:rPr>
              <a:t>{</a:t>
            </a:r>
            <a:endParaRPr lang="de-DE" sz="2400" b="0" u="none" strike="noStrike">
              <a:solidFill>
                <a:srgbClr val="000000"/>
              </a:solidFill>
              <a:uFillTx/>
              <a:latin typeface="Arial"/>
            </a:endParaRPr>
          </a:p>
          <a:p>
            <a:pPr marL="457200" indent="0" defTabSz="914400">
              <a:lnSpc>
                <a:spcPct val="90000"/>
              </a:lnSpc>
              <a:spcBef>
                <a:spcPts val="499"/>
              </a:spcBef>
              <a:buNone/>
              <a:tabLst>
                <a:tab pos="0" algn="l"/>
              </a:tabLst>
            </a:pPr>
            <a:r>
              <a:rPr lang="de-DE" sz="2400" b="0" u="none" strike="noStrike">
                <a:solidFill>
                  <a:srgbClr val="1E347B"/>
                </a:solidFill>
                <a:uFillTx/>
                <a:latin typeface="SourceCodePro"/>
              </a:rPr>
              <a:t>	this</a:t>
            </a:r>
            <a:r>
              <a:rPr lang="de-DE" sz="2400" b="0" u="none" strike="noStrike">
                <a:solidFill>
                  <a:srgbClr val="93A1A1"/>
                </a:solidFill>
                <a:uFillTx/>
                <a:latin typeface="SourceCodePro"/>
              </a:rPr>
              <a:t>.</a:t>
            </a:r>
            <a:r>
              <a:rPr lang="de-DE" sz="2400" b="0" u="none" strike="noStrike">
                <a:solidFill>
                  <a:srgbClr val="48484C"/>
                </a:solidFill>
                <a:uFillTx/>
                <a:latin typeface="SourceCodePro"/>
              </a:rPr>
              <a:t>subscription </a:t>
            </a:r>
            <a:r>
              <a:rPr lang="de-DE" sz="2400" b="0" u="none" strike="noStrike">
                <a:solidFill>
                  <a:srgbClr val="93A1A1"/>
                </a:solidFill>
                <a:uFillTx/>
                <a:latin typeface="SourceCodePro"/>
              </a:rPr>
              <a:t>=</a:t>
            </a:r>
            <a:r>
              <a:rPr lang="de-DE" sz="2400" b="0" u="none" strike="noStrike">
                <a:solidFill>
                  <a:srgbClr val="48484C"/>
                </a:solidFill>
                <a:uFillTx/>
                <a:latin typeface="SourceCodePro"/>
              </a:rPr>
              <a:t> </a:t>
            </a:r>
            <a:r>
              <a:rPr lang="de-DE" sz="2400" b="0" u="none" strike="noStrike">
                <a:solidFill>
                  <a:srgbClr val="1E347B"/>
                </a:solidFill>
                <a:uFillTx/>
                <a:latin typeface="SourceCodePro"/>
              </a:rPr>
              <a:t>this</a:t>
            </a:r>
            <a:r>
              <a:rPr lang="de-DE" sz="2400" b="0" u="none" strike="noStrike">
                <a:solidFill>
                  <a:srgbClr val="93A1A1"/>
                </a:solidFill>
                <a:uFillTx/>
                <a:latin typeface="SourceCodePro"/>
              </a:rPr>
              <a:t>.</a:t>
            </a:r>
            <a:r>
              <a:rPr lang="de-DE" sz="2400" b="0" u="none" strike="noStrike">
                <a:solidFill>
                  <a:srgbClr val="48484C"/>
                </a:solidFill>
                <a:uFillTx/>
                <a:latin typeface="SourceCodePro"/>
              </a:rPr>
              <a:t>route</a:t>
            </a:r>
            <a:r>
              <a:rPr lang="de-DE" sz="2400" b="0" u="none" strike="noStrike">
                <a:solidFill>
                  <a:srgbClr val="93A1A1"/>
                </a:solidFill>
                <a:uFillTx/>
                <a:latin typeface="SourceCodePro"/>
              </a:rPr>
              <a:t>.</a:t>
            </a:r>
            <a:r>
              <a:rPr lang="de-DE" sz="2400" b="0" u="none" strike="noStrike">
                <a:solidFill>
                  <a:srgbClr val="1E347B"/>
                </a:solidFill>
                <a:uFillTx/>
                <a:latin typeface="SourceCodePro"/>
              </a:rPr>
              <a:t>params</a:t>
            </a:r>
            <a:endParaRPr lang="de-DE" sz="2400" b="0" u="none" strike="noStrike">
              <a:solidFill>
                <a:srgbClr val="000000"/>
              </a:solidFill>
              <a:uFillTx/>
              <a:latin typeface="Arial"/>
            </a:endParaRPr>
          </a:p>
          <a:p>
            <a:pPr marL="457200" indent="0" defTabSz="914400">
              <a:lnSpc>
                <a:spcPct val="90000"/>
              </a:lnSpc>
              <a:spcBef>
                <a:spcPts val="499"/>
              </a:spcBef>
              <a:buNone/>
              <a:tabLst>
                <a:tab pos="0" algn="l"/>
              </a:tabLst>
            </a:pPr>
            <a:r>
              <a:rPr lang="de-DE" sz="2400" b="0" u="none" strike="noStrike">
                <a:solidFill>
                  <a:srgbClr val="93A1A1"/>
                </a:solidFill>
                <a:uFillTx/>
                <a:latin typeface="SourceCodePro"/>
              </a:rPr>
              <a:t>		.</a:t>
            </a:r>
            <a:r>
              <a:rPr lang="de-DE" sz="2400" b="0" u="none" strike="noStrike">
                <a:solidFill>
                  <a:srgbClr val="48484C"/>
                </a:solidFill>
                <a:uFillTx/>
                <a:latin typeface="SourceCodePro"/>
              </a:rPr>
              <a:t>subscribe</a:t>
            </a:r>
            <a:r>
              <a:rPr lang="de-DE" sz="2400" b="0" u="none" strike="noStrike">
                <a:solidFill>
                  <a:srgbClr val="93A1A1"/>
                </a:solidFill>
                <a:uFillTx/>
                <a:latin typeface="SourceCodePro"/>
              </a:rPr>
              <a:t>(</a:t>
            </a:r>
            <a:r>
              <a:rPr lang="de-DE" sz="2400" b="0" u="none" strike="noStrike">
                <a:solidFill>
                  <a:srgbClr val="1E347B"/>
                </a:solidFill>
                <a:uFillTx/>
                <a:latin typeface="SourceCodePro"/>
              </a:rPr>
              <a:t>params</a:t>
            </a:r>
            <a:r>
              <a:rPr lang="de-DE" sz="2400" b="0" u="none" strike="noStrike">
                <a:solidFill>
                  <a:srgbClr val="48484C"/>
                </a:solidFill>
                <a:uFillTx/>
                <a:latin typeface="SourceCodePro"/>
              </a:rPr>
              <a:t> </a:t>
            </a:r>
            <a:r>
              <a:rPr lang="de-DE" sz="2400" b="0" u="none" strike="noStrike">
                <a:solidFill>
                  <a:srgbClr val="93A1A1"/>
                </a:solidFill>
                <a:uFillTx/>
                <a:latin typeface="SourceCodePro"/>
              </a:rPr>
              <a:t>=&gt;</a:t>
            </a:r>
            <a:r>
              <a:rPr lang="de-DE" sz="2400" b="0" u="none" strike="noStrike">
                <a:solidFill>
                  <a:srgbClr val="48484C"/>
                </a:solidFill>
                <a:uFillTx/>
                <a:latin typeface="SourceCodePro"/>
              </a:rPr>
              <a:t> console</a:t>
            </a:r>
            <a:r>
              <a:rPr lang="de-DE" sz="2400" b="0" u="none" strike="noStrike">
                <a:solidFill>
                  <a:srgbClr val="93A1A1"/>
                </a:solidFill>
                <a:uFillTx/>
                <a:latin typeface="SourceCodePro"/>
              </a:rPr>
              <a:t>.</a:t>
            </a:r>
            <a:r>
              <a:rPr lang="de-DE" sz="2400" b="0" u="none" strike="noStrike">
                <a:solidFill>
                  <a:srgbClr val="48484C"/>
                </a:solidFill>
                <a:uFillTx/>
                <a:latin typeface="SourceCodePro"/>
              </a:rPr>
              <a:t>log</a:t>
            </a:r>
            <a:r>
              <a:rPr lang="de-DE" sz="2400" b="0" u="none" strike="noStrike">
                <a:solidFill>
                  <a:srgbClr val="93A1A1"/>
                </a:solidFill>
                <a:uFillTx/>
                <a:latin typeface="SourceCodePro"/>
              </a:rPr>
              <a:t>(</a:t>
            </a:r>
            <a:r>
              <a:rPr lang="de-DE" sz="2400" b="0" u="none" strike="noStrike">
                <a:solidFill>
                  <a:srgbClr val="1E347B"/>
                </a:solidFill>
                <a:uFillTx/>
                <a:latin typeface="SourceCodePro"/>
              </a:rPr>
              <a:t>params</a:t>
            </a:r>
            <a:r>
              <a:rPr lang="de-DE" sz="2400" b="0" u="none" strike="noStrike">
                <a:solidFill>
                  <a:srgbClr val="93A1A1"/>
                </a:solidFill>
                <a:uFillTx/>
                <a:latin typeface="SourceCodePro"/>
              </a:rPr>
              <a:t>[</a:t>
            </a:r>
            <a:r>
              <a:rPr lang="de-DE" sz="2400" b="0" u="none" strike="noStrike">
                <a:solidFill>
                  <a:srgbClr val="DD1144"/>
                </a:solidFill>
                <a:uFillTx/>
                <a:latin typeface="SourceCodePro"/>
              </a:rPr>
              <a:t>'id'</a:t>
            </a:r>
            <a:r>
              <a:rPr lang="de-DE" sz="2400" b="0" u="none" strike="noStrike">
                <a:solidFill>
                  <a:srgbClr val="93A1A1"/>
                </a:solidFill>
                <a:uFillTx/>
                <a:latin typeface="SourceCodePro"/>
              </a:rPr>
              <a:t>]));</a:t>
            </a:r>
            <a:endParaRPr lang="de-DE" sz="2400" b="0" u="none" strike="noStrike">
              <a:solidFill>
                <a:srgbClr val="000000"/>
              </a:solidFill>
              <a:uFillTx/>
              <a:latin typeface="Arial"/>
            </a:endParaRPr>
          </a:p>
          <a:p>
            <a:pPr marL="457200" indent="0" defTabSz="914400">
              <a:lnSpc>
                <a:spcPct val="90000"/>
              </a:lnSpc>
              <a:spcBef>
                <a:spcPts val="499"/>
              </a:spcBef>
              <a:buNone/>
              <a:tabLst>
                <a:tab pos="0" algn="l"/>
              </a:tabLst>
            </a:pPr>
            <a:r>
              <a:rPr lang="de-DE" sz="2400" b="0" u="none" strike="noStrike">
                <a:solidFill>
                  <a:srgbClr val="93A1A1"/>
                </a:solidFill>
                <a:uFillTx/>
                <a:latin typeface="SourceCodePro"/>
              </a:rPr>
              <a:t>}</a:t>
            </a:r>
            <a:endParaRPr lang="de-DE" sz="2400" b="0" u="none" strike="noStrike">
              <a:solidFill>
                <a:srgbClr val="000000"/>
              </a:solidFill>
              <a:uFillTx/>
              <a:latin typeface="Arial"/>
            </a:endParaRPr>
          </a:p>
          <a:p>
            <a:pPr marL="457200" indent="0" defTabSz="914400">
              <a:lnSpc>
                <a:spcPct val="90000"/>
              </a:lnSpc>
              <a:spcBef>
                <a:spcPts val="499"/>
              </a:spcBef>
              <a:buNone/>
              <a:tabLst>
                <a:tab pos="0" algn="l"/>
              </a:tabLst>
            </a:pPr>
            <a:r>
              <a:rPr lang="de-DE" sz="2400" b="0" u="none" strike="noStrike">
                <a:solidFill>
                  <a:srgbClr val="48484C"/>
                </a:solidFill>
                <a:uFillTx/>
                <a:latin typeface="SourceCodePro"/>
              </a:rPr>
              <a:t> </a:t>
            </a:r>
            <a:endParaRPr lang="de-DE" sz="2400" b="0" u="none" strike="noStrike">
              <a:solidFill>
                <a:srgbClr val="000000"/>
              </a:solidFill>
              <a:uFillTx/>
              <a:latin typeface="Arial"/>
            </a:endParaRPr>
          </a:p>
          <a:p>
            <a:pPr marL="457200" indent="0" defTabSz="914400">
              <a:lnSpc>
                <a:spcPct val="90000"/>
              </a:lnSpc>
              <a:spcBef>
                <a:spcPts val="499"/>
              </a:spcBef>
              <a:buNone/>
              <a:tabLst>
                <a:tab pos="0" algn="l"/>
              </a:tabLst>
            </a:pPr>
            <a:r>
              <a:rPr lang="de-DE" sz="2400" b="0" u="none" strike="noStrike">
                <a:solidFill>
                  <a:srgbClr val="48484C"/>
                </a:solidFill>
                <a:uFillTx/>
                <a:latin typeface="SourceCodePro"/>
              </a:rPr>
              <a:t>ngOnDestroy</a:t>
            </a:r>
            <a:r>
              <a:rPr lang="de-DE" sz="2400" b="0" u="none" strike="noStrike">
                <a:solidFill>
                  <a:srgbClr val="93A1A1"/>
                </a:solidFill>
                <a:uFillTx/>
                <a:latin typeface="SourceCodePro"/>
              </a:rPr>
              <a:t>()</a:t>
            </a:r>
            <a:r>
              <a:rPr lang="de-DE" sz="2400" b="0" u="none" strike="noStrike">
                <a:solidFill>
                  <a:srgbClr val="48484C"/>
                </a:solidFill>
                <a:uFillTx/>
                <a:latin typeface="SourceCodePro"/>
              </a:rPr>
              <a:t> </a:t>
            </a:r>
            <a:r>
              <a:rPr lang="de-DE" sz="2400" b="0" u="none" strike="noStrike">
                <a:solidFill>
                  <a:srgbClr val="93A1A1"/>
                </a:solidFill>
                <a:uFillTx/>
                <a:latin typeface="SourceCodePro"/>
              </a:rPr>
              <a:t>{</a:t>
            </a:r>
            <a:r>
              <a:rPr lang="de-DE" sz="2400" b="0" u="none" strike="noStrike">
                <a:solidFill>
                  <a:srgbClr val="48484C"/>
                </a:solidFill>
                <a:uFillTx/>
                <a:latin typeface="SourceCodePro"/>
              </a:rPr>
              <a:t> </a:t>
            </a:r>
            <a:r>
              <a:rPr lang="de-DE" sz="2400" b="0" u="none" strike="noStrike">
                <a:solidFill>
                  <a:srgbClr val="1E347B"/>
                </a:solidFill>
                <a:uFillTx/>
                <a:latin typeface="SourceCodePro"/>
              </a:rPr>
              <a:t>this</a:t>
            </a:r>
            <a:r>
              <a:rPr lang="de-DE" sz="2400" b="0" u="none" strike="noStrike">
                <a:solidFill>
                  <a:srgbClr val="93A1A1"/>
                </a:solidFill>
                <a:uFillTx/>
                <a:latin typeface="SourceCodePro"/>
              </a:rPr>
              <a:t>.</a:t>
            </a:r>
            <a:r>
              <a:rPr lang="de-DE" sz="2400" b="0" u="none" strike="noStrike">
                <a:solidFill>
                  <a:srgbClr val="48484C"/>
                </a:solidFill>
                <a:uFillTx/>
                <a:latin typeface="SourceCodePro"/>
              </a:rPr>
              <a:t>subscription</a:t>
            </a:r>
            <a:r>
              <a:rPr lang="de-DE" sz="2400" b="0" u="none" strike="noStrike">
                <a:solidFill>
                  <a:srgbClr val="93A1A1"/>
                </a:solidFill>
                <a:uFillTx/>
                <a:latin typeface="SourceCodePro"/>
              </a:rPr>
              <a:t>.</a:t>
            </a:r>
            <a:r>
              <a:rPr lang="de-DE" sz="2400" b="0" u="none" strike="noStrike">
                <a:solidFill>
                  <a:srgbClr val="48484C"/>
                </a:solidFill>
                <a:uFillTx/>
                <a:latin typeface="SourceCodePro"/>
              </a:rPr>
              <a:t>unsubscribe</a:t>
            </a:r>
            <a:r>
              <a:rPr lang="de-DE" sz="2400" b="0" u="none" strike="noStrike">
                <a:solidFill>
                  <a:srgbClr val="93A1A1"/>
                </a:solidFill>
                <a:uFillTx/>
                <a:latin typeface="SourceCodePro"/>
              </a:rPr>
              <a:t>();</a:t>
            </a:r>
            <a:r>
              <a:rPr lang="de-DE" sz="2400" b="0" u="none" strike="noStrike">
                <a:solidFill>
                  <a:srgbClr val="48484C"/>
                </a:solidFill>
                <a:uFillTx/>
                <a:latin typeface="SourceCodePro"/>
              </a:rPr>
              <a:t> </a:t>
            </a:r>
            <a:r>
              <a:rPr lang="de-DE" sz="2400" b="0" u="none" strike="noStrike">
                <a:solidFill>
                  <a:srgbClr val="93A1A1"/>
                </a:solidFill>
                <a:uFillTx/>
                <a:latin typeface="SourceCodePro"/>
              </a:rPr>
              <a:t>}</a:t>
            </a:r>
            <a:endParaRPr lang="de-DE" sz="2400" b="0" u="none" strike="noStrike">
              <a:solidFill>
                <a:srgbClr val="000000"/>
              </a:solidFill>
              <a:uFillTx/>
              <a:latin typeface="Arial"/>
            </a:endParaRPr>
          </a:p>
          <a:p>
            <a:pPr marL="457200" indent="0" defTabSz="914400">
              <a:lnSpc>
                <a:spcPct val="90000"/>
              </a:lnSpc>
              <a:spcBef>
                <a:spcPts val="1001"/>
              </a:spcBef>
              <a:buNone/>
              <a:tabLst>
                <a:tab pos="0" algn="l"/>
              </a:tabLst>
            </a:pPr>
            <a:r>
              <a:rPr lang="de-DE" sz="2800" b="0" u="none" strike="noStrike">
                <a:solidFill>
                  <a:srgbClr val="93A1A1"/>
                </a:solidFill>
                <a:uFillTx/>
                <a:latin typeface="SourceCodePro"/>
              </a:rPr>
              <a:t>}</a:t>
            </a:r>
            <a:endParaRPr lang="de-DE" sz="2800" b="0" u="none" strike="noStrike">
              <a:solidFill>
                <a:srgbClr val="000000"/>
              </a:solidFill>
              <a:uFillTx/>
              <a:latin typeface="Arial"/>
            </a:endParaRPr>
          </a:p>
          <a:p>
            <a:pPr marL="457200" indent="0" defTabSz="914400">
              <a:lnSpc>
                <a:spcPct val="90000"/>
              </a:lnSpc>
              <a:spcBef>
                <a:spcPts val="1001"/>
              </a:spcBef>
              <a:buNone/>
              <a:tabLst>
                <a:tab pos="0" algn="l"/>
              </a:tabLst>
            </a:pPr>
            <a:endParaRPr lang="de-DE" sz="2800" b="0" u="none" strike="noStrike">
              <a:solidFill>
                <a:srgbClr val="000000"/>
              </a:solidFill>
              <a:uFillTx/>
              <a:latin typeface="Arial"/>
            </a:endParaRPr>
          </a:p>
        </p:txBody>
      </p:sp>
      <p:cxnSp>
        <p:nvCxnSpPr>
          <p:cNvPr id="1057" name="Gerade Verbindung mit Pfeil 4"/>
          <p:cNvCxnSpPr/>
          <p:nvPr/>
        </p:nvCxnSpPr>
        <p:spPr>
          <a:xfrm flipH="1">
            <a:off x="6990840" y="3429000"/>
            <a:ext cx="580320" cy="889560"/>
          </a:xfrm>
          <a:prstGeom prst="straightConnector1">
            <a:avLst/>
          </a:prstGeom>
          <a:ln w="0">
            <a:solidFill>
              <a:srgbClr val="1D9A78"/>
            </a:solidFill>
            <a:tailEnd type="triangle" w="med" len="med"/>
          </a:ln>
        </p:spPr>
      </p:cxnSp>
      <p:sp>
        <p:nvSpPr>
          <p:cNvPr id="1058" name="Textfeld 7"/>
          <p:cNvSpPr/>
          <p:nvPr/>
        </p:nvSpPr>
        <p:spPr>
          <a:xfrm>
            <a:off x="7424280" y="3244320"/>
            <a:ext cx="2574000" cy="363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de-DE" sz="1800" b="0" u="none" strike="noStrike">
                <a:solidFill>
                  <a:schemeClr val="dk1"/>
                </a:solidFill>
                <a:uFillTx/>
                <a:latin typeface="Calibri"/>
              </a:rPr>
              <a:t>Zugriff auf Pfadparameter</a:t>
            </a:r>
            <a:endParaRPr lang="de-DE" sz="1800" b="0" u="none" strike="noStrike">
              <a:solidFill>
                <a:srgbClr val="000000"/>
              </a:solidFill>
              <a:uFillTx/>
              <a:latin typeface="Arial"/>
            </a:endParaRP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95"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Legacy: Der Service HttpClient</a:t>
            </a:r>
            <a:endParaRPr lang="de-DE" sz="4400" b="0" u="none" strike="noStrike">
              <a:solidFill>
                <a:srgbClr val="000000"/>
              </a:solidFill>
              <a:uFillTx/>
              <a:latin typeface="Arial"/>
            </a:endParaRPr>
          </a:p>
        </p:txBody>
      </p:sp>
      <p:sp>
        <p:nvSpPr>
          <p:cNvPr id="1196"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lnSpcReduction="9999"/>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HttpClient ist ein Service </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und steht damit via Dependency Injection zur Verfügung</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1" u="none" strike="noStrike">
                <a:solidFill>
                  <a:schemeClr val="dk1"/>
                </a:solidFill>
                <a:uFillTx/>
                <a:latin typeface="Calibri"/>
              </a:rPr>
              <a:t>HttpModule in AppModule importieren</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XHRBackend führt Requests aus</a:t>
            </a:r>
            <a:endParaRPr lang="de-DE" sz="24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Das API </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umfasst die Standard-http-Methoden </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ist asynchron konzipiert</a:t>
            </a:r>
            <a:endParaRPr lang="de-DE" sz="2400" b="0" u="none" strike="noStrike">
              <a:solidFill>
                <a:srgbClr val="000000"/>
              </a:solidFill>
              <a:uFillTx/>
              <a:latin typeface="Arial"/>
            </a:endParaRPr>
          </a:p>
          <a:p>
            <a:pPr indent="0" defTabSz="914400">
              <a:lnSpc>
                <a:spcPct val="90000"/>
              </a:lnSpc>
              <a:spcBef>
                <a:spcPts val="499"/>
              </a:spcBef>
              <a:buNone/>
              <a:tabLst>
                <a:tab pos="0" algn="l"/>
              </a:tabLst>
            </a:pPr>
            <a:endParaRPr lang="de-DE" sz="2400" b="0" u="none" strike="noStrike">
              <a:solidFill>
                <a:srgbClr val="000000"/>
              </a:solidFill>
              <a:uFillTx/>
              <a:latin typeface="Arial"/>
            </a:endParaRPr>
          </a:p>
          <a:p>
            <a:pPr marL="539640" indent="0" defTabSz="914400">
              <a:lnSpc>
                <a:spcPct val="90000"/>
              </a:lnSpc>
              <a:spcBef>
                <a:spcPts val="499"/>
              </a:spcBef>
              <a:buNone/>
              <a:tabLst>
                <a:tab pos="0" algn="l"/>
              </a:tabLst>
            </a:pPr>
            <a:r>
              <a:rPr lang="en-US" sz="2000" b="0" u="none" strike="noStrike">
                <a:solidFill>
                  <a:schemeClr val="dk1"/>
                </a:solidFill>
                <a:uFillTx/>
                <a:latin typeface="Courier New"/>
              </a:rPr>
              <a:t>http.get('/endpoint').subscribe(data =&gt; {</a:t>
            </a:r>
            <a:endParaRPr lang="de-DE" sz="2000" b="0" u="none" strike="noStrike">
              <a:solidFill>
                <a:srgbClr val="000000"/>
              </a:solidFill>
              <a:uFillTx/>
              <a:latin typeface="Arial"/>
            </a:endParaRPr>
          </a:p>
          <a:p>
            <a:pPr marL="539640" indent="0" defTabSz="914400">
              <a:lnSpc>
                <a:spcPct val="90000"/>
              </a:lnSpc>
              <a:spcBef>
                <a:spcPts val="499"/>
              </a:spcBef>
              <a:buNone/>
              <a:tabLst>
                <a:tab pos="0" algn="l"/>
              </a:tabLst>
            </a:pPr>
            <a:r>
              <a:rPr lang="en-US" sz="2000" b="0" u="none" strike="noStrike">
                <a:solidFill>
                  <a:schemeClr val="dk1"/>
                </a:solidFill>
                <a:uFillTx/>
                <a:latin typeface="Courier New"/>
              </a:rPr>
              <a:t>      // Read the result field from the JSON response.</a:t>
            </a:r>
            <a:endParaRPr lang="de-DE" sz="2000" b="0" u="none" strike="noStrike">
              <a:solidFill>
                <a:srgbClr val="000000"/>
              </a:solidFill>
              <a:uFillTx/>
              <a:latin typeface="Arial"/>
            </a:endParaRPr>
          </a:p>
          <a:p>
            <a:pPr marL="539640" indent="0" defTabSz="914400">
              <a:lnSpc>
                <a:spcPct val="90000"/>
              </a:lnSpc>
              <a:spcBef>
                <a:spcPts val="499"/>
              </a:spcBef>
              <a:buNone/>
              <a:tabLst>
                <a:tab pos="0" algn="l"/>
              </a:tabLst>
            </a:pPr>
            <a:r>
              <a:rPr lang="en-US" sz="2000" b="0" u="none" strike="noStrike">
                <a:solidFill>
                  <a:schemeClr val="dk1"/>
                </a:solidFill>
                <a:uFillTx/>
                <a:latin typeface="Courier New"/>
              </a:rPr>
              <a:t>      this.results = data['jsonAttribute'];</a:t>
            </a:r>
            <a:endParaRPr lang="de-DE" sz="2000" b="0" u="none" strike="noStrike">
              <a:solidFill>
                <a:srgbClr val="000000"/>
              </a:solidFill>
              <a:uFillTx/>
              <a:latin typeface="Arial"/>
            </a:endParaRPr>
          </a:p>
          <a:p>
            <a:pPr marL="539640" indent="0" defTabSz="914400">
              <a:lnSpc>
                <a:spcPct val="90000"/>
              </a:lnSpc>
              <a:spcBef>
                <a:spcPts val="499"/>
              </a:spcBef>
              <a:buNone/>
              <a:tabLst>
                <a:tab pos="0" algn="l"/>
              </a:tabLst>
            </a:pPr>
            <a:r>
              <a:rPr lang="en-US" sz="2000" b="0" u="none" strike="noStrike">
                <a:solidFill>
                  <a:schemeClr val="dk1"/>
                </a:solidFill>
                <a:uFillTx/>
                <a:latin typeface="Courier New"/>
              </a:rPr>
              <a:t>    });</a:t>
            </a:r>
            <a:endParaRPr lang="de-DE" sz="2000" b="0" u="none" strike="noStrike">
              <a:solidFill>
                <a:srgbClr val="000000"/>
              </a:solidFill>
              <a:uFillTx/>
              <a:latin typeface="Arial"/>
            </a:endParaRP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bg>
      <p:bgPr>
        <a:solidFill>
          <a:schemeClr val="lt1"/>
        </a:solidFill>
        <a:effectLst/>
      </p:bgPr>
    </p:bg>
    <p:spTree>
      <p:nvGrpSpPr>
        <p:cNvPr id="1" name=""/>
        <p:cNvGrpSpPr/>
        <p:nvPr/>
      </p:nvGrpSpPr>
      <p:grpSpPr/>
      <p:sp useBgFill="1">
        <p:nvSpPr>
          <p:cNvPr id="1159" name="Rectangle 10">
            <a:extLst>
              <a:ext uri="{C183D7F6-B498-43B3-948B-1728B52AA6E4}">
                <adec:decorative xmlns:adec="http://schemas.microsoft.com/office/drawing/2017/decorative" val="1"/>
              </a:ext>
            </a:extLst>
          </p:cNvPr>
          <p:cNvSpPr/>
          <p:nvPr/>
        </p:nvSpPr>
        <p:spPr>
          <a:xfrm>
            <a:off x="0" y="0"/>
            <a:ext cx="12190320" cy="685656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1160" name="Rectangle 12">
            <a:extLst>
              <a:ext uri="{C183D7F6-B498-43B3-948B-1728B52AA6E4}">
                <adec:decorative xmlns:adec="http://schemas.microsoft.com/office/drawing/2017/decorative" val="1"/>
              </a:ext>
            </a:extLst>
          </p:cNvPr>
          <p:cNvSpPr/>
          <p:nvPr/>
        </p:nvSpPr>
        <p:spPr>
          <a:xfrm>
            <a:off x="360" y="0"/>
            <a:ext cx="12190320" cy="68565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800" b="0" u="none" strike="noStrike">
              <a:solidFill>
                <a:schemeClr val="lt1"/>
              </a:solidFill>
              <a:uFillTx/>
              <a:latin typeface="Calibri"/>
            </a:endParaRPr>
          </a:p>
        </p:txBody>
      </p:sp>
      <p:sp>
        <p:nvSpPr>
          <p:cNvPr id="1161" name="PlaceHolder 1"/>
          <p:cNvSpPr>
            <a:spLocks noGrp="1"/>
          </p:cNvSpPr>
          <p:nvPr>
            <p:ph type="title"/>
          </p:nvPr>
        </p:nvSpPr>
        <p:spPr>
          <a:xfrm>
            <a:off x="1179360" y="1280520"/>
            <a:ext cx="9831960" cy="1324080"/>
          </a:xfrm>
          <a:prstGeom prst="rect">
            <a:avLst/>
          </a:prstGeom>
          <a:noFill/>
          <a:ln w="0">
            <a:noFill/>
          </a:ln>
        </p:spPr>
        <p:txBody>
          <a:bodyPr lIns="91440" tIns="45720" rIns="91440" bIns="45720" anchor="b">
            <a:normAutofit/>
          </a:bodyPr>
          <a:lstStyle/>
          <a:p>
            <a:r>
              <a:t>Übung 30: Legacy – Angular Module</a:t>
            </a:r>
          </a:p>
        </p:txBody>
      </p:sp>
      <p:grpSp>
        <p:nvGrpSpPr>
          <p:cNvPr id="1162" name="Group 14">
            <a:extLst>
              <a:ext uri="{C183D7F6-B498-43B3-948B-1728B52AA6E4}">
                <adec:decorative xmlns:adec="http://schemas.microsoft.com/office/drawing/2017/decorative" val="1"/>
              </a:ext>
            </a:extLst>
          </p:cNvPr>
          <p:cNvGrpSpPr/>
          <p:nvPr/>
        </p:nvGrpSpPr>
        <p:grpSpPr>
          <a:xfrm>
            <a:off x="8289720" y="0"/>
            <a:ext cx="3900960" cy="2381400"/>
            <a:chOff x="8289720" y="0"/>
            <a:chExt cx="3900960" cy="2381400"/>
          </a:xfrm>
        </p:grpSpPr>
        <p:sp>
          <p:nvSpPr>
            <p:cNvPr id="1163" name="Freeform: Shape 15">
              <a:extLst>
                <a:ext uri="{C183D7F6-B498-43B3-948B-1728B52AA6E4}">
                  <adec:decorative xmlns:adec="http://schemas.microsoft.com/office/drawing/2017/decorative" val="1"/>
                </a:ext>
              </a:extLst>
            </p:cNvPr>
            <p:cNvSpPr/>
            <p:nvPr/>
          </p:nvSpPr>
          <p:spPr>
            <a:xfrm>
              <a:off x="8289720" y="0"/>
              <a:ext cx="3900600" cy="2381400"/>
            </a:xfrm>
            <a:custGeom>
              <a:avLst/>
              <a:gdLst>
                <a:gd name="textAreaLeft" fmla="*/ 0 w 3900600"/>
                <a:gd name="textAreaRight" fmla="*/ 3902040 w 3900600"/>
                <a:gd name="textAreaTop" fmla="*/ 0 h 2381400"/>
                <a:gd name="textAreaBottom" fmla="*/ 2382840 h 2381400"/>
              </a:gdLst>
              <a:ahLst/>
              <a:cxnLst/>
              <a:rect l="textAreaLeft" t="textAreaTop" r="textAreaRight" b="textAreaBottom"/>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1164" name="Freeform: Shape 16">
              <a:extLst>
                <a:ext uri="{C183D7F6-B498-43B3-948B-1728B52AA6E4}">
                  <adec:decorative xmlns:adec="http://schemas.microsoft.com/office/drawing/2017/decorative" val="1"/>
                </a:ext>
              </a:extLst>
            </p:cNvPr>
            <p:cNvSpPr/>
            <p:nvPr/>
          </p:nvSpPr>
          <p:spPr>
            <a:xfrm>
              <a:off x="8326080" y="0"/>
              <a:ext cx="3864600" cy="2182680"/>
            </a:xfrm>
            <a:custGeom>
              <a:avLst/>
              <a:gdLst>
                <a:gd name="textAreaLeft" fmla="*/ 0 w 3864600"/>
                <a:gd name="textAreaRight" fmla="*/ 3866040 w 3864600"/>
                <a:gd name="textAreaTop" fmla="*/ 0 h 2182680"/>
                <a:gd name="textAreaBottom" fmla="*/ 2184120 h 2182680"/>
              </a:gdLst>
              <a:ahLst/>
              <a:cxnLst/>
              <a:rect l="textAreaLeft" t="textAreaTop" r="textAreaRight" b="textAreaBottom"/>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1165" name="Freeform: Shape 17">
              <a:extLst>
                <a:ext uri="{C183D7F6-B498-43B3-948B-1728B52AA6E4}">
                  <adec:decorative xmlns:adec="http://schemas.microsoft.com/office/drawing/2017/decorative" val="1"/>
                </a:ext>
              </a:extLst>
            </p:cNvPr>
            <p:cNvSpPr/>
            <p:nvPr/>
          </p:nvSpPr>
          <p:spPr>
            <a:xfrm>
              <a:off x="8329680" y="0"/>
              <a:ext cx="3861000" cy="2144160"/>
            </a:xfrm>
            <a:custGeom>
              <a:avLst/>
              <a:gdLst>
                <a:gd name="textAreaLeft" fmla="*/ 0 w 3861000"/>
                <a:gd name="textAreaRight" fmla="*/ 3862440 w 3861000"/>
                <a:gd name="textAreaTop" fmla="*/ 0 h 2144160"/>
                <a:gd name="textAreaBottom" fmla="*/ 2145600 h 2144160"/>
              </a:gdLst>
              <a:ahLst/>
              <a:cxnLst/>
              <a:rect l="textAreaLeft" t="textAreaTop" r="textAreaRight" b="textAreaBottom"/>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1166" name="Freeform: Shape 18">
              <a:extLst>
                <a:ext uri="{C183D7F6-B498-43B3-948B-1728B52AA6E4}">
                  <adec:decorative xmlns:adec="http://schemas.microsoft.com/office/drawing/2017/decorative" val="1"/>
                </a:ext>
              </a:extLst>
            </p:cNvPr>
            <p:cNvSpPr/>
            <p:nvPr/>
          </p:nvSpPr>
          <p:spPr>
            <a:xfrm>
              <a:off x="8329680" y="0"/>
              <a:ext cx="3861000" cy="2144160"/>
            </a:xfrm>
            <a:custGeom>
              <a:avLst/>
              <a:gdLst>
                <a:gd name="textAreaLeft" fmla="*/ 0 w 3861000"/>
                <a:gd name="textAreaRight" fmla="*/ 3862440 w 3861000"/>
                <a:gd name="textAreaTop" fmla="*/ 0 h 2144160"/>
                <a:gd name="textAreaBottom" fmla="*/ 2145600 h 2144160"/>
              </a:gdLst>
              <a:ahLst/>
              <a:cxnLst/>
              <a:rect l="textAreaLeft" t="textAreaTop" r="textAreaRight" b="textAreaBottom"/>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grpSp>
      <p:sp>
        <p:nvSpPr>
          <p:cNvPr id="1167" name="PlaceHolder 2"/>
          <p:cNvSpPr>
            <a:spLocks noGrp="1"/>
          </p:cNvSpPr>
          <p:nvPr>
            <p:ph/>
          </p:nvPr>
        </p:nvSpPr>
        <p:spPr>
          <a:xfrm>
            <a:off x="1179360" y="2890800"/>
            <a:ext cx="9831960" cy="2692440"/>
          </a:xfrm>
          <a:prstGeom prst="rect">
            <a:avLst/>
          </a:prstGeom>
          <a:noFill/>
          <a:ln w="0">
            <a:noFill/>
          </a:ln>
        </p:spPr>
        <p:txBody>
          <a:bodyPr lIns="91440" tIns="45720" rIns="91440" bIns="45720" anchor="t">
            <a:normAutofit/>
          </a:bodyPr>
          <a:lstStyle/>
          <a:p>
            <a:r>
              <a:t>Öffne das Projekt 30_modules_legacy (NgModule-basierte Variante)</a:t>
            </a:r>
          </a:p>
          <a:p>
            <a:r>
              <a:t>Backend starten (server: npm install, node server.js)</a:t>
            </a:r>
          </a:p>
          <a:p>
            <a:r>
              <a:t>App starten mit ng serve --proxy-config dev.proxy.json</a:t>
            </a:r>
          </a:p>
          <a:p>
            <a:r>
              <a:t>Analysiere den Aufbau</a:t>
            </a:r>
          </a:p>
          <a:p>
            <a:r>
              <a:t>main.ts: platformBrowserDynamic().bootstrapModule(AppModule)</a:t>
            </a:r>
          </a:p>
          <a:p>
            <a:r>
              <a:t>AppModule: declarations, imports, providers, bootstrap</a:t>
            </a:r>
          </a:p>
          <a:p>
            <a:r>
              <a:t>TrainingsModule und AppRoutingModule (RouterModule.forRoot)</a:t>
            </a:r>
          </a:p>
          <a:p>
            <a:r>
              <a:t>Erweitere das Modul</a:t>
            </a:r>
          </a:p>
          <a:p>
            <a:r>
              <a:t>Erzeuge eine Komponente per ng g c trainings/training-info --standalone=false und deklariere sie im TrainingsModule</a:t>
            </a:r>
          </a:p>
          <a:p>
            <a:r>
              <a:t>Binde eine Standalone-Komponente über imports: [] in ein NgModule ein (Mischbetrieb)</a:t>
            </a:r>
          </a:p>
          <a:p>
            <a:r>
              <a:t>Optional: Migriere das Projekt</a:t>
            </a:r>
          </a:p>
          <a:p>
            <a:r>
              <a:t>ng generate @angular/core:standalone ausführen und mit 23_communication vergleichen</a:t>
            </a:r>
          </a:p>
        </p:txBody>
      </p:sp>
      <p:grpSp>
        <p:nvGrpSpPr>
          <p:cNvPr id="1168" name="Group 20">
            <a:extLst>
              <a:ext uri="{C183D7F6-B498-43B3-948B-1728B52AA6E4}">
                <adec:decorative xmlns:adec="http://schemas.microsoft.com/office/drawing/2017/decorative" val="1"/>
              </a:ext>
            </a:extLst>
          </p:cNvPr>
          <p:cNvGrpSpPr/>
          <p:nvPr/>
        </p:nvGrpSpPr>
        <p:grpSpPr>
          <a:xfrm>
            <a:off x="0" y="4681440"/>
            <a:ext cx="2897280" cy="2174040"/>
            <a:chOff x="0" y="4681440"/>
            <a:chExt cx="2897280" cy="2174040"/>
          </a:xfrm>
        </p:grpSpPr>
        <p:sp>
          <p:nvSpPr>
            <p:cNvPr id="1169" name="Freeform: Shape 21">
              <a:extLst>
                <a:ext uri="{C183D7F6-B498-43B3-948B-1728B52AA6E4}">
                  <adec:decorative xmlns:adec="http://schemas.microsoft.com/office/drawing/2017/decorative" val="1"/>
                </a:ext>
              </a:extLst>
            </p:cNvPr>
            <p:cNvSpPr/>
            <p:nvPr/>
          </p:nvSpPr>
          <p:spPr>
            <a:xfrm flipV="1">
              <a:off x="360" y="4849560"/>
              <a:ext cx="2884320" cy="2005560"/>
            </a:xfrm>
            <a:custGeom>
              <a:avLst/>
              <a:gdLst>
                <a:gd name="textAreaLeft" fmla="*/ 0 w 2884320"/>
                <a:gd name="textAreaRight" fmla="*/ 2885760 w 2884320"/>
                <a:gd name="textAreaTop" fmla="*/ 720 h 2005560"/>
                <a:gd name="textAreaBottom" fmla="*/ 2007720 h 2005560"/>
              </a:gdLst>
              <a:ahLst/>
              <a:cxnLst/>
              <a:rect l="textAreaLeft" t="textAreaTop" r="textAreaRight" b="textAreaBottom"/>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1170" name="Freeform: Shape 22">
              <a:extLst>
                <a:ext uri="{C183D7F6-B498-43B3-948B-1728B52AA6E4}">
                  <adec:decorative xmlns:adec="http://schemas.microsoft.com/office/drawing/2017/decorative" val="1"/>
                </a:ext>
              </a:extLst>
            </p:cNvPr>
            <p:cNvSpPr/>
            <p:nvPr/>
          </p:nvSpPr>
          <p:spPr>
            <a:xfrm flipV="1">
              <a:off x="360" y="4849560"/>
              <a:ext cx="2884320" cy="2005560"/>
            </a:xfrm>
            <a:custGeom>
              <a:avLst/>
              <a:gdLst>
                <a:gd name="textAreaLeft" fmla="*/ 0 w 2884320"/>
                <a:gd name="textAreaRight" fmla="*/ 2885760 w 2884320"/>
                <a:gd name="textAreaTop" fmla="*/ 720 h 2005560"/>
                <a:gd name="textAreaBottom" fmla="*/ 2007720 h 2005560"/>
              </a:gdLst>
              <a:ahLst/>
              <a:cxnLst/>
              <a:rect l="textAreaLeft" t="textAreaTop" r="textAreaRight" b="textAreaBottom"/>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1171" name="Freeform: Shape 23">
              <a:extLst>
                <a:ext uri="{C183D7F6-B498-43B3-948B-1728B52AA6E4}">
                  <adec:decorative xmlns:adec="http://schemas.microsoft.com/office/drawing/2017/decorative" val="1"/>
                </a:ext>
              </a:extLst>
            </p:cNvPr>
            <p:cNvSpPr/>
            <p:nvPr/>
          </p:nvSpPr>
          <p:spPr>
            <a:xfrm flipV="1">
              <a:off x="0" y="4832640"/>
              <a:ext cx="2884680" cy="2022480"/>
            </a:xfrm>
            <a:custGeom>
              <a:avLst/>
              <a:gdLst>
                <a:gd name="textAreaLeft" fmla="*/ 0 w 2884680"/>
                <a:gd name="textAreaRight" fmla="*/ 2886120 w 2884680"/>
                <a:gd name="textAreaTop" fmla="*/ -720 h 2022480"/>
                <a:gd name="textAreaBottom" fmla="*/ 2023200 h 2022480"/>
              </a:gdLst>
              <a:ahLst/>
              <a:cxnLst/>
              <a:rect l="textAreaLeft" t="textAreaTop" r="textAreaRight" b="textAreaBottom"/>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1172" name="Freeform: Shape 24">
              <a:extLst>
                <a:ext uri="{C183D7F6-B498-43B3-948B-1728B52AA6E4}">
                  <adec:decorative xmlns:adec="http://schemas.microsoft.com/office/drawing/2017/decorative" val="1"/>
                </a:ext>
              </a:extLst>
            </p:cNvPr>
            <p:cNvSpPr/>
            <p:nvPr/>
          </p:nvSpPr>
          <p:spPr>
            <a:xfrm flipV="1">
              <a:off x="360" y="4681080"/>
              <a:ext cx="2896920" cy="2174040"/>
            </a:xfrm>
            <a:custGeom>
              <a:avLst/>
              <a:gdLst>
                <a:gd name="textAreaLeft" fmla="*/ 0 w 2896920"/>
                <a:gd name="textAreaRight" fmla="*/ 2898360 w 2896920"/>
                <a:gd name="textAreaTop" fmla="*/ 720 h 2174040"/>
                <a:gd name="textAreaBottom" fmla="*/ 2176200 h 2174040"/>
              </a:gdLst>
              <a:ahLst/>
              <a:cxnLst/>
              <a:rect l="textAreaLeft" t="textAreaTop" r="textAreaRight" b="textAreaBottom"/>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rotWithShape="0">
              <a:gsLst>
                <a:gs pos="2000">
                  <a:srgbClr val="FFFFFF">
                    <a:alpha val="10000"/>
                  </a:srgbClr>
                </a:gs>
                <a:gs pos="16000">
                  <a:srgbClr val="F19D19">
                    <a:alpha val="10000"/>
                  </a:srgbClr>
                </a:gs>
                <a:gs pos="85000">
                  <a:srgbClr val="1D9A78">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grpSp>
    </p:spTree>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1217" name="Rectangle 10">
            <a:extLst>
              <a:ext uri="{C183D7F6-B498-43B3-948B-1728B52AA6E4}">
                <adec:decorative xmlns:adec="http://schemas.microsoft.com/office/drawing/2017/decorative" val="1"/>
              </a:ext>
            </a:extLst>
          </p:cNvPr>
          <p:cNvSpPr/>
          <p:nvPr/>
        </p:nvSpPr>
        <p:spPr>
          <a:xfrm>
            <a:off x="0" y="0"/>
            <a:ext cx="12190680" cy="685656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1218" name="Rectangle 12">
            <a:extLst>
              <a:ext uri="{C183D7F6-B498-43B3-948B-1728B52AA6E4}">
                <adec:decorative xmlns:adec="http://schemas.microsoft.com/office/drawing/2017/decorative" val="1"/>
              </a:ext>
            </a:extLst>
          </p:cNvPr>
          <p:cNvSpPr/>
          <p:nvPr/>
        </p:nvSpPr>
        <p:spPr>
          <a:xfrm rot="5400000" flipH="1">
            <a:off x="-1418760" y="1418760"/>
            <a:ext cx="6874200" cy="4039200"/>
          </a:xfrm>
          <a:prstGeom prst="rect">
            <a:avLst/>
          </a:prstGeom>
          <a:gradFill rotWithShape="0">
            <a:gsLst>
              <a:gs pos="11000">
                <a:srgbClr val="000000"/>
              </a:gs>
              <a:gs pos="100000">
                <a:srgbClr val="16735A"/>
              </a:gs>
            </a:gsLst>
            <a:lin ang="132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1219" name="Rectangle 14">
            <a:extLst>
              <a:ext uri="{C183D7F6-B498-43B3-948B-1728B52AA6E4}">
                <adec:decorative xmlns:adec="http://schemas.microsoft.com/office/drawing/2017/decorative" val="1"/>
              </a:ext>
            </a:extLst>
          </p:cNvPr>
          <p:cNvSpPr/>
          <p:nvPr/>
        </p:nvSpPr>
        <p:spPr>
          <a:xfrm rot="16200000">
            <a:off x="-159480" y="2660760"/>
            <a:ext cx="4354200" cy="4039200"/>
          </a:xfrm>
          <a:prstGeom prst="rect">
            <a:avLst/>
          </a:prstGeom>
          <a:gradFill rotWithShape="0">
            <a:gsLst>
              <a:gs pos="0">
                <a:srgbClr val="1D9A78">
                  <a:alpha val="50000"/>
                </a:srgbClr>
              </a:gs>
              <a:gs pos="100000">
                <a:srgbClr val="0E4D3C">
                  <a:alpha val="0"/>
                </a:srgbClr>
              </a:gs>
            </a:gsLst>
            <a:lin ang="6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pic>
        <p:nvPicPr>
          <p:cNvPr id="1220" name="Picture 6" descr="Einen Termin in einen Papierkalender eintragen"/>
          <p:cNvPicPr/>
          <p:nvPr/>
        </p:nvPicPr>
        <p:blipFill>
          <a:blip r:embed="rId2"/>
          <a:srcRect r="20784"/>
          <a:stretch/>
        </p:blipFill>
        <p:spPr>
          <a:xfrm>
            <a:off x="4038480" y="0"/>
            <a:ext cx="8158680" cy="6874200"/>
          </a:xfrm>
          <a:prstGeom prst="rect">
            <a:avLst/>
          </a:prstGeom>
          <a:noFill/>
          <a:ln w="0">
            <a:noFill/>
          </a:ln>
        </p:spPr>
      </p:pic>
      <p:sp>
        <p:nvSpPr>
          <p:cNvPr id="1221" name="Freeform: Shape 16">
            <a:extLst>
              <a:ext uri="{C183D7F6-B498-43B3-948B-1728B52AA6E4}">
                <adec:decorative xmlns:adec="http://schemas.microsoft.com/office/drawing/2017/decorative" val="1"/>
              </a:ext>
            </a:extLst>
          </p:cNvPr>
          <p:cNvSpPr/>
          <p:nvPr/>
        </p:nvSpPr>
        <p:spPr>
          <a:xfrm rot="6097800">
            <a:off x="-744480" y="1200240"/>
            <a:ext cx="4806720" cy="4087080"/>
          </a:xfrm>
          <a:custGeom>
            <a:avLst/>
            <a:gdLst>
              <a:gd name="textAreaLeft" fmla="*/ 0 w 4806720"/>
              <a:gd name="textAreaRight" fmla="*/ 4808160 w 4806720"/>
              <a:gd name="textAreaTop" fmla="*/ 0 h 4087080"/>
              <a:gd name="textAreaBottom" fmla="*/ 4088520 h 4087080"/>
            </a:gdLst>
            <a:ahLst/>
            <a:cxnLst/>
            <a:rect l="textAreaLeft" t="textAreaTop" r="textAreaRight" b="textAreaBottom"/>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rotWithShape="0">
            <a:gsLst>
              <a:gs pos="39000">
                <a:srgbClr val="5AE0BB">
                  <a:alpha val="0"/>
                </a:srgbClr>
              </a:gs>
              <a:gs pos="100000">
                <a:srgbClr val="16735A">
                  <a:alpha val="26000"/>
                </a:srgbClr>
              </a:gs>
            </a:gsLst>
            <a:lin ang="1296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1222" name="PlaceHolder 1"/>
          <p:cNvSpPr>
            <a:spLocks noGrp="1"/>
          </p:cNvSpPr>
          <p:nvPr>
            <p:ph type="title"/>
          </p:nvPr>
        </p:nvSpPr>
        <p:spPr>
          <a:xfrm>
            <a:off x="534600" y="2950560"/>
            <a:ext cx="3051000" cy="3529800"/>
          </a:xfrm>
          <a:prstGeom prst="rect">
            <a:avLst/>
          </a:prstGeom>
          <a:noFill/>
          <a:ln w="0">
            <a:noFill/>
          </a:ln>
        </p:spPr>
        <p:txBody>
          <a:bodyPr lIns="91440" tIns="45720" rIns="91440" bIns="45720" anchor="t">
            <a:normAutofit/>
          </a:bodyPr>
          <a:lstStyle/>
          <a:p>
            <a:pPr indent="0" algn="r" defTabSz="914400">
              <a:lnSpc>
                <a:spcPct val="90000"/>
              </a:lnSpc>
              <a:buNone/>
              <a:tabLst>
                <a:tab pos="0" algn="l"/>
              </a:tabLst>
            </a:pPr>
            <a:r>
              <a:rPr lang="en-US" sz="4000" b="0" u="none" strike="noStrike">
                <a:solidFill>
                  <a:srgbClr val="FFFFFF"/>
                </a:solidFill>
                <a:uFillTx/>
                <a:latin typeface="Calibri Light"/>
              </a:rPr>
              <a:t>Anhang</a:t>
            </a:r>
            <a:endParaRPr lang="de-DE" sz="4000" b="0" u="none" strike="noStrike">
              <a:solidFill>
                <a:srgbClr val="000000"/>
              </a:solidFill>
              <a:uFillTx/>
              <a:latin typeface="Arial"/>
            </a:endParaRPr>
          </a:p>
        </p:txBody>
      </p:sp>
      <p:sp>
        <p:nvSpPr>
          <p:cNvPr id="1223" name="PlaceHolder 2"/>
          <p:cNvSpPr>
            <a:spLocks noGrp="1"/>
          </p:cNvSpPr>
          <p:nvPr>
            <p:ph/>
          </p:nvPr>
        </p:nvSpPr>
        <p:spPr>
          <a:xfrm>
            <a:off x="777960" y="743760"/>
            <a:ext cx="2807280" cy="1380960"/>
          </a:xfrm>
          <a:prstGeom prst="rect">
            <a:avLst/>
          </a:prstGeom>
          <a:noFill/>
          <a:ln w="0">
            <a:noFill/>
          </a:ln>
        </p:spPr>
        <p:txBody>
          <a:bodyPr lIns="91440" tIns="45720" rIns="91440" bIns="45720" anchor="b">
            <a:normAutofit/>
          </a:bodyPr>
          <a:lstStyle/>
          <a:p>
            <a:pPr indent="0">
              <a:spcBef>
                <a:spcPts val="1417"/>
              </a:spcBef>
              <a:buNone/>
            </a:pPr>
            <a:endParaRPr lang="de-DE" sz="1800" b="0" u="none" strike="noStrike">
              <a:solidFill>
                <a:srgbClr val="000000"/>
              </a:solidFill>
              <a:uFillTx/>
              <a:latin typeface="Arial"/>
            </a:endParaRPr>
          </a:p>
        </p:txBody>
      </p:sp>
    </p:spTree>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4" name="PlaceHolder 1"/>
          <p:cNvSpPr>
            <a:spLocks noGrp="1"/>
          </p:cNvSpPr>
          <p:nvPr>
            <p:ph type="title"/>
          </p:nvPr>
        </p:nvSpPr>
        <p:spPr>
          <a:xfrm>
            <a:off x="831960" y="1709640"/>
            <a:ext cx="10514160" cy="2851200"/>
          </a:xfrm>
          <a:prstGeom prst="rect">
            <a:avLst/>
          </a:prstGeom>
          <a:noFill/>
          <a:ln w="0">
            <a:noFill/>
          </a:ln>
        </p:spPr>
        <p:txBody>
          <a:bodyPr lIns="91440" tIns="45720" rIns="91440" bIns="45720" anchor="b">
            <a:noAutofit/>
          </a:bodyPr>
          <a:lstStyle/>
          <a:p>
            <a:pPr indent="0" defTabSz="914400">
              <a:lnSpc>
                <a:spcPct val="90000"/>
              </a:lnSpc>
              <a:buNone/>
              <a:tabLst>
                <a:tab pos="0" algn="l"/>
              </a:tabLst>
            </a:pPr>
            <a:r>
              <a:rPr lang="de-DE" sz="6000" b="0" u="none" strike="noStrike">
                <a:solidFill>
                  <a:schemeClr val="dk1"/>
                </a:solidFill>
                <a:uFillTx/>
                <a:latin typeface="Calibri Light"/>
              </a:rPr>
              <a:t>node.js</a:t>
            </a:r>
            <a:endParaRPr lang="de-DE" sz="6000" b="0" u="none" strike="noStrike">
              <a:solidFill>
                <a:srgbClr val="000000"/>
              </a:solidFill>
              <a:uFillTx/>
              <a:latin typeface="Arial"/>
            </a:endParaRPr>
          </a:p>
        </p:txBody>
      </p:sp>
      <p:sp>
        <p:nvSpPr>
          <p:cNvPr id="1225" name="PlaceHolder 2"/>
          <p:cNvSpPr>
            <a:spLocks noGrp="1"/>
          </p:cNvSpPr>
          <p:nvPr>
            <p:ph/>
          </p:nvPr>
        </p:nvSpPr>
        <p:spPr>
          <a:xfrm>
            <a:off x="831960" y="4589640"/>
            <a:ext cx="10514160" cy="1498680"/>
          </a:xfrm>
          <a:prstGeom prst="rect">
            <a:avLst/>
          </a:prstGeom>
          <a:noFill/>
          <a:ln w="0">
            <a:noFill/>
          </a:ln>
        </p:spPr>
        <p:txBody>
          <a:bodyPr lIns="91440" tIns="45720" rIns="91440" bIns="45720" anchor="t">
            <a:noAutofit/>
          </a:bodyPr>
          <a:lstStyle/>
          <a:p>
            <a:pPr indent="0">
              <a:spcBef>
                <a:spcPts val="1417"/>
              </a:spcBef>
              <a:buNone/>
            </a:pPr>
            <a:endParaRPr lang="de-DE" sz="1800" b="0" u="none" strike="noStrike">
              <a:solidFill>
                <a:srgbClr val="000000"/>
              </a:solidFill>
              <a:uFillTx/>
              <a:latin typeface="Arial"/>
            </a:endParaRPr>
          </a:p>
        </p:txBody>
      </p:sp>
    </p:spTree>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6"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Was ist node.js?</a:t>
            </a:r>
            <a:endParaRPr lang="de-DE" sz="4400" b="0" u="none" strike="noStrike">
              <a:solidFill>
                <a:srgbClr val="000000"/>
              </a:solidFill>
              <a:uFillTx/>
              <a:latin typeface="Arial"/>
            </a:endParaRPr>
          </a:p>
        </p:txBody>
      </p:sp>
      <p:sp>
        <p:nvSpPr>
          <p:cNvPr id="1227"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fontScale="77500" lnSpcReduction="20000"/>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node.js ist ein Interpreter für Server-seitiges JavaScript</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Auf Grundlagen der Google V8-Engine</a:t>
            </a:r>
            <a:endParaRPr lang="de-DE" sz="24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Mit node.js können damit keine Browser-Anwendungen betrieben werden</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Keine UI, Keine User-Events</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Kein Html-Dokument und  damit kein DOM</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Kein Browser-API</a:t>
            </a:r>
            <a:endParaRPr lang="de-DE" sz="2400" b="0" u="none" strike="noStrike">
              <a:solidFill>
                <a:srgbClr val="000000"/>
              </a:solidFill>
              <a:uFillTx/>
              <a:latin typeface="Arial"/>
            </a:endParaRPr>
          </a:p>
          <a:p>
            <a:pPr marL="1143000" lvl="2" indent="-228600" defTabSz="914400">
              <a:lnSpc>
                <a:spcPct val="90000"/>
              </a:lnSpc>
              <a:spcBef>
                <a:spcPts val="499"/>
              </a:spcBef>
              <a:buClr>
                <a:srgbClr val="000000"/>
              </a:buClr>
              <a:buFont typeface="Arial"/>
              <a:buChar char="•"/>
            </a:pPr>
            <a:r>
              <a:rPr lang="de-DE" sz="2000" b="0" u="none" strike="noStrike">
                <a:solidFill>
                  <a:schemeClr val="dk1"/>
                </a:solidFill>
                <a:uFillTx/>
                <a:latin typeface="Calibri"/>
              </a:rPr>
              <a:t>Window</a:t>
            </a:r>
            <a:endParaRPr lang="de-DE" sz="2000" b="0" u="none" strike="noStrike">
              <a:solidFill>
                <a:srgbClr val="000000"/>
              </a:solidFill>
              <a:uFillTx/>
              <a:latin typeface="Arial"/>
            </a:endParaRPr>
          </a:p>
          <a:p>
            <a:pPr marL="1143000" lvl="2" indent="-228600" defTabSz="914400">
              <a:lnSpc>
                <a:spcPct val="90000"/>
              </a:lnSpc>
              <a:spcBef>
                <a:spcPts val="499"/>
              </a:spcBef>
              <a:buClr>
                <a:srgbClr val="000000"/>
              </a:buClr>
              <a:buFont typeface="Arial"/>
              <a:buChar char="•"/>
            </a:pPr>
            <a:r>
              <a:rPr lang="de-DE" sz="2000" b="0" u="none" strike="noStrike">
                <a:solidFill>
                  <a:schemeClr val="dk1"/>
                </a:solidFill>
                <a:uFillTx/>
                <a:latin typeface="Calibri"/>
              </a:rPr>
              <a:t>Historie</a:t>
            </a:r>
            <a:endParaRPr lang="de-DE" sz="2000" b="0" u="none" strike="noStrike">
              <a:solidFill>
                <a:srgbClr val="000000"/>
              </a:solidFill>
              <a:uFillTx/>
              <a:latin typeface="Arial"/>
            </a:endParaRPr>
          </a:p>
          <a:p>
            <a:pPr marL="1143000" lvl="2" indent="-228600" defTabSz="914400">
              <a:lnSpc>
                <a:spcPct val="90000"/>
              </a:lnSpc>
              <a:spcBef>
                <a:spcPts val="499"/>
              </a:spcBef>
              <a:buClr>
                <a:srgbClr val="000000"/>
              </a:buClr>
              <a:buFont typeface="Arial"/>
              <a:buChar char="•"/>
            </a:pPr>
            <a:r>
              <a:rPr lang="de-DE" sz="2000" b="0" u="none" strike="noStrike">
                <a:solidFill>
                  <a:schemeClr val="dk1"/>
                </a:solidFill>
                <a:uFillTx/>
                <a:latin typeface="Calibri"/>
              </a:rPr>
              <a:t>…</a:t>
            </a:r>
            <a:endParaRPr lang="de-DE" sz="20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Dafür stellt node.js eigene Bibliotheken zur Verfügung</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Dateizugriff</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Multithreading</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Networking</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sng" strike="noStrike">
                <a:solidFill>
                  <a:schemeClr val="dk1"/>
                </a:solidFill>
                <a:uFillTx/>
                <a:latin typeface="Courier New"/>
              </a:rPr>
              <a:t>https://nodejs.org/dist/latest-v8.x/docs/api/</a:t>
            </a:r>
            <a:endParaRPr lang="de-DE" sz="2400" b="0" u="none" strike="noStrike">
              <a:solidFill>
                <a:srgbClr val="000000"/>
              </a:solidFill>
              <a:uFillTx/>
              <a:latin typeface="Arial"/>
            </a:endParaRPr>
          </a:p>
        </p:txBody>
      </p:sp>
    </p:spTree>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Beispiel: Ein kompletter http-Server</a:t>
            </a:r>
            <a:endParaRPr lang="de-DE" sz="4400" b="0" u="none" strike="noStrike">
              <a:solidFill>
                <a:srgbClr val="000000"/>
              </a:solidFill>
              <a:uFillTx/>
              <a:latin typeface="Arial"/>
            </a:endParaRPr>
          </a:p>
        </p:txBody>
      </p:sp>
      <p:sp>
        <p:nvSpPr>
          <p:cNvPr id="1229"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a:bodyPr>
          <a:lstStyle/>
          <a:p>
            <a:pPr marL="360360" indent="0" defTabSz="914400">
              <a:lnSpc>
                <a:spcPct val="90000"/>
              </a:lnSpc>
              <a:spcBef>
                <a:spcPts val="499"/>
              </a:spcBef>
              <a:buNone/>
              <a:tabLst>
                <a:tab pos="0" algn="l"/>
              </a:tabLst>
            </a:pPr>
            <a:r>
              <a:rPr lang="de-DE" sz="1800" b="0" u="none" strike="noStrike">
                <a:solidFill>
                  <a:schemeClr val="dk1"/>
                </a:solidFill>
                <a:uFillTx/>
                <a:latin typeface="Courier New"/>
              </a:rPr>
              <a:t>var http = require('http');</a:t>
            </a:r>
            <a:endParaRPr lang="de-DE" sz="1800" b="0" u="none" strike="noStrike">
              <a:solidFill>
                <a:srgbClr val="000000"/>
              </a:solidFill>
              <a:uFillTx/>
              <a:latin typeface="Arial"/>
            </a:endParaRPr>
          </a:p>
          <a:p>
            <a:pPr marL="360360" indent="0" defTabSz="914400">
              <a:lnSpc>
                <a:spcPct val="90000"/>
              </a:lnSpc>
              <a:spcBef>
                <a:spcPts val="499"/>
              </a:spcBef>
              <a:buNone/>
              <a:tabLst>
                <a:tab pos="0" algn="l"/>
              </a:tabLst>
            </a:pPr>
            <a:r>
              <a:rPr lang="de-DE" sz="1800" b="0" u="none" strike="noStrike">
                <a:solidFill>
                  <a:schemeClr val="dk1"/>
                </a:solidFill>
                <a:uFillTx/>
                <a:latin typeface="Courier New"/>
              </a:rPr>
              <a:t>var fs = require('fs');</a:t>
            </a:r>
            <a:endParaRPr lang="de-DE" sz="1800" b="0" u="none" strike="noStrike">
              <a:solidFill>
                <a:srgbClr val="000000"/>
              </a:solidFill>
              <a:uFillTx/>
              <a:latin typeface="Arial"/>
            </a:endParaRPr>
          </a:p>
          <a:p>
            <a:pPr marL="360360" indent="0" defTabSz="914400">
              <a:lnSpc>
                <a:spcPct val="90000"/>
              </a:lnSpc>
              <a:spcBef>
                <a:spcPts val="499"/>
              </a:spcBef>
              <a:buNone/>
              <a:tabLst>
                <a:tab pos="0" algn="l"/>
              </a:tabLst>
            </a:pPr>
            <a:r>
              <a:rPr lang="de-DE" sz="1800" b="0" u="none" strike="noStrike">
                <a:solidFill>
                  <a:schemeClr val="dk1"/>
                </a:solidFill>
                <a:uFillTx/>
                <a:latin typeface="Courier New"/>
              </a:rPr>
              <a:t>http.createServer(function handler(req, res) {</a:t>
            </a:r>
            <a:endParaRPr lang="de-DE" sz="1800" b="0" u="none" strike="noStrike">
              <a:solidFill>
                <a:srgbClr val="000000"/>
              </a:solidFill>
              <a:uFillTx/>
              <a:latin typeface="Arial"/>
            </a:endParaRPr>
          </a:p>
          <a:p>
            <a:pPr marL="360360" indent="0" defTabSz="914400">
              <a:lnSpc>
                <a:spcPct val="90000"/>
              </a:lnSpc>
              <a:spcBef>
                <a:spcPts val="499"/>
              </a:spcBef>
              <a:buNone/>
              <a:tabLst>
                <a:tab pos="0" algn="l"/>
              </a:tabLst>
            </a:pPr>
            <a:r>
              <a:rPr lang="de-DE" sz="1800" b="0" u="none" strike="noStrike">
                <a:solidFill>
                  <a:schemeClr val="dk1"/>
                </a:solidFill>
                <a:uFillTx/>
                <a:latin typeface="Courier New"/>
              </a:rPr>
              <a:t>	var url = req.url;</a:t>
            </a:r>
            <a:endParaRPr lang="de-DE" sz="1800" b="0" u="none" strike="noStrike">
              <a:solidFill>
                <a:srgbClr val="000000"/>
              </a:solidFill>
              <a:uFillTx/>
              <a:latin typeface="Arial"/>
            </a:endParaRPr>
          </a:p>
          <a:p>
            <a:pPr marL="360360" indent="0" defTabSz="914400">
              <a:lnSpc>
                <a:spcPct val="90000"/>
              </a:lnSpc>
              <a:spcBef>
                <a:spcPts val="499"/>
              </a:spcBef>
              <a:buNone/>
              <a:tabLst>
                <a:tab pos="0" algn="l"/>
              </a:tabLst>
            </a:pPr>
            <a:r>
              <a:rPr lang="de-DE" sz="1800" b="0" u="none" strike="noStrike">
                <a:solidFill>
                  <a:schemeClr val="dk1"/>
                </a:solidFill>
                <a:uFillTx/>
                <a:latin typeface="Courier New"/>
              </a:rPr>
              <a:t>	if (url.match(/.html/)) {</a:t>
            </a:r>
            <a:endParaRPr lang="de-DE" sz="1800" b="0" u="none" strike="noStrike">
              <a:solidFill>
                <a:srgbClr val="000000"/>
              </a:solidFill>
              <a:uFillTx/>
              <a:latin typeface="Arial"/>
            </a:endParaRPr>
          </a:p>
          <a:p>
            <a:pPr marL="360360" indent="0" defTabSz="914400">
              <a:lnSpc>
                <a:spcPct val="90000"/>
              </a:lnSpc>
              <a:spcBef>
                <a:spcPts val="499"/>
              </a:spcBef>
              <a:buNone/>
              <a:tabLst>
                <a:tab pos="0" algn="l"/>
              </a:tabLst>
            </a:pPr>
            <a:r>
              <a:rPr lang="de-DE" sz="1800" b="0" u="none" strike="noStrike">
                <a:solidFill>
                  <a:schemeClr val="dk1"/>
                </a:solidFill>
                <a:uFillTx/>
                <a:latin typeface="Courier New"/>
              </a:rPr>
              <a:t>		res.writeHead(200, {</a:t>
            </a:r>
            <a:endParaRPr lang="de-DE" sz="1800" b="0" u="none" strike="noStrike">
              <a:solidFill>
                <a:srgbClr val="000000"/>
              </a:solidFill>
              <a:uFillTx/>
              <a:latin typeface="Arial"/>
            </a:endParaRPr>
          </a:p>
          <a:p>
            <a:pPr marL="360360" indent="0" defTabSz="914400">
              <a:lnSpc>
                <a:spcPct val="90000"/>
              </a:lnSpc>
              <a:spcBef>
                <a:spcPts val="499"/>
              </a:spcBef>
              <a:buNone/>
              <a:tabLst>
                <a:tab pos="0" algn="l"/>
              </a:tabLst>
            </a:pPr>
            <a:r>
              <a:rPr lang="de-DE" sz="1800" b="0" u="none" strike="noStrike">
                <a:solidFill>
                  <a:schemeClr val="dk1"/>
                </a:solidFill>
                <a:uFillTx/>
                <a:latin typeface="Courier New"/>
              </a:rPr>
              <a:t>			'Content-Type' : 'text/html'</a:t>
            </a:r>
            <a:endParaRPr lang="de-DE" sz="1800" b="0" u="none" strike="noStrike">
              <a:solidFill>
                <a:srgbClr val="000000"/>
              </a:solidFill>
              <a:uFillTx/>
              <a:latin typeface="Arial"/>
            </a:endParaRPr>
          </a:p>
          <a:p>
            <a:pPr marL="360360" indent="0" defTabSz="914400">
              <a:lnSpc>
                <a:spcPct val="90000"/>
              </a:lnSpc>
              <a:spcBef>
                <a:spcPts val="499"/>
              </a:spcBef>
              <a:buNone/>
              <a:tabLst>
                <a:tab pos="0" algn="l"/>
              </a:tabLst>
            </a:pPr>
            <a:r>
              <a:rPr lang="de-DE" sz="1800" b="0" u="none" strike="noStrike">
                <a:solidFill>
                  <a:schemeClr val="dk1"/>
                </a:solidFill>
                <a:uFillTx/>
                <a:latin typeface="Courier New"/>
              </a:rPr>
              <a:t>		});</a:t>
            </a:r>
            <a:endParaRPr lang="de-DE" sz="1800" b="0" u="none" strike="noStrike">
              <a:solidFill>
                <a:srgbClr val="000000"/>
              </a:solidFill>
              <a:uFillTx/>
              <a:latin typeface="Arial"/>
            </a:endParaRPr>
          </a:p>
          <a:p>
            <a:pPr marL="360360" indent="0" defTabSz="914400">
              <a:lnSpc>
                <a:spcPct val="90000"/>
              </a:lnSpc>
              <a:spcBef>
                <a:spcPts val="499"/>
              </a:spcBef>
              <a:buNone/>
              <a:tabLst>
                <a:tab pos="0" algn="l"/>
              </a:tabLst>
            </a:pPr>
            <a:r>
              <a:rPr lang="de-DE" sz="1800" b="0" u="none" strike="noStrike">
                <a:solidFill>
                  <a:schemeClr val="dk1"/>
                </a:solidFill>
                <a:uFillTx/>
                <a:latin typeface="Courier New"/>
              </a:rPr>
              <a:t>	} else if …</a:t>
            </a:r>
            <a:endParaRPr lang="de-DE" sz="1800" b="0" u="none" strike="noStrike">
              <a:solidFill>
                <a:srgbClr val="000000"/>
              </a:solidFill>
              <a:uFillTx/>
              <a:latin typeface="Arial"/>
            </a:endParaRPr>
          </a:p>
          <a:p>
            <a:pPr marL="360360" indent="0" defTabSz="914400">
              <a:lnSpc>
                <a:spcPct val="90000"/>
              </a:lnSpc>
              <a:spcBef>
                <a:spcPts val="499"/>
              </a:spcBef>
              <a:buNone/>
              <a:tabLst>
                <a:tab pos="0" algn="l"/>
              </a:tabLst>
            </a:pPr>
            <a:r>
              <a:rPr lang="de-DE" sz="1800" b="0" u="none" strike="noStrike">
                <a:solidFill>
                  <a:schemeClr val="dk1"/>
                </a:solidFill>
                <a:uFillTx/>
                <a:latin typeface="Courier New"/>
              </a:rPr>
              <a:t>	var filename = "./static-content" + req.url;</a:t>
            </a:r>
            <a:endParaRPr lang="de-DE" sz="1800" b="0" u="none" strike="noStrike">
              <a:solidFill>
                <a:srgbClr val="000000"/>
              </a:solidFill>
              <a:uFillTx/>
              <a:latin typeface="Arial"/>
            </a:endParaRPr>
          </a:p>
          <a:p>
            <a:pPr marL="360360" indent="0" defTabSz="914400">
              <a:lnSpc>
                <a:spcPct val="90000"/>
              </a:lnSpc>
              <a:spcBef>
                <a:spcPts val="499"/>
              </a:spcBef>
              <a:buNone/>
              <a:tabLst>
                <a:tab pos="0" algn="l"/>
              </a:tabLst>
            </a:pPr>
            <a:r>
              <a:rPr lang="de-DE" sz="1800" b="0" u="none" strike="noStrike">
                <a:solidFill>
                  <a:schemeClr val="dk1"/>
                </a:solidFill>
                <a:uFillTx/>
                <a:latin typeface="Courier New"/>
              </a:rPr>
              <a:t>	fs.createReadStream(filename).pipe(res);</a:t>
            </a:r>
            <a:endParaRPr lang="de-DE" sz="1800" b="0" u="none" strike="noStrike">
              <a:solidFill>
                <a:srgbClr val="000000"/>
              </a:solidFill>
              <a:uFillTx/>
              <a:latin typeface="Arial"/>
            </a:endParaRPr>
          </a:p>
          <a:p>
            <a:pPr marL="360360" indent="0" defTabSz="914400">
              <a:lnSpc>
                <a:spcPct val="90000"/>
              </a:lnSpc>
              <a:spcBef>
                <a:spcPts val="499"/>
              </a:spcBef>
              <a:buNone/>
              <a:tabLst>
                <a:tab pos="0" algn="l"/>
              </a:tabLst>
            </a:pPr>
            <a:r>
              <a:rPr lang="de-DE" sz="1800" b="0" u="none" strike="noStrike">
                <a:solidFill>
                  <a:schemeClr val="dk1"/>
                </a:solidFill>
                <a:uFillTx/>
                <a:latin typeface="Courier New"/>
              </a:rPr>
              <a:t>}).listen(6061, '127.0.0.1');</a:t>
            </a:r>
            <a:endParaRPr lang="de-DE" sz="1800" b="0" u="none" strike="noStrike">
              <a:solidFill>
                <a:srgbClr val="000000"/>
              </a:solidFill>
              <a:uFillTx/>
              <a:latin typeface="Arial"/>
            </a:endParaRPr>
          </a:p>
          <a:p>
            <a:pPr marL="360360" indent="0" defTabSz="914400">
              <a:lnSpc>
                <a:spcPct val="90000"/>
              </a:lnSpc>
              <a:spcBef>
                <a:spcPts val="499"/>
              </a:spcBef>
              <a:buNone/>
              <a:tabLst>
                <a:tab pos="0" algn="l"/>
              </a:tabLst>
            </a:pPr>
            <a:endParaRPr lang="de-DE" sz="1800" b="0" u="none" strike="noStrike">
              <a:solidFill>
                <a:srgbClr val="000000"/>
              </a:solidFill>
              <a:uFillTx/>
              <a:latin typeface="Arial"/>
            </a:endParaRPr>
          </a:p>
        </p:txBody>
      </p:sp>
    </p:spTree>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0"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Installation: node.js</a:t>
            </a:r>
            <a:endParaRPr lang="de-DE" sz="4400" b="0" u="none" strike="noStrike">
              <a:solidFill>
                <a:srgbClr val="000000"/>
              </a:solidFill>
              <a:uFillTx/>
              <a:latin typeface="Arial"/>
            </a:endParaRPr>
          </a:p>
        </p:txBody>
      </p:sp>
      <p:pic>
        <p:nvPicPr>
          <p:cNvPr id="1231" name="Picture 2"/>
          <p:cNvPicPr/>
          <p:nvPr/>
        </p:nvPicPr>
        <p:blipFill>
          <a:blip r:embed="rId2"/>
          <a:stretch/>
        </p:blipFill>
        <p:spPr>
          <a:xfrm>
            <a:off x="3500280" y="1817280"/>
            <a:ext cx="6086520" cy="4575240"/>
          </a:xfrm>
          <a:prstGeom prst="rect">
            <a:avLst/>
          </a:prstGeom>
          <a:noFill/>
          <a:ln w="9525">
            <a:solidFill>
              <a:srgbClr val="000000"/>
            </a:solidFill>
            <a:miter/>
          </a:ln>
        </p:spPr>
      </p:pic>
    </p:spTree>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232" name="Rectangle 8">
            <a:extLst>
              <a:ext uri="{C183D7F6-B498-43B3-948B-1728B52AA6E4}">
                <adec:decorative xmlns:adec="http://schemas.microsoft.com/office/drawing/2017/decorative" val="1"/>
              </a:ext>
            </a:extLst>
          </p:cNvPr>
          <p:cNvSpPr/>
          <p:nvPr/>
        </p:nvSpPr>
        <p:spPr>
          <a:xfrm>
            <a:off x="0" y="0"/>
            <a:ext cx="5091840" cy="68565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1233" name="PlaceHolder 1"/>
          <p:cNvSpPr>
            <a:spLocks noGrp="1"/>
          </p:cNvSpPr>
          <p:nvPr>
            <p:ph type="title"/>
          </p:nvPr>
        </p:nvSpPr>
        <p:spPr>
          <a:xfrm>
            <a:off x="524880" y="620280"/>
            <a:ext cx="3807000" cy="5503320"/>
          </a:xfrm>
          <a:prstGeom prst="rect">
            <a:avLst/>
          </a:prstGeom>
          <a:noFill/>
          <a:ln w="0">
            <a:noFill/>
          </a:ln>
        </p:spPr>
        <p:txBody>
          <a:bodyPr lIns="91440" tIns="45720" rIns="91440" bIns="45720" anchor="ctr">
            <a:normAutofit/>
          </a:bodyPr>
          <a:lstStyle/>
          <a:p>
            <a:pPr indent="0" defTabSz="914400">
              <a:lnSpc>
                <a:spcPct val="90000"/>
              </a:lnSpc>
              <a:buNone/>
              <a:tabLst>
                <a:tab pos="0" algn="l"/>
              </a:tabLst>
            </a:pPr>
            <a:r>
              <a:rPr lang="de-DE" sz="6000" b="0" u="none" strike="noStrike">
                <a:solidFill>
                  <a:schemeClr val="lt1"/>
                </a:solidFill>
                <a:uFillTx/>
                <a:latin typeface="Calibri Light"/>
              </a:rPr>
              <a:t>Testen der Installation</a:t>
            </a:r>
            <a:endParaRPr lang="de-DE" sz="6000" b="0" u="none" strike="noStrike">
              <a:solidFill>
                <a:srgbClr val="000000"/>
              </a:solidFill>
              <a:uFillTx/>
              <a:latin typeface="Arial"/>
            </a:endParaRPr>
          </a:p>
        </p:txBody>
      </p:sp>
      <p:graphicFrame>
        <p:nvGraphicFramePr>
          <p:cNvPr id="15" name="Diagram15"/>
          <p:cNvGraphicFramePr/>
          <p:nvPr>
            <p:extLst>
              <p:ext uri="{D42A27DB-BD31-4B8C-83A1-F6EECF244321}">
                <p14:modId xmlns:p14="http://schemas.microsoft.com/office/powerpoint/2010/main" val="3074464505"/>
              </p:ext>
            </p:extLst>
          </p:nvPr>
        </p:nvGraphicFramePr>
        <p:xfrm>
          <a:off x="5468400" y="620280"/>
          <a:ext cx="6262200" cy="55033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4"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Node und Browser-basierte Anwendungen</a:t>
            </a:r>
            <a:endParaRPr lang="de-DE" sz="4400" b="0" u="none" strike="noStrike">
              <a:solidFill>
                <a:srgbClr val="000000"/>
              </a:solidFill>
              <a:uFillTx/>
              <a:latin typeface="Arial"/>
            </a:endParaRPr>
          </a:p>
        </p:txBody>
      </p:sp>
      <p:sp>
        <p:nvSpPr>
          <p:cNvPr id="1235"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Obwohl node.js nicht im Browser ausgeführt wird, wird es trotzdem gerne im Rahmen der Software-Entwicklung genutzt</a:t>
            </a:r>
            <a:endParaRPr lang="de-DE" sz="28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Hierzu wird node als Web Server eingesetzt, der die JavaScript-Dateien sowie die statischen Ressourcen (HTML, CSS, …) zum Browser sendet</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Mit Hilfe eines Browser-Sync-Frameworks triggern Änderungen von JavaScript-Dateien auf Server-Seite einen Browser-Refresh</a:t>
            </a:r>
            <a:endParaRPr lang="de-DE" sz="2400" b="0" u="none" strike="noStrike">
              <a:solidFill>
                <a:srgbClr val="000000"/>
              </a:solidFill>
              <a:uFillTx/>
              <a:latin typeface="Arial"/>
            </a:endParaRPr>
          </a:p>
          <a:p>
            <a:pPr marL="1143000" lvl="2" indent="-228600" defTabSz="914400">
              <a:lnSpc>
                <a:spcPct val="90000"/>
              </a:lnSpc>
              <a:spcBef>
                <a:spcPts val="499"/>
              </a:spcBef>
              <a:buClr>
                <a:srgbClr val="000000"/>
              </a:buClr>
              <a:buFont typeface="Arial"/>
              <a:buChar char="•"/>
            </a:pPr>
            <a:r>
              <a:rPr lang="de-DE" sz="2000" b="0" u="sng" strike="noStrike">
                <a:solidFill>
                  <a:schemeClr val="dk1"/>
                </a:solidFill>
                <a:uFillTx/>
                <a:latin typeface="Courier New"/>
              </a:rPr>
              <a:t>https://www.browsersync.io/</a:t>
            </a:r>
            <a:endParaRPr lang="de-DE" sz="2000" b="0" u="none" strike="noStrike">
              <a:solidFill>
                <a:srgbClr val="000000"/>
              </a:solidFill>
              <a:uFillTx/>
              <a:latin typeface="Arial"/>
            </a:endParaRPr>
          </a:p>
          <a:p>
            <a:pPr marL="1143000" lvl="2" indent="-228600" defTabSz="914400">
              <a:lnSpc>
                <a:spcPct val="90000"/>
              </a:lnSpc>
              <a:spcBef>
                <a:spcPts val="499"/>
              </a:spcBef>
              <a:buClr>
                <a:srgbClr val="000000"/>
              </a:buClr>
              <a:buFont typeface="Arial"/>
              <a:buChar char="•"/>
            </a:pPr>
            <a:r>
              <a:rPr lang="de-DE" sz="2000" b="0" u="none" strike="noStrike">
                <a:solidFill>
                  <a:schemeClr val="dk1"/>
                </a:solidFill>
                <a:uFillTx/>
                <a:latin typeface="Calibri"/>
              </a:rPr>
              <a:t>Damit werden Änderungen ohne weitere Benutzer-Interaktion sofort angezeigt</a:t>
            </a:r>
            <a:endParaRPr lang="de-DE" sz="2000" b="0" u="none" strike="noStrike">
              <a:solidFill>
                <a:srgbClr val="000000"/>
              </a:solidFill>
              <a:uFillTx/>
              <a:latin typeface="Arial"/>
            </a:endParaRPr>
          </a:p>
          <a:p>
            <a:pPr marL="1143000" lvl="2" indent="-228600" defTabSz="914400">
              <a:lnSpc>
                <a:spcPct val="90000"/>
              </a:lnSpc>
              <a:spcBef>
                <a:spcPts val="499"/>
              </a:spcBef>
              <a:buClr>
                <a:srgbClr val="000000"/>
              </a:buClr>
              <a:buFont typeface="Arial"/>
              <a:buChar char="•"/>
            </a:pPr>
            <a:r>
              <a:rPr lang="de-DE" sz="2000" b="0" u="none" strike="noStrike">
                <a:solidFill>
                  <a:schemeClr val="dk1"/>
                </a:solidFill>
                <a:uFillTx/>
                <a:latin typeface="Calibri"/>
              </a:rPr>
              <a:t>Für eine agile Software-Entwicklung natürlich äußerst praktisch</a:t>
            </a:r>
            <a:endParaRPr lang="de-DE" sz="2000" b="0" u="none" strike="noStrike">
              <a:solidFill>
                <a:srgbClr val="000000"/>
              </a:solidFill>
              <a:uFillTx/>
              <a:latin typeface="Arial"/>
            </a:endParaRPr>
          </a:p>
        </p:txBody>
      </p:sp>
    </p:spTree>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1236" name="Rectangle 8">
            <a:extLst>
              <a:ext uri="{C183D7F6-B498-43B3-948B-1728B52AA6E4}">
                <adec:decorative xmlns:adec="http://schemas.microsoft.com/office/drawing/2017/decorative" val="1"/>
              </a:ext>
            </a:extLst>
          </p:cNvPr>
          <p:cNvSpPr/>
          <p:nvPr/>
        </p:nvSpPr>
        <p:spPr>
          <a:xfrm>
            <a:off x="0" y="0"/>
            <a:ext cx="12190680" cy="685656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1237" name="Rectangle 10">
            <a:extLst>
              <a:ext uri="{C183D7F6-B498-43B3-948B-1728B52AA6E4}">
                <adec:decorative xmlns:adec="http://schemas.microsoft.com/office/drawing/2017/decorative" val="1"/>
              </a:ext>
            </a:extLst>
          </p:cNvPr>
          <p:cNvSpPr/>
          <p:nvPr/>
        </p:nvSpPr>
        <p:spPr>
          <a:xfrm rot="5400000" flipH="1">
            <a:off x="-1418760" y="1418760"/>
            <a:ext cx="6874200" cy="4039200"/>
          </a:xfrm>
          <a:prstGeom prst="rect">
            <a:avLst/>
          </a:prstGeom>
          <a:gradFill rotWithShape="0">
            <a:gsLst>
              <a:gs pos="11000">
                <a:srgbClr val="000000"/>
              </a:gs>
              <a:gs pos="100000">
                <a:srgbClr val="16735A"/>
              </a:gs>
            </a:gsLst>
            <a:lin ang="132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1238" name="Rectangle 12">
            <a:extLst>
              <a:ext uri="{C183D7F6-B498-43B3-948B-1728B52AA6E4}">
                <adec:decorative xmlns:adec="http://schemas.microsoft.com/office/drawing/2017/decorative" val="1"/>
              </a:ext>
            </a:extLst>
          </p:cNvPr>
          <p:cNvSpPr/>
          <p:nvPr/>
        </p:nvSpPr>
        <p:spPr>
          <a:xfrm rot="16200000">
            <a:off x="-159480" y="2660760"/>
            <a:ext cx="4354200" cy="4039200"/>
          </a:xfrm>
          <a:prstGeom prst="rect">
            <a:avLst/>
          </a:prstGeom>
          <a:gradFill rotWithShape="0">
            <a:gsLst>
              <a:gs pos="0">
                <a:srgbClr val="1D9A78">
                  <a:alpha val="50000"/>
                </a:srgbClr>
              </a:gs>
              <a:gs pos="100000">
                <a:srgbClr val="0E4D3C">
                  <a:alpha val="0"/>
                </a:srgbClr>
              </a:gs>
            </a:gsLst>
            <a:lin ang="60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pic>
        <p:nvPicPr>
          <p:cNvPr id="1239" name="Picture 4" descr="Cardboard boxes on conveyor belt"/>
          <p:cNvPicPr/>
          <p:nvPr/>
        </p:nvPicPr>
        <p:blipFill>
          <a:blip r:embed="rId2"/>
          <a:srcRect l="15465" r="5319"/>
          <a:stretch/>
        </p:blipFill>
        <p:spPr>
          <a:xfrm>
            <a:off x="4038480" y="0"/>
            <a:ext cx="8158680" cy="6874200"/>
          </a:xfrm>
          <a:prstGeom prst="rect">
            <a:avLst/>
          </a:prstGeom>
          <a:noFill/>
          <a:ln w="0">
            <a:noFill/>
          </a:ln>
        </p:spPr>
      </p:pic>
      <p:sp>
        <p:nvSpPr>
          <p:cNvPr id="1240" name="Freeform: Shape 14">
            <a:extLst>
              <a:ext uri="{C183D7F6-B498-43B3-948B-1728B52AA6E4}">
                <adec:decorative xmlns:adec="http://schemas.microsoft.com/office/drawing/2017/decorative" val="1"/>
              </a:ext>
            </a:extLst>
          </p:cNvPr>
          <p:cNvSpPr/>
          <p:nvPr/>
        </p:nvSpPr>
        <p:spPr>
          <a:xfrm rot="6097800">
            <a:off x="-744480" y="1200240"/>
            <a:ext cx="4806720" cy="4087080"/>
          </a:xfrm>
          <a:custGeom>
            <a:avLst/>
            <a:gdLst>
              <a:gd name="textAreaLeft" fmla="*/ 0 w 4806720"/>
              <a:gd name="textAreaRight" fmla="*/ 4808160 w 4806720"/>
              <a:gd name="textAreaTop" fmla="*/ 0 h 4087080"/>
              <a:gd name="textAreaBottom" fmla="*/ 4088520 h 4087080"/>
            </a:gdLst>
            <a:ahLst/>
            <a:cxnLst/>
            <a:rect l="textAreaLeft" t="textAreaTop" r="textAreaRight" b="textAreaBottom"/>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rotWithShape="0">
            <a:gsLst>
              <a:gs pos="39000">
                <a:srgbClr val="5AE0BB">
                  <a:alpha val="0"/>
                </a:srgbClr>
              </a:gs>
              <a:gs pos="100000">
                <a:srgbClr val="16735A">
                  <a:alpha val="26000"/>
                </a:srgbClr>
              </a:gs>
            </a:gsLst>
            <a:lin ang="1296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1241" name="PlaceHolder 1"/>
          <p:cNvSpPr>
            <a:spLocks noGrp="1"/>
          </p:cNvSpPr>
          <p:nvPr>
            <p:ph type="title"/>
          </p:nvPr>
        </p:nvSpPr>
        <p:spPr>
          <a:xfrm>
            <a:off x="534600" y="2950560"/>
            <a:ext cx="3051000" cy="3529800"/>
          </a:xfrm>
          <a:prstGeom prst="rect">
            <a:avLst/>
          </a:prstGeom>
          <a:noFill/>
          <a:ln w="0">
            <a:noFill/>
          </a:ln>
        </p:spPr>
        <p:txBody>
          <a:bodyPr lIns="91440" tIns="45720" rIns="91440" bIns="45720" anchor="t">
            <a:normAutofit/>
          </a:bodyPr>
          <a:lstStyle/>
          <a:p>
            <a:pPr indent="0" algn="r" defTabSz="914400">
              <a:lnSpc>
                <a:spcPct val="90000"/>
              </a:lnSpc>
              <a:buNone/>
              <a:tabLst>
                <a:tab pos="0" algn="l"/>
              </a:tabLst>
            </a:pPr>
            <a:r>
              <a:rPr lang="en-US" sz="4000" b="0" u="none" strike="noStrike">
                <a:solidFill>
                  <a:srgbClr val="FFFFFF"/>
                </a:solidFill>
                <a:uFillTx/>
                <a:latin typeface="Calibri Light"/>
              </a:rPr>
              <a:t>npm – Der Node Package Manager</a:t>
            </a:r>
            <a:endParaRPr lang="de-DE" sz="4000" b="0" u="none" strike="noStrike">
              <a:solidFill>
                <a:srgbClr val="000000"/>
              </a:solidFill>
              <a:uFillTx/>
              <a:latin typeface="Arial"/>
            </a:endParaRPr>
          </a:p>
        </p:txBody>
      </p:sp>
      <p:sp>
        <p:nvSpPr>
          <p:cNvPr id="1242" name="PlaceHolder 2"/>
          <p:cNvSpPr>
            <a:spLocks noGrp="1"/>
          </p:cNvSpPr>
          <p:nvPr>
            <p:ph/>
          </p:nvPr>
        </p:nvSpPr>
        <p:spPr>
          <a:xfrm>
            <a:off x="777960" y="743760"/>
            <a:ext cx="2807280" cy="1380960"/>
          </a:xfrm>
          <a:prstGeom prst="rect">
            <a:avLst/>
          </a:prstGeom>
          <a:noFill/>
          <a:ln w="0">
            <a:noFill/>
          </a:ln>
        </p:spPr>
        <p:txBody>
          <a:bodyPr lIns="91440" tIns="45720" rIns="91440" bIns="45720" anchor="b">
            <a:normAutofit/>
          </a:bodyPr>
          <a:lstStyle/>
          <a:p>
            <a:pPr indent="0">
              <a:spcBef>
                <a:spcPts val="1417"/>
              </a:spcBef>
              <a:buNone/>
            </a:pPr>
            <a:endParaRPr lang="de-DE" sz="1800" b="0" u="none" strike="noStrike">
              <a:solidFill>
                <a:srgbClr val="000000"/>
              </a:solidFill>
              <a:uFillTx/>
              <a:latin typeface="Arial"/>
            </a:endParaRPr>
          </a:p>
        </p:txBody>
      </p:sp>
    </p:spTree>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3"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Was ist npm?</a:t>
            </a:r>
            <a:endParaRPr lang="de-DE" sz="4400" b="0" u="none" strike="noStrike">
              <a:solidFill>
                <a:srgbClr val="000000"/>
              </a:solidFill>
              <a:uFillTx/>
              <a:latin typeface="Arial"/>
            </a:endParaRPr>
          </a:p>
        </p:txBody>
      </p:sp>
      <p:sp>
        <p:nvSpPr>
          <p:cNvPr id="1244"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Primär ein Packaging Manager</a:t>
            </a:r>
            <a:endParaRPr lang="de-DE" sz="28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ourier New"/>
              </a:rPr>
              <a:t>npm</a:t>
            </a:r>
            <a:r>
              <a:rPr lang="de-DE" sz="2800" b="0" u="none" strike="noStrike">
                <a:solidFill>
                  <a:schemeClr val="dk1"/>
                </a:solidFill>
                <a:uFillTx/>
                <a:latin typeface="Calibri"/>
              </a:rPr>
              <a:t> ist Bestandteil der </a:t>
            </a:r>
            <a:r>
              <a:rPr lang="de-DE" sz="2800" b="0" u="none" strike="noStrike">
                <a:solidFill>
                  <a:schemeClr val="dk1"/>
                </a:solidFill>
                <a:uFillTx/>
                <a:latin typeface="Courier New"/>
              </a:rPr>
              <a:t>node</a:t>
            </a:r>
            <a:r>
              <a:rPr lang="de-DE" sz="2800" b="0" u="none" strike="noStrike">
                <a:solidFill>
                  <a:schemeClr val="dk1"/>
                </a:solidFill>
                <a:uFillTx/>
                <a:latin typeface="Calibri"/>
              </a:rPr>
              <a:t>-Installation</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ourier New"/>
              </a:rPr>
              <a:t>npm –v</a:t>
            </a:r>
            <a:endParaRPr lang="de-DE" sz="24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Die offizielle npm Registry liegt im Internet</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1600" b="0" u="sng" strike="noStrike">
                <a:solidFill>
                  <a:schemeClr val="dk1"/>
                </a:solidFill>
                <a:uFillTx/>
                <a:latin typeface="Courier New"/>
                <a:hlinkClick r:id="rId2"/>
              </a:rPr>
              <a:t>https://docs.npmjs.com/misc/registry</a:t>
            </a:r>
            <a:endParaRPr lang="de-DE" sz="16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Im Wesentlichen eine CouchDB</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Laden der Software durch RESTful Aufrufe</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Die </a:t>
            </a:r>
            <a:r>
              <a:rPr lang="de-DE" sz="2400" b="0" u="none" strike="noStrike">
                <a:solidFill>
                  <a:schemeClr val="dk1"/>
                </a:solidFill>
                <a:uFillTx/>
                <a:latin typeface="Courier New"/>
              </a:rPr>
              <a:t>npm</a:t>
            </a:r>
            <a:r>
              <a:rPr lang="de-DE" sz="2400" b="0" u="none" strike="noStrike">
                <a:solidFill>
                  <a:schemeClr val="dk1"/>
                </a:solidFill>
                <a:uFillTx/>
                <a:latin typeface="Calibri"/>
              </a:rPr>
              <a:t>-Registry  ist aktuell die größte Sammlung von Software</a:t>
            </a:r>
            <a:endParaRPr lang="de-DE" sz="24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Unternehmens-interne oder private Registries können angemietet werden</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endParaRPr lang="de-DE" sz="2800" b="0" u="none" strike="noStrike">
              <a:solidFill>
                <a:srgbClr val="000000"/>
              </a:solidFill>
              <a:uFillTx/>
              <a:latin typeface="Arial"/>
            </a:endParaRPr>
          </a:p>
        </p:txBody>
      </p:sp>
    </p:spTree>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5"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npm Kommandos</a:t>
            </a:r>
            <a:endParaRPr lang="de-DE" sz="4400" b="0" u="none" strike="noStrike">
              <a:solidFill>
                <a:srgbClr val="000000"/>
              </a:solidFill>
              <a:uFillTx/>
              <a:latin typeface="Arial"/>
            </a:endParaRPr>
          </a:p>
        </p:txBody>
      </p:sp>
      <p:sp>
        <p:nvSpPr>
          <p:cNvPr id="1246"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ourier New"/>
              </a:rPr>
              <a:t>npm</a:t>
            </a:r>
            <a:r>
              <a:rPr lang="de-DE" sz="2800" b="0" u="none" strike="noStrike">
                <a:solidFill>
                  <a:schemeClr val="dk1"/>
                </a:solidFill>
                <a:uFillTx/>
                <a:latin typeface="Calibri"/>
              </a:rPr>
              <a:t> wird über die Kommandozeile angesprochen</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eine grafische Oberfläche wird als separates Modul zur Verfügung gestellt</a:t>
            </a:r>
            <a:endParaRPr lang="de-DE" sz="24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Hilfesystem</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ourier New"/>
              </a:rPr>
              <a:t>npm –h</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ourier New"/>
              </a:rPr>
              <a:t>npm &lt;command&gt; -h</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sng" strike="noStrike">
                <a:solidFill>
                  <a:schemeClr val="dk1"/>
                </a:solidFill>
                <a:uFillTx/>
                <a:latin typeface="Courier New"/>
                <a:hlinkClick r:id="rId2"/>
              </a:rPr>
              <a:t>https://docs.npmjs.com/</a:t>
            </a:r>
            <a:endParaRPr lang="de-DE" sz="2400" b="0" u="none" strike="noStrike">
              <a:solidFill>
                <a:srgbClr val="000000"/>
              </a:solidFill>
              <a:uFillTx/>
              <a:latin typeface="Arial"/>
            </a:endParaRPr>
          </a:p>
          <a:p>
            <a:pPr indent="0" defTabSz="914400">
              <a:lnSpc>
                <a:spcPct val="90000"/>
              </a:lnSpc>
              <a:spcBef>
                <a:spcPts val="499"/>
              </a:spcBef>
              <a:buNone/>
              <a:tabLst>
                <a:tab pos="0" algn="l"/>
              </a:tabLst>
            </a:pPr>
            <a:endParaRPr lang="de-DE" sz="2400" b="0" u="none" strike="noStrike">
              <a:solidFill>
                <a:srgbClr val="000000"/>
              </a:solidFill>
              <a:uFillTx/>
              <a:latin typeface="Arial"/>
            </a:endParaRPr>
          </a:p>
        </p:txBody>
      </p:sp>
    </p:spTree>
  </p:cSld>
  <p:clrMapOvr>
    <a:masterClrMapping/>
  </p:clrMapOvr>
</p:sld>
</file>

<file path=ppt/slides/slide30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247" name="Rectangle 10">
            <a:extLst>
              <a:ext uri="{C183D7F6-B498-43B3-948B-1728B52AA6E4}">
                <adec:decorative xmlns:adec="http://schemas.microsoft.com/office/drawing/2017/decorative" val="1"/>
              </a:ext>
            </a:extLst>
          </p:cNvPr>
          <p:cNvSpPr/>
          <p:nvPr/>
        </p:nvSpPr>
        <p:spPr>
          <a:xfrm>
            <a:off x="0" y="0"/>
            <a:ext cx="12190680" cy="685656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pic>
        <p:nvPicPr>
          <p:cNvPr id="1248" name="Picture 6" descr="Sphere of mesh and nodes"/>
          <p:cNvPicPr/>
          <p:nvPr/>
        </p:nvPicPr>
        <p:blipFill>
          <a:blip r:embed="rId2">
            <a:alphaModFix amt="50000"/>
          </a:blip>
          <a:srcRect t="2677" b="22323"/>
          <a:stretch/>
        </p:blipFill>
        <p:spPr>
          <a:xfrm>
            <a:off x="0" y="0"/>
            <a:ext cx="12190680" cy="6856560"/>
          </a:xfrm>
          <a:prstGeom prst="rect">
            <a:avLst/>
          </a:prstGeom>
          <a:noFill/>
          <a:ln w="0">
            <a:noFill/>
          </a:ln>
        </p:spPr>
      </p:pic>
      <p:sp>
        <p:nvSpPr>
          <p:cNvPr id="1249" name="PlaceHolder 1"/>
          <p:cNvSpPr>
            <a:spLocks noGrp="1"/>
          </p:cNvSpPr>
          <p:nvPr>
            <p:ph type="title"/>
          </p:nvPr>
        </p:nvSpPr>
        <p:spPr>
          <a:xfrm>
            <a:off x="1523880" y="1122480"/>
            <a:ext cx="9142560" cy="2899080"/>
          </a:xfrm>
          <a:prstGeom prst="rect">
            <a:avLst/>
          </a:prstGeom>
          <a:noFill/>
          <a:ln w="0">
            <a:noFill/>
          </a:ln>
        </p:spPr>
        <p:txBody>
          <a:bodyPr lIns="91440" tIns="45720" rIns="91440" bIns="45720" anchor="b">
            <a:normAutofit/>
          </a:bodyPr>
          <a:lstStyle/>
          <a:p>
            <a:pPr indent="0" algn="ctr" defTabSz="914400">
              <a:lnSpc>
                <a:spcPct val="90000"/>
              </a:lnSpc>
              <a:buNone/>
              <a:tabLst>
                <a:tab pos="0" algn="l"/>
              </a:tabLst>
            </a:pPr>
            <a:r>
              <a:rPr lang="en-US" sz="6000" b="0" u="none" strike="noStrike">
                <a:solidFill>
                  <a:srgbClr val="FFFFFF"/>
                </a:solidFill>
                <a:uFillTx/>
                <a:latin typeface="Calibri Light"/>
              </a:rPr>
              <a:t>Node-Modules</a:t>
            </a:r>
            <a:endParaRPr lang="de-DE" sz="6000" b="0" u="none" strike="noStrike">
              <a:solidFill>
                <a:srgbClr val="FFFFFF"/>
              </a:solidFill>
              <a:uFillTx/>
              <a:latin typeface="Arial"/>
            </a:endParaRPr>
          </a:p>
        </p:txBody>
      </p:sp>
      <p:sp>
        <p:nvSpPr>
          <p:cNvPr id="1250" name="PlaceHolder 2"/>
          <p:cNvSpPr>
            <a:spLocks noGrp="1"/>
          </p:cNvSpPr>
          <p:nvPr>
            <p:ph/>
          </p:nvPr>
        </p:nvSpPr>
        <p:spPr>
          <a:xfrm>
            <a:off x="1523880" y="4159440"/>
            <a:ext cx="9142560" cy="1096920"/>
          </a:xfrm>
          <a:prstGeom prst="rect">
            <a:avLst/>
          </a:prstGeom>
          <a:noFill/>
          <a:ln w="0">
            <a:noFill/>
          </a:ln>
        </p:spPr>
        <p:txBody>
          <a:bodyPr lIns="91440" tIns="45720" rIns="91440" bIns="45720" anchor="t">
            <a:normAutofit/>
          </a:bodyPr>
          <a:lstStyle/>
          <a:p>
            <a:pPr indent="0">
              <a:spcBef>
                <a:spcPts val="1417"/>
              </a:spcBef>
              <a:buNone/>
            </a:pPr>
            <a:endParaRPr lang="de-DE" sz="1800" b="0" u="none" strike="noStrike">
              <a:solidFill>
                <a:srgbClr val="FFFFFF"/>
              </a:solidFill>
              <a:uFillTx/>
              <a:latin typeface="Arial"/>
            </a:endParaRPr>
          </a:p>
        </p:txBody>
      </p:sp>
    </p:spTree>
  </p:cSld>
  <p:clrMapOvr>
    <a:masterClrMapping/>
  </p:clrMapOvr>
</p:sld>
</file>

<file path=ppt/slides/slide3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1"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Node Modules</a:t>
            </a:r>
            <a:endParaRPr lang="de-DE" sz="4400" b="0" u="none" strike="noStrike">
              <a:solidFill>
                <a:srgbClr val="000000"/>
              </a:solidFill>
              <a:uFillTx/>
              <a:latin typeface="Arial"/>
            </a:endParaRPr>
          </a:p>
        </p:txBody>
      </p:sp>
      <p:sp>
        <p:nvSpPr>
          <p:cNvPr id="1252"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fontScale="92500" lnSpcReduction="9999"/>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Jede via </a:t>
            </a:r>
            <a:r>
              <a:rPr lang="de-DE" sz="2800" b="0" u="none" strike="noStrike">
                <a:solidFill>
                  <a:schemeClr val="dk1"/>
                </a:solidFill>
                <a:uFillTx/>
                <a:latin typeface="Courier New"/>
              </a:rPr>
              <a:t>npm</a:t>
            </a:r>
            <a:r>
              <a:rPr lang="de-DE" sz="2800" b="0" u="none" strike="noStrike">
                <a:solidFill>
                  <a:schemeClr val="dk1"/>
                </a:solidFill>
                <a:uFillTx/>
                <a:latin typeface="Calibri"/>
              </a:rPr>
              <a:t> geladene Bibliothek wird als Node-Module konzipiert</a:t>
            </a:r>
            <a:endParaRPr lang="de-DE" sz="28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Jedes Modul besitzt</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Eine Informationsdatei, die </a:t>
            </a:r>
            <a:r>
              <a:rPr lang="de-DE" sz="2400" b="0" i="1" u="none" strike="noStrike">
                <a:solidFill>
                  <a:schemeClr val="dk1"/>
                </a:solidFill>
                <a:uFillTx/>
                <a:latin typeface="Courier New"/>
              </a:rPr>
              <a:t>package.json</a:t>
            </a:r>
            <a:r>
              <a:rPr lang="de-DE" sz="2400" b="0" u="none" strike="noStrike">
                <a:solidFill>
                  <a:schemeClr val="dk1"/>
                </a:solidFill>
                <a:uFillTx/>
                <a:latin typeface="Calibri"/>
              </a:rPr>
              <a:t>, die das Projekt zusätzlich beschreibt</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Abhängige Bibliotheken im Unterverzeichnis </a:t>
            </a:r>
            <a:r>
              <a:rPr lang="de-DE" sz="2400" b="0" i="1" u="none" strike="noStrike">
                <a:solidFill>
                  <a:schemeClr val="dk1"/>
                </a:solidFill>
                <a:uFillTx/>
                <a:latin typeface="Courier New"/>
              </a:rPr>
              <a:t>node_modules</a:t>
            </a:r>
            <a:endParaRPr lang="de-DE" sz="2400" b="0" u="none" strike="noStrike">
              <a:solidFill>
                <a:srgbClr val="000000"/>
              </a:solidFill>
              <a:uFillTx/>
              <a:latin typeface="Arial"/>
            </a:endParaRPr>
          </a:p>
          <a:p>
            <a:pPr marL="1143000" lvl="2" indent="-228600" defTabSz="914400">
              <a:lnSpc>
                <a:spcPct val="90000"/>
              </a:lnSpc>
              <a:spcBef>
                <a:spcPts val="499"/>
              </a:spcBef>
              <a:buClr>
                <a:srgbClr val="000000"/>
              </a:buClr>
              <a:buFont typeface="Arial"/>
              <a:buChar char="•"/>
            </a:pPr>
            <a:r>
              <a:rPr lang="de-DE" sz="2000" b="0" u="none" strike="noStrike">
                <a:solidFill>
                  <a:schemeClr val="dk1"/>
                </a:solidFill>
                <a:uFillTx/>
                <a:latin typeface="Calibri"/>
              </a:rPr>
              <a:t>Diese sind selbst ebenfalls Node-Module</a:t>
            </a:r>
            <a:endParaRPr lang="de-DE" sz="20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Einen Entry-Point, in dem der Module-Entwickler das Fachobjekt seines Moduls erzeugt und exportiert</a:t>
            </a:r>
            <a:endParaRPr lang="de-DE" sz="2400" b="0" u="none" strike="noStrike">
              <a:solidFill>
                <a:srgbClr val="000000"/>
              </a:solidFill>
              <a:uFillTx/>
              <a:latin typeface="Arial"/>
            </a:endParaRPr>
          </a:p>
          <a:p>
            <a:pPr marL="1143000" lvl="2" indent="-228600" defTabSz="914400">
              <a:lnSpc>
                <a:spcPct val="90000"/>
              </a:lnSpc>
              <a:spcBef>
                <a:spcPts val="499"/>
              </a:spcBef>
              <a:buClr>
                <a:srgbClr val="000000"/>
              </a:buClr>
              <a:buFont typeface="Arial"/>
              <a:buChar char="•"/>
            </a:pPr>
            <a:r>
              <a:rPr lang="de-DE" sz="2000" b="0" u="none" strike="noStrike">
                <a:solidFill>
                  <a:schemeClr val="dk1"/>
                </a:solidFill>
                <a:uFillTx/>
                <a:latin typeface="Calibri"/>
              </a:rPr>
              <a:t>Dazu wird dem </a:t>
            </a:r>
            <a:r>
              <a:rPr lang="de-DE" sz="2000" b="0" u="none" strike="noStrike">
                <a:solidFill>
                  <a:schemeClr val="dk1"/>
                </a:solidFill>
                <a:uFillTx/>
                <a:latin typeface="Courier New"/>
              </a:rPr>
              <a:t>module</a:t>
            </a:r>
            <a:r>
              <a:rPr lang="de-DE" sz="2000" b="0" u="none" strike="noStrike">
                <a:solidFill>
                  <a:schemeClr val="dk1"/>
                </a:solidFill>
                <a:uFillTx/>
                <a:latin typeface="Calibri"/>
              </a:rPr>
              <a:t>-Objekt die Eigenschaft </a:t>
            </a:r>
            <a:r>
              <a:rPr lang="de-DE" sz="2000" b="0" u="none" strike="noStrike">
                <a:solidFill>
                  <a:schemeClr val="dk1"/>
                </a:solidFill>
                <a:uFillTx/>
                <a:latin typeface="Courier New"/>
              </a:rPr>
              <a:t>exports</a:t>
            </a:r>
            <a:r>
              <a:rPr lang="de-DE" sz="2000" b="0" u="none" strike="noStrike">
                <a:solidFill>
                  <a:schemeClr val="dk1"/>
                </a:solidFill>
                <a:uFillTx/>
                <a:latin typeface="Calibri"/>
              </a:rPr>
              <a:t> gesetzt</a:t>
            </a:r>
            <a:endParaRPr lang="de-DE" sz="20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Zur Benutzung eines Moduls innerhalb eines Scripts dient der Node-Befehl </a:t>
            </a:r>
            <a:r>
              <a:rPr lang="de-DE" sz="2400" b="0" u="none" strike="noStrike">
                <a:solidFill>
                  <a:schemeClr val="dk1"/>
                </a:solidFill>
                <a:uFillTx/>
                <a:latin typeface="Courier New"/>
              </a:rPr>
              <a:t>require</a:t>
            </a:r>
            <a:endParaRPr lang="de-DE" sz="2400" b="0" u="none" strike="noStrike">
              <a:solidFill>
                <a:srgbClr val="000000"/>
              </a:solidFill>
              <a:uFillTx/>
              <a:latin typeface="Arial"/>
            </a:endParaRPr>
          </a:p>
          <a:p>
            <a:pPr marL="1143000" lvl="2" indent="-228600" defTabSz="914400">
              <a:lnSpc>
                <a:spcPct val="90000"/>
              </a:lnSpc>
              <a:spcBef>
                <a:spcPts val="499"/>
              </a:spcBef>
              <a:buClr>
                <a:srgbClr val="000000"/>
              </a:buClr>
              <a:buFont typeface="Arial"/>
              <a:buChar char="•"/>
            </a:pPr>
            <a:r>
              <a:rPr lang="de-DE" sz="2000" b="0" u="none" strike="noStrike">
                <a:solidFill>
                  <a:schemeClr val="dk1"/>
                </a:solidFill>
                <a:uFillTx/>
                <a:latin typeface="Calibri"/>
              </a:rPr>
              <a:t>Der Rückgabewert von </a:t>
            </a:r>
            <a:r>
              <a:rPr lang="de-DE" sz="2000" b="0" u="none" strike="noStrike">
                <a:solidFill>
                  <a:schemeClr val="dk1"/>
                </a:solidFill>
                <a:uFillTx/>
                <a:latin typeface="Courier New"/>
              </a:rPr>
              <a:t>require</a:t>
            </a:r>
            <a:r>
              <a:rPr lang="de-DE" sz="2000" b="0" u="none" strike="noStrike">
                <a:solidFill>
                  <a:schemeClr val="dk1"/>
                </a:solidFill>
                <a:uFillTx/>
                <a:latin typeface="Calibri"/>
              </a:rPr>
              <a:t> ist das vom Modul erzeugte und exportierte Fachobjekt</a:t>
            </a:r>
            <a:endParaRPr lang="de-DE" sz="2000" b="0" u="none" strike="noStrike">
              <a:solidFill>
                <a:srgbClr val="000000"/>
              </a:solidFill>
              <a:uFillTx/>
              <a:latin typeface="Arial"/>
            </a:endParaRPr>
          </a:p>
        </p:txBody>
      </p:sp>
    </p:spTree>
  </p:cSld>
  <p:clrMapOvr>
    <a:masterClrMapping/>
  </p:clrMapOvr>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3"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Die package.json</a:t>
            </a:r>
            <a:endParaRPr lang="de-DE" sz="4400" b="0" u="none" strike="noStrike">
              <a:solidFill>
                <a:srgbClr val="000000"/>
              </a:solidFill>
              <a:uFillTx/>
              <a:latin typeface="Arial"/>
            </a:endParaRPr>
          </a:p>
        </p:txBody>
      </p:sp>
      <p:sp>
        <p:nvSpPr>
          <p:cNvPr id="1254"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Enthält die Projektinformation im JSON-Format</a:t>
            </a:r>
            <a:endParaRPr lang="de-DE" sz="28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Die Datei enthält</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Den Projektnamen</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Die aktuelle Versionsnummer</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Meta-Informationen wie Autor, Schlüsselwörter, Lizenz</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Dependencies</a:t>
            </a:r>
            <a:endParaRPr lang="de-DE"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Ein </a:t>
            </a:r>
            <a:r>
              <a:rPr lang="de-DE" sz="2400" b="0" u="none" strike="noStrike">
                <a:solidFill>
                  <a:schemeClr val="dk1"/>
                </a:solidFill>
                <a:uFillTx/>
                <a:latin typeface="Courier New"/>
              </a:rPr>
              <a:t>scripts</a:t>
            </a:r>
            <a:r>
              <a:rPr lang="de-DE" sz="2400" b="0" u="none" strike="noStrike">
                <a:solidFill>
                  <a:schemeClr val="dk1"/>
                </a:solidFill>
                <a:uFillTx/>
                <a:latin typeface="Calibri"/>
              </a:rPr>
              <a:t>-Objekt mit ausführbaren Befehlen</a:t>
            </a:r>
            <a:endParaRPr lang="de-DE" sz="2400" b="0" u="none" strike="noStrike">
              <a:solidFill>
                <a:srgbClr val="000000"/>
              </a:solidFill>
              <a:uFillTx/>
              <a:latin typeface="Arial"/>
            </a:endParaRPr>
          </a:p>
          <a:p>
            <a:pPr marL="1143000" lvl="2" indent="-228600" defTabSz="914400">
              <a:lnSpc>
                <a:spcPct val="90000"/>
              </a:lnSpc>
              <a:spcBef>
                <a:spcPts val="499"/>
              </a:spcBef>
              <a:buClr>
                <a:srgbClr val="000000"/>
              </a:buClr>
              <a:buFont typeface="Arial"/>
              <a:buChar char="•"/>
            </a:pPr>
            <a:r>
              <a:rPr lang="de-DE" sz="2000" b="0" u="none" strike="noStrike">
                <a:solidFill>
                  <a:schemeClr val="dk1"/>
                </a:solidFill>
                <a:uFillTx/>
                <a:latin typeface="Calibri"/>
              </a:rPr>
              <a:t>Diese können mit </a:t>
            </a:r>
            <a:r>
              <a:rPr lang="de-DE" sz="2000" b="0" u="none" strike="noStrike">
                <a:solidFill>
                  <a:schemeClr val="dk1"/>
                </a:solidFill>
                <a:uFillTx/>
                <a:latin typeface="Courier New"/>
              </a:rPr>
              <a:t>npm run &lt;script&gt;</a:t>
            </a:r>
            <a:r>
              <a:rPr lang="de-DE" sz="2000" b="0" u="none" strike="noStrike">
                <a:solidFill>
                  <a:schemeClr val="dk1"/>
                </a:solidFill>
                <a:uFillTx/>
                <a:latin typeface="Calibri"/>
              </a:rPr>
              <a:t> ausgeführt werden</a:t>
            </a:r>
            <a:endParaRPr lang="de-DE" sz="2000" b="0" u="none" strike="noStrike">
              <a:solidFill>
                <a:srgbClr val="000000"/>
              </a:solidFill>
              <a:uFillTx/>
              <a:latin typeface="Arial"/>
            </a:endParaRPr>
          </a:p>
          <a:p>
            <a:pPr indent="0" defTabSz="914400">
              <a:lnSpc>
                <a:spcPct val="90000"/>
              </a:lnSpc>
              <a:spcBef>
                <a:spcPts val="1001"/>
              </a:spcBef>
              <a:buNone/>
              <a:tabLst>
                <a:tab pos="0" algn="l"/>
              </a:tabLst>
            </a:pPr>
            <a:endParaRPr lang="de-DE" sz="2800" b="0" u="none" strike="noStrike">
              <a:solidFill>
                <a:srgbClr val="000000"/>
              </a:solidFill>
              <a:uFillTx/>
              <a:latin typeface="Arial"/>
            </a:endParaRPr>
          </a:p>
        </p:txBody>
      </p:sp>
    </p:spTree>
  </p:cSld>
  <p:clrMapOvr>
    <a:masterClrMapping/>
  </p:clrMapOvr>
</p:sld>
</file>

<file path=ppt/slides/slide3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5"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Initialisierung eines Projekts</a:t>
            </a:r>
            <a:endParaRPr lang="de-DE" sz="4400" b="0" u="none" strike="noStrike">
              <a:solidFill>
                <a:srgbClr val="000000"/>
              </a:solidFill>
              <a:uFillTx/>
              <a:latin typeface="Arial"/>
            </a:endParaRPr>
          </a:p>
        </p:txBody>
      </p:sp>
      <p:sp>
        <p:nvSpPr>
          <p:cNvPr id="1256" name="PlaceHolder 2"/>
          <p:cNvSpPr>
            <a:spLocks noGrp="1"/>
          </p:cNvSpPr>
          <p:nvPr>
            <p:ph/>
          </p:nvPr>
        </p:nvSpPr>
        <p:spPr>
          <a:xfrm>
            <a:off x="838080" y="1825560"/>
            <a:ext cx="10514160" cy="434988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Jedes </a:t>
            </a:r>
            <a:r>
              <a:rPr lang="de-DE" sz="2800" b="0" u="none" strike="noStrike">
                <a:solidFill>
                  <a:schemeClr val="dk1"/>
                </a:solidFill>
                <a:uFillTx/>
                <a:latin typeface="Courier New"/>
              </a:rPr>
              <a:t>npm</a:t>
            </a:r>
            <a:r>
              <a:rPr lang="de-DE" sz="2800" b="0" u="none" strike="noStrike">
                <a:solidFill>
                  <a:schemeClr val="dk1"/>
                </a:solidFill>
                <a:uFillTx/>
                <a:latin typeface="Calibri"/>
              </a:rPr>
              <a:t>-basierte Projekt ist ein neues Node-Module</a:t>
            </a:r>
            <a:endParaRPr lang="de-DE" sz="28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Initialisierung mit </a:t>
            </a:r>
            <a:r>
              <a:rPr lang="de-DE" sz="2800" b="0" u="none" strike="noStrike">
                <a:solidFill>
                  <a:schemeClr val="dk1"/>
                </a:solidFill>
                <a:uFillTx/>
                <a:latin typeface="Courier New"/>
              </a:rPr>
              <a:t>npm init</a:t>
            </a:r>
            <a:endParaRPr lang="de-DE"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uFillTx/>
                <a:latin typeface="Calibri"/>
              </a:rPr>
              <a:t>Dabei werden interaktiv die Informationen abgefragt, die zur Erstellung der initialen </a:t>
            </a:r>
            <a:r>
              <a:rPr lang="de-DE" sz="2400" b="0" i="1" u="none" strike="noStrike">
                <a:solidFill>
                  <a:schemeClr val="dk1"/>
                </a:solidFill>
                <a:uFillTx/>
                <a:latin typeface="Courier New"/>
              </a:rPr>
              <a:t>package.json</a:t>
            </a:r>
            <a:r>
              <a:rPr lang="de-DE" sz="2400" b="0" u="none" strike="noStrike">
                <a:solidFill>
                  <a:schemeClr val="dk1"/>
                </a:solidFill>
                <a:uFillTx/>
                <a:latin typeface="Calibri"/>
              </a:rPr>
              <a:t> benötigt werden</a:t>
            </a:r>
            <a:endParaRPr lang="de-DE" sz="2400" b="0" u="none" strike="noStrike">
              <a:solidFill>
                <a:srgbClr val="000000"/>
              </a:solidFill>
              <a:uFillTx/>
              <a:latin typeface="Arial"/>
            </a:endParaRPr>
          </a:p>
          <a:p>
            <a:pPr indent="0" defTabSz="914400">
              <a:lnSpc>
                <a:spcPct val="90000"/>
              </a:lnSpc>
              <a:spcBef>
                <a:spcPts val="1001"/>
              </a:spcBef>
              <a:buNone/>
              <a:tabLst>
                <a:tab pos="0" algn="l"/>
              </a:tabLst>
            </a:pPr>
            <a:endParaRPr lang="de-DE" sz="2800" b="0" u="none" strike="noStrike">
              <a:solidFill>
                <a:srgbClr val="000000"/>
              </a:solidFill>
              <a:uFillTx/>
              <a:latin typeface="Arial"/>
            </a:endParaRPr>
          </a:p>
          <a:p>
            <a:pPr indent="0" defTabSz="914400">
              <a:lnSpc>
                <a:spcPct val="90000"/>
              </a:lnSpc>
              <a:spcBef>
                <a:spcPts val="499"/>
              </a:spcBef>
              <a:buNone/>
              <a:tabLst>
                <a:tab pos="0" algn="l"/>
              </a:tabLst>
            </a:pPr>
            <a:endParaRPr lang="de-DE" sz="2400" b="0" u="none" strike="noStrike">
              <a:solidFill>
                <a:srgbClr val="000000"/>
              </a:solidFill>
              <a:uFillTx/>
              <a:latin typeface="Arial"/>
            </a:endParaRPr>
          </a:p>
        </p:txBody>
      </p:sp>
    </p:spTree>
  </p:cSld>
  <p:clrMapOvr>
    <a:masterClrMapping/>
  </p:clrMapOvr>
</p:sld>
</file>

<file path=ppt/slides/slide3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7"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Projektstruktur</a:t>
            </a:r>
            <a:endParaRPr lang="de-DE" sz="4400" b="0" u="none" strike="noStrike">
              <a:solidFill>
                <a:srgbClr val="000000"/>
              </a:solidFill>
              <a:uFillTx/>
              <a:latin typeface="Arial"/>
            </a:endParaRPr>
          </a:p>
        </p:txBody>
      </p:sp>
      <p:graphicFrame>
        <p:nvGraphicFramePr>
          <p:cNvPr id="16" name="Diagram16"/>
          <p:cNvGraphicFramePr/>
          <p:nvPr>
            <p:extLst>
              <p:ext uri="{D42A27DB-BD31-4B8C-83A1-F6EECF244321}">
                <p14:modId xmlns:p14="http://schemas.microsoft.com/office/powerpoint/2010/main" val="958983526"/>
              </p:ext>
            </p:extLst>
          </p:nvPr>
        </p:nvGraphicFramePr>
        <p:xfrm>
          <a:off x="6217560" y="1122120"/>
          <a:ext cx="4138920" cy="52552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3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8"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Beispiel: Ein einfaches Projekt</a:t>
            </a:r>
            <a:endParaRPr lang="de-DE" sz="4400" b="0" u="none" strike="noStrike">
              <a:solidFill>
                <a:srgbClr val="000000"/>
              </a:solidFill>
              <a:uFillTx/>
              <a:latin typeface="Arial"/>
            </a:endParaRPr>
          </a:p>
        </p:txBody>
      </p:sp>
      <p:sp>
        <p:nvSpPr>
          <p:cNvPr id="1259"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fontScale="55000" lnSpcReduction="20000"/>
          </a:bodyPr>
          <a:lstStyle/>
          <a:p>
            <a:pPr indent="0" defTabSz="914400">
              <a:lnSpc>
                <a:spcPct val="90000"/>
              </a:lnSpc>
              <a:spcBef>
                <a:spcPts val="1001"/>
              </a:spcBef>
              <a:buNone/>
              <a:tabLst>
                <a:tab pos="0" algn="l"/>
              </a:tabLst>
            </a:pPr>
            <a:r>
              <a:rPr lang="de-DE" sz="2800" b="0" u="none" strike="noStrike">
                <a:solidFill>
                  <a:schemeClr val="dk1"/>
                </a:solidFill>
                <a:uFillTx/>
                <a:latin typeface="Courier New"/>
              </a:rPr>
              <a: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chemeClr val="dk1"/>
                </a:solidFill>
                <a:uFillTx/>
                <a:latin typeface="Courier New"/>
              </a:rPr>
              <a:t>  "name": "npm-sample",</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chemeClr val="dk1"/>
                </a:solidFill>
                <a:uFillTx/>
                <a:latin typeface="Courier New"/>
              </a:rPr>
              <a:t>  "version": "1.0.0",</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chemeClr val="dk1"/>
                </a:solidFill>
                <a:uFillTx/>
                <a:latin typeface="Courier New"/>
              </a:rPr>
              <a:t>  "description": "a simple training project",</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chemeClr val="dk1"/>
                </a:solidFill>
                <a:uFillTx/>
                <a:latin typeface="Courier New"/>
              </a:rPr>
              <a:t>  "main": "index.js",</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chemeClr val="dk1"/>
                </a:solidFill>
                <a:uFillTx/>
                <a:latin typeface="Courier New"/>
              </a:rPr>
              <a:t>  "scripts": {</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chemeClr val="dk1"/>
                </a:solidFill>
                <a:uFillTx/>
                <a:latin typeface="Courier New"/>
              </a:rPr>
              <a:t>    "test": "echo \"Error: no test specified\" &amp;&amp; exit 1"</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chemeClr val="dk1"/>
                </a:solidFill>
                <a:uFillTx/>
                <a:latin typeface="Courier New"/>
              </a:rPr>
              <a:t>  },</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chemeClr val="dk1"/>
                </a:solidFill>
                <a:uFillTx/>
                <a:latin typeface="Courier New"/>
              </a:rPr>
              <a:t>  "keywords": [</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chemeClr val="dk1"/>
                </a:solidFill>
                <a:uFillTx/>
                <a:latin typeface="Courier New"/>
              </a:rPr>
              <a:t>    "training"</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chemeClr val="dk1"/>
                </a:solidFill>
                <a:uFillTx/>
                <a:latin typeface="Courier New"/>
              </a:rPr>
              <a:t>  ],</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chemeClr val="dk1"/>
                </a:solidFill>
                <a:uFillTx/>
                <a:latin typeface="Courier New"/>
              </a:rPr>
              <a:t>  "author": "theAuthor",</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chemeClr val="dk1"/>
                </a:solidFill>
                <a:uFillTx/>
                <a:latin typeface="Courier New"/>
              </a:rPr>
              <a:t>  "license": "ISC"</a:t>
            </a:r>
            <a:endParaRPr lang="de-DE" sz="2800" b="0" u="none" strike="noStrike">
              <a:solidFill>
                <a:srgbClr val="000000"/>
              </a:solidFill>
              <a:uFillTx/>
              <a:latin typeface="Arial"/>
            </a:endParaRPr>
          </a:p>
          <a:p>
            <a:pPr indent="0" defTabSz="914400">
              <a:lnSpc>
                <a:spcPct val="90000"/>
              </a:lnSpc>
              <a:spcBef>
                <a:spcPts val="1001"/>
              </a:spcBef>
              <a:buNone/>
              <a:tabLst>
                <a:tab pos="0" algn="l"/>
              </a:tabLst>
            </a:pPr>
            <a:r>
              <a:rPr lang="de-DE" sz="2800" b="0" u="none" strike="noStrike">
                <a:solidFill>
                  <a:schemeClr val="dk1"/>
                </a:solidFill>
                <a:uFillTx/>
                <a:latin typeface="Courier New"/>
              </a:rPr>
              <a:t>}</a:t>
            </a:r>
            <a:endParaRPr lang="de-DE" sz="2800" b="0" u="none" strike="noStrike">
              <a:solidFill>
                <a:srgbClr val="000000"/>
              </a:solidFill>
              <a:uFillTx/>
              <a:latin typeface="Arial"/>
            </a:endParaRPr>
          </a:p>
        </p:txBody>
      </p:sp>
    </p:spTree>
  </p:cSld>
  <p:clrMapOvr>
    <a:masterClrMapping/>
  </p:clrMapOvr>
</p:sld>
</file>

<file path=ppt/slides/slide3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0"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Beispiel: Ein einfaches Node-Module</a:t>
            </a:r>
            <a:endParaRPr lang="de-DE" sz="4400" b="0" u="none" strike="noStrike">
              <a:solidFill>
                <a:srgbClr val="000000"/>
              </a:solidFill>
              <a:uFillTx/>
              <a:latin typeface="Arial"/>
            </a:endParaRPr>
          </a:p>
        </p:txBody>
      </p:sp>
      <p:sp>
        <p:nvSpPr>
          <p:cNvPr id="1261"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uFillTx/>
                <a:latin typeface="Calibri"/>
              </a:rPr>
              <a:t>Datei </a:t>
            </a:r>
            <a:r>
              <a:rPr lang="de-DE" sz="2800" b="0" i="1" u="none" strike="noStrike">
                <a:solidFill>
                  <a:schemeClr val="dk1"/>
                </a:solidFill>
                <a:uFillTx/>
                <a:latin typeface="Courier New"/>
              </a:rPr>
              <a:t>index.js</a:t>
            </a:r>
            <a:endParaRPr lang="de-DE" sz="2800" b="0" u="none" strike="noStrike">
              <a:solidFill>
                <a:srgbClr val="000000"/>
              </a:solidFill>
              <a:uFillTx/>
              <a:latin typeface="Arial"/>
            </a:endParaRPr>
          </a:p>
          <a:p>
            <a:pPr marL="289080" indent="0" defTabSz="914400">
              <a:lnSpc>
                <a:spcPct val="90000"/>
              </a:lnSpc>
              <a:spcBef>
                <a:spcPts val="499"/>
              </a:spcBef>
              <a:buNone/>
              <a:tabLst>
                <a:tab pos="0" algn="l"/>
              </a:tabLst>
            </a:pPr>
            <a:r>
              <a:rPr lang="de-DE" sz="2400" b="0" i="1" u="none" strike="noStrike">
                <a:solidFill>
                  <a:schemeClr val="dk1"/>
                </a:solidFill>
                <a:uFillTx/>
                <a:latin typeface="Courier New"/>
              </a:rPr>
              <a:t>module.exports = {</a:t>
            </a:r>
            <a:endParaRPr lang="de-DE" sz="2400" b="0" u="none" strike="noStrike">
              <a:solidFill>
                <a:srgbClr val="000000"/>
              </a:solidFill>
              <a:uFillTx/>
              <a:latin typeface="Arial"/>
            </a:endParaRPr>
          </a:p>
          <a:p>
            <a:pPr marL="289080" indent="0" defTabSz="914400">
              <a:lnSpc>
                <a:spcPct val="90000"/>
              </a:lnSpc>
              <a:spcBef>
                <a:spcPts val="499"/>
              </a:spcBef>
              <a:buNone/>
              <a:tabLst>
                <a:tab pos="0" algn="l"/>
              </a:tabLst>
            </a:pPr>
            <a:r>
              <a:rPr lang="de-DE" sz="2400" b="0" i="1" u="none" strike="noStrike">
                <a:solidFill>
                  <a:schemeClr val="dk1"/>
                </a:solidFill>
                <a:uFillTx/>
                <a:latin typeface="Courier New"/>
              </a:rPr>
              <a:t>	log: function(){</a:t>
            </a:r>
            <a:endParaRPr lang="de-DE" sz="2400" b="0" u="none" strike="noStrike">
              <a:solidFill>
                <a:srgbClr val="000000"/>
              </a:solidFill>
              <a:uFillTx/>
              <a:latin typeface="Arial"/>
            </a:endParaRPr>
          </a:p>
          <a:p>
            <a:pPr marL="289080" indent="0" defTabSz="914400">
              <a:lnSpc>
                <a:spcPct val="90000"/>
              </a:lnSpc>
              <a:spcBef>
                <a:spcPts val="499"/>
              </a:spcBef>
              <a:buNone/>
              <a:tabLst>
                <a:tab pos="0" algn="l"/>
              </a:tabLst>
            </a:pPr>
            <a:r>
              <a:rPr lang="de-DE" sz="2400" b="0" i="1" u="none" strike="noStrike">
                <a:solidFill>
                  <a:schemeClr val="dk1"/>
                </a:solidFill>
                <a:uFillTx/>
                <a:latin typeface="Courier New"/>
              </a:rPr>
              <a:t>            console.log('Hello')</a:t>
            </a:r>
            <a:endParaRPr lang="de-DE" sz="2400" b="0" u="none" strike="noStrike">
              <a:solidFill>
                <a:srgbClr val="000000"/>
              </a:solidFill>
              <a:uFillTx/>
              <a:latin typeface="Arial"/>
            </a:endParaRPr>
          </a:p>
          <a:p>
            <a:pPr marL="289080" indent="0" defTabSz="914400">
              <a:lnSpc>
                <a:spcPct val="90000"/>
              </a:lnSpc>
              <a:spcBef>
                <a:spcPts val="499"/>
              </a:spcBef>
              <a:buNone/>
              <a:tabLst>
                <a:tab pos="0" algn="l"/>
              </a:tabLst>
            </a:pPr>
            <a:r>
              <a:rPr lang="de-DE" sz="2400" b="0" i="1" u="none" strike="noStrike">
                <a:solidFill>
                  <a:schemeClr val="dk1"/>
                </a:solidFill>
                <a:uFillTx/>
                <a:latin typeface="Courier New"/>
              </a:rPr>
              <a:t>          }</a:t>
            </a:r>
            <a:endParaRPr lang="de-DE" sz="2400" b="0" u="none" strike="noStrike">
              <a:solidFill>
                <a:srgbClr val="000000"/>
              </a:solidFill>
              <a:uFillTx/>
              <a:latin typeface="Arial"/>
            </a:endParaRPr>
          </a:p>
          <a:p>
            <a:pPr marL="289080" indent="0" defTabSz="914400">
              <a:lnSpc>
                <a:spcPct val="90000"/>
              </a:lnSpc>
              <a:spcBef>
                <a:spcPts val="499"/>
              </a:spcBef>
              <a:buNone/>
              <a:tabLst>
                <a:tab pos="0" algn="l"/>
              </a:tabLst>
            </a:pPr>
            <a:r>
              <a:rPr lang="de-DE" sz="2400" b="0" i="1" u="none" strike="noStrike">
                <a:solidFill>
                  <a:schemeClr val="dk1"/>
                </a:solidFill>
                <a:uFillTx/>
                <a:latin typeface="Courier New"/>
              </a:rPr>
              <a:t>}</a:t>
            </a:r>
            <a:endParaRPr lang="de-DE" sz="24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tabLst>
                <a:tab pos="0" algn="l"/>
              </a:tabLst>
            </a:pPr>
            <a:r>
              <a:rPr lang="de-DE" sz="2800" b="0" u="none" strike="noStrike">
                <a:solidFill>
                  <a:schemeClr val="dk1"/>
                </a:solidFill>
                <a:uFillTx/>
                <a:latin typeface="Calibri"/>
              </a:rPr>
              <a:t>In der REPL</a:t>
            </a:r>
            <a:endParaRPr lang="de-DE" sz="2800" b="0" u="none" strike="noStrike">
              <a:solidFill>
                <a:srgbClr val="000000"/>
              </a:solidFill>
              <a:uFillTx/>
              <a:latin typeface="Arial"/>
            </a:endParaRPr>
          </a:p>
          <a:p>
            <a:pPr marL="289080" indent="0" defTabSz="914400">
              <a:lnSpc>
                <a:spcPct val="90000"/>
              </a:lnSpc>
              <a:spcBef>
                <a:spcPts val="499"/>
              </a:spcBef>
              <a:buNone/>
              <a:tabLst>
                <a:tab pos="0" algn="l"/>
              </a:tabLst>
            </a:pPr>
            <a:r>
              <a:rPr lang="de-DE" sz="2400" b="0" u="none" strike="noStrike">
                <a:solidFill>
                  <a:schemeClr val="dk1"/>
                </a:solidFill>
                <a:uFillTx/>
                <a:latin typeface="Courier New"/>
              </a:rPr>
              <a:t>var training = require('./index.js')</a:t>
            </a:r>
            <a:endParaRPr lang="de-DE" sz="2400" b="0" u="none" strike="noStrike">
              <a:solidFill>
                <a:srgbClr val="000000"/>
              </a:solidFill>
              <a:uFillTx/>
              <a:latin typeface="Arial"/>
            </a:endParaRPr>
          </a:p>
          <a:p>
            <a:pPr marL="289080" indent="0" defTabSz="914400">
              <a:lnSpc>
                <a:spcPct val="90000"/>
              </a:lnSpc>
              <a:spcBef>
                <a:spcPts val="499"/>
              </a:spcBef>
              <a:buNone/>
              <a:tabLst>
                <a:tab pos="0" algn="l"/>
              </a:tabLst>
            </a:pPr>
            <a:r>
              <a:rPr lang="de-DE" sz="2400" b="0" u="none" strike="noStrike">
                <a:solidFill>
                  <a:schemeClr val="dk1"/>
                </a:solidFill>
                <a:uFillTx/>
                <a:latin typeface="Courier New"/>
              </a:rPr>
              <a:t>training.log()</a:t>
            </a:r>
            <a:endParaRPr lang="de-DE" sz="2400" b="0" u="none" strike="noStrike">
              <a:solidFill>
                <a:srgbClr val="000000"/>
              </a:solidFill>
              <a:uFillTx/>
              <a:latin typeface="Arial"/>
            </a:endParaRPr>
          </a:p>
        </p:txBody>
      </p:sp>
    </p:spTree>
  </p:cSld>
  <p:clrMapOvr>
    <a:masterClrMapping/>
  </p:clrMapOvr>
</p:sld>
</file>

<file path=ppt/slides/slide3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2"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Installieren von Abhängigkeiten</a:t>
            </a:r>
            <a:endParaRPr lang="de-DE" sz="4400" b="0" u="none" strike="noStrike">
              <a:solidFill>
                <a:srgbClr val="000000"/>
              </a:solidFill>
              <a:uFillTx/>
              <a:latin typeface="Arial"/>
            </a:endParaRPr>
          </a:p>
        </p:txBody>
      </p:sp>
      <p:sp>
        <p:nvSpPr>
          <p:cNvPr id="1263"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fontScale="92500" lnSpcReduction="19999"/>
          </a:bodyPr>
          <a:lstStyle/>
          <a:p>
            <a:pPr marL="228600" indent="-228600" defTabSz="914400">
              <a:lnSpc>
                <a:spcPct val="90000"/>
              </a:lnSpc>
              <a:spcBef>
                <a:spcPts val="1001"/>
              </a:spcBef>
              <a:buClr>
                <a:srgbClr val="000000"/>
              </a:buClr>
              <a:buFont typeface="Arial"/>
              <a:buChar char="•"/>
            </a:pPr>
            <a:r>
              <a:rPr lang="de-DE" sz="2800" b="0" u="none" strike="noStrike" dirty="0">
                <a:solidFill>
                  <a:schemeClr val="dk1"/>
                </a:solidFill>
                <a:uFillTx/>
                <a:latin typeface="Calibri"/>
              </a:rPr>
              <a:t>Abhängigkeiten werden mit </a:t>
            </a:r>
            <a:r>
              <a:rPr lang="de-DE" sz="2800" b="0" u="none" strike="noStrike" dirty="0" err="1">
                <a:solidFill>
                  <a:schemeClr val="dk1"/>
                </a:solidFill>
                <a:uFillTx/>
                <a:latin typeface="Courier New"/>
              </a:rPr>
              <a:t>npm</a:t>
            </a:r>
            <a:r>
              <a:rPr lang="de-DE" sz="2800" b="0" u="none" strike="noStrike" dirty="0">
                <a:solidFill>
                  <a:schemeClr val="dk1"/>
                </a:solidFill>
                <a:uFillTx/>
                <a:latin typeface="Courier New"/>
              </a:rPr>
              <a:t> </a:t>
            </a:r>
            <a:r>
              <a:rPr lang="de-DE" sz="2800" b="0" u="none" strike="noStrike" dirty="0" err="1">
                <a:solidFill>
                  <a:schemeClr val="dk1"/>
                </a:solidFill>
                <a:uFillTx/>
                <a:latin typeface="Courier New"/>
              </a:rPr>
              <a:t>install</a:t>
            </a:r>
            <a:r>
              <a:rPr lang="de-DE" sz="2800" b="0" u="none" strike="noStrike" dirty="0">
                <a:solidFill>
                  <a:schemeClr val="dk1"/>
                </a:solidFill>
                <a:uFillTx/>
                <a:latin typeface="Calibri"/>
              </a:rPr>
              <a:t> von einer </a:t>
            </a:r>
            <a:r>
              <a:rPr lang="de-DE" sz="2800" b="0" u="none" strike="noStrike" dirty="0" err="1">
                <a:solidFill>
                  <a:schemeClr val="dk1"/>
                </a:solidFill>
                <a:uFillTx/>
                <a:latin typeface="Calibri"/>
              </a:rPr>
              <a:t>npm</a:t>
            </a:r>
            <a:r>
              <a:rPr lang="de-DE" sz="2800" b="0" u="none" strike="noStrike" dirty="0">
                <a:solidFill>
                  <a:schemeClr val="dk1"/>
                </a:solidFill>
                <a:uFillTx/>
                <a:latin typeface="Calibri"/>
              </a:rPr>
              <a:t>-Registry geladen</a:t>
            </a:r>
            <a:endParaRPr lang="de-DE" sz="2800" b="0" u="none" strike="noStrike" dirty="0">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dirty="0">
                <a:solidFill>
                  <a:schemeClr val="dk1"/>
                </a:solidFill>
                <a:uFillTx/>
                <a:latin typeface="Calibri"/>
              </a:rPr>
              <a:t>Ohne weitere Konfiguration wird dazu die Standard-Registry benutzt</a:t>
            </a:r>
            <a:endParaRPr lang="de-DE" sz="2400" b="0" u="none" strike="noStrike" dirty="0">
              <a:solidFill>
                <a:srgbClr val="000000"/>
              </a:solidFill>
              <a:uFillTx/>
              <a:latin typeface="Arial"/>
            </a:endParaRPr>
          </a:p>
          <a:p>
            <a:pPr marL="1143000" lvl="2" indent="-228600" defTabSz="914400">
              <a:lnSpc>
                <a:spcPct val="90000"/>
              </a:lnSpc>
              <a:spcBef>
                <a:spcPts val="499"/>
              </a:spcBef>
              <a:buClr>
                <a:srgbClr val="000000"/>
              </a:buClr>
              <a:buFont typeface="Arial"/>
              <a:buChar char="•"/>
            </a:pPr>
            <a:r>
              <a:rPr lang="de-DE" sz="2000" b="0" u="none" strike="noStrike" dirty="0">
                <a:solidFill>
                  <a:schemeClr val="dk1"/>
                </a:solidFill>
                <a:uFillTx/>
                <a:latin typeface="Calibri"/>
              </a:rPr>
              <a:t>Damit ist eine Internet-Verbindung notwendig</a:t>
            </a:r>
            <a:endParaRPr lang="de-DE" sz="2000" b="0" u="none" strike="noStrike" dirty="0">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dirty="0">
                <a:solidFill>
                  <a:schemeClr val="dk1"/>
                </a:solidFill>
                <a:uFillTx/>
                <a:latin typeface="Calibri"/>
              </a:rPr>
              <a:t>Es können aber auch Unternehmens-interne Repository-Server benutzt werden</a:t>
            </a:r>
            <a:endParaRPr lang="de-DE" sz="2400" b="0" u="none" strike="noStrike" dirty="0">
              <a:solidFill>
                <a:srgbClr val="000000"/>
              </a:solidFill>
              <a:uFillTx/>
              <a:latin typeface="Arial"/>
            </a:endParaRPr>
          </a:p>
          <a:p>
            <a:pPr marL="1143000" lvl="2" indent="-228600" defTabSz="914400">
              <a:lnSpc>
                <a:spcPct val="90000"/>
              </a:lnSpc>
              <a:spcBef>
                <a:spcPts val="499"/>
              </a:spcBef>
              <a:buClr>
                <a:srgbClr val="000000"/>
              </a:buClr>
              <a:buFont typeface="Arial"/>
              <a:buChar char="•"/>
            </a:pPr>
            <a:r>
              <a:rPr lang="de-DE" sz="2000" b="0" u="none" strike="noStrike" dirty="0">
                <a:solidFill>
                  <a:schemeClr val="dk1"/>
                </a:solidFill>
                <a:uFillTx/>
                <a:latin typeface="Calibri"/>
              </a:rPr>
              <a:t>z.B. Nexus</a:t>
            </a:r>
            <a:endParaRPr lang="de-DE" sz="2000" b="0" u="none" strike="noStrike" dirty="0">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de-DE" sz="2800" b="0" u="none" strike="noStrike" dirty="0">
                <a:solidFill>
                  <a:schemeClr val="dk1"/>
                </a:solidFill>
                <a:uFillTx/>
                <a:latin typeface="Calibri"/>
              </a:rPr>
              <a:t>Rechner-Registry</a:t>
            </a:r>
            <a:endParaRPr lang="de-DE" sz="2800" b="0" u="none" strike="noStrike" dirty="0">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dirty="0">
                <a:solidFill>
                  <a:schemeClr val="dk1"/>
                </a:solidFill>
                <a:uFillTx/>
                <a:latin typeface="Calibri"/>
              </a:rPr>
              <a:t>Die Abhängigkeiten werden auf dem Rechner abgelegt</a:t>
            </a:r>
            <a:endParaRPr lang="de-DE" sz="2400" b="0" u="none" strike="noStrike" dirty="0">
              <a:solidFill>
                <a:srgbClr val="000000"/>
              </a:solidFill>
              <a:uFillTx/>
              <a:latin typeface="Arial"/>
            </a:endParaRPr>
          </a:p>
          <a:p>
            <a:pPr marL="1143000" lvl="2" indent="-228600" defTabSz="914400">
              <a:lnSpc>
                <a:spcPct val="90000"/>
              </a:lnSpc>
              <a:spcBef>
                <a:spcPts val="499"/>
              </a:spcBef>
              <a:buClr>
                <a:srgbClr val="000000"/>
              </a:buClr>
              <a:buFont typeface="Arial"/>
              <a:buChar char="•"/>
            </a:pPr>
            <a:r>
              <a:rPr lang="de-DE" sz="2000" b="0" u="none" strike="noStrike" dirty="0">
                <a:solidFill>
                  <a:schemeClr val="dk1"/>
                </a:solidFill>
                <a:uFillTx/>
                <a:latin typeface="Calibri"/>
              </a:rPr>
              <a:t>Ab jetzt ist damit keine Internet-Verbindung mehr nötig</a:t>
            </a:r>
            <a:endParaRPr lang="de-DE" sz="2000" b="0" u="none" strike="noStrike" dirty="0">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dirty="0">
                <a:solidFill>
                  <a:schemeClr val="dk1"/>
                </a:solidFill>
                <a:uFillTx/>
                <a:latin typeface="Calibri"/>
              </a:rPr>
              <a:t>Orte:</a:t>
            </a:r>
            <a:endParaRPr lang="de-DE" sz="2400" b="0" u="none" strike="noStrike" dirty="0">
              <a:solidFill>
                <a:srgbClr val="000000"/>
              </a:solidFill>
              <a:uFillTx/>
              <a:latin typeface="Arial"/>
            </a:endParaRPr>
          </a:p>
          <a:p>
            <a:pPr marL="1143000" lvl="2" indent="-228600" defTabSz="914400">
              <a:lnSpc>
                <a:spcPct val="90000"/>
              </a:lnSpc>
              <a:spcBef>
                <a:spcPts val="499"/>
              </a:spcBef>
              <a:buClr>
                <a:srgbClr val="000000"/>
              </a:buClr>
              <a:buFont typeface="Arial"/>
              <a:buChar char="•"/>
            </a:pPr>
            <a:r>
              <a:rPr lang="de-DE" sz="2000" b="0" u="none" strike="noStrike" dirty="0">
                <a:solidFill>
                  <a:schemeClr val="dk1"/>
                </a:solidFill>
                <a:uFillTx/>
                <a:latin typeface="Calibri"/>
              </a:rPr>
              <a:t>lokale Ablage in einem Unterverzeichnis namens </a:t>
            </a:r>
            <a:r>
              <a:rPr lang="de-DE" sz="2000" b="0" i="1" u="none" strike="noStrike" dirty="0" err="1">
                <a:solidFill>
                  <a:schemeClr val="dk1"/>
                </a:solidFill>
                <a:uFillTx/>
                <a:latin typeface="Courier New"/>
              </a:rPr>
              <a:t>node</a:t>
            </a:r>
            <a:r>
              <a:rPr lang="de-DE" sz="2000" b="0" i="1" u="none" strike="noStrike" dirty="0">
                <a:solidFill>
                  <a:schemeClr val="dk1"/>
                </a:solidFill>
                <a:uFillTx/>
                <a:latin typeface="Courier New"/>
              </a:rPr>
              <a:t>-modules</a:t>
            </a:r>
            <a:endParaRPr lang="de-DE" sz="2000" b="0" u="none" strike="noStrike" dirty="0">
              <a:solidFill>
                <a:srgbClr val="000000"/>
              </a:solidFill>
              <a:uFillTx/>
              <a:latin typeface="Arial"/>
            </a:endParaRPr>
          </a:p>
          <a:p>
            <a:pPr marL="1600200" lvl="3" indent="-228600" defTabSz="914400">
              <a:lnSpc>
                <a:spcPct val="90000"/>
              </a:lnSpc>
              <a:spcBef>
                <a:spcPts val="499"/>
              </a:spcBef>
              <a:buClr>
                <a:srgbClr val="000000"/>
              </a:buClr>
              <a:buFont typeface="Arial"/>
              <a:buChar char="•"/>
            </a:pPr>
            <a:r>
              <a:rPr lang="de-DE" sz="1800" b="0" u="none" strike="noStrike" dirty="0">
                <a:solidFill>
                  <a:schemeClr val="dk1"/>
                </a:solidFill>
                <a:uFillTx/>
                <a:latin typeface="Calibri"/>
              </a:rPr>
              <a:t>Empfohlenes Standard-Verfahren zur Installation von </a:t>
            </a:r>
            <a:r>
              <a:rPr lang="de-DE" sz="1800" b="0" u="none" strike="noStrike" dirty="0" err="1">
                <a:solidFill>
                  <a:schemeClr val="dk1"/>
                </a:solidFill>
                <a:uFillTx/>
                <a:latin typeface="Calibri"/>
              </a:rPr>
              <a:t>Dependencies</a:t>
            </a:r>
            <a:r>
              <a:rPr lang="de-DE" sz="1800" b="0" u="none" strike="noStrike" dirty="0">
                <a:solidFill>
                  <a:schemeClr val="dk1"/>
                </a:solidFill>
                <a:uFillTx/>
                <a:latin typeface="Calibri"/>
              </a:rPr>
              <a:t> für eigene Software-Projekte</a:t>
            </a:r>
            <a:endParaRPr lang="de-DE" sz="1800" b="0" u="none" strike="noStrike" dirty="0">
              <a:solidFill>
                <a:srgbClr val="000000"/>
              </a:solidFill>
              <a:uFillTx/>
              <a:latin typeface="Arial"/>
            </a:endParaRPr>
          </a:p>
          <a:p>
            <a:pPr marL="1143000" lvl="2" indent="-228600" defTabSz="914400">
              <a:lnSpc>
                <a:spcPct val="90000"/>
              </a:lnSpc>
              <a:spcBef>
                <a:spcPts val="499"/>
              </a:spcBef>
              <a:buClr>
                <a:srgbClr val="000000"/>
              </a:buClr>
              <a:buFont typeface="Arial"/>
              <a:buChar char="•"/>
            </a:pPr>
            <a:r>
              <a:rPr lang="de-DE" sz="2000" b="0" u="none" strike="noStrike" dirty="0">
                <a:solidFill>
                  <a:schemeClr val="dk1"/>
                </a:solidFill>
                <a:uFillTx/>
                <a:latin typeface="Calibri"/>
              </a:rPr>
              <a:t>globale Ablage</a:t>
            </a:r>
            <a:endParaRPr lang="de-DE" sz="2000" b="0" u="none" strike="noStrike" dirty="0">
              <a:solidFill>
                <a:srgbClr val="000000"/>
              </a:solidFill>
              <a:uFillTx/>
              <a:latin typeface="Arial"/>
            </a:endParaRPr>
          </a:p>
          <a:p>
            <a:pPr marL="1600200" lvl="3" indent="-228600" defTabSz="914400">
              <a:lnSpc>
                <a:spcPct val="90000"/>
              </a:lnSpc>
              <a:spcBef>
                <a:spcPts val="499"/>
              </a:spcBef>
              <a:buClr>
                <a:srgbClr val="000000"/>
              </a:buClr>
              <a:buFont typeface="Arial"/>
              <a:buChar char="•"/>
            </a:pPr>
            <a:r>
              <a:rPr lang="de-DE" sz="1800" b="0" u="none" strike="noStrike" dirty="0">
                <a:solidFill>
                  <a:schemeClr val="dk1"/>
                </a:solidFill>
                <a:uFillTx/>
                <a:latin typeface="Calibri"/>
              </a:rPr>
              <a:t>Empfohlenes Standard-Verfahren zur Installation von allgemein verwendbaren Werkzeugen</a:t>
            </a:r>
            <a:endParaRPr lang="de-DE" sz="1800" b="0" u="none" strike="noStrike" dirty="0">
              <a:solidFill>
                <a:srgbClr val="000000"/>
              </a:solidFill>
              <a:uFillTx/>
              <a:latin typeface="Arial"/>
            </a:endParaRPr>
          </a:p>
        </p:txBody>
      </p:sp>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68" name="Rectangle 19">
            <a:extLst>
              <a:ext uri="{C183D7F6-B498-43B3-948B-1728B52AA6E4}">
                <adec:decorative xmlns:adec="http://schemas.microsoft.com/office/drawing/2017/decorative" val="1"/>
              </a:ext>
            </a:extLst>
          </p:cNvPr>
          <p:cNvSpPr/>
          <p:nvPr/>
        </p:nvSpPr>
        <p:spPr>
          <a:xfrm>
            <a:off x="0" y="0"/>
            <a:ext cx="12187440" cy="61772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469" name="PlaceHolder 1"/>
          <p:cNvSpPr>
            <a:spLocks noGrp="1"/>
          </p:cNvSpPr>
          <p:nvPr>
            <p:ph type="title"/>
          </p:nvPr>
        </p:nvSpPr>
        <p:spPr>
          <a:xfrm>
            <a:off x="841320" y="2826360"/>
            <a:ext cx="10511280" cy="2386080"/>
          </a:xfrm>
          <a:prstGeom prst="rect">
            <a:avLst/>
          </a:prstGeom>
          <a:noFill/>
          <a:ln w="0">
            <a:noFill/>
          </a:ln>
        </p:spPr>
        <p:txBody>
          <a:bodyPr lIns="91440" tIns="45720" rIns="91440" bIns="45720" anchor="t">
            <a:normAutofit/>
          </a:bodyPr>
          <a:lstStyle/>
          <a:p>
            <a:pPr indent="0" defTabSz="914400">
              <a:lnSpc>
                <a:spcPct val="90000"/>
              </a:lnSpc>
              <a:buNone/>
              <a:tabLst>
                <a:tab pos="0" algn="l"/>
              </a:tabLst>
            </a:pPr>
            <a:r>
              <a:rPr lang="en-US" sz="7200" b="0" u="none" strike="noStrike" dirty="0">
                <a:solidFill>
                  <a:srgbClr val="FFFFFF"/>
                </a:solidFill>
                <a:uFillTx/>
                <a:latin typeface="Calibri Light"/>
              </a:rPr>
              <a:t>Einordnung moderner Angular-Entwicklung</a:t>
            </a:r>
            <a:endParaRPr lang="de-DE" sz="7200" b="0" u="none" strike="noStrike" dirty="0">
              <a:solidFill>
                <a:srgbClr val="000000"/>
              </a:solidFill>
              <a:uFillTx/>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presetID="10" presetClass="entr" fill="hold" nodeType="withEffect">
                                  <p:stCondLst>
                                    <p:cond delay="500"/>
                                  </p:stCondLst>
                                  <p:iterate type="wd">
                                    <p:tmAbs val="150"/>
                                  </p:iterate>
                                  <p:childTnLst>
                                    <p:set>
                                      <p:cBhvr>
                                        <p:cTn id="6" dur="1" fill="hold">
                                          <p:stCondLst>
                                            <p:cond delay="0"/>
                                          </p:stCondLst>
                                        </p:cTn>
                                        <p:tgtEl>
                                          <p:spTgt spid="469"/>
                                        </p:tgtEl>
                                        <p:attrNameLst>
                                          <p:attrName>style.visibility</p:attrName>
                                        </p:attrNameLst>
                                      </p:cBhvr>
                                      <p:to>
                                        <p:strVal val="visible"/>
                                      </p:to>
                                    </p:set>
                                    <p:animEffect transition="in" filter="fade">
                                      <p:cBhvr additive="repl">
                                        <p:cTn id="7" dur="1000"/>
                                        <p:tgtEl>
                                          <p:spTgt spid="4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Wo steht Angular im Frontend-Umfeld?</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Werkzeuge für die Oberfläche lassen sich grob in drei Ebenen einteilen:</a:t>
            </a:r>
          </a:p>
          <a:p>
            <a:pPr lvl="1">
              <a:defRPr sz="1700" b="0">
                <a:latin typeface="Segoe UI"/>
              </a:defRPr>
            </a:pPr>
            <a:r>
              <a:rPr lang="de-DE" sz="1700" b="0">
                <a:latin typeface="Segoe UI"/>
              </a:rPr>
              <a:t>UI-Bibliotheken: React, Preact, Solid, Lit – sie zeigen nur die Oberfläche an</a:t>
            </a:r>
          </a:p>
          <a:p>
            <a:pPr lvl="1">
              <a:defRPr sz="1700" b="0">
                <a:latin typeface="Segoe UI"/>
              </a:defRPr>
            </a:pPr>
            <a:r>
              <a:rPr lang="de-DE" sz="1700" b="0">
                <a:latin typeface="Segoe UI"/>
              </a:rPr>
              <a:t>Frameworks: Angular, Vue, Svelte – Oberfläche und weitere Bausteine</a:t>
            </a:r>
          </a:p>
          <a:p>
            <a:pPr lvl="1">
              <a:defRPr sz="1700" b="0">
                <a:latin typeface="Segoe UI"/>
              </a:defRPr>
            </a:pPr>
            <a:r>
              <a:rPr lang="de-DE" sz="1700" b="0">
                <a:latin typeface="Segoe UI"/>
              </a:rPr>
              <a:t>Meta-Frameworks: Next.js, Nuxt, SvelteKit, Analog – Routing, Server-Rendering, Build vorgegeben</a:t>
            </a:r>
          </a:p>
          <a:p>
            <a:pPr>
              <a:defRPr sz="2000" b="0">
                <a:latin typeface="Segoe UI"/>
              </a:defRPr>
            </a:pPr>
            <a:r>
              <a:rPr lang="de-DE" sz="2000" b="0">
                <a:latin typeface="Segoe UI"/>
              </a:rPr>
              <a:t>Angular ist ein vollständiges Framework: Router, Formulare, HTTP, Dependency Injection, CLI</a:t>
            </a:r>
          </a:p>
          <a:p>
            <a:pPr>
              <a:defRPr sz="2000" b="0">
                <a:latin typeface="Segoe UI"/>
              </a:defRPr>
            </a:pPr>
            <a:r>
              <a:rPr lang="de-DE" sz="2000" b="0">
                <a:latin typeface="Segoe UI"/>
              </a:rPr>
              <a:t>Folge: weniger Auswahl- und Integrationsaufwand, dafür mehr Konvention</a:t>
            </a:r>
          </a:p>
        </p:txBody>
      </p:sp>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Batteries included: Was Angular mitbringt</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Routing: @angular/router (sonst z. B. React Router oder TanStack Router)</a:t>
            </a:r>
          </a:p>
          <a:p>
            <a:pPr>
              <a:defRPr sz="2000" b="0">
                <a:latin typeface="Segoe UI"/>
              </a:defRPr>
            </a:pPr>
            <a:r>
              <a:rPr lang="de-DE" sz="2000" b="0">
                <a:latin typeface="Segoe UI"/>
              </a:rPr>
              <a:t>HTTP: HttpClient mit Interceptors (sonst z. B. fetch oder axios)</a:t>
            </a:r>
          </a:p>
          <a:p>
            <a:pPr>
              <a:defRPr sz="2000" b="0">
                <a:latin typeface="Segoe UI"/>
              </a:defRPr>
            </a:pPr>
            <a:r>
              <a:rPr lang="de-DE" sz="2000" b="0">
                <a:latin typeface="Segoe UI"/>
              </a:rPr>
              <a:t>Formulare: Template-Driven Forms und Reactive Forms (sonst z. B. Formik)</a:t>
            </a:r>
          </a:p>
          <a:p>
            <a:pPr>
              <a:defRPr sz="2000" b="0">
                <a:latin typeface="Segoe UI"/>
              </a:defRPr>
            </a:pPr>
            <a:r>
              <a:rPr lang="de-DE" sz="2000" b="0">
                <a:latin typeface="Segoe UI"/>
              </a:rPr>
              <a:t>Zustand: Signals, Services und NgRx (sonst z. B. Redux, Zustand oder MobX)</a:t>
            </a:r>
          </a:p>
          <a:p>
            <a:pPr>
              <a:defRPr sz="2000" b="0">
                <a:latin typeface="Segoe UI"/>
              </a:defRPr>
            </a:pPr>
            <a:r>
              <a:rPr lang="de-DE" sz="2000" b="0">
                <a:latin typeface="Segoe UI"/>
              </a:rPr>
              <a:t>Abhängigkeiten: Dependency Injection (sonst z. B. Context oder Module-Singletons)</a:t>
            </a:r>
          </a:p>
          <a:p>
            <a:pPr>
              <a:defRPr sz="2000" b="0">
                <a:latin typeface="Segoe UI"/>
              </a:defRPr>
            </a:pPr>
            <a:r>
              <a:rPr lang="de-DE" sz="2000" b="0">
                <a:latin typeface="Segoe UI"/>
              </a:rPr>
              <a:t>Werkzeuge: Angular CLI mit dem Befehl ng (sonst z. B. Vite oder eigene Konfiguration)</a:t>
            </a:r>
          </a:p>
          <a:p>
            <a:pPr>
              <a:defRPr sz="2000" b="0">
                <a:latin typeface="Segoe UI"/>
              </a:defRPr>
            </a:pPr>
            <a:r>
              <a:rPr lang="de-DE" sz="2000" b="0">
                <a:latin typeface="Segoe UI"/>
              </a:rPr>
              <a:t>Tests: Vitest-Setup ab Version 21 und TestBed (sonst z. B. Jest mit Testing Library)</a:t>
            </a:r>
          </a:p>
        </p:txBody>
      </p:sp>
    </p:spTree>
  </p:cSld>
  <p:clrMapOvr>
    <a:masterClrMapping/>
  </p:clrMapOvr>
</p:sld>
</file>

<file path=ppt/slides/slide3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Einsatzgebiete: Wann passt Angular, wann nicht?</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Passt gut: große, langlebige Unternehmensanwendungen mit vielen Teams</a:t>
            </a:r>
          </a:p>
          <a:p>
            <a:pPr>
              <a:defRPr sz="2000" b="0">
                <a:latin typeface="Segoe UI"/>
              </a:defRPr>
            </a:pPr>
            <a:r>
              <a:rPr lang="de-DE" sz="2000" b="0">
                <a:latin typeface="Segoe UI"/>
              </a:rPr>
              <a:t>Passt gut: Dashboards und formularlastige Fachanwendungen mit hohen Qualitätsanforderungen</a:t>
            </a:r>
          </a:p>
          <a:p>
            <a:pPr>
              <a:defRPr sz="2000" b="0">
                <a:latin typeface="Segoe UI"/>
              </a:defRPr>
            </a:pPr>
            <a:r>
              <a:rPr lang="de-DE" sz="2000" b="0">
                <a:latin typeface="Segoe UI"/>
              </a:rPr>
              <a:t>Passt weniger: reine Inhaltsseiten und Blogs (z. B. Astro oder statische Generatoren)</a:t>
            </a:r>
          </a:p>
          <a:p>
            <a:pPr>
              <a:defRPr sz="2000" b="0">
                <a:latin typeface="Segoe UI"/>
              </a:defRPr>
            </a:pPr>
            <a:r>
              <a:rPr lang="de-DE" sz="2000" b="0">
                <a:latin typeface="Segoe UI"/>
              </a:rPr>
              <a:t>Passt weniger: sehr kleine Widgets</a:t>
            </a:r>
          </a:p>
          <a:p>
            <a:pPr>
              <a:defRPr sz="2000" b="0">
                <a:latin typeface="Segoe UI"/>
              </a:defRPr>
            </a:pPr>
            <a:r>
              <a:rPr lang="de-DE" sz="2000" b="0">
                <a:latin typeface="Segoe UI"/>
              </a:rPr>
              <a:t>Passt weniger: Teams ohne TypeScript-Erfahrung und ohne Zeit zum Einarbeiten</a:t>
            </a:r>
          </a:p>
          <a:p>
            <a:pPr>
              <a:defRPr sz="2000" b="0">
                <a:latin typeface="Segoe UI"/>
              </a:defRPr>
            </a:pPr>
            <a:r>
              <a:rPr lang="de-DE" sz="2000" b="0">
                <a:latin typeface="Segoe UI"/>
              </a:rPr>
              <a:t>Entscheidungskriterien: Teamgröße, Lebensdauer, vorhandene Skills, Integrationsbedarf</a:t>
            </a:r>
          </a:p>
          <a:p>
            <a:pPr>
              <a:defRPr sz="2000" b="0">
                <a:latin typeface="Segoe UI"/>
              </a:defRPr>
            </a:pPr>
            <a:r>
              <a:rPr lang="de-DE" sz="2000" b="0">
                <a:latin typeface="Segoe UI"/>
              </a:rPr>
              <a:t>Außerdem: Rendering-Anforderungen wie Suchmaschinen-Optimierung (SEO) und Server-Rendering</a:t>
            </a:r>
          </a:p>
        </p:txBody>
      </p:sp>
    </p:spTree>
  </p:cSld>
  <p:clrMapOvr>
    <a:masterClrMapping/>
  </p:clrMapOvr>
</p:sld>
</file>

<file path=ppt/slides/slide3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Architekturprinzipien von Angular</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Komponentenbasiert: Die Oberfläche ist ein Baum aus Komponenten (Template, Klasse, Stil)</a:t>
            </a:r>
          </a:p>
          <a:p>
            <a:pPr>
              <a:defRPr sz="2000" b="0">
                <a:latin typeface="Segoe UI"/>
              </a:defRPr>
            </a:pPr>
            <a:r>
              <a:rPr lang="de-DE" sz="2000" b="0">
                <a:latin typeface="Segoe UI"/>
              </a:rPr>
              <a:t>Dependency Injection: Abhängigkeiten werden bereitgestellt, nicht selbst erzeugt</a:t>
            </a:r>
          </a:p>
          <a:p>
            <a:pPr lvl="1">
              <a:defRPr sz="1700" b="0">
                <a:latin typeface="Segoe UI"/>
              </a:defRPr>
            </a:pPr>
            <a:r>
              <a:rPr lang="de-DE" sz="1700" b="0">
                <a:latin typeface="Segoe UI"/>
              </a:rPr>
              <a:t>Dadurch sind sie austauschbar und gut testbar</a:t>
            </a:r>
          </a:p>
          <a:p>
            <a:pPr>
              <a:defRPr sz="2000" b="0">
                <a:latin typeface="Segoe UI"/>
              </a:defRPr>
            </a:pPr>
            <a:r>
              <a:rPr lang="de-DE" sz="2000" b="0">
                <a:latin typeface="Segoe UI"/>
              </a:rPr>
              <a:t>Einseitiger Datenfluss: Daten fließen nach unten (input), Ereignisse nach oben (output)</a:t>
            </a:r>
          </a:p>
          <a:p>
            <a:pPr>
              <a:defRPr sz="2000" b="0">
                <a:latin typeface="Segoe UI"/>
              </a:defRPr>
            </a:pPr>
            <a:r>
              <a:rPr lang="de-DE" sz="2000" b="0">
                <a:latin typeface="Segoe UI"/>
              </a:rPr>
              <a:t>Starke Typisierung: TypeScript im strict-Modus, typisierte Templates und Formulare</a:t>
            </a:r>
          </a:p>
          <a:p>
            <a:pPr>
              <a:defRPr sz="2000" b="0">
                <a:latin typeface="Segoe UI"/>
              </a:defRPr>
            </a:pPr>
            <a:r>
              <a:rPr lang="de-DE" sz="2000" b="0">
                <a:latin typeface="Segoe UI"/>
              </a:rPr>
              <a:t>Konvention vor Konfiguration: gleiche Struktur in jedem Projekt, schnelle Einarbeitung</a:t>
            </a:r>
          </a:p>
        </p:txBody>
      </p:sp>
    </p:spTree>
  </p:cSld>
  <p:clrMapOvr>
    <a:masterClrMapping/>
  </p:clrMapOvr>
</p:sld>
</file>

<file path=ppt/slides/slide3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Die Angular-Denkweise heute</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Leitgedanke: weniger Boilerplate, mehr Reaktivität</a:t>
            </a:r>
          </a:p>
          <a:p>
            <a:pPr>
              <a:defRPr sz="2000" b="0">
                <a:latin typeface="Segoe UI"/>
              </a:defRPr>
            </a:pPr>
            <a:r>
              <a:rPr lang="de-DE" sz="2000" b="0">
                <a:latin typeface="Segoe UI"/>
              </a:rPr>
              <a:t>NgModule wird zu Standalone-Komponenten (imports: [])</a:t>
            </a:r>
          </a:p>
          <a:p>
            <a:pPr>
              <a:defRPr sz="2000" b="0">
                <a:latin typeface="Segoe UI"/>
              </a:defRPr>
            </a:pPr>
            <a:r>
              <a:rPr lang="de-DE" sz="2000" b="0">
                <a:latin typeface="Segoe UI"/>
              </a:rPr>
              <a:t>Zone.js und implizite Change Detection werden zu Signals und zoneless</a:t>
            </a:r>
          </a:p>
          <a:p>
            <a:pPr>
              <a:defRPr sz="2000" b="0">
                <a:latin typeface="Segoe UI"/>
              </a:defRPr>
            </a:pPr>
            <a:r>
              <a:rPr lang="de-DE" sz="2000" b="0">
                <a:latin typeface="Segoe UI"/>
              </a:rPr>
              <a:t>*ngIf und *ngFor werden zu @if, @for und @switch</a:t>
            </a:r>
          </a:p>
          <a:p>
            <a:pPr>
              <a:defRPr sz="2000" b="0">
                <a:latin typeface="Segoe UI"/>
              </a:defRPr>
            </a:pPr>
            <a:r>
              <a:rPr lang="de-DE" sz="2000" b="0">
                <a:latin typeface="Segoe UI"/>
              </a:rPr>
              <a:t>@Input(), @Output() und EventEmitter werden zu input(), output() und model()</a:t>
            </a:r>
          </a:p>
          <a:p>
            <a:pPr>
              <a:defRPr sz="2000" b="0">
                <a:latin typeface="Segoe UI"/>
              </a:defRPr>
            </a:pPr>
            <a:r>
              <a:rPr lang="de-DE" sz="2000" b="0">
                <a:latin typeface="Segoe UI"/>
              </a:rPr>
              <a:t>Konstruktor-Injection wird zu inject()</a:t>
            </a:r>
          </a:p>
          <a:p>
            <a:pPr>
              <a:defRPr sz="2000" b="0">
                <a:latin typeface="Segoe UI"/>
              </a:defRPr>
            </a:pPr>
            <a:r>
              <a:rPr lang="de-DE" sz="2000" b="0">
                <a:latin typeface="Segoe UI"/>
              </a:rPr>
              <a:t>Klassen-Guards und -Interceptors werden zu funktionalen Guards und Interceptors</a:t>
            </a:r>
          </a:p>
          <a:p>
            <a:pPr>
              <a:defRPr sz="2000" b="0">
                <a:latin typeface="Segoe UI"/>
              </a:defRPr>
            </a:pPr>
            <a:r>
              <a:rPr lang="de-DE" sz="2000" b="0">
                <a:latin typeface="Segoe UI"/>
              </a:rPr>
              <a:t>Karma und Jasmine werden zu Vitest</a:t>
            </a:r>
          </a:p>
        </p:txBody>
      </p:sp>
    </p:spTree>
  </p:cSld>
  <p:clrMapOvr>
    <a:masterClrMapping/>
  </p:clrMapOvr>
</p:sld>
</file>

<file path=ppt/slides/slide3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Entwicklung in Etappen</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2016: Angular 2 als Neuentwurf gegenüber AngularJS</a:t>
            </a:r>
          </a:p>
          <a:p>
            <a:pPr>
              <a:defRPr sz="2000" b="0">
                <a:latin typeface="Segoe UI"/>
              </a:defRPr>
            </a:pPr>
            <a:r>
              <a:rPr lang="de-DE" sz="2000" b="0">
                <a:latin typeface="Segoe UI"/>
              </a:rPr>
              <a:t>Ivy-Renderer (Version 9), Standalone-Komponenten (ab Version 14/15)</a:t>
            </a:r>
          </a:p>
          <a:p>
            <a:pPr>
              <a:defRPr sz="2000" b="0">
                <a:latin typeface="Segoe UI"/>
              </a:defRPr>
            </a:pPr>
            <a:r>
              <a:rPr lang="de-DE" sz="2000" b="0">
                <a:latin typeface="Segoe UI"/>
              </a:rPr>
              <a:t>Signals und neuer Control Flow (Version 16/17)</a:t>
            </a:r>
          </a:p>
          <a:p>
            <a:pPr>
              <a:defRPr sz="2000" b="0">
                <a:latin typeface="Segoe UI"/>
              </a:defRPr>
            </a:pPr>
            <a:r>
              <a:rPr lang="de-DE" sz="2000" b="0">
                <a:latin typeface="Segoe UI"/>
              </a:rPr>
              <a:t>Zoneless (Version 20/21), Vitest als Standard-Testrunner (Version 21)</a:t>
            </a:r>
          </a:p>
          <a:p>
            <a:pPr>
              <a:defRPr sz="2000" b="0">
                <a:latin typeface="Segoe UI"/>
              </a:defRPr>
            </a:pPr>
            <a:r>
              <a:rPr lang="de-DE" sz="2000" b="0">
                <a:latin typeface="Segoe UI"/>
              </a:rPr>
              <a:t>Release-Rhythmus: zwei Major-Versionen pro Jahr, jede etwa 18 Monate unterstützt</a:t>
            </a:r>
          </a:p>
          <a:p>
            <a:pPr>
              <a:defRPr sz="2000" b="0">
                <a:latin typeface="Segoe UI"/>
              </a:defRPr>
            </a:pPr>
            <a:r>
              <a:rPr lang="de-DE" sz="2000" b="0">
                <a:latin typeface="Segoe UI"/>
              </a:rPr>
              <a:t>Updates mit ng update und Migrations-Schematics</a:t>
            </a:r>
          </a:p>
          <a:p>
            <a:pPr>
              <a:defRPr sz="2000" b="0">
                <a:latin typeface="Segoe UI"/>
              </a:defRPr>
            </a:pPr>
            <a:r>
              <a:rPr lang="de-DE" sz="2000" b="0">
                <a:latin typeface="Segoe UI"/>
              </a:rPr>
              <a:t>Wissen veraltet nicht schlagartig, aber die Muster wandeln sich</a:t>
            </a:r>
          </a:p>
          <a:p>
            <a:pPr>
              <a:defRPr sz="2000" b="0">
                <a:latin typeface="Segoe UI"/>
              </a:defRPr>
            </a:pPr>
            <a:r>
              <a:rPr lang="de-DE" sz="2000" b="0">
                <a:latin typeface="Segoe UI"/>
              </a:rPr>
              <a:t>Der Kurs vermittelt deshalb Prinzipien und nicht nur Programmierschnittstellen</a:t>
            </a:r>
          </a:p>
        </p:txBody>
      </p:sp>
    </p:spTree>
  </p:cSld>
  <p:clrMapOvr>
    <a:masterClrMapping/>
  </p:clrMapOvr>
</p:sld>
</file>

<file path=ppt/slides/slide3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Toolchain im Überblick</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Angular CLI: ng new, ng serve, ng generate, ng build, ng test, ng update</a:t>
            </a:r>
          </a:p>
          <a:p>
            <a:pPr>
              <a:defRPr sz="2000" b="0">
                <a:latin typeface="Segoe UI"/>
              </a:defRPr>
            </a:pPr>
            <a:r>
              <a:rPr lang="de-DE" sz="2000" b="0">
                <a:latin typeface="Segoe UI"/>
              </a:rPr>
              <a:t>Build: Application Builder auf Basis von esbuild und Vite</a:t>
            </a:r>
          </a:p>
          <a:p>
            <a:pPr lvl="1">
              <a:defRPr sz="1700" b="0">
                <a:latin typeface="Segoe UI"/>
              </a:defRPr>
            </a:pPr>
            <a:r>
              <a:rPr lang="de-DE" sz="1700" b="0">
                <a:latin typeface="Segoe UI"/>
              </a:rPr>
              <a:t>Schneller Dev-Server mit HMR (Hot Module Replacement)</a:t>
            </a:r>
          </a:p>
          <a:p>
            <a:pPr lvl="1">
              <a:defRPr sz="1700" b="0">
                <a:latin typeface="Segoe UI"/>
              </a:defRPr>
            </a:pPr>
            <a:r>
              <a:rPr lang="de-DE" sz="1700" b="0">
                <a:latin typeface="Segoe UI"/>
              </a:rPr>
              <a:t>HMR: geänderter Code erscheint, ohne die Seite vollständig neu zu laden</a:t>
            </a:r>
          </a:p>
          <a:p>
            <a:pPr>
              <a:defRPr sz="2000" b="0">
                <a:latin typeface="Segoe UI"/>
              </a:defRPr>
            </a:pPr>
            <a:r>
              <a:rPr lang="de-DE" sz="2000" b="0">
                <a:latin typeface="Segoe UI"/>
              </a:rPr>
              <a:t>TypeScript im strengen Modus, dazu ESLint und Prettier als Teamstandard</a:t>
            </a:r>
          </a:p>
          <a:p>
            <a:pPr>
              <a:defRPr sz="2000" b="0">
                <a:latin typeface="Segoe UI"/>
              </a:defRPr>
            </a:pPr>
            <a:r>
              <a:rPr lang="de-DE" sz="2000" b="0">
                <a:latin typeface="Segoe UI"/>
              </a:rPr>
              <a:t>Angular DevTools im Browser: Komponentenbaum und Profiler</a:t>
            </a:r>
          </a:p>
        </p:txBody>
      </p:sp>
    </p:spTree>
  </p:cSld>
  <p:clrMapOvr>
    <a:masterClrMapping/>
  </p:clrMapOvr>
</p:sld>
</file>

<file path=ppt/slides/slide3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Der rote Faden: die Invoice-App</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Alle Übungen entwickeln eine Anwendung weiter: Kundenverwaltung mit Liste, Details, Login</a:t>
            </a:r>
          </a:p>
          <a:p>
            <a:pPr>
              <a:defRPr sz="2000" b="0">
                <a:latin typeface="Segoe UI"/>
              </a:defRPr>
            </a:pPr>
            <a:r>
              <a:rPr lang="de-DE" sz="2000" b="0">
                <a:latin typeface="Segoe UI"/>
              </a:rPr>
              <a:t>Jede Übung startet mit dem Ergebnis der vorherigen (Ordner 04_… bis 38_…)</a:t>
            </a:r>
          </a:p>
          <a:p>
            <a:pPr>
              <a:defRPr sz="2000" b="0">
                <a:latin typeface="Segoe UI"/>
              </a:defRPr>
            </a:pPr>
            <a:r>
              <a:rPr lang="de-DE" sz="2000" b="0">
                <a:latin typeface="Segoe UI"/>
              </a:rPr>
              <a:t>Wer eine Übung nicht schafft, startet die nächste im Lösungsordner der vorigen Übung</a:t>
            </a:r>
          </a:p>
          <a:p>
            <a:pPr>
              <a:defRPr sz="2000" b="0">
                <a:latin typeface="Segoe UI"/>
              </a:defRPr>
            </a:pPr>
            <a:r>
              <a:rPr lang="de-DE" sz="2000" b="0">
                <a:latin typeface="Segoe UI"/>
              </a:rPr>
              <a:t>Aufbau des Kurses:</a:t>
            </a:r>
          </a:p>
          <a:p>
            <a:pPr lvl="1">
              <a:defRPr sz="1700" b="0">
                <a:latin typeface="Segoe UI"/>
              </a:defRPr>
            </a:pPr>
            <a:r>
              <a:rPr lang="de-DE" sz="1700" b="0">
                <a:latin typeface="Segoe UI"/>
              </a:rPr>
              <a:t>1. Grundlagen: Komponenten, Templates, Services, Routing</a:t>
            </a:r>
          </a:p>
          <a:p>
            <a:pPr lvl="1">
              <a:defRPr sz="1700" b="0">
                <a:latin typeface="Segoe UI"/>
              </a:defRPr>
            </a:pPr>
            <a:r>
              <a:rPr lang="de-DE" sz="1700" b="0">
                <a:latin typeface="Segoe UI"/>
              </a:rPr>
              <a:t>2. Reaktivität und Datenfluss</a:t>
            </a:r>
          </a:p>
          <a:p>
            <a:pPr lvl="1">
              <a:defRPr sz="1700" b="0">
                <a:latin typeface="Segoe UI"/>
              </a:defRPr>
            </a:pPr>
            <a:r>
              <a:rPr lang="de-DE" sz="1700" b="0">
                <a:latin typeface="Segoe UI"/>
              </a:rPr>
              <a:t>3. Anwendungsstruktur und Zustandsverwaltung</a:t>
            </a:r>
          </a:p>
          <a:p>
            <a:pPr lvl="1">
              <a:defRPr sz="1700" b="0">
                <a:latin typeface="Segoe UI"/>
              </a:defRPr>
            </a:pPr>
            <a:r>
              <a:rPr lang="de-DE" sz="1700" b="0">
                <a:latin typeface="Segoe UI"/>
              </a:rPr>
              <a:t>4. Qualität, Tests, Wartbarkeit</a:t>
            </a:r>
          </a:p>
          <a:p>
            <a:pPr lvl="1">
              <a:defRPr sz="1700" b="0">
                <a:latin typeface="Segoe UI"/>
              </a:defRPr>
            </a:pPr>
            <a:r>
              <a:rPr lang="de-DE" sz="1700" b="0">
                <a:latin typeface="Segoe UI"/>
              </a:rPr>
              <a:t>5. Performance, Sicherheit, KI-gestützte Entwicklung</a:t>
            </a:r>
          </a:p>
        </p:txBody>
      </p:sp>
    </p:spTree>
  </p:cSld>
  <p:clrMapOvr>
    <a:masterClrMapping/>
  </p:clrMapOvr>
</p:sld>
</file>

<file path=ppt/slides/slide3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Erwartungen und Vorerfahrung</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Wer hat bisher Weboberflächen entwickelt, und womit?</a:t>
            </a:r>
          </a:p>
          <a:p>
            <a:pPr>
              <a:defRPr sz="2000" b="0">
                <a:latin typeface="Segoe UI"/>
              </a:defRPr>
            </a:pPr>
            <a:r>
              <a:rPr lang="de-DE" sz="2000" b="0">
                <a:latin typeface="Segoe UI"/>
              </a:rPr>
              <a:t>Welche Anwendung soll nach dem Kurs mit Angular entstehen oder gepflegt werden?</a:t>
            </a:r>
          </a:p>
          <a:p>
            <a:pPr>
              <a:defRPr sz="2000" b="0">
                <a:latin typeface="Segoe UI"/>
              </a:defRPr>
            </a:pPr>
            <a:r>
              <a:rPr lang="de-DE" sz="2000" b="0">
                <a:latin typeface="Segoe UI"/>
              </a:rPr>
              <a:t>Welche zwei Themen sind besonders wichtig?</a:t>
            </a:r>
          </a:p>
          <a:p>
            <a:pPr>
              <a:defRPr sz="2000" b="0">
                <a:latin typeface="Segoe UI"/>
              </a:defRPr>
            </a:pPr>
            <a:r>
              <a:rPr lang="de-DE" sz="2000" b="0">
                <a:latin typeface="Segoe UI"/>
              </a:rPr>
              <a:t>Das Ergebnis kommt auf ein Flipchart</a:t>
            </a:r>
          </a:p>
          <a:p>
            <a:pPr>
              <a:defRPr sz="2000" b="0">
                <a:latin typeface="Segoe UI"/>
              </a:defRPr>
            </a:pPr>
            <a:r>
              <a:rPr lang="de-DE" sz="2000" b="0">
                <a:latin typeface="Segoe UI"/>
              </a:rPr>
              <a:t>Am Kursende wird es mit dem Erlernten abgeglichen</a:t>
            </a:r>
          </a:p>
          <a:p>
            <a:pPr lvl="1">
              <a:defRPr sz="1700" b="0">
                <a:latin typeface="Segoe UI"/>
              </a:defRPr>
            </a:pPr>
            <a:r>
              <a:rPr lang="de-DE" sz="1700" b="0">
                <a:latin typeface="Segoe UI"/>
              </a:rPr>
              <a:t>Grundkurs: Ende Tag 3, Kompaktkurs: Ende Tag 5</a:t>
            </a:r>
          </a:p>
        </p:txBody>
      </p:sp>
    </p:spTree>
  </p:cSld>
  <p:clrMapOvr>
    <a:masterClrMapping/>
  </p:clrMapOvr>
</p:sld>
</file>

<file path=ppt/slides/slide3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Theorie: Warum Komponenten aufteilen?</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Eine Komponente sollte genau einen Grund zur Änderung haben</a:t>
            </a:r>
          </a:p>
          <a:p>
            <a:pPr>
              <a:defRPr sz="2000" b="0">
                <a:latin typeface="Segoe UI"/>
              </a:defRPr>
            </a:pPr>
            <a:r>
              <a:rPr lang="de-DE" sz="2000" b="0">
                <a:latin typeface="Segoe UI"/>
              </a:rPr>
              <a:t>Zu groß: schwer zu verstehen, schwer zu testen, jede Änderung ist riskant</a:t>
            </a:r>
          </a:p>
          <a:p>
            <a:pPr>
              <a:defRPr sz="2000" b="0">
                <a:latin typeface="Segoe UI"/>
              </a:defRPr>
            </a:pPr>
            <a:r>
              <a:rPr lang="de-DE" sz="2000" b="0">
                <a:latin typeface="Segoe UI"/>
              </a:rPr>
              <a:t>Zu fein: viele Dateien, viel Durchreichen von Daten, der Überblick geht verloren</a:t>
            </a:r>
          </a:p>
          <a:p>
            <a:pPr>
              <a:defRPr sz="2000" b="0">
                <a:latin typeface="Segoe UI"/>
              </a:defRPr>
            </a:pPr>
            <a:r>
              <a:rPr lang="de-DE" sz="2000" b="0">
                <a:latin typeface="Segoe UI"/>
              </a:rPr>
              <a:t>Ziel: so teilen, dass Änderungen lokal bleiben</a:t>
            </a:r>
          </a:p>
          <a:p>
            <a:pPr>
              <a:defRPr sz="2000" b="0">
                <a:latin typeface="Segoe UI"/>
              </a:defRPr>
            </a:pPr>
            <a:r>
              <a:rPr lang="de-DE" sz="2000" b="0">
                <a:latin typeface="Segoe UI"/>
              </a:rPr>
              <a:t>Dieser Teil ist reine Theorie</a:t>
            </a:r>
          </a:p>
          <a:p>
            <a:pPr>
              <a:defRPr sz="2000" b="0">
                <a:latin typeface="Segoe UI"/>
              </a:defRPr>
            </a:pPr>
            <a:r>
              <a:rPr lang="de-DE" sz="2000" b="0">
                <a:latin typeface="Segoe UI"/>
              </a:rPr>
              <a:t>Praxis dazu: Übungen 7 bis 10 (Komponenten schachteln, Inputs, Events, Outputs)</a:t>
            </a:r>
          </a:p>
        </p:txBody>
      </p:sp>
    </p:spTree>
  </p:cSld>
  <p:clrMapOvr>
    <a:masterClrMapping/>
  </p:clrMapOvr>
</p:sld>
</file>

<file path=ppt/slides/slide3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Theorie: Kriterien für die Aufteilung</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Verantwortung: mehr als eine Sache? Beispiel: Liste lädt Daten, filtert und zeigt an</a:t>
            </a:r>
          </a:p>
          <a:p>
            <a:pPr>
              <a:defRPr sz="2000" b="0">
                <a:latin typeface="Segoe UI"/>
              </a:defRPr>
            </a:pPr>
            <a:r>
              <a:rPr lang="de-DE" sz="2000" b="0">
                <a:latin typeface="Segoe UI"/>
              </a:rPr>
              <a:t>Wiederverwendung: Taucht das Muster mehrfach auf? Beispiel: CardComponent</a:t>
            </a:r>
          </a:p>
          <a:p>
            <a:pPr>
              <a:defRPr sz="2000" b="0">
                <a:latin typeface="Segoe UI"/>
              </a:defRPr>
            </a:pPr>
            <a:r>
              <a:rPr lang="de-DE" sz="2000" b="0">
                <a:latin typeface="Segoe UI"/>
              </a:rPr>
              <a:t>Änderungsgrund: Ändern sich Teile aus verschiedenen Gründen? Beispiel: Filter und Anzeige</a:t>
            </a:r>
          </a:p>
          <a:p>
            <a:pPr>
              <a:defRPr sz="2000" b="0">
                <a:latin typeface="Segoe UI"/>
              </a:defRPr>
            </a:pPr>
            <a:r>
              <a:rPr lang="de-DE" sz="2000" b="0">
                <a:latin typeface="Segoe UI"/>
              </a:rPr>
              <a:t>Lesbarkeit: Passt das Template auf einen Bildschirm? Warnzeichen: über 100 Zeilen</a:t>
            </a:r>
          </a:p>
          <a:p>
            <a:pPr>
              <a:defRPr sz="2000" b="0">
                <a:latin typeface="Segoe UI"/>
              </a:defRPr>
            </a:pPr>
            <a:r>
              <a:rPr lang="de-DE" sz="2000" b="0">
                <a:latin typeface="Segoe UI"/>
              </a:rPr>
              <a:t>Testbarkeit: Braucht ein Test viel Aufbau für wenig Prüfung? Beispiel: 5 Services</a:t>
            </a:r>
          </a:p>
          <a:p>
            <a:pPr>
              <a:defRPr sz="2000" b="0">
                <a:latin typeface="Segoe UI"/>
              </a:defRPr>
            </a:pPr>
            <a:r>
              <a:rPr lang="de-DE" sz="2000" b="0">
                <a:latin typeface="Segoe UI"/>
              </a:rPr>
              <a:t>Rendering: Soll ein Teil anders aktualisiert werden? Beispiel: Kopfbereich und 1000 Zeilen</a:t>
            </a:r>
          </a:p>
        </p:txBody>
      </p:sp>
    </p:spTree>
  </p:cSld>
  <p:clrMapOvr>
    <a:masterClrMapping/>
  </p:clrMapOvr>
</p:sld>
</file>

<file path=ppt/slides/slide3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Theorie: Typische Fehlformen</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God Component: alles in einer Komponente (Daten, Logik, Layout)</a:t>
            </a:r>
          </a:p>
          <a:p>
            <a:pPr>
              <a:defRPr sz="2000" b="0">
                <a:latin typeface="Segoe UI"/>
              </a:defRPr>
            </a:pPr>
            <a:r>
              <a:rPr lang="de-DE" sz="2000" b="0">
                <a:latin typeface="Segoe UI"/>
              </a:rPr>
              <a:t>Prop Drilling: Daten werden durch viele Ebenen durchgereicht</a:t>
            </a:r>
          </a:p>
          <a:p>
            <a:pPr lvl="1">
              <a:defRPr sz="1700" b="0">
                <a:latin typeface="Segoe UI"/>
              </a:defRPr>
            </a:pPr>
            <a:r>
              <a:rPr lang="de-DE" sz="1700" b="0">
                <a:latin typeface="Segoe UI"/>
              </a:rPr>
              <a:t>Beispiel: 4 Ebenen, obwohl nur die letzte die Daten braucht</a:t>
            </a:r>
          </a:p>
          <a:p>
            <a:pPr lvl="1">
              <a:defRPr sz="1700" b="0">
                <a:latin typeface="Segoe UI"/>
              </a:defRPr>
            </a:pPr>
            <a:r>
              <a:rPr lang="de-DE" sz="1700" b="0">
                <a:latin typeface="Segoe UI"/>
              </a:rPr>
              <a:t>Besser: Service oder Content Projection</a:t>
            </a:r>
          </a:p>
          <a:p>
            <a:pPr>
              <a:defRPr sz="2000" b="0">
                <a:latin typeface="Segoe UI"/>
              </a:defRPr>
            </a:pPr>
            <a:r>
              <a:rPr lang="de-DE" sz="2000" b="0">
                <a:latin typeface="Segoe UI"/>
              </a:rPr>
              <a:t>Zu feine Teilung: eine Komponente pro span-Element</a:t>
            </a:r>
          </a:p>
          <a:p>
            <a:pPr>
              <a:defRPr sz="2000" b="0">
                <a:latin typeface="Segoe UI"/>
              </a:defRPr>
            </a:pPr>
            <a:r>
              <a:rPr lang="de-DE" sz="2000" b="0">
                <a:latin typeface="Segoe UI"/>
              </a:rPr>
              <a:t>Verdeckte Kopplung: Kind greift auf Eltern zu, per inject(ParentComponent) oder über das DOM</a:t>
            </a:r>
          </a:p>
        </p:txBody>
      </p:sp>
    </p:spTree>
  </p:cSld>
  <p:clrMapOvr>
    <a:masterClrMapping/>
  </p:clrMapOvr>
</p:sld>
</file>

<file path=ppt/slides/slide3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Theorie: Container und Darstellungskomponenten</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Container („smart“): kennt Services, lädt Daten, ist selten wiederverwendbar</a:t>
            </a:r>
          </a:p>
          <a:p>
            <a:pPr lvl="1">
              <a:defRPr sz="1700" b="0">
                <a:latin typeface="Segoe UI"/>
              </a:defRPr>
            </a:pPr>
            <a:r>
              <a:rPr lang="de-DE" sz="1700" b="0">
                <a:latin typeface="Segoe UI"/>
              </a:rPr>
              <a:t>Eingänge: Route und Services; Ausgänge: Aufrufe an Services</a:t>
            </a:r>
          </a:p>
          <a:p>
            <a:pPr lvl="1">
              <a:defRPr sz="1700" b="0">
                <a:latin typeface="Segoe UI"/>
              </a:defRPr>
            </a:pPr>
            <a:r>
              <a:rPr lang="de-DE" sz="1700" b="0">
                <a:latin typeface="Segoe UI"/>
              </a:rPr>
              <a:t>Test: Service durch einen Mock ersetzen</a:t>
            </a:r>
          </a:p>
          <a:p>
            <a:pPr>
              <a:defRPr sz="2000" b="0">
                <a:latin typeface="Segoe UI"/>
              </a:defRPr>
            </a:pPr>
            <a:r>
              <a:rPr lang="de-DE" sz="2000" b="0">
                <a:latin typeface="Segoe UI"/>
              </a:rPr>
              <a:t>Darstellung („dumb“): kennt keine Services, nur input() und output()</a:t>
            </a:r>
          </a:p>
          <a:p>
            <a:pPr lvl="1">
              <a:defRPr sz="1700" b="0">
                <a:latin typeface="Segoe UI"/>
              </a:defRPr>
            </a:pPr>
            <a:r>
              <a:rPr lang="de-DE" sz="1700" b="0">
                <a:latin typeface="Segoe UI"/>
              </a:rPr>
              <a:t>Oft wiederverwendbar</a:t>
            </a:r>
          </a:p>
          <a:p>
            <a:pPr lvl="1">
              <a:defRPr sz="1700" b="0">
                <a:latin typeface="Segoe UI"/>
              </a:defRPr>
            </a:pPr>
            <a:r>
              <a:rPr lang="de-DE" sz="1700" b="0">
                <a:latin typeface="Segoe UI"/>
              </a:rPr>
              <a:t>Test: Inputs setzen und Outputs prüfen</a:t>
            </a:r>
          </a:p>
        </p:txBody>
      </p:sp>
    </p:spTree>
  </p:cSld>
  <p:clrMapOvr>
    <a:masterClrMapping/>
  </p:clrMapOvr>
</p:sld>
</file>

<file path=ppt/slides/slide3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10"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Theorie: Darstellungskomponente im Beispiel</a:t>
            </a:r>
            <a:endParaRPr lang="de-DE" sz="4400" b="0" u="none" strike="noStrike">
              <a:solidFill>
                <a:srgbClr val="000000"/>
              </a:solidFill>
              <a:uFillTx/>
              <a:latin typeface="Arial"/>
            </a:endParaRPr>
          </a:p>
        </p:txBody>
      </p:sp>
      <p:sp>
        <p:nvSpPr>
          <p:cNvPr id="811"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a:bodyPr>
          <a:lstStyle/>
          <a:p>
            <a:pPr indent="0" defTabSz="914400">
              <a:lnSpc>
                <a:spcPct val="90000"/>
              </a:lnSpc>
              <a:spcBef>
                <a:spcPts val="300"/>
              </a:spcBef>
              <a:buNone/>
              <a:tabLst>
                <a:tab pos="0" algn="l"/>
              </a:tabLst>
            </a:pPr>
            <a:r>
              <a:rPr lang="de-DE" sz="1800" b="0" u="none" strike="noStrike">
                <a:solidFill>
                  <a:srgbClr val="1E347B"/>
                </a:solidFill>
                <a:uFillTx/>
                <a:latin typeface="SourceCodePro"/>
              </a:rPr>
              <a:t>// Darstellungskomponente: kennt weder Service noch Router</a:t>
            </a:r>
            <a:endParaRPr lang="de-DE" sz="1800" b="0" u="none" strike="noStrike">
              <a:solidFill>
                <a:srgbClr val="000000"/>
              </a:solidFill>
              <a:uFillTx/>
              <a:latin typeface="Arial"/>
            </a:endParaRPr>
          </a:p>
          <a:p>
            <a:pPr indent="0" defTabSz="914400">
              <a:lnSpc>
                <a:spcPct val="90000"/>
              </a:lnSpc>
              <a:spcBef>
                <a:spcPts val="300"/>
              </a:spcBef>
              <a:buNone/>
              <a:tabLst>
                <a:tab pos="0" algn="l"/>
              </a:tabLst>
            </a:pPr>
            <a:r>
              <a:rPr lang="de-DE" sz="1800" b="0" u="none" strike="noStrike">
                <a:solidFill>
                  <a:srgbClr val="1E347B"/>
                </a:solidFill>
                <a:uFillTx/>
                <a:latin typeface="SourceCodePro"/>
              </a:rPr>
              <a:t>@Component({</a:t>
            </a:r>
            <a:endParaRPr lang="de-DE" sz="1800" b="0" u="none" strike="noStrike">
              <a:solidFill>
                <a:srgbClr val="000000"/>
              </a:solidFill>
              <a:uFillTx/>
              <a:latin typeface="Arial"/>
            </a:endParaRPr>
          </a:p>
          <a:p>
            <a:pPr indent="0" defTabSz="914400">
              <a:lnSpc>
                <a:spcPct val="90000"/>
              </a:lnSpc>
              <a:spcBef>
                <a:spcPts val="300"/>
              </a:spcBef>
              <a:buNone/>
              <a:tabLst>
                <a:tab pos="0" algn="l"/>
              </a:tabLst>
            </a:pPr>
            <a:r>
              <a:rPr lang="de-DE" sz="1800" b="0" u="none" strike="noStrike">
                <a:solidFill>
                  <a:srgbClr val="1E347B"/>
                </a:solidFill>
                <a:uFillTx/>
                <a:latin typeface="SourceCodePro"/>
              </a:rPr>
              <a:t>  selector: 'customer-filter',</a:t>
            </a:r>
            <a:endParaRPr lang="de-DE" sz="1800" b="0" u="none" strike="noStrike">
              <a:solidFill>
                <a:srgbClr val="000000"/>
              </a:solidFill>
              <a:uFillTx/>
              <a:latin typeface="Arial"/>
            </a:endParaRPr>
          </a:p>
          <a:p>
            <a:pPr indent="0" defTabSz="914400">
              <a:lnSpc>
                <a:spcPct val="90000"/>
              </a:lnSpc>
              <a:spcBef>
                <a:spcPts val="300"/>
              </a:spcBef>
              <a:buNone/>
              <a:tabLst>
                <a:tab pos="0" algn="l"/>
              </a:tabLst>
            </a:pPr>
            <a:r>
              <a:rPr lang="de-DE" sz="1800" b="0" u="none" strike="noStrike">
                <a:solidFill>
                  <a:srgbClr val="1E347B"/>
                </a:solidFill>
                <a:uFillTx/>
                <a:latin typeface="SourceCodePro"/>
              </a:rPr>
              <a:t>  template: `</a:t>
            </a:r>
            <a:endParaRPr lang="de-DE" sz="1800" b="0" u="none" strike="noStrike">
              <a:solidFill>
                <a:srgbClr val="000000"/>
              </a:solidFill>
              <a:uFillTx/>
              <a:latin typeface="Arial"/>
            </a:endParaRPr>
          </a:p>
          <a:p>
            <a:pPr indent="0" defTabSz="914400">
              <a:lnSpc>
                <a:spcPct val="90000"/>
              </a:lnSpc>
              <a:spcBef>
                <a:spcPts val="300"/>
              </a:spcBef>
              <a:buNone/>
              <a:tabLst>
                <a:tab pos="0" algn="l"/>
              </a:tabLst>
            </a:pPr>
            <a:r>
              <a:rPr lang="de-DE" sz="1800" b="0" u="none" strike="noStrike">
                <a:solidFill>
                  <a:srgbClr val="1E347B"/>
                </a:solidFill>
                <a:uFillTx/>
                <a:latin typeface="SourceCodePro"/>
              </a:rPr>
              <a:t>    &lt;input [value]="value()"</a:t>
            </a:r>
            <a:endParaRPr lang="de-DE" sz="1800" b="0" u="none" strike="noStrike">
              <a:solidFill>
                <a:srgbClr val="000000"/>
              </a:solidFill>
              <a:uFillTx/>
              <a:latin typeface="Arial"/>
            </a:endParaRPr>
          </a:p>
          <a:p>
            <a:pPr indent="0" defTabSz="914400">
              <a:lnSpc>
                <a:spcPct val="90000"/>
              </a:lnSpc>
              <a:spcBef>
                <a:spcPts val="300"/>
              </a:spcBef>
              <a:buNone/>
              <a:tabLst>
                <a:tab pos="0" algn="l"/>
              </a:tabLst>
            </a:pPr>
            <a:r>
              <a:rPr lang="de-DE" sz="1800" b="0" u="none" strike="noStrike">
                <a:solidFill>
                  <a:srgbClr val="1E347B"/>
                </a:solidFill>
                <a:uFillTx/>
                <a:latin typeface="SourceCodePro"/>
              </a:rPr>
              <a:t>           (input)="changed.emit($any($event.target).value)"&gt;</a:t>
            </a:r>
            <a:endParaRPr lang="de-DE" sz="1800" b="0" u="none" strike="noStrike">
              <a:solidFill>
                <a:srgbClr val="000000"/>
              </a:solidFill>
              <a:uFillTx/>
              <a:latin typeface="Arial"/>
            </a:endParaRPr>
          </a:p>
          <a:p>
            <a:pPr indent="0" defTabSz="914400">
              <a:lnSpc>
                <a:spcPct val="90000"/>
              </a:lnSpc>
              <a:spcBef>
                <a:spcPts val="300"/>
              </a:spcBef>
              <a:buNone/>
              <a:tabLst>
                <a:tab pos="0" algn="l"/>
              </a:tabLst>
            </a:pPr>
            <a:r>
              <a:rPr lang="de-DE" sz="1800" b="0" u="none" strike="noStrike">
                <a:solidFill>
                  <a:srgbClr val="1E347B"/>
                </a:solidFill>
                <a:uFillTx/>
                <a:latin typeface="SourceCodePro"/>
              </a:rPr>
              <a:t>  `</a:t>
            </a:r>
            <a:endParaRPr lang="de-DE" sz="1800" b="0" u="none" strike="noStrike">
              <a:solidFill>
                <a:srgbClr val="000000"/>
              </a:solidFill>
              <a:uFillTx/>
              <a:latin typeface="Arial"/>
            </a:endParaRPr>
          </a:p>
          <a:p>
            <a:pPr indent="0" defTabSz="914400">
              <a:lnSpc>
                <a:spcPct val="90000"/>
              </a:lnSpc>
              <a:spcBef>
                <a:spcPts val="300"/>
              </a:spcBef>
              <a:buNone/>
              <a:tabLst>
                <a:tab pos="0" algn="l"/>
              </a:tabLst>
            </a:pPr>
            <a:r>
              <a:rPr lang="de-DE" sz="1800" b="0" u="none" strike="noStrike">
                <a:solidFill>
                  <a:srgbClr val="1E347B"/>
                </a:solidFill>
                <a:uFillTx/>
                <a:latin typeface="SourceCodePro"/>
              </a:rPr>
              <a:t>})</a:t>
            </a:r>
            <a:endParaRPr lang="de-DE" sz="1800" b="0" u="none" strike="noStrike">
              <a:solidFill>
                <a:srgbClr val="000000"/>
              </a:solidFill>
              <a:uFillTx/>
              <a:latin typeface="Arial"/>
            </a:endParaRPr>
          </a:p>
          <a:p>
            <a:pPr indent="0" defTabSz="914400">
              <a:lnSpc>
                <a:spcPct val="90000"/>
              </a:lnSpc>
              <a:spcBef>
                <a:spcPts val="300"/>
              </a:spcBef>
              <a:buNone/>
              <a:tabLst>
                <a:tab pos="0" algn="l"/>
              </a:tabLst>
            </a:pPr>
            <a:r>
              <a:rPr lang="de-DE" sz="1800" b="0" u="none" strike="noStrike">
                <a:solidFill>
                  <a:srgbClr val="1E347B"/>
                </a:solidFill>
                <a:uFillTx/>
                <a:latin typeface="SourceCodePro"/>
              </a:rPr>
              <a:t>export class CustomerFilterComponent {</a:t>
            </a:r>
            <a:endParaRPr lang="de-DE" sz="1800" b="0" u="none" strike="noStrike">
              <a:solidFill>
                <a:srgbClr val="000000"/>
              </a:solidFill>
              <a:uFillTx/>
              <a:latin typeface="Arial"/>
            </a:endParaRPr>
          </a:p>
          <a:p>
            <a:pPr indent="0" defTabSz="914400">
              <a:lnSpc>
                <a:spcPct val="90000"/>
              </a:lnSpc>
              <a:spcBef>
                <a:spcPts val="300"/>
              </a:spcBef>
              <a:buNone/>
              <a:tabLst>
                <a:tab pos="0" algn="l"/>
              </a:tabLst>
            </a:pPr>
            <a:r>
              <a:rPr lang="de-DE" sz="1800" b="0" u="none" strike="noStrike">
                <a:solidFill>
                  <a:srgbClr val="1E347B"/>
                </a:solidFill>
                <a:uFillTx/>
                <a:latin typeface="SourceCodePro"/>
              </a:rPr>
              <a:t>  value = input('');            // Eingang: aktueller Filtertext</a:t>
            </a:r>
            <a:endParaRPr lang="de-DE" sz="1800" b="0" u="none" strike="noStrike">
              <a:solidFill>
                <a:srgbClr val="000000"/>
              </a:solidFill>
              <a:uFillTx/>
              <a:latin typeface="Arial"/>
            </a:endParaRPr>
          </a:p>
          <a:p>
            <a:pPr indent="0" defTabSz="914400">
              <a:lnSpc>
                <a:spcPct val="90000"/>
              </a:lnSpc>
              <a:spcBef>
                <a:spcPts val="300"/>
              </a:spcBef>
              <a:buNone/>
              <a:tabLst>
                <a:tab pos="0" algn="l"/>
              </a:tabLst>
            </a:pPr>
            <a:r>
              <a:rPr lang="de-DE" sz="1800" b="0" u="none" strike="noStrike">
                <a:solidFill>
                  <a:srgbClr val="1E347B"/>
                </a:solidFill>
                <a:uFillTx/>
                <a:latin typeface="SourceCodePro"/>
              </a:rPr>
              <a:t>  changed = output&lt;string&gt;();   // Ausgang: neuer Text nach einer Eingabe</a:t>
            </a:r>
            <a:endParaRPr lang="de-DE" sz="1800" b="0" u="none" strike="noStrike">
              <a:solidFill>
                <a:srgbClr val="000000"/>
              </a:solidFill>
              <a:uFillTx/>
              <a:latin typeface="Arial"/>
            </a:endParaRPr>
          </a:p>
          <a:p>
            <a:pPr indent="0" defTabSz="914400">
              <a:lnSpc>
                <a:spcPct val="90000"/>
              </a:lnSpc>
              <a:spcBef>
                <a:spcPts val="300"/>
              </a:spcBef>
              <a:buNone/>
              <a:tabLst>
                <a:tab pos="0" algn="l"/>
              </a:tabLst>
            </a:pPr>
            <a:r>
              <a:rPr lang="de-DE" sz="1800" b="0" u="none" strike="noStrike">
                <a:solidFill>
                  <a:srgbClr val="1E347B"/>
                </a:solidFill>
                <a:uFillTx/>
                <a:latin typeface="SourceCodePro"/>
              </a:rPr>
              <a:t>}</a:t>
            </a:r>
            <a:endParaRPr lang="de-DE" sz="1800" b="0" u="none" strike="noStrike">
              <a:solidFill>
                <a:srgbClr val="000000"/>
              </a:solidFill>
              <a:uFillTx/>
              <a:latin typeface="Arial"/>
            </a:endParaRPr>
          </a:p>
        </p:txBody>
      </p:sp>
    </p:spTree>
  </p:cSld>
  <p:clrMapOvr>
    <a:masterClrMapping/>
  </p:clrMapOvr>
</p:sld>
</file>

<file path=ppt/slides/slide3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Theorie: Schnittstellen sauber gestalten</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input.required&lt;T&gt;() für Pflichtdaten, statt im Template auf undefined zu prüfen</a:t>
            </a:r>
          </a:p>
          <a:p>
            <a:pPr>
              <a:defRPr sz="2000" b="0">
                <a:latin typeface="Segoe UI"/>
              </a:defRPr>
            </a:pPr>
            <a:r>
              <a:rPr lang="de-DE" sz="2000" b="0">
                <a:latin typeface="Segoe UI"/>
              </a:rPr>
              <a:t>Typen exportieren (z. B. Customer), kein any</a:t>
            </a:r>
          </a:p>
          <a:p>
            <a:pPr>
              <a:defRPr sz="2000" b="0">
                <a:latin typeface="Segoe UI"/>
              </a:defRPr>
            </a:pPr>
            <a:r>
              <a:rPr lang="de-DE" sz="2000" b="0">
                <a:latin typeface="Segoe UI"/>
              </a:rPr>
              <a:t>Outputs als Ereignis benennen: customerSelected statt onClick</a:t>
            </a:r>
          </a:p>
          <a:p>
            <a:pPr>
              <a:defRPr sz="2000" b="0">
                <a:latin typeface="Segoe UI"/>
              </a:defRPr>
            </a:pPr>
            <a:r>
              <a:rPr lang="de-DE" sz="2000" b="0">
                <a:latin typeface="Segoe UI"/>
              </a:rPr>
              <a:t>Eingaben im Kind nicht verändern; Änderungen als Output melden (oder model() bewusst nutzen)</a:t>
            </a:r>
          </a:p>
          <a:p>
            <a:pPr>
              <a:defRPr sz="2000" b="0">
                <a:latin typeface="Segoe UI"/>
              </a:defRPr>
            </a:pPr>
            <a:r>
              <a:rPr lang="de-DE" sz="2000" b="0">
                <a:latin typeface="Segoe UI"/>
              </a:rPr>
              <a:t>Kleine Schnittstelle: lieber 3 klare Inputs als ein riesiges Konfigurationsobjekt</a:t>
            </a:r>
          </a:p>
          <a:p>
            <a:pPr>
              <a:defRPr sz="2000" b="0">
                <a:latin typeface="Segoe UI"/>
              </a:defRPr>
            </a:pPr>
            <a:r>
              <a:rPr lang="de-DE" sz="2000" b="0">
                <a:latin typeface="Segoe UI"/>
              </a:rPr>
              <a:t>Kein Zugriff auf Interna des Kindes; wenn nötig, öffentliche Methode oder viewChild()</a:t>
            </a:r>
          </a:p>
        </p:txBody>
      </p:sp>
    </p:spTree>
  </p:cSld>
  <p:clrMapOvr>
    <a:masterClrMapping/>
  </p:clrMapOvr>
</p:sld>
</file>

<file path=ppt/slides/slide3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Theorie: Checkliste „Soll ich aufteilen?“</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1. Kann ich in einem Satz sagen, was die Komponente tut – ohne das Wort „und“?</a:t>
            </a:r>
          </a:p>
          <a:p>
            <a:pPr>
              <a:defRPr sz="2000" b="0">
                <a:latin typeface="Segoe UI"/>
              </a:defRPr>
            </a:pPr>
            <a:r>
              <a:rPr lang="de-DE" sz="2000" b="0">
                <a:latin typeface="Segoe UI"/>
              </a:rPr>
              <a:t>2. Gibt es Teile, die ich an anderer Stelle wiederverwenden würde?</a:t>
            </a:r>
          </a:p>
          <a:p>
            <a:pPr>
              <a:defRPr sz="2000" b="0">
                <a:latin typeface="Segoe UI"/>
              </a:defRPr>
            </a:pPr>
            <a:r>
              <a:rPr lang="de-DE" sz="2000" b="0">
                <a:latin typeface="Segoe UI"/>
              </a:rPr>
              <a:t>3. Ändern sich Teile aus unterschiedlichen Gründen?</a:t>
            </a:r>
          </a:p>
          <a:p>
            <a:pPr>
              <a:defRPr sz="2000" b="0">
                <a:latin typeface="Segoe UI"/>
              </a:defRPr>
            </a:pPr>
            <a:r>
              <a:rPr lang="de-DE" sz="2000" b="0">
                <a:latin typeface="Segoe UI"/>
              </a:rPr>
              <a:t>4. Ist die Schnittstelle zur Eltern-Komponente klein und typisiert?</a:t>
            </a:r>
          </a:p>
          <a:p>
            <a:pPr>
              <a:defRPr sz="2000" b="0">
                <a:latin typeface="Segoe UI"/>
              </a:defRPr>
            </a:pPr>
            <a:r>
              <a:rPr lang="de-DE" sz="2000" b="0">
                <a:latin typeface="Segoe UI"/>
              </a:rPr>
              <a:t>5. Kann ich die Komponente isoliert testen?</a:t>
            </a:r>
          </a:p>
        </p:txBody>
      </p:sp>
    </p:spTree>
  </p:cSld>
  <p:clrMapOvr>
    <a:masterClrMapping/>
  </p:clrMapOvr>
</p:sld>
</file>

<file path=ppt/slides/slide3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Template-Driven Forms: FormsModule und ngModel</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Template-Driven Form: das Formular wird im Template beschrieben, die Klasse bleibt schlank</a:t>
            </a:r>
          </a:p>
          <a:p>
            <a:pPr>
              <a:defRPr sz="2000" b="0">
                <a:latin typeface="Segoe UI"/>
              </a:defRPr>
            </a:pPr>
            <a:r>
              <a:rPr lang="de-DE" sz="2000" b="0">
                <a:latin typeface="Segoe UI"/>
              </a:rPr>
              <a:t>FormsModule aus @angular/forms im imports-Array der Komponente importieren</a:t>
            </a:r>
          </a:p>
          <a:p>
            <a:pPr>
              <a:defRPr sz="2000" b="0">
                <a:latin typeface="Segoe UI"/>
              </a:defRPr>
            </a:pPr>
            <a:r>
              <a:rPr lang="de-DE" sz="2000" b="0">
                <a:latin typeface="Segoe UI"/>
              </a:rPr>
              <a:t>Jedes Feld bekommt die Direktive ngModel und ein name-Attribut</a:t>
            </a:r>
          </a:p>
          <a:p>
            <a:pPr lvl="1">
              <a:defRPr sz="1700" b="0">
                <a:latin typeface="Segoe UI"/>
              </a:defRPr>
            </a:pPr>
            <a:r>
              <a:rPr lang="de-DE" sz="1700" b="0">
                <a:latin typeface="Segoe UI"/>
              </a:rPr>
              <a:t>Innerhalb eines form-Tags ist das name-Attribut Pflicht, sonst gibt es einen Fehler</a:t>
            </a:r>
          </a:p>
          <a:p>
            <a:pPr>
              <a:defRPr sz="2000" b="0">
                <a:latin typeface="Segoe UI"/>
              </a:defRPr>
            </a:pPr>
            <a:r>
              <a:rPr lang="de-DE" sz="2000" b="0">
                <a:latin typeface="Segoe UI"/>
              </a:rPr>
              <a:t>Template-Referenz #f="ngModel" gibt Zugriff auf den Zustand eines Feldes</a:t>
            </a:r>
          </a:p>
          <a:p>
            <a:pPr lvl="1">
              <a:defRPr sz="1700" b="0">
                <a:latin typeface="Segoe UI"/>
              </a:defRPr>
            </a:pPr>
            <a:r>
              <a:rPr lang="de-DE" sz="1700" b="0">
                <a:latin typeface="Segoe UI"/>
              </a:rPr>
              <a:t>z. B. f.invalid, f.dirty, f.touched, f.errors</a:t>
            </a:r>
          </a:p>
          <a:p>
            <a:pPr>
              <a:defRPr sz="2000" b="0">
                <a:latin typeface="Segoe UI"/>
              </a:defRPr>
            </a:pPr>
            <a:r>
              <a:rPr lang="de-DE" sz="2000" b="0">
                <a:latin typeface="Segoe UI"/>
              </a:rPr>
              <a:t>Angular legt das Formular (NgForm) und die Felder automatisch im Hintergrund an</a:t>
            </a:r>
          </a:p>
          <a:p>
            <a:pPr>
              <a:defRPr sz="2000" b="0">
                <a:latin typeface="Segoe UI"/>
              </a:defRPr>
            </a:pPr>
            <a:r>
              <a:rPr lang="de-DE" sz="2000" b="0">
                <a:latin typeface="Segoe UI"/>
              </a:rPr>
              <a:t>Im Hauptpfad des Kurses bleiben wir bei dieser einfachen Variante</a:t>
            </a:r>
          </a:p>
        </p:txBody>
      </p:sp>
    </p:spTree>
  </p:cSld>
  <p:clrMapOvr>
    <a:masterClrMapping/>
  </p:clrMapOvr>
</p:sld>
</file>

<file path=ppt/slides/slide3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10"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Template-Driven Form: Aufbau im Template</a:t>
            </a:r>
            <a:endParaRPr lang="de-DE" sz="4400" b="0" u="none" strike="noStrike">
              <a:solidFill>
                <a:srgbClr val="000000"/>
              </a:solidFill>
              <a:uFillTx/>
              <a:latin typeface="Arial"/>
            </a:endParaRPr>
          </a:p>
        </p:txBody>
      </p:sp>
      <p:sp>
        <p:nvSpPr>
          <p:cNvPr id="811"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a:bodyPr>
          <a:lstStyle/>
          <a:p>
            <a:pPr indent="0" defTabSz="914400">
              <a:lnSpc>
                <a:spcPct val="90000"/>
              </a:lnSpc>
              <a:spcBef>
                <a:spcPts val="200"/>
              </a:spcBef>
              <a:buNone/>
              <a:tabLst>
                <a:tab pos="0" algn="l"/>
              </a:tabLst>
            </a:pPr>
            <a:r>
              <a:rPr lang="de-DE" sz="1600" b="0" u="none" strike="noStrike">
                <a:solidFill>
                  <a:srgbClr val="1E347B"/>
                </a:solidFill>
                <a:uFillTx/>
                <a:latin typeface="SourceCodePro"/>
              </a:rPr>
              <a:t>@if (draft(); as c) {</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&lt;form #customerForm="ngForm"&gt;</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&lt;input name="firstname" [(ngModel)]="c.firstname"&gt;</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&lt;input name="city" [(ngModel)]="c.city"&gt;</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&lt;p&gt;Formular: {{ customerForm.valid ? 'gültig' : 'ungültig' }}&lt;/p&gt;</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&lt;/form&gt;</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&lt;!-- c: bearbeitbare Kopie des Kunden, das Original bleibt unverändert --&gt;</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&lt;!-- #customerForm="ngForm": Zugriff auf das ganze Formular, z. B. .valid --&gt;</a:t>
            </a:r>
            <a:endParaRPr lang="de-DE" sz="1600" b="0" u="none" strike="noStrike">
              <a:solidFill>
                <a:srgbClr val="000000"/>
              </a:solidFill>
              <a:uFillTx/>
              <a:latin typeface="Arial"/>
            </a:endParaRPr>
          </a:p>
        </p:txBody>
      </p:sp>
    </p:spTree>
  </p:cSld>
  <p:clrMapOvr>
    <a:masterClrMapping/>
  </p:clrMapOvr>
</p:sld>
</file>

<file path=ppt/slides/slide3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10"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Bearbeitungskopie mit linkedSignal</a:t>
            </a:r>
            <a:endParaRPr lang="de-DE" sz="4400" b="0" u="none" strike="noStrike">
              <a:solidFill>
                <a:srgbClr val="000000"/>
              </a:solidFill>
              <a:uFillTx/>
              <a:latin typeface="Arial"/>
            </a:endParaRPr>
          </a:p>
        </p:txBody>
      </p:sp>
      <p:sp>
        <p:nvSpPr>
          <p:cNvPr id="811"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a:bodyPr>
          <a:lstStyle/>
          <a:p>
            <a:pPr indent="0" defTabSz="914400">
              <a:lnSpc>
                <a:spcPct val="90000"/>
              </a:lnSpc>
              <a:spcBef>
                <a:spcPts val="300"/>
              </a:spcBef>
              <a:buNone/>
              <a:tabLst>
                <a:tab pos="0" algn="l"/>
              </a:tabLst>
            </a:pPr>
            <a:r>
              <a:rPr lang="de-DE" sz="1800" b="0" u="none" strike="noStrike">
                <a:solidFill>
                  <a:srgbClr val="1E347B"/>
                </a:solidFill>
                <a:uFillTx/>
                <a:latin typeface="SourceCodePro"/>
              </a:rPr>
              <a:t>// Der geladene Kunde (nur lesen!)</a:t>
            </a:r>
            <a:endParaRPr lang="de-DE" sz="1800" b="0" u="none" strike="noStrike">
              <a:solidFill>
                <a:srgbClr val="000000"/>
              </a:solidFill>
              <a:uFillTx/>
              <a:latin typeface="Arial"/>
            </a:endParaRPr>
          </a:p>
          <a:p>
            <a:pPr indent="0" defTabSz="914400">
              <a:lnSpc>
                <a:spcPct val="90000"/>
              </a:lnSpc>
              <a:spcBef>
                <a:spcPts val="300"/>
              </a:spcBef>
              <a:buNone/>
              <a:tabLst>
                <a:tab pos="0" algn="l"/>
              </a:tabLst>
            </a:pPr>
            <a:r>
              <a:rPr lang="de-DE" sz="1800" b="0" u="none" strike="noStrike">
                <a:solidFill>
                  <a:srgbClr val="1E347B"/>
                </a:solidFill>
                <a:uFillTx/>
                <a:latin typeface="SourceCodePro"/>
              </a:rPr>
              <a:t>customer = computed(() =&gt; {</a:t>
            </a:r>
            <a:endParaRPr lang="de-DE" sz="1800" b="0" u="none" strike="noStrike">
              <a:solidFill>
                <a:srgbClr val="000000"/>
              </a:solidFill>
              <a:uFillTx/>
              <a:latin typeface="Arial"/>
            </a:endParaRPr>
          </a:p>
          <a:p>
            <a:pPr indent="0" defTabSz="914400">
              <a:lnSpc>
                <a:spcPct val="90000"/>
              </a:lnSpc>
              <a:spcBef>
                <a:spcPts val="300"/>
              </a:spcBef>
              <a:buNone/>
              <a:tabLst>
                <a:tab pos="0" algn="l"/>
              </a:tabLst>
            </a:pPr>
            <a:r>
              <a:rPr lang="de-DE" sz="1800" b="0" u="none" strike="noStrike">
                <a:solidFill>
                  <a:srgbClr val="1E347B"/>
                </a:solidFill>
                <a:uFillTx/>
                <a:latin typeface="SourceCodePro"/>
              </a:rPr>
              <a:t>  const id = this.id();</a:t>
            </a:r>
            <a:endParaRPr lang="de-DE" sz="1800" b="0" u="none" strike="noStrike">
              <a:solidFill>
                <a:srgbClr val="000000"/>
              </a:solidFill>
              <a:uFillTx/>
              <a:latin typeface="Arial"/>
            </a:endParaRPr>
          </a:p>
          <a:p>
            <a:pPr indent="0" defTabSz="914400">
              <a:lnSpc>
                <a:spcPct val="90000"/>
              </a:lnSpc>
              <a:spcBef>
                <a:spcPts val="300"/>
              </a:spcBef>
              <a:buNone/>
              <a:tabLst>
                <a:tab pos="0" algn="l"/>
              </a:tabLst>
            </a:pPr>
            <a:r>
              <a:rPr lang="de-DE" sz="1800" b="0" u="none" strike="noStrike">
                <a:solidFill>
                  <a:srgbClr val="1E347B"/>
                </a:solidFill>
                <a:uFillTx/>
                <a:latin typeface="SourceCodePro"/>
              </a:rPr>
              <a:t>  return id ? this.customerService.getById(id) : undefined;</a:t>
            </a:r>
            <a:endParaRPr lang="de-DE" sz="1800" b="0" u="none" strike="noStrike">
              <a:solidFill>
                <a:srgbClr val="000000"/>
              </a:solidFill>
              <a:uFillTx/>
              <a:latin typeface="Arial"/>
            </a:endParaRPr>
          </a:p>
          <a:p>
            <a:pPr indent="0" defTabSz="914400">
              <a:lnSpc>
                <a:spcPct val="90000"/>
              </a:lnSpc>
              <a:spcBef>
                <a:spcPts val="300"/>
              </a:spcBef>
              <a:buNone/>
              <a:tabLst>
                <a:tab pos="0" algn="l"/>
              </a:tabLst>
            </a:pPr>
            <a:r>
              <a:rPr lang="de-DE" sz="1800" b="0" u="none" strike="noStrike">
                <a:solidFill>
                  <a:srgbClr val="1E347B"/>
                </a:solidFill>
                <a:uFillTx/>
                <a:latin typeface="SourceCodePro"/>
              </a:rPr>
              <a:t>});</a:t>
            </a:r>
            <a:endParaRPr lang="de-DE" sz="1800" b="0" u="none" strike="noStrike">
              <a:solidFill>
                <a:srgbClr val="000000"/>
              </a:solidFill>
              <a:uFillTx/>
              <a:latin typeface="Arial"/>
            </a:endParaRPr>
          </a:p>
          <a:p>
            <a:pPr indent="0" defTabSz="914400">
              <a:lnSpc>
                <a:spcPct val="90000"/>
              </a:lnSpc>
              <a:spcBef>
                <a:spcPts val="300"/>
              </a:spcBef>
              <a:buNone/>
              <a:tabLst>
                <a:tab pos="0" algn="l"/>
              </a:tabLst>
            </a:pPr>
            <a:r>
              <a:rPr lang="de-DE" sz="1800" b="0" u="none" strike="noStrike">
                <a:solidFill>
                  <a:srgbClr val="1E347B"/>
                </a:solidFill>
                <a:uFillTx/>
                <a:latin typeface="SourceCodePro"/>
              </a:rPr>
              <a:t/>
            </a:r>
            <a:endParaRPr lang="de-DE" sz="1800" b="0" u="none" strike="noStrike">
              <a:solidFill>
                <a:srgbClr val="000000"/>
              </a:solidFill>
              <a:uFillTx/>
              <a:latin typeface="Arial"/>
            </a:endParaRPr>
          </a:p>
          <a:p>
            <a:pPr indent="0" defTabSz="914400">
              <a:lnSpc>
                <a:spcPct val="90000"/>
              </a:lnSpc>
              <a:spcBef>
                <a:spcPts val="300"/>
              </a:spcBef>
              <a:buNone/>
              <a:tabLst>
                <a:tab pos="0" algn="l"/>
              </a:tabLst>
            </a:pPr>
            <a:r>
              <a:rPr lang="de-DE" sz="1800" b="0" u="none" strike="noStrike">
                <a:solidFill>
                  <a:srgbClr val="1E347B"/>
                </a:solidFill>
                <a:uFillTx/>
                <a:latin typeface="SourceCodePro"/>
              </a:rPr>
              <a:t>// Bearbeitbare Kopie: folgt dem Original, kann aber überschrieben werden</a:t>
            </a:r>
            <a:endParaRPr lang="de-DE" sz="1800" b="0" u="none" strike="noStrike">
              <a:solidFill>
                <a:srgbClr val="000000"/>
              </a:solidFill>
              <a:uFillTx/>
              <a:latin typeface="Arial"/>
            </a:endParaRPr>
          </a:p>
          <a:p>
            <a:pPr indent="0" defTabSz="914400">
              <a:lnSpc>
                <a:spcPct val="90000"/>
              </a:lnSpc>
              <a:spcBef>
                <a:spcPts val="300"/>
              </a:spcBef>
              <a:buNone/>
              <a:tabLst>
                <a:tab pos="0" algn="l"/>
              </a:tabLst>
            </a:pPr>
            <a:r>
              <a:rPr lang="de-DE" sz="1800" b="0" u="none" strike="noStrike">
                <a:solidFill>
                  <a:srgbClr val="1E347B"/>
                </a:solidFill>
                <a:uFillTx/>
                <a:latin typeface="SourceCodePro"/>
              </a:rPr>
              <a:t>draft = linkedSignal(() =&gt; {</a:t>
            </a:r>
            <a:endParaRPr lang="de-DE" sz="1800" b="0" u="none" strike="noStrike">
              <a:solidFill>
                <a:srgbClr val="000000"/>
              </a:solidFill>
              <a:uFillTx/>
              <a:latin typeface="Arial"/>
            </a:endParaRPr>
          </a:p>
          <a:p>
            <a:pPr indent="0" defTabSz="914400">
              <a:lnSpc>
                <a:spcPct val="90000"/>
              </a:lnSpc>
              <a:spcBef>
                <a:spcPts val="300"/>
              </a:spcBef>
              <a:buNone/>
              <a:tabLst>
                <a:tab pos="0" algn="l"/>
              </a:tabLst>
            </a:pPr>
            <a:r>
              <a:rPr lang="de-DE" sz="1800" b="0" u="none" strike="noStrike">
                <a:solidFill>
                  <a:srgbClr val="1E347B"/>
                </a:solidFill>
                <a:uFillTx/>
                <a:latin typeface="SourceCodePro"/>
              </a:rPr>
              <a:t>  const customer = this.customer();</a:t>
            </a:r>
            <a:endParaRPr lang="de-DE" sz="1800" b="0" u="none" strike="noStrike">
              <a:solidFill>
                <a:srgbClr val="000000"/>
              </a:solidFill>
              <a:uFillTx/>
              <a:latin typeface="Arial"/>
            </a:endParaRPr>
          </a:p>
          <a:p>
            <a:pPr indent="0" defTabSz="914400">
              <a:lnSpc>
                <a:spcPct val="90000"/>
              </a:lnSpc>
              <a:spcBef>
                <a:spcPts val="300"/>
              </a:spcBef>
              <a:buNone/>
              <a:tabLst>
                <a:tab pos="0" algn="l"/>
              </a:tabLst>
            </a:pPr>
            <a:r>
              <a:rPr lang="de-DE" sz="1800" b="0" u="none" strike="noStrike">
                <a:solidFill>
                  <a:srgbClr val="1E347B"/>
                </a:solidFill>
                <a:uFillTx/>
                <a:latin typeface="SourceCodePro"/>
              </a:rPr>
              <a:t>  return customer ? { ...customer } : undefined;</a:t>
            </a:r>
            <a:endParaRPr lang="de-DE" sz="1800" b="0" u="none" strike="noStrike">
              <a:solidFill>
                <a:srgbClr val="000000"/>
              </a:solidFill>
              <a:uFillTx/>
              <a:latin typeface="Arial"/>
            </a:endParaRPr>
          </a:p>
          <a:p>
            <a:pPr indent="0" defTabSz="914400">
              <a:lnSpc>
                <a:spcPct val="90000"/>
              </a:lnSpc>
              <a:spcBef>
                <a:spcPts val="300"/>
              </a:spcBef>
              <a:buNone/>
              <a:tabLst>
                <a:tab pos="0" algn="l"/>
              </a:tabLst>
            </a:pPr>
            <a:r>
              <a:rPr lang="de-DE" sz="1800" b="0" u="none" strike="noStrike">
                <a:solidFill>
                  <a:srgbClr val="1E347B"/>
                </a:solidFill>
                <a:uFillTx/>
                <a:latin typeface="SourceCodePro"/>
              </a:rPr>
              <a:t>});</a:t>
            </a:r>
            <a:endParaRPr lang="de-DE" sz="1800" b="0" u="none" strike="noStrike">
              <a:solidFill>
                <a:srgbClr val="000000"/>
              </a:solidFill>
              <a:uFillTx/>
              <a:latin typeface="Arial"/>
            </a:endParaRPr>
          </a:p>
          <a:p>
            <a:pPr indent="0" defTabSz="914400">
              <a:lnSpc>
                <a:spcPct val="90000"/>
              </a:lnSpc>
              <a:spcBef>
                <a:spcPts val="300"/>
              </a:spcBef>
              <a:buNone/>
              <a:tabLst>
                <a:tab pos="0" algn="l"/>
              </a:tabLst>
            </a:pPr>
            <a:r>
              <a:rPr lang="de-DE" sz="1800" b="0" u="none" strike="noStrike">
                <a:solidFill>
                  <a:srgbClr val="1E347B"/>
                </a:solidFill>
                <a:uFillTx/>
                <a:latin typeface="SourceCodePro"/>
              </a:rPr>
              <a:t>// Wechselt customer (z. B. andere ID), entsteht draft neu aus dem Original</a:t>
            </a:r>
            <a:endParaRPr lang="de-DE" sz="1800" b="0" u="none" strike="noStrike">
              <a:solidFill>
                <a:srgbClr val="000000"/>
              </a:solidFill>
              <a:uFillTx/>
              <a:latin typeface="Arial"/>
            </a:endParaRPr>
          </a:p>
        </p:txBody>
      </p:sp>
    </p:spTree>
  </p:cSld>
  <p:clrMapOvr>
    <a:masterClrMapping/>
  </p:clrMapOvr>
</p:sld>
</file>

<file path=ppt/slides/slide3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Template-Driven oder Reactive Forms?</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Template-Driven: Beschreibung im Template, wenig Code, gut für einfache Formulare</a:t>
            </a:r>
          </a:p>
          <a:p>
            <a:pPr>
              <a:defRPr sz="2000" b="0">
                <a:latin typeface="Segoe UI"/>
              </a:defRPr>
            </a:pPr>
            <a:r>
              <a:rPr lang="de-DE" sz="2000" b="0">
                <a:latin typeface="Segoe UI"/>
              </a:rPr>
              <a:t>Reactive Forms: Beschreibung in der Klasse (FormGroup, FormControl), mehr Kontrolle</a:t>
            </a:r>
          </a:p>
          <a:p>
            <a:pPr>
              <a:defRPr sz="2000" b="0">
                <a:latin typeface="Segoe UI"/>
              </a:defRPr>
            </a:pPr>
            <a:r>
              <a:rPr lang="de-DE" sz="2000" b="0">
                <a:latin typeface="Segoe UI"/>
              </a:rPr>
              <a:t>Reactive Forms lohnen sich bei dynamischen Feldern, vielen Abhängigkeiten, komplexen Regeln</a:t>
            </a:r>
          </a:p>
          <a:p>
            <a:pPr>
              <a:defRPr sz="2000" b="0">
                <a:latin typeface="Segoe UI"/>
              </a:defRPr>
            </a:pPr>
            <a:r>
              <a:rPr lang="de-DE" sz="2000" b="0">
                <a:latin typeface="Segoe UI"/>
              </a:rPr>
              <a:t>Beide Varianten kennen dieselben Zustände: valid, dirty, touched, errors</a:t>
            </a:r>
          </a:p>
          <a:p>
            <a:pPr>
              <a:defRPr sz="2000" b="0">
                <a:latin typeface="Segoe UI"/>
              </a:defRPr>
            </a:pPr>
            <a:r>
              <a:rPr lang="de-DE" sz="2000" b="0">
                <a:latin typeface="Segoe UI"/>
              </a:rPr>
              <a:t>Beide Varianten verwenden dieselben Validatoren</a:t>
            </a:r>
          </a:p>
          <a:p>
            <a:pPr>
              <a:defRPr sz="2000" b="0">
                <a:latin typeface="Segoe UI"/>
              </a:defRPr>
            </a:pPr>
            <a:r>
              <a:rPr lang="de-DE" sz="2000" b="0">
                <a:latin typeface="Segoe UI"/>
              </a:rPr>
              <a:t>Im Hauptpfad: Template-Driven Form in Übung 22</a:t>
            </a:r>
          </a:p>
          <a:p>
            <a:pPr>
              <a:defRPr sz="2000" b="0">
                <a:latin typeface="Segoe UI"/>
              </a:defRPr>
            </a:pPr>
            <a:r>
              <a:rPr lang="de-DE" sz="2000" b="0">
                <a:latin typeface="Segoe UI"/>
              </a:rPr>
              <a:t>Reactive Forms: Wahlthema am Ende des Kurses, mit Wahlübung Z1</a:t>
            </a:r>
          </a:p>
        </p:txBody>
      </p:sp>
    </p:spTree>
  </p:cSld>
  <p:clrMapOvr>
    <a:masterClrMapping/>
  </p:clrMapOvr>
</p:sld>
</file>

<file path=ppt/slides/slide3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Validierung mit HTML-Attributen</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Template-Driven Forms prüfen Eingaben über HTML-Attribute am Feld</a:t>
            </a:r>
          </a:p>
          <a:p>
            <a:pPr>
              <a:defRPr sz="2000" b="0">
                <a:latin typeface="Segoe UI"/>
              </a:defRPr>
            </a:pPr>
            <a:r>
              <a:rPr lang="de-DE" sz="2000" b="0">
                <a:latin typeface="Segoe UI"/>
              </a:rPr>
              <a:t>required: Pflichtfeld</a:t>
            </a:r>
          </a:p>
          <a:p>
            <a:pPr>
              <a:defRPr sz="2000" b="0">
                <a:latin typeface="Segoe UI"/>
              </a:defRPr>
            </a:pPr>
            <a:r>
              <a:rPr lang="de-DE" sz="2000" b="0">
                <a:latin typeface="Segoe UI"/>
              </a:rPr>
              <a:t>pattern="[0-9]*": Eingabe muss zum regulären Ausdruck passen (z. B. nur Ziffern für eine PLZ)</a:t>
            </a:r>
          </a:p>
          <a:p>
            <a:pPr>
              <a:defRPr sz="2000" b="0">
                <a:latin typeface="Segoe UI"/>
              </a:defRPr>
            </a:pPr>
            <a:r>
              <a:rPr lang="de-DE" sz="2000" b="0">
                <a:latin typeface="Segoe UI"/>
              </a:rPr>
              <a:t>minlength und maxlength: Mindest- und Höchstlänge</a:t>
            </a:r>
          </a:p>
          <a:p>
            <a:pPr>
              <a:defRPr sz="2000" b="0">
                <a:latin typeface="Segoe UI"/>
              </a:defRPr>
            </a:pPr>
            <a:r>
              <a:rPr lang="de-DE" sz="2000" b="0">
                <a:latin typeface="Segoe UI"/>
              </a:rPr>
              <a:t>email: Eingabe muss wie eine E-Mail-Adresse aussehen</a:t>
            </a:r>
          </a:p>
          <a:p>
            <a:pPr>
              <a:defRPr sz="2000" b="0">
                <a:latin typeface="Segoe UI"/>
              </a:defRPr>
            </a:pPr>
            <a:r>
              <a:rPr lang="de-DE" sz="2000" b="0">
                <a:latin typeface="Segoe UI"/>
              </a:rPr>
              <a:t>Angular wertet diese Attribute mit eingebauten Validator-Direktiven aus</a:t>
            </a:r>
          </a:p>
          <a:p>
            <a:pPr>
              <a:defRPr sz="2000" b="0">
                <a:latin typeface="Segoe UI"/>
              </a:defRPr>
            </a:pPr>
            <a:r>
              <a:rPr lang="de-DE" sz="2000" b="0">
                <a:latin typeface="Segoe UI"/>
              </a:rPr>
              <a:t>Eigene Prüfregeln (Custom Validators) sind möglich und werden als Direktive angelegt</a:t>
            </a:r>
          </a:p>
          <a:p>
            <a:pPr>
              <a:defRPr sz="2000" b="0">
                <a:latin typeface="Segoe UI"/>
              </a:defRPr>
            </a:pPr>
            <a:r>
              <a:rPr lang="de-DE" sz="2000" b="0">
                <a:latin typeface="Segoe UI"/>
              </a:rPr>
              <a:t>Die Prüfung im Client verbessert die Bedienung, die Prüfung im Server bleibt Pflicht</a:t>
            </a:r>
          </a:p>
        </p:txBody>
      </p:sp>
    </p:spTree>
  </p:cSld>
  <p:clrMapOvr>
    <a:masterClrMapping/>
  </p:clrMapOvr>
</p:sld>
</file>

<file path=ppt/slides/slide3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Feldzustände: dirty, touched und invalid</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Jedes Feld hat unabhängige Zustände:</a:t>
            </a:r>
          </a:p>
          <a:p>
            <a:pPr lvl="1">
              <a:defRPr sz="1700" b="0">
                <a:latin typeface="Segoe UI"/>
              </a:defRPr>
            </a:pPr>
            <a:r>
              <a:rPr lang="de-DE" sz="1700" b="0">
                <a:latin typeface="Segoe UI"/>
              </a:rPr>
              <a:t>untouched / touched: das Feld wurde noch nicht / schon einmal verlassen</a:t>
            </a:r>
          </a:p>
          <a:p>
            <a:pPr lvl="1">
              <a:defRPr sz="1700" b="0">
                <a:latin typeface="Segoe UI"/>
              </a:defRPr>
            </a:pPr>
            <a:r>
              <a:rPr lang="de-DE" sz="1700" b="0">
                <a:latin typeface="Segoe UI"/>
              </a:rPr>
              <a:t>pristine / dirty: der Wert ist noch unverändert / wurde verändert</a:t>
            </a:r>
          </a:p>
          <a:p>
            <a:pPr lvl="1">
              <a:defRPr sz="1700" b="0">
                <a:latin typeface="Segoe UI"/>
              </a:defRPr>
            </a:pPr>
            <a:r>
              <a:rPr lang="de-DE" sz="1700" b="0">
                <a:latin typeface="Segoe UI"/>
              </a:rPr>
              <a:t>valid / invalid: der aktuelle Wert ist gültig / ungültig</a:t>
            </a:r>
          </a:p>
          <a:p>
            <a:pPr>
              <a:defRPr sz="2000" b="0">
                <a:latin typeface="Segoe UI"/>
              </a:defRPr>
            </a:pPr>
            <a:r>
              <a:rPr lang="de-DE" sz="2000" b="0">
                <a:latin typeface="Segoe UI"/>
              </a:rPr>
              <a:t>errors enthält die konkrete Fehlerursache, z. B. required oder pattern</a:t>
            </a:r>
          </a:p>
          <a:p>
            <a:pPr>
              <a:defRPr sz="2000" b="0">
                <a:latin typeface="Segoe UI"/>
              </a:defRPr>
            </a:pPr>
            <a:r>
              <a:rPr lang="de-DE" sz="2000" b="0">
                <a:latin typeface="Segoe UI"/>
              </a:rPr>
              <a:t>Angular setzt passende CSS-Klassen: ng-valid, ng-invalid, ng-dirty, ng-touched</a:t>
            </a:r>
          </a:p>
          <a:p>
            <a:pPr>
              <a:defRPr sz="2000" b="0">
                <a:latin typeface="Segoe UI"/>
              </a:defRPr>
            </a:pPr>
            <a:r>
              <a:rPr lang="de-DE" sz="2000" b="0">
                <a:latin typeface="Segoe UI"/>
              </a:rPr>
              <a:t>Fehlermeldungen erst zeigen, wenn der Benutzer das Feld verändert hat (dirty)</a:t>
            </a:r>
          </a:p>
          <a:p>
            <a:pPr>
              <a:defRPr sz="2000" b="0">
                <a:latin typeface="Segoe UI"/>
              </a:defRPr>
            </a:pPr>
            <a:r>
              <a:rPr lang="de-DE" sz="2000" b="0">
                <a:latin typeface="Segoe UI"/>
              </a:rPr>
              <a:t>Das ganze Formular ist ungültig, sobald ein Feld ungültig ist</a:t>
            </a:r>
          </a:p>
        </p:txBody>
      </p:sp>
    </p:spTree>
  </p:cSld>
  <p:clrMapOvr>
    <a:masterClrMapping/>
  </p:clrMapOvr>
</p:sld>
</file>

<file path=ppt/slides/slide3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10"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Fehlermeldung und Formularzustand</a:t>
            </a:r>
            <a:endParaRPr lang="de-DE" sz="4400" b="0" u="none" strike="noStrike">
              <a:solidFill>
                <a:srgbClr val="000000"/>
              </a:solidFill>
              <a:uFillTx/>
              <a:latin typeface="Arial"/>
            </a:endParaRPr>
          </a:p>
        </p:txBody>
      </p:sp>
      <p:sp>
        <p:nvSpPr>
          <p:cNvPr id="811"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a:bodyPr>
          <a:lstStyle/>
          <a:p>
            <a:pPr indent="0" defTabSz="914400">
              <a:lnSpc>
                <a:spcPct val="90000"/>
              </a:lnSpc>
              <a:spcBef>
                <a:spcPts val="200"/>
              </a:spcBef>
              <a:buNone/>
              <a:tabLst>
                <a:tab pos="0" algn="l"/>
              </a:tabLst>
            </a:pPr>
            <a:r>
              <a:rPr lang="de-DE" sz="1600" b="0" u="none" strike="noStrike">
                <a:solidFill>
                  <a:srgbClr val="1E347B"/>
                </a:solidFill>
                <a:uFillTx/>
                <a:latin typeface="SourceCodePro"/>
              </a:rPr>
              <a:t>&lt;input name="firstname" [(ngModel)]="c.firstname" required #firstname="ngModel"&gt;</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@if (firstname.invalid &amp;&amp; firstname.dirty) {</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&lt;p class="error"&gt;Bitte einen Vornamen eingeben.&lt;/p&gt;</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&lt;input name="zip" [(ngModel)]="c.zip" pattern="[0-9]*" #zip="ngModel"&gt;</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@if (zip.invalid &amp;&amp; zip.dirty) {</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&lt;p class="error"&gt;Die PLZ darf nur aus Ziffern bestehen.&lt;/p&gt;</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&lt;p&gt;Formular: {{ customerForm.valid ? 'gültig' : 'ungültig' }}&lt;/p&gt;</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&lt;!-- Übung 23: &lt;button type="submit" [disabled]="customerForm.invalid"&gt; --&gt;</a:t>
            </a:r>
            <a:endParaRPr lang="de-DE" sz="1600" b="0" u="none" strike="noStrike">
              <a:solidFill>
                <a:srgbClr val="000000"/>
              </a:solidFill>
              <a:uFillTx/>
              <a:latin typeface="Arial"/>
            </a:endParaRPr>
          </a:p>
        </p:txBody>
      </p:sp>
    </p:spTree>
  </p:cSld>
  <p:clrMapOvr>
    <a:masterClrMapping/>
  </p:clrMapOvr>
</p:sld>
</file>

<file path=ppt/slides/slide3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Übung 22: Kunde bearbeiten (Template-Driven Form)</a:t>
            </a:r>
          </a:p>
        </p:txBody>
      </p:sp>
      <p:sp>
        <p:nvSpPr>
          <p:cNvPr id="3" name="Subtitle 2"/>
          <p:cNvSpPr>
            <a:spLocks noGrp="1"/>
          </p:cNvSpPr>
          <p:nvPr>
            <p:ph type="subTitle"/>
          </p:nvPr>
        </p:nvSpPr>
        <p:spPr/>
        <p:txBody>
          <a:bodyPr anchor="t"/>
          <a:lstStyle/>
          <a:p>
            <a:pPr>
              <a:defRPr sz="2000" b="1">
                <a:latin typeface="Segoe UI"/>
              </a:defRPr>
            </a:pPr>
            <a:r>
              <a:rPr lang="de-DE" sz="2000" b="1">
                <a:latin typeface="Segoe UI"/>
              </a:rPr>
              <a:t>Öffne das Projekt 22_forms und arbeite in CustomerDetailsComponent</a:t>
            </a:r>
          </a:p>
          <a:p>
            <a:pPr>
              <a:defRPr sz="2000" b="1">
                <a:latin typeface="Segoe UI"/>
              </a:defRPr>
            </a:pPr>
            <a:r>
              <a:rPr lang="de-DE" sz="2000" b="1">
                <a:latin typeface="Segoe UI"/>
              </a:rPr>
              <a:t>1. FormsModule im imports-Array importieren (für das Datumsfeld auch DatePipe)</a:t>
            </a:r>
          </a:p>
          <a:p>
            <a:pPr>
              <a:defRPr sz="2000" b="1">
                <a:latin typeface="Segoe UI"/>
              </a:defRPr>
            </a:pPr>
            <a:r>
              <a:rPr lang="de-DE" sz="2000" b="1">
                <a:latin typeface="Segoe UI"/>
              </a:rPr>
              <a:t>2. Bearbeitbare Kopie als linkedSignal anlegen: draft = linkedSignal(() =&gt; ({ ...customer }))</a:t>
            </a:r>
          </a:p>
          <a:p>
            <a:pPr>
              <a:defRPr sz="2000" b="1">
                <a:latin typeface="Segoe UI"/>
              </a:defRPr>
            </a:pPr>
            <a:r>
              <a:rPr lang="de-DE" sz="2000" b="1">
                <a:latin typeface="Segoe UI"/>
              </a:rPr>
              <a:t>3. Felder mit name-Attribut und [(ngModel)] an die Kopie binden</a:t>
            </a:r>
          </a:p>
          <a:p>
            <a:pPr>
              <a:defRPr sz="2000" b="1">
                <a:latin typeface="Segoe UI"/>
              </a:defRPr>
            </a:pPr>
            <a:r>
              <a:rPr lang="de-DE" sz="2000" b="1">
                <a:latin typeface="Segoe UI"/>
              </a:rPr>
              <a:t>4. Validierung per HTML-Attribut: Vor- und Nachname required, PLZ pattern="[0-9]*"</a:t>
            </a:r>
          </a:p>
          <a:p>
            <a:pPr>
              <a:defRPr sz="2000" b="1">
                <a:latin typeface="Segoe UI"/>
              </a:defRPr>
            </a:pPr>
            <a:r>
              <a:rPr lang="de-DE" sz="2000" b="1">
                <a:latin typeface="Segoe UI"/>
              </a:rPr>
              <a:t>5. Fehlermeldung je Feld mit @if (feld.invalid &amp;&amp; feld.dirty)</a:t>
            </a:r>
          </a:p>
          <a:p>
            <a:pPr>
              <a:defRPr sz="2000" b="1">
                <a:latin typeface="Segoe UI"/>
              </a:defRPr>
            </a:pPr>
            <a:r>
              <a:rPr lang="de-DE" sz="2000" b="1">
                <a:latin typeface="Segoe UI"/>
              </a:rPr>
              <a:t>6. Formularzustand ausgeben: #customerForm="ngForm" und customerForm.valid</a:t>
            </a:r>
          </a:p>
          <a:p>
            <a:pPr>
              <a:defRPr sz="2000" b="1">
                <a:latin typeface="Segoe UI"/>
              </a:defRPr>
            </a:pPr>
            <a:r>
              <a:rPr lang="de-DE" sz="2000" b="1">
                <a:latin typeface="Segoe UI"/>
              </a:rPr>
              <a:t>Musterlösung: 22_forms (baut auf 21_dynamic_routes auf)</a:t>
            </a:r>
          </a:p>
        </p:txBody>
      </p:sp>
    </p:spTree>
  </p:cSld>
  <p:clrMapOvr>
    <a:masterClrMapping/>
  </p:clrMapOvr>
</p:sld>
</file>

<file path=ppt/slides/slide3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68" name="Rectangle 19">
            <a:extLst>
              <a:ext uri="{C183D7F6-B498-43B3-948B-1728B52AA6E4}">
                <adec:decorative xmlns:adec="http://schemas.microsoft.com/office/drawing/2017/decorative" val="1"/>
              </a:ext>
            </a:extLst>
          </p:cNvPr>
          <p:cNvSpPr/>
          <p:nvPr/>
        </p:nvSpPr>
        <p:spPr>
          <a:xfrm>
            <a:off x="0" y="0"/>
            <a:ext cx="12187440" cy="61772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469" name="PlaceHolder 1"/>
          <p:cNvSpPr>
            <a:spLocks noGrp="1"/>
          </p:cNvSpPr>
          <p:nvPr>
            <p:ph type="title"/>
          </p:nvPr>
        </p:nvSpPr>
        <p:spPr>
          <a:xfrm>
            <a:off x="841320" y="2826360"/>
            <a:ext cx="10511280" cy="2386080"/>
          </a:xfrm>
          <a:prstGeom prst="rect">
            <a:avLst/>
          </a:prstGeom>
          <a:noFill/>
          <a:ln w="0">
            <a:noFill/>
          </a:ln>
        </p:spPr>
        <p:txBody>
          <a:bodyPr lIns="91440" tIns="45720" rIns="91440" bIns="45720" anchor="t">
            <a:normAutofit/>
          </a:bodyPr>
          <a:lstStyle/>
          <a:p>
            <a:pPr indent="0" defTabSz="914400">
              <a:lnSpc>
                <a:spcPct val="90000"/>
              </a:lnSpc>
              <a:buNone/>
              <a:tabLst>
                <a:tab pos="0" algn="l"/>
              </a:tabLst>
            </a:pPr>
            <a:r>
              <a:rPr lang="en-US" sz="7200" b="0" u="none" strike="noStrike" dirty="0">
                <a:solidFill>
                  <a:srgbClr val="FFFFFF"/>
                </a:solidFill>
                <a:uFillTx/>
                <a:latin typeface="Calibri Light"/>
              </a:rPr>
              <a:t>Wahlthema: Reactive Forms</a:t>
            </a:r>
            <a:endParaRPr lang="de-DE" sz="7200" b="0" u="none" strike="noStrike" dirty="0">
              <a:solidFill>
                <a:srgbClr val="000000"/>
              </a:solidFill>
              <a:uFillTx/>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presetID="10" presetClass="entr" fill="hold" nodeType="withEffect">
                                  <p:stCondLst>
                                    <p:cond delay="500"/>
                                  </p:stCondLst>
                                  <p:iterate type="wd">
                                    <p:tmAbs val="150"/>
                                  </p:iterate>
                                  <p:childTnLst>
                                    <p:set>
                                      <p:cBhvr>
                                        <p:cTn id="6" dur="1" fill="hold">
                                          <p:stCondLst>
                                            <p:cond delay="0"/>
                                          </p:stCondLst>
                                        </p:cTn>
                                        <p:tgtEl>
                                          <p:spTgt spid="469"/>
                                        </p:tgtEl>
                                        <p:attrNameLst>
                                          <p:attrName>style.visibility</p:attrName>
                                        </p:attrNameLst>
                                      </p:cBhvr>
                                      <p:to>
                                        <p:strVal val="visible"/>
                                      </p:to>
                                    </p:set>
                                    <p:animEffect transition="in" filter="fade">
                                      <p:cBhvr additive="repl">
                                        <p:cTn id="7" dur="1000"/>
                                        <p:tgtEl>
                                          <p:spTgt spid="4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68" name="Rectangle 19">
            <a:extLst>
              <a:ext uri="{C183D7F6-B498-43B3-948B-1728B52AA6E4}">
                <adec:decorative xmlns:adec="http://schemas.microsoft.com/office/drawing/2017/decorative" val="1"/>
              </a:ext>
            </a:extLst>
          </p:cNvPr>
          <p:cNvSpPr/>
          <p:nvPr/>
        </p:nvSpPr>
        <p:spPr>
          <a:xfrm>
            <a:off x="0" y="0"/>
            <a:ext cx="12187440" cy="61772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469" name="PlaceHolder 1"/>
          <p:cNvSpPr>
            <a:spLocks noGrp="1"/>
          </p:cNvSpPr>
          <p:nvPr>
            <p:ph type="title"/>
          </p:nvPr>
        </p:nvSpPr>
        <p:spPr>
          <a:xfrm>
            <a:off x="841320" y="2826360"/>
            <a:ext cx="10511280" cy="2386080"/>
          </a:xfrm>
          <a:prstGeom prst="rect">
            <a:avLst/>
          </a:prstGeom>
          <a:noFill/>
          <a:ln w="0">
            <a:noFill/>
          </a:ln>
        </p:spPr>
        <p:txBody>
          <a:bodyPr lIns="91440" tIns="45720" rIns="91440" bIns="45720" anchor="t">
            <a:normAutofit/>
          </a:bodyPr>
          <a:lstStyle/>
          <a:p>
            <a:pPr indent="0" defTabSz="914400">
              <a:lnSpc>
                <a:spcPct val="90000"/>
              </a:lnSpc>
              <a:buNone/>
              <a:tabLst>
                <a:tab pos="0" algn="l"/>
              </a:tabLst>
            </a:pPr>
            <a:r>
              <a:rPr lang="en-US" sz="7200" b="0" u="none" strike="noStrike" dirty="0">
                <a:solidFill>
                  <a:srgbClr val="FFFFFF"/>
                </a:solidFill>
                <a:uFillTx/>
                <a:latin typeface="Calibri Light"/>
              </a:rPr>
              <a:t>Komponenten sinnvoll aufteilen</a:t>
            </a:r>
            <a:endParaRPr lang="de-DE" sz="7200" b="0" u="none" strike="noStrike" dirty="0">
              <a:solidFill>
                <a:srgbClr val="000000"/>
              </a:solidFill>
              <a:uFillTx/>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presetID="10" presetClass="entr" fill="hold" nodeType="withEffect">
                                  <p:stCondLst>
                                    <p:cond delay="500"/>
                                  </p:stCondLst>
                                  <p:iterate type="wd">
                                    <p:tmAbs val="150"/>
                                  </p:iterate>
                                  <p:childTnLst>
                                    <p:set>
                                      <p:cBhvr>
                                        <p:cTn id="6" dur="1" fill="hold">
                                          <p:stCondLst>
                                            <p:cond delay="0"/>
                                          </p:stCondLst>
                                        </p:cTn>
                                        <p:tgtEl>
                                          <p:spTgt spid="469"/>
                                        </p:tgtEl>
                                        <p:attrNameLst>
                                          <p:attrName>style.visibility</p:attrName>
                                        </p:attrNameLst>
                                      </p:cBhvr>
                                      <p:to>
                                        <p:strVal val="visible"/>
                                      </p:to>
                                    </p:set>
                                    <p:animEffect transition="in" filter="fade">
                                      <p:cBhvr additive="repl">
                                        <p:cTn id="7" dur="1000"/>
                                        <p:tgtEl>
                                          <p:spTgt spid="4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Komposition statt Vererbung</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Wiederverwendung über Komposition: &lt;ng-content&gt; (Übung 29), Direktiven, kleine Komponenten</a:t>
            </a:r>
          </a:p>
          <a:p>
            <a:pPr>
              <a:defRPr sz="2000" b="0">
                <a:latin typeface="Segoe UI"/>
              </a:defRPr>
            </a:pPr>
            <a:r>
              <a:rPr lang="de-DE" sz="2000" b="0">
                <a:latin typeface="Segoe UI"/>
              </a:rPr>
              <a:t>Vererbung zwischen Komponenten vermeiden</a:t>
            </a:r>
          </a:p>
          <a:p>
            <a:pPr lvl="1">
              <a:defRPr sz="1700" b="0">
                <a:latin typeface="Segoe UI"/>
              </a:defRPr>
            </a:pPr>
            <a:r>
              <a:rPr lang="de-DE" sz="1700" b="0">
                <a:latin typeface="Segoe UI"/>
              </a:rPr>
              <a:t>Gründe: versteckte Kopplung und Eigenheiten der Dekoratoren</a:t>
            </a:r>
          </a:p>
          <a:p>
            <a:pPr>
              <a:defRPr sz="2000" b="0">
                <a:latin typeface="Segoe UI"/>
              </a:defRPr>
            </a:pPr>
            <a:r>
              <a:rPr lang="de-DE" sz="2000" b="0">
                <a:latin typeface="Segoe UI"/>
              </a:rPr>
              <a:t>Gemeinsames Verhalten besser in Services oder Host-Direktiven (hostDirectives)</a:t>
            </a:r>
          </a:p>
        </p:txBody>
      </p:sp>
    </p:spTree>
  </p:cSld>
  <p:clrMapOvr>
    <a:masterClrMapping/>
  </p:clrMapOvr>
</p:sld>
</file>

<file path=ppt/slides/slide3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Trennung von Oberfläche und Fachlogik</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Ebene 1: Komponente – Darstellung und Eingaben</a:t>
            </a:r>
          </a:p>
          <a:p>
            <a:pPr>
              <a:defRPr sz="2000" b="0">
                <a:latin typeface="Segoe UI"/>
              </a:defRPr>
            </a:pPr>
            <a:r>
              <a:rPr lang="de-DE" sz="2000" b="0">
                <a:latin typeface="Segoe UI"/>
              </a:rPr>
              <a:t>Ebene 2: Service oder Store – Fachlogik und Zustand</a:t>
            </a:r>
          </a:p>
          <a:p>
            <a:pPr>
              <a:defRPr sz="2000" b="0">
                <a:latin typeface="Segoe UI"/>
              </a:defRPr>
            </a:pPr>
            <a:r>
              <a:rPr lang="de-DE" sz="2000" b="0">
                <a:latin typeface="Segoe UI"/>
              </a:rPr>
              <a:t>Ebene 3: API-Client (HttpClient) – Zugriff nach außen</a:t>
            </a:r>
          </a:p>
          <a:p>
            <a:pPr>
              <a:defRPr sz="2000" b="0">
                <a:latin typeface="Segoe UI"/>
              </a:defRPr>
            </a:pPr>
            <a:r>
              <a:rPr lang="de-DE" sz="2000" b="0">
                <a:latin typeface="Segoe UI"/>
              </a:rPr>
              <a:t>Abhängigkeiten zeigen nur nach unten: Komponente kennt Service, Service kennt Client</a:t>
            </a:r>
          </a:p>
          <a:p>
            <a:pPr>
              <a:defRPr sz="2000" b="0">
                <a:latin typeface="Segoe UI"/>
              </a:defRPr>
            </a:pPr>
            <a:r>
              <a:rPr lang="de-DE" sz="2000" b="0">
                <a:latin typeface="Segoe UI"/>
              </a:rPr>
              <a:t>Der Service kennt keine Komponente</a:t>
            </a:r>
          </a:p>
          <a:p>
            <a:pPr>
              <a:defRPr sz="2000" b="0">
                <a:latin typeface="Segoe UI"/>
              </a:defRPr>
            </a:pPr>
            <a:r>
              <a:rPr lang="de-DE" sz="2000" b="0">
                <a:latin typeface="Segoe UI"/>
              </a:rPr>
              <a:t>Reine Berechnungen (z. B. aktive Kunden) als pure Funktion oder Pipe, ohne Angular testbar</a:t>
            </a:r>
          </a:p>
          <a:p>
            <a:pPr>
              <a:defRPr sz="2000" b="0">
                <a:latin typeface="Segoe UI"/>
              </a:defRPr>
            </a:pPr>
            <a:r>
              <a:rPr lang="de-DE" sz="2000" b="0">
                <a:latin typeface="Segoe UI"/>
              </a:rPr>
              <a:t>Keine Fachregeln im Template: komplexe @if-Bedingungen in ein computed oder eine Pipe</a:t>
            </a:r>
          </a:p>
        </p:txBody>
      </p:sp>
    </p:spTree>
  </p:cSld>
  <p:clrMapOvr>
    <a:masterClrMapping/>
  </p:clrMapOvr>
</p:sld>
</file>

<file path=ppt/slides/slide3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Wartbarkeit: Merkmale einer stabilen Codebasis</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Namen sagen, was etwas ist (CustomerListComponent), nicht wie (Helper2)</a:t>
            </a:r>
          </a:p>
          <a:p>
            <a:pPr>
              <a:defRPr sz="2000" b="0">
                <a:latin typeface="Segoe UI"/>
              </a:defRPr>
            </a:pPr>
            <a:r>
              <a:rPr lang="de-DE" sz="2000" b="0">
                <a:latin typeface="Segoe UI"/>
              </a:rPr>
              <a:t>Dateistruktur nach Features (customer/, auth/, shared/), nicht nach Typ</a:t>
            </a:r>
          </a:p>
          <a:p>
            <a:pPr>
              <a:defRPr sz="2000" b="0">
                <a:latin typeface="Segoe UI"/>
              </a:defRPr>
            </a:pPr>
            <a:r>
              <a:rPr lang="de-DE" sz="2000" b="0">
                <a:latin typeface="Segoe UI"/>
              </a:rPr>
              <a:t>TypeScript strict, kein any ohne Begründung</a:t>
            </a:r>
          </a:p>
          <a:p>
            <a:pPr>
              <a:defRPr sz="2000" b="0">
                <a:latin typeface="Segoe UI"/>
              </a:defRPr>
            </a:pPr>
            <a:r>
              <a:rPr lang="de-DE" sz="2000" b="0">
                <a:latin typeface="Segoe UI"/>
              </a:rPr>
              <a:t>Kleine Funktionen und Komponenten, wenig Verschachtelung</a:t>
            </a:r>
          </a:p>
          <a:p>
            <a:pPr>
              <a:defRPr sz="2000" b="0">
                <a:latin typeface="Segoe UI"/>
              </a:defRPr>
            </a:pPr>
            <a:r>
              <a:rPr lang="de-DE" sz="2000" b="0">
                <a:latin typeface="Segoe UI"/>
              </a:rPr>
              <a:t>Automatische Prüfung: ESLint, Prettier und Tests in der Pipeline</a:t>
            </a:r>
          </a:p>
          <a:p>
            <a:pPr>
              <a:defRPr sz="2000" b="0">
                <a:latin typeface="Segoe UI"/>
              </a:defRPr>
            </a:pPr>
            <a:r>
              <a:rPr lang="de-DE" sz="2000" b="0">
                <a:latin typeface="Segoe UI"/>
              </a:rPr>
              <a:t>Entscheidungen festhalten: kurze Notiz (ADR), z. B. „Warum Store statt Service?“</a:t>
            </a:r>
          </a:p>
        </p:txBody>
      </p:sp>
    </p:spTree>
  </p:cSld>
  <p:clrMapOvr>
    <a:masterClrMapping/>
  </p:clrMapOvr>
</p:sld>
</file>

<file path=ppt/slides/slide3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Struktur und Testbarkeit hängen zusammen</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Kleine Komponenten mit klaren Inputs und Outputs: Test in etwa 5 Zeilen</a:t>
            </a:r>
          </a:p>
          <a:p>
            <a:pPr>
              <a:defRPr sz="2000" b="0">
                <a:latin typeface="Segoe UI"/>
              </a:defRPr>
            </a:pPr>
            <a:r>
              <a:rPr lang="de-DE" sz="2000" b="0">
                <a:latin typeface="Segoe UI"/>
              </a:rPr>
              <a:t>Viele versteckte Abhängigkeiten (inject überall, globale Zustände): Test braucht viel Mocking</a:t>
            </a:r>
          </a:p>
          <a:p>
            <a:pPr>
              <a:defRPr sz="2000" b="0">
                <a:latin typeface="Segoe UI"/>
              </a:defRPr>
            </a:pPr>
            <a:r>
              <a:rPr lang="de-DE" sz="2000" b="0">
                <a:latin typeface="Segoe UI"/>
              </a:rPr>
              <a:t>Faustregel: Wenn ein Test schwer zu schreiben ist, ist oft die Struktur das Problem</a:t>
            </a:r>
          </a:p>
          <a:p>
            <a:pPr>
              <a:defRPr sz="2000" b="0">
                <a:latin typeface="Segoe UI"/>
              </a:defRPr>
            </a:pPr>
            <a:r>
              <a:rPr lang="de-DE" sz="2000" b="0">
                <a:latin typeface="Segoe UI"/>
              </a:rPr>
              <a:t>Vertiefung im Kapitel zur Testbarkeit</a:t>
            </a:r>
          </a:p>
        </p:txBody>
      </p:sp>
    </p:spTree>
  </p:cSld>
  <p:clrMapOvr>
    <a:masterClrMapping/>
  </p:clrMapOvr>
</p:sld>
</file>

<file path=ppt/slides/slide3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Übung 31: Kundenliste aufteilen</a:t>
            </a:r>
          </a:p>
        </p:txBody>
      </p:sp>
      <p:sp>
        <p:nvSpPr>
          <p:cNvPr id="3" name="Subtitle 2"/>
          <p:cNvSpPr>
            <a:spLocks noGrp="1"/>
          </p:cNvSpPr>
          <p:nvPr>
            <p:ph type="subTitle"/>
          </p:nvPr>
        </p:nvSpPr>
        <p:spPr/>
        <p:txBody>
          <a:bodyPr anchor="t"/>
          <a:lstStyle/>
          <a:p>
            <a:pPr>
              <a:defRPr sz="2000" b="1">
                <a:latin typeface="Segoe UI"/>
              </a:defRPr>
            </a:pPr>
            <a:r>
              <a:rPr lang="de-DE" sz="2000" b="1">
                <a:latin typeface="Segoe UI"/>
              </a:rPr>
              <a:t>1. CustomerFilterComponent: Eingabefeld und Löschen-Button, viewChild-Fokus wandert mit</a:t>
            </a:r>
          </a:p>
          <a:p>
            <a:pPr lvl="1">
              <a:defRPr sz="1700" b="0">
                <a:latin typeface="Segoe UI"/>
              </a:defRPr>
            </a:pPr>
            <a:r>
              <a:rPr lang="de-DE" sz="1700" b="0">
                <a:latin typeface="Segoe UI"/>
              </a:rPr>
              <a:t>value = input(''), changed = output&lt;string&gt;(), cleared = output&lt;void&gt;()</a:t>
            </a:r>
          </a:p>
          <a:p>
            <a:pPr>
              <a:defRPr sz="2000" b="1">
                <a:latin typeface="Segoe UI"/>
              </a:defRPr>
            </a:pPr>
            <a:r>
              <a:rPr lang="de-DE" sz="2000" b="1">
                <a:latin typeface="Segoe UI"/>
              </a:rPr>
              <a:t>2. CustomerListItemComponent erstellen</a:t>
            </a:r>
          </a:p>
          <a:p>
            <a:pPr lvl="1">
              <a:defRPr sz="1700" b="0">
                <a:latin typeface="Segoe UI"/>
              </a:defRPr>
            </a:pPr>
            <a:r>
              <a:rPr lang="de-DE" sz="1700" b="0">
                <a:latin typeface="Segoe UI"/>
              </a:rPr>
              <a:t>customer = input.required&lt;Customer&gt;(), selected = input(false)</a:t>
            </a:r>
          </a:p>
          <a:p>
            <a:pPr lvl="1">
              <a:defRPr sz="1700" b="0">
                <a:latin typeface="Segoe UI"/>
              </a:defRPr>
            </a:pPr>
            <a:r>
              <a:rPr lang="de-DE" sz="1700" b="0">
                <a:latin typeface="Segoe UI"/>
              </a:rPr>
              <a:t>chosen = output&lt;Customer&gt;()</a:t>
            </a:r>
          </a:p>
          <a:p>
            <a:pPr>
              <a:defRPr sz="2000" b="1">
                <a:latin typeface="Segoe UI"/>
              </a:defRPr>
            </a:pPr>
            <a:r>
              <a:rPr lang="de-DE" sz="2000" b="1">
                <a:latin typeface="Segoe UI"/>
              </a:rPr>
              <a:t>3. CustomerListComponent behält nur: Daten laden, Filterzustand, Auswahlzustand</a:t>
            </a:r>
          </a:p>
          <a:p>
            <a:pPr>
              <a:defRPr sz="2000" b="1">
                <a:latin typeface="Segoe UI"/>
              </a:defRPr>
            </a:pPr>
            <a:r>
              <a:rPr lang="de-DE" sz="2000" b="1">
                <a:latin typeface="Segoe UI"/>
              </a:rPr>
              <a:t>4. Das Verhalten der App darf sich nicht ändern (Smoke-Test im Browser)</a:t>
            </a:r>
          </a:p>
          <a:p>
            <a:pPr>
              <a:defRPr sz="2000" b="1">
                <a:latin typeface="Segoe UI"/>
              </a:defRPr>
            </a:pPr>
            <a:r>
              <a:rPr lang="de-DE" sz="2000" b="1">
                <a:latin typeface="Segoe UI"/>
              </a:rPr>
              <a:t>5. Reflexion: Welche Komponente ist jetzt leicht testbar? Welche Abhängigkeiten sind weg?</a:t>
            </a:r>
          </a:p>
          <a:p>
            <a:pPr>
              <a:defRPr sz="2000" b="1">
                <a:latin typeface="Segoe UI"/>
              </a:defRPr>
            </a:pPr>
            <a:r>
              <a:rPr lang="de-DE" sz="2000" b="1">
                <a:latin typeface="Segoe UI"/>
              </a:rPr>
              <a:t>Musterlösung: 31_komponenten_aufteilen (baut auf 29_contentProjection auf)</a:t>
            </a:r>
          </a:p>
        </p:txBody>
      </p:sp>
    </p:spTree>
  </p:cSld>
  <p:clrMapOvr>
    <a:masterClrMapping/>
  </p:clrMapOvr>
</p:sld>
</file>

<file path=ppt/slides/slide3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68" name="Rectangle 19">
            <a:extLst>
              <a:ext uri="{C183D7F6-B498-43B3-948B-1728B52AA6E4}">
                <adec:decorative xmlns:adec="http://schemas.microsoft.com/office/drawing/2017/decorative" val="1"/>
              </a:ext>
            </a:extLst>
          </p:cNvPr>
          <p:cNvSpPr/>
          <p:nvPr/>
        </p:nvSpPr>
        <p:spPr>
          <a:xfrm>
            <a:off x="0" y="0"/>
            <a:ext cx="12187440" cy="61772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469" name="PlaceHolder 1"/>
          <p:cNvSpPr>
            <a:spLocks noGrp="1"/>
          </p:cNvSpPr>
          <p:nvPr>
            <p:ph type="title"/>
          </p:nvPr>
        </p:nvSpPr>
        <p:spPr>
          <a:xfrm>
            <a:off x="841320" y="2826360"/>
            <a:ext cx="10511280" cy="2386080"/>
          </a:xfrm>
          <a:prstGeom prst="rect">
            <a:avLst/>
          </a:prstGeom>
          <a:noFill/>
          <a:ln w="0">
            <a:noFill/>
          </a:ln>
        </p:spPr>
        <p:txBody>
          <a:bodyPr lIns="91440" tIns="45720" rIns="91440" bIns="45720" anchor="t">
            <a:normAutofit/>
          </a:bodyPr>
          <a:lstStyle/>
          <a:p>
            <a:pPr indent="0" defTabSz="914400">
              <a:lnSpc>
                <a:spcPct val="90000"/>
              </a:lnSpc>
              <a:buNone/>
              <a:tabLst>
                <a:tab pos="0" algn="l"/>
              </a:tabLst>
            </a:pPr>
            <a:r>
              <a:rPr lang="en-US" sz="7200" b="0" u="none" strike="noStrike" dirty="0">
                <a:solidFill>
                  <a:srgbClr val="FFFFFF"/>
                </a:solidFill>
                <a:uFillTx/>
                <a:latin typeface="Calibri Light"/>
              </a:rPr>
              <a:t>Sicherheit im Frontend</a:t>
            </a:r>
            <a:endParaRPr lang="de-DE" sz="7200" b="0" u="none" strike="noStrike" dirty="0">
              <a:solidFill>
                <a:srgbClr val="000000"/>
              </a:solidFill>
              <a:uFillTx/>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presetID="10" presetClass="entr" fill="hold" nodeType="withEffect">
                                  <p:stCondLst>
                                    <p:cond delay="500"/>
                                  </p:stCondLst>
                                  <p:iterate type="wd">
                                    <p:tmAbs val="150"/>
                                  </p:iterate>
                                  <p:childTnLst>
                                    <p:set>
                                      <p:cBhvr>
                                        <p:cTn id="6" dur="1" fill="hold">
                                          <p:stCondLst>
                                            <p:cond delay="0"/>
                                          </p:stCondLst>
                                        </p:cTn>
                                        <p:tgtEl>
                                          <p:spTgt spid="469"/>
                                        </p:tgtEl>
                                        <p:attrNameLst>
                                          <p:attrName>style.visibility</p:attrName>
                                        </p:attrNameLst>
                                      </p:cBhvr>
                                      <p:to>
                                        <p:strVal val="visible"/>
                                      </p:to>
                                    </p:set>
                                    <p:animEffect transition="in" filter="fade">
                                      <p:cBhvr additive="repl">
                                        <p:cTn id="7" dur="1000"/>
                                        <p:tgtEl>
                                          <p:spTgt spid="4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Grundsatz: Das Frontend ist nicht vertrauenswürdig</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Der Code läuft im Browser des Nutzers: Er kann ihn lesen, ändern und umgehen</a:t>
            </a:r>
          </a:p>
          <a:p>
            <a:pPr>
              <a:defRPr sz="2000" b="0">
                <a:latin typeface="Segoe UI"/>
              </a:defRPr>
            </a:pPr>
            <a:r>
              <a:rPr lang="de-DE" sz="2000" b="0">
                <a:latin typeface="Segoe UI"/>
              </a:rPr>
              <a:t>Keine Geheimnisse im Frontend: keine API-Keys mit Rechten, Passwörter, Signierschlüssel</a:t>
            </a:r>
          </a:p>
          <a:p>
            <a:pPr>
              <a:defRPr sz="2000" b="0">
                <a:latin typeface="Segoe UI"/>
              </a:defRPr>
            </a:pPr>
            <a:r>
              <a:rPr lang="de-DE" sz="2000" b="0">
                <a:latin typeface="Segoe UI"/>
              </a:rPr>
              <a:t>Berechtigungen werden im Backend durchgesetzt</a:t>
            </a:r>
          </a:p>
          <a:p>
            <a:pPr lvl="1">
              <a:defRPr sz="1700" b="0">
                <a:latin typeface="Segoe UI"/>
              </a:defRPr>
            </a:pPr>
            <a:r>
              <a:rPr lang="de-DE" sz="1700" b="0">
                <a:latin typeface="Segoe UI"/>
              </a:rPr>
              <a:t>Guards (Übung 25) verbessern die Bedienung, sie sind kein Schutz</a:t>
            </a:r>
          </a:p>
          <a:p>
            <a:pPr>
              <a:defRPr sz="2000" b="0">
                <a:latin typeface="Segoe UI"/>
              </a:defRPr>
            </a:pPr>
            <a:r>
              <a:rPr lang="de-DE" sz="2000" b="0">
                <a:latin typeface="Segoe UI"/>
              </a:rPr>
              <a:t>Validierung im Client ist Bedienkomfort, Validierung im Server ist Sicherheit</a:t>
            </a:r>
          </a:p>
        </p:txBody>
      </p:sp>
    </p:spTree>
  </p:cSld>
  <p:clrMapOvr>
    <a:masterClrMapping/>
  </p:clrMapOvr>
</p:sld>
</file>

<file path=ppt/slides/slide3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Vertrauensgrenzen</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Nicht vertrauenswürdig, immer prüfen oder escapen:</a:t>
            </a:r>
          </a:p>
          <a:p>
            <a:pPr lvl="1">
              <a:defRPr sz="1700" b="0">
                <a:latin typeface="Segoe UI"/>
              </a:defRPr>
            </a:pPr>
            <a:r>
              <a:rPr lang="de-DE" sz="1700" b="0">
                <a:latin typeface="Segoe UI"/>
              </a:rPr>
              <a:t>Eingaben im Formular; URL, Query- und Pfadparameter, Fragment</a:t>
            </a:r>
          </a:p>
          <a:p>
            <a:pPr lvl="1">
              <a:defRPr sz="1700" b="0">
                <a:latin typeface="Segoe UI"/>
              </a:defRPr>
            </a:pPr>
            <a:r>
              <a:rPr lang="de-DE" sz="1700" b="0">
                <a:latin typeface="Segoe UI"/>
              </a:rPr>
              <a:t>Antworten von APIs, auch vom eigenen Backend; localStorage, Cookies, postMessage</a:t>
            </a:r>
          </a:p>
          <a:p>
            <a:pPr lvl="1">
              <a:defRPr sz="1700" b="0">
                <a:latin typeface="Segoe UI"/>
              </a:defRPr>
            </a:pPr>
            <a:r>
              <a:rPr lang="de-DE" sz="1700" b="0">
                <a:latin typeface="Segoe UI"/>
              </a:rPr>
              <a:t>Daten von Drittanbietern und Dateiuploads</a:t>
            </a:r>
          </a:p>
          <a:p>
            <a:pPr>
              <a:defRPr sz="2000" b="0">
                <a:latin typeface="Segoe UI"/>
              </a:defRPr>
            </a:pPr>
            <a:r>
              <a:rPr lang="de-DE" sz="2000" b="0">
                <a:latin typeface="Segoe UI"/>
              </a:rPr>
              <a:t>Vertrauenswürdig: der Quelltext der eigenen App und fest einkompilierte Konstanten</a:t>
            </a:r>
          </a:p>
          <a:p>
            <a:pPr>
              <a:defRPr sz="2000" b="0">
                <a:latin typeface="Segoe UI"/>
              </a:defRPr>
            </a:pPr>
            <a:r>
              <a:rPr lang="de-DE" sz="2000" b="0">
                <a:latin typeface="Segoe UI"/>
              </a:rPr>
              <a:t>Alles von außen ist Eingabe, auch Daten aus dem eigenen Backend</a:t>
            </a:r>
          </a:p>
          <a:p>
            <a:pPr>
              <a:defRPr sz="2000" b="0">
                <a:latin typeface="Segoe UI"/>
              </a:defRPr>
            </a:pPr>
            <a:r>
              <a:rPr lang="de-DE" sz="2000" b="0">
                <a:latin typeface="Segoe UI"/>
              </a:rPr>
              <a:t>Angezeigte Daten müssen für ihren Kontext geschützt werden (HTML, URL, Style)</a:t>
            </a:r>
          </a:p>
        </p:txBody>
      </p:sp>
    </p:spTree>
  </p:cSld>
  <p:clrMapOvr>
    <a:masterClrMapping/>
  </p:clrMapOvr>
</p:sld>
</file>

<file path=ppt/slides/slide3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XSS: das Hauptrisiko</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Cross-Site Scripting (XSS): Ein Angreifer schleust Script in die Seite ein</a:t>
            </a:r>
          </a:p>
          <a:p>
            <a:pPr>
              <a:defRPr sz="2000" b="0">
                <a:latin typeface="Segoe UI"/>
              </a:defRPr>
            </a:pPr>
            <a:r>
              <a:rPr lang="de-DE" sz="2000" b="0">
                <a:latin typeface="Segoe UI"/>
              </a:rPr>
              <a:t>Das Script läuft mit den Rechten des Nutzers: Es kann Token auslesen und Aktionen auslösen</a:t>
            </a:r>
          </a:p>
          <a:p>
            <a:pPr>
              <a:defRPr sz="2000" b="0">
                <a:latin typeface="Segoe UI"/>
              </a:defRPr>
            </a:pPr>
            <a:r>
              <a:rPr lang="de-DE" sz="2000" b="0">
                <a:latin typeface="Segoe UI"/>
              </a:rPr>
              <a:t>Beispiel: Eine Kunden-Notiz enthält ein Bild mit Fehler-Ereignis:</a:t>
            </a:r>
          </a:p>
          <a:p>
            <a:pPr lvl="1">
              <a:defRPr sz="1700" b="0">
                <a:latin typeface="Segoe UI"/>
              </a:defRPr>
            </a:pPr>
            <a:r>
              <a:rPr lang="de-DE" sz="1700" b="0">
                <a:latin typeface="Segoe UI"/>
              </a:rPr>
              <a:t>&lt;img src=x onerror="alert('XSS')"&gt;</a:t>
            </a:r>
          </a:p>
          <a:p>
            <a:pPr>
              <a:defRPr sz="2000" b="0">
                <a:latin typeface="Segoe UI"/>
              </a:defRPr>
            </a:pPr>
            <a:r>
              <a:rPr lang="de-DE" sz="2000" b="0">
                <a:latin typeface="Segoe UI"/>
              </a:rPr>
              <a:t>Zeigt die Seite die Notiz ungeschützt als HTML an, läuft das Script im Browser des Betrachters</a:t>
            </a:r>
          </a:p>
          <a:p>
            <a:pPr>
              <a:defRPr sz="2000" b="0">
                <a:latin typeface="Segoe UI"/>
              </a:defRPr>
            </a:pPr>
            <a:r>
              <a:rPr lang="de-DE" sz="2000" b="0">
                <a:latin typeface="Segoe UI"/>
              </a:rPr>
              <a:t>Hier genügt harmlos ein alert, in echten Fällen wäre der Schaden groß</a:t>
            </a:r>
          </a:p>
        </p:txBody>
      </p:sp>
    </p:spTree>
  </p:cSld>
  <p:clrMapOvr>
    <a:masterClrMapping/>
  </p:clrMapOvr>
</p:sld>
</file>

<file path=ppt/slides/slide3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Was Angular standardmäßig tut</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Interpolation {{ }}: Der Wert wird als Text ausgegeben (escaped)</a:t>
            </a:r>
          </a:p>
          <a:p>
            <a:pPr>
              <a:defRPr sz="2000" b="0">
                <a:latin typeface="Segoe UI"/>
              </a:defRPr>
            </a:pPr>
            <a:r>
              <a:rPr lang="de-DE" sz="2000" b="0">
                <a:latin typeface="Segoe UI"/>
              </a:rPr>
              <a:t>[innerHTML]: Angular bereinigt das HTML (Sanitizing) und entfernt gefährliche Teile</a:t>
            </a:r>
          </a:p>
          <a:p>
            <a:pPr lvl="1">
              <a:defRPr sz="1700" b="0">
                <a:latin typeface="Segoe UI"/>
              </a:defRPr>
            </a:pPr>
            <a:r>
              <a:rPr lang="de-DE" sz="1700" b="0">
                <a:latin typeface="Segoe UI"/>
              </a:rPr>
              <a:t>Zum Beispiel script-Elemente und Event-Handler wie onerror</a:t>
            </a:r>
          </a:p>
          <a:p>
            <a:pPr>
              <a:defRPr sz="2000" b="0">
                <a:latin typeface="Segoe UI"/>
              </a:defRPr>
            </a:pPr>
            <a:r>
              <a:rPr lang="de-DE" sz="2000" b="0">
                <a:latin typeface="Segoe UI"/>
              </a:rPr>
              <a:t>[href] und [src]: gefährliche URLs wie javascript: werden entschärft (Präfix unsafe:)</a:t>
            </a:r>
          </a:p>
          <a:p>
            <a:pPr>
              <a:defRPr sz="2000" b="0">
                <a:latin typeface="Segoe UI"/>
              </a:defRPr>
            </a:pPr>
            <a:r>
              <a:rPr lang="de-DE" sz="2000" b="0">
                <a:latin typeface="Segoe UI"/>
              </a:rPr>
              <a:t>Templates werden beim Build kompiliert, Nutzereingaben werden nicht als Template ausgewertet</a:t>
            </a:r>
          </a:p>
        </p:txBody>
      </p:sp>
    </p:spTree>
  </p:cSld>
  <p:clrMapOvr>
    <a:masterClrMapping/>
  </p:clrMapOvr>
</p:sld>
</file>

<file path=ppt/slides/slide3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10"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Interpolation und innerHTML im Vergleich</a:t>
            </a:r>
            <a:endParaRPr lang="de-DE" sz="4400" b="0" u="none" strike="noStrike">
              <a:solidFill>
                <a:srgbClr val="000000"/>
              </a:solidFill>
              <a:uFillTx/>
              <a:latin typeface="Arial"/>
            </a:endParaRPr>
          </a:p>
        </p:txBody>
      </p:sp>
      <p:sp>
        <p:nvSpPr>
          <p:cNvPr id="811"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a:bodyPr>
          <a:lstStyle/>
          <a:p>
            <a:pPr indent="0" defTabSz="914400">
              <a:lnSpc>
                <a:spcPct val="90000"/>
              </a:lnSpc>
              <a:spcBef>
                <a:spcPts val="200"/>
              </a:spcBef>
              <a:buNone/>
              <a:tabLst>
                <a:tab pos="0" algn="l"/>
              </a:tabLst>
            </a:pPr>
            <a:r>
              <a:rPr lang="de-DE" sz="1600" b="0" u="none" strike="noStrike">
                <a:solidFill>
                  <a:srgbClr val="1E347B"/>
                </a:solidFill>
                <a:uFillTx/>
                <a:latin typeface="SourceCodePro"/>
              </a:rPr>
              <a:t>&lt;!-- Sicher: Ausgabe als Text, die Notiz erscheint mit allen Zeichen --&gt;</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&lt;p&gt;{{ customer.note }}&lt;/p&gt;</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&lt;!-- Bereinigt: Formatierung wie &lt;b&gt; bleibt, gefährliche Teile werden entfernt --&gt;</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&lt;div [innerHTML]="customer.note"&gt;&lt;/div&gt;</a:t>
            </a:r>
            <a:endParaRPr lang="de-DE" sz="1600" b="0" u="none" strike="noStrike">
              <a:solidFill>
                <a:srgbClr val="000000"/>
              </a:solidFill>
              <a:uFillTx/>
              <a:latin typeface="Arial"/>
            </a:endParaRPr>
          </a:p>
        </p:txBody>
      </p:sp>
    </p:spTree>
  </p:cSld>
  <p:clrMapOvr>
    <a:masterClrMapping/>
  </p:clrMapOvr>
</p:sld>
</file>

<file path=ppt/slides/slide3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Wo Angulars Schutz ausgehebelt wird</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DomSanitizer: bypassSecurityTrustHtml/-Url/-Script/-ResourceUrl, Angular prüft nicht mehr</a:t>
            </a:r>
          </a:p>
          <a:p>
            <a:pPr>
              <a:defRPr sz="2000" b="0">
                <a:latin typeface="Segoe UI"/>
              </a:defRPr>
            </a:pPr>
            <a:r>
              <a:rPr lang="de-DE" sz="2000" b="0">
                <a:latin typeface="Segoe UI"/>
              </a:rPr>
              <a:t>Nur für selbst kontrollierte Inhalte, nie für Nutzereingaben</a:t>
            </a:r>
          </a:p>
          <a:p>
            <a:pPr>
              <a:defRPr sz="2000" b="0">
                <a:latin typeface="Segoe UI"/>
              </a:defRPr>
            </a:pPr>
            <a:r>
              <a:rPr lang="de-DE" sz="2000" b="0">
                <a:latin typeface="Segoe UI"/>
              </a:rPr>
              <a:t>Direkter DOM-Zugriff: nativeElement.innerHTML = …, document.write, eval, new Function</a:t>
            </a:r>
          </a:p>
          <a:p>
            <a:pPr>
              <a:defRPr sz="2000" b="0">
                <a:latin typeface="Segoe UI"/>
              </a:defRPr>
            </a:pPr>
            <a:r>
              <a:rPr lang="de-DE" sz="2000" b="0">
                <a:latin typeface="Segoe UI"/>
              </a:rPr>
              <a:t>Templates zur Laufzeit aus Strings bauen, wenn Nutzertext enthalten ist</a:t>
            </a:r>
          </a:p>
          <a:p>
            <a:pPr>
              <a:defRPr sz="2000" b="0">
                <a:latin typeface="Segoe UI"/>
              </a:defRPr>
            </a:pPr>
            <a:r>
              <a:rPr lang="de-DE" sz="2000" b="0">
                <a:latin typeface="Segoe UI"/>
              </a:rPr>
              <a:t>Drittbibliotheken, die HTML erzeugen (Markdown-Renderer, Editoren) ohne Sanitizing</a:t>
            </a:r>
          </a:p>
          <a:p>
            <a:pPr>
              <a:defRPr sz="2000" b="0">
                <a:latin typeface="Segoe UI"/>
              </a:defRPr>
            </a:pPr>
            <a:r>
              <a:rPr lang="de-DE" sz="2000" b="0">
                <a:latin typeface="Segoe UI"/>
              </a:rPr>
              <a:t>Regel: bypassSecurityTrust* ist ein Review-Alarm, jeder Einsatz braucht eine Begründung im Code</a:t>
            </a:r>
          </a:p>
        </p:txBody>
      </p:sp>
    </p:spTree>
  </p:cSld>
  <p:clrMapOvr>
    <a:masterClrMapping/>
  </p:clrMapOvr>
</p:sld>
</file>

<file path=ppt/slides/slide3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Authentifizierung und Token</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localStorage oder sessionStorage: bei XSS per Script auslesbar</a:t>
            </a:r>
          </a:p>
          <a:p>
            <a:pPr>
              <a:defRPr sz="2000" b="0">
                <a:latin typeface="Segoe UI"/>
              </a:defRPr>
            </a:pPr>
            <a:r>
              <a:rPr lang="de-DE" sz="2000" b="0">
                <a:latin typeface="Segoe UI"/>
              </a:rPr>
              <a:t>Cookie ohne HttpOnly: ebenfalls per Script auslesbar</a:t>
            </a:r>
          </a:p>
          <a:p>
            <a:pPr>
              <a:defRPr sz="2000" b="0">
                <a:latin typeface="Segoe UI"/>
              </a:defRPr>
            </a:pPr>
            <a:r>
              <a:rPr lang="de-DE" sz="2000" b="0">
                <a:latin typeface="Segoe UI"/>
              </a:rPr>
              <a:t>Cookie mit HttpOnly, Secure und SameSite: Script kommt nicht heran (CSRF beachten)</a:t>
            </a:r>
          </a:p>
          <a:p>
            <a:pPr>
              <a:defRPr sz="2000" b="0">
                <a:latin typeface="Segoe UI"/>
              </a:defRPr>
            </a:pPr>
            <a:r>
              <a:rPr lang="de-DE" sz="2000" b="0">
                <a:latin typeface="Segoe UI"/>
              </a:rPr>
              <a:t>Variable im Speicher: geht beim Reload verloren, schwerer zu stehlen</a:t>
            </a:r>
          </a:p>
          <a:p>
            <a:pPr>
              <a:defRPr sz="2000" b="0">
                <a:latin typeface="Segoe UI"/>
              </a:defRPr>
            </a:pPr>
            <a:r>
              <a:rPr lang="de-DE" sz="2000" b="0">
                <a:latin typeface="Segoe UI"/>
              </a:rPr>
              <a:t>Empfehlung: Sitzung über HttpOnly-Cookie, das das Backend setzt; Token mit kurzer Laufzeit</a:t>
            </a:r>
          </a:p>
          <a:p>
            <a:pPr>
              <a:defRPr sz="2000" b="0">
                <a:latin typeface="Segoe UI"/>
              </a:defRPr>
            </a:pPr>
            <a:r>
              <a:rPr lang="de-DE" sz="2000" b="0">
                <a:latin typeface="Segoe UI"/>
              </a:rPr>
              <a:t>Login bevorzugt über etablierte Bibliotheken oder Identity Provider statt Eigenbau</a:t>
            </a:r>
          </a:p>
          <a:p>
            <a:pPr>
              <a:defRPr sz="2000" b="0">
                <a:latin typeface="Segoe UI"/>
              </a:defRPr>
            </a:pPr>
            <a:r>
              <a:rPr lang="de-DE" sz="2000" b="0">
                <a:latin typeface="Segoe UI"/>
              </a:rPr>
              <a:t>Der AuthService aus Übung 25 (Signal isLoggedIn) ist nur eine Demo</a:t>
            </a:r>
          </a:p>
        </p:txBody>
      </p:sp>
    </p:spTree>
  </p:cSld>
  <p:clrMapOvr>
    <a:masterClrMapping/>
  </p:clrMapOvr>
</p:sld>
</file>

<file path=ppt/slides/slide3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CSRF und HTTP (1/2)</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CSRF: Eine fremde Seite löst mit dem Browser des Nutzers Aktionen im Backend aus</a:t>
            </a:r>
          </a:p>
          <a:p>
            <a:pPr lvl="1">
              <a:defRPr sz="1700" b="0">
                <a:latin typeface="Segoe UI"/>
              </a:defRPr>
            </a:pPr>
            <a:r>
              <a:rPr lang="de-DE" sz="1700" b="0">
                <a:latin typeface="Segoe UI"/>
              </a:rPr>
              <a:t>Der Browser sendet dabei die Cookies des Nutzers automatisch mit</a:t>
            </a:r>
          </a:p>
          <a:p>
            <a:pPr>
              <a:defRPr sz="2000" b="0">
                <a:latin typeface="Segoe UI"/>
              </a:defRPr>
            </a:pPr>
            <a:r>
              <a:rPr lang="de-DE" sz="2000" b="0">
                <a:latin typeface="Segoe UI"/>
              </a:rPr>
              <a:t>Gegenmaßnahmen: SameSite-Cookies und CSRF-Token</a:t>
            </a:r>
          </a:p>
          <a:p>
            <a:pPr>
              <a:defRPr sz="2000" b="0">
                <a:latin typeface="Segoe UI"/>
              </a:defRPr>
            </a:pPr>
            <a:r>
              <a:rPr lang="de-DE" sz="2000" b="0">
                <a:latin typeface="Segoe UI"/>
              </a:rPr>
              <a:t>HttpClient liest das Cookie XSRF-TOKEN und sendet es als Header X-XSRF-TOKEN</a:t>
            </a:r>
          </a:p>
          <a:p>
            <a:pPr lvl="1">
              <a:defRPr sz="1700" b="0">
                <a:latin typeface="Segoe UI"/>
              </a:defRPr>
            </a:pPr>
            <a:r>
              <a:rPr lang="de-DE" sz="1700" b="0">
                <a:latin typeface="Segoe UI"/>
              </a:rPr>
              <a:t>Nur bei veränderten Anfragen (z. B. POST, PUT, DELETE) an relative URLs</a:t>
            </a:r>
          </a:p>
          <a:p>
            <a:pPr lvl="1">
              <a:defRPr sz="1700" b="0">
                <a:latin typeface="Segoe UI"/>
              </a:defRPr>
            </a:pPr>
            <a:r>
              <a:rPr lang="de-DE" sz="1700" b="0">
                <a:latin typeface="Segoe UI"/>
              </a:rPr>
              <a:t>Das Backend muss das Cookie setzen und den Header prüfen</a:t>
            </a:r>
          </a:p>
        </p:txBody>
      </p:sp>
    </p:spTree>
  </p:cSld>
  <p:clrMapOvr>
    <a:masterClrMapping/>
  </p:clrMapOvr>
</p:sld>
</file>

<file path=ppt/slides/slide3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10"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XSRF-Namen anpassen</a:t>
            </a:r>
            <a:endParaRPr lang="de-DE" sz="4400" b="0" u="none" strike="noStrike">
              <a:solidFill>
                <a:srgbClr val="000000"/>
              </a:solidFill>
              <a:uFillTx/>
              <a:latin typeface="Arial"/>
            </a:endParaRPr>
          </a:p>
        </p:txBody>
      </p:sp>
      <p:sp>
        <p:nvSpPr>
          <p:cNvPr id="811"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a:bodyPr>
          <a:lstStyle/>
          <a:p>
            <a:pPr indent="0" defTabSz="914400">
              <a:lnSpc>
                <a:spcPct val="90000"/>
              </a:lnSpc>
              <a:spcBef>
                <a:spcPts val="200"/>
              </a:spcBef>
              <a:buNone/>
              <a:tabLst>
                <a:tab pos="0" algn="l"/>
              </a:tabLst>
            </a:pPr>
            <a:r>
              <a:rPr lang="de-DE" sz="1600" b="0" u="none" strike="noStrike">
                <a:solidFill>
                  <a:srgbClr val="1E347B"/>
                </a:solidFill>
                <a:uFillTx/>
                <a:latin typeface="SourceCodePro"/>
              </a:rPr>
              <a:t>// Standard: Cookie "XSRF-TOKEN", Header "X-XSRF-TOKEN"</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provideHttpClient(</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withXsrfConfiguration({</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cookieName: 'MY-XSRF-COOKIE',   // Name des Cookies, das das Backend setzt</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headerName: 'X-MY-XSRF',        // Name des Headers, den das Backend erwartet</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a:t>
            </a:r>
            <a:endParaRPr lang="de-DE" sz="1600" b="0" u="none" strike="noStrike">
              <a:solidFill>
                <a:srgbClr val="000000"/>
              </a:solidFill>
              <a:uFillTx/>
              <a:latin typeface="Arial"/>
            </a:endParaRPr>
          </a:p>
        </p:txBody>
      </p:sp>
    </p:spTree>
  </p:cSld>
  <p:clrMapOvr>
    <a:masterClrMapping/>
  </p:clrMapOvr>
</p:sld>
</file>

<file path=ppt/slides/slide3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CSRF und HTTP (2/2)</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CORS schützt nicht den Server</a:t>
            </a:r>
          </a:p>
          <a:p>
            <a:pPr lvl="1">
              <a:defRPr sz="1700" b="0">
                <a:latin typeface="Segoe UI"/>
              </a:defRPr>
            </a:pPr>
            <a:r>
              <a:rPr lang="de-DE" sz="1700" b="0">
                <a:latin typeface="Segoe UI"/>
              </a:rPr>
              <a:t>CORS regelt, welche Webseiten Antworten lesen dürfen</a:t>
            </a:r>
          </a:p>
          <a:p>
            <a:pPr lvl="1">
              <a:defRPr sz="1700" b="0">
                <a:latin typeface="Segoe UI"/>
              </a:defRPr>
            </a:pPr>
            <a:r>
              <a:rPr lang="de-DE" sz="1700" b="0">
                <a:latin typeface="Segoe UI"/>
              </a:rPr>
              <a:t>Nicht mit Absicherung verwechseln</a:t>
            </a:r>
          </a:p>
          <a:p>
            <a:pPr>
              <a:defRPr sz="2000" b="0">
                <a:latin typeface="Segoe UI"/>
              </a:defRPr>
            </a:pPr>
            <a:r>
              <a:rPr lang="de-DE" sz="2000" b="0">
                <a:latin typeface="Segoe UI"/>
              </a:rPr>
              <a:t>Immer HTTPS verwenden</a:t>
            </a:r>
          </a:p>
          <a:p>
            <a:pPr>
              <a:defRPr sz="2000" b="0">
                <a:latin typeface="Segoe UI"/>
              </a:defRPr>
            </a:pPr>
            <a:r>
              <a:rPr lang="de-DE" sz="2000" b="0">
                <a:latin typeface="Segoe UI"/>
              </a:rPr>
              <a:t>Keine sensiblen Daten in URLs (sie landen in Logs und im Referrer)</a:t>
            </a:r>
          </a:p>
        </p:txBody>
      </p:sp>
    </p:spTree>
  </p:cSld>
  <p:clrMapOvr>
    <a:masterClrMapping/>
  </p:clrMapOvr>
</p:sld>
</file>

<file path=ppt/slides/slide3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Weitere typische Risikoquellen (1/2)</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Offene Weiterleitung: navigateByUrl mit ungeprüftem returnUrl-Parameter</a:t>
            </a:r>
          </a:p>
          <a:p>
            <a:pPr lvl="1">
              <a:defRPr sz="1700" b="0">
                <a:latin typeface="Segoe UI"/>
              </a:defRPr>
            </a:pPr>
            <a:r>
              <a:rPr lang="de-DE" sz="1700" b="0">
                <a:latin typeface="Segoe UI"/>
              </a:rPr>
              <a:t>Gegenmaßnahme: Ziel gegen eine Allowlist prüfen, nur interne Pfade</a:t>
            </a:r>
          </a:p>
          <a:p>
            <a:pPr>
              <a:defRPr sz="2000" b="0">
                <a:latin typeface="Segoe UI"/>
              </a:defRPr>
            </a:pPr>
            <a:r>
              <a:rPr lang="de-DE" sz="2000" b="0">
                <a:latin typeface="Segoe UI"/>
              </a:rPr>
              <a:t>Unsichere Abhängigkeiten: veraltete npm-Pakete mit Lücken</a:t>
            </a:r>
          </a:p>
          <a:p>
            <a:pPr lvl="1">
              <a:defRPr sz="1700" b="0">
                <a:latin typeface="Segoe UI"/>
              </a:defRPr>
            </a:pPr>
            <a:r>
              <a:rPr lang="de-DE" sz="1700" b="0">
                <a:latin typeface="Segoe UI"/>
              </a:rPr>
              <a:t>Gegenmaßnahme: npm audit, Updates, Lockfile, Werkzeuge für automatische Updates</a:t>
            </a:r>
          </a:p>
          <a:p>
            <a:pPr>
              <a:defRPr sz="2000" b="0">
                <a:latin typeface="Segoe UI"/>
              </a:defRPr>
            </a:pPr>
            <a:r>
              <a:rPr lang="de-DE" sz="2000" b="0">
                <a:latin typeface="Segoe UI"/>
              </a:rPr>
              <a:t>Geheimnisse im Bundle: API-Key in environment.ts</a:t>
            </a:r>
          </a:p>
          <a:p>
            <a:pPr lvl="1">
              <a:defRPr sz="1700" b="0">
                <a:latin typeface="Segoe UI"/>
              </a:defRPr>
            </a:pPr>
            <a:r>
              <a:rPr lang="de-DE" sz="1700" b="0">
                <a:latin typeface="Segoe UI"/>
              </a:rPr>
              <a:t>Gegenmaßnahme: Zugriff über das Backend, Keys mit minimalen Rechten</a:t>
            </a:r>
          </a:p>
        </p:txBody>
      </p:sp>
    </p:spTree>
  </p:cSld>
  <p:clrMapOvr>
    <a:masterClrMapping/>
  </p:clrMapOvr>
</p:sld>
</file>

<file path=ppt/slides/slide3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Weitere typische Risikoquellen (2/2)</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Zu viele Daten im Client: Das Backend soll nur erlaubte Felder liefern</a:t>
            </a:r>
          </a:p>
          <a:p>
            <a:pPr>
              <a:defRPr sz="2000" b="0">
                <a:latin typeface="Segoe UI"/>
              </a:defRPr>
            </a:pPr>
            <a:r>
              <a:rPr lang="de-DE" sz="2000" b="0">
                <a:latin typeface="Segoe UI"/>
              </a:rPr>
              <a:t>Sensible Daten in Logs: nichts Sensibles per console.log oder Interceptor ausgeben (Übung 25)</a:t>
            </a:r>
          </a:p>
          <a:p>
            <a:pPr>
              <a:defRPr sz="2000" b="0">
                <a:latin typeface="Segoe UI"/>
              </a:defRPr>
            </a:pPr>
            <a:r>
              <a:rPr lang="de-DE" sz="2000" b="0">
                <a:latin typeface="Segoe UI"/>
              </a:rPr>
              <a:t>Clickjacking: Seite in fremdem iframe, Schutz durch frame-ancestors oder X-Frame-Options</a:t>
            </a:r>
          </a:p>
          <a:p>
            <a:pPr>
              <a:defRPr sz="2000" b="0">
                <a:latin typeface="Segoe UI"/>
              </a:defRPr>
            </a:pPr>
            <a:r>
              <a:rPr lang="de-DE" sz="2000" b="0">
                <a:latin typeface="Segoe UI"/>
              </a:rPr>
              <a:t>Drittanbieter-Skripte (Tracking, Widgets): Notwendigkeit prüfen, Subresource Integrity, CSP</a:t>
            </a:r>
          </a:p>
        </p:txBody>
      </p:sp>
    </p:spTree>
  </p:cSld>
  <p:clrMapOvr>
    <a:masterClrMapping/>
  </p:clrMapOvr>
</p:sld>
</file>

<file path=ppt/slides/slide3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Content Security Policy und Trusted Types</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CSP ist ein HTTP-Header des Servers</a:t>
            </a:r>
          </a:p>
          <a:p>
            <a:pPr lvl="1">
              <a:defRPr sz="1700" b="0">
                <a:latin typeface="Segoe UI"/>
              </a:defRPr>
            </a:pPr>
            <a:r>
              <a:rPr lang="de-DE" sz="1700" b="0">
                <a:latin typeface="Segoe UI"/>
              </a:rPr>
              <a:t>Er legt fest, woher Skripte und Styles geladen werden dürfen</a:t>
            </a:r>
          </a:p>
          <a:p>
            <a:pPr lvl="1">
              <a:defRPr sz="1700" b="0">
                <a:latin typeface="Segoe UI"/>
              </a:defRPr>
            </a:pPr>
            <a:r>
              <a:rPr lang="de-DE" sz="1700" b="0">
                <a:latin typeface="Segoe UI"/>
              </a:rPr>
              <a:t>Er begrenzt den Schaden bei XSS</a:t>
            </a:r>
          </a:p>
          <a:p>
            <a:pPr>
              <a:defRPr sz="2000" b="0">
                <a:latin typeface="Segoe UI"/>
              </a:defRPr>
            </a:pPr>
            <a:r>
              <a:rPr lang="de-DE" sz="2000" b="0">
                <a:latin typeface="Segoe UI"/>
              </a:rPr>
              <a:t>Angular unterstützt strikte CSP (z. B. Nonce über CSP_NONCE) und Trusted Types</a:t>
            </a:r>
          </a:p>
          <a:p>
            <a:pPr>
              <a:defRPr sz="2000" b="0">
                <a:latin typeface="Segoe UI"/>
              </a:defRPr>
            </a:pPr>
            <a:r>
              <a:rPr lang="de-DE" sz="2000" b="0">
                <a:latin typeface="Segoe UI"/>
              </a:rPr>
              <a:t>Einordnung: zusätzliche Verteidigungsschicht (Defense in Depth)</a:t>
            </a:r>
          </a:p>
          <a:p>
            <a:pPr>
              <a:defRPr sz="2000" b="0">
                <a:latin typeface="Segoe UI"/>
              </a:defRPr>
            </a:pPr>
            <a:r>
              <a:rPr lang="de-DE" sz="2000" b="0">
                <a:latin typeface="Segoe UI"/>
              </a:rPr>
              <a:t>Sie ersetzt kein sauberes Escaping</a:t>
            </a:r>
          </a:p>
        </p:txBody>
      </p:sp>
    </p:spTree>
  </p:cSld>
  <p:clrMapOvr>
    <a:masterClrMapping/>
  </p:clrMapOvr>
</p:sld>
</file>

<file path=ppt/slides/slide3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Umgang mit Daten und Benutzerinteraktionen</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Datensparsamkeit: nur anzeigen und speichern, was gebraucht wird (DSGVO)</a:t>
            </a:r>
          </a:p>
          <a:p>
            <a:pPr>
              <a:defRPr sz="2000" b="0">
                <a:latin typeface="Segoe UI"/>
              </a:defRPr>
            </a:pPr>
            <a:r>
              <a:rPr lang="de-DE" sz="2000" b="0">
                <a:latin typeface="Segoe UI"/>
              </a:rPr>
              <a:t>Kontextgerecht behandeln: Text per Interpolation, HTML per Sanitizing, URL durch Validieren</a:t>
            </a:r>
          </a:p>
          <a:p>
            <a:pPr>
              <a:defRPr sz="2000" b="0">
                <a:latin typeface="Segoe UI"/>
              </a:defRPr>
            </a:pPr>
            <a:r>
              <a:rPr lang="de-DE" sz="2000" b="0">
                <a:latin typeface="Segoe UI"/>
              </a:rPr>
              <a:t>Nicht auf Client-Validierung verlassen: im Backend wiederholen</a:t>
            </a:r>
          </a:p>
          <a:p>
            <a:pPr>
              <a:defRPr sz="2000" b="0">
                <a:latin typeface="Segoe UI"/>
              </a:defRPr>
            </a:pPr>
            <a:r>
              <a:rPr lang="de-DE" sz="2000" b="0">
                <a:latin typeface="Segoe UI"/>
              </a:rPr>
              <a:t>Dateiuploads: Typ und Größe prüfen, Inhalte nie ausführen</a:t>
            </a:r>
          </a:p>
          <a:p>
            <a:pPr>
              <a:defRPr sz="2000" b="0">
                <a:latin typeface="Segoe UI"/>
              </a:defRPr>
            </a:pPr>
            <a:r>
              <a:rPr lang="de-DE" sz="2000" b="0">
                <a:latin typeface="Segoe UI"/>
              </a:rPr>
              <a:t>Fehlermeldungen nicht zu detailreich, keine Stacktraces für Endnutzer</a:t>
            </a:r>
          </a:p>
        </p:txBody>
      </p:sp>
    </p:spTree>
  </p:cSld>
  <p:clrMapOvr>
    <a:masterClrMapping/>
  </p:clrMapOvr>
</p:sld>
</file>

<file path=ppt/slides/slide3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Verantwortungsvoller Einsatz im Team</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Sicherheit ist Teamaufgabe: Review-Checkliste und automatische Prüfungen (Lint, npm audit)</a:t>
            </a:r>
          </a:p>
          <a:p>
            <a:pPr>
              <a:defRPr sz="2000" b="0">
                <a:latin typeface="Segoe UI"/>
              </a:defRPr>
            </a:pPr>
            <a:r>
              <a:rPr lang="de-DE" sz="2000" b="0">
                <a:latin typeface="Segoe UI"/>
              </a:rPr>
              <a:t>Updates zeitnah mit ng update: Sicherheitsfixes kommen über Minor- und Patch-Versionen</a:t>
            </a:r>
          </a:p>
          <a:p>
            <a:pPr>
              <a:defRPr sz="2000" b="0">
                <a:latin typeface="Segoe UI"/>
              </a:defRPr>
            </a:pPr>
            <a:r>
              <a:rPr lang="de-DE" sz="2000" b="0">
                <a:latin typeface="Segoe UI"/>
              </a:rPr>
              <a:t>Dokumentierte Ausnahmen: Wo wird bypassSecurityTrust* oder innerHTML genutzt, und warum?</a:t>
            </a:r>
          </a:p>
          <a:p>
            <a:pPr>
              <a:defRPr sz="2000" b="0">
                <a:latin typeface="Segoe UI"/>
              </a:defRPr>
            </a:pPr>
            <a:r>
              <a:rPr lang="de-DE" sz="2000" b="0">
                <a:latin typeface="Segoe UI"/>
              </a:rPr>
              <a:t>Vorfälle offen und lernorientiert behandeln</a:t>
            </a:r>
          </a:p>
        </p:txBody>
      </p:sp>
    </p:spTree>
  </p:cSld>
  <p:clrMapOvr>
    <a:masterClrMapping/>
  </p:clrMapOvr>
</p:sld>
</file>

<file path=ppt/slides/slide3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Review-Checkliste Frontend-Sicherheit</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Wird bypassSecurityTrust* verwendet? Ist es begründet?</a:t>
            </a:r>
          </a:p>
          <a:p>
            <a:pPr>
              <a:defRPr sz="2000" b="0">
                <a:latin typeface="Segoe UI"/>
              </a:defRPr>
            </a:pPr>
            <a:r>
              <a:rPr lang="de-DE" sz="2000" b="0">
                <a:latin typeface="Segoe UI"/>
              </a:rPr>
              <a:t>Gibt es innerHTML, nativeElement.innerHTML, document.write oder eval?</a:t>
            </a:r>
          </a:p>
          <a:p>
            <a:pPr>
              <a:defRPr sz="2000" b="0">
                <a:latin typeface="Segoe UI"/>
              </a:defRPr>
            </a:pPr>
            <a:r>
              <a:rPr lang="de-DE" sz="2000" b="0">
                <a:latin typeface="Segoe UI"/>
              </a:rPr>
              <a:t>Werden URL-Parameter ungeprüft für Navigation oder Anzeige genutzt?</a:t>
            </a:r>
          </a:p>
          <a:p>
            <a:pPr>
              <a:defRPr sz="2000" b="0">
                <a:latin typeface="Segoe UI"/>
              </a:defRPr>
            </a:pPr>
            <a:r>
              <a:rPr lang="de-DE" sz="2000" b="0">
                <a:latin typeface="Segoe UI"/>
              </a:rPr>
              <a:t>Werden Tokens oder personenbezogene Daten geloggt oder im localStorage abgelegt?</a:t>
            </a:r>
          </a:p>
          <a:p>
            <a:pPr>
              <a:defRPr sz="2000" b="0">
                <a:latin typeface="Segoe UI"/>
              </a:defRPr>
            </a:pPr>
            <a:r>
              <a:rPr lang="de-DE" sz="2000" b="0">
                <a:latin typeface="Segoe UI"/>
              </a:rPr>
              <a:t>Stehen Geheimnisse in environment-Dateien oder im Bundle?</a:t>
            </a:r>
          </a:p>
          <a:p>
            <a:pPr>
              <a:defRPr sz="2000" b="0">
                <a:latin typeface="Segoe UI"/>
              </a:defRPr>
            </a:pPr>
            <a:r>
              <a:rPr lang="de-DE" sz="2000" b="0">
                <a:latin typeface="Segoe UI"/>
              </a:rPr>
              <a:t>Verlässt sich eine Funktion nur auf einen Guard statt auf das Backend?</a:t>
            </a:r>
          </a:p>
          <a:p>
            <a:pPr>
              <a:defRPr sz="2000" b="0">
                <a:latin typeface="Segoe UI"/>
              </a:defRPr>
            </a:pPr>
            <a:r>
              <a:rPr lang="de-DE" sz="2000" b="0">
                <a:latin typeface="Segoe UI"/>
              </a:rPr>
              <a:t>Wurden neue Abhängigkeiten geprüft (npm audit, Pflegezustand)?</a:t>
            </a:r>
          </a:p>
        </p:txBody>
      </p:sp>
    </p:spTree>
  </p:cSld>
  <p:clrMapOvr>
    <a:masterClrMapping/>
  </p:clrMapOvr>
</p:sld>
</file>

<file path=ppt/slides/slide3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Übung 36: XSS erleben und beheben</a:t>
            </a:r>
          </a:p>
        </p:txBody>
      </p:sp>
      <p:sp>
        <p:nvSpPr>
          <p:cNvPr id="3" name="Subtitle 2"/>
          <p:cNvSpPr>
            <a:spLocks noGrp="1"/>
          </p:cNvSpPr>
          <p:nvPr>
            <p:ph type="subTitle"/>
          </p:nvPr>
        </p:nvSpPr>
        <p:spPr/>
        <p:txBody>
          <a:bodyPr anchor="t"/>
          <a:lstStyle/>
          <a:p>
            <a:pPr>
              <a:defRPr sz="1800" b="1">
                <a:latin typeface="Segoe UI"/>
              </a:defRPr>
            </a:pPr>
            <a:r>
              <a:rPr lang="de-DE" sz="1800" b="1">
                <a:latin typeface="Segoe UI"/>
              </a:rPr>
              <a:t>Öffne das Projekt 36_sicherheit (Lastgenerator aus Ü35 aus; Notiz kommt aus dem CustomerService)</a:t>
            </a:r>
          </a:p>
          <a:p>
            <a:pPr>
              <a:defRPr sz="1800" b="1">
                <a:latin typeface="Segoe UI"/>
              </a:defRPr>
            </a:pPr>
            <a:r>
              <a:rPr lang="de-DE" sz="1800" b="1">
                <a:latin typeface="Segoe UI"/>
              </a:rPr>
              <a:t>1. Customer erhält note?: string; Kunde 1: &lt;b&gt;wichtig&lt;/b&gt; &lt;img src=x onerror="alert('XSS')"&gt;</a:t>
            </a:r>
          </a:p>
          <a:p>
            <a:pPr>
              <a:defRPr sz="1800" b="1">
                <a:latin typeface="Segoe UI"/>
              </a:defRPr>
            </a:pPr>
            <a:r>
              <a:rPr lang="de-DE" sz="1800" b="1">
                <a:latin typeface="Segoe UI"/>
              </a:rPr>
              <a:t>2. Anzeige per Interpolation und per [innerHTML]: Ergebnis im Browser (Elements) prüfen</a:t>
            </a:r>
          </a:p>
          <a:p>
            <a:pPr>
              <a:defRPr sz="1800" b="1">
                <a:latin typeface="Segoe UI"/>
              </a:defRPr>
            </a:pPr>
            <a:r>
              <a:rPr lang="de-DE" sz="1800" b="1">
                <a:latin typeface="Segoe UI"/>
              </a:rPr>
              <a:t>3. Gegenbeispiel mit bypassSecurityTrustHtml: Was passiert? Wann wäre das akzeptabel?</a:t>
            </a:r>
          </a:p>
          <a:p>
            <a:pPr>
              <a:defRPr sz="1800" b="1">
                <a:latin typeface="Segoe UI"/>
              </a:defRPr>
            </a:pPr>
            <a:r>
              <a:rPr lang="de-DE" sz="1800" b="1">
                <a:latin typeface="Segoe UI"/>
              </a:rPr>
              <a:t>4. Login: returnUrl nur zulassen, wenn der Pfad mit /customer beginnt und nicht absolut ist</a:t>
            </a:r>
          </a:p>
          <a:p>
            <a:pPr lvl="1">
              <a:defRPr sz="1530" b="0">
                <a:latin typeface="Segoe UI"/>
              </a:defRPr>
            </a:pPr>
            <a:r>
              <a:rPr lang="de-DE" sz="1530" b="0">
                <a:latin typeface="Segoe UI"/>
              </a:rPr>
              <a:t>Tipp: new URL(value, window.location.origin) und origin sowie pathname prüfen</a:t>
            </a:r>
          </a:p>
          <a:p>
            <a:pPr>
              <a:defRPr sz="1800" b="1">
                <a:latin typeface="Segoe UI"/>
              </a:defRPr>
            </a:pPr>
            <a:r>
              <a:rPr lang="de-DE" sz="1800" b="1">
                <a:latin typeface="Segoe UI"/>
              </a:rPr>
              <a:t>5. loggingInterceptor darf Header wie Authorization nie ausgeben (Test oder Review-Kommentar)</a:t>
            </a:r>
          </a:p>
          <a:p>
            <a:pPr>
              <a:defRPr sz="1800" b="1">
                <a:latin typeface="Segoe UI"/>
              </a:defRPr>
            </a:pPr>
            <a:r>
              <a:rPr lang="de-DE" sz="1800" b="1">
                <a:latin typeface="Segoe UI"/>
              </a:rPr>
              <a:t>6. Gehe die Review-Checkliste für die ganze App durch und dokumentiere Funde</a:t>
            </a:r>
          </a:p>
          <a:p>
            <a:pPr>
              <a:defRPr sz="1800" b="1">
                <a:latin typeface="Segoe UI"/>
              </a:defRPr>
            </a:pPr>
            <a:r>
              <a:rPr lang="de-DE" sz="1800" b="1">
                <a:latin typeface="Segoe UI"/>
              </a:rPr>
              <a:t>Musterlösung: 36_sicherheit (baut auf 35_performance auf)</a:t>
            </a:r>
          </a:p>
        </p:txBody>
      </p:sp>
    </p:spTree>
  </p:cSld>
  <p:clrMapOvr>
    <a:masterClrMapping/>
  </p:clrMapOvr>
</p:sld>
</file>

<file path=ppt/slides/slide3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68" name="Rectangle 19">
            <a:extLst>
              <a:ext uri="{C183D7F6-B498-43B3-948B-1728B52AA6E4}">
                <adec:decorative xmlns:adec="http://schemas.microsoft.com/office/drawing/2017/decorative" val="1"/>
              </a:ext>
            </a:extLst>
          </p:cNvPr>
          <p:cNvSpPr/>
          <p:nvPr/>
        </p:nvSpPr>
        <p:spPr>
          <a:xfrm>
            <a:off x="0" y="0"/>
            <a:ext cx="12187440" cy="61772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469" name="PlaceHolder 1"/>
          <p:cNvSpPr>
            <a:spLocks noGrp="1"/>
          </p:cNvSpPr>
          <p:nvPr>
            <p:ph type="title"/>
          </p:nvPr>
        </p:nvSpPr>
        <p:spPr>
          <a:xfrm>
            <a:off x="841320" y="2826360"/>
            <a:ext cx="10511280" cy="2386080"/>
          </a:xfrm>
          <a:prstGeom prst="rect">
            <a:avLst/>
          </a:prstGeom>
          <a:noFill/>
          <a:ln w="0">
            <a:noFill/>
          </a:ln>
        </p:spPr>
        <p:txBody>
          <a:bodyPr lIns="91440" tIns="45720" rIns="91440" bIns="45720" anchor="t">
            <a:normAutofit/>
          </a:bodyPr>
          <a:lstStyle/>
          <a:p>
            <a:pPr indent="0" defTabSz="914400">
              <a:lnSpc>
                <a:spcPct val="90000"/>
              </a:lnSpc>
              <a:buNone/>
              <a:tabLst>
                <a:tab pos="0" algn="l"/>
              </a:tabLst>
            </a:pPr>
            <a:r>
              <a:rPr lang="en-US" sz="7200" b="0" u="none" strike="noStrike" dirty="0">
                <a:solidFill>
                  <a:srgbClr val="FFFFFF"/>
                </a:solidFill>
                <a:uFillTx/>
                <a:latin typeface="Calibri Light"/>
              </a:rPr>
              <a:t>Reaktivität und Datenfluss</a:t>
            </a:r>
            <a:endParaRPr lang="de-DE" sz="7200" b="0" u="none" strike="noStrike" dirty="0">
              <a:solidFill>
                <a:srgbClr val="000000"/>
              </a:solidFill>
              <a:uFillTx/>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presetID="10" presetClass="entr" fill="hold" nodeType="withEffect">
                                  <p:stCondLst>
                                    <p:cond delay="500"/>
                                  </p:stCondLst>
                                  <p:iterate type="wd">
                                    <p:tmAbs val="150"/>
                                  </p:iterate>
                                  <p:childTnLst>
                                    <p:set>
                                      <p:cBhvr>
                                        <p:cTn id="6" dur="1" fill="hold">
                                          <p:stCondLst>
                                            <p:cond delay="0"/>
                                          </p:stCondLst>
                                        </p:cTn>
                                        <p:tgtEl>
                                          <p:spTgt spid="469"/>
                                        </p:tgtEl>
                                        <p:attrNameLst>
                                          <p:attrName>style.visibility</p:attrName>
                                        </p:attrNameLst>
                                      </p:cBhvr>
                                      <p:to>
                                        <p:strVal val="visible"/>
                                      </p:to>
                                    </p:set>
                                    <p:animEffect transition="in" filter="fade">
                                      <p:cBhvr additive="repl">
                                        <p:cTn id="7" dur="1000"/>
                                        <p:tgtEl>
                                          <p:spTgt spid="4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Grundmodell: Quelle, Ableitung, Wirkung</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Quelle (signal): hält Zustand und wird gesetzt</a:t>
            </a:r>
          </a:p>
          <a:p>
            <a:pPr>
              <a:defRPr sz="2000" b="0">
                <a:latin typeface="Segoe UI"/>
              </a:defRPr>
            </a:pPr>
            <a:r>
              <a:rPr lang="de-DE" sz="2000" b="0">
                <a:latin typeface="Segoe UI"/>
              </a:rPr>
              <a:t>Ableitung (computed): berechnet aus den Quellen neue Werte</a:t>
            </a:r>
          </a:p>
          <a:p>
            <a:pPr>
              <a:defRPr sz="2000" b="0">
                <a:latin typeface="Segoe UI"/>
              </a:defRPr>
            </a:pPr>
            <a:r>
              <a:rPr lang="de-DE" sz="2000" b="0">
                <a:latin typeface="Segoe UI"/>
              </a:rPr>
              <a:t>Wirkung (Template oder effect): greift nach außen – Oberfläche, Speicher, Logging</a:t>
            </a:r>
          </a:p>
          <a:p>
            <a:pPr>
              <a:defRPr sz="2000" b="0">
                <a:latin typeface="Segoe UI"/>
              </a:defRPr>
            </a:pPr>
            <a:r>
              <a:rPr lang="de-DE" sz="2000" b="0">
                <a:latin typeface="Segoe UI"/>
              </a:rPr>
              <a:t>Reihenfolge: Quelle, dann Ableitung, dann Wirkung</a:t>
            </a:r>
          </a:p>
          <a:p>
            <a:pPr>
              <a:defRPr sz="2000" b="0">
                <a:latin typeface="Segoe UI"/>
              </a:defRPr>
            </a:pPr>
            <a:r>
              <a:rPr lang="de-DE" sz="2000" b="0">
                <a:latin typeface="Segoe UI"/>
              </a:rPr>
              <a:t>Angular verfolgt automatisch, wer welches Signal liest (Abhängigkeitsgraph)</a:t>
            </a:r>
          </a:p>
          <a:p>
            <a:pPr>
              <a:defRPr sz="2000" b="0">
                <a:latin typeface="Segoe UI"/>
              </a:defRPr>
            </a:pPr>
            <a:r>
              <a:rPr lang="de-DE" sz="2000" b="0">
                <a:latin typeface="Segoe UI"/>
              </a:rPr>
              <a:t>Nichts muss von Hand abonniert werden</a:t>
            </a:r>
          </a:p>
        </p:txBody>
      </p:sp>
    </p:spTree>
  </p:cSld>
  <p:clrMapOvr>
    <a:masterClrMapping/>
  </p:clrMapOvr>
</p:sld>
</file>

<file path=ppt/slides/slide3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Landkarte der Reaktivitäts-Bausteine</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signal(): Zustand halten, schreibbar – z. B. Filtertext, Auswahl</a:t>
            </a:r>
          </a:p>
          <a:p>
            <a:pPr>
              <a:defRPr sz="2000" b="0">
                <a:latin typeface="Segoe UI"/>
              </a:defRPr>
            </a:pPr>
            <a:r>
              <a:rPr lang="de-DE" sz="2000" b="0">
                <a:latin typeface="Segoe UI"/>
              </a:rPr>
              <a:t>computed(): Wert ableiten, nur lesbar – z. B. gefilterte Liste, Summen</a:t>
            </a:r>
          </a:p>
          <a:p>
            <a:pPr>
              <a:defRPr sz="2000" b="0">
                <a:latin typeface="Segoe UI"/>
              </a:defRPr>
            </a:pPr>
            <a:r>
              <a:rPr lang="de-DE" sz="2000" b="0">
                <a:latin typeface="Segoe UI"/>
              </a:rPr>
              <a:t>linkedSignal(): abgeleitet, überschreibbar – z. B. Auswahl, die bei Listenwechsel zurückspringt</a:t>
            </a:r>
          </a:p>
          <a:p>
            <a:pPr>
              <a:defRPr sz="2000" b="0">
                <a:latin typeface="Segoe UI"/>
              </a:defRPr>
            </a:pPr>
            <a:r>
              <a:rPr lang="de-DE" sz="2000" b="0">
                <a:latin typeface="Segoe UI"/>
              </a:rPr>
              <a:t>effect(): Nebenwirkung – z. B. localStorage, Logging, Drittbibliothek</a:t>
            </a:r>
          </a:p>
          <a:p>
            <a:pPr>
              <a:defRPr sz="2000" b="0">
                <a:latin typeface="Segoe UI"/>
              </a:defRPr>
            </a:pPr>
            <a:r>
              <a:rPr lang="de-DE" sz="2000" b="0">
                <a:latin typeface="Segoe UI"/>
              </a:rPr>
              <a:t>resource() / httpResource(): asynchron laden – z. B. Daten vom Server</a:t>
            </a:r>
          </a:p>
          <a:p>
            <a:pPr>
              <a:defRPr sz="2000" b="0">
                <a:latin typeface="Segoe UI"/>
              </a:defRPr>
            </a:pPr>
            <a:r>
              <a:rPr lang="de-DE" sz="2000" b="0">
                <a:latin typeface="Segoe UI"/>
              </a:rPr>
              <a:t>toSignal() / toObservable(): Brücke zu RxJS – z. B. Router-Ereignisse</a:t>
            </a:r>
          </a:p>
        </p:txBody>
      </p:sp>
    </p:spTree>
  </p:cSld>
  <p:clrMapOvr>
    <a:masterClrMapping/>
  </p:clrMapOvr>
</p:sld>
</file>

<file path=ppt/slides/slide3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Lokaler und abgeleiteter Zustand</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Lokaler Zustand (Quelle): Benutzer oder ein Ereignis kann ihn direkt ändern</a:t>
            </a:r>
          </a:p>
          <a:p>
            <a:pPr>
              <a:defRPr sz="2000" b="0">
                <a:latin typeface="Segoe UI"/>
              </a:defRPr>
            </a:pPr>
            <a:r>
              <a:rPr lang="de-DE" sz="2000" b="0">
                <a:latin typeface="Segoe UI"/>
              </a:rPr>
              <a:t>Abgeleiteter Zustand: folgt zwingend aus anderem Zustand</a:t>
            </a:r>
          </a:p>
          <a:p>
            <a:pPr lvl="1">
              <a:defRPr sz="1700" b="0">
                <a:latin typeface="Segoe UI"/>
              </a:defRPr>
            </a:pPr>
            <a:r>
              <a:rPr lang="de-DE" sz="1700" b="0">
                <a:latin typeface="Segoe UI"/>
              </a:rPr>
              <a:t>Nicht speichern, sondern berechnen</a:t>
            </a:r>
          </a:p>
          <a:p>
            <a:pPr>
              <a:defRPr sz="2000" b="0">
                <a:latin typeface="Segoe UI"/>
              </a:defRPr>
            </a:pPr>
            <a:r>
              <a:rPr lang="de-DE" sz="2000" b="0">
                <a:latin typeface="Segoe UI"/>
              </a:rPr>
              <a:t>Regel: Single Source of Truth</a:t>
            </a:r>
          </a:p>
          <a:p>
            <a:pPr lvl="1">
              <a:defRPr sz="1700" b="0">
                <a:latin typeface="Segoe UI"/>
              </a:defRPr>
            </a:pPr>
            <a:r>
              <a:rPr lang="de-DE" sz="1700" b="0">
                <a:latin typeface="Segoe UI"/>
              </a:rPr>
              <a:t>Derselbe Fakt darf nur an einer Stelle gespeichert sein</a:t>
            </a:r>
          </a:p>
        </p:txBody>
      </p:sp>
    </p:spTree>
  </p:cSld>
  <p:clrMapOvr>
    <a:masterClrMapping/>
  </p:clrMapOvr>
</p:sld>
</file>

<file path=ppt/slides/slide3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10"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Doppelter oder abgeleiteter Zustand</a:t>
            </a:r>
            <a:endParaRPr lang="de-DE" sz="4400" b="0" u="none" strike="noStrike">
              <a:solidFill>
                <a:srgbClr val="000000"/>
              </a:solidFill>
              <a:uFillTx/>
              <a:latin typeface="Arial"/>
            </a:endParaRPr>
          </a:p>
        </p:txBody>
      </p:sp>
      <p:sp>
        <p:nvSpPr>
          <p:cNvPr id="811"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a:bodyPr>
          <a:lstStyle/>
          <a:p>
            <a:pPr indent="0" defTabSz="914400">
              <a:lnSpc>
                <a:spcPct val="90000"/>
              </a:lnSpc>
              <a:spcBef>
                <a:spcPts val="200"/>
              </a:spcBef>
              <a:buNone/>
              <a:tabLst>
                <a:tab pos="0" algn="l"/>
              </a:tabLst>
            </a:pPr>
            <a:r>
              <a:rPr lang="de-DE" sz="1600" b="0" u="none" strike="noStrike">
                <a:solidFill>
                  <a:srgbClr val="1E347B"/>
                </a:solidFill>
                <a:uFillTx/>
                <a:latin typeface="SourceCodePro"/>
              </a:rPr>
              <a:t>// Falsch: doppelter Zustand, muss von Hand synchron gehalten werden</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customers = signal&lt;Customer[]&gt;([]);</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filtered  = signal&lt;Customer[]&gt;([]);   // wird irgendwo "mitgepflegt"</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Richtig: abgeleitet, kann nicht auseinanderlaufen</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filtered = computed(() =&gt; {</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const text = this.filterText().toLowerCase();</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return this.customers().filter(c =&gt; c.firstname.toLowerCase().includes(text));</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a:t>
            </a:r>
            <a:endParaRPr lang="de-DE" sz="1600" b="0" u="none" strike="noStrike">
              <a:solidFill>
                <a:srgbClr val="000000"/>
              </a:solidFill>
              <a:uFillTx/>
              <a:latin typeface="Arial"/>
            </a:endParaRPr>
          </a:p>
        </p:txBody>
      </p:sp>
    </p:spTree>
  </p:cSld>
  <p:clrMapOvr>
    <a:masterClrMapping/>
  </p:clrMapOvr>
</p:sld>
</file>

<file path=ppt/slides/slide3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10"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Befund im Startprojekt der Übung 31</a:t>
            </a:r>
            <a:endParaRPr lang="de-DE" sz="4400" b="0" u="none" strike="noStrike">
              <a:solidFill>
                <a:srgbClr val="000000"/>
              </a:solidFill>
              <a:uFillTx/>
              <a:latin typeface="Arial"/>
            </a:endParaRPr>
          </a:p>
        </p:txBody>
      </p:sp>
      <p:sp>
        <p:nvSpPr>
          <p:cNvPr id="811"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a:bodyPr>
          <a:lstStyle/>
          <a:p>
            <a:pPr indent="0" defTabSz="914400">
              <a:lnSpc>
                <a:spcPct val="90000"/>
              </a:lnSpc>
              <a:spcBef>
                <a:spcPts val="730"/>
              </a:spcBef>
              <a:buNone/>
              <a:tabLst>
                <a:tab pos="0" algn="l"/>
              </a:tabLst>
            </a:pPr>
            <a:r>
              <a:rPr lang="de-DE" sz="2000" b="0" u="none" strike="noStrike">
                <a:solidFill>
                  <a:srgbClr val="1E347B"/>
                </a:solidFill>
                <a:uFillTx/>
                <a:latin typeface="SourceCodePro"/>
              </a:rPr>
              <a:t>// Normale Methode: läuft bei jeder Change Detection neu</a:t>
            </a:r>
            <a:endParaRPr lang="de-DE" sz="2000" b="0" u="none" strike="noStrike">
              <a:solidFill>
                <a:srgbClr val="000000"/>
              </a:solidFill>
              <a:uFillTx/>
              <a:latin typeface="Arial"/>
            </a:endParaRPr>
          </a:p>
          <a:p>
            <a:pPr indent="0" defTabSz="914400">
              <a:lnSpc>
                <a:spcPct val="90000"/>
              </a:lnSpc>
              <a:spcBef>
                <a:spcPts val="730"/>
              </a:spcBef>
              <a:buNone/>
              <a:tabLst>
                <a:tab pos="0" algn="l"/>
              </a:tabLst>
            </a:pPr>
            <a:r>
              <a:rPr lang="de-DE" sz="2000" b="0" u="none" strike="noStrike">
                <a:solidFill>
                  <a:srgbClr val="1E347B"/>
                </a:solidFill>
                <a:uFillTx/>
                <a:latin typeface="SourceCodePro"/>
              </a:rPr>
              <a:t>filteredCustomers() { ... }</a:t>
            </a:r>
            <a:endParaRPr lang="de-DE" sz="2000" b="0" u="none" strike="noStrike">
              <a:solidFill>
                <a:srgbClr val="000000"/>
              </a:solidFill>
              <a:uFillTx/>
              <a:latin typeface="Arial"/>
            </a:endParaRPr>
          </a:p>
          <a:p>
            <a:pPr indent="0" defTabSz="914400">
              <a:lnSpc>
                <a:spcPct val="90000"/>
              </a:lnSpc>
              <a:spcBef>
                <a:spcPts val="730"/>
              </a:spcBef>
              <a:buNone/>
              <a:tabLst>
                <a:tab pos="0" algn="l"/>
              </a:tabLst>
            </a:pPr>
            <a:r>
              <a:rPr lang="de-DE" sz="2000" b="0" u="none" strike="noStrike">
                <a:solidFill>
                  <a:srgbClr val="1E347B"/>
                </a:solidFill>
                <a:uFillTx/>
                <a:latin typeface="SourceCodePro"/>
              </a:rPr>
              <a:t/>
            </a:r>
            <a:endParaRPr lang="de-DE" sz="2000" b="0" u="none" strike="noStrike">
              <a:solidFill>
                <a:srgbClr val="000000"/>
              </a:solidFill>
              <a:uFillTx/>
              <a:latin typeface="Arial"/>
            </a:endParaRPr>
          </a:p>
          <a:p>
            <a:pPr indent="0" defTabSz="914400">
              <a:lnSpc>
                <a:spcPct val="90000"/>
              </a:lnSpc>
              <a:spcBef>
                <a:spcPts val="730"/>
              </a:spcBef>
              <a:buNone/>
              <a:tabLst>
                <a:tab pos="0" algn="l"/>
              </a:tabLst>
            </a:pPr>
            <a:r>
              <a:rPr lang="de-DE" sz="2000" b="0" u="none" strike="noStrike">
                <a:solidFill>
                  <a:srgbClr val="1E347B"/>
                </a:solidFill>
                <a:uFillTx/>
                <a:latin typeface="SourceCodePro"/>
              </a:rPr>
              <a:t>// Funktion statt computed: kein Zwischenspeicher</a:t>
            </a:r>
            <a:endParaRPr lang="de-DE" sz="2000" b="0" u="none" strike="noStrike">
              <a:solidFill>
                <a:srgbClr val="000000"/>
              </a:solidFill>
              <a:uFillTx/>
              <a:latin typeface="Arial"/>
            </a:endParaRPr>
          </a:p>
          <a:p>
            <a:pPr indent="0" defTabSz="914400">
              <a:lnSpc>
                <a:spcPct val="90000"/>
              </a:lnSpc>
              <a:spcBef>
                <a:spcPts val="730"/>
              </a:spcBef>
              <a:buNone/>
              <a:tabLst>
                <a:tab pos="0" algn="l"/>
              </a:tabLst>
            </a:pPr>
            <a:r>
              <a:rPr lang="de-DE" sz="2000" b="0" u="none" strike="noStrike">
                <a:solidFill>
                  <a:srgbClr val="1E347B"/>
                </a:solidFill>
                <a:uFillTx/>
                <a:latin typeface="SourceCodePro"/>
              </a:rPr>
              <a:t>customers = () =&gt; this.customerResource.value()?.data ?? [];</a:t>
            </a:r>
            <a:endParaRPr lang="de-DE" sz="2000" b="0" u="none" strike="noStrike">
              <a:solidFill>
                <a:srgbClr val="000000"/>
              </a:solidFill>
              <a:uFillTx/>
              <a:latin typeface="Arial"/>
            </a:endParaRPr>
          </a:p>
          <a:p>
            <a:pPr indent="0" defTabSz="914400">
              <a:lnSpc>
                <a:spcPct val="90000"/>
              </a:lnSpc>
              <a:spcBef>
                <a:spcPts val="730"/>
              </a:spcBef>
              <a:buNone/>
              <a:tabLst>
                <a:tab pos="0" algn="l"/>
              </a:tabLst>
            </a:pPr>
            <a:r>
              <a:rPr lang="de-DE" sz="2000" b="0" u="none" strike="noStrike">
                <a:solidFill>
                  <a:srgbClr val="1E347B"/>
                </a:solidFill>
                <a:uFillTx/>
                <a:latin typeface="SourceCodePro"/>
              </a:rPr>
              <a:t/>
            </a:r>
            <a:endParaRPr lang="de-DE" sz="2000" b="0" u="none" strike="noStrike">
              <a:solidFill>
                <a:srgbClr val="000000"/>
              </a:solidFill>
              <a:uFillTx/>
              <a:latin typeface="Arial"/>
            </a:endParaRPr>
          </a:p>
          <a:p>
            <a:pPr indent="0" defTabSz="914400">
              <a:lnSpc>
                <a:spcPct val="90000"/>
              </a:lnSpc>
              <a:spcBef>
                <a:spcPts val="730"/>
              </a:spcBef>
              <a:buNone/>
              <a:tabLst>
                <a:tab pos="0" algn="l"/>
              </a:tabLst>
            </a:pPr>
            <a:r>
              <a:rPr lang="de-DE" sz="2000" b="0" u="none" strike="noStrike">
                <a:solidFill>
                  <a:srgbClr val="1E347B"/>
                </a:solidFill>
                <a:uFillTx/>
                <a:latin typeface="SourceCodePro"/>
              </a:rPr>
              <a:t>// Das funktioniert, aber:</a:t>
            </a:r>
            <a:endParaRPr lang="de-DE" sz="2000" b="0" u="none" strike="noStrike">
              <a:solidFill>
                <a:srgbClr val="000000"/>
              </a:solidFill>
              <a:uFillTx/>
              <a:latin typeface="Arial"/>
            </a:endParaRPr>
          </a:p>
          <a:p>
            <a:pPr indent="0" defTabSz="914400">
              <a:lnSpc>
                <a:spcPct val="90000"/>
              </a:lnSpc>
              <a:spcBef>
                <a:spcPts val="730"/>
              </a:spcBef>
              <a:buNone/>
              <a:tabLst>
                <a:tab pos="0" algn="l"/>
              </a:tabLst>
            </a:pPr>
            <a:r>
              <a:rPr lang="de-DE" sz="2000" b="0" u="none" strike="noStrike">
                <a:solidFill>
                  <a:srgbClr val="1E347B"/>
                </a:solidFill>
                <a:uFillTx/>
                <a:latin typeface="SourceCodePro"/>
              </a:rPr>
              <a:t>//  - keine Zwischenspeicherung</a:t>
            </a:r>
            <a:endParaRPr lang="de-DE" sz="2000" b="0" u="none" strike="noStrike">
              <a:solidFill>
                <a:srgbClr val="000000"/>
              </a:solidFill>
              <a:uFillTx/>
              <a:latin typeface="Arial"/>
            </a:endParaRPr>
          </a:p>
          <a:p>
            <a:pPr indent="0" defTabSz="914400">
              <a:lnSpc>
                <a:spcPct val="90000"/>
              </a:lnSpc>
              <a:spcBef>
                <a:spcPts val="730"/>
              </a:spcBef>
              <a:buNone/>
              <a:tabLst>
                <a:tab pos="0" algn="l"/>
              </a:tabLst>
            </a:pPr>
            <a:r>
              <a:rPr lang="de-DE" sz="2000" b="0" u="none" strike="noStrike">
                <a:solidFill>
                  <a:srgbClr val="1E347B"/>
                </a:solidFill>
                <a:uFillTx/>
                <a:latin typeface="SourceCodePro"/>
              </a:rPr>
              <a:t>//  - schwer zu verfolgen</a:t>
            </a:r>
            <a:endParaRPr lang="de-DE" sz="2000" b="0" u="none" strike="noStrike">
              <a:solidFill>
                <a:srgbClr val="000000"/>
              </a:solidFill>
              <a:uFillTx/>
              <a:latin typeface="Arial"/>
            </a:endParaRPr>
          </a:p>
          <a:p>
            <a:pPr indent="0" defTabSz="914400">
              <a:lnSpc>
                <a:spcPct val="90000"/>
              </a:lnSpc>
              <a:spcBef>
                <a:spcPts val="730"/>
              </a:spcBef>
              <a:buNone/>
              <a:tabLst>
                <a:tab pos="0" algn="l"/>
              </a:tabLst>
            </a:pPr>
            <a:r>
              <a:rPr lang="de-DE" sz="2000" b="0" u="none" strike="noStrike">
                <a:solidFill>
                  <a:srgbClr val="1E347B"/>
                </a:solidFill>
                <a:uFillTx/>
                <a:latin typeface="SourceCodePro"/>
              </a:rPr>
              <a:t>//  - Abhängigkeiten sind nicht sichtbar</a:t>
            </a:r>
            <a:endParaRPr lang="de-DE" sz="2000" b="0" u="none" strike="noStrike">
              <a:solidFill>
                <a:srgbClr val="000000"/>
              </a:solidFill>
              <a:uFillTx/>
              <a:latin typeface="Arial"/>
            </a:endParaRPr>
          </a:p>
          <a:p>
            <a:pPr indent="0" defTabSz="914400">
              <a:lnSpc>
                <a:spcPct val="90000"/>
              </a:lnSpc>
              <a:spcBef>
                <a:spcPts val="730"/>
              </a:spcBef>
              <a:buNone/>
              <a:tabLst>
                <a:tab pos="0" algn="l"/>
              </a:tabLst>
            </a:pPr>
            <a:r>
              <a:rPr lang="de-DE" sz="2000" b="0" u="none" strike="noStrike">
                <a:solidFill>
                  <a:srgbClr val="1E347B"/>
                </a:solidFill>
                <a:uFillTx/>
                <a:latin typeface="SourceCodePro"/>
              </a:rPr>
              <a:t>// Umbau zu computed ist Teil von Übung 32</a:t>
            </a:r>
            <a:endParaRPr lang="de-DE" sz="2000" b="0" u="none" strike="noStrike">
              <a:solidFill>
                <a:srgbClr val="000000"/>
              </a:solidFill>
              <a:uFillTx/>
              <a:latin typeface="Arial"/>
            </a:endParaRPr>
          </a:p>
        </p:txBody>
      </p:sp>
    </p:spTree>
  </p:cSld>
  <p:clrMapOvr>
    <a:masterClrMapping/>
  </p:clrMapOvr>
</p:sld>
</file>

<file path=ppt/slides/slide3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computed im Detail</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Lazy: berechnet erst, wenn der Wert zum ersten Mal gelesen wird</a:t>
            </a:r>
          </a:p>
          <a:p>
            <a:pPr>
              <a:defRPr sz="2000" b="0">
                <a:latin typeface="Segoe UI"/>
              </a:defRPr>
            </a:pPr>
            <a:r>
              <a:rPr lang="de-DE" sz="2000" b="0">
                <a:latin typeface="Segoe UI"/>
              </a:rPr>
              <a:t>Memoized: liefert den gespeicherten Wert, solange sich die Abhängigkeiten nicht ändern</a:t>
            </a:r>
          </a:p>
          <a:p>
            <a:pPr>
              <a:defRPr sz="2000" b="0">
                <a:latin typeface="Segoe UI"/>
              </a:defRPr>
            </a:pPr>
            <a:r>
              <a:rPr lang="de-DE" sz="2000" b="0">
                <a:latin typeface="Segoe UI"/>
              </a:rPr>
              <a:t>Dynamische Abhängigkeiten: nur Signals, die beim letzten Lauf wirklich gelesen wurden, zählen</a:t>
            </a:r>
          </a:p>
          <a:p>
            <a:pPr>
              <a:defRPr sz="2000" b="0">
                <a:latin typeface="Segoe UI"/>
              </a:defRPr>
            </a:pPr>
            <a:r>
              <a:rPr lang="de-DE" sz="2000" b="0">
                <a:latin typeface="Segoe UI"/>
              </a:rPr>
              <a:t>Rein: keine Nebenwirkungen und kein Schreiben auf Signals (Angular wirft einen Fehler)</a:t>
            </a:r>
          </a:p>
          <a:p>
            <a:pPr>
              <a:defRPr sz="2000" b="0">
                <a:latin typeface="Segoe UI"/>
              </a:defRPr>
            </a:pPr>
            <a:r>
              <a:rPr lang="de-DE" sz="2000" b="0">
                <a:latin typeface="Segoe UI"/>
              </a:rPr>
              <a:t>Gleichheit: geändert nur bei anderem Wert oder anderer Referenz (Vergleich wie ===)</a:t>
            </a:r>
          </a:p>
        </p:txBody>
      </p:sp>
    </p:spTree>
  </p:cSld>
  <p:clrMapOvr>
    <a:masterClrMapping/>
  </p:clrMapOvr>
</p:sld>
</file>

<file path=ppt/slides/slide3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10"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linkedSignal: abgeleitet, aber änderbar</a:t>
            </a:r>
            <a:endParaRPr lang="de-DE" sz="4400" b="0" u="none" strike="noStrike">
              <a:solidFill>
                <a:srgbClr val="000000"/>
              </a:solidFill>
              <a:uFillTx/>
              <a:latin typeface="Arial"/>
            </a:endParaRPr>
          </a:p>
        </p:txBody>
      </p:sp>
      <p:sp>
        <p:nvSpPr>
          <p:cNvPr id="811"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a:bodyPr>
          <a:lstStyle/>
          <a:p>
            <a:pPr indent="0" defTabSz="914400">
              <a:lnSpc>
                <a:spcPct val="90000"/>
              </a:lnSpc>
              <a:spcBef>
                <a:spcPts val="200"/>
              </a:spcBef>
              <a:buNone/>
              <a:tabLst>
                <a:tab pos="0" algn="l"/>
              </a:tabLst>
            </a:pPr>
            <a:r>
              <a:rPr lang="de-DE" sz="1600" b="0" u="none" strike="noStrike">
                <a:solidFill>
                  <a:srgbClr val="1E347B"/>
                </a:solidFill>
                <a:uFillTx/>
                <a:latin typeface="SourceCodePro"/>
              </a:rPr>
              <a:t>customers = input.required&lt;Customer[]&gt;();</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Auswahl springt auf das erste Element, sobald sich die Liste ändert,</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kann aber vom Benutzer überschrieben werden</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selected = linkedSignal(() =&gt; this.customers()[0]);</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onPick(c: Customer) {</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this.selected.set(c);</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Ersetzt das Muster "ein effect setzt ein Signal anhand eines anderen zurück"</a:t>
            </a:r>
            <a:endParaRPr lang="de-DE" sz="1600" b="0" u="none" strike="noStrike">
              <a:solidFill>
                <a:srgbClr val="000000"/>
              </a:solidFill>
              <a:uFillTx/>
              <a:latin typeface="Arial"/>
            </a:endParaRPr>
          </a:p>
        </p:txBody>
      </p:sp>
    </p:spTree>
  </p:cSld>
  <p:clrMapOvr>
    <a:masterClrMapping/>
  </p:clrMapOvr>
</p:sld>
</file>

<file path=ppt/slides/slide3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Nebenwirkungen und effect()</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Nebenwirkung: verändert etwas außerhalb des Signal-Graphen</a:t>
            </a:r>
          </a:p>
          <a:p>
            <a:pPr>
              <a:defRPr sz="2000" b="0">
                <a:latin typeface="Segoe UI"/>
              </a:defRPr>
            </a:pPr>
            <a:r>
              <a:rPr lang="de-DE" sz="2000" b="0">
                <a:latin typeface="Segoe UI"/>
              </a:rPr>
              <a:t>Gute Gründe für einen effect:</a:t>
            </a:r>
          </a:p>
          <a:p>
            <a:pPr lvl="1">
              <a:defRPr sz="1700" b="0">
                <a:latin typeface="Segoe UI"/>
              </a:defRPr>
            </a:pPr>
            <a:r>
              <a:rPr lang="de-DE" sz="1700" b="0">
                <a:latin typeface="Segoe UI"/>
              </a:rPr>
              <a:t>Zustand in localStorage oder sessionStorage sichern</a:t>
            </a:r>
          </a:p>
          <a:p>
            <a:pPr lvl="1">
              <a:defRPr sz="1700" b="0">
                <a:latin typeface="Segoe UI"/>
              </a:defRPr>
            </a:pPr>
            <a:r>
              <a:rPr lang="de-DE" sz="1700" b="0">
                <a:latin typeface="Segoe UI"/>
              </a:rPr>
              <a:t>Logging und Analytics</a:t>
            </a:r>
          </a:p>
          <a:p>
            <a:pPr lvl="1">
              <a:defRPr sz="1700" b="0">
                <a:latin typeface="Segoe UI"/>
              </a:defRPr>
            </a:pPr>
            <a:r>
              <a:rPr lang="de-DE" sz="1700" b="0">
                <a:latin typeface="Segoe UI"/>
              </a:rPr>
              <a:t>Drittbibliothek (Diagramm, Karte, Canvas) mit Daten versorgen</a:t>
            </a:r>
          </a:p>
          <a:p>
            <a:pPr lvl="1">
              <a:defRPr sz="1700" b="0">
                <a:latin typeface="Segoe UI"/>
              </a:defRPr>
            </a:pPr>
            <a:r>
              <a:rPr lang="de-DE" sz="1700" b="0">
                <a:latin typeface="Segoe UI"/>
              </a:rPr>
              <a:t>Imperativer DOM-Zugriff, der nicht per Binding möglich ist</a:t>
            </a:r>
          </a:p>
        </p:txBody>
      </p:sp>
    </p:spTree>
  </p:cSld>
  <p:clrMapOvr>
    <a:masterClrMapping/>
  </p:clrMapOvr>
</p:sld>
</file>

<file path=ppt/slides/slide3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10"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effect: Beispiele</a:t>
            </a:r>
            <a:endParaRPr lang="de-DE" sz="4400" b="0" u="none" strike="noStrike">
              <a:solidFill>
                <a:srgbClr val="000000"/>
              </a:solidFill>
              <a:uFillTx/>
              <a:latin typeface="Arial"/>
            </a:endParaRPr>
          </a:p>
        </p:txBody>
      </p:sp>
      <p:sp>
        <p:nvSpPr>
          <p:cNvPr id="811"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a:bodyPr>
          <a:lstStyle/>
          <a:p>
            <a:pPr indent="0" defTabSz="914400">
              <a:lnSpc>
                <a:spcPct val="90000"/>
              </a:lnSpc>
              <a:spcBef>
                <a:spcPts val="200"/>
              </a:spcBef>
              <a:buNone/>
              <a:tabLst>
                <a:tab pos="0" algn="l"/>
              </a:tabLst>
            </a:pPr>
            <a:r>
              <a:rPr lang="de-DE" sz="1600" b="0" u="none" strike="noStrike">
                <a:solidFill>
                  <a:srgbClr val="1E347B"/>
                </a:solidFill>
                <a:uFillTx/>
                <a:latin typeface="SourceCodePro"/>
              </a:rPr>
              <a:t>constructor() {</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 Filtertext im Browser sichern, sobald er sich ändert</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effect(() =&gt; {</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localStorage.setItem('customerFilter', this.filterText());</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 Aufräumen mit onCleanup, bevor der effect erneut läuft oder zerstört wird</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effect((onCleanup) =&gt; {</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const id = setInterval(() =&gt; this.refresh(), this.pollMs());</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onCleanup(() =&gt; clearInterval(id));</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untracked(() =&gt; ...): Lesen ohne Abhängigkeit</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Ein effect muss im Injection Context entstehen (Konstruktor, Feldinitialisierer)</a:t>
            </a:r>
            <a:endParaRPr lang="de-DE" sz="1600" b="0" u="none" strike="noStrike">
              <a:solidFill>
                <a:srgbClr val="000000"/>
              </a:solidFill>
              <a:uFillTx/>
              <a:latin typeface="Arial"/>
            </a:endParaRPr>
          </a:p>
        </p:txBody>
      </p:sp>
    </p:spTree>
  </p:cSld>
  <p:clrMapOvr>
    <a:masterClrMapping/>
  </p:clrMapOvr>
</p:sld>
</file>

<file path=ppt/slides/slide3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Wann kein effect?</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Wert aus anderen Signals berechnen: besser computed</a:t>
            </a:r>
          </a:p>
          <a:p>
            <a:pPr>
              <a:defRPr sz="2000" b="0">
                <a:latin typeface="Segoe UI"/>
              </a:defRPr>
            </a:pPr>
            <a:r>
              <a:rPr lang="de-DE" sz="2000" b="0">
                <a:latin typeface="Segoe UI"/>
              </a:rPr>
              <a:t>Signal bei Änderung einer Quelle zurücksetzen: besser linkedSignal</a:t>
            </a:r>
          </a:p>
          <a:p>
            <a:pPr>
              <a:defRPr sz="2000" b="0">
                <a:latin typeface="Segoe UI"/>
              </a:defRPr>
            </a:pPr>
            <a:r>
              <a:rPr lang="de-DE" sz="2000" b="0">
                <a:latin typeface="Segoe UI"/>
              </a:rPr>
              <a:t>Auf Klick oder Eingabe reagieren: besser Event-Handler, z. B. (click)</a:t>
            </a:r>
          </a:p>
          <a:p>
            <a:pPr>
              <a:defRPr sz="2000" b="0">
                <a:latin typeface="Segoe UI"/>
              </a:defRPr>
            </a:pPr>
            <a:r>
              <a:rPr lang="de-DE" sz="2000" b="0">
                <a:latin typeface="Segoe UI"/>
              </a:rPr>
              <a:t>Daten laden, wenn sich eine id ändert: besser resource oder rxResource</a:t>
            </a:r>
          </a:p>
          <a:p>
            <a:pPr>
              <a:defRPr sz="2000" b="0">
                <a:latin typeface="Segoe UI"/>
              </a:defRPr>
            </a:pPr>
            <a:r>
              <a:rPr lang="de-DE" sz="2000" b="0">
                <a:latin typeface="Segoe UI"/>
              </a:rPr>
              <a:t>Beim Start einmal etwas tun: besser Konstruktor oder afterNextRender</a:t>
            </a:r>
          </a:p>
          <a:p>
            <a:pPr>
              <a:defRPr sz="2000" b="0">
                <a:latin typeface="Segoe UI"/>
              </a:defRPr>
            </a:pPr>
            <a:r>
              <a:rPr lang="de-DE" sz="2000" b="0">
                <a:latin typeface="Segoe UI"/>
              </a:rPr>
              <a:t>Faustregel: Wenn der effect ein Signal schreibt, gibt es fast immer eine bessere Lösung</a:t>
            </a:r>
          </a:p>
          <a:p>
            <a:pPr lvl="1">
              <a:defRPr sz="1700" b="0">
                <a:latin typeface="Segoe UI"/>
              </a:defRPr>
            </a:pPr>
            <a:r>
              <a:rPr lang="de-DE" sz="1700" b="0">
                <a:latin typeface="Segoe UI"/>
              </a:rPr>
              <a:t>Technisch erlaubt (seit Version 19), aber ein Warnsignal</a:t>
            </a:r>
          </a:p>
        </p:txBody>
      </p:sp>
    </p:spTree>
  </p:cSld>
  <p:clrMapOvr>
    <a:masterClrMapping/>
  </p:clrMapOvr>
</p:sld>
</file>

<file path=ppt/slides/slide3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Wie ein effect ausgeführt wird</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Läuft mindestens einmal, danach bei jeder Änderung der gelesenen Signals</a:t>
            </a:r>
          </a:p>
          <a:p>
            <a:pPr>
              <a:defRPr sz="2000" b="0">
                <a:latin typeface="Segoe UI"/>
              </a:defRPr>
            </a:pPr>
            <a:r>
              <a:rPr lang="de-DE" sz="2000" b="0">
                <a:latin typeface="Segoe UI"/>
              </a:rPr>
              <a:t>Läuft asynchron, nicht sofort nach set(): Angular plant ihn bei der Change Detection ein</a:t>
            </a:r>
          </a:p>
          <a:p>
            <a:pPr>
              <a:defRPr sz="2000" b="0">
                <a:latin typeface="Segoe UI"/>
              </a:defRPr>
            </a:pPr>
            <a:r>
              <a:rPr lang="de-DE" sz="2000" b="0">
                <a:latin typeface="Segoe UI"/>
              </a:rPr>
              <a:t>Mehrere Änderungen hintereinander ergeben nur einen Lauf (Batching)</a:t>
            </a:r>
          </a:p>
          <a:p>
            <a:pPr>
              <a:defRPr sz="2000" b="0">
                <a:latin typeface="Segoe UI"/>
              </a:defRPr>
            </a:pPr>
            <a:r>
              <a:rPr lang="de-DE" sz="2000" b="0">
                <a:latin typeface="Segoe UI"/>
              </a:rPr>
              <a:t>Aufräumen über onCleanup</a:t>
            </a:r>
          </a:p>
          <a:p>
            <a:pPr>
              <a:defRPr sz="2000" b="0">
                <a:latin typeface="Segoe UI"/>
              </a:defRPr>
            </a:pPr>
            <a:r>
              <a:rPr lang="de-DE" sz="2000" b="0">
                <a:latin typeface="Segoe UI"/>
              </a:rPr>
              <a:t>Muss im Injection Context entstehen (Konstruktor, Feldinitialisierer) oder mit injector</a:t>
            </a:r>
          </a:p>
          <a:p>
            <a:pPr>
              <a:defRPr sz="2000" b="0">
                <a:latin typeface="Segoe UI"/>
              </a:defRPr>
            </a:pPr>
            <a:r>
              <a:rPr lang="de-DE" sz="2000" b="0">
                <a:latin typeface="Segoe UI"/>
              </a:rPr>
              <a:t>untracked(): Lesen ohne Abhängigkeit</a:t>
            </a:r>
          </a:p>
        </p:txBody>
      </p:sp>
    </p:spTree>
  </p:cSld>
  <p:clrMapOvr>
    <a:masterClrMapping/>
  </p:clrMapOvr>
</p:sld>
</file>

<file path=ppt/slides/slide3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10"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Stolperfalle 1: Mutation statt neuer Referenz</a:t>
            </a:r>
            <a:endParaRPr lang="de-DE" sz="4400" b="0" u="none" strike="noStrike">
              <a:solidFill>
                <a:srgbClr val="000000"/>
              </a:solidFill>
              <a:uFillTx/>
              <a:latin typeface="Arial"/>
            </a:endParaRPr>
          </a:p>
        </p:txBody>
      </p:sp>
      <p:sp>
        <p:nvSpPr>
          <p:cNvPr id="811"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a:bodyPr>
          <a:lstStyle/>
          <a:p>
            <a:pPr indent="0" defTabSz="914400">
              <a:lnSpc>
                <a:spcPct val="90000"/>
              </a:lnSpc>
              <a:spcBef>
                <a:spcPts val="200"/>
              </a:spcBef>
              <a:buNone/>
              <a:tabLst>
                <a:tab pos="0" algn="l"/>
              </a:tabLst>
            </a:pPr>
            <a:r>
              <a:rPr lang="de-DE" sz="1600" b="0" u="none" strike="noStrike">
                <a:solidFill>
                  <a:srgbClr val="1E347B"/>
                </a:solidFill>
                <a:uFillTx/>
                <a:latin typeface="SourceCodePro"/>
              </a:rPr>
              <a:t>list = signal&lt;Customer[]&gt;([]);</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this.list().push(c);                 // Falsch: Signal merkt nichts</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this.list.update(l =&gt; [...l, c]);    // Richtig: neue Referenz</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Eintrag ändern, ebenfalls mit neuer Referenz</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this.list.update(l =&gt; l.map(x =&gt; x.id === c.id ? { ...x, ...changes } : x));</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Signals vergleichen mit ===: gleiches Array bedeutet "keine Änderung"</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Gilt auch für Objekte in Signals und für input()-Werte</a:t>
            </a:r>
            <a:endParaRPr lang="de-DE" sz="1600" b="0" u="none" strike="noStrike">
              <a:solidFill>
                <a:srgbClr val="000000"/>
              </a:solidFill>
              <a:uFillTx/>
              <a:latin typeface="Arial"/>
            </a:endParaRPr>
          </a:p>
        </p:txBody>
      </p:sp>
    </p:spTree>
  </p:cSld>
  <p:clrMapOvr>
    <a:masterClrMapping/>
  </p:clrMapOvr>
</p:sld>
</file>

<file path=ppt/slides/slide3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10"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Stolperfalle 2: Zyklen und Ketten</a:t>
            </a:r>
            <a:endParaRPr lang="de-DE" sz="4400" b="0" u="none" strike="noStrike">
              <a:solidFill>
                <a:srgbClr val="000000"/>
              </a:solidFill>
              <a:uFillTx/>
              <a:latin typeface="Arial"/>
            </a:endParaRPr>
          </a:p>
        </p:txBody>
      </p:sp>
      <p:sp>
        <p:nvSpPr>
          <p:cNvPr id="811"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a:bodyPr>
          <a:lstStyle/>
          <a:p>
            <a:pPr indent="0" defTabSz="914400">
              <a:lnSpc>
                <a:spcPct val="90000"/>
              </a:lnSpc>
              <a:spcBef>
                <a:spcPts val="200"/>
              </a:spcBef>
              <a:buNone/>
              <a:tabLst>
                <a:tab pos="0" algn="l"/>
              </a:tabLst>
            </a:pPr>
            <a:r>
              <a:rPr lang="de-DE" sz="1600" b="0" u="none" strike="noStrike">
                <a:solidFill>
                  <a:srgbClr val="1E347B"/>
                </a:solidFill>
                <a:uFillTx/>
                <a:latin typeface="SourceCodePro"/>
              </a:rPr>
              <a:t>// Falsch: der erste effect schreibt in b, der zweite liest b und schreibt in a ...</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effect(() =&gt; this.b.set(this.a() * 2));</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effect(() =&gt; this.a.set(this.b() + 1));   // Endlosschleife, schwer nachzuvollziehen</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Besser: eine Quelle und ein computed</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a = signal(1);</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b = computed(() =&gt; this.a() * 2);</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Schreiben auf Signals in einem computed ist verboten (Fehler NG0600)</a:t>
            </a:r>
            <a:endParaRPr lang="de-DE" sz="1600" b="0" u="none" strike="noStrike">
              <a:solidFill>
                <a:srgbClr val="000000"/>
              </a:solidFill>
              <a:uFillTx/>
              <a:latin typeface="Arial"/>
            </a:endParaRPr>
          </a:p>
        </p:txBody>
      </p:sp>
    </p:spTree>
  </p:cSld>
  <p:clrMapOvr>
    <a:masterClrMapping/>
  </p:clrMapOvr>
</p:sld>
</file>

<file path=ppt/slides/slide3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10"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Stolperfalle 3: Methoden im Template</a:t>
            </a:r>
            <a:endParaRPr lang="de-DE" sz="4400" b="0" u="none" strike="noStrike">
              <a:solidFill>
                <a:srgbClr val="000000"/>
              </a:solidFill>
              <a:uFillTx/>
              <a:latin typeface="Arial"/>
            </a:endParaRPr>
          </a:p>
        </p:txBody>
      </p:sp>
      <p:sp>
        <p:nvSpPr>
          <p:cNvPr id="811"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a:bodyPr>
          <a:lstStyle/>
          <a:p>
            <a:pPr indent="0" defTabSz="914400">
              <a:lnSpc>
                <a:spcPct val="90000"/>
              </a:lnSpc>
              <a:spcBef>
                <a:spcPts val="200"/>
              </a:spcBef>
              <a:buNone/>
              <a:tabLst>
                <a:tab pos="0" algn="l"/>
              </a:tabLst>
            </a:pPr>
            <a:r>
              <a:rPr lang="de-DE" sz="1600" b="0" u="none" strike="noStrike">
                <a:solidFill>
                  <a:srgbClr val="1E347B"/>
                </a:solidFill>
                <a:uFillTx/>
                <a:latin typeface="SourceCodePro"/>
              </a:rPr>
              <a:t>&lt;!-- Normale Methode: wird bei jeder Change Detection aufgerufen --&gt;</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expensiveSum() }}</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&lt;!-- computed: rechnet nur neu, wenn sich Abhängigkeiten ändern --&gt;</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total() }}</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&lt;!-- Ausnahme: reine, billige Aufrufe. Im Zweifel computed oder eine reine Pipe --&gt;</a:t>
            </a:r>
            <a:endParaRPr lang="de-DE" sz="1600" b="0" u="none" strike="noStrike">
              <a:solidFill>
                <a:srgbClr val="000000"/>
              </a:solidFill>
              <a:uFillTx/>
              <a:latin typeface="Arial"/>
            </a:endParaRPr>
          </a:p>
        </p:txBody>
      </p:sp>
    </p:spTree>
  </p:cSld>
  <p:clrMapOvr>
    <a:masterClrMapping/>
  </p:clrMapOvr>
</p:sld>
</file>

<file path=ppt/slides/slide3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Stolperfalle 4: Brücke zu RxJS</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toSignal(obs$) ohne initialValue liefert T | undefined – im Template behandeln</a:t>
            </a:r>
          </a:p>
          <a:p>
            <a:pPr>
              <a:defRPr sz="2000" b="0">
                <a:latin typeface="Segoe UI"/>
              </a:defRPr>
            </a:pPr>
            <a:r>
              <a:rPr lang="de-DE" sz="2000" b="0">
                <a:latin typeface="Segoe UI"/>
              </a:rPr>
              <a:t>toSignal abonniert automatisch und räumt auf (Injection Context nötig)</a:t>
            </a:r>
          </a:p>
          <a:p>
            <a:pPr>
              <a:defRPr sz="2000" b="0">
                <a:latin typeface="Segoe UI"/>
              </a:defRPr>
            </a:pPr>
            <a:r>
              <a:rPr lang="de-DE" sz="2000" b="0">
                <a:latin typeface="Segoe UI"/>
              </a:rPr>
              <a:t>Fehler im Observable werden beim Lesen des Signals erneut geworfen: vorher catchError</a:t>
            </a:r>
          </a:p>
          <a:p>
            <a:pPr>
              <a:defRPr sz="2000" b="0">
                <a:latin typeface="Segoe UI"/>
              </a:defRPr>
            </a:pPr>
            <a:r>
              <a:rPr lang="de-DE" sz="2000" b="0">
                <a:latin typeface="Segoe UI"/>
              </a:rPr>
              <a:t>Zeit und Ereignisströme (debounce, switchMap, Retry): RxJS bleibt die bessere Wahl</a:t>
            </a:r>
          </a:p>
          <a:p>
            <a:pPr>
              <a:defRPr sz="2000" b="0">
                <a:latin typeface="Segoe UI"/>
              </a:defRPr>
            </a:pPr>
            <a:r>
              <a:rPr lang="de-DE" sz="2000" b="0">
                <a:latin typeface="Segoe UI"/>
              </a:rPr>
              <a:t>Zustand: Signals</a:t>
            </a:r>
          </a:p>
        </p:txBody>
      </p:sp>
    </p:spTree>
  </p:cSld>
  <p:clrMapOvr>
    <a:masterClrMapping/>
  </p:clrMapOvr>
</p:sld>
</file>

<file path=ppt/slides/slide3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10"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Brücke zu RxJS: Filter mit Verzögerung</a:t>
            </a:r>
            <a:endParaRPr lang="de-DE" sz="4400" b="0" u="none" strike="noStrike">
              <a:solidFill>
                <a:srgbClr val="000000"/>
              </a:solidFill>
              <a:uFillTx/>
              <a:latin typeface="Arial"/>
            </a:endParaRPr>
          </a:p>
        </p:txBody>
      </p:sp>
      <p:sp>
        <p:nvSpPr>
          <p:cNvPr id="811"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a:bodyPr>
          <a:lstStyle/>
          <a:p>
            <a:pPr indent="0" defTabSz="914400">
              <a:lnSpc>
                <a:spcPct val="90000"/>
              </a:lnSpc>
              <a:spcBef>
                <a:spcPts val="200"/>
              </a:spcBef>
              <a:buNone/>
              <a:tabLst>
                <a:tab pos="0" algn="l"/>
              </a:tabLst>
            </a:pPr>
            <a:r>
              <a:rPr lang="de-DE" sz="1600" b="0" u="none" strike="noStrike">
                <a:solidFill>
                  <a:srgbClr val="1E347B"/>
                </a:solidFill>
                <a:uFillTx/>
                <a:latin typeface="SourceCodePro"/>
              </a:rPr>
              <a:t>// Signal in einen Datenstrom umwandeln, verzögern, wieder als Signal bereitstellen</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filter$ = toObservable(this.filterText).pipe(</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debounceTime(300),</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distinctUntilChanged()</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debounced = toSignal(this.filter$, { initialValue: '' });</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debounceTime(300): erst weiterreichen, wenn 300 ms keine neue Eingabe kam</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distinctUntilChanged(): gleiche Werte hintereinander ignorieren</a:t>
            </a:r>
            <a:endParaRPr lang="de-DE" sz="1600" b="0" u="none" strike="noStrike">
              <a:solidFill>
                <a:srgbClr val="000000"/>
              </a:solidFill>
              <a:uFillTx/>
              <a:latin typeface="Arial"/>
            </a:endParaRPr>
          </a:p>
        </p:txBody>
      </p:sp>
    </p:spTree>
  </p:cSld>
  <p:clrMapOvr>
    <a:masterClrMapping/>
  </p:clrMapOvr>
</p:sld>
</file>

<file path=ppt/slides/slide3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10"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Stolperfalle 5: zu grobe Signals</a:t>
            </a:r>
            <a:endParaRPr lang="de-DE" sz="4400" b="0" u="none" strike="noStrike">
              <a:solidFill>
                <a:srgbClr val="000000"/>
              </a:solidFill>
              <a:uFillTx/>
              <a:latin typeface="Arial"/>
            </a:endParaRPr>
          </a:p>
        </p:txBody>
      </p:sp>
      <p:sp>
        <p:nvSpPr>
          <p:cNvPr id="811"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a:bodyPr>
          <a:lstStyle/>
          <a:p>
            <a:pPr indent="0" defTabSz="914400">
              <a:lnSpc>
                <a:spcPct val="90000"/>
              </a:lnSpc>
              <a:spcBef>
                <a:spcPts val="300"/>
              </a:spcBef>
              <a:buNone/>
              <a:tabLst>
                <a:tab pos="0" algn="l"/>
              </a:tabLst>
            </a:pPr>
            <a:r>
              <a:rPr lang="de-DE" sz="1800" b="0" u="none" strike="noStrike">
                <a:solidFill>
                  <a:srgbClr val="1E347B"/>
                </a:solidFill>
                <a:uFillTx/>
                <a:latin typeface="SourceCodePro"/>
              </a:rPr>
              <a:t>state = signal({</a:t>
            </a:r>
            <a:endParaRPr lang="de-DE" sz="1800" b="0" u="none" strike="noStrike">
              <a:solidFill>
                <a:srgbClr val="000000"/>
              </a:solidFill>
              <a:uFillTx/>
              <a:latin typeface="Arial"/>
            </a:endParaRPr>
          </a:p>
          <a:p>
            <a:pPr indent="0" defTabSz="914400">
              <a:lnSpc>
                <a:spcPct val="90000"/>
              </a:lnSpc>
              <a:spcBef>
                <a:spcPts val="300"/>
              </a:spcBef>
              <a:buNone/>
              <a:tabLst>
                <a:tab pos="0" algn="l"/>
              </a:tabLst>
            </a:pPr>
            <a:r>
              <a:rPr lang="de-DE" sz="1800" b="0" u="none" strike="noStrike">
                <a:solidFill>
                  <a:srgbClr val="1E347B"/>
                </a:solidFill>
                <a:uFillTx/>
                <a:latin typeface="SourceCodePro"/>
              </a:rPr>
              <a:t>  customers: [],</a:t>
            </a:r>
            <a:endParaRPr lang="de-DE" sz="1800" b="0" u="none" strike="noStrike">
              <a:solidFill>
                <a:srgbClr val="000000"/>
              </a:solidFill>
              <a:uFillTx/>
              <a:latin typeface="Arial"/>
            </a:endParaRPr>
          </a:p>
          <a:p>
            <a:pPr indent="0" defTabSz="914400">
              <a:lnSpc>
                <a:spcPct val="90000"/>
              </a:lnSpc>
              <a:spcBef>
                <a:spcPts val="300"/>
              </a:spcBef>
              <a:buNone/>
              <a:tabLst>
                <a:tab pos="0" algn="l"/>
              </a:tabLst>
            </a:pPr>
            <a:r>
              <a:rPr lang="de-DE" sz="1800" b="0" u="none" strike="noStrike">
                <a:solidFill>
                  <a:srgbClr val="1E347B"/>
                </a:solidFill>
                <a:uFillTx/>
                <a:latin typeface="SourceCodePro"/>
              </a:rPr>
              <a:t>  filter: '',</a:t>
            </a:r>
            <a:endParaRPr lang="de-DE" sz="1800" b="0" u="none" strike="noStrike">
              <a:solidFill>
                <a:srgbClr val="000000"/>
              </a:solidFill>
              <a:uFillTx/>
              <a:latin typeface="Arial"/>
            </a:endParaRPr>
          </a:p>
          <a:p>
            <a:pPr indent="0" defTabSz="914400">
              <a:lnSpc>
                <a:spcPct val="90000"/>
              </a:lnSpc>
              <a:spcBef>
                <a:spcPts val="300"/>
              </a:spcBef>
              <a:buNone/>
              <a:tabLst>
                <a:tab pos="0" algn="l"/>
              </a:tabLst>
            </a:pPr>
            <a:r>
              <a:rPr lang="de-DE" sz="1800" b="0" u="none" strike="noStrike">
                <a:solidFill>
                  <a:srgbClr val="1E347B"/>
                </a:solidFill>
                <a:uFillTx/>
                <a:latin typeface="SourceCodePro"/>
              </a:rPr>
              <a:t>  selectedId: null,</a:t>
            </a:r>
            <a:endParaRPr lang="de-DE" sz="1800" b="0" u="none" strike="noStrike">
              <a:solidFill>
                <a:srgbClr val="000000"/>
              </a:solidFill>
              <a:uFillTx/>
              <a:latin typeface="Arial"/>
            </a:endParaRPr>
          </a:p>
          <a:p>
            <a:pPr indent="0" defTabSz="914400">
              <a:lnSpc>
                <a:spcPct val="90000"/>
              </a:lnSpc>
              <a:spcBef>
                <a:spcPts val="300"/>
              </a:spcBef>
              <a:buNone/>
              <a:tabLst>
                <a:tab pos="0" algn="l"/>
              </a:tabLst>
            </a:pPr>
            <a:r>
              <a:rPr lang="de-DE" sz="1800" b="0" u="none" strike="noStrike">
                <a:solidFill>
                  <a:srgbClr val="1E347B"/>
                </a:solidFill>
                <a:uFillTx/>
                <a:latin typeface="SourceCodePro"/>
              </a:rPr>
              <a:t>  loading: false</a:t>
            </a:r>
            <a:endParaRPr lang="de-DE" sz="1800" b="0" u="none" strike="noStrike">
              <a:solidFill>
                <a:srgbClr val="000000"/>
              </a:solidFill>
              <a:uFillTx/>
              <a:latin typeface="Arial"/>
            </a:endParaRPr>
          </a:p>
          <a:p>
            <a:pPr indent="0" defTabSz="914400">
              <a:lnSpc>
                <a:spcPct val="90000"/>
              </a:lnSpc>
              <a:spcBef>
                <a:spcPts val="300"/>
              </a:spcBef>
              <a:buNone/>
              <a:tabLst>
                <a:tab pos="0" algn="l"/>
              </a:tabLst>
            </a:pPr>
            <a:r>
              <a:rPr lang="de-DE" sz="1800" b="0" u="none" strike="noStrike">
                <a:solidFill>
                  <a:srgbClr val="1E347B"/>
                </a:solidFill>
                <a:uFillTx/>
                <a:latin typeface="SourceCodePro"/>
              </a:rPr>
              <a:t>});</a:t>
            </a:r>
            <a:endParaRPr lang="de-DE" sz="1800" b="0" u="none" strike="noStrike">
              <a:solidFill>
                <a:srgbClr val="000000"/>
              </a:solidFill>
              <a:uFillTx/>
              <a:latin typeface="Arial"/>
            </a:endParaRPr>
          </a:p>
          <a:p>
            <a:pPr indent="0" defTabSz="914400">
              <a:lnSpc>
                <a:spcPct val="90000"/>
              </a:lnSpc>
              <a:spcBef>
                <a:spcPts val="300"/>
              </a:spcBef>
              <a:buNone/>
              <a:tabLst>
                <a:tab pos="0" algn="l"/>
              </a:tabLst>
            </a:pPr>
            <a:r>
              <a:rPr lang="de-DE" sz="1800" b="0" u="none" strike="noStrike">
                <a:solidFill>
                  <a:srgbClr val="1E347B"/>
                </a:solidFill>
                <a:uFillTx/>
                <a:latin typeface="SourceCodePro"/>
              </a:rPr>
              <a:t>// Jede Änderung an irgendeinem Feld invalidiert ALLE, die state() lesen</a:t>
            </a:r>
            <a:endParaRPr lang="de-DE" sz="1800" b="0" u="none" strike="noStrike">
              <a:solidFill>
                <a:srgbClr val="000000"/>
              </a:solidFill>
              <a:uFillTx/>
              <a:latin typeface="Arial"/>
            </a:endParaRPr>
          </a:p>
          <a:p>
            <a:pPr indent="0" defTabSz="914400">
              <a:lnSpc>
                <a:spcPct val="90000"/>
              </a:lnSpc>
              <a:spcBef>
                <a:spcPts val="300"/>
              </a:spcBef>
              <a:buNone/>
              <a:tabLst>
                <a:tab pos="0" algn="l"/>
              </a:tabLst>
            </a:pPr>
            <a:r>
              <a:rPr lang="de-DE" sz="1800" b="0" u="none" strike="noStrike">
                <a:solidFill>
                  <a:srgbClr val="1E347B"/>
                </a:solidFill>
                <a:uFillTx/>
                <a:latin typeface="SourceCodePro"/>
              </a:rPr>
              <a:t/>
            </a:r>
            <a:endParaRPr lang="de-DE" sz="1800" b="0" u="none" strike="noStrike">
              <a:solidFill>
                <a:srgbClr val="000000"/>
              </a:solidFill>
              <a:uFillTx/>
              <a:latin typeface="Arial"/>
            </a:endParaRPr>
          </a:p>
          <a:p>
            <a:pPr indent="0" defTabSz="914400">
              <a:lnSpc>
                <a:spcPct val="90000"/>
              </a:lnSpc>
              <a:spcBef>
                <a:spcPts val="300"/>
              </a:spcBef>
              <a:buNone/>
              <a:tabLst>
                <a:tab pos="0" algn="l"/>
              </a:tabLst>
            </a:pPr>
            <a:r>
              <a:rPr lang="de-DE" sz="1800" b="0" u="none" strike="noStrike">
                <a:solidFill>
                  <a:srgbClr val="1E347B"/>
                </a:solidFill>
                <a:uFillTx/>
                <a:latin typeface="SourceCodePro"/>
              </a:rPr>
              <a:t>// Besser: mehrere kleine Signals, daraus computed für Ausschnitte</a:t>
            </a:r>
            <a:endParaRPr lang="de-DE" sz="1800" b="0" u="none" strike="noStrike">
              <a:solidFill>
                <a:srgbClr val="000000"/>
              </a:solidFill>
              <a:uFillTx/>
              <a:latin typeface="Arial"/>
            </a:endParaRPr>
          </a:p>
          <a:p>
            <a:pPr indent="0" defTabSz="914400">
              <a:lnSpc>
                <a:spcPct val="90000"/>
              </a:lnSpc>
              <a:spcBef>
                <a:spcPts val="300"/>
              </a:spcBef>
              <a:buNone/>
              <a:tabLst>
                <a:tab pos="0" algn="l"/>
              </a:tabLst>
            </a:pPr>
            <a:r>
              <a:rPr lang="de-DE" sz="1800" b="0" u="none" strike="noStrike">
                <a:solidFill>
                  <a:srgbClr val="1E347B"/>
                </a:solidFill>
                <a:uFillTx/>
                <a:latin typeface="SourceCodePro"/>
              </a:rPr>
              <a:t>customers = signal&lt;Customer[]&gt;([]);</a:t>
            </a:r>
            <a:endParaRPr lang="de-DE" sz="1800" b="0" u="none" strike="noStrike">
              <a:solidFill>
                <a:srgbClr val="000000"/>
              </a:solidFill>
              <a:uFillTx/>
              <a:latin typeface="Arial"/>
            </a:endParaRPr>
          </a:p>
          <a:p>
            <a:pPr indent="0" defTabSz="914400">
              <a:lnSpc>
                <a:spcPct val="90000"/>
              </a:lnSpc>
              <a:spcBef>
                <a:spcPts val="300"/>
              </a:spcBef>
              <a:buNone/>
              <a:tabLst>
                <a:tab pos="0" algn="l"/>
              </a:tabLst>
            </a:pPr>
            <a:r>
              <a:rPr lang="de-DE" sz="1800" b="0" u="none" strike="noStrike">
                <a:solidFill>
                  <a:srgbClr val="1E347B"/>
                </a:solidFill>
                <a:uFillTx/>
                <a:latin typeface="SourceCodePro"/>
              </a:rPr>
              <a:t>filter = signal('');</a:t>
            </a:r>
            <a:endParaRPr lang="de-DE" sz="1800" b="0" u="none" strike="noStrike">
              <a:solidFill>
                <a:srgbClr val="000000"/>
              </a:solidFill>
              <a:uFillTx/>
              <a:latin typeface="Arial"/>
            </a:endParaRPr>
          </a:p>
          <a:p>
            <a:pPr indent="0" defTabSz="914400">
              <a:lnSpc>
                <a:spcPct val="90000"/>
              </a:lnSpc>
              <a:spcBef>
                <a:spcPts val="300"/>
              </a:spcBef>
              <a:buNone/>
              <a:tabLst>
                <a:tab pos="0" algn="l"/>
              </a:tabLst>
            </a:pPr>
            <a:r>
              <a:rPr lang="de-DE" sz="1800" b="0" u="none" strike="noStrike">
                <a:solidFill>
                  <a:srgbClr val="1E347B"/>
                </a:solidFill>
                <a:uFillTx/>
                <a:latin typeface="SourceCodePro"/>
              </a:rPr>
              <a:t>selectedId = signal&lt;number | null&gt;(null);</a:t>
            </a:r>
            <a:endParaRPr lang="de-DE" sz="1800" b="0" u="none" strike="noStrike">
              <a:solidFill>
                <a:srgbClr val="000000"/>
              </a:solidFill>
              <a:uFillTx/>
              <a:latin typeface="Arial"/>
            </a:endParaRPr>
          </a:p>
        </p:txBody>
      </p:sp>
    </p:spTree>
  </p:cSld>
  <p:clrMapOvr>
    <a:masterClrMapping/>
  </p:clrMapOvr>
</p:sld>
</file>

<file path=ppt/slides/slide3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Nachvollziehbare Datenflüsse</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Eltern zu Kind: input() – Daten nach unten</a:t>
            </a:r>
          </a:p>
          <a:p>
            <a:pPr>
              <a:defRPr sz="2000" b="0">
                <a:latin typeface="Segoe UI"/>
              </a:defRPr>
            </a:pPr>
            <a:r>
              <a:rPr lang="de-DE" sz="2000" b="0">
                <a:latin typeface="Segoe UI"/>
              </a:rPr>
              <a:t>Kind zu Eltern: output() – Ereignisse nach oben</a:t>
            </a:r>
          </a:p>
          <a:p>
            <a:pPr>
              <a:defRPr sz="2000" b="0">
                <a:latin typeface="Segoe UI"/>
              </a:defRPr>
            </a:pPr>
            <a:r>
              <a:rPr lang="de-DE" sz="2000" b="0">
                <a:latin typeface="Segoe UI"/>
              </a:rPr>
              <a:t>Komponente, Service oder Store, Signal, alle Leser aktualisieren sich</a:t>
            </a:r>
          </a:p>
          <a:p>
            <a:pPr>
              <a:defRPr sz="2000" b="0">
                <a:latin typeface="Segoe UI"/>
              </a:defRPr>
            </a:pPr>
            <a:r>
              <a:rPr lang="de-DE" sz="2000" b="0">
                <a:latin typeface="Segoe UI"/>
              </a:rPr>
              <a:t>Regeln: eine Richtung, ein Besitzer pro Zustand</a:t>
            </a:r>
          </a:p>
          <a:p>
            <a:pPr>
              <a:defRPr sz="2000" b="0">
                <a:latin typeface="Segoe UI"/>
              </a:defRPr>
            </a:pPr>
            <a:r>
              <a:rPr lang="de-DE" sz="2000" b="0">
                <a:latin typeface="Segoe UI"/>
              </a:rPr>
              <a:t>Änderungen nur über benannte Methoden („Aktionen“)</a:t>
            </a:r>
          </a:p>
          <a:p>
            <a:pPr>
              <a:defRPr sz="2000" b="0">
                <a:latin typeface="Segoe UI"/>
              </a:defRPr>
            </a:pPr>
            <a:r>
              <a:rPr lang="de-DE" sz="2000" b="0">
                <a:latin typeface="Segoe UI"/>
              </a:rPr>
              <a:t>Debugging: Angular DevTools zeigen den Signal-Graph und die Werte</a:t>
            </a:r>
          </a:p>
          <a:p>
            <a:pPr>
              <a:defRPr sz="2000" b="0">
                <a:latin typeface="Segoe UI"/>
              </a:defRPr>
            </a:pPr>
            <a:r>
              <a:rPr lang="de-DE" sz="2000" b="0">
                <a:latin typeface="Segoe UI"/>
              </a:rPr>
              <a:t>Im Zweifel temporär effect(() =&gt; console.log(x()))</a:t>
            </a:r>
          </a:p>
        </p:txBody>
      </p:sp>
    </p:spTree>
  </p:cSld>
  <p:clrMapOvr>
    <a:masterClrMapping/>
  </p:clrMapOvr>
</p:sld>
</file>

<file path=ppt/slides/slide3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Entscheidungsbaum: Welcher Baustein?</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1. Kommt der Wert vom Benutzer oder von einem Ereignis? Dann signal</a:t>
            </a:r>
          </a:p>
          <a:p>
            <a:pPr>
              <a:defRPr sz="2000" b="0">
                <a:latin typeface="Segoe UI"/>
              </a:defRPr>
            </a:pPr>
            <a:r>
              <a:rPr lang="de-DE" sz="2000" b="0">
                <a:latin typeface="Segoe UI"/>
              </a:rPr>
              <a:t>2. Folgt er aus anderen Werten? Dann computed</a:t>
            </a:r>
          </a:p>
          <a:p>
            <a:pPr lvl="1">
              <a:defRPr sz="1700" b="0">
                <a:latin typeface="Segoe UI"/>
              </a:defRPr>
            </a:pPr>
            <a:r>
              <a:rPr lang="de-DE" sz="1700" b="0">
                <a:latin typeface="Segoe UI"/>
              </a:rPr>
              <a:t>Soll er überschreibbar sein: linkedSignal</a:t>
            </a:r>
          </a:p>
          <a:p>
            <a:pPr>
              <a:defRPr sz="2000" b="0">
                <a:latin typeface="Segoe UI"/>
              </a:defRPr>
            </a:pPr>
            <a:r>
              <a:rPr lang="de-DE" sz="2000" b="0">
                <a:latin typeface="Segoe UI"/>
              </a:rPr>
              <a:t>3. Kommt er asynchron vom Server? Dann resource oder httpResource</a:t>
            </a:r>
          </a:p>
          <a:p>
            <a:pPr>
              <a:defRPr sz="2000" b="0">
                <a:latin typeface="Segoe UI"/>
              </a:defRPr>
            </a:pPr>
            <a:r>
              <a:rPr lang="de-DE" sz="2000" b="0">
                <a:latin typeface="Segoe UI"/>
              </a:rPr>
              <a:t>4. Muss etwas außerhalb von Angular passieren? Dann effect</a:t>
            </a:r>
          </a:p>
          <a:p>
            <a:pPr>
              <a:defRPr sz="2000" b="0">
                <a:latin typeface="Segoe UI"/>
              </a:defRPr>
            </a:pPr>
            <a:r>
              <a:rPr lang="de-DE" sz="2000" b="0">
                <a:latin typeface="Segoe UI"/>
              </a:rPr>
              <a:t>5. Geht es um Zeit und Ereignisströme (Debounce, Abbrechen, Wiederholen)? Dann RxJS</a:t>
            </a:r>
          </a:p>
          <a:p>
            <a:pPr lvl="1">
              <a:defRPr sz="1700" b="0">
                <a:latin typeface="Segoe UI"/>
              </a:defRPr>
            </a:pPr>
            <a:r>
              <a:rPr lang="de-DE" sz="1700" b="0">
                <a:latin typeface="Segoe UI"/>
              </a:rPr>
              <a:t>Am Rand der Komponente mit toSignal in ein Signal wandeln</a:t>
            </a:r>
          </a:p>
        </p:txBody>
      </p:sp>
    </p:spTree>
  </p:cSld>
  <p:clrMapOvr>
    <a:masterClrMapping/>
  </p:clrMapOvr>
</p:sld>
</file>

<file path=ppt/slides/slide3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Übung 32: Reaktivitäts-Fallen finden</a:t>
            </a:r>
          </a:p>
        </p:txBody>
      </p:sp>
      <p:sp>
        <p:nvSpPr>
          <p:cNvPr id="3" name="Subtitle 2"/>
          <p:cNvSpPr>
            <a:spLocks noGrp="1"/>
          </p:cNvSpPr>
          <p:nvPr>
            <p:ph type="subTitle"/>
          </p:nvPr>
        </p:nvSpPr>
        <p:spPr/>
        <p:txBody>
          <a:bodyPr anchor="t"/>
          <a:lstStyle/>
          <a:p>
            <a:pPr>
              <a:defRPr sz="2000" b="1">
                <a:latin typeface="Segoe UI"/>
              </a:defRPr>
            </a:pPr>
            <a:r>
              <a:rPr lang="de-DE" sz="2000" b="1">
                <a:latin typeface="Segoe UI"/>
              </a:rPr>
              <a:t>Teil A: filteredCustomers() und customers in computed umbauen</a:t>
            </a:r>
          </a:p>
          <a:p>
            <a:pPr lvl="1">
              <a:defRPr sz="1700" b="0">
                <a:latin typeface="Segoe UI"/>
              </a:defRPr>
            </a:pPr>
            <a:r>
              <a:rPr lang="de-DE" sz="1700" b="0">
                <a:latin typeface="Segoe UI"/>
              </a:rPr>
              <a:t>Prüfen: Ein console.log im computed erscheint nur bei geänderten Abhängigkeiten</a:t>
            </a:r>
          </a:p>
          <a:p>
            <a:pPr>
              <a:defRPr sz="2000" b="0">
                <a:latin typeface="Segoe UI"/>
              </a:defRPr>
            </a:pPr>
            <a:r>
              <a:rPr lang="de-DE" sz="2000" b="0">
                <a:latin typeface="Segoe UI"/>
              </a:rPr>
              <a:t>Teil B: Filtertext per effect in localStorage sichern und beim Start wiederherstellen</a:t>
            </a:r>
          </a:p>
          <a:p>
            <a:pPr>
              <a:defRPr sz="2000" b="0">
                <a:latin typeface="Segoe UI"/>
              </a:defRPr>
            </a:pPr>
            <a:r>
              <a:rPr lang="de-DE" sz="2000" b="0">
                <a:latin typeface="Segoe UI"/>
              </a:rPr>
              <a:t>Teil C: Patch von der nächsten Folie in CustomerListComponent einfügen</a:t>
            </a:r>
          </a:p>
          <a:p>
            <a:pPr lvl="1">
              <a:defRPr sz="1700" b="0">
                <a:latin typeface="Segoe UI"/>
              </a:defRPr>
            </a:pPr>
            <a:r>
              <a:rPr lang="de-DE" sz="1700" b="0">
                <a:latin typeface="Segoe UI"/>
              </a:rPr>
              <a:t>Je Zeile benennen: Was ist falsch? Welche Regel wird verletzt?</a:t>
            </a:r>
          </a:p>
          <a:p>
            <a:pPr lvl="1">
              <a:defRPr sz="1700" b="0">
                <a:latin typeface="Segoe UI"/>
              </a:defRPr>
            </a:pPr>
            <a:r>
              <a:rPr lang="de-DE" sz="1700" b="0">
                <a:latin typeface="Segoe UI"/>
              </a:rPr>
              <a:t>Beheben: (1) computed, (2) neue Referenz im Zustand, (3) computed</a:t>
            </a:r>
          </a:p>
          <a:p>
            <a:pPr>
              <a:defRPr sz="2000" b="0">
                <a:latin typeface="Segoe UI"/>
              </a:defRPr>
            </a:pPr>
            <a:r>
              <a:rPr lang="de-DE" sz="2000" b="0">
                <a:latin typeface="Segoe UI"/>
              </a:rPr>
              <a:t>Reflexion: Welche Fehler hätte ein Test gefunden, welche nur ein Review?</a:t>
            </a:r>
          </a:p>
          <a:p>
            <a:pPr>
              <a:defRPr sz="2000" b="1">
                <a:latin typeface="Segoe UI"/>
              </a:defRPr>
            </a:pPr>
            <a:r>
              <a:rPr lang="de-DE" sz="2000" b="1">
                <a:latin typeface="Segoe UI"/>
              </a:rPr>
              <a:t>Musterlösung: 32_reaktivitaet (baut auf 31_komponenten_aufteilen auf)</a:t>
            </a:r>
          </a:p>
        </p:txBody>
      </p:sp>
    </p:spTree>
  </p:cSld>
  <p:clrMapOvr>
    <a:masterClrMapping/>
  </p:clrMapOvr>
</p:sld>
</file>

<file path=ppt/slides/slide3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10"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Übung 32: Patch für Teil C</a:t>
            </a:r>
            <a:endParaRPr lang="de-DE" sz="4400" b="0" u="none" strike="noStrike">
              <a:solidFill>
                <a:srgbClr val="000000"/>
              </a:solidFill>
              <a:uFillTx/>
              <a:latin typeface="Arial"/>
            </a:endParaRPr>
          </a:p>
        </p:txBody>
      </p:sp>
      <p:sp>
        <p:nvSpPr>
          <p:cNvPr id="811"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a:bodyPr>
          <a:lstStyle/>
          <a:p>
            <a:pPr indent="0" defTabSz="914400">
              <a:lnSpc>
                <a:spcPct val="90000"/>
              </a:lnSpc>
              <a:spcBef>
                <a:spcPts val="200"/>
              </a:spcBef>
              <a:buNone/>
              <a:tabLst>
                <a:tab pos="0" algn="l"/>
              </a:tabLst>
            </a:pPr>
            <a:r>
              <a:rPr lang="de-DE" sz="1600" b="0" u="none" strike="noStrike">
                <a:solidFill>
                  <a:srgbClr val="1E347B"/>
                </a:solidFill>
                <a:uFillTx/>
                <a:latin typeface="SourceCodePro"/>
              </a:rPr>
              <a:t>// (1)</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selectedName = signal('');</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effect(() =&gt; this.selectedName.set(this.selectedCustomer()?.firstname ?? ''));</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(2)</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addDemo() { this.customers().push(new Customer('Neu', 'Demo')); }</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(3)</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total = signal(0);</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effect(() =&gt; this.total.set(this.filteredCustomers().length));</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Aufgabe: Was ist je Nummer falsch? Welche Regel wird verletzt?</a:t>
            </a:r>
            <a:endParaRPr lang="de-DE" sz="1600" b="0" u="none" strike="noStrike">
              <a:solidFill>
                <a:srgbClr val="000000"/>
              </a:solidFill>
              <a:uFillTx/>
              <a:latin typeface="Arial"/>
            </a:endParaRPr>
          </a:p>
        </p:txBody>
      </p:sp>
    </p:spTree>
  </p:cSld>
  <p:clrMapOvr>
    <a:masterClrMapping/>
  </p:clrMapOvr>
</p:sld>
</file>

<file path=ppt/slides/slide3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68" name="Rectangle 19">
            <a:extLst>
              <a:ext uri="{C183D7F6-B498-43B3-948B-1728B52AA6E4}">
                <adec:decorative xmlns:adec="http://schemas.microsoft.com/office/drawing/2017/decorative" val="1"/>
              </a:ext>
            </a:extLst>
          </p:cNvPr>
          <p:cNvSpPr/>
          <p:nvPr/>
        </p:nvSpPr>
        <p:spPr>
          <a:xfrm>
            <a:off x="0" y="0"/>
            <a:ext cx="12187440" cy="61772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469" name="PlaceHolder 1"/>
          <p:cNvSpPr>
            <a:spLocks noGrp="1"/>
          </p:cNvSpPr>
          <p:nvPr>
            <p:ph type="title"/>
          </p:nvPr>
        </p:nvSpPr>
        <p:spPr>
          <a:xfrm>
            <a:off x="841320" y="2826360"/>
            <a:ext cx="10511280" cy="2386080"/>
          </a:xfrm>
          <a:prstGeom prst="rect">
            <a:avLst/>
          </a:prstGeom>
          <a:noFill/>
          <a:ln w="0">
            <a:noFill/>
          </a:ln>
        </p:spPr>
        <p:txBody>
          <a:bodyPr lIns="91440" tIns="45720" rIns="91440" bIns="45720" anchor="t">
            <a:normAutofit/>
          </a:bodyPr>
          <a:lstStyle/>
          <a:p>
            <a:pPr indent="0" defTabSz="914400">
              <a:lnSpc>
                <a:spcPct val="90000"/>
              </a:lnSpc>
              <a:buNone/>
              <a:tabLst>
                <a:tab pos="0" algn="l"/>
              </a:tabLst>
            </a:pPr>
            <a:r>
              <a:rPr lang="en-US" sz="7200" b="0" u="none" strike="noStrike" dirty="0">
                <a:solidFill>
                  <a:srgbClr val="FFFFFF"/>
                </a:solidFill>
                <a:uFillTx/>
                <a:latin typeface="Calibri Light"/>
              </a:rPr>
              <a:t>KI-gestützte Entwicklung</a:t>
            </a:r>
            <a:endParaRPr lang="de-DE" sz="7200" b="0" u="none" strike="noStrike" dirty="0">
              <a:solidFill>
                <a:srgbClr val="000000"/>
              </a:solidFill>
              <a:uFillTx/>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presetID="10" presetClass="entr" fill="hold" nodeType="withEffect">
                                  <p:stCondLst>
                                    <p:cond delay="500"/>
                                  </p:stCondLst>
                                  <p:iterate type="wd">
                                    <p:tmAbs val="150"/>
                                  </p:iterate>
                                  <p:childTnLst>
                                    <p:set>
                                      <p:cBhvr>
                                        <p:cTn id="6" dur="1" fill="hold">
                                          <p:stCondLst>
                                            <p:cond delay="0"/>
                                          </p:stCondLst>
                                        </p:cTn>
                                        <p:tgtEl>
                                          <p:spTgt spid="469"/>
                                        </p:tgtEl>
                                        <p:attrNameLst>
                                          <p:attrName>style.visibility</p:attrName>
                                        </p:attrNameLst>
                                      </p:cBhvr>
                                      <p:to>
                                        <p:strVal val="visible"/>
                                      </p:to>
                                    </p:set>
                                    <p:animEffect transition="in" filter="fade">
                                      <p:cBhvr additive="repl">
                                        <p:cTn id="7" dur="1000"/>
                                        <p:tgtEl>
                                          <p:spTgt spid="4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Wofür KI in der Entwicklung?</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Sehr gut geeignet: Gerüste, Standardcode, Umbenennungen</a:t>
            </a:r>
          </a:p>
          <a:p>
            <a:pPr>
              <a:defRPr sz="2000" b="0">
                <a:latin typeface="Segoe UI"/>
              </a:defRPr>
            </a:pPr>
            <a:r>
              <a:rPr lang="de-DE" sz="2000" b="0">
                <a:latin typeface="Segoe UI"/>
              </a:rPr>
              <a:t>Gut geeignet: fremden Code und Fehlermeldungen erklären lassen</a:t>
            </a:r>
          </a:p>
          <a:p>
            <a:pPr>
              <a:defRPr sz="2000" b="0">
                <a:latin typeface="Segoe UI"/>
              </a:defRPr>
            </a:pPr>
            <a:r>
              <a:rPr lang="de-DE" sz="2000" b="0">
                <a:latin typeface="Segoe UI"/>
              </a:rPr>
              <a:t>Gut, aber mit Review: Tests vorschlagen, Randfälle sammeln</a:t>
            </a:r>
          </a:p>
          <a:p>
            <a:pPr>
              <a:defRPr sz="2000" b="0">
                <a:latin typeface="Segoe UI"/>
              </a:defRPr>
            </a:pPr>
            <a:r>
              <a:rPr lang="de-DE" sz="2000" b="0">
                <a:latin typeface="Segoe UI"/>
              </a:rPr>
              <a:t>Gut, mit Tests: Umbauten in kleinen Schritten</a:t>
            </a:r>
          </a:p>
          <a:p>
            <a:pPr>
              <a:defRPr sz="2000" b="0">
                <a:latin typeface="Segoe UI"/>
              </a:defRPr>
            </a:pPr>
            <a:r>
              <a:rPr lang="de-DE" sz="2000" b="0">
                <a:latin typeface="Segoe UI"/>
              </a:rPr>
              <a:t>Nur als Diskussionspartner: Architekturentscheidungen, Fachlogik, Sicherheit</a:t>
            </a:r>
          </a:p>
          <a:p>
            <a:pPr>
              <a:defRPr sz="2000" b="0">
                <a:latin typeface="Segoe UI"/>
              </a:defRPr>
            </a:pPr>
            <a:r>
              <a:rPr lang="de-DE" sz="2000" b="0">
                <a:latin typeface="Segoe UI"/>
              </a:rPr>
              <a:t>Riskant: große Änderungen blind übernehmen</a:t>
            </a:r>
          </a:p>
          <a:p>
            <a:pPr>
              <a:defRPr sz="2000" b="0">
                <a:latin typeface="Segoe UI"/>
              </a:defRPr>
            </a:pPr>
            <a:r>
              <a:rPr lang="de-DE" sz="2000" b="0">
                <a:latin typeface="Segoe UI"/>
              </a:rPr>
              <a:t>KI ist ein schneller Assistent ohne Verantwortung: Die Verantwortung bleibt beim Entwickler</a:t>
            </a:r>
          </a:p>
        </p:txBody>
      </p:sp>
    </p:spTree>
  </p:cSld>
  <p:clrMapOvr>
    <a:masterClrMapping/>
  </p:clrMapOvr>
</p:sld>
</file>

<file path=ppt/slides/slide3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Formen der Unterstützung</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Chat: Fragen stellen, Code erklären lassen</a:t>
            </a:r>
          </a:p>
          <a:p>
            <a:pPr>
              <a:defRPr sz="2000" b="0">
                <a:latin typeface="Segoe UI"/>
              </a:defRPr>
            </a:pPr>
            <a:r>
              <a:rPr lang="de-DE" sz="2000" b="0">
                <a:latin typeface="Segoe UI"/>
              </a:rPr>
              <a:t>Vorschläge in der Entwicklungsumgebung: Ergänzung einzelner Zeilen oder Blöcke</a:t>
            </a:r>
          </a:p>
          <a:p>
            <a:pPr>
              <a:defRPr sz="2000" b="0">
                <a:latin typeface="Segoe UI"/>
              </a:defRPr>
            </a:pPr>
            <a:r>
              <a:rPr lang="de-DE" sz="2000" b="0">
                <a:latin typeface="Segoe UI"/>
              </a:rPr>
              <a:t>Agentische Werkzeuge: lesen das Projekt, ändern mehrere Dateien, führen Befehle oder Tests aus</a:t>
            </a:r>
          </a:p>
          <a:p>
            <a:pPr>
              <a:defRPr sz="2000" b="0">
                <a:latin typeface="Segoe UI"/>
              </a:defRPr>
            </a:pPr>
            <a:r>
              <a:rPr lang="de-DE" sz="2000" b="0">
                <a:latin typeface="Segoe UI"/>
              </a:rPr>
              <a:t>Je höher die Selbstständigkeit, desto höher der Prüfaufwand und der mögliche Schaden</a:t>
            </a:r>
          </a:p>
        </p:txBody>
      </p:sp>
    </p:spTree>
  </p:cSld>
  <p:clrMapOvr>
    <a:masterClrMapping/>
  </p:clrMapOvr>
</p:sld>
</file>

<file path=ppt/slides/slide3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Zusammenarbeit: Kontext ist alles</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Aufgabe klar und klein: „Erstelle eine Darstellungskomponente CustomerFilter mit input/output“</a:t>
            </a:r>
          </a:p>
          <a:p>
            <a:pPr>
              <a:defRPr sz="2000" b="0">
                <a:latin typeface="Segoe UI"/>
              </a:defRPr>
            </a:pPr>
            <a:r>
              <a:rPr lang="de-DE" sz="2000" b="0">
                <a:latin typeface="Segoe UI"/>
              </a:rPr>
              <a:t>Nicht: „Baue die App um“</a:t>
            </a:r>
          </a:p>
          <a:p>
            <a:pPr>
              <a:defRPr sz="2000" b="0">
                <a:latin typeface="Segoe UI"/>
              </a:defRPr>
            </a:pPr>
            <a:r>
              <a:rPr lang="de-DE" sz="2000" b="0">
                <a:latin typeface="Segoe UI"/>
              </a:rPr>
              <a:t>Projektregeln mitgeben: eine Datei im Repository mit Stil und Verboten (Name je nach Werkzeug)</a:t>
            </a:r>
          </a:p>
          <a:p>
            <a:pPr>
              <a:defRPr sz="2000" b="0">
                <a:latin typeface="Segoe UI"/>
              </a:defRPr>
            </a:pPr>
            <a:r>
              <a:rPr lang="de-DE" sz="2000" b="0">
                <a:latin typeface="Segoe UI"/>
              </a:rPr>
              <a:t>Beispiele zeigen: „Mache es analog zu CustomerListComponent“</a:t>
            </a:r>
          </a:p>
          <a:p>
            <a:pPr>
              <a:defRPr sz="2000" b="0">
                <a:latin typeface="Segoe UI"/>
              </a:defRPr>
            </a:pPr>
            <a:r>
              <a:rPr lang="de-DE" sz="2000" b="0">
                <a:latin typeface="Segoe UI"/>
              </a:rPr>
              <a:t>Aktuelle Angular-Konventionen angeben; Hinweise auf angular.dev prüfen</a:t>
            </a:r>
          </a:p>
        </p:txBody>
      </p:sp>
    </p:spTree>
  </p:cSld>
  <p:clrMapOvr>
    <a:masterClrMapping/>
  </p:clrMapOvr>
</p:sld>
</file>

<file path=ppt/slides/slide3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10"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Beispiel: Projektregeln für Angular</a:t>
            </a:r>
            <a:endParaRPr lang="de-DE" sz="4400" b="0" u="none" strike="noStrike">
              <a:solidFill>
                <a:srgbClr val="000000"/>
              </a:solidFill>
              <a:uFillTx/>
              <a:latin typeface="Arial"/>
            </a:endParaRPr>
          </a:p>
        </p:txBody>
      </p:sp>
      <p:sp>
        <p:nvSpPr>
          <p:cNvPr id="811"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a:bodyPr>
          <a:lstStyle/>
          <a:p>
            <a:pPr indent="0" defTabSz="914400">
              <a:lnSpc>
                <a:spcPct val="90000"/>
              </a:lnSpc>
              <a:spcBef>
                <a:spcPts val="200"/>
              </a:spcBef>
              <a:buNone/>
              <a:tabLst>
                <a:tab pos="0" algn="l"/>
              </a:tabLst>
            </a:pPr>
            <a:r>
              <a:rPr lang="de-DE" sz="1600" b="0" u="none" strike="noStrike">
                <a:solidFill>
                  <a:srgbClr val="1E347B"/>
                </a:solidFill>
                <a:uFillTx/>
                <a:latin typeface="SourceCodePro"/>
              </a:rPr>
              <a:t># Projektregeln</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Angular 21, TypeScript strict, zoneless, OnPush.</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Standalone-Komponenten (kein NgModule), inject() statt Konstruktor-Injection.</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Control Flow @if/@for (mit track auf ID), keine *ngIf/*ngFor.</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input()/output()/model(), keine Dekoratoren @Input/@Output.</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Zustand: signal/computed; effect nur für Nebenwirkungen außerhalb von Angular.</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Kein any, kein bypassSecurityTrust* ohne Rückfrage.</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Tests mit Vitest; neue Logik immer mit Tests.</a:t>
            </a:r>
            <a:endParaRPr lang="de-DE" sz="1600" b="0" u="none" strike="noStrike">
              <a:solidFill>
                <a:srgbClr val="000000"/>
              </a:solidFill>
              <a:uFillTx/>
              <a:latin typeface="Arial"/>
            </a:endParaRPr>
          </a:p>
        </p:txBody>
      </p:sp>
    </p:spTree>
  </p:cSld>
  <p:clrMapOvr>
    <a:masterClrMapping/>
  </p:clrMapOvr>
</p:sld>
</file>

<file path=ppt/slides/slide3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Vorschläge bewerten: Review-Checkliste</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1. Läuft es? Build, Lint, Tests</a:t>
            </a:r>
          </a:p>
          <a:p>
            <a:pPr>
              <a:defRPr sz="2000" b="0">
                <a:latin typeface="Segoe UI"/>
              </a:defRPr>
            </a:pPr>
            <a:r>
              <a:rPr lang="de-DE" sz="2000" b="0">
                <a:latin typeface="Segoe UI"/>
              </a:rPr>
              <a:t>2. Passt es zur Architektur? Abhängigkeitsrichtung, Feature-Struktur, keine neue Parallelwelt</a:t>
            </a:r>
          </a:p>
          <a:p>
            <a:pPr>
              <a:defRPr sz="2000" b="0">
                <a:latin typeface="Segoe UI"/>
              </a:defRPr>
            </a:pPr>
            <a:r>
              <a:rPr lang="de-DE" sz="2000" b="0">
                <a:latin typeface="Segoe UI"/>
              </a:rPr>
              <a:t>3. Ist es modern? Keine veralteten APIs (*ngIf, @Input, NgModule), keine erfundenen Methoden</a:t>
            </a:r>
          </a:p>
          <a:p>
            <a:pPr>
              <a:defRPr sz="2000" b="0">
                <a:latin typeface="Segoe UI"/>
              </a:defRPr>
            </a:pPr>
            <a:r>
              <a:rPr lang="de-DE" sz="2000" b="0">
                <a:latin typeface="Segoe UI"/>
              </a:rPr>
              <a:t>4. Ist es sicher? innerHTML, bypassSecurityTrust*, Tokens, Logging</a:t>
            </a:r>
          </a:p>
          <a:p>
            <a:pPr>
              <a:defRPr sz="2000" b="0">
                <a:latin typeface="Segoe UI"/>
              </a:defRPr>
            </a:pPr>
            <a:r>
              <a:rPr lang="de-DE" sz="2000" b="0">
                <a:latin typeface="Segoe UI"/>
              </a:rPr>
              <a:t>5. Ist es reaktiv korrekt? Effects missbraucht? Werte verändert statt neu gesetzt?</a:t>
            </a:r>
          </a:p>
          <a:p>
            <a:pPr>
              <a:defRPr sz="2000" b="0">
                <a:latin typeface="Segoe UI"/>
              </a:defRPr>
            </a:pPr>
            <a:r>
              <a:rPr lang="de-DE" sz="2000" b="0">
                <a:latin typeface="Segoe UI"/>
              </a:rPr>
              <a:t>6. Ist es getestet? Prüfen die Tests Verhalten oder nur toBeTruthy?</a:t>
            </a:r>
          </a:p>
          <a:p>
            <a:pPr>
              <a:defRPr sz="2000" b="0">
                <a:latin typeface="Segoe UI"/>
              </a:defRPr>
            </a:pPr>
            <a:r>
              <a:rPr lang="de-DE" sz="2000" b="0">
                <a:latin typeface="Segoe UI"/>
              </a:rPr>
              <a:t>7. Verstehe ich es? Was ich nicht erklären kann, committe ich nicht</a:t>
            </a:r>
          </a:p>
        </p:txBody>
      </p:sp>
    </p:spTree>
  </p:cSld>
  <p:clrMapOvr>
    <a:masterClrMapping/>
  </p:clrMapOvr>
</p:sld>
</file>

<file path=ppt/slides/slide3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Typische KI-Fehler bei Angular</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Veraltete Muster: *ngFor, @Input(), Konstruktor-Injection, NgModule</a:t>
            </a:r>
          </a:p>
          <a:p>
            <a:pPr>
              <a:defRPr sz="2000" b="0">
                <a:latin typeface="Segoe UI"/>
              </a:defRPr>
            </a:pPr>
            <a:r>
              <a:rPr lang="de-DE" sz="2000" b="0">
                <a:latin typeface="Segoe UI"/>
              </a:rPr>
              <a:t>Erfundene oder falsche APIs: Methoden oder Optionen, die es nicht gibt</a:t>
            </a:r>
          </a:p>
          <a:p>
            <a:pPr>
              <a:defRPr sz="2000" b="0">
                <a:latin typeface="Segoe UI"/>
              </a:defRPr>
            </a:pPr>
            <a:r>
              <a:rPr lang="de-DE" sz="2000" b="0">
                <a:latin typeface="Segoe UI"/>
              </a:rPr>
              <a:t>effect für alles: Zustand synchronisieren, statt computed zu nutzen</a:t>
            </a:r>
          </a:p>
          <a:p>
            <a:pPr>
              <a:defRPr sz="2000" b="0">
                <a:latin typeface="Segoe UI"/>
              </a:defRPr>
            </a:pPr>
            <a:r>
              <a:rPr lang="de-DE" sz="2000" b="0">
                <a:latin typeface="Segoe UI"/>
              </a:rPr>
              <a:t>any und Typ-Casts: Fehler verschwinden, statt gelöst zu werden</a:t>
            </a:r>
          </a:p>
          <a:p>
            <a:pPr>
              <a:defRPr sz="2000" b="0">
                <a:latin typeface="Segoe UI"/>
              </a:defRPr>
            </a:pPr>
            <a:r>
              <a:rPr lang="de-DE" sz="2000" b="0">
                <a:latin typeface="Segoe UI"/>
              </a:rPr>
              <a:t>Unnötige Komplexität: zusätzliche Abstraktionen, Wrapper, Hilfsklassen</a:t>
            </a:r>
          </a:p>
          <a:p>
            <a:pPr>
              <a:defRPr sz="2000" b="0">
                <a:latin typeface="Segoe UI"/>
              </a:defRPr>
            </a:pPr>
            <a:r>
              <a:rPr lang="de-DE" sz="2000" b="0">
                <a:latin typeface="Segoe UI"/>
              </a:rPr>
              <a:t>Sicherheitsblindheit: innerHTML, Tokens im localStorage, ungeprüfte Weiterleitungen</a:t>
            </a:r>
          </a:p>
          <a:p>
            <a:pPr>
              <a:defRPr sz="2000" b="0">
                <a:latin typeface="Segoe UI"/>
              </a:defRPr>
            </a:pPr>
            <a:r>
              <a:rPr lang="de-DE" sz="2000" b="0">
                <a:latin typeface="Segoe UI"/>
              </a:rPr>
              <a:t>Tests, die nichts prüfen: toBeTruthy, Spiegelung der Mocks</a:t>
            </a:r>
          </a:p>
          <a:p>
            <a:pPr>
              <a:defRPr sz="2000" b="0">
                <a:latin typeface="Segoe UI"/>
              </a:defRPr>
            </a:pPr>
            <a:r>
              <a:rPr lang="de-DE" sz="2000" b="0">
                <a:latin typeface="Segoe UI"/>
              </a:rPr>
              <a:t>Stilbruch: andere Namens- und Ordnerkonventionen</a:t>
            </a:r>
          </a:p>
        </p:txBody>
      </p:sp>
    </p:spTree>
  </p:cSld>
  <p:clrMapOvr>
    <a:masterClrMapping/>
  </p:clrMapOvr>
</p:sld>
</file>

<file path=ppt/slides/slide3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Mehrrunden-Zusammenarbeit</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Ablauf: Ziel, Plan prüfen, kleiner Schritt, Review und Tests, Korrektur, nächste Runde</a:t>
            </a:r>
          </a:p>
          <a:p>
            <a:pPr>
              <a:defRPr sz="2000" b="0">
                <a:latin typeface="Segoe UI"/>
              </a:defRPr>
            </a:pPr>
            <a:r>
              <a:rPr lang="de-DE" sz="2000" b="0">
                <a:latin typeface="Segoe UI"/>
              </a:rPr>
              <a:t>Erst Plan, dann Code: Schritte besprechen, bevor Dateien geändert werden</a:t>
            </a:r>
          </a:p>
          <a:p>
            <a:pPr>
              <a:defRPr sz="2000" b="0">
                <a:latin typeface="Segoe UI"/>
              </a:defRPr>
            </a:pPr>
            <a:r>
              <a:rPr lang="de-DE" sz="2000" b="0">
                <a:latin typeface="Segoe UI"/>
              </a:rPr>
              <a:t>Kleine, überprüfbare Schritte, ein Commit pro Schritt</a:t>
            </a:r>
          </a:p>
          <a:p>
            <a:pPr>
              <a:defRPr sz="2000" b="0">
                <a:latin typeface="Segoe UI"/>
              </a:defRPr>
            </a:pPr>
            <a:r>
              <a:rPr lang="de-DE" sz="2000" b="0">
                <a:latin typeface="Segoe UI"/>
              </a:rPr>
              <a:t>Ergebnisse zurückspiegeln: Fehlermeldungen, Testausgaben und Befunde konkret nennen</a:t>
            </a:r>
          </a:p>
          <a:p>
            <a:pPr>
              <a:defRPr sz="2000" b="0">
                <a:latin typeface="Segoe UI"/>
              </a:defRPr>
            </a:pPr>
            <a:r>
              <a:rPr lang="de-DE" sz="2000" b="0">
                <a:latin typeface="Segoe UI"/>
              </a:rPr>
              <a:t>Kontext pflegen: Bei langen Sitzungen Regeln wiederholen oder neu mit Zusammenfassung starten</a:t>
            </a:r>
          </a:p>
          <a:p>
            <a:pPr>
              <a:defRPr sz="2000" b="0">
                <a:latin typeface="Segoe UI"/>
              </a:defRPr>
            </a:pPr>
            <a:r>
              <a:rPr lang="de-DE" sz="2000" b="0">
                <a:latin typeface="Segoe UI"/>
              </a:rPr>
              <a:t>Bei Abweichung vom Plan stoppen und korrigieren</a:t>
            </a:r>
          </a:p>
        </p:txBody>
      </p:sp>
    </p:spTree>
  </p:cSld>
  <p:clrMapOvr>
    <a:masterClrMapping/>
  </p:clrMapOvr>
</p:sld>
</file>

<file path=ppt/slides/slide3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10"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Gute Prompts: ein Muster</a:t>
            </a:r>
            <a:endParaRPr lang="de-DE" sz="4400" b="0" u="none" strike="noStrike">
              <a:solidFill>
                <a:srgbClr val="000000"/>
              </a:solidFill>
              <a:uFillTx/>
              <a:latin typeface="Arial"/>
            </a:endParaRPr>
          </a:p>
        </p:txBody>
      </p:sp>
      <p:sp>
        <p:nvSpPr>
          <p:cNvPr id="811"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a:bodyPr>
          <a:lstStyle/>
          <a:p>
            <a:pPr indent="0" defTabSz="914400">
              <a:lnSpc>
                <a:spcPct val="90000"/>
              </a:lnSpc>
              <a:spcBef>
                <a:spcPts val="100"/>
              </a:spcBef>
              <a:buNone/>
              <a:tabLst>
                <a:tab pos="0" algn="l"/>
              </a:tabLst>
            </a:pPr>
            <a:r>
              <a:rPr lang="de-DE" sz="1400" b="0" u="none" strike="noStrike">
                <a:solidFill>
                  <a:srgbClr val="1E347B"/>
                </a:solidFill>
                <a:uFillTx/>
                <a:latin typeface="SourceCodePro"/>
              </a:rPr>
              <a:t>Kontext:   Angular 21 App, Feature customer, siehe customer-list.component.ts</a:t>
            </a:r>
            <a:endParaRPr lang="de-DE" sz="1400" b="0" u="none" strike="noStrike">
              <a:solidFill>
                <a:srgbClr val="000000"/>
              </a:solidFill>
              <a:uFillTx/>
              <a:latin typeface="Arial"/>
            </a:endParaRPr>
          </a:p>
          <a:p>
            <a:pPr indent="0" defTabSz="914400">
              <a:lnSpc>
                <a:spcPct val="90000"/>
              </a:lnSpc>
              <a:spcBef>
                <a:spcPts val="100"/>
              </a:spcBef>
              <a:buNone/>
              <a:tabLst>
                <a:tab pos="0" algn="l"/>
              </a:tabLst>
            </a:pPr>
            <a:r>
              <a:rPr lang="de-DE" sz="1400" b="0" u="none" strike="noStrike">
                <a:solidFill>
                  <a:srgbClr val="1E347B"/>
                </a:solidFill>
                <a:uFillTx/>
                <a:latin typeface="SourceCodePro"/>
              </a:rPr>
              <a:t>Aufgabe:   Extrahiere die Filter-UI in eine Darstellungskomponente</a:t>
            </a:r>
            <a:endParaRPr lang="de-DE" sz="1400" b="0" u="none" strike="noStrike">
              <a:solidFill>
                <a:srgbClr val="000000"/>
              </a:solidFill>
              <a:uFillTx/>
              <a:latin typeface="Arial"/>
            </a:endParaRPr>
          </a:p>
          <a:p>
            <a:pPr indent="0" defTabSz="914400">
              <a:lnSpc>
                <a:spcPct val="90000"/>
              </a:lnSpc>
              <a:spcBef>
                <a:spcPts val="100"/>
              </a:spcBef>
              <a:buNone/>
              <a:tabLst>
                <a:tab pos="0" algn="l"/>
              </a:tabLst>
            </a:pPr>
            <a:r>
              <a:rPr lang="de-DE" sz="1400" b="0" u="none" strike="noStrike">
                <a:solidFill>
                  <a:srgbClr val="1E347B"/>
                </a:solidFill>
                <a:uFillTx/>
                <a:latin typeface="SourceCodePro"/>
              </a:rPr>
              <a:t>           CustomerFilterComponent</a:t>
            </a:r>
            <a:endParaRPr lang="de-DE" sz="1400" b="0" u="none" strike="noStrike">
              <a:solidFill>
                <a:srgbClr val="000000"/>
              </a:solidFill>
              <a:uFillTx/>
              <a:latin typeface="Arial"/>
            </a:endParaRPr>
          </a:p>
          <a:p>
            <a:pPr indent="0" defTabSz="914400">
              <a:lnSpc>
                <a:spcPct val="90000"/>
              </a:lnSpc>
              <a:spcBef>
                <a:spcPts val="100"/>
              </a:spcBef>
              <a:buNone/>
              <a:tabLst>
                <a:tab pos="0" algn="l"/>
              </a:tabLst>
            </a:pPr>
            <a:r>
              <a:rPr lang="de-DE" sz="1400" b="0" u="none" strike="noStrike">
                <a:solidFill>
                  <a:srgbClr val="1E347B"/>
                </a:solidFill>
                <a:uFillTx/>
                <a:latin typeface="SourceCodePro"/>
              </a:rPr>
              <a:t>Vorgaben:  input()/output(), OnPush, keine Services, kein neues Paket</a:t>
            </a:r>
            <a:endParaRPr lang="de-DE" sz="1400" b="0" u="none" strike="noStrike">
              <a:solidFill>
                <a:srgbClr val="000000"/>
              </a:solidFill>
              <a:uFillTx/>
              <a:latin typeface="Arial"/>
            </a:endParaRPr>
          </a:p>
          <a:p>
            <a:pPr indent="0" defTabSz="914400">
              <a:lnSpc>
                <a:spcPct val="90000"/>
              </a:lnSpc>
              <a:spcBef>
                <a:spcPts val="100"/>
              </a:spcBef>
              <a:buNone/>
              <a:tabLst>
                <a:tab pos="0" algn="l"/>
              </a:tabLst>
            </a:pPr>
            <a:r>
              <a:rPr lang="de-DE" sz="1400" b="0" u="none" strike="noStrike">
                <a:solidFill>
                  <a:srgbClr val="1E347B"/>
                </a:solidFill>
                <a:uFillTx/>
                <a:latin typeface="SourceCodePro"/>
              </a:rPr>
              <a:t>Abnahme:   Verhalten unverändert; Test für den Output vorhanden; ng build läuft durch</a:t>
            </a:r>
            <a:endParaRPr lang="de-DE" sz="1400" b="0" u="none" strike="noStrike">
              <a:solidFill>
                <a:srgbClr val="000000"/>
              </a:solidFill>
              <a:uFillTx/>
              <a:latin typeface="Arial"/>
            </a:endParaRPr>
          </a:p>
          <a:p>
            <a:pPr indent="0" defTabSz="914400">
              <a:lnSpc>
                <a:spcPct val="90000"/>
              </a:lnSpc>
              <a:spcBef>
                <a:spcPts val="100"/>
              </a:spcBef>
              <a:buNone/>
              <a:tabLst>
                <a:tab pos="0" algn="l"/>
              </a:tabLst>
            </a:pPr>
            <a:r>
              <a:rPr lang="de-DE" sz="1400" b="0" u="none" strike="noStrike">
                <a:solidFill>
                  <a:srgbClr val="1E347B"/>
                </a:solidFill>
                <a:uFillTx/>
                <a:latin typeface="SourceCodePro"/>
              </a:rPr>
              <a:t>Format:    Zeige zuerst den Plan, dann die Änderungen als Diff</a:t>
            </a:r>
            <a:endParaRPr lang="de-DE" sz="1400" b="0" u="none" strike="noStrike">
              <a:solidFill>
                <a:srgbClr val="000000"/>
              </a:solidFill>
              <a:uFillTx/>
              <a:latin typeface="Arial"/>
            </a:endParaRPr>
          </a:p>
          <a:p>
            <a:pPr indent="0" defTabSz="914400">
              <a:lnSpc>
                <a:spcPct val="90000"/>
              </a:lnSpc>
              <a:spcBef>
                <a:spcPts val="100"/>
              </a:spcBef>
              <a:buNone/>
              <a:tabLst>
                <a:tab pos="0" algn="l"/>
              </a:tabLst>
            </a:pPr>
            <a:r>
              <a:rPr lang="de-DE" sz="1400" b="0" u="none" strike="noStrike">
                <a:solidFill>
                  <a:srgbClr val="1E347B"/>
                </a:solidFill>
                <a:uFillTx/>
                <a:latin typeface="SourceCodePro"/>
              </a:rPr>
              <a:t/>
            </a:r>
            <a:endParaRPr lang="de-DE" sz="1400" b="0" u="none" strike="noStrike">
              <a:solidFill>
                <a:srgbClr val="000000"/>
              </a:solidFill>
              <a:uFillTx/>
              <a:latin typeface="Arial"/>
            </a:endParaRPr>
          </a:p>
          <a:p>
            <a:pPr indent="0" defTabSz="914400">
              <a:lnSpc>
                <a:spcPct val="90000"/>
              </a:lnSpc>
              <a:spcBef>
                <a:spcPts val="100"/>
              </a:spcBef>
              <a:buNone/>
              <a:tabLst>
                <a:tab pos="0" algn="l"/>
              </a:tabLst>
            </a:pPr>
            <a:r>
              <a:rPr lang="de-DE" sz="1400" b="0" u="none" strike="noStrike">
                <a:solidFill>
                  <a:srgbClr val="1E347B"/>
                </a:solidFill>
                <a:uFillTx/>
                <a:latin typeface="SourceCodePro"/>
              </a:rPr>
              <a:t>// Merkregel: Kontext, Aufgabe, Vorgaben, Abnahmekriterien, Format</a:t>
            </a:r>
            <a:endParaRPr lang="de-DE" sz="1400" b="0" u="none" strike="noStrike">
              <a:solidFill>
                <a:srgbClr val="000000"/>
              </a:solidFill>
              <a:uFillTx/>
              <a:latin typeface="Arial"/>
            </a:endParaRPr>
          </a:p>
        </p:txBody>
      </p:sp>
    </p:spTree>
  </p:cSld>
  <p:clrMapOvr>
    <a:masterClrMapping/>
  </p:clrMapOvr>
</p:sld>
</file>

<file path=ppt/slides/slide3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Grenzen und Fehlannahmen (1/2)</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Annahme: „Die KI weiß, wie unser Projekt aussieht.“</a:t>
            </a:r>
          </a:p>
          <a:p>
            <a:pPr lvl="1">
              <a:defRPr sz="1700" b="0">
                <a:latin typeface="Segoe UI"/>
              </a:defRPr>
            </a:pPr>
            <a:r>
              <a:rPr lang="de-DE" sz="1700" b="0">
                <a:latin typeface="Segoe UI"/>
              </a:rPr>
              <a:t>Realität: Nur das, was im Kontext steht</a:t>
            </a:r>
          </a:p>
          <a:p>
            <a:pPr>
              <a:defRPr sz="2000" b="0">
                <a:latin typeface="Segoe UI"/>
              </a:defRPr>
            </a:pPr>
            <a:r>
              <a:rPr lang="de-DE" sz="2000" b="0">
                <a:latin typeface="Segoe UI"/>
              </a:rPr>
              <a:t>Annahme: „Wenn sie selbstsicher klingt, stimmt es.“</a:t>
            </a:r>
          </a:p>
          <a:p>
            <a:pPr lvl="1">
              <a:defRPr sz="1700" b="0">
                <a:latin typeface="Segoe UI"/>
              </a:defRPr>
            </a:pPr>
            <a:r>
              <a:rPr lang="de-DE" sz="1700" b="0">
                <a:latin typeface="Segoe UI"/>
              </a:rPr>
              <a:t>Realität: Sie klingt immer überzeugend, auch bei Unsinn (Halluzination)</a:t>
            </a:r>
          </a:p>
          <a:p>
            <a:pPr>
              <a:defRPr sz="2000" b="0">
                <a:latin typeface="Segoe UI"/>
              </a:defRPr>
            </a:pPr>
            <a:r>
              <a:rPr lang="de-DE" sz="2000" b="0">
                <a:latin typeface="Segoe UI"/>
              </a:rPr>
              <a:t>Annahme: „Es kompiliert, also ist es richtig.“</a:t>
            </a:r>
          </a:p>
          <a:p>
            <a:pPr lvl="1">
              <a:defRPr sz="1700" b="0">
                <a:latin typeface="Segoe UI"/>
              </a:defRPr>
            </a:pPr>
            <a:r>
              <a:rPr lang="de-DE" sz="1700" b="0">
                <a:latin typeface="Segoe UI"/>
              </a:rPr>
              <a:t>Realität: Falsches Verhalten, Sicherheitslücken und Performance-Probleme bleiben möglich</a:t>
            </a:r>
          </a:p>
        </p:txBody>
      </p:sp>
    </p:spTree>
  </p:cSld>
  <p:clrMapOvr>
    <a:masterClrMapping/>
  </p:clrMapOvr>
</p:sld>
</file>

<file path=ppt/slides/slide3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Grenzen und Fehlannahmen (2/2)</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Annahme: „Tests von der KI sind ein Qualitätsnachweis.“</a:t>
            </a:r>
          </a:p>
          <a:p>
            <a:pPr lvl="1">
              <a:defRPr sz="1700" b="0">
                <a:latin typeface="Segoe UI"/>
              </a:defRPr>
            </a:pPr>
            <a:r>
              <a:rPr lang="de-DE" sz="1700" b="0">
                <a:latin typeface="Segoe UI"/>
              </a:rPr>
              <a:t>Realität: Nur wenn sie Verhalten wirklich prüfen</a:t>
            </a:r>
          </a:p>
          <a:p>
            <a:pPr>
              <a:defRPr sz="2000" b="0">
                <a:latin typeface="Segoe UI"/>
              </a:defRPr>
            </a:pPr>
            <a:r>
              <a:rPr lang="de-DE" sz="2000" b="0">
                <a:latin typeface="Segoe UI"/>
              </a:rPr>
              <a:t>Annahme: „Die KI kennt die aktuelle Angular-Version.“</a:t>
            </a:r>
          </a:p>
          <a:p>
            <a:pPr lvl="1">
              <a:defRPr sz="1700" b="0">
                <a:latin typeface="Segoe UI"/>
              </a:defRPr>
            </a:pPr>
            <a:r>
              <a:rPr lang="de-DE" sz="1700" b="0">
                <a:latin typeface="Segoe UI"/>
              </a:rPr>
              <a:t>Realität: Ihr Wissensstand kann veraltet sein, deshalb die Dokumentation prüfen</a:t>
            </a:r>
          </a:p>
          <a:p>
            <a:pPr>
              <a:defRPr sz="2000" b="0">
                <a:latin typeface="Segoe UI"/>
              </a:defRPr>
            </a:pPr>
            <a:r>
              <a:rPr lang="de-DE" sz="2000" b="0">
                <a:latin typeface="Segoe UI"/>
              </a:rPr>
              <a:t>Annahme: „Die KI erspart mir das Lernen.“</a:t>
            </a:r>
          </a:p>
          <a:p>
            <a:pPr lvl="1">
              <a:defRPr sz="1700" b="0">
                <a:latin typeface="Segoe UI"/>
              </a:defRPr>
            </a:pPr>
            <a:r>
              <a:rPr lang="de-DE" sz="1700" b="0">
                <a:latin typeface="Segoe UI"/>
              </a:rPr>
              <a:t>Realität: Ohne Wissen kann ich Ergebnisse nicht beurteilen</a:t>
            </a:r>
          </a:p>
        </p:txBody>
      </p:sp>
    </p:spTree>
  </p:cSld>
  <p:clrMapOvr>
    <a:masterClrMapping/>
  </p:clrMapOvr>
</p:sld>
</file>

<file path=ppt/slides/slide3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Datenschutz, Lizenzen, Verantwortung</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Keine Geheimnisse, Zugangsdaten oder Kundendaten in Prompts oder Kontextdateien</a:t>
            </a:r>
          </a:p>
          <a:p>
            <a:pPr>
              <a:defRPr sz="2000" b="0">
                <a:latin typeface="Segoe UI"/>
              </a:defRPr>
            </a:pPr>
            <a:r>
              <a:rPr lang="de-DE" sz="2000" b="0">
                <a:latin typeface="Segoe UI"/>
              </a:rPr>
              <a:t>Firmenrichtlinien beachten: erlaubte Werkzeuge, Datenablage, Nachweispflichten</a:t>
            </a:r>
          </a:p>
          <a:p>
            <a:pPr>
              <a:defRPr sz="2000" b="0">
                <a:latin typeface="Segoe UI"/>
              </a:defRPr>
            </a:pPr>
            <a:r>
              <a:rPr lang="de-DE" sz="2000" b="0">
                <a:latin typeface="Segoe UI"/>
              </a:rPr>
              <a:t>Lizenzen: Herkunft generierten Codes kann unklar sein, bei längeren Übernahmen prüfen</a:t>
            </a:r>
          </a:p>
          <a:p>
            <a:pPr>
              <a:defRPr sz="2000" b="0">
                <a:latin typeface="Segoe UI"/>
              </a:defRPr>
            </a:pPr>
            <a:r>
              <a:rPr lang="de-DE" sz="2000" b="0">
                <a:latin typeface="Segoe UI"/>
              </a:rPr>
              <a:t>Nachvollziehbarkeit: Verantwortlich ist der Entwickler, der den Code committet</a:t>
            </a:r>
          </a:p>
          <a:p>
            <a:pPr>
              <a:defRPr sz="2000" b="0">
                <a:latin typeface="Segoe UI"/>
              </a:defRPr>
            </a:pPr>
            <a:r>
              <a:rPr lang="de-DE" sz="2000" b="0">
                <a:latin typeface="Segoe UI"/>
              </a:rPr>
              <a:t>Vorgeschlagene Pakete prüfen (Existenz, Pflege, Sicherheit): Namen werden manchmal erfunden</a:t>
            </a:r>
          </a:p>
        </p:txBody>
      </p:sp>
    </p:spTree>
  </p:cSld>
  <p:clrMapOvr>
    <a:masterClrMapping/>
  </p:clrMapOvr>
</p:sld>
</file>

<file path=ppt/slides/slide3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Was bleibt Entwicklerkompetenz?</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Anforderungen verstehen und präzisieren</a:t>
            </a:r>
          </a:p>
          <a:p>
            <a:pPr>
              <a:defRPr sz="2000" b="0">
                <a:latin typeface="Segoe UI"/>
              </a:defRPr>
            </a:pPr>
            <a:r>
              <a:rPr lang="de-DE" sz="2000" b="0">
                <a:latin typeface="Segoe UI"/>
              </a:rPr>
              <a:t>Architektur und Abwägungen (Aufteilung, Reaktivität, Zustandsverwaltung)</a:t>
            </a:r>
          </a:p>
          <a:p>
            <a:pPr>
              <a:defRPr sz="2000" b="0">
                <a:latin typeface="Segoe UI"/>
              </a:defRPr>
            </a:pPr>
            <a:r>
              <a:rPr lang="de-DE" sz="2000" b="0">
                <a:latin typeface="Segoe UI"/>
              </a:rPr>
              <a:t>Code lesen und beurteilen</a:t>
            </a:r>
          </a:p>
          <a:p>
            <a:pPr>
              <a:defRPr sz="2000" b="0">
                <a:latin typeface="Segoe UI"/>
              </a:defRPr>
            </a:pPr>
            <a:r>
              <a:rPr lang="de-DE" sz="2000" b="0">
                <a:latin typeface="Segoe UI"/>
              </a:rPr>
              <a:t>Testen, Messen, Absichern (Tests, Performance, Sicherheit)</a:t>
            </a:r>
          </a:p>
          <a:p>
            <a:pPr>
              <a:defRPr sz="2000" b="0">
                <a:latin typeface="Segoe UI"/>
              </a:defRPr>
            </a:pPr>
            <a:r>
              <a:rPr lang="de-DE" sz="2000" b="0">
                <a:latin typeface="Segoe UI"/>
              </a:rPr>
              <a:t>Verantwortung im Team und gegenüber den Nutzern</a:t>
            </a:r>
          </a:p>
        </p:txBody>
      </p:sp>
    </p:spTree>
  </p:cSld>
  <p:clrMapOvr>
    <a:masterClrMapping/>
  </p:clrMapOvr>
</p:sld>
</file>

<file path=ppt/slides/slide3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Übung 37: KI-Ergebnis reviewen</a:t>
            </a:r>
          </a:p>
        </p:txBody>
      </p:sp>
      <p:sp>
        <p:nvSpPr>
          <p:cNvPr id="3" name="Subtitle 2"/>
          <p:cNvSpPr>
            <a:spLocks noGrp="1"/>
          </p:cNvSpPr>
          <p:nvPr>
            <p:ph type="subTitle"/>
          </p:nvPr>
        </p:nvSpPr>
        <p:spPr/>
        <p:txBody>
          <a:bodyPr anchor="t"/>
          <a:lstStyle/>
          <a:p>
            <a:pPr>
              <a:defRPr sz="2000" b="1">
                <a:latin typeface="Segoe UI"/>
              </a:defRPr>
            </a:pPr>
            <a:r>
              <a:rPr lang="de-DE" sz="2000" b="1">
                <a:latin typeface="Segoe UI"/>
              </a:rPr>
              <a:t>Öffne das Projekt 37_ki_review</a:t>
            </a:r>
          </a:p>
          <a:p>
            <a:pPr>
              <a:defRPr sz="2000" b="0">
                <a:latin typeface="Segoe UI"/>
              </a:defRPr>
            </a:pPr>
            <a:r>
              <a:rPr lang="de-DE" sz="2000" b="0">
                <a:latin typeface="Segoe UI"/>
              </a:rPr>
              <a:t>Auftrag: „Ergänze Kunden-Export als CSV und eine Komponente CustomerExportButton“</a:t>
            </a:r>
          </a:p>
          <a:p>
            <a:pPr lvl="1">
              <a:defRPr sz="1700" b="0">
                <a:latin typeface="Segoe UI"/>
              </a:defRPr>
            </a:pPr>
            <a:r>
              <a:rPr lang="de-DE" sz="1700" b="0">
                <a:latin typeface="Segoe UI"/>
              </a:rPr>
              <a:t>Ohne erlaubtes Werkzeug: Datei ki-vorschlag.md aus der Aufgabe verwenden</a:t>
            </a:r>
          </a:p>
          <a:p>
            <a:pPr>
              <a:defRPr sz="2000" b="1">
                <a:latin typeface="Segoe UI"/>
              </a:defRPr>
            </a:pPr>
            <a:r>
              <a:rPr lang="de-DE" sz="2000" b="1">
                <a:latin typeface="Segoe UI"/>
              </a:rPr>
              <a:t>1. Prüfe das Ergebnis mit der Review-Checkliste und dokumentiere mindestens 5 Befunde</a:t>
            </a:r>
          </a:p>
          <a:p>
            <a:pPr lvl="1">
              <a:defRPr sz="1700" b="0">
                <a:latin typeface="Segoe UI"/>
              </a:defRPr>
            </a:pPr>
            <a:r>
              <a:rPr lang="de-DE" sz="1700" b="0">
                <a:latin typeface="Segoe UI"/>
              </a:rPr>
              <a:t>Absichtlich enthalten: *ngIf, any, effect schreibt Signal, innerHTML, toBeTruthy</a:t>
            </a:r>
          </a:p>
          <a:p>
            <a:pPr>
              <a:defRPr sz="2000" b="1">
                <a:latin typeface="Segoe UI"/>
              </a:defRPr>
            </a:pPr>
            <a:r>
              <a:rPr lang="de-DE" sz="2000" b="1">
                <a:latin typeface="Segoe UI"/>
              </a:rPr>
              <a:t>2. Gib die Befunde in einem zweiten Prompt zurück („Behebe: …“) und prüfe erneut</a:t>
            </a:r>
          </a:p>
          <a:p>
            <a:pPr>
              <a:defRPr sz="2000" b="1">
                <a:latin typeface="Segoe UI"/>
              </a:defRPr>
            </a:pPr>
            <a:r>
              <a:rPr lang="de-DE" sz="2000" b="1">
                <a:latin typeface="Segoe UI"/>
              </a:rPr>
              <a:t>3. Auswertung: Welche Fehler hat die KI nicht selbst erkannt? Welche kamen neu hinzu?</a:t>
            </a:r>
          </a:p>
          <a:p>
            <a:pPr>
              <a:defRPr sz="2000" b="1">
                <a:latin typeface="Segoe UI"/>
              </a:defRPr>
            </a:pPr>
            <a:r>
              <a:rPr lang="de-DE" sz="2000" b="1">
                <a:latin typeface="Segoe UI"/>
              </a:rPr>
              <a:t>Musterlösung: 37_ki_review (baut auf 36_sicherheit auf)</a:t>
            </a:r>
          </a:p>
        </p:txBody>
      </p:sp>
    </p:spTree>
  </p:cSld>
  <p:clrMapOvr>
    <a:masterClrMapping/>
  </p:clrMapOvr>
</p:sld>
</file>

<file path=ppt/slides/slide3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Übung 38: Abschlussprojekt Kunden-Dashboard</a:t>
            </a:r>
          </a:p>
        </p:txBody>
      </p:sp>
      <p:sp>
        <p:nvSpPr>
          <p:cNvPr id="3" name="Subtitle 2"/>
          <p:cNvSpPr>
            <a:spLocks noGrp="1"/>
          </p:cNvSpPr>
          <p:nvPr>
            <p:ph type="subTitle"/>
          </p:nvPr>
        </p:nvSpPr>
        <p:spPr/>
        <p:txBody>
          <a:bodyPr anchor="t"/>
          <a:lstStyle/>
          <a:p>
            <a:pPr>
              <a:defRPr sz="2000" b="1">
                <a:latin typeface="Segoe UI"/>
              </a:defRPr>
            </a:pPr>
            <a:r>
              <a:rPr lang="de-DE" sz="2000" b="1">
                <a:latin typeface="Segoe UI"/>
              </a:rPr>
              <a:t>Öffne das Projekt 38_abschluss; Kleingruppen, KI-Unterstützung nach Wahl</a:t>
            </a:r>
          </a:p>
          <a:p>
            <a:pPr>
              <a:defRPr sz="2000" b="0">
                <a:latin typeface="Segoe UI"/>
              </a:defRPr>
            </a:pPr>
            <a:r>
              <a:rPr lang="de-DE" sz="2000" b="0">
                <a:latin typeface="Segoe UI"/>
              </a:rPr>
              <a:t>Neues Feature: Seite /dashboard mit Kennzahlen</a:t>
            </a:r>
          </a:p>
          <a:p>
            <a:pPr lvl="1">
              <a:defRPr sz="1700" b="0">
                <a:latin typeface="Segoe UI"/>
              </a:defRPr>
            </a:pPr>
            <a:r>
              <a:rPr lang="de-DE" sz="1700" b="0">
                <a:latin typeface="Segoe UI"/>
              </a:rPr>
              <a:t>Anzahl Kunden, aktive Kunden der letzten 7 Tage, Kunden pro Stadt</a:t>
            </a:r>
          </a:p>
          <a:p>
            <a:pPr>
              <a:defRPr sz="2000" b="1">
                <a:latin typeface="Segoe UI"/>
              </a:defRPr>
            </a:pPr>
            <a:r>
              <a:rPr lang="de-DE" sz="2000" b="1">
                <a:latin typeface="Segoe UI"/>
              </a:rPr>
              <a:t>1. Plan mit 5 Schritten schreiben und im Team abstimmen</a:t>
            </a:r>
          </a:p>
          <a:p>
            <a:pPr>
              <a:defRPr sz="2000" b="1">
                <a:latin typeface="Segoe UI"/>
              </a:defRPr>
            </a:pPr>
            <a:r>
              <a:rPr lang="de-DE" sz="2000" b="1">
                <a:latin typeface="Segoe UI"/>
              </a:rPr>
              <a:t>2. In kleinen Schritten umsetzen, je Schritt ein Commit</a:t>
            </a:r>
          </a:p>
          <a:p>
            <a:pPr>
              <a:defRPr sz="2000" b="1">
                <a:latin typeface="Segoe UI"/>
              </a:defRPr>
            </a:pPr>
            <a:r>
              <a:rPr lang="de-DE" sz="2000" b="1">
                <a:latin typeface="Segoe UI"/>
              </a:rPr>
              <a:t>3. Anforderungen: computed für Kennzahlen, CustomerStore, Lazy Route, mindestens 3 Tests</a:t>
            </a:r>
          </a:p>
          <a:p>
            <a:pPr lvl="1">
              <a:defRPr sz="1700" b="0">
                <a:latin typeface="Segoe UI"/>
              </a:defRPr>
            </a:pPr>
            <a:r>
              <a:rPr lang="de-DE" sz="1700" b="0">
                <a:latin typeface="Segoe UI"/>
              </a:rPr>
              <a:t>Keine unsicheren Muster; Selbst-Review mit den Checklisten</a:t>
            </a:r>
          </a:p>
          <a:p>
            <a:pPr>
              <a:defRPr sz="2000" b="1">
                <a:latin typeface="Segoe UI"/>
              </a:defRPr>
            </a:pPr>
            <a:r>
              <a:rPr lang="de-DE" sz="2000" b="1">
                <a:latin typeface="Segoe UI"/>
              </a:rPr>
              <a:t>4. Kurzvorstellung (5 Minuten je Gruppe): Was war gut, was musste korrigiert werden?</a:t>
            </a:r>
          </a:p>
          <a:p>
            <a:pPr>
              <a:defRPr sz="2000" b="1">
                <a:latin typeface="Segoe UI"/>
              </a:defRPr>
            </a:pPr>
            <a:r>
              <a:rPr lang="de-DE" sz="2000" b="1">
                <a:latin typeface="Segoe UI"/>
              </a:rPr>
              <a:t>Musterlösung: 38_abschluss (baut auf 37_ki_review auf)</a:t>
            </a:r>
          </a:p>
        </p:txBody>
      </p:sp>
    </p:spTree>
  </p:cSld>
  <p:clrMapOvr>
    <a:masterClrMapping/>
  </p:clrMapOvr>
</p:sld>
</file>

<file path=ppt/slides/slide3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68" name="Rectangle 19">
            <a:extLst>
              <a:ext uri="{C183D7F6-B498-43B3-948B-1728B52AA6E4}">
                <adec:decorative xmlns:adec="http://schemas.microsoft.com/office/drawing/2017/decorative" val="1"/>
              </a:ext>
            </a:extLst>
          </p:cNvPr>
          <p:cNvSpPr/>
          <p:nvPr/>
        </p:nvSpPr>
        <p:spPr>
          <a:xfrm>
            <a:off x="0" y="0"/>
            <a:ext cx="12187440" cy="61772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469" name="PlaceHolder 1"/>
          <p:cNvSpPr>
            <a:spLocks noGrp="1"/>
          </p:cNvSpPr>
          <p:nvPr>
            <p:ph type="title"/>
          </p:nvPr>
        </p:nvSpPr>
        <p:spPr>
          <a:xfrm>
            <a:off x="841320" y="2826360"/>
            <a:ext cx="10511280" cy="2386080"/>
          </a:xfrm>
          <a:prstGeom prst="rect">
            <a:avLst/>
          </a:prstGeom>
          <a:noFill/>
          <a:ln w="0">
            <a:noFill/>
          </a:ln>
        </p:spPr>
        <p:txBody>
          <a:bodyPr lIns="91440" tIns="45720" rIns="91440" bIns="45720" anchor="t">
            <a:normAutofit/>
          </a:bodyPr>
          <a:lstStyle/>
          <a:p>
            <a:pPr indent="0" defTabSz="914400">
              <a:lnSpc>
                <a:spcPct val="90000"/>
              </a:lnSpc>
              <a:buNone/>
              <a:tabLst>
                <a:tab pos="0" algn="l"/>
              </a:tabLst>
            </a:pPr>
            <a:r>
              <a:rPr lang="en-US" sz="7200" b="0" u="none" strike="noStrike" dirty="0">
                <a:solidFill>
                  <a:srgbClr val="FFFFFF"/>
                </a:solidFill>
                <a:uFillTx/>
                <a:latin typeface="Calibri Light"/>
              </a:rPr>
              <a:t>Anwendungsstruktur und Zustandsverwaltung</a:t>
            </a:r>
            <a:endParaRPr lang="de-DE" sz="7200" b="0" u="none" strike="noStrike" dirty="0">
              <a:solidFill>
                <a:srgbClr val="000000"/>
              </a:solidFill>
              <a:uFillTx/>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presetID="10" presetClass="entr" fill="hold" nodeType="withEffect">
                                  <p:stCondLst>
                                    <p:cond delay="500"/>
                                  </p:stCondLst>
                                  <p:iterate type="wd">
                                    <p:tmAbs val="150"/>
                                  </p:iterate>
                                  <p:childTnLst>
                                    <p:set>
                                      <p:cBhvr>
                                        <p:cTn id="6" dur="1" fill="hold">
                                          <p:stCondLst>
                                            <p:cond delay="0"/>
                                          </p:stCondLst>
                                        </p:cTn>
                                        <p:tgtEl>
                                          <p:spTgt spid="469"/>
                                        </p:tgtEl>
                                        <p:attrNameLst>
                                          <p:attrName>style.visibility</p:attrName>
                                        </p:attrNameLst>
                                      </p:cBhvr>
                                      <p:to>
                                        <p:strVal val="visible"/>
                                      </p:to>
                                    </p:set>
                                    <p:animEffect transition="in" filter="fade">
                                      <p:cBhvr additive="repl">
                                        <p:cTn id="7" dur="1000"/>
                                        <p:tgtEl>
                                          <p:spTgt spid="4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Wie Zustand wächst</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Phase 1: eine Komponente, 3 Felder – signal() genügt</a:t>
            </a:r>
          </a:p>
          <a:p>
            <a:pPr>
              <a:defRPr sz="2000" b="0">
                <a:latin typeface="Segoe UI"/>
              </a:defRPr>
            </a:pPr>
            <a:r>
              <a:rPr lang="de-DE" sz="2000" b="0">
                <a:latin typeface="Segoe UI"/>
              </a:rPr>
              <a:t>Phase 2: 3 Komponenten teilen sich Daten – Service</a:t>
            </a:r>
          </a:p>
          <a:p>
            <a:pPr>
              <a:defRPr sz="2000" b="0">
                <a:latin typeface="Segoe UI"/>
              </a:defRPr>
            </a:pPr>
            <a:r>
              <a:rPr lang="de-DE" sz="2000" b="0">
                <a:latin typeface="Segoe UI"/>
              </a:rPr>
              <a:t>Phase 3: Daten, Filter, Auswahl, Laden und Fehler – Store-Muster</a:t>
            </a:r>
          </a:p>
          <a:p>
            <a:pPr>
              <a:defRPr sz="2000" b="0">
                <a:latin typeface="Segoe UI"/>
              </a:defRPr>
            </a:pPr>
            <a:r>
              <a:rPr lang="de-DE" sz="2000" b="0">
                <a:latin typeface="Segoe UI"/>
              </a:rPr>
              <a:t>Phase 4: viele Teams, Nachvollziehbarkeit nötig – Redux-Muster (NgRx)</a:t>
            </a:r>
          </a:p>
          <a:p>
            <a:pPr>
              <a:defRPr sz="2000" b="0">
                <a:latin typeface="Segoe UI"/>
              </a:defRPr>
            </a:pPr>
            <a:r>
              <a:rPr lang="de-DE" sz="2000" b="0">
                <a:latin typeface="Segoe UI"/>
              </a:rPr>
              <a:t>Nicht jede Anwendung braucht Phase 4</a:t>
            </a:r>
          </a:p>
          <a:p>
            <a:pPr>
              <a:defRPr sz="2000" b="0">
                <a:latin typeface="Segoe UI"/>
              </a:defRPr>
            </a:pPr>
            <a:r>
              <a:rPr lang="de-DE" sz="2000" b="0">
                <a:latin typeface="Segoe UI"/>
              </a:rPr>
              <a:t>Zu früh strukturieren kostet Boilerplate, zu spät strukturieren kostet Umbau</a:t>
            </a:r>
          </a:p>
        </p:txBody>
      </p:sp>
    </p:spTree>
  </p:cSld>
  <p:clrMapOvr>
    <a:masterClrMapping/>
  </p:clrMapOvr>
</p:sld>
</file>

<file path=ppt/slides/slide3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10"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Anwendung strukturieren: Ordner und Zuständigkeiten</a:t>
            </a:r>
            <a:endParaRPr lang="de-DE" sz="4400" b="0" u="none" strike="noStrike">
              <a:solidFill>
                <a:srgbClr val="000000"/>
              </a:solidFill>
              <a:uFillTx/>
              <a:latin typeface="Arial"/>
            </a:endParaRPr>
          </a:p>
        </p:txBody>
      </p:sp>
      <p:sp>
        <p:nvSpPr>
          <p:cNvPr id="811"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a:bodyPr>
          <a:lstStyle/>
          <a:p>
            <a:pPr indent="0" defTabSz="914400">
              <a:lnSpc>
                <a:spcPct val="90000"/>
              </a:lnSpc>
              <a:spcBef>
                <a:spcPts val="200"/>
              </a:spcBef>
              <a:buNone/>
              <a:tabLst>
                <a:tab pos="0" algn="l"/>
              </a:tabLst>
            </a:pPr>
            <a:r>
              <a:rPr lang="de-DE" sz="1600" b="0" u="none" strike="noStrike">
                <a:solidFill>
                  <a:srgbClr val="1E347B"/>
                </a:solidFill>
                <a:uFillTx/>
                <a:latin typeface="SourceCodePro"/>
              </a:rPr>
              <a:t>src/app/</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customer/              &lt;- Feature</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customer-list/       &lt;- Container</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customer-details/</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ui/                  &lt;- Darstellungskomponenten</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customer.store.ts    &lt;- Zustand und Fachlogik</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customer.api.ts      &lt;- HTTP-Zugriff</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customer.model.ts</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auth/</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shared/                &lt;- nur wirklich Allgemeines (Card, Pipes)</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Ein Feature kennt andere Features nur über Schnittstellen (Service, Route)</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Abhängigkeitsrichtung: Features nutzen shared, nie umgekehrt</a:t>
            </a:r>
            <a:endParaRPr lang="de-DE" sz="1600" b="0" u="none" strike="noStrike">
              <a:solidFill>
                <a:srgbClr val="000000"/>
              </a:solidFill>
              <a:uFillTx/>
              <a:latin typeface="Arial"/>
            </a:endParaRPr>
          </a:p>
        </p:txBody>
      </p:sp>
    </p:spTree>
  </p:cSld>
  <p:clrMapOvr>
    <a:masterClrMapping/>
  </p:clrMapOvr>
</p:sld>
</file>

<file path=ppt/slides/slide4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Drei Schichten: Zustand, Logik, Darstellung</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Zustand: Daten halten und ableiten – Signals im Store</a:t>
            </a:r>
          </a:p>
          <a:p>
            <a:pPr>
              <a:defRPr sz="2000" b="0">
                <a:latin typeface="Segoe UI"/>
              </a:defRPr>
            </a:pPr>
            <a:r>
              <a:rPr lang="de-DE" sz="2000" b="0">
                <a:latin typeface="Segoe UI"/>
              </a:rPr>
              <a:t>Logik: Regeln, Befehle, Laden – Methoden im Store oder Service</a:t>
            </a:r>
          </a:p>
          <a:p>
            <a:pPr>
              <a:defRPr sz="2000" b="0">
                <a:latin typeface="Segoe UI"/>
              </a:defRPr>
            </a:pPr>
            <a:r>
              <a:rPr lang="de-DE" sz="2000" b="0">
                <a:latin typeface="Segoe UI"/>
              </a:rPr>
              <a:t>Darstellung: Anzeigen und Eingaben weitergeben – Komponenten und Templates</a:t>
            </a:r>
          </a:p>
          <a:p>
            <a:pPr>
              <a:defRPr sz="2000" b="0">
                <a:latin typeface="Segoe UI"/>
              </a:defRPr>
            </a:pPr>
            <a:r>
              <a:rPr lang="de-DE" sz="2000" b="0">
                <a:latin typeface="Segoe UI"/>
              </a:rPr>
              <a:t>Komponenten lesen Signals und rufen Methoden auf</a:t>
            </a:r>
          </a:p>
          <a:p>
            <a:pPr>
              <a:defRPr sz="2000" b="0">
                <a:latin typeface="Segoe UI"/>
              </a:defRPr>
            </a:pPr>
            <a:r>
              <a:rPr lang="de-DE" sz="2000" b="0">
                <a:latin typeface="Segoe UI"/>
              </a:rPr>
              <a:t>Sie entscheiden nicht, wie der Zustand aussieht</a:t>
            </a:r>
          </a:p>
        </p:txBody>
      </p:sp>
    </p:spTree>
  </p:cSld>
  <p:clrMapOvr>
    <a:masterClrMapping/>
  </p:clrMapOvr>
</p:sld>
</file>

<file path=ppt/slides/slide4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10"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Service mit Signals als einfacher Store</a:t>
            </a:r>
            <a:endParaRPr lang="de-DE" sz="4400" b="0" u="none" strike="noStrike">
              <a:solidFill>
                <a:srgbClr val="000000"/>
              </a:solidFill>
              <a:uFillTx/>
              <a:latin typeface="Arial"/>
            </a:endParaRPr>
          </a:p>
        </p:txBody>
      </p:sp>
      <p:sp>
        <p:nvSpPr>
          <p:cNvPr id="811"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a:bodyPr>
          <a:lstStyle/>
          <a:p>
            <a:pPr indent="0" defTabSz="914400">
              <a:lnSpc>
                <a:spcPct val="90000"/>
              </a:lnSpc>
              <a:spcBef>
                <a:spcPts val="200"/>
              </a:spcBef>
              <a:buNone/>
              <a:tabLst>
                <a:tab pos="0" algn="l"/>
              </a:tabLst>
            </a:pPr>
            <a:r>
              <a:rPr lang="de-DE" sz="1600" b="0" u="none" strike="noStrike">
                <a:solidFill>
                  <a:srgbClr val="1E347B"/>
                </a:solidFill>
                <a:uFillTx/>
                <a:latin typeface="SourceCodePro"/>
              </a:rPr>
              <a:t>@Injectable({ providedIn: 'root' })</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export class CustomerStore {</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private readonly api = inject(CustomerService);</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 privat schreibbar, öffentlich nur lesbar</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private readonly _customers = signal&lt;Customer[]&gt;([]);</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private readonly _filter = signal('');</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readonly customers = this._customers.asReadonly();</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readonly filter = this._filter.asReadonly();</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readonly filtered = computed(() =&gt; {</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const f = this._filter().toLowerCase();</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return this._customers().filter(c =&gt; c.firstname.toLowerCase().includes(f));</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setFilter(text: string) { this._filter.set(text); }</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async load() { this._customers.set(await firstValueFrom(this.api.getAll())); }</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a:t>
            </a:r>
            <a:endParaRPr lang="de-DE" sz="1600" b="0" u="none" strike="noStrike">
              <a:solidFill>
                <a:srgbClr val="000000"/>
              </a:solidFill>
              <a:uFillTx/>
              <a:latin typeface="Arial"/>
            </a:endParaRPr>
          </a:p>
        </p:txBody>
      </p:sp>
    </p:spTree>
  </p:cSld>
  <p:clrMapOvr>
    <a:masterClrMapping/>
  </p:clrMapOvr>
</p:sld>
</file>

<file path=ppt/slides/slide4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10"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Asynchronen Zustand modellieren</a:t>
            </a:r>
            <a:endParaRPr lang="de-DE" sz="4400" b="0" u="none" strike="noStrike">
              <a:solidFill>
                <a:srgbClr val="000000"/>
              </a:solidFill>
              <a:uFillTx/>
              <a:latin typeface="Arial"/>
            </a:endParaRPr>
          </a:p>
        </p:txBody>
      </p:sp>
      <p:sp>
        <p:nvSpPr>
          <p:cNvPr id="811"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a:bodyPr>
          <a:lstStyle/>
          <a:p>
            <a:pPr indent="0" defTabSz="914400">
              <a:lnSpc>
                <a:spcPct val="90000"/>
              </a:lnSpc>
              <a:spcBef>
                <a:spcPts val="200"/>
              </a:spcBef>
              <a:buNone/>
              <a:tabLst>
                <a:tab pos="0" algn="l"/>
              </a:tabLst>
            </a:pPr>
            <a:r>
              <a:rPr lang="de-DE" sz="1600" b="0" u="none" strike="noStrike">
                <a:solidFill>
                  <a:srgbClr val="1E347B"/>
                </a:solidFill>
                <a:uFillTx/>
                <a:latin typeface="SourceCodePro"/>
              </a:rPr>
              <a:t>type LoadState&lt;T&gt; =</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 { status: 'idle' }</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 { status: 'loading' }</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 { status: 'error'; message: string }</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 { status: 'loaded'; data: T };</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Unmögliche Kombinationen (loading UND error) sind nicht darstellbar</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Alternative: resource liefert value(), isLoading(), error() fertig (Übung 26)</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Regel: Server-Daten (geladen, gecacht) von UI-Zustand (Dialog offen, Tab) trennen</a:t>
            </a:r>
            <a:endParaRPr lang="de-DE" sz="1600" b="0" u="none" strike="noStrike">
              <a:solidFill>
                <a:srgbClr val="000000"/>
              </a:solidFill>
              <a:uFillTx/>
              <a:latin typeface="Arial"/>
            </a:endParaRPr>
          </a:p>
        </p:txBody>
      </p:sp>
    </p:spTree>
  </p:cSld>
  <p:clrMapOvr>
    <a:masterClrMapping/>
  </p:clrMapOvr>
</p:sld>
</file>

<file path=ppt/slides/slide4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Wachsende Zustandskomplexität beherrschen</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Normalisieren: Entitäten nach id in einer Map halten, Listen enthalten nur IDs</a:t>
            </a:r>
          </a:p>
          <a:p>
            <a:pPr>
              <a:defRPr sz="2000" b="0">
                <a:latin typeface="Segoe UI"/>
              </a:defRPr>
            </a:pPr>
            <a:r>
              <a:rPr lang="de-DE" sz="2000" b="0">
                <a:latin typeface="Segoe UI"/>
              </a:rPr>
              <a:t>Ableiten statt kopieren: ausgewählter Kunde = computed aus selectedId und customers</a:t>
            </a:r>
          </a:p>
          <a:p>
            <a:pPr>
              <a:defRPr sz="2000" b="0">
                <a:latin typeface="Segoe UI"/>
              </a:defRPr>
            </a:pPr>
            <a:r>
              <a:rPr lang="de-DE" sz="2000" b="0">
                <a:latin typeface="Segoe UI"/>
              </a:rPr>
              <a:t>Änderungen als benannte Befehle: addCustomer, renameCustomer statt überall set()</a:t>
            </a:r>
          </a:p>
          <a:p>
            <a:pPr>
              <a:defRPr sz="2000" b="0">
                <a:latin typeface="Segoe UI"/>
              </a:defRPr>
            </a:pPr>
            <a:r>
              <a:rPr lang="de-DE" sz="2000" b="0">
                <a:latin typeface="Segoe UI"/>
              </a:rPr>
              <a:t>Unveränderlich aktualisieren (neue Referenzen), siehe Kapitel Reaktivität</a:t>
            </a:r>
          </a:p>
          <a:p>
            <a:pPr>
              <a:defRPr sz="2000" b="0">
                <a:latin typeface="Segoe UI"/>
              </a:defRPr>
            </a:pPr>
            <a:r>
              <a:rPr lang="de-DE" sz="2000" b="0">
                <a:latin typeface="Segoe UI"/>
              </a:rPr>
              <a:t>Zustand klein halten: nur speichern, was nicht berechenbar ist</a:t>
            </a:r>
          </a:p>
        </p:txBody>
      </p:sp>
    </p:spTree>
  </p:cSld>
  <p:clrMapOvr>
    <a:masterClrMapping/>
  </p:clrMapOvr>
</p:sld>
</file>

<file path=ppt/slides/slide4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Wann strukturierten Zustand einführen? (1/2)</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Konsumenten: Service bei 1–3 Komponenten, Store bei vielen, verteilt über Features</a:t>
            </a:r>
          </a:p>
          <a:p>
            <a:pPr>
              <a:defRPr sz="2000" b="0">
                <a:latin typeface="Segoe UI"/>
              </a:defRPr>
            </a:pPr>
            <a:r>
              <a:rPr lang="de-DE" sz="2000" b="0">
                <a:latin typeface="Segoe UI"/>
              </a:rPr>
              <a:t>Zustandsarten: Service bei 1–2, Store bei mehreren zusammenhängenden (Daten, Filter, Status)</a:t>
            </a:r>
          </a:p>
          <a:p>
            <a:pPr>
              <a:defRPr sz="2000" b="0">
                <a:latin typeface="Segoe UI"/>
              </a:defRPr>
            </a:pPr>
            <a:r>
              <a:rPr lang="de-DE" sz="2000" b="0">
                <a:latin typeface="Segoe UI"/>
              </a:rPr>
              <a:t>Seiteneffekte: Service bei wenigen, Store bei vielen, die voneinander abhängen</a:t>
            </a:r>
          </a:p>
          <a:p>
            <a:pPr>
              <a:defRPr sz="2000" b="0">
                <a:latin typeface="Segoe UI"/>
              </a:defRPr>
            </a:pPr>
            <a:r>
              <a:rPr lang="de-DE" sz="2000" b="0">
                <a:latin typeface="Segoe UI"/>
              </a:rPr>
              <a:t>Nachvollziehbarkeit: Service, wenn unwichtig; Store, wenn Änderungen protokolliert werden</a:t>
            </a:r>
          </a:p>
        </p:txBody>
      </p:sp>
    </p:spTree>
  </p:cSld>
  <p:clrMapOvr>
    <a:masterClrMapping/>
  </p:clrMapOvr>
</p:sld>
</file>

<file path=ppt/slides/slide4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Wann strukturierten Zustand einführen? (2/2)</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Teamgröße: Service bei 1–3 Personen, Store bei mehreren Teams mit einheitlichen Mustern</a:t>
            </a:r>
          </a:p>
          <a:p>
            <a:pPr>
              <a:defRPr sz="2000" b="0">
                <a:latin typeface="Segoe UI"/>
              </a:defRPr>
            </a:pPr>
            <a:r>
              <a:rPr lang="de-DE" sz="2000" b="0">
                <a:latin typeface="Segoe UI"/>
              </a:rPr>
              <a:t>Wiederverwendung: Service im Einzelfall, Store bei gleichen Mustern in vielen Features</a:t>
            </a:r>
          </a:p>
          <a:p>
            <a:pPr>
              <a:defRPr sz="2000" b="0">
                <a:latin typeface="Segoe UI"/>
              </a:defRPr>
            </a:pPr>
            <a:r>
              <a:rPr lang="de-DE" sz="2000" b="0">
                <a:latin typeface="Segoe UI"/>
              </a:rPr>
              <a:t>Testaufwand: Service bei geringem Aufwand, Store bei gezielten Tests der Zustandslogik</a:t>
            </a:r>
          </a:p>
          <a:p>
            <a:pPr>
              <a:defRPr sz="2000" b="0">
                <a:latin typeface="Segoe UI"/>
              </a:defRPr>
            </a:pPr>
            <a:r>
              <a:rPr lang="de-DE" sz="2000" b="0">
                <a:latin typeface="Segoe UI"/>
              </a:rPr>
              <a:t>Ergebnis: Starte einfach (Service mit Signals)</a:t>
            </a:r>
          </a:p>
          <a:p>
            <a:pPr lvl="1">
              <a:defRPr sz="1700" b="0">
                <a:latin typeface="Segoe UI"/>
              </a:defRPr>
            </a:pPr>
            <a:r>
              <a:rPr lang="de-DE" sz="1700" b="0">
                <a:latin typeface="Segoe UI"/>
              </a:rPr>
              <a:t>Strukturiere erst, wenn ein Kriterium zum Problem wird</a:t>
            </a:r>
          </a:p>
        </p:txBody>
      </p:sp>
    </p:spTree>
  </p:cSld>
  <p:clrMapOvr>
    <a:masterClrMapping/>
  </p:clrMapOvr>
</p:sld>
</file>

<file path=ppt/slides/slide4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10"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NgRx Signal Store: Muster als Bibliothek</a:t>
            </a:r>
            <a:endParaRPr lang="de-DE" sz="4400" b="0" u="none" strike="noStrike">
              <a:solidFill>
                <a:srgbClr val="000000"/>
              </a:solidFill>
              <a:uFillTx/>
              <a:latin typeface="Arial"/>
            </a:endParaRPr>
          </a:p>
        </p:txBody>
      </p:sp>
      <p:sp>
        <p:nvSpPr>
          <p:cNvPr id="811"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a:bodyPr>
          <a:lstStyle/>
          <a:p>
            <a:pPr indent="0" defTabSz="914400">
              <a:lnSpc>
                <a:spcPct val="90000"/>
              </a:lnSpc>
              <a:spcBef>
                <a:spcPts val="200"/>
              </a:spcBef>
              <a:buNone/>
              <a:tabLst>
                <a:tab pos="0" algn="l"/>
              </a:tabLst>
            </a:pPr>
            <a:r>
              <a:rPr lang="de-DE" sz="1600" b="0" u="none" strike="noStrike">
                <a:solidFill>
                  <a:srgbClr val="1E347B"/>
                </a:solidFill>
                <a:uFillTx/>
                <a:latin typeface="SourceCodePro"/>
              </a:rPr>
              <a:t>export const CustomerStore = signalStore(</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 providedIn: 'root' },</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withState({ customers: [] as Customer[], filter: '' }),</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withComputed(({ customers, filter }) =&gt; ({</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filtered: computed(() =&gt; customers().filter(</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c =&gt; c.firstname.toLowerCase().includes(filter().toLowerCase()))),</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withMethods((store, api = inject(CustomerService)) =&gt; ({</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setFilter(filter: string) { patchState(store, { filter }); },</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async load() {</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patchState(store, { customers: await firstValueFrom(api.getAll()) });</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In der Komponente:</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store = inject(CustomerStore);   -&gt; store.filtered(), store.setFilter(...)</a:t>
            </a:r>
            <a:endParaRPr lang="de-DE" sz="1600" b="0" u="none" strike="noStrike">
              <a:solidFill>
                <a:srgbClr val="000000"/>
              </a:solidFill>
              <a:uFillTx/>
              <a:latin typeface="Arial"/>
            </a:endParaRPr>
          </a:p>
        </p:txBody>
      </p:sp>
    </p:spTree>
  </p:cSld>
  <p:clrMapOvr>
    <a:masterClrMapping/>
  </p:clrMapOvr>
</p:sld>
</file>

<file path=ppt/slides/slide4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Klassisches NgRx im Vergleich</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State (Zustand): im Signal Store withState</a:t>
            </a:r>
          </a:p>
          <a:p>
            <a:pPr>
              <a:defRPr sz="2000" b="0">
                <a:latin typeface="Segoe UI"/>
              </a:defRPr>
            </a:pPr>
            <a:r>
              <a:rPr lang="de-DE" sz="2000" b="0">
                <a:latin typeface="Segoe UI"/>
              </a:rPr>
              <a:t>Selector (Ableitung): im Signal Store withComputed</a:t>
            </a:r>
          </a:p>
          <a:p>
            <a:pPr>
              <a:defRPr sz="2000" b="0">
                <a:latin typeface="Segoe UI"/>
              </a:defRPr>
            </a:pPr>
            <a:r>
              <a:rPr lang="de-DE" sz="2000" b="0">
                <a:latin typeface="Segoe UI"/>
              </a:rPr>
              <a:t>Action (Absicht): im Signal Store eine Methode</a:t>
            </a:r>
          </a:p>
          <a:p>
            <a:pPr>
              <a:defRPr sz="2000" b="0">
                <a:latin typeface="Segoe UI"/>
              </a:defRPr>
            </a:pPr>
            <a:r>
              <a:rPr lang="de-DE" sz="2000" b="0">
                <a:latin typeface="Segoe UI"/>
              </a:rPr>
              <a:t>Reducer (Zustandsübergang): im Signal Store patchState in einer Methode</a:t>
            </a:r>
          </a:p>
          <a:p>
            <a:pPr>
              <a:defRPr sz="2000" b="0">
                <a:latin typeface="Segoe UI"/>
              </a:defRPr>
            </a:pPr>
            <a:r>
              <a:rPr lang="de-DE" sz="2000" b="0">
                <a:latin typeface="Segoe UI"/>
              </a:rPr>
              <a:t>Effect (asynchrone Nebenwirkung): im Signal Store eine Methode oder rxMethod</a:t>
            </a:r>
          </a:p>
          <a:p>
            <a:pPr>
              <a:defRPr sz="2000" b="0">
                <a:latin typeface="Segoe UI"/>
              </a:defRPr>
            </a:pPr>
            <a:r>
              <a:rPr lang="de-DE" sz="2000" b="0">
                <a:latin typeface="Segoe UI"/>
              </a:rPr>
              <a:t>Klassisches NgRx: mehr Zeremonie, dafür Action-Log, Time-Travel und strikte Trennung</a:t>
            </a:r>
          </a:p>
          <a:p>
            <a:pPr>
              <a:defRPr sz="2000" b="0">
                <a:latin typeface="Segoe UI"/>
              </a:defRPr>
            </a:pPr>
            <a:r>
              <a:rPr lang="de-DE" sz="2000" b="0">
                <a:latin typeface="Segoe UI"/>
              </a:rPr>
              <a:t>Sinnvoll bei sehr großen Anwendungen mit vielen Teams</a:t>
            </a:r>
          </a:p>
          <a:p>
            <a:pPr>
              <a:defRPr sz="2000" b="0">
                <a:latin typeface="Segoe UI"/>
              </a:defRPr>
            </a:pPr>
            <a:r>
              <a:rPr lang="de-DE" sz="2000" b="0">
                <a:latin typeface="Segoe UI"/>
              </a:rPr>
              <a:t>Vertiefung: folgendes Deck „State Management“</a:t>
            </a:r>
          </a:p>
        </p:txBody>
      </p:sp>
    </p:spTree>
  </p:cSld>
  <p:clrMapOvr>
    <a:masterClrMapping/>
  </p:clrMapOvr>
</p:sld>
</file>

<file path=ppt/slides/slide4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Typische Fehlentscheidungen</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Alles in den Store: UI-Details (Tab offen, Tooltip) gehören in die Komponente</a:t>
            </a:r>
          </a:p>
          <a:p>
            <a:pPr>
              <a:defRPr sz="2000" b="0">
                <a:latin typeface="Segoe UI"/>
              </a:defRPr>
            </a:pPr>
            <a:r>
              <a:rPr lang="de-DE" sz="2000" b="0">
                <a:latin typeface="Segoe UI"/>
              </a:rPr>
              <a:t>God Store: ein Store für die ganze Anwendung – besser einer pro Feature</a:t>
            </a:r>
          </a:p>
          <a:p>
            <a:pPr>
              <a:defRPr sz="2000" b="0">
                <a:latin typeface="Segoe UI"/>
              </a:defRPr>
            </a:pPr>
            <a:r>
              <a:rPr lang="de-DE" sz="2000" b="0">
                <a:latin typeface="Segoe UI"/>
              </a:rPr>
              <a:t>Doppelte Wahrheit: Daten im Store und zusätzlich kopiert in der Komponente</a:t>
            </a:r>
          </a:p>
          <a:p>
            <a:pPr>
              <a:defRPr sz="2000" b="0">
                <a:latin typeface="Segoe UI"/>
              </a:defRPr>
            </a:pPr>
            <a:r>
              <a:rPr lang="de-DE" sz="2000" b="0">
                <a:latin typeface="Segoe UI"/>
              </a:rPr>
              <a:t>Server-Cache mit Client-Zustand verwechseln</a:t>
            </a:r>
          </a:p>
          <a:p>
            <a:pPr lvl="1">
              <a:defRPr sz="1700" b="0">
                <a:latin typeface="Segoe UI"/>
              </a:defRPr>
            </a:pPr>
            <a:r>
              <a:rPr lang="de-DE" sz="1700" b="0">
                <a:latin typeface="Segoe UI"/>
              </a:rPr>
              <a:t>Server-Daten haben Alter, Invalidierung und Fehler: resource oder Caching-Strategie bedenken</a:t>
            </a:r>
          </a:p>
          <a:p>
            <a:pPr>
              <a:defRPr sz="2000" b="0">
                <a:latin typeface="Segoe UI"/>
              </a:defRPr>
            </a:pPr>
            <a:r>
              <a:rPr lang="de-DE" sz="2000" b="0">
                <a:latin typeface="Segoe UI"/>
              </a:rPr>
              <a:t>Framework-Entscheidung statt Problem: erst die Schwierigkeit benennen, dann das Werkzeug wählen</a:t>
            </a:r>
          </a:p>
        </p:txBody>
      </p:sp>
    </p:spTree>
  </p:cSld>
  <p:clrMapOvr>
    <a:masterClrMapping/>
  </p:clrMapOvr>
</p:sld>
</file>

<file path=ppt/slides/slide4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Testbarkeit des Zustands</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Store = Klasse oder Funktion mit klarer Schnittstelle: ohne Oberfläche testbar</a:t>
            </a:r>
          </a:p>
          <a:p>
            <a:pPr>
              <a:defRPr sz="2000" b="0">
                <a:latin typeface="Segoe UI"/>
              </a:defRPr>
            </a:pPr>
            <a:r>
              <a:rPr lang="de-DE" sz="2000" b="0">
                <a:latin typeface="Segoe UI"/>
              </a:rPr>
              <a:t>Test: Methode aufrufen, dann das Signal prüfen</a:t>
            </a:r>
          </a:p>
          <a:p>
            <a:pPr>
              <a:defRPr sz="2000" b="0">
                <a:latin typeface="Segoe UI"/>
              </a:defRPr>
            </a:pPr>
            <a:r>
              <a:rPr lang="de-DE" sz="2000" b="0">
                <a:latin typeface="Segoe UI"/>
              </a:rPr>
              <a:t>Kein fixture, kein DOM nötig</a:t>
            </a:r>
          </a:p>
          <a:p>
            <a:pPr>
              <a:defRPr sz="2000" b="0">
                <a:latin typeface="Segoe UI"/>
              </a:defRPr>
            </a:pPr>
            <a:r>
              <a:rPr lang="de-DE" sz="2000" b="0">
                <a:latin typeface="Segoe UI"/>
              </a:rPr>
              <a:t>Vertiefung im Kapitel zur Testbarkeit</a:t>
            </a:r>
          </a:p>
        </p:txBody>
      </p:sp>
    </p:spTree>
  </p:cSld>
  <p:clrMapOvr>
    <a:masterClrMapping/>
  </p:clrMapOvr>
</p:sld>
</file>

<file path=ppt/slides/slide4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Übung 33: CustomerStore einführen</a:t>
            </a:r>
          </a:p>
        </p:txBody>
      </p:sp>
      <p:sp>
        <p:nvSpPr>
          <p:cNvPr id="3" name="Subtitle 2"/>
          <p:cNvSpPr>
            <a:spLocks noGrp="1"/>
          </p:cNvSpPr>
          <p:nvPr>
            <p:ph type="subTitle"/>
          </p:nvPr>
        </p:nvSpPr>
        <p:spPr/>
        <p:txBody>
          <a:bodyPr anchor="t"/>
          <a:lstStyle/>
          <a:p>
            <a:pPr>
              <a:defRPr sz="2000" b="1">
                <a:latin typeface="Segoe UI"/>
              </a:defRPr>
            </a:pPr>
            <a:r>
              <a:rPr lang="de-DE" sz="2000" b="1">
                <a:latin typeface="Segoe UI"/>
              </a:rPr>
              <a:t>1. CustomerService zur reinen API-Schicht machen, dann customer.store.ts anlegen</a:t>
            </a:r>
          </a:p>
          <a:p>
            <a:pPr lvl="1">
              <a:defRPr sz="1700" b="0">
                <a:latin typeface="Segoe UI"/>
              </a:defRPr>
            </a:pPr>
            <a:r>
              <a:rPr lang="de-DE" sz="1700" b="0">
                <a:latin typeface="Segoe UI"/>
              </a:rPr>
              <a:t>Zustand: customers, filter, selectedId; abgeleitet: filtered, selected</a:t>
            </a:r>
          </a:p>
          <a:p>
            <a:pPr lvl="1">
              <a:defRPr sz="1700" b="0">
                <a:latin typeface="Segoe UI"/>
              </a:defRPr>
            </a:pPr>
            <a:r>
              <a:rPr lang="de-DE" sz="1700" b="0">
                <a:latin typeface="Segoe UI"/>
              </a:rPr>
              <a:t>Methoden: load(), setFilter(), select()</a:t>
            </a:r>
          </a:p>
          <a:p>
            <a:pPr>
              <a:defRPr sz="2000" b="1">
                <a:latin typeface="Segoe UI"/>
              </a:defRPr>
            </a:pPr>
            <a:r>
              <a:rPr lang="de-DE" sz="2000" b="1">
                <a:latin typeface="Segoe UI"/>
              </a:rPr>
              <a:t>2. CustomerListComponent nutzt nur noch den Store (keine eigene Filterlogik)</a:t>
            </a:r>
          </a:p>
          <a:p>
            <a:pPr>
              <a:defRPr sz="2000" b="1">
                <a:latin typeface="Segoe UI"/>
              </a:defRPr>
            </a:pPr>
            <a:r>
              <a:rPr lang="de-DE" sz="2000" b="1">
                <a:latin typeface="Segoe UI"/>
              </a:rPr>
              <a:t>3. Der localStorage-Effect aus Übung 32 wandert in den Store – wohin gehört er?</a:t>
            </a:r>
          </a:p>
          <a:p>
            <a:pPr>
              <a:defRPr sz="2000" b="1">
                <a:latin typeface="Segoe UI"/>
              </a:defRPr>
            </a:pPr>
            <a:r>
              <a:rPr lang="de-DE" sz="2000" b="1">
                <a:latin typeface="Segoe UI"/>
              </a:rPr>
              <a:t>4. Zusatz: Variante mit signalStore aus @ngrx/signals (npm install @ngrx/signals)</a:t>
            </a:r>
          </a:p>
          <a:p>
            <a:pPr>
              <a:defRPr sz="2000" b="1">
                <a:latin typeface="Segoe UI"/>
              </a:defRPr>
            </a:pPr>
            <a:r>
              <a:rPr lang="de-DE" sz="2000" b="1">
                <a:latin typeface="Segoe UI"/>
              </a:rPr>
              <a:t>5. Reflexion: War der Store hier nach den Kriterien nötig? Begründung in 3 Sätzen</a:t>
            </a:r>
          </a:p>
          <a:p>
            <a:pPr>
              <a:defRPr sz="2000" b="1">
                <a:latin typeface="Segoe UI"/>
              </a:defRPr>
            </a:pPr>
            <a:r>
              <a:rPr lang="de-DE" sz="2000" b="1">
                <a:latin typeface="Segoe UI"/>
              </a:rPr>
              <a:t>Musterlösung: 33_state_store (baut auf 32_reaktivitaet auf)</a:t>
            </a:r>
          </a:p>
        </p:txBody>
      </p:sp>
    </p:spTree>
  </p:cSld>
  <p:clrMapOvr>
    <a:masterClrMapping/>
  </p:clrMapOvr>
</p:sld>
</file>

<file path=ppt/slides/slide4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Rückblick-Übung: Technologieentscheidung</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Zeitpunkt: am Kursende, etwa 10 Minuten – jetzt ist das nötige Wissen vorhanden</a:t>
            </a:r>
          </a:p>
          <a:p>
            <a:pPr>
              <a:defRPr sz="2000" b="0">
                <a:latin typeface="Segoe UI"/>
              </a:defRPr>
            </a:pPr>
            <a:r>
              <a:rPr lang="de-DE" sz="2000" b="0">
                <a:latin typeface="Segoe UI"/>
              </a:rPr>
              <a:t>Szenario: Ein Versicherer plant ein Kundenportal</a:t>
            </a:r>
          </a:p>
          <a:p>
            <a:pPr lvl="1">
              <a:defRPr sz="1700" b="0">
                <a:latin typeface="Segoe UI"/>
              </a:defRPr>
            </a:pPr>
            <a:r>
              <a:rPr lang="de-DE" sz="1700" b="0">
                <a:latin typeface="Segoe UI"/>
              </a:rPr>
              <a:t>8 Entwickler, 10 Jahre Laufzeit, 3 bestehende Backend-Teams</a:t>
            </a:r>
          </a:p>
          <a:p>
            <a:pPr>
              <a:defRPr sz="2000" b="0">
                <a:latin typeface="Segoe UI"/>
              </a:defRPr>
            </a:pPr>
            <a:r>
              <a:rPr lang="de-DE" sz="2000" b="0">
                <a:latin typeface="Segoe UI"/>
              </a:rPr>
              <a:t>Fragen: Passt Angular? Welche Teile aus dem Kurs sprechen dafür, welche Risiken gibt es?</a:t>
            </a:r>
          </a:p>
          <a:p>
            <a:pPr>
              <a:defRPr sz="2000" b="0">
                <a:latin typeface="Segoe UI"/>
              </a:defRPr>
            </a:pPr>
            <a:r>
              <a:rPr lang="de-DE" sz="2000" b="0">
                <a:latin typeface="Segoe UI"/>
              </a:rPr>
              <a:t>Ergebnis: je Gruppe (auch zu zweit oder allein) 3 Argumente dafür und 3 Risiken</a:t>
            </a:r>
          </a:p>
          <a:p>
            <a:pPr>
              <a:defRPr sz="2000" b="0">
                <a:latin typeface="Segoe UI"/>
              </a:defRPr>
            </a:pPr>
            <a:r>
              <a:rPr lang="de-DE" sz="2000" b="0">
                <a:latin typeface="Segoe UI"/>
              </a:rPr>
              <a:t>Es gibt keine richtige Antwort</a:t>
            </a:r>
          </a:p>
          <a:p>
            <a:pPr>
              <a:defRPr sz="2000" b="0">
                <a:latin typeface="Segoe UI"/>
              </a:defRPr>
            </a:pPr>
            <a:r>
              <a:rPr lang="de-DE" sz="2000" b="0">
                <a:latin typeface="Segoe UI"/>
              </a:rPr>
              <a:t>Ziel: Entscheidungskriterien ausdrücklich benennen, z. B. Skills, Lebensdauer, Teamgröße</a:t>
            </a:r>
          </a:p>
        </p:txBody>
      </p:sp>
    </p:spTree>
  </p:cSld>
  <p:clrMapOvr>
    <a:masterClrMapping/>
  </p:clrMapOvr>
</p:sld>
</file>

<file path=ppt/slides/slide4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68" name="Rectangle 19">
            <a:extLst>
              <a:ext uri="{C183D7F6-B498-43B3-948B-1728B52AA6E4}">
                <adec:decorative xmlns:adec="http://schemas.microsoft.com/office/drawing/2017/decorative" val="1"/>
              </a:ext>
            </a:extLst>
          </p:cNvPr>
          <p:cNvSpPr/>
          <p:nvPr/>
        </p:nvSpPr>
        <p:spPr>
          <a:xfrm>
            <a:off x="0" y="0"/>
            <a:ext cx="12187440" cy="61772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469" name="PlaceHolder 1"/>
          <p:cNvSpPr>
            <a:spLocks noGrp="1"/>
          </p:cNvSpPr>
          <p:nvPr>
            <p:ph type="title"/>
          </p:nvPr>
        </p:nvSpPr>
        <p:spPr>
          <a:xfrm>
            <a:off x="841320" y="2826360"/>
            <a:ext cx="10511280" cy="2386080"/>
          </a:xfrm>
          <a:prstGeom prst="rect">
            <a:avLst/>
          </a:prstGeom>
          <a:noFill/>
          <a:ln w="0">
            <a:noFill/>
          </a:ln>
        </p:spPr>
        <p:txBody>
          <a:bodyPr lIns="91440" tIns="45720" rIns="91440" bIns="45720" anchor="t">
            <a:normAutofit/>
          </a:bodyPr>
          <a:lstStyle/>
          <a:p>
            <a:pPr indent="0" defTabSz="914400">
              <a:lnSpc>
                <a:spcPct val="90000"/>
              </a:lnSpc>
              <a:buNone/>
              <a:tabLst>
                <a:tab pos="0" algn="l"/>
              </a:tabLst>
            </a:pPr>
            <a:r>
              <a:rPr lang="en-US" sz="7200" b="0" u="none" strike="noStrike" dirty="0">
                <a:solidFill>
                  <a:srgbClr val="FFFFFF"/>
                </a:solidFill>
                <a:uFillTx/>
                <a:latin typeface="Calibri Light"/>
              </a:rPr>
              <a:t>Qualitätssicherung: Testbarkeit und Tests</a:t>
            </a:r>
            <a:endParaRPr lang="de-DE" sz="7200" b="0" u="none" strike="noStrike" dirty="0">
              <a:solidFill>
                <a:srgbClr val="000000"/>
              </a:solidFill>
              <a:uFillTx/>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presetID="10" presetClass="entr" fill="hold" nodeType="withEffect">
                                  <p:stCondLst>
                                    <p:cond delay="500"/>
                                  </p:stCondLst>
                                  <p:iterate type="wd">
                                    <p:tmAbs val="150"/>
                                  </p:iterate>
                                  <p:childTnLst>
                                    <p:set>
                                      <p:cBhvr>
                                        <p:cTn id="6" dur="1" fill="hold">
                                          <p:stCondLst>
                                            <p:cond delay="0"/>
                                          </p:stCondLst>
                                        </p:cTn>
                                        <p:tgtEl>
                                          <p:spTgt spid="469"/>
                                        </p:tgtEl>
                                        <p:attrNameLst>
                                          <p:attrName>style.visibility</p:attrName>
                                        </p:attrNameLst>
                                      </p:cBhvr>
                                      <p:to>
                                        <p:strVal val="visible"/>
                                      </p:to>
                                    </p:set>
                                    <p:animEffect transition="in" filter="fade">
                                      <p:cBhvr additive="repl">
                                        <p:cTn id="7" dur="1000"/>
                                        <p:tgtEl>
                                          <p:spTgt spid="4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Wofür Tests?</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Sicherheitsnetz für Änderungen: Man kann umbauen, ohne Angst vor versteckten Fehlern</a:t>
            </a:r>
          </a:p>
          <a:p>
            <a:pPr>
              <a:defRPr sz="2000" b="0">
                <a:latin typeface="Segoe UI"/>
              </a:defRPr>
            </a:pPr>
            <a:r>
              <a:rPr lang="de-DE" sz="2000" b="0">
                <a:latin typeface="Segoe UI"/>
              </a:rPr>
              <a:t>Dokumentation: Ein Test beschreibt, wie sich der Code verhalten soll</a:t>
            </a:r>
          </a:p>
          <a:p>
            <a:pPr>
              <a:defRPr sz="2000" b="0">
                <a:latin typeface="Segoe UI"/>
              </a:defRPr>
            </a:pPr>
            <a:r>
              <a:rPr lang="de-DE" sz="2000" b="0">
                <a:latin typeface="Segoe UI"/>
              </a:rPr>
              <a:t>Frühes Feedback: Fehler fallen beim Entwickeln und in der Pipeline auf</a:t>
            </a:r>
          </a:p>
          <a:p>
            <a:pPr>
              <a:defRPr sz="2000" b="0">
                <a:latin typeface="Segoe UI"/>
              </a:defRPr>
            </a:pPr>
            <a:r>
              <a:rPr lang="de-DE" sz="2000" b="0">
                <a:latin typeface="Segoe UI"/>
              </a:rPr>
              <a:t>Tests sind Code und kosten Pflege: Schlechte Tests bremsen mehr, als sie helfen</a:t>
            </a:r>
          </a:p>
        </p:txBody>
      </p:sp>
    </p:spTree>
  </p:cSld>
  <p:clrMapOvr>
    <a:masterClrMapping/>
  </p:clrMapOvr>
</p:sld>
</file>

<file path=ppt/slides/slide4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Testpyramide mit Angular-Bezug</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Unten, viele: Unit-Tests für Services, Stores und reine Funktionen</a:t>
            </a:r>
          </a:p>
          <a:p>
            <a:pPr>
              <a:defRPr sz="2000" b="0">
                <a:latin typeface="Segoe UI"/>
              </a:defRPr>
            </a:pPr>
            <a:r>
              <a:rPr lang="de-DE" sz="2000" b="0">
                <a:latin typeface="Segoe UI"/>
              </a:rPr>
              <a:t>In der Mitte, mittel viele: Komponententests mit Template und Klasse (TestBed)</a:t>
            </a:r>
          </a:p>
          <a:p>
            <a:pPr>
              <a:defRPr sz="2000" b="0">
                <a:latin typeface="Segoe UI"/>
              </a:defRPr>
            </a:pPr>
            <a:r>
              <a:rPr lang="de-DE" sz="2000" b="0">
                <a:latin typeface="Segoe UI"/>
              </a:rPr>
              <a:t>Oben, wenige: End-to-End-Tests für kritische Abläufe (z. B. mit Playwright oder Cypress)</a:t>
            </a:r>
          </a:p>
          <a:p>
            <a:pPr>
              <a:defRPr sz="2000" b="0">
                <a:latin typeface="Segoe UI"/>
              </a:defRPr>
            </a:pPr>
            <a:r>
              <a:rPr lang="de-DE" sz="2000" b="0">
                <a:latin typeface="Segoe UI"/>
              </a:rPr>
              <a:t>Je mehr Logik außerhalb der Komponenten liegt, desto mehr schnelle Unit-Tests sind möglich</a:t>
            </a:r>
          </a:p>
        </p:txBody>
      </p:sp>
    </p:spTree>
  </p:cSld>
  <p:clrMapOvr>
    <a:masterClrMapping/>
  </p:clrMapOvr>
</p:sld>
</file>

<file path=ppt/slides/slide4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Struktur bestimmt Testbarkeit</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Reine Funktion oder Pipe: trivial zu testen, Eingabe hinein, Ausgabe prüfen</a:t>
            </a:r>
          </a:p>
          <a:p>
            <a:pPr>
              <a:defRPr sz="2000" b="0">
                <a:latin typeface="Segoe UI"/>
              </a:defRPr>
            </a:pPr>
            <a:r>
              <a:rPr lang="de-DE" sz="2000" b="0">
                <a:latin typeface="Segoe UI"/>
              </a:rPr>
              <a:t>Store oder Service mit Signals: einfach, Methode aufrufen und das Signal lesen</a:t>
            </a:r>
          </a:p>
          <a:p>
            <a:pPr>
              <a:defRPr sz="2000" b="0">
                <a:latin typeface="Segoe UI"/>
              </a:defRPr>
            </a:pPr>
            <a:r>
              <a:rPr lang="de-DE" sz="2000" b="0">
                <a:latin typeface="Segoe UI"/>
              </a:rPr>
              <a:t>Darstellungskomponente mit input und output: einfach, Input setzen und Output prüfen</a:t>
            </a:r>
          </a:p>
          <a:p>
            <a:pPr>
              <a:defRPr sz="2000" b="0">
                <a:latin typeface="Segoe UI"/>
              </a:defRPr>
            </a:pPr>
            <a:r>
              <a:rPr lang="de-DE" sz="2000" b="0">
                <a:latin typeface="Segoe UI"/>
              </a:rPr>
              <a:t>Container mit mehreren Services: aufwendig, es werden Ersatzobjekte (Mocks) nötig</a:t>
            </a:r>
          </a:p>
          <a:p>
            <a:pPr>
              <a:defRPr sz="2000" b="0">
                <a:latin typeface="Segoe UI"/>
              </a:defRPr>
            </a:pPr>
            <a:r>
              <a:rPr lang="de-DE" sz="2000" b="0">
                <a:latin typeface="Segoe UI"/>
              </a:rPr>
              <a:t>Komponente mit DOM- oder window-Zugriff und Singletons: schwer</a:t>
            </a:r>
          </a:p>
          <a:p>
            <a:pPr>
              <a:defRPr sz="2000" b="0">
                <a:latin typeface="Segoe UI"/>
              </a:defRPr>
            </a:pPr>
            <a:r>
              <a:rPr lang="de-DE" sz="2000" b="0">
                <a:latin typeface="Segoe UI"/>
              </a:rPr>
              <a:t>Vorher: Komponente ruft HttpClient selbst auf und filtert, nötig sind HTTP-Mocks und DOM</a:t>
            </a:r>
          </a:p>
          <a:p>
            <a:pPr>
              <a:defRPr sz="2000" b="0">
                <a:latin typeface="Segoe UI"/>
              </a:defRPr>
            </a:pPr>
            <a:r>
              <a:rPr lang="de-DE" sz="2000" b="0">
                <a:latin typeface="Segoe UI"/>
              </a:rPr>
              <a:t>Nachher: dieselbe Logik im Store, der Test hat etwa fünf Zeilen und braucht kein TestBed</a:t>
            </a:r>
          </a:p>
        </p:txBody>
      </p:sp>
    </p:spTree>
  </p:cSld>
  <p:clrMapOvr>
    <a:masterClrMapping/>
  </p:clrMapOvr>
</p:sld>
</file>

<file path=ppt/slides/slide4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10"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Vitest-Grundlagen</a:t>
            </a:r>
            <a:endParaRPr lang="de-DE" sz="4400" b="0" u="none" strike="noStrike">
              <a:solidFill>
                <a:srgbClr val="000000"/>
              </a:solidFill>
              <a:uFillTx/>
              <a:latin typeface="Arial"/>
            </a:endParaRPr>
          </a:p>
        </p:txBody>
      </p:sp>
      <p:sp>
        <p:nvSpPr>
          <p:cNvPr id="811"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a:bodyPr>
          <a:lstStyle/>
          <a:p>
            <a:pPr indent="0" defTabSz="914400">
              <a:lnSpc>
                <a:spcPct val="90000"/>
              </a:lnSpc>
              <a:spcBef>
                <a:spcPts val="200"/>
              </a:spcBef>
              <a:buNone/>
              <a:tabLst>
                <a:tab pos="0" algn="l"/>
              </a:tabLst>
            </a:pPr>
            <a:r>
              <a:rPr lang="de-DE" sz="1600" b="0" u="none" strike="noStrike">
                <a:solidFill>
                  <a:srgbClr val="1E347B"/>
                </a:solidFill>
                <a:uFillTx/>
                <a:latin typeface="SourceCodePro"/>
              </a:rPr>
              <a:t>import { describe, it, expect, vi, beforeEach } from 'vitest';</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describe('CustomerStore', () =&gt; {</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let store: CustomerStore;</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beforeEach(() =&gt; { store = TestBed.inject(CustomerStore); });</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it('filtert nach Vornamen (Groß-/Kleinschreibung egal)', () =&gt; {</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store.setCustomers([new Customer('Hans', 'M'), new Customer('Lisa', 'S')]);</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store.setFilter('LI');</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expect(store.filtered().map(c =&gt; c.firstname)).toEqual(['Lisa']);</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a:t>
            </a:r>
            <a:endParaRPr lang="de-DE" sz="1600" b="0" u="none" strike="noStrike">
              <a:solidFill>
                <a:srgbClr val="000000"/>
              </a:solidFill>
              <a:uFillTx/>
              <a:latin typeface="Arial"/>
            </a:endParaRPr>
          </a:p>
        </p:txBody>
      </p:sp>
    </p:spTree>
  </p:cSld>
  <p:clrMapOvr>
    <a:masterClrMapping/>
  </p:clrMapOvr>
</p:sld>
</file>

<file path=ppt/slides/slide4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Vitest: Werkzeuge und Aufbau</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vi.fn() erzeugt eine Mock-Funktion, die ihre Aufrufe aufzeichnet</a:t>
            </a:r>
          </a:p>
          <a:p>
            <a:pPr>
              <a:defRPr sz="2000" b="0">
                <a:latin typeface="Segoe UI"/>
              </a:defRPr>
            </a:pPr>
            <a:r>
              <a:rPr lang="de-DE" sz="2000" b="0">
                <a:latin typeface="Segoe UI"/>
              </a:rPr>
              <a:t>vi.spyOn() beobachtet eine echte Methode, ohne sie zu ersetzen</a:t>
            </a:r>
          </a:p>
          <a:p>
            <a:pPr>
              <a:defRPr sz="2000" b="0">
                <a:latin typeface="Segoe UI"/>
              </a:defRPr>
            </a:pPr>
            <a:r>
              <a:rPr lang="de-DE" sz="2000" b="0">
                <a:latin typeface="Segoe UI"/>
              </a:rPr>
              <a:t>vi.useFakeTimers() ersetzt echte Zeit durch steuerbare Zeit</a:t>
            </a:r>
          </a:p>
          <a:p>
            <a:pPr>
              <a:defRPr sz="2000" b="0">
                <a:latin typeface="Segoe UI"/>
              </a:defRPr>
            </a:pPr>
            <a:r>
              <a:rPr lang="de-DE" sz="2000" b="0">
                <a:latin typeface="Segoe UI"/>
              </a:rPr>
              <a:t>Aufbau: Arrange (vorbereiten), Act (ausführen), Assert (prüfen)</a:t>
            </a:r>
          </a:p>
          <a:p>
            <a:pPr>
              <a:defRPr sz="2000" b="0">
                <a:latin typeface="Segoe UI"/>
              </a:defRPr>
            </a:pPr>
            <a:r>
              <a:rPr lang="de-DE" sz="2000" b="0">
                <a:latin typeface="Segoe UI"/>
              </a:rPr>
              <a:t>Ein Test prüft ein Verhalten</a:t>
            </a:r>
          </a:p>
          <a:p>
            <a:pPr>
              <a:defRPr sz="2000" b="0">
                <a:latin typeface="Segoe UI"/>
              </a:defRPr>
            </a:pPr>
            <a:r>
              <a:rPr lang="de-DE" sz="2000" b="0">
                <a:latin typeface="Segoe UI"/>
              </a:rPr>
              <a:t>Testnamen beschreiben Verhalten („filtert …“), nicht Methodennamen</a:t>
            </a:r>
          </a:p>
        </p:txBody>
      </p:sp>
    </p:spTree>
  </p:cSld>
  <p:clrMapOvr>
    <a:masterClrMapping/>
  </p:clrMapOvr>
</p:sld>
</file>

<file path=ppt/slides/slide4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Abhängigkeiten isolieren</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Stub oder Fake: einfache Ersatzimplementierung, z. B. ein Service mit festen Daten</a:t>
            </a:r>
          </a:p>
          <a:p>
            <a:pPr>
              <a:defRPr sz="2000" b="0">
                <a:latin typeface="Segoe UI"/>
              </a:defRPr>
            </a:pPr>
            <a:r>
              <a:rPr lang="de-DE" sz="2000" b="0">
                <a:latin typeface="Segoe UI"/>
              </a:rPr>
              <a:t>Mock (vi.fn): prüft Aufrufe, z. B. „wurde update mit diesem Wert aufgerufen?“</a:t>
            </a:r>
          </a:p>
          <a:p>
            <a:pPr>
              <a:defRPr sz="2000" b="0">
                <a:latin typeface="Segoe UI"/>
              </a:defRPr>
            </a:pPr>
            <a:r>
              <a:rPr lang="de-DE" sz="2000" b="0">
                <a:latin typeface="Segoe UI"/>
              </a:rPr>
              <a:t>Spy: echtes Objekt wird beobachtet, selten nötig, eher bei Altcode</a:t>
            </a:r>
          </a:p>
          <a:p>
            <a:pPr>
              <a:defRPr sz="2000" b="0">
                <a:latin typeface="Segoe UI"/>
              </a:defRPr>
            </a:pPr>
            <a:r>
              <a:rPr lang="de-DE" sz="2000" b="0">
                <a:latin typeface="Segoe UI"/>
              </a:rPr>
              <a:t>Echte Abhängigkeit: kein Ersatz bei reinen Funktionen und billigen Hilfsklassen</a:t>
            </a:r>
          </a:p>
          <a:p>
            <a:pPr>
              <a:defRPr sz="2000" b="0">
                <a:latin typeface="Segoe UI"/>
              </a:defRPr>
            </a:pPr>
            <a:r>
              <a:rPr lang="de-DE" sz="2000" b="0">
                <a:latin typeface="Segoe UI"/>
              </a:rPr>
              <a:t>Over-Mocking vermeiden: Wer alles ersetzt, testet nur die Ersatzobjekte</a:t>
            </a:r>
          </a:p>
        </p:txBody>
      </p:sp>
    </p:spTree>
  </p:cSld>
  <p:clrMapOvr>
    <a:masterClrMapping/>
  </p:clrMapOvr>
</p:sld>
</file>

<file path=ppt/slides/slide4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10"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Abhängigkeiten per Dependency Injection ersetzen</a:t>
            </a:r>
            <a:endParaRPr lang="de-DE" sz="4400" b="0" u="none" strike="noStrike">
              <a:solidFill>
                <a:srgbClr val="000000"/>
              </a:solidFill>
              <a:uFillTx/>
              <a:latin typeface="Arial"/>
            </a:endParaRPr>
          </a:p>
        </p:txBody>
      </p:sp>
      <p:sp>
        <p:nvSpPr>
          <p:cNvPr id="811"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a:bodyPr>
          <a:lstStyle/>
          <a:p>
            <a:pPr indent="0" defTabSz="914400">
              <a:lnSpc>
                <a:spcPct val="90000"/>
              </a:lnSpc>
              <a:spcBef>
                <a:spcPts val="200"/>
              </a:spcBef>
              <a:buNone/>
              <a:tabLst>
                <a:tab pos="0" algn="l"/>
              </a:tabLst>
            </a:pPr>
            <a:r>
              <a:rPr lang="de-DE" sz="1600" b="0" u="none" strike="noStrike">
                <a:solidFill>
                  <a:srgbClr val="1E347B"/>
                </a:solidFill>
                <a:uFillTx/>
                <a:latin typeface="SourceCodePro"/>
              </a:rPr>
              <a:t>TestBed.configureTestingModule({</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providers: [</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 provide: CustomerService, useValue: { getAll: () =&gt; of([hans, lisa]) } },</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const store = TestBed.inject(CustomerStore);</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Der Store bekommt jetzt den Ersatz statt des echten CustomerService.</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Kein Code im Store muss dafür geändert werden.</a:t>
            </a:r>
            <a:endParaRPr lang="de-DE" sz="1600" b="0" u="none" strike="noStrike">
              <a:solidFill>
                <a:srgbClr val="000000"/>
              </a:solidFill>
              <a:uFillTx/>
              <a:latin typeface="Arial"/>
            </a:endParaRPr>
          </a:p>
        </p:txBody>
      </p:sp>
    </p:spTree>
  </p:cSld>
  <p:clrMapOvr>
    <a:masterClrMapping/>
  </p:clrMapOvr>
</p:sld>
</file>

<file path=ppt/slides/slide4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10"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HTTP-Aufrufe testen</a:t>
            </a:r>
            <a:endParaRPr lang="de-DE" sz="4400" b="0" u="none" strike="noStrike">
              <a:solidFill>
                <a:srgbClr val="000000"/>
              </a:solidFill>
              <a:uFillTx/>
              <a:latin typeface="Arial"/>
            </a:endParaRPr>
          </a:p>
        </p:txBody>
      </p:sp>
      <p:sp>
        <p:nvSpPr>
          <p:cNvPr id="811"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a:bodyPr>
          <a:lstStyle/>
          <a:p>
            <a:pPr indent="0" defTabSz="914400">
              <a:lnSpc>
                <a:spcPct val="90000"/>
              </a:lnSpc>
              <a:spcBef>
                <a:spcPts val="730"/>
              </a:spcBef>
              <a:buNone/>
              <a:tabLst>
                <a:tab pos="0" algn="l"/>
              </a:tabLst>
            </a:pPr>
            <a:r>
              <a:rPr lang="de-DE" sz="2000" b="0" u="none" strike="noStrike">
                <a:solidFill>
                  <a:srgbClr val="1E347B"/>
                </a:solidFill>
                <a:uFillTx/>
                <a:latin typeface="SourceCodePro"/>
              </a:rPr>
              <a:t>TestBed.configureTestingModule({</a:t>
            </a:r>
            <a:endParaRPr lang="de-DE" sz="2000" b="0" u="none" strike="noStrike">
              <a:solidFill>
                <a:srgbClr val="000000"/>
              </a:solidFill>
              <a:uFillTx/>
              <a:latin typeface="Arial"/>
            </a:endParaRPr>
          </a:p>
          <a:p>
            <a:pPr indent="0" defTabSz="914400">
              <a:lnSpc>
                <a:spcPct val="90000"/>
              </a:lnSpc>
              <a:spcBef>
                <a:spcPts val="730"/>
              </a:spcBef>
              <a:buNone/>
              <a:tabLst>
                <a:tab pos="0" algn="l"/>
              </a:tabLst>
            </a:pPr>
            <a:r>
              <a:rPr lang="de-DE" sz="2000" b="0" u="none" strike="noStrike">
                <a:solidFill>
                  <a:srgbClr val="1E347B"/>
                </a:solidFill>
                <a:uFillTx/>
                <a:latin typeface="SourceCodePro"/>
              </a:rPr>
              <a:t>  providers: [provideHttpClient(), provideHttpClientTesting()],</a:t>
            </a:r>
            <a:endParaRPr lang="de-DE" sz="2000" b="0" u="none" strike="noStrike">
              <a:solidFill>
                <a:srgbClr val="000000"/>
              </a:solidFill>
              <a:uFillTx/>
              <a:latin typeface="Arial"/>
            </a:endParaRPr>
          </a:p>
          <a:p>
            <a:pPr indent="0" defTabSz="914400">
              <a:lnSpc>
                <a:spcPct val="90000"/>
              </a:lnSpc>
              <a:spcBef>
                <a:spcPts val="730"/>
              </a:spcBef>
              <a:buNone/>
              <a:tabLst>
                <a:tab pos="0" algn="l"/>
              </a:tabLst>
            </a:pPr>
            <a:r>
              <a:rPr lang="de-DE" sz="2000" b="0" u="none" strike="noStrike">
                <a:solidFill>
                  <a:srgbClr val="1E347B"/>
                </a:solidFill>
                <a:uFillTx/>
                <a:latin typeface="SourceCodePro"/>
              </a:rPr>
              <a:t>});</a:t>
            </a:r>
            <a:endParaRPr lang="de-DE" sz="2000" b="0" u="none" strike="noStrike">
              <a:solidFill>
                <a:srgbClr val="000000"/>
              </a:solidFill>
              <a:uFillTx/>
              <a:latin typeface="Arial"/>
            </a:endParaRPr>
          </a:p>
          <a:p>
            <a:pPr indent="0" defTabSz="914400">
              <a:lnSpc>
                <a:spcPct val="90000"/>
              </a:lnSpc>
              <a:spcBef>
                <a:spcPts val="730"/>
              </a:spcBef>
              <a:buNone/>
              <a:tabLst>
                <a:tab pos="0" algn="l"/>
              </a:tabLst>
            </a:pPr>
            <a:r>
              <a:rPr lang="de-DE" sz="2000" b="0" u="none" strike="noStrike">
                <a:solidFill>
                  <a:srgbClr val="1E347B"/>
                </a:solidFill>
                <a:uFillTx/>
                <a:latin typeface="SourceCodePro"/>
              </a:rPr>
              <a:t>const http = TestBed.inject(HttpTestingController);</a:t>
            </a:r>
            <a:endParaRPr lang="de-DE" sz="2000" b="0" u="none" strike="noStrike">
              <a:solidFill>
                <a:srgbClr val="000000"/>
              </a:solidFill>
              <a:uFillTx/>
              <a:latin typeface="Arial"/>
            </a:endParaRPr>
          </a:p>
          <a:p>
            <a:pPr indent="0" defTabSz="914400">
              <a:lnSpc>
                <a:spcPct val="90000"/>
              </a:lnSpc>
              <a:spcBef>
                <a:spcPts val="730"/>
              </a:spcBef>
              <a:buNone/>
              <a:tabLst>
                <a:tab pos="0" algn="l"/>
              </a:tabLst>
            </a:pPr>
            <a:r>
              <a:rPr lang="de-DE" sz="2000" b="0" u="none" strike="noStrike">
                <a:solidFill>
                  <a:srgbClr val="1E347B"/>
                </a:solidFill>
                <a:uFillTx/>
                <a:latin typeface="SourceCodePro"/>
              </a:rPr>
              <a:t/>
            </a:r>
            <a:endParaRPr lang="de-DE" sz="2000" b="0" u="none" strike="noStrike">
              <a:solidFill>
                <a:srgbClr val="000000"/>
              </a:solidFill>
              <a:uFillTx/>
              <a:latin typeface="Arial"/>
            </a:endParaRPr>
          </a:p>
          <a:p>
            <a:pPr indent="0" defTabSz="914400">
              <a:lnSpc>
                <a:spcPct val="90000"/>
              </a:lnSpc>
              <a:spcBef>
                <a:spcPts val="730"/>
              </a:spcBef>
              <a:buNone/>
              <a:tabLst>
                <a:tab pos="0" algn="l"/>
              </a:tabLst>
            </a:pPr>
            <a:r>
              <a:rPr lang="de-DE" sz="2000" b="0" u="none" strike="noStrike">
                <a:solidFill>
                  <a:srgbClr val="1E347B"/>
                </a:solidFill>
                <a:uFillTx/>
                <a:latin typeface="SourceCodePro"/>
              </a:rPr>
              <a:t>service.getAll().subscribe(r =&gt; result = r);</a:t>
            </a:r>
            <a:endParaRPr lang="de-DE" sz="2000" b="0" u="none" strike="noStrike">
              <a:solidFill>
                <a:srgbClr val="000000"/>
              </a:solidFill>
              <a:uFillTx/>
              <a:latin typeface="Arial"/>
            </a:endParaRPr>
          </a:p>
          <a:p>
            <a:pPr indent="0" defTabSz="914400">
              <a:lnSpc>
                <a:spcPct val="90000"/>
              </a:lnSpc>
              <a:spcBef>
                <a:spcPts val="730"/>
              </a:spcBef>
              <a:buNone/>
              <a:tabLst>
                <a:tab pos="0" algn="l"/>
              </a:tabLst>
            </a:pPr>
            <a:r>
              <a:rPr lang="de-DE" sz="2000" b="0" u="none" strike="noStrike">
                <a:solidFill>
                  <a:srgbClr val="1E347B"/>
                </a:solidFill>
                <a:uFillTx/>
                <a:latin typeface="SourceCodePro"/>
              </a:rPr>
              <a:t>http.expectOne('api/customer').flush({ data: [hans] });</a:t>
            </a:r>
            <a:endParaRPr lang="de-DE" sz="2000" b="0" u="none" strike="noStrike">
              <a:solidFill>
                <a:srgbClr val="000000"/>
              </a:solidFill>
              <a:uFillTx/>
              <a:latin typeface="Arial"/>
            </a:endParaRPr>
          </a:p>
          <a:p>
            <a:pPr indent="0" defTabSz="914400">
              <a:lnSpc>
                <a:spcPct val="90000"/>
              </a:lnSpc>
              <a:spcBef>
                <a:spcPts val="730"/>
              </a:spcBef>
              <a:buNone/>
              <a:tabLst>
                <a:tab pos="0" algn="l"/>
              </a:tabLst>
            </a:pPr>
            <a:r>
              <a:rPr lang="de-DE" sz="2000" b="0" u="none" strike="noStrike">
                <a:solidFill>
                  <a:srgbClr val="1E347B"/>
                </a:solidFill>
                <a:uFillTx/>
                <a:latin typeface="SourceCodePro"/>
              </a:rPr>
              <a:t>http.verify();            // keine unerwarteten Requests</a:t>
            </a:r>
            <a:endParaRPr lang="de-DE" sz="2000" b="0" u="none" strike="noStrike">
              <a:solidFill>
                <a:srgbClr val="000000"/>
              </a:solidFill>
              <a:uFillTx/>
              <a:latin typeface="Arial"/>
            </a:endParaRPr>
          </a:p>
          <a:p>
            <a:pPr indent="0" defTabSz="914400">
              <a:lnSpc>
                <a:spcPct val="90000"/>
              </a:lnSpc>
              <a:spcBef>
                <a:spcPts val="730"/>
              </a:spcBef>
              <a:buNone/>
              <a:tabLst>
                <a:tab pos="0" algn="l"/>
              </a:tabLst>
            </a:pPr>
            <a:r>
              <a:rPr lang="de-DE" sz="2000" b="0" u="none" strike="noStrike">
                <a:solidFill>
                  <a:srgbClr val="1E347B"/>
                </a:solidFill>
                <a:uFillTx/>
                <a:latin typeface="SourceCodePro"/>
              </a:rPr>
              <a:t>expect(result).toEqual([hans]);</a:t>
            </a:r>
            <a:endParaRPr lang="de-DE" sz="2000" b="0" u="none" strike="noStrike">
              <a:solidFill>
                <a:srgbClr val="000000"/>
              </a:solidFill>
              <a:uFillTx/>
              <a:latin typeface="Arial"/>
            </a:endParaRPr>
          </a:p>
        </p:txBody>
      </p:sp>
    </p:spTree>
  </p:cSld>
  <p:clrMapOvr>
    <a:masterClrMapping/>
  </p:clrMapOvr>
</p:sld>
</file>

<file path=ppt/slides/slide4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10"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Komponenten mit Signal-Inputs testen</a:t>
            </a:r>
            <a:endParaRPr lang="de-DE" sz="4400" b="0" u="none" strike="noStrike">
              <a:solidFill>
                <a:srgbClr val="000000"/>
              </a:solidFill>
              <a:uFillTx/>
              <a:latin typeface="Arial"/>
            </a:endParaRPr>
          </a:p>
        </p:txBody>
      </p:sp>
      <p:sp>
        <p:nvSpPr>
          <p:cNvPr id="811"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a:bodyPr>
          <a:lstStyle/>
          <a:p>
            <a:pPr indent="0" defTabSz="914400">
              <a:lnSpc>
                <a:spcPct val="90000"/>
              </a:lnSpc>
              <a:spcBef>
                <a:spcPts val="300"/>
              </a:spcBef>
              <a:buNone/>
              <a:tabLst>
                <a:tab pos="0" algn="l"/>
              </a:tabLst>
            </a:pPr>
            <a:r>
              <a:rPr lang="de-DE" sz="1800" b="0" u="none" strike="noStrike">
                <a:solidFill>
                  <a:srgbClr val="1E347B"/>
                </a:solidFill>
                <a:uFillTx/>
                <a:latin typeface="SourceCodePro"/>
              </a:rPr>
              <a:t>const fixture = TestBed.createComponent(CustomerListItemComponent);</a:t>
            </a:r>
            <a:endParaRPr lang="de-DE" sz="1800" b="0" u="none" strike="noStrike">
              <a:solidFill>
                <a:srgbClr val="000000"/>
              </a:solidFill>
              <a:uFillTx/>
              <a:latin typeface="Arial"/>
            </a:endParaRPr>
          </a:p>
          <a:p>
            <a:pPr indent="0" defTabSz="914400">
              <a:lnSpc>
                <a:spcPct val="90000"/>
              </a:lnSpc>
              <a:spcBef>
                <a:spcPts val="300"/>
              </a:spcBef>
              <a:buNone/>
              <a:tabLst>
                <a:tab pos="0" algn="l"/>
              </a:tabLst>
            </a:pPr>
            <a:r>
              <a:rPr lang="de-DE" sz="1800" b="0" u="none" strike="noStrike">
                <a:solidFill>
                  <a:srgbClr val="1E347B"/>
                </a:solidFill>
                <a:uFillTx/>
                <a:latin typeface="SourceCodePro"/>
              </a:rPr>
              <a:t>fixture.componentRef.setInput('customer', hans);   // Signal-Input setzen</a:t>
            </a:r>
            <a:endParaRPr lang="de-DE" sz="1800" b="0" u="none" strike="noStrike">
              <a:solidFill>
                <a:srgbClr val="000000"/>
              </a:solidFill>
              <a:uFillTx/>
              <a:latin typeface="Arial"/>
            </a:endParaRPr>
          </a:p>
          <a:p>
            <a:pPr indent="0" defTabSz="914400">
              <a:lnSpc>
                <a:spcPct val="90000"/>
              </a:lnSpc>
              <a:spcBef>
                <a:spcPts val="300"/>
              </a:spcBef>
              <a:buNone/>
              <a:tabLst>
                <a:tab pos="0" algn="l"/>
              </a:tabLst>
            </a:pPr>
            <a:r>
              <a:rPr lang="de-DE" sz="1800" b="0" u="none" strike="noStrike">
                <a:solidFill>
                  <a:srgbClr val="1E347B"/>
                </a:solidFill>
                <a:uFillTx/>
                <a:latin typeface="SourceCodePro"/>
              </a:rPr>
              <a:t>await fixture.whenStable();                         // Rendering abwarten</a:t>
            </a:r>
            <a:endParaRPr lang="de-DE" sz="1800" b="0" u="none" strike="noStrike">
              <a:solidFill>
                <a:srgbClr val="000000"/>
              </a:solidFill>
              <a:uFillTx/>
              <a:latin typeface="Arial"/>
            </a:endParaRPr>
          </a:p>
          <a:p>
            <a:pPr indent="0" defTabSz="914400">
              <a:lnSpc>
                <a:spcPct val="90000"/>
              </a:lnSpc>
              <a:spcBef>
                <a:spcPts val="300"/>
              </a:spcBef>
              <a:buNone/>
              <a:tabLst>
                <a:tab pos="0" algn="l"/>
              </a:tabLst>
            </a:pPr>
            <a:r>
              <a:rPr lang="de-DE" sz="1800" b="0" u="none" strike="noStrike">
                <a:solidFill>
                  <a:srgbClr val="1E347B"/>
                </a:solidFill>
                <a:uFillTx/>
                <a:latin typeface="SourceCodePro"/>
              </a:rPr>
              <a:t>expect(fixture.nativeElement.textContent).toContain('Hans');</a:t>
            </a:r>
            <a:endParaRPr lang="de-DE" sz="1800" b="0" u="none" strike="noStrike">
              <a:solidFill>
                <a:srgbClr val="000000"/>
              </a:solidFill>
              <a:uFillTx/>
              <a:latin typeface="Arial"/>
            </a:endParaRPr>
          </a:p>
          <a:p>
            <a:pPr indent="0" defTabSz="914400">
              <a:lnSpc>
                <a:spcPct val="90000"/>
              </a:lnSpc>
              <a:spcBef>
                <a:spcPts val="300"/>
              </a:spcBef>
              <a:buNone/>
              <a:tabLst>
                <a:tab pos="0" algn="l"/>
              </a:tabLst>
            </a:pPr>
            <a:r>
              <a:rPr lang="de-DE" sz="1800" b="0" u="none" strike="noStrike">
                <a:solidFill>
                  <a:srgbClr val="1E347B"/>
                </a:solidFill>
                <a:uFillTx/>
                <a:latin typeface="SourceCodePro"/>
              </a:rPr>
              <a:t/>
            </a:r>
            <a:endParaRPr lang="de-DE" sz="1800" b="0" u="none" strike="noStrike">
              <a:solidFill>
                <a:srgbClr val="000000"/>
              </a:solidFill>
              <a:uFillTx/>
              <a:latin typeface="Arial"/>
            </a:endParaRPr>
          </a:p>
          <a:p>
            <a:pPr indent="0" defTabSz="914400">
              <a:lnSpc>
                <a:spcPct val="90000"/>
              </a:lnSpc>
              <a:spcBef>
                <a:spcPts val="300"/>
              </a:spcBef>
              <a:buNone/>
              <a:tabLst>
                <a:tab pos="0" algn="l"/>
              </a:tabLst>
            </a:pPr>
            <a:r>
              <a:rPr lang="de-DE" sz="1800" b="0" u="none" strike="noStrike">
                <a:solidFill>
                  <a:srgbClr val="1E347B"/>
                </a:solidFill>
                <a:uFillTx/>
                <a:latin typeface="SourceCodePro"/>
              </a:rPr>
              <a:t>const spy = vi.fn();</a:t>
            </a:r>
            <a:endParaRPr lang="de-DE" sz="1800" b="0" u="none" strike="noStrike">
              <a:solidFill>
                <a:srgbClr val="000000"/>
              </a:solidFill>
              <a:uFillTx/>
              <a:latin typeface="Arial"/>
            </a:endParaRPr>
          </a:p>
          <a:p>
            <a:pPr indent="0" defTabSz="914400">
              <a:lnSpc>
                <a:spcPct val="90000"/>
              </a:lnSpc>
              <a:spcBef>
                <a:spcPts val="300"/>
              </a:spcBef>
              <a:buNone/>
              <a:tabLst>
                <a:tab pos="0" algn="l"/>
              </a:tabLst>
            </a:pPr>
            <a:r>
              <a:rPr lang="de-DE" sz="1800" b="0" u="none" strike="noStrike">
                <a:solidFill>
                  <a:srgbClr val="1E347B"/>
                </a:solidFill>
                <a:uFillTx/>
                <a:latin typeface="SourceCodePro"/>
              </a:rPr>
              <a:t>fixture.componentInstance.chosen.subscribe(spy);</a:t>
            </a:r>
            <a:endParaRPr lang="de-DE" sz="1800" b="0" u="none" strike="noStrike">
              <a:solidFill>
                <a:srgbClr val="000000"/>
              </a:solidFill>
              <a:uFillTx/>
              <a:latin typeface="Arial"/>
            </a:endParaRPr>
          </a:p>
          <a:p>
            <a:pPr indent="0" defTabSz="914400">
              <a:lnSpc>
                <a:spcPct val="90000"/>
              </a:lnSpc>
              <a:spcBef>
                <a:spcPts val="300"/>
              </a:spcBef>
              <a:buNone/>
              <a:tabLst>
                <a:tab pos="0" algn="l"/>
              </a:tabLst>
            </a:pPr>
            <a:r>
              <a:rPr lang="de-DE" sz="1800" b="0" u="none" strike="noStrike">
                <a:solidFill>
                  <a:srgbClr val="1E347B"/>
                </a:solidFill>
                <a:uFillTx/>
                <a:latin typeface="SourceCodePro"/>
              </a:rPr>
              <a:t>fixture.nativeElement.querySelector('li').click();</a:t>
            </a:r>
            <a:endParaRPr lang="de-DE" sz="1800" b="0" u="none" strike="noStrike">
              <a:solidFill>
                <a:srgbClr val="000000"/>
              </a:solidFill>
              <a:uFillTx/>
              <a:latin typeface="Arial"/>
            </a:endParaRPr>
          </a:p>
          <a:p>
            <a:pPr indent="0" defTabSz="914400">
              <a:lnSpc>
                <a:spcPct val="90000"/>
              </a:lnSpc>
              <a:spcBef>
                <a:spcPts val="300"/>
              </a:spcBef>
              <a:buNone/>
              <a:tabLst>
                <a:tab pos="0" algn="l"/>
              </a:tabLst>
            </a:pPr>
            <a:r>
              <a:rPr lang="de-DE" sz="1800" b="0" u="none" strike="noStrike">
                <a:solidFill>
                  <a:srgbClr val="1E347B"/>
                </a:solidFill>
                <a:uFillTx/>
                <a:latin typeface="SourceCodePro"/>
              </a:rPr>
              <a:t>expect(spy).toHaveBeenCalledWith(hans);</a:t>
            </a:r>
            <a:endParaRPr lang="de-DE" sz="1800" b="0" u="none" strike="noStrike">
              <a:solidFill>
                <a:srgbClr val="000000"/>
              </a:solidFill>
              <a:uFillTx/>
              <a:latin typeface="Arial"/>
            </a:endParaRPr>
          </a:p>
        </p:txBody>
      </p:sp>
    </p:spTree>
  </p:cSld>
  <p:clrMapOvr>
    <a:masterClrMapping/>
  </p:clrMapOvr>
</p:sld>
</file>

<file path=ppt/slides/slide4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Komponententests: wichtige Regeln</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Signal-Inputs nie direkt zuweisen (component.customer = …), das funktioniert nicht</a:t>
            </a:r>
          </a:p>
          <a:p>
            <a:pPr>
              <a:defRPr sz="2000" b="0">
                <a:latin typeface="Segoe UI"/>
              </a:defRPr>
            </a:pPr>
            <a:r>
              <a:rPr lang="de-DE" sz="2000" b="0">
                <a:latin typeface="Segoe UI"/>
              </a:rPr>
              <a:t>Stattdessen fixture.componentRef.setInput('name', wert) verwenden</a:t>
            </a:r>
          </a:p>
          <a:p>
            <a:pPr>
              <a:defRPr sz="2000" b="0">
                <a:latin typeface="Segoe UI"/>
              </a:defRPr>
            </a:pPr>
            <a:r>
              <a:rPr lang="de-DE" sz="2000" b="0">
                <a:latin typeface="Segoe UI"/>
              </a:rPr>
              <a:t>Die Anwendung läuft zoneless: nicht auf automatische Change Detection verlassen</a:t>
            </a:r>
          </a:p>
          <a:p>
            <a:pPr>
              <a:defRPr sz="2000" b="0">
                <a:latin typeface="Segoe UI"/>
              </a:defRPr>
            </a:pPr>
            <a:r>
              <a:rPr lang="de-DE" sz="2000" b="0">
                <a:latin typeface="Segoe UI"/>
              </a:rPr>
              <a:t>Nach Änderungen await fixture.whenStable() aufrufen, bevor das DOM geprüft wird</a:t>
            </a:r>
          </a:p>
          <a:p>
            <a:pPr>
              <a:defRPr sz="2000" b="0">
                <a:latin typeface="Segoe UI"/>
              </a:defRPr>
            </a:pPr>
            <a:r>
              <a:rPr lang="de-DE" sz="2000" b="0">
                <a:latin typeface="Segoe UI"/>
              </a:rPr>
              <a:t>Ausgänge (output) prüft man, indem man sich mit subscribe anhängt</a:t>
            </a:r>
          </a:p>
        </p:txBody>
      </p:sp>
    </p:spTree>
  </p:cSld>
  <p:clrMapOvr>
    <a:masterClrMapping/>
  </p:clrMapOvr>
</p:sld>
</file>

<file path=ppt/slides/slide4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10"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Signals und Effects testen</a:t>
            </a:r>
            <a:endParaRPr lang="de-DE" sz="4400" b="0" u="none" strike="noStrike">
              <a:solidFill>
                <a:srgbClr val="000000"/>
              </a:solidFill>
              <a:uFillTx/>
              <a:latin typeface="Arial"/>
            </a:endParaRPr>
          </a:p>
        </p:txBody>
      </p:sp>
      <p:sp>
        <p:nvSpPr>
          <p:cNvPr id="811"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a:bodyPr>
          <a:lstStyle/>
          <a:p>
            <a:pPr indent="0" defTabSz="914400">
              <a:lnSpc>
                <a:spcPct val="90000"/>
              </a:lnSpc>
              <a:spcBef>
                <a:spcPts val="300"/>
              </a:spcBef>
              <a:buNone/>
              <a:tabLst>
                <a:tab pos="0" algn="l"/>
              </a:tabLst>
            </a:pPr>
            <a:r>
              <a:rPr lang="de-DE" sz="1800" b="0" u="none" strike="noStrike">
                <a:solidFill>
                  <a:srgbClr val="1E347B"/>
                </a:solidFill>
                <a:uFillTx/>
                <a:latin typeface="SourceCodePro"/>
              </a:rPr>
              <a:t>// signal und computed: direkt testen, ohne TestBed</a:t>
            </a:r>
            <a:endParaRPr lang="de-DE" sz="1800" b="0" u="none" strike="noStrike">
              <a:solidFill>
                <a:srgbClr val="000000"/>
              </a:solidFill>
              <a:uFillTx/>
              <a:latin typeface="Arial"/>
            </a:endParaRPr>
          </a:p>
          <a:p>
            <a:pPr indent="0" defTabSz="914400">
              <a:lnSpc>
                <a:spcPct val="90000"/>
              </a:lnSpc>
              <a:spcBef>
                <a:spcPts val="300"/>
              </a:spcBef>
              <a:buNone/>
              <a:tabLst>
                <a:tab pos="0" algn="l"/>
              </a:tabLst>
            </a:pPr>
            <a:r>
              <a:rPr lang="de-DE" sz="1800" b="0" u="none" strike="noStrike">
                <a:solidFill>
                  <a:srgbClr val="1E347B"/>
                </a:solidFill>
                <a:uFillTx/>
                <a:latin typeface="SourceCodePro"/>
              </a:rPr>
              <a:t/>
            </a:r>
            <a:endParaRPr lang="de-DE" sz="1800" b="0" u="none" strike="noStrike">
              <a:solidFill>
                <a:srgbClr val="000000"/>
              </a:solidFill>
              <a:uFillTx/>
              <a:latin typeface="Arial"/>
            </a:endParaRPr>
          </a:p>
          <a:p>
            <a:pPr indent="0" defTabSz="914400">
              <a:lnSpc>
                <a:spcPct val="90000"/>
              </a:lnSpc>
              <a:spcBef>
                <a:spcPts val="300"/>
              </a:spcBef>
              <a:buNone/>
              <a:tabLst>
                <a:tab pos="0" algn="l"/>
              </a:tabLst>
            </a:pPr>
            <a:r>
              <a:rPr lang="de-DE" sz="1800" b="0" u="none" strike="noStrike">
                <a:solidFill>
                  <a:srgbClr val="1E347B"/>
                </a:solidFill>
                <a:uFillTx/>
                <a:latin typeface="SourceCodePro"/>
              </a:rPr>
              <a:t>// effect: braucht einen Injection Context und einen "Tick"</a:t>
            </a:r>
            <a:endParaRPr lang="de-DE" sz="1800" b="0" u="none" strike="noStrike">
              <a:solidFill>
                <a:srgbClr val="000000"/>
              </a:solidFill>
              <a:uFillTx/>
              <a:latin typeface="Arial"/>
            </a:endParaRPr>
          </a:p>
          <a:p>
            <a:pPr indent="0" defTabSz="914400">
              <a:lnSpc>
                <a:spcPct val="90000"/>
              </a:lnSpc>
              <a:spcBef>
                <a:spcPts val="300"/>
              </a:spcBef>
              <a:buNone/>
              <a:tabLst>
                <a:tab pos="0" algn="l"/>
              </a:tabLst>
            </a:pPr>
            <a:r>
              <a:rPr lang="de-DE" sz="1800" b="0" u="none" strike="noStrike">
                <a:solidFill>
                  <a:srgbClr val="1E347B"/>
                </a:solidFill>
                <a:uFillTx/>
                <a:latin typeface="SourceCodePro"/>
              </a:rPr>
              <a:t>TestBed.runInInjectionContext(() =&gt; { store = new CustomerStore(); });</a:t>
            </a:r>
            <a:endParaRPr lang="de-DE" sz="1800" b="0" u="none" strike="noStrike">
              <a:solidFill>
                <a:srgbClr val="000000"/>
              </a:solidFill>
              <a:uFillTx/>
              <a:latin typeface="Arial"/>
            </a:endParaRPr>
          </a:p>
          <a:p>
            <a:pPr indent="0" defTabSz="914400">
              <a:lnSpc>
                <a:spcPct val="90000"/>
              </a:lnSpc>
              <a:spcBef>
                <a:spcPts val="300"/>
              </a:spcBef>
              <a:buNone/>
              <a:tabLst>
                <a:tab pos="0" algn="l"/>
              </a:tabLst>
            </a:pPr>
            <a:r>
              <a:rPr lang="de-DE" sz="1800" b="0" u="none" strike="noStrike">
                <a:solidFill>
                  <a:srgbClr val="1E347B"/>
                </a:solidFill>
                <a:uFillTx/>
                <a:latin typeface="SourceCodePro"/>
              </a:rPr>
              <a:t>store.setFilter('x');</a:t>
            </a:r>
            <a:endParaRPr lang="de-DE" sz="1800" b="0" u="none" strike="noStrike">
              <a:solidFill>
                <a:srgbClr val="000000"/>
              </a:solidFill>
              <a:uFillTx/>
              <a:latin typeface="Arial"/>
            </a:endParaRPr>
          </a:p>
          <a:p>
            <a:pPr indent="0" defTabSz="914400">
              <a:lnSpc>
                <a:spcPct val="90000"/>
              </a:lnSpc>
              <a:spcBef>
                <a:spcPts val="300"/>
              </a:spcBef>
              <a:buNone/>
              <a:tabLst>
                <a:tab pos="0" algn="l"/>
              </a:tabLst>
            </a:pPr>
            <a:r>
              <a:rPr lang="de-DE" sz="1800" b="0" u="none" strike="noStrike">
                <a:solidFill>
                  <a:srgbClr val="1E347B"/>
                </a:solidFill>
                <a:uFillTx/>
                <a:latin typeface="SourceCodePro"/>
              </a:rPr>
              <a:t>TestBed.tick();                 // führt anstehende Effects aus</a:t>
            </a:r>
            <a:endParaRPr lang="de-DE" sz="1800" b="0" u="none" strike="noStrike">
              <a:solidFill>
                <a:srgbClr val="000000"/>
              </a:solidFill>
              <a:uFillTx/>
              <a:latin typeface="Arial"/>
            </a:endParaRPr>
          </a:p>
          <a:p>
            <a:pPr indent="0" defTabSz="914400">
              <a:lnSpc>
                <a:spcPct val="90000"/>
              </a:lnSpc>
              <a:spcBef>
                <a:spcPts val="300"/>
              </a:spcBef>
              <a:buNone/>
              <a:tabLst>
                <a:tab pos="0" algn="l"/>
              </a:tabLst>
            </a:pPr>
            <a:r>
              <a:rPr lang="de-DE" sz="1800" b="0" u="none" strike="noStrike">
                <a:solidFill>
                  <a:srgbClr val="1E347B"/>
                </a:solidFill>
                <a:uFillTx/>
                <a:latin typeface="SourceCodePro"/>
              </a:rPr>
              <a:t>expect(localStorage.getItem('customerFilter')).toBe('x');</a:t>
            </a:r>
            <a:endParaRPr lang="de-DE" sz="1800" b="0" u="none" strike="noStrike">
              <a:solidFill>
                <a:srgbClr val="000000"/>
              </a:solidFill>
              <a:uFillTx/>
              <a:latin typeface="Arial"/>
            </a:endParaRPr>
          </a:p>
        </p:txBody>
      </p:sp>
    </p:spTree>
  </p:cSld>
  <p:clrMapOvr>
    <a:masterClrMapping/>
  </p:clrMapOvr>
</p:sld>
</file>

<file path=ppt/slides/slide4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Was macht einen guten Test aus?</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Er schlägt fehl, wenn das Verhalten kaputt ist, und nur dann</a:t>
            </a:r>
          </a:p>
          <a:p>
            <a:pPr>
              <a:defRPr sz="2000" b="0">
                <a:latin typeface="Segoe UI"/>
              </a:defRPr>
            </a:pPr>
            <a:r>
              <a:rPr lang="de-DE" sz="2000" b="0">
                <a:latin typeface="Segoe UI"/>
              </a:rPr>
              <a:t>Er ist unabhängig von Reihenfolge und anderen Tests</a:t>
            </a:r>
          </a:p>
          <a:p>
            <a:pPr>
              <a:defRPr sz="2000" b="0">
                <a:latin typeface="Segoe UI"/>
              </a:defRPr>
            </a:pPr>
            <a:r>
              <a:rPr lang="de-DE" sz="2000" b="0">
                <a:latin typeface="Segoe UI"/>
              </a:rPr>
              <a:t>Er ist schnell und deterministisch: keine echten Timer, kein Netz</a:t>
            </a:r>
          </a:p>
          <a:p>
            <a:pPr>
              <a:defRPr sz="2000" b="0">
                <a:latin typeface="Segoe UI"/>
              </a:defRPr>
            </a:pPr>
            <a:r>
              <a:rPr lang="de-DE" sz="2000" b="0">
                <a:latin typeface="Segoe UI"/>
              </a:rPr>
              <a:t>Er ist lesbar: Arrange, Act, Assert, sprechende Namen, kleine Testdaten</a:t>
            </a:r>
          </a:p>
          <a:p>
            <a:pPr>
              <a:defRPr sz="2000" b="0">
                <a:latin typeface="Segoe UI"/>
              </a:defRPr>
            </a:pPr>
            <a:r>
              <a:rPr lang="de-DE" sz="2000" b="0">
                <a:latin typeface="Segoe UI"/>
              </a:rPr>
              <a:t>Er prüft Verhalten, nicht Implementierungsdetails (private Felder, CSS-Klassen)</a:t>
            </a:r>
          </a:p>
          <a:p>
            <a:pPr>
              <a:defRPr sz="2000" b="0">
                <a:latin typeface="Segoe UI"/>
              </a:defRPr>
            </a:pPr>
            <a:r>
              <a:rPr lang="de-DE" sz="2000" b="0">
                <a:latin typeface="Segoe UI"/>
              </a:rPr>
              <a:t>Coverage ist ein Hinweis, kein Ziel: 100 % ohne Prüfungen beweisen nichts</a:t>
            </a:r>
          </a:p>
        </p:txBody>
      </p:sp>
    </p:spTree>
  </p:cSld>
  <p:clrMapOvr>
    <a:masterClrMapping/>
  </p:clrMapOvr>
</p:sld>
</file>

<file path=ppt/slides/slide4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Automatisch erzeugte Tests richtig einordnen</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Quellen: ng generate (Gerüste), Assistenten in der Entwicklungsumgebung, KI-Werkzeuge</a:t>
            </a:r>
          </a:p>
          <a:p>
            <a:pPr>
              <a:defRPr sz="2000" b="0">
                <a:latin typeface="Segoe UI"/>
              </a:defRPr>
            </a:pPr>
            <a:r>
              <a:rPr lang="de-DE" sz="2000" b="0">
                <a:latin typeface="Segoe UI"/>
              </a:rPr>
              <a:t>should create mit toBeTruthy: prüft nur, dass die Instanz entsteht</a:t>
            </a:r>
          </a:p>
          <a:p>
            <a:pPr>
              <a:defRPr sz="2000" b="0">
                <a:latin typeface="Segoe UI"/>
              </a:defRPr>
            </a:pPr>
            <a:r>
              <a:rPr lang="de-DE" sz="2000" b="0">
                <a:latin typeface="Segoe UI"/>
              </a:rPr>
              <a:t>Test wiederholt die Implementierung: Tautologie, Fehler fallen nicht auf</a:t>
            </a:r>
          </a:p>
          <a:p>
            <a:pPr>
              <a:defRPr sz="2000" b="0">
                <a:latin typeface="Segoe UI"/>
              </a:defRPr>
            </a:pPr>
            <a:r>
              <a:rPr lang="de-DE" sz="2000" b="0">
                <a:latin typeface="Segoe UI"/>
              </a:rPr>
              <a:t>Alles gemockt, nur Aufrufe geprüft: testet nicht das echte Verhalten</a:t>
            </a:r>
          </a:p>
          <a:p>
            <a:pPr>
              <a:defRPr sz="2000" b="0">
                <a:latin typeface="Segoe UI"/>
              </a:defRPr>
            </a:pPr>
            <a:r>
              <a:rPr lang="de-DE" sz="2000" b="0">
                <a:latin typeface="Segoe UI"/>
              </a:rPr>
              <a:t>Nur der Normalfall: leere Listen, null, Fehler und Grenzwerte fehlen</a:t>
            </a:r>
          </a:p>
          <a:p>
            <a:pPr>
              <a:defRPr sz="2000" b="0">
                <a:latin typeface="Segoe UI"/>
              </a:defRPr>
            </a:pPr>
            <a:r>
              <a:rPr lang="de-DE" sz="2000" b="0">
                <a:latin typeface="Segoe UI"/>
              </a:rPr>
              <a:t>Snapshots großer Templates: brechen oft und werden blind aktualisiert</a:t>
            </a:r>
          </a:p>
          <a:p>
            <a:pPr>
              <a:defRPr sz="2000" b="0">
                <a:latin typeface="Segoe UI"/>
              </a:defRPr>
            </a:pPr>
            <a:r>
              <a:rPr lang="de-DE" sz="2000" b="0">
                <a:latin typeface="Segoe UI"/>
              </a:rPr>
              <a:t>Test passt sich dem Fehler an: bestätigt falsches Verhalten</a:t>
            </a:r>
          </a:p>
        </p:txBody>
      </p:sp>
    </p:spTree>
  </p:cSld>
  <p:clrMapOvr>
    <a:masterClrMapping/>
  </p:clrMapOvr>
</p:sld>
</file>

<file path=ppt/slides/slide4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Prüfverfahren für generierte Tests</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1. Lesen: Was behauptet der Test? Passt das zur Anforderung?</a:t>
            </a:r>
          </a:p>
          <a:p>
            <a:pPr>
              <a:defRPr sz="2000" b="0">
                <a:latin typeface="Segoe UI"/>
              </a:defRPr>
            </a:pPr>
            <a:r>
              <a:rPr lang="de-DE" sz="2000" b="0">
                <a:latin typeface="Segoe UI"/>
              </a:rPr>
              <a:t>2. Kaputtmachen: Produktivcode absichtlich ändern, wird der Test rot? Sonst ist er wertlos</a:t>
            </a:r>
          </a:p>
          <a:p>
            <a:pPr>
              <a:defRPr sz="2000" b="0">
                <a:latin typeface="Segoe UI"/>
              </a:defRPr>
            </a:pPr>
            <a:r>
              <a:rPr lang="de-DE" sz="2000" b="0">
                <a:latin typeface="Segoe UI"/>
              </a:rPr>
              <a:t>3. Randfälle ergänzen: leer, sehr groß, Fehlerfall, Sonderzeichen</a:t>
            </a:r>
          </a:p>
          <a:p>
            <a:pPr>
              <a:defRPr sz="2000" b="0">
                <a:latin typeface="Segoe UI"/>
              </a:defRPr>
            </a:pPr>
            <a:r>
              <a:rPr lang="de-DE" sz="2000" b="0">
                <a:latin typeface="Segoe UI"/>
              </a:rPr>
              <a:t>4. Vereinfachen: Mocks reduzieren, Namen verbessern</a:t>
            </a:r>
          </a:p>
          <a:p>
            <a:pPr>
              <a:defRPr sz="2000" b="0">
                <a:latin typeface="Segoe UI"/>
              </a:defRPr>
            </a:pPr>
            <a:r>
              <a:rPr lang="de-DE" sz="2000" b="0">
                <a:latin typeface="Segoe UI"/>
              </a:rPr>
              <a:t>5. Verantwortung: Wer den Test committet, haftet dafür, nicht das Werkzeug</a:t>
            </a:r>
          </a:p>
        </p:txBody>
      </p:sp>
    </p:spTree>
  </p:cSld>
  <p:clrMapOvr>
    <a:masterClrMapping/>
  </p:clrMapOvr>
</p:sld>
</file>

<file path=ppt/slides/slide4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Übung 34: Tests schreiben und bewerten</a:t>
            </a:r>
          </a:p>
        </p:txBody>
      </p:sp>
      <p:sp>
        <p:nvSpPr>
          <p:cNvPr id="3" name="Subtitle 2"/>
          <p:cNvSpPr>
            <a:spLocks noGrp="1"/>
          </p:cNvSpPr>
          <p:nvPr>
            <p:ph type="subTitle"/>
          </p:nvPr>
        </p:nvSpPr>
        <p:spPr/>
        <p:txBody>
          <a:bodyPr anchor="t"/>
          <a:lstStyle/>
          <a:p>
            <a:pPr>
              <a:defRPr sz="2000" b="1">
                <a:latin typeface="Segoe UI"/>
              </a:defRPr>
            </a:pPr>
            <a:r>
              <a:rPr lang="de-DE" sz="2000" b="1">
                <a:latin typeface="Segoe UI"/>
              </a:rPr>
              <a:t>Öffne das Projekt 34_tests (Test-Runner: Vitest)</a:t>
            </a:r>
          </a:p>
          <a:p>
            <a:pPr>
              <a:defRPr sz="2000" b="0">
                <a:latin typeface="Segoe UI"/>
              </a:defRPr>
            </a:pPr>
            <a:r>
              <a:rPr lang="de-DE" sz="2000" b="0">
                <a:latin typeface="Segoe UI"/>
              </a:rPr>
              <a:t>Teil A: Schreibe Tests für CustomerStore, ohne Oberfläche</a:t>
            </a:r>
          </a:p>
          <a:p>
            <a:pPr lvl="1">
              <a:defRPr sz="1700" b="0">
                <a:latin typeface="Segoe UI"/>
              </a:defRPr>
            </a:pPr>
            <a:r>
              <a:rPr lang="de-DE" sz="1700" b="0">
                <a:latin typeface="Segoe UI"/>
              </a:rPr>
              <a:t>Filter (Groß-/Kleinschreibung), Auswahl, leere Liste, Filter ohne Treffer</a:t>
            </a:r>
          </a:p>
          <a:p>
            <a:pPr lvl="1">
              <a:defRPr sz="1700" b="0">
                <a:latin typeface="Segoe UI"/>
              </a:defRPr>
            </a:pPr>
            <a:r>
              <a:rPr lang="de-DE" sz="1700" b="0">
                <a:latin typeface="Segoe UI"/>
              </a:rPr>
              <a:t>Ersetze CustomerService per providers durch ein Ersatzobjekt</a:t>
            </a:r>
          </a:p>
          <a:p>
            <a:pPr>
              <a:defRPr sz="2000" b="0">
                <a:latin typeface="Segoe UI"/>
              </a:defRPr>
            </a:pPr>
            <a:r>
              <a:rPr lang="de-DE" sz="2000" b="0">
                <a:latin typeface="Segoe UI"/>
              </a:rPr>
              <a:t>Teil B: Teste CustomerListItemComponent: Name wird angezeigt, Klick löst chosen aus</a:t>
            </a:r>
          </a:p>
          <a:p>
            <a:pPr>
              <a:defRPr sz="2000" b="0">
                <a:latin typeface="Segoe UI"/>
              </a:defRPr>
            </a:pPr>
            <a:r>
              <a:rPr lang="de-DE" sz="2000" b="0">
                <a:latin typeface="Segoe UI"/>
              </a:rPr>
              <a:t>Teil C: Bewerte die mitgelieferte, generierte Spec für CustomerStore (5 Schwächen)</a:t>
            </a:r>
          </a:p>
          <a:p>
            <a:pPr lvl="1">
              <a:defRPr sz="1700" b="0">
                <a:latin typeface="Segoe UI"/>
              </a:defRPr>
            </a:pPr>
            <a:r>
              <a:rPr lang="de-DE" sz="1700" b="0">
                <a:latin typeface="Segoe UI"/>
              </a:rPr>
              <a:t>Ändere in filtered includes zu startsWith: Welche Tests werden nicht rot?</a:t>
            </a:r>
          </a:p>
          <a:p>
            <a:pPr lvl="1">
              <a:defRPr sz="1700" b="0">
                <a:latin typeface="Segoe UI"/>
              </a:defRPr>
            </a:pPr>
            <a:r>
              <a:rPr lang="de-DE" sz="1700" b="0">
                <a:latin typeface="Segoe UI"/>
              </a:rPr>
              <a:t>Verbessere die Spec</a:t>
            </a:r>
          </a:p>
          <a:p>
            <a:pPr>
              <a:defRPr sz="2000" b="1">
                <a:latin typeface="Segoe UI"/>
              </a:defRPr>
            </a:pPr>
            <a:r>
              <a:rPr lang="de-DE" sz="2000" b="1">
                <a:latin typeface="Segoe UI"/>
              </a:rPr>
              <a:t>Musterlösung: 34_tests (baut auf 33_state_store auf)</a:t>
            </a:r>
          </a:p>
        </p:txBody>
      </p:sp>
    </p:spTree>
  </p:cSld>
  <p:clrMapOvr>
    <a:masterClrMapping/>
  </p:clrMapOvr>
</p:sld>
</file>

<file path=ppt/slides/slide4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68" name="Rectangle 19">
            <a:extLst>
              <a:ext uri="{C183D7F6-B498-43B3-948B-1728B52AA6E4}">
                <adec:decorative xmlns:adec="http://schemas.microsoft.com/office/drawing/2017/decorative" val="1"/>
              </a:ext>
            </a:extLst>
          </p:cNvPr>
          <p:cNvSpPr/>
          <p:nvPr/>
        </p:nvSpPr>
        <p:spPr>
          <a:xfrm>
            <a:off x="0" y="0"/>
            <a:ext cx="12187440" cy="61772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Calibri"/>
            </a:endParaRPr>
          </a:p>
        </p:txBody>
      </p:sp>
      <p:sp>
        <p:nvSpPr>
          <p:cNvPr id="469" name="PlaceHolder 1"/>
          <p:cNvSpPr>
            <a:spLocks noGrp="1"/>
          </p:cNvSpPr>
          <p:nvPr>
            <p:ph type="title"/>
          </p:nvPr>
        </p:nvSpPr>
        <p:spPr>
          <a:xfrm>
            <a:off x="841320" y="2826360"/>
            <a:ext cx="10511280" cy="2386080"/>
          </a:xfrm>
          <a:prstGeom prst="rect">
            <a:avLst/>
          </a:prstGeom>
          <a:noFill/>
          <a:ln w="0">
            <a:noFill/>
          </a:ln>
        </p:spPr>
        <p:txBody>
          <a:bodyPr lIns="91440" tIns="45720" rIns="91440" bIns="45720" anchor="t">
            <a:normAutofit/>
          </a:bodyPr>
          <a:lstStyle/>
          <a:p>
            <a:pPr indent="0" defTabSz="914400">
              <a:lnSpc>
                <a:spcPct val="90000"/>
              </a:lnSpc>
              <a:buNone/>
              <a:tabLst>
                <a:tab pos="0" algn="l"/>
              </a:tabLst>
            </a:pPr>
            <a:r>
              <a:rPr lang="en-US" sz="7200" b="0" u="none" strike="noStrike" dirty="0">
                <a:solidFill>
                  <a:srgbClr val="FFFFFF"/>
                </a:solidFill>
                <a:uFillTx/>
                <a:latin typeface="Calibri Light"/>
              </a:rPr>
              <a:t>Performance und Laufzeitverhalten</a:t>
            </a:r>
            <a:endParaRPr lang="de-DE" sz="7200" b="0" u="none" strike="noStrike" dirty="0">
              <a:solidFill>
                <a:srgbClr val="000000"/>
              </a:solidFill>
              <a:uFillTx/>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presetID="10" presetClass="entr" fill="hold" nodeType="withEffect">
                                  <p:stCondLst>
                                    <p:cond delay="500"/>
                                  </p:stCondLst>
                                  <p:iterate type="wd">
                                    <p:tmAbs val="150"/>
                                  </p:iterate>
                                  <p:childTnLst>
                                    <p:set>
                                      <p:cBhvr>
                                        <p:cTn id="6" dur="1" fill="hold">
                                          <p:stCondLst>
                                            <p:cond delay="0"/>
                                          </p:stCondLst>
                                        </p:cTn>
                                        <p:tgtEl>
                                          <p:spTgt spid="469"/>
                                        </p:tgtEl>
                                        <p:attrNameLst>
                                          <p:attrName>style.visibility</p:attrName>
                                        </p:attrNameLst>
                                      </p:cBhvr>
                                      <p:to>
                                        <p:strVal val="visible"/>
                                      </p:to>
                                    </p:set>
                                    <p:animEffect transition="in" filter="fade">
                                      <p:cBhvr additive="repl">
                                        <p:cTn id="7" dur="1000"/>
                                        <p:tgtEl>
                                          <p:spTgt spid="4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Performance im Anwendungskontext</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Performance ist kein Selbstzweck, sondern Nutzererlebnis: Fühlt sich die App schnell an?</a:t>
            </a:r>
          </a:p>
          <a:p>
            <a:pPr>
              <a:defRPr sz="2000" b="0">
                <a:latin typeface="Segoe UI"/>
              </a:defRPr>
            </a:pPr>
            <a:r>
              <a:rPr lang="de-DE" sz="2000" b="0">
                <a:latin typeface="Segoe UI"/>
              </a:rPr>
              <a:t>Ladezeit: Wie schnell ist etwas sichtbar und bedienbar?</a:t>
            </a:r>
          </a:p>
          <a:p>
            <a:pPr lvl="1">
              <a:defRPr sz="1700" b="0">
                <a:latin typeface="Segoe UI"/>
              </a:defRPr>
            </a:pPr>
            <a:r>
              <a:rPr lang="de-DE" sz="1700" b="0">
                <a:latin typeface="Segoe UI"/>
              </a:rPr>
              <a:t>Einflüsse: Bundle-Größe, Netzwerk, Rendering</a:t>
            </a:r>
          </a:p>
          <a:p>
            <a:pPr>
              <a:defRPr sz="2000" b="0">
                <a:latin typeface="Segoe UI"/>
              </a:defRPr>
            </a:pPr>
            <a:r>
              <a:rPr lang="de-DE" sz="2000" b="0">
                <a:latin typeface="Segoe UI"/>
              </a:rPr>
              <a:t>Laufzeit: Wie flüssig reagiert die App?</a:t>
            </a:r>
          </a:p>
          <a:p>
            <a:pPr lvl="1">
              <a:defRPr sz="1700" b="0">
                <a:latin typeface="Segoe UI"/>
              </a:defRPr>
            </a:pPr>
            <a:r>
              <a:rPr lang="de-DE" sz="1700" b="0">
                <a:latin typeface="Segoe UI"/>
              </a:rPr>
              <a:t>Einflüsse: Change Detection, große Listen, Berechnungen</a:t>
            </a:r>
          </a:p>
          <a:p>
            <a:pPr>
              <a:defRPr sz="2000" b="0">
                <a:latin typeface="Segoe UI"/>
              </a:defRPr>
            </a:pPr>
            <a:r>
              <a:rPr lang="de-DE" sz="2000" b="0">
                <a:latin typeface="Segoe UI"/>
              </a:rPr>
              <a:t>Regel Nr. 1: Erst messen, dann optimieren</a:t>
            </a:r>
          </a:p>
          <a:p>
            <a:pPr>
              <a:defRPr sz="2000" b="0">
                <a:latin typeface="Segoe UI"/>
              </a:defRPr>
            </a:pPr>
            <a:r>
              <a:rPr lang="de-DE" sz="2000" b="0">
                <a:latin typeface="Segoe UI"/>
              </a:rPr>
              <a:t>Vorzeitige Optimierung macht Code komplizierter, ohne zu wirken</a:t>
            </a:r>
          </a:p>
        </p:txBody>
      </p:sp>
    </p:spTree>
  </p:cSld>
  <p:clrMapOvr>
    <a:masterClrMapping/>
  </p:clrMapOvr>
</p:sld>
</file>

<file path=ppt/slides/slide4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Messen: Kennzahlen</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LCP (Largest Contentful Paint): Wann ist der Hauptinhalt sichtbar?</a:t>
            </a:r>
          </a:p>
          <a:p>
            <a:pPr>
              <a:defRPr sz="2000" b="0">
                <a:latin typeface="Segoe UI"/>
              </a:defRPr>
            </a:pPr>
            <a:r>
              <a:rPr lang="de-DE" sz="2000" b="0">
                <a:latin typeface="Segoe UI"/>
              </a:rPr>
              <a:t>INP (Interaction to Next Paint): Wie schnell reagiert die App auf Eingaben?</a:t>
            </a:r>
          </a:p>
          <a:p>
            <a:pPr>
              <a:defRPr sz="2000" b="0">
                <a:latin typeface="Segoe UI"/>
              </a:defRPr>
            </a:pPr>
            <a:r>
              <a:rPr lang="de-DE" sz="2000" b="0">
                <a:latin typeface="Segoe UI"/>
              </a:rPr>
              <a:t>CLS (Cumulative Layout Shift): Springt das Layout beim Laden?</a:t>
            </a:r>
          </a:p>
          <a:p>
            <a:pPr>
              <a:defRPr sz="2000" b="0">
                <a:latin typeface="Segoe UI"/>
              </a:defRPr>
            </a:pPr>
            <a:r>
              <a:rPr lang="de-DE" sz="2000" b="0">
                <a:latin typeface="Segoe UI"/>
              </a:rPr>
              <a:t>Bundle-Größe: Wie viel Code muss der Browser laden?</a:t>
            </a:r>
          </a:p>
        </p:txBody>
      </p:sp>
    </p:spTree>
  </p:cSld>
  <p:clrMapOvr>
    <a:masterClrMapping/>
  </p:clrMapOvr>
</p:sld>
</file>

<file path=ppt/slides/slide4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Messen: Werkzeuge</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Chrome DevTools, Bereich Performance: Flamegraph und lange Aufgaben (Long Tasks)</a:t>
            </a:r>
          </a:p>
          <a:p>
            <a:pPr>
              <a:defRPr sz="2000" b="0">
                <a:latin typeface="Segoe UI"/>
              </a:defRPr>
            </a:pPr>
            <a:r>
              <a:rPr lang="de-DE" sz="2000" b="0">
                <a:latin typeface="Segoe UI"/>
              </a:rPr>
              <a:t>Lighthouse: Ladeverhalten und Kennzahlen (Core Web Vitals)</a:t>
            </a:r>
          </a:p>
          <a:p>
            <a:pPr>
              <a:defRPr sz="2000" b="0">
                <a:latin typeface="Segoe UI"/>
              </a:defRPr>
            </a:pPr>
            <a:r>
              <a:rPr lang="de-DE" sz="2000" b="0">
                <a:latin typeface="Segoe UI"/>
              </a:rPr>
              <a:t>Angular DevTools, Profiler: Welche Komponente wird wie oft geprüft?</a:t>
            </a:r>
          </a:p>
          <a:p>
            <a:pPr>
              <a:defRPr sz="2000" b="0">
                <a:latin typeface="Segoe UI"/>
              </a:defRPr>
            </a:pPr>
            <a:r>
              <a:rPr lang="de-DE" sz="2000" b="0">
                <a:latin typeface="Segoe UI"/>
              </a:rPr>
              <a:t>ng build --stats-json mit einem Analyse-Werkzeug: Was steckt im Bundle?</a:t>
            </a:r>
          </a:p>
          <a:p>
            <a:pPr>
              <a:defRPr sz="2000" b="0">
                <a:latin typeface="Segoe UI"/>
              </a:defRPr>
            </a:pPr>
            <a:r>
              <a:rPr lang="de-DE" sz="2000" b="0">
                <a:latin typeface="Segoe UI"/>
              </a:rPr>
              <a:t>Budgets in angular.json: Der Build schlägt bei zu großem Bundle fehl</a:t>
            </a:r>
          </a:p>
        </p:txBody>
      </p:sp>
    </p:spTree>
  </p:cSld>
  <p:clrMapOvr>
    <a:masterClrMapping/>
  </p:clrMapOvr>
</p:sld>
</file>

<file path=ppt/slides/slide4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Wie Angular rendert</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Früher mit Zone.js: Jedes Ereignis, jeder Timer, jede HTTP-Antwort prüft den ganzen Baum</a:t>
            </a:r>
          </a:p>
          <a:p>
            <a:pPr>
              <a:defRPr sz="2000" b="0">
                <a:latin typeface="Segoe UI"/>
              </a:defRPr>
            </a:pPr>
            <a:r>
              <a:rPr lang="de-DE" sz="2000" b="0">
                <a:latin typeface="Segoe UI"/>
              </a:rPr>
              <a:t>Heute zoneless mit Signals: Ändert sich ein Signal, werden nur betroffene Komponenten geprüft</a:t>
            </a:r>
          </a:p>
          <a:p>
            <a:pPr>
              <a:defRPr sz="2000" b="0">
                <a:latin typeface="Segoe UI"/>
              </a:defRPr>
            </a:pPr>
            <a:r>
              <a:rPr lang="de-DE" sz="2000" b="0">
                <a:latin typeface="Segoe UI"/>
              </a:rPr>
              <a:t>OnPush: Prüfung nur bei geänderten Inputs, Ereignissen im Template oder geänderten Signals</a:t>
            </a:r>
          </a:p>
          <a:p>
            <a:pPr>
              <a:defRPr sz="2000" b="0">
                <a:latin typeface="Segoe UI"/>
              </a:defRPr>
            </a:pPr>
            <a:r>
              <a:rPr lang="de-DE" sz="2000" b="0">
                <a:latin typeface="Segoe UI"/>
              </a:rPr>
              <a:t>Empfehlung: changeDetection: ChangeDetectionStrategy.OnPush für alle neuen Komponenten</a:t>
            </a:r>
          </a:p>
          <a:p>
            <a:pPr>
              <a:defRPr sz="2000" b="0">
                <a:latin typeface="Segoe UI"/>
              </a:defRPr>
            </a:pPr>
            <a:r>
              <a:rPr lang="de-DE" sz="2000" b="0">
                <a:latin typeface="Segoe UI"/>
              </a:rPr>
              <a:t>Das Startprojekt läuft bereits mit provideZonelessChangeDetection()</a:t>
            </a:r>
          </a:p>
        </p:txBody>
      </p:sp>
    </p:spTree>
  </p:cSld>
  <p:clrMapOvr>
    <a:masterClrMapping/>
  </p:clrMapOvr>
</p:sld>
</file>

<file path=ppt/slides/slide4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Struktur beeinflusst die Laufzeit</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Kleine Komponenten mit eigenen Signals ergeben kleine Aktualisierungsbereiche</a:t>
            </a:r>
          </a:p>
          <a:p>
            <a:pPr>
              <a:defRPr sz="2000" b="0">
                <a:latin typeface="Segoe UI"/>
              </a:defRPr>
            </a:pPr>
            <a:r>
              <a:rPr lang="de-DE" sz="2000" b="0">
                <a:latin typeface="Segoe UI"/>
              </a:rPr>
              <a:t>Eine große Komponente, die alles liest, wird bei jeder Änderung komplett neu bewertet</a:t>
            </a:r>
          </a:p>
          <a:p>
            <a:pPr>
              <a:defRPr sz="2000" b="0">
                <a:latin typeface="Segoe UI"/>
              </a:defRPr>
            </a:pPr>
            <a:r>
              <a:rPr lang="de-DE" sz="2000" b="0">
                <a:latin typeface="Segoe UI"/>
              </a:rPr>
              <a:t>Beispiel Invoice-App: Der Filtertext darf nur die Liste neu rendern, nicht den Kopfbereich</a:t>
            </a:r>
          </a:p>
          <a:p>
            <a:pPr>
              <a:defRPr sz="2000" b="0">
                <a:latin typeface="Segoe UI"/>
              </a:defRPr>
            </a:pPr>
            <a:r>
              <a:rPr lang="de-DE" sz="2000" b="0">
                <a:latin typeface="Segoe UI"/>
              </a:rPr>
              <a:t>Ein weiterer Grund für die Aufteilung in kleine Komponenten aus dem Kapitel zur Wartbarkeit</a:t>
            </a:r>
          </a:p>
        </p:txBody>
      </p:sp>
    </p:spTree>
  </p:cSld>
  <p:clrMapOvr>
    <a:masterClrMapping/>
  </p:clrMapOvr>
</p:sld>
</file>

<file path=ppt/slides/slide4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10"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Zustandsstruktur und Rendering</a:t>
            </a:r>
            <a:endParaRPr lang="de-DE" sz="4400" b="0" u="none" strike="noStrike">
              <a:solidFill>
                <a:srgbClr val="000000"/>
              </a:solidFill>
              <a:uFillTx/>
              <a:latin typeface="Arial"/>
            </a:endParaRPr>
          </a:p>
        </p:txBody>
      </p:sp>
      <p:sp>
        <p:nvSpPr>
          <p:cNvPr id="811"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a:bodyPr>
          <a:lstStyle/>
          <a:p>
            <a:pPr indent="0" defTabSz="914400">
              <a:lnSpc>
                <a:spcPct val="90000"/>
              </a:lnSpc>
              <a:spcBef>
                <a:spcPts val="200"/>
              </a:spcBef>
              <a:buNone/>
              <a:tabLst>
                <a:tab pos="0" algn="l"/>
              </a:tabLst>
            </a:pPr>
            <a:r>
              <a:rPr lang="de-DE" sz="1600" b="0" u="none" strike="noStrike">
                <a:solidFill>
                  <a:srgbClr val="1E347B"/>
                </a:solidFill>
                <a:uFillTx/>
                <a:latin typeface="SourceCodePro"/>
              </a:rPr>
              <a:t>// Schlecht: ein grobes Objekt-Signal, jede Änderung betrifft alle Leser</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state = signal({ customers: [], filter: '', selectedId: null });</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Besser: feine Signals und computed, nur betroffene Leser werden aktualisiert</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customers  = signal&lt;Customer[]&gt;([]);</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filter     = signal('');</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selectedId = signal&lt;string | null&gt;(null);</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selected   = computed(() =&gt; this.customers().find(c =&gt; c.id === this.selectedId()));</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computed liefert bei gleichem Ergebnis dieselbe Referenz,</a:t>
            </a:r>
            <a:endParaRPr lang="de-DE" sz="1600" b="0" u="none" strike="noStrike">
              <a:solidFill>
                <a:srgbClr val="000000"/>
              </a:solidFill>
              <a:uFillTx/>
              <a:latin typeface="Arial"/>
            </a:endParaRPr>
          </a:p>
          <a:p>
            <a:pPr indent="0" defTabSz="914400">
              <a:lnSpc>
                <a:spcPct val="90000"/>
              </a:lnSpc>
              <a:spcBef>
                <a:spcPts val="200"/>
              </a:spcBef>
              <a:buNone/>
              <a:tabLst>
                <a:tab pos="0" algn="l"/>
              </a:tabLst>
            </a:pPr>
            <a:r>
              <a:rPr lang="de-DE" sz="1600" b="0" u="none" strike="noStrike">
                <a:solidFill>
                  <a:srgbClr val="1E347B"/>
                </a:solidFill>
                <a:uFillTx/>
                <a:latin typeface="SourceCodePro"/>
              </a:rPr>
              <a:t>// nachfolgende Leser rechnen dann nicht neu.</a:t>
            </a:r>
            <a:endParaRPr lang="de-DE" sz="1600" b="0" u="none" strike="noStrike">
              <a:solidFill>
                <a:srgbClr val="000000"/>
              </a:solidFill>
              <a:uFillTx/>
              <a:latin typeface="Arial"/>
            </a:endParaRPr>
          </a:p>
        </p:txBody>
      </p:sp>
    </p:spTree>
  </p:cSld>
  <p:clrMapOvr>
    <a:masterClrMapping/>
  </p:clrMapOvr>
</p:sld>
</file>

<file path=ppt/slides/slide4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10"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@for und track</a:t>
            </a:r>
            <a:endParaRPr lang="de-DE" sz="4400" b="0" u="none" strike="noStrike">
              <a:solidFill>
                <a:srgbClr val="000000"/>
              </a:solidFill>
              <a:uFillTx/>
              <a:latin typeface="Arial"/>
            </a:endParaRPr>
          </a:p>
        </p:txBody>
      </p:sp>
      <p:sp>
        <p:nvSpPr>
          <p:cNvPr id="811"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a:bodyPr>
          <a:lstStyle/>
          <a:p>
            <a:pPr indent="0" defTabSz="914400">
              <a:lnSpc>
                <a:spcPct val="90000"/>
              </a:lnSpc>
              <a:spcBef>
                <a:spcPts val="730"/>
              </a:spcBef>
              <a:buNone/>
              <a:tabLst>
                <a:tab pos="0" algn="l"/>
              </a:tabLst>
            </a:pPr>
            <a:r>
              <a:rPr lang="de-DE" sz="2000" b="0" u="none" strike="noStrike">
                <a:solidFill>
                  <a:srgbClr val="1E347B"/>
                </a:solidFill>
                <a:uFillTx/>
                <a:latin typeface="SourceCodePro"/>
              </a:rPr>
              <a:t>&lt;!-- Schlecht: Objektidentität (so im Startprojekt) --&gt;</a:t>
            </a:r>
            <a:endParaRPr lang="de-DE" sz="2000" b="0" u="none" strike="noStrike">
              <a:solidFill>
                <a:srgbClr val="000000"/>
              </a:solidFill>
              <a:uFillTx/>
              <a:latin typeface="Arial"/>
            </a:endParaRPr>
          </a:p>
          <a:p>
            <a:pPr indent="0" defTabSz="914400">
              <a:lnSpc>
                <a:spcPct val="90000"/>
              </a:lnSpc>
              <a:spcBef>
                <a:spcPts val="730"/>
              </a:spcBef>
              <a:buNone/>
              <a:tabLst>
                <a:tab pos="0" algn="l"/>
              </a:tabLst>
            </a:pPr>
            <a:r>
              <a:rPr lang="de-DE" sz="2000" b="0" u="none" strike="noStrike">
                <a:solidFill>
                  <a:srgbClr val="1E347B"/>
                </a:solidFill>
                <a:uFillTx/>
                <a:latin typeface="SourceCodePro"/>
              </a:rPr>
              <a:t>@for (c of filteredCustomers(); track c) {</a:t>
            </a:r>
            <a:endParaRPr lang="de-DE" sz="2000" b="0" u="none" strike="noStrike">
              <a:solidFill>
                <a:srgbClr val="000000"/>
              </a:solidFill>
              <a:uFillTx/>
              <a:latin typeface="Arial"/>
            </a:endParaRPr>
          </a:p>
          <a:p>
            <a:pPr indent="0" defTabSz="914400">
              <a:lnSpc>
                <a:spcPct val="90000"/>
              </a:lnSpc>
              <a:spcBef>
                <a:spcPts val="730"/>
              </a:spcBef>
              <a:buNone/>
              <a:tabLst>
                <a:tab pos="0" algn="l"/>
              </a:tabLst>
            </a:pPr>
            <a:r>
              <a:rPr lang="de-DE" sz="2000" b="0" u="none" strike="noStrike">
                <a:solidFill>
                  <a:srgbClr val="1E347B"/>
                </a:solidFill>
                <a:uFillTx/>
                <a:latin typeface="SourceCodePro"/>
              </a:rPr>
              <a:t>  &lt;app-customer-list-item [customer]="c" /&gt;</a:t>
            </a:r>
            <a:endParaRPr lang="de-DE" sz="2000" b="0" u="none" strike="noStrike">
              <a:solidFill>
                <a:srgbClr val="000000"/>
              </a:solidFill>
              <a:uFillTx/>
              <a:latin typeface="Arial"/>
            </a:endParaRPr>
          </a:p>
          <a:p>
            <a:pPr indent="0" defTabSz="914400">
              <a:lnSpc>
                <a:spcPct val="90000"/>
              </a:lnSpc>
              <a:spcBef>
                <a:spcPts val="730"/>
              </a:spcBef>
              <a:buNone/>
              <a:tabLst>
                <a:tab pos="0" algn="l"/>
              </a:tabLst>
            </a:pPr>
            <a:r>
              <a:rPr lang="de-DE" sz="2000" b="0" u="none" strike="noStrike">
                <a:solidFill>
                  <a:srgbClr val="1E347B"/>
                </a:solidFill>
                <a:uFillTx/>
                <a:latin typeface="SourceCodePro"/>
              </a:rPr>
              <a:t>}</a:t>
            </a:r>
            <a:endParaRPr lang="de-DE" sz="2000" b="0" u="none" strike="noStrike">
              <a:solidFill>
                <a:srgbClr val="000000"/>
              </a:solidFill>
              <a:uFillTx/>
              <a:latin typeface="Arial"/>
            </a:endParaRPr>
          </a:p>
          <a:p>
            <a:pPr indent="0" defTabSz="914400">
              <a:lnSpc>
                <a:spcPct val="90000"/>
              </a:lnSpc>
              <a:spcBef>
                <a:spcPts val="730"/>
              </a:spcBef>
              <a:buNone/>
              <a:tabLst>
                <a:tab pos="0" algn="l"/>
              </a:tabLst>
            </a:pPr>
            <a:r>
              <a:rPr lang="de-DE" sz="2000" b="0" u="none" strike="noStrike">
                <a:solidFill>
                  <a:srgbClr val="1E347B"/>
                </a:solidFill>
                <a:uFillTx/>
                <a:latin typeface="SourceCodePro"/>
              </a:rPr>
              <a:t/>
            </a:r>
            <a:endParaRPr lang="de-DE" sz="2000" b="0" u="none" strike="noStrike">
              <a:solidFill>
                <a:srgbClr val="000000"/>
              </a:solidFill>
              <a:uFillTx/>
              <a:latin typeface="Arial"/>
            </a:endParaRPr>
          </a:p>
          <a:p>
            <a:pPr indent="0" defTabSz="914400">
              <a:lnSpc>
                <a:spcPct val="90000"/>
              </a:lnSpc>
              <a:spcBef>
                <a:spcPts val="730"/>
              </a:spcBef>
              <a:buNone/>
              <a:tabLst>
                <a:tab pos="0" algn="l"/>
              </a:tabLst>
            </a:pPr>
            <a:r>
              <a:rPr lang="de-DE" sz="2000" b="0" u="none" strike="noStrike">
                <a:solidFill>
                  <a:srgbClr val="1E347B"/>
                </a:solidFill>
                <a:uFillTx/>
                <a:latin typeface="SourceCodePro"/>
              </a:rPr>
              <a:t>&lt;!-- Besser: stabile, eindeutige ID --&gt;</a:t>
            </a:r>
            <a:endParaRPr lang="de-DE" sz="2000" b="0" u="none" strike="noStrike">
              <a:solidFill>
                <a:srgbClr val="000000"/>
              </a:solidFill>
              <a:uFillTx/>
              <a:latin typeface="Arial"/>
            </a:endParaRPr>
          </a:p>
          <a:p>
            <a:pPr indent="0" defTabSz="914400">
              <a:lnSpc>
                <a:spcPct val="90000"/>
              </a:lnSpc>
              <a:spcBef>
                <a:spcPts val="730"/>
              </a:spcBef>
              <a:buNone/>
              <a:tabLst>
                <a:tab pos="0" algn="l"/>
              </a:tabLst>
            </a:pPr>
            <a:r>
              <a:rPr lang="de-DE" sz="2000" b="0" u="none" strike="noStrike">
                <a:solidFill>
                  <a:srgbClr val="1E347B"/>
                </a:solidFill>
                <a:uFillTx/>
                <a:latin typeface="SourceCodePro"/>
              </a:rPr>
              <a:t>@for (c of filteredCustomers(); track c.id) {</a:t>
            </a:r>
            <a:endParaRPr lang="de-DE" sz="2000" b="0" u="none" strike="noStrike">
              <a:solidFill>
                <a:srgbClr val="000000"/>
              </a:solidFill>
              <a:uFillTx/>
              <a:latin typeface="Arial"/>
            </a:endParaRPr>
          </a:p>
          <a:p>
            <a:pPr indent="0" defTabSz="914400">
              <a:lnSpc>
                <a:spcPct val="90000"/>
              </a:lnSpc>
              <a:spcBef>
                <a:spcPts val="730"/>
              </a:spcBef>
              <a:buNone/>
              <a:tabLst>
                <a:tab pos="0" algn="l"/>
              </a:tabLst>
            </a:pPr>
            <a:r>
              <a:rPr lang="de-DE" sz="2000" b="0" u="none" strike="noStrike">
                <a:solidFill>
                  <a:srgbClr val="1E347B"/>
                </a:solidFill>
                <a:uFillTx/>
                <a:latin typeface="SourceCodePro"/>
              </a:rPr>
              <a:t>  &lt;app-customer-list-item [customer]="c" /&gt;</a:t>
            </a:r>
            <a:endParaRPr lang="de-DE" sz="2000" b="0" u="none" strike="noStrike">
              <a:solidFill>
                <a:srgbClr val="000000"/>
              </a:solidFill>
              <a:uFillTx/>
              <a:latin typeface="Arial"/>
            </a:endParaRPr>
          </a:p>
          <a:p>
            <a:pPr indent="0" defTabSz="914400">
              <a:lnSpc>
                <a:spcPct val="90000"/>
              </a:lnSpc>
              <a:spcBef>
                <a:spcPts val="730"/>
              </a:spcBef>
              <a:buNone/>
              <a:tabLst>
                <a:tab pos="0" algn="l"/>
              </a:tabLst>
            </a:pPr>
            <a:r>
              <a:rPr lang="de-DE" sz="2000" b="0" u="none" strike="noStrike">
                <a:solidFill>
                  <a:srgbClr val="1E347B"/>
                </a:solidFill>
                <a:uFillTx/>
                <a:latin typeface="SourceCodePro"/>
              </a:rPr>
              <a:t>}</a:t>
            </a:r>
            <a:endParaRPr lang="de-DE" sz="2000" b="0" u="none" strike="noStrike">
              <a:solidFill>
                <a:srgbClr val="000000"/>
              </a:solidFill>
              <a:uFillTx/>
              <a:latin typeface="Arial"/>
            </a:endParaRPr>
          </a:p>
        </p:txBody>
      </p:sp>
    </p:spTree>
  </p:cSld>
  <p:clrMapOvr>
    <a:masterClrMapping/>
  </p:clrMapOvr>
</p:sld>
</file>

<file path=ppt/slides/slide4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track: Regeln</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Mit track c entstehen bei neu geladenen Objekten alle DOM-Elemente neu</a:t>
            </a:r>
          </a:p>
          <a:p>
            <a:pPr>
              <a:defRPr sz="2000" b="0">
                <a:latin typeface="Segoe UI"/>
              </a:defRPr>
            </a:pPr>
            <a:r>
              <a:rPr lang="de-DE" sz="2000" b="0">
                <a:latin typeface="Segoe UI"/>
              </a:rPr>
              <a:t>Zustand der Zeilen (Fokus, Animation) geht dabei verloren</a:t>
            </a:r>
          </a:p>
          <a:p>
            <a:pPr>
              <a:defRPr sz="2000" b="0">
                <a:latin typeface="Segoe UI"/>
              </a:defRPr>
            </a:pPr>
            <a:r>
              <a:rPr lang="de-DE" sz="2000" b="0">
                <a:latin typeface="Segoe UI"/>
              </a:rPr>
              <a:t>track $index nur verwenden, wenn die Liste statisch ist</a:t>
            </a:r>
          </a:p>
          <a:p>
            <a:pPr>
              <a:defRPr sz="2000" b="0">
                <a:latin typeface="Segoe UI"/>
              </a:defRPr>
            </a:pPr>
            <a:r>
              <a:rPr lang="de-DE" sz="2000" b="0">
                <a:latin typeface="Segoe UI"/>
              </a:rPr>
              <a:t>Faustregel: Eine stabile, eindeutige ID verwenden</a:t>
            </a:r>
          </a:p>
        </p:txBody>
      </p:sp>
    </p:spTree>
  </p:cSld>
  <p:clrMapOvr>
    <a:masterClrMapping/>
  </p:clrMapOvr>
</p:sld>
</file>

<file path=ppt/slides/slide4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10"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Berechnungen im Template</a:t>
            </a:r>
            <a:endParaRPr lang="de-DE" sz="4400" b="0" u="none" strike="noStrike">
              <a:solidFill>
                <a:srgbClr val="000000"/>
              </a:solidFill>
              <a:uFillTx/>
              <a:latin typeface="Arial"/>
            </a:endParaRPr>
          </a:p>
        </p:txBody>
      </p:sp>
      <p:sp>
        <p:nvSpPr>
          <p:cNvPr id="811"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a:bodyPr>
          <a:lstStyle/>
          <a:p>
            <a:pPr indent="0" defTabSz="914400">
              <a:lnSpc>
                <a:spcPct val="90000"/>
              </a:lnSpc>
              <a:spcBef>
                <a:spcPts val="100"/>
              </a:spcBef>
              <a:buNone/>
              <a:tabLst>
                <a:tab pos="0" algn="l"/>
              </a:tabLst>
            </a:pPr>
            <a:r>
              <a:rPr lang="de-DE" sz="1400" b="0" u="none" strike="noStrike">
                <a:solidFill>
                  <a:srgbClr val="1E347B"/>
                </a:solidFill>
                <a:uFillTx/>
                <a:latin typeface="SourceCodePro"/>
              </a:rPr>
              <a:t>{{ expensiveSum() }}      &lt;!-- Methode: wird bei jeder Change Detection aufgerufen --&gt;</a:t>
            </a:r>
            <a:endParaRPr lang="de-DE" sz="1400" b="0" u="none" strike="noStrike">
              <a:solidFill>
                <a:srgbClr val="000000"/>
              </a:solidFill>
              <a:uFillTx/>
              <a:latin typeface="Arial"/>
            </a:endParaRPr>
          </a:p>
          <a:p>
            <a:pPr indent="0" defTabSz="914400">
              <a:lnSpc>
                <a:spcPct val="90000"/>
              </a:lnSpc>
              <a:spcBef>
                <a:spcPts val="100"/>
              </a:spcBef>
              <a:buNone/>
              <a:tabLst>
                <a:tab pos="0" algn="l"/>
              </a:tabLst>
            </a:pPr>
            <a:r>
              <a:rPr lang="de-DE" sz="1400" b="0" u="none" strike="noStrike">
                <a:solidFill>
                  <a:srgbClr val="1E347B"/>
                </a:solidFill>
                <a:uFillTx/>
                <a:latin typeface="SourceCodePro"/>
              </a:rPr>
              <a:t/>
            </a:r>
            <a:endParaRPr lang="de-DE" sz="1400" b="0" u="none" strike="noStrike">
              <a:solidFill>
                <a:srgbClr val="000000"/>
              </a:solidFill>
              <a:uFillTx/>
              <a:latin typeface="Arial"/>
            </a:endParaRPr>
          </a:p>
          <a:p>
            <a:pPr indent="0" defTabSz="914400">
              <a:lnSpc>
                <a:spcPct val="90000"/>
              </a:lnSpc>
              <a:spcBef>
                <a:spcPts val="100"/>
              </a:spcBef>
              <a:buNone/>
              <a:tabLst>
                <a:tab pos="0" algn="l"/>
              </a:tabLst>
            </a:pPr>
            <a:r>
              <a:rPr lang="de-DE" sz="1400" b="0" u="none" strike="noStrike">
                <a:solidFill>
                  <a:srgbClr val="1E347B"/>
                </a:solidFill>
                <a:uFillTx/>
                <a:latin typeface="SourceCodePro"/>
              </a:rPr>
              <a:t>{{ total() }}             &lt;!-- computed: gecacht, rechnet nur bei geänderten Eingaben --&gt;</a:t>
            </a:r>
            <a:endParaRPr lang="de-DE" sz="1400" b="0" u="none" strike="noStrike">
              <a:solidFill>
                <a:srgbClr val="000000"/>
              </a:solidFill>
              <a:uFillTx/>
              <a:latin typeface="Arial"/>
            </a:endParaRPr>
          </a:p>
          <a:p>
            <a:pPr indent="0" defTabSz="914400">
              <a:lnSpc>
                <a:spcPct val="90000"/>
              </a:lnSpc>
              <a:spcBef>
                <a:spcPts val="100"/>
              </a:spcBef>
              <a:buNone/>
              <a:tabLst>
                <a:tab pos="0" algn="l"/>
              </a:tabLst>
            </a:pPr>
            <a:r>
              <a:rPr lang="de-DE" sz="1400" b="0" u="none" strike="noStrike">
                <a:solidFill>
                  <a:srgbClr val="1E347B"/>
                </a:solidFill>
                <a:uFillTx/>
                <a:latin typeface="SourceCodePro"/>
              </a:rPr>
              <a:t/>
            </a:r>
            <a:endParaRPr lang="de-DE" sz="1400" b="0" u="none" strike="noStrike">
              <a:solidFill>
                <a:srgbClr val="000000"/>
              </a:solidFill>
              <a:uFillTx/>
              <a:latin typeface="Arial"/>
            </a:endParaRPr>
          </a:p>
          <a:p>
            <a:pPr indent="0" defTabSz="914400">
              <a:lnSpc>
                <a:spcPct val="90000"/>
              </a:lnSpc>
              <a:spcBef>
                <a:spcPts val="100"/>
              </a:spcBef>
              <a:buNone/>
              <a:tabLst>
                <a:tab pos="0" algn="l"/>
              </a:tabLst>
            </a:pPr>
            <a:r>
              <a:rPr lang="de-DE" sz="1400" b="0" u="none" strike="noStrike">
                <a:solidFill>
                  <a:srgbClr val="1E347B"/>
                </a:solidFill>
                <a:uFillTx/>
                <a:latin typeface="SourceCodePro"/>
              </a:rPr>
              <a:t>{{ customer.lastOrderDate | daysAgo }}   &lt;!-- reine Pipe: gecacht je Eingabe --&gt;</a:t>
            </a:r>
            <a:endParaRPr lang="de-DE" sz="1400" b="0" u="none" strike="noStrike">
              <a:solidFill>
                <a:srgbClr val="000000"/>
              </a:solidFill>
              <a:uFillTx/>
              <a:latin typeface="Arial"/>
            </a:endParaRPr>
          </a:p>
          <a:p>
            <a:pPr indent="0" defTabSz="914400">
              <a:lnSpc>
                <a:spcPct val="90000"/>
              </a:lnSpc>
              <a:spcBef>
                <a:spcPts val="100"/>
              </a:spcBef>
              <a:buNone/>
              <a:tabLst>
                <a:tab pos="0" algn="l"/>
              </a:tabLst>
            </a:pPr>
            <a:r>
              <a:rPr lang="de-DE" sz="1400" b="0" u="none" strike="noStrike">
                <a:solidFill>
                  <a:srgbClr val="1E347B"/>
                </a:solidFill>
                <a:uFillTx/>
                <a:latin typeface="SourceCodePro"/>
              </a:rPr>
              <a:t/>
            </a:r>
            <a:endParaRPr lang="de-DE" sz="1400" b="0" u="none" strike="noStrike">
              <a:solidFill>
                <a:srgbClr val="000000"/>
              </a:solidFill>
              <a:uFillTx/>
              <a:latin typeface="Arial"/>
            </a:endParaRPr>
          </a:p>
          <a:p>
            <a:pPr indent="0" defTabSz="914400">
              <a:lnSpc>
                <a:spcPct val="90000"/>
              </a:lnSpc>
              <a:spcBef>
                <a:spcPts val="100"/>
              </a:spcBef>
              <a:buNone/>
              <a:tabLst>
                <a:tab pos="0" algn="l"/>
              </a:tabLst>
            </a:pPr>
            <a:r>
              <a:rPr lang="de-DE" sz="1400" b="0" u="none" strike="noStrike">
                <a:solidFill>
                  <a:srgbClr val="1E347B"/>
                </a:solidFill>
                <a:uFillTx/>
                <a:latin typeface="SourceCodePro"/>
              </a:rPr>
              <a:t>&lt;!-- Vorsicht bei unreinen Pipes (pure: false) und async-Pipe in Schleifen --&gt;</a:t>
            </a:r>
            <a:endParaRPr lang="de-DE" sz="1400" b="0" u="none" strike="noStrike">
              <a:solidFill>
                <a:srgbClr val="000000"/>
              </a:solidFill>
              <a:uFillTx/>
              <a:latin typeface="Arial"/>
            </a:endParaRPr>
          </a:p>
        </p:txBody>
      </p:sp>
    </p:spTree>
  </p:cSld>
  <p:clrMapOvr>
    <a:masterClrMapping/>
  </p:clrMapOvr>
</p:sld>
</file>

<file path=ppt/slides/slide4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Große Listen</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track mit ID: weniger Neuaufbau der DOM-Elemente</a:t>
            </a:r>
          </a:p>
          <a:p>
            <a:pPr>
              <a:defRPr sz="2000" b="0">
                <a:latin typeface="Segoe UI"/>
              </a:defRPr>
            </a:pPr>
            <a:r>
              <a:rPr lang="de-DE" sz="2000" b="0">
                <a:latin typeface="Segoe UI"/>
              </a:rPr>
              <a:t>Virtual Scrolling (@angular/cdk/scrolling): nur sichtbare Zeilen sind im DOM</a:t>
            </a:r>
          </a:p>
          <a:p>
            <a:pPr>
              <a:defRPr sz="2000" b="0">
                <a:latin typeface="Segoe UI"/>
              </a:defRPr>
            </a:pPr>
            <a:r>
              <a:rPr lang="de-DE" sz="2000" b="0">
                <a:latin typeface="Segoe UI"/>
              </a:rPr>
              <a:t>Paginierung oder serverseitiges Filtern: weniger Daten werden übertragen</a:t>
            </a:r>
          </a:p>
          <a:p>
            <a:pPr>
              <a:defRPr sz="2000" b="0">
                <a:latin typeface="Segoe UI"/>
              </a:defRPr>
            </a:pPr>
            <a:r>
              <a:rPr lang="de-DE" sz="2000" b="0">
                <a:latin typeface="Segoe UI"/>
              </a:rPr>
              <a:t>Debounce für Filtereingaben: weniger Neuberechnungen</a:t>
            </a:r>
          </a:p>
          <a:p>
            <a:pPr>
              <a:defRPr sz="2000" b="0">
                <a:latin typeface="Segoe UI"/>
              </a:defRPr>
            </a:pPr>
            <a:r>
              <a:rPr lang="de-DE" sz="2000" b="0">
                <a:latin typeface="Segoe UI"/>
              </a:rPr>
              <a:t>Leichte Zeilenkomponenten mit OnPush: günstigeres Prüfen</a:t>
            </a:r>
          </a:p>
        </p:txBody>
      </p:sp>
    </p:spTree>
  </p:cSld>
  <p:clrMapOvr>
    <a:masterClrMapping/>
  </p:clrMapOvr>
</p:sld>
</file>

<file path=ppt/slides/slide4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10"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de-DE" sz="4400" b="0" u="none" strike="noStrike">
                <a:solidFill>
                  <a:schemeClr val="dk1"/>
                </a:solidFill>
                <a:uFillTx/>
                <a:latin typeface="Calibri Light"/>
              </a:rPr>
              <a:t>Debounce für den Filter</a:t>
            </a:r>
            <a:endParaRPr lang="de-DE" sz="4400" b="0" u="none" strike="noStrike">
              <a:solidFill>
                <a:srgbClr val="000000"/>
              </a:solidFill>
              <a:uFillTx/>
              <a:latin typeface="Arial"/>
            </a:endParaRPr>
          </a:p>
        </p:txBody>
      </p:sp>
      <p:sp>
        <p:nvSpPr>
          <p:cNvPr id="811" name="PlaceHolder 2"/>
          <p:cNvSpPr>
            <a:spLocks noGrp="1"/>
          </p:cNvSpPr>
          <p:nvPr>
            <p:ph/>
          </p:nvPr>
        </p:nvSpPr>
        <p:spPr>
          <a:xfrm>
            <a:off x="838080" y="1825560"/>
            <a:ext cx="10514160" cy="4349880"/>
          </a:xfrm>
          <a:prstGeom prst="rect">
            <a:avLst/>
          </a:prstGeom>
          <a:noFill/>
          <a:ln w="0">
            <a:noFill/>
          </a:ln>
        </p:spPr>
        <p:txBody>
          <a:bodyPr lIns="91440" tIns="45720" rIns="91440" bIns="45720" anchor="t">
            <a:normAutofit/>
          </a:bodyPr>
          <a:lstStyle/>
          <a:p>
            <a:pPr indent="0" defTabSz="914400">
              <a:lnSpc>
                <a:spcPct val="90000"/>
              </a:lnSpc>
              <a:spcBef>
                <a:spcPts val="730"/>
              </a:spcBef>
              <a:buNone/>
              <a:tabLst>
                <a:tab pos="0" algn="l"/>
              </a:tabLst>
            </a:pPr>
            <a:r>
              <a:rPr lang="de-DE" sz="2000" b="0" u="none" strike="noStrike">
                <a:solidFill>
                  <a:srgbClr val="1E347B"/>
                </a:solidFill>
                <a:uFillTx/>
                <a:latin typeface="SourceCodePro"/>
              </a:rPr>
              <a:t>// filterText ist ein Signal, das an das Eingabefeld gebunden ist</a:t>
            </a:r>
            <a:endParaRPr lang="de-DE" sz="2000" b="0" u="none" strike="noStrike">
              <a:solidFill>
                <a:srgbClr val="000000"/>
              </a:solidFill>
              <a:uFillTx/>
              <a:latin typeface="Arial"/>
            </a:endParaRPr>
          </a:p>
          <a:p>
            <a:pPr indent="0" defTabSz="914400">
              <a:lnSpc>
                <a:spcPct val="90000"/>
              </a:lnSpc>
              <a:spcBef>
                <a:spcPts val="730"/>
              </a:spcBef>
              <a:buNone/>
              <a:tabLst>
                <a:tab pos="0" algn="l"/>
              </a:tabLst>
            </a:pPr>
            <a:r>
              <a:rPr lang="de-DE" sz="2000" b="0" u="none" strike="noStrike">
                <a:solidFill>
                  <a:srgbClr val="1E347B"/>
                </a:solidFill>
                <a:uFillTx/>
                <a:latin typeface="SourceCodePro"/>
              </a:rPr>
              <a:t>debouncedFilter = toSignal(</a:t>
            </a:r>
            <a:endParaRPr lang="de-DE" sz="2000" b="0" u="none" strike="noStrike">
              <a:solidFill>
                <a:srgbClr val="000000"/>
              </a:solidFill>
              <a:uFillTx/>
              <a:latin typeface="Arial"/>
            </a:endParaRPr>
          </a:p>
          <a:p>
            <a:pPr indent="0" defTabSz="914400">
              <a:lnSpc>
                <a:spcPct val="90000"/>
              </a:lnSpc>
              <a:spcBef>
                <a:spcPts val="730"/>
              </a:spcBef>
              <a:buNone/>
              <a:tabLst>
                <a:tab pos="0" algn="l"/>
              </a:tabLst>
            </a:pPr>
            <a:r>
              <a:rPr lang="de-DE" sz="2000" b="0" u="none" strike="noStrike">
                <a:solidFill>
                  <a:srgbClr val="1E347B"/>
                </a:solidFill>
                <a:uFillTx/>
                <a:latin typeface="SourceCodePro"/>
              </a:rPr>
              <a:t>  toObservable(this.filterText).pipe(debounceTime(250)),</a:t>
            </a:r>
            <a:endParaRPr lang="de-DE" sz="2000" b="0" u="none" strike="noStrike">
              <a:solidFill>
                <a:srgbClr val="000000"/>
              </a:solidFill>
              <a:uFillTx/>
              <a:latin typeface="Arial"/>
            </a:endParaRPr>
          </a:p>
          <a:p>
            <a:pPr indent="0" defTabSz="914400">
              <a:lnSpc>
                <a:spcPct val="90000"/>
              </a:lnSpc>
              <a:spcBef>
                <a:spcPts val="730"/>
              </a:spcBef>
              <a:buNone/>
              <a:tabLst>
                <a:tab pos="0" algn="l"/>
              </a:tabLst>
            </a:pPr>
            <a:r>
              <a:rPr lang="de-DE" sz="2000" b="0" u="none" strike="noStrike">
                <a:solidFill>
                  <a:srgbClr val="1E347B"/>
                </a:solidFill>
                <a:uFillTx/>
                <a:latin typeface="SourceCodePro"/>
              </a:rPr>
              <a:t>  { initialValue: '' }</a:t>
            </a:r>
            <a:endParaRPr lang="de-DE" sz="2000" b="0" u="none" strike="noStrike">
              <a:solidFill>
                <a:srgbClr val="000000"/>
              </a:solidFill>
              <a:uFillTx/>
              <a:latin typeface="Arial"/>
            </a:endParaRPr>
          </a:p>
          <a:p>
            <a:pPr indent="0" defTabSz="914400">
              <a:lnSpc>
                <a:spcPct val="90000"/>
              </a:lnSpc>
              <a:spcBef>
                <a:spcPts val="730"/>
              </a:spcBef>
              <a:buNone/>
              <a:tabLst>
                <a:tab pos="0" algn="l"/>
              </a:tabLst>
            </a:pPr>
            <a:r>
              <a:rPr lang="de-DE" sz="2000" b="0" u="none" strike="noStrike">
                <a:solidFill>
                  <a:srgbClr val="1E347B"/>
                </a:solidFill>
                <a:uFillTx/>
                <a:latin typeface="SourceCodePro"/>
              </a:rPr>
              <a:t>);</a:t>
            </a:r>
            <a:endParaRPr lang="de-DE" sz="2000" b="0" u="none" strike="noStrike">
              <a:solidFill>
                <a:srgbClr val="000000"/>
              </a:solidFill>
              <a:uFillTx/>
              <a:latin typeface="Arial"/>
            </a:endParaRPr>
          </a:p>
          <a:p>
            <a:pPr indent="0" defTabSz="914400">
              <a:lnSpc>
                <a:spcPct val="90000"/>
              </a:lnSpc>
              <a:spcBef>
                <a:spcPts val="730"/>
              </a:spcBef>
              <a:buNone/>
              <a:tabLst>
                <a:tab pos="0" algn="l"/>
              </a:tabLst>
            </a:pPr>
            <a:r>
              <a:rPr lang="de-DE" sz="2000" b="0" u="none" strike="noStrike">
                <a:solidFill>
                  <a:srgbClr val="1E347B"/>
                </a:solidFill>
                <a:uFillTx/>
                <a:latin typeface="SourceCodePro"/>
              </a:rPr>
              <a:t/>
            </a:r>
            <a:endParaRPr lang="de-DE" sz="2000" b="0" u="none" strike="noStrike">
              <a:solidFill>
                <a:srgbClr val="000000"/>
              </a:solidFill>
              <a:uFillTx/>
              <a:latin typeface="Arial"/>
            </a:endParaRPr>
          </a:p>
          <a:p>
            <a:pPr indent="0" defTabSz="914400">
              <a:lnSpc>
                <a:spcPct val="90000"/>
              </a:lnSpc>
              <a:spcBef>
                <a:spcPts val="730"/>
              </a:spcBef>
              <a:buNone/>
              <a:tabLst>
                <a:tab pos="0" algn="l"/>
              </a:tabLst>
            </a:pPr>
            <a:r>
              <a:rPr lang="de-DE" sz="2000" b="0" u="none" strike="noStrike">
                <a:solidFill>
                  <a:srgbClr val="1E347B"/>
                </a:solidFill>
                <a:uFillTx/>
                <a:latin typeface="SourceCodePro"/>
              </a:rPr>
              <a:t>// Die Liste liest debouncedFilter() statt filterText():</a:t>
            </a:r>
            <a:endParaRPr lang="de-DE" sz="2000" b="0" u="none" strike="noStrike">
              <a:solidFill>
                <a:srgbClr val="000000"/>
              </a:solidFill>
              <a:uFillTx/>
              <a:latin typeface="Arial"/>
            </a:endParaRPr>
          </a:p>
          <a:p>
            <a:pPr indent="0" defTabSz="914400">
              <a:lnSpc>
                <a:spcPct val="90000"/>
              </a:lnSpc>
              <a:spcBef>
                <a:spcPts val="730"/>
              </a:spcBef>
              <a:buNone/>
              <a:tabLst>
                <a:tab pos="0" algn="l"/>
              </a:tabLst>
            </a:pPr>
            <a:r>
              <a:rPr lang="de-DE" sz="2000" b="0" u="none" strike="noStrike">
                <a:solidFill>
                  <a:srgbClr val="1E347B"/>
                </a:solidFill>
                <a:uFillTx/>
                <a:latin typeface="SourceCodePro"/>
              </a:rPr>
              <a:t>// Gefiltert wird erst, wenn 250 ms keine neue Eingabe kam.</a:t>
            </a:r>
            <a:endParaRPr lang="de-DE" sz="2000" b="0" u="none" strike="noStrike">
              <a:solidFill>
                <a:srgbClr val="000000"/>
              </a:solidFill>
              <a:uFillTx/>
              <a:latin typeface="Arial"/>
            </a:endParaRPr>
          </a:p>
        </p:txBody>
      </p:sp>
    </p:spTree>
  </p:cSld>
  <p:clrMapOvr>
    <a:masterClrMapping/>
  </p:clrMapOvr>
</p:sld>
</file>

<file path=ppt/slides/slide4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Ladezeit: nur laden, was gebraucht wird</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Lazy Routes: loadComponent: () =&gt; import('./customer-details/…').then(…)</a:t>
            </a:r>
          </a:p>
          <a:p>
            <a:pPr>
              <a:defRPr sz="2000" b="0">
                <a:latin typeface="Segoe UI"/>
              </a:defRPr>
            </a:pPr>
            <a:r>
              <a:rPr lang="de-DE" sz="2000" b="0">
                <a:latin typeface="Segoe UI"/>
              </a:rPr>
              <a:t>@defer: schwere Teile erst bei Bedarf laden (on viewport, on interaction, on idle, when)</a:t>
            </a:r>
          </a:p>
          <a:p>
            <a:pPr lvl="1">
              <a:defRPr sz="1700" b="0">
                <a:latin typeface="Segoe UI"/>
              </a:defRPr>
            </a:pPr>
            <a:r>
              <a:rPr lang="de-DE" sz="1700" b="0">
                <a:latin typeface="Segoe UI"/>
              </a:rPr>
              <a:t>Mit @placeholder und @loading für die Übergangszeit</a:t>
            </a:r>
          </a:p>
          <a:p>
            <a:pPr>
              <a:defRPr sz="2000" b="0">
                <a:latin typeface="Segoe UI"/>
              </a:defRPr>
            </a:pPr>
            <a:r>
              <a:rPr lang="de-DE" sz="2000" b="0">
                <a:latin typeface="Segoe UI"/>
              </a:rPr>
              <a:t>NgOptimizedImage (Übung 27): priority für das Hauptbild, width und height gegen Layout-Sprünge</a:t>
            </a:r>
          </a:p>
          <a:p>
            <a:pPr>
              <a:defRPr sz="2000" b="0">
                <a:latin typeface="Segoe UI"/>
              </a:defRPr>
            </a:pPr>
            <a:r>
              <a:rPr lang="de-DE" sz="2000" b="0">
                <a:latin typeface="Segoe UI"/>
              </a:rPr>
              <a:t>Bundle-Hygiene: nur importieren, was man nutzt; Tree-Shaking; Budgets</a:t>
            </a:r>
          </a:p>
        </p:txBody>
      </p:sp>
    </p:spTree>
  </p:cSld>
  <p:clrMapOvr>
    <a:masterClrMapping/>
  </p:clrMapOvr>
</p:sld>
</file>

<file path=ppt/slides/slide4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Rendering-Strategien im Überblick</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CSR (Client-Side Rendering): Der Browser baut alles, einfach, aber erster Inhalt kommt später</a:t>
            </a:r>
          </a:p>
          <a:p>
            <a:pPr>
              <a:defRPr sz="2000" b="0">
                <a:latin typeface="Segoe UI"/>
              </a:defRPr>
            </a:pPr>
            <a:r>
              <a:rPr lang="de-DE" sz="2000" b="0">
                <a:latin typeface="Segoe UI"/>
              </a:rPr>
              <a:t>SSR mit Hydration: Server liefert HTML, Browser aktiviert es, schnellerer erster Inhalt</a:t>
            </a:r>
          </a:p>
          <a:p>
            <a:pPr>
              <a:defRPr sz="2000" b="0">
                <a:latin typeface="Segoe UI"/>
              </a:defRPr>
            </a:pPr>
            <a:r>
              <a:rPr lang="de-DE" sz="2000" b="0">
                <a:latin typeface="Segoe UI"/>
              </a:rPr>
              <a:t>Prerendering (SSG): HTML entsteht beim Build, schnell für statische Seiten</a:t>
            </a:r>
          </a:p>
          <a:p>
            <a:pPr>
              <a:defRPr sz="2000" b="0">
                <a:latin typeface="Segoe UI"/>
              </a:defRPr>
            </a:pPr>
            <a:r>
              <a:rPr lang="de-DE" sz="2000" b="0">
                <a:latin typeface="Segoe UI"/>
              </a:rPr>
              <a:t>Interne Fachanwendungen: oft reicht CSR</a:t>
            </a:r>
          </a:p>
          <a:p>
            <a:pPr>
              <a:defRPr sz="2000" b="0">
                <a:latin typeface="Segoe UI"/>
              </a:defRPr>
            </a:pPr>
            <a:r>
              <a:rPr lang="de-DE" sz="2000" b="0">
                <a:latin typeface="Segoe UI"/>
              </a:rPr>
              <a:t>Öffentliche Seiten: SSR prüfen, siehe die Folie „Server-Side Rendering (SSR) &amp; Hydration“</a:t>
            </a:r>
          </a:p>
        </p:txBody>
      </p:sp>
    </p:spTree>
  </p:cSld>
  <p:clrMapOvr>
    <a:masterClrMapping/>
  </p:clrMapOvr>
</p:sld>
</file>

<file path=ppt/slides/slide4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Typische Ursachen für Laufzeitprobleme</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1. Methodenaufrufe im Template mit teurer Berechnung</a:t>
            </a:r>
          </a:p>
          <a:p>
            <a:pPr>
              <a:defRPr sz="2000" b="0">
                <a:latin typeface="Segoe UI"/>
              </a:defRPr>
            </a:pPr>
            <a:r>
              <a:rPr lang="de-DE" sz="2000" b="0">
                <a:latin typeface="Segoe UI"/>
              </a:rPr>
              <a:t>2. @for ohne oder mit ungeeignetem track</a:t>
            </a:r>
          </a:p>
          <a:p>
            <a:pPr>
              <a:defRPr sz="2000" b="0">
                <a:latin typeface="Segoe UI"/>
              </a:defRPr>
            </a:pPr>
            <a:r>
              <a:rPr lang="de-DE" sz="2000" b="0">
                <a:latin typeface="Segoe UI"/>
              </a:rPr>
              <a:t>3. Sehr große Listen ohne Virtualisierung oder Paginierung</a:t>
            </a:r>
          </a:p>
          <a:p>
            <a:pPr>
              <a:defRPr sz="2000" b="0">
                <a:latin typeface="Segoe UI"/>
              </a:defRPr>
            </a:pPr>
            <a:r>
              <a:rPr lang="de-DE" sz="2000" b="0">
                <a:latin typeface="Segoe UI"/>
              </a:rPr>
              <a:t>4. Grobes Objekt-Signal, das alles ungültig macht</a:t>
            </a:r>
          </a:p>
          <a:p>
            <a:pPr>
              <a:defRPr sz="2000" b="0">
                <a:latin typeface="Segoe UI"/>
              </a:defRPr>
            </a:pPr>
            <a:r>
              <a:rPr lang="de-DE" sz="2000" b="0">
                <a:latin typeface="Segoe UI"/>
              </a:rPr>
              <a:t>5. Zu viele Effects oder Effects, die Signals schreiben</a:t>
            </a:r>
          </a:p>
          <a:p>
            <a:pPr>
              <a:defRPr sz="2000" b="0">
                <a:latin typeface="Segoe UI"/>
              </a:defRPr>
            </a:pPr>
            <a:r>
              <a:rPr lang="de-DE" sz="2000" b="0">
                <a:latin typeface="Segoe UI"/>
              </a:rPr>
              <a:t>6. Nicht abgemeldete Subscriptions, Timer und Event-Listener (Speicherlecks)</a:t>
            </a:r>
          </a:p>
          <a:p>
            <a:pPr>
              <a:defRPr sz="2000" b="0">
                <a:latin typeface="Segoe UI"/>
              </a:defRPr>
            </a:pPr>
            <a:r>
              <a:rPr lang="de-DE" sz="2000" b="0">
                <a:latin typeface="Segoe UI"/>
              </a:rPr>
              <a:t>7. Zu große Bundles oder zu viele Bibliotheken beim Start</a:t>
            </a:r>
          </a:p>
          <a:p>
            <a:pPr>
              <a:defRPr sz="2000" b="0">
                <a:latin typeface="Segoe UI"/>
              </a:defRPr>
            </a:pPr>
            <a:r>
              <a:rPr lang="de-DE" sz="2000" b="0">
                <a:latin typeface="Segoe UI"/>
              </a:rPr>
              <a:t>8. Ungeeignete Bildgrößen und -formate</a:t>
            </a:r>
          </a:p>
          <a:p>
            <a:pPr>
              <a:defRPr sz="2000" b="0">
                <a:latin typeface="Segoe UI"/>
              </a:defRPr>
            </a:pPr>
            <a:r>
              <a:rPr lang="de-DE" sz="2000" b="0">
                <a:latin typeface="Segoe UI"/>
              </a:rPr>
              <a:t>9. Zu häufige HTTP-Aufrufe ohne Debounce oder Cache</a:t>
            </a:r>
          </a:p>
        </p:txBody>
      </p:sp>
    </p:spTree>
  </p:cSld>
  <p:clrMapOvr>
    <a:masterClrMapping/>
  </p:clrMapOvr>
</p:sld>
</file>

<file path=ppt/slides/slide4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Vorbereitung auf Skalierung</a:t>
            </a:r>
          </a:p>
        </p:txBody>
      </p:sp>
      <p:sp>
        <p:nvSpPr>
          <p:cNvPr id="3" name="Subtitle 2"/>
          <p:cNvSpPr>
            <a:spLocks noGrp="1"/>
          </p:cNvSpPr>
          <p:nvPr>
            <p:ph type="subTitle"/>
          </p:nvPr>
        </p:nvSpPr>
        <p:spPr/>
        <p:txBody>
          <a:bodyPr anchor="t"/>
          <a:lstStyle/>
          <a:p>
            <a:pPr>
              <a:defRPr sz="2000" b="0">
                <a:latin typeface="Segoe UI"/>
              </a:defRPr>
            </a:pPr>
            <a:r>
              <a:rPr lang="de-DE" sz="2000" b="0">
                <a:latin typeface="Segoe UI"/>
              </a:rPr>
              <a:t>Messbare Budgets (Bundle, LCP) in der Pipeline festlegen</a:t>
            </a:r>
          </a:p>
          <a:p>
            <a:pPr>
              <a:defRPr sz="2000" b="0">
                <a:latin typeface="Segoe UI"/>
              </a:defRPr>
            </a:pPr>
            <a:r>
              <a:rPr lang="de-DE" sz="2000" b="0">
                <a:latin typeface="Segoe UI"/>
              </a:rPr>
              <a:t>Performance-Tests bei Releases, z. B. mit Lighthouse CI</a:t>
            </a:r>
          </a:p>
          <a:p>
            <a:pPr>
              <a:defRPr sz="2000" b="0">
                <a:latin typeface="Segoe UI"/>
              </a:defRPr>
            </a:pPr>
            <a:r>
              <a:rPr lang="de-DE" sz="2000" b="0">
                <a:latin typeface="Segoe UI"/>
              </a:rPr>
              <a:t>Frühere Entscheidungen zahlen ein: kleine Komponenten, feine Signals, Lazy Loading</a:t>
            </a:r>
          </a:p>
          <a:p>
            <a:pPr>
              <a:defRPr sz="2000" b="0">
                <a:latin typeface="Segoe UI"/>
              </a:defRPr>
            </a:pPr>
            <a:r>
              <a:rPr lang="de-DE" sz="2000" b="0">
                <a:latin typeface="Segoe UI"/>
              </a:rPr>
              <a:t>Wiederholbar messen und Ergebnisse dokumentieren</a:t>
            </a:r>
          </a:p>
        </p:txBody>
      </p:sp>
    </p:spTree>
  </p:cSld>
  <p:clrMapOvr>
    <a:masterClrMapping/>
  </p:clrMapOvr>
</p:sld>
</file>

<file path=ppt/slides/slide4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Segoe UI"/>
              </a:defRPr>
            </a:pPr>
            <a:r>
              <a:rPr lang="de-DE" sz="3600" b="1">
                <a:latin typeface="Segoe UI"/>
              </a:rPr>
              <a:t>Übung 35: Langsame Liste</a:t>
            </a:r>
          </a:p>
        </p:txBody>
      </p:sp>
      <p:sp>
        <p:nvSpPr>
          <p:cNvPr id="3" name="Subtitle 2"/>
          <p:cNvSpPr>
            <a:spLocks noGrp="1"/>
          </p:cNvSpPr>
          <p:nvPr>
            <p:ph type="subTitle"/>
          </p:nvPr>
        </p:nvSpPr>
        <p:spPr/>
        <p:txBody>
          <a:bodyPr anchor="t"/>
          <a:lstStyle/>
          <a:p>
            <a:pPr>
              <a:defRPr sz="2000" b="1">
                <a:latin typeface="Segoe UI"/>
              </a:defRPr>
            </a:pPr>
            <a:r>
              <a:rPr lang="de-DE" sz="2000" b="1">
                <a:latin typeface="Segoe UI"/>
              </a:rPr>
              <a:t>Öffne das Projekt 35_performance (5000 Testkunden per Hilfscode, LOAD_TEST_SIZE: 0 = aus)</a:t>
            </a:r>
          </a:p>
          <a:p>
            <a:pPr>
              <a:defRPr sz="2000" b="1">
                <a:latin typeface="Segoe UI"/>
              </a:defRPr>
            </a:pPr>
            <a:r>
              <a:rPr lang="de-DE" sz="2000" b="1">
                <a:latin typeface="Segoe UI"/>
              </a:rPr>
              <a:t>1. Messe: Chrome DevTools (Eingabe im Filter) und Angular DevTools Profiler</a:t>
            </a:r>
          </a:p>
          <a:p>
            <a:pPr lvl="1">
              <a:defRPr sz="1700" b="0">
                <a:latin typeface="Segoe UI"/>
              </a:defRPr>
            </a:pPr>
            <a:r>
              <a:rPr lang="de-DE" sz="1700" b="0">
                <a:latin typeface="Segoe UI"/>
              </a:rPr>
              <a:t>Notiere Dauer der Aktualisierung und Anzahl neu gerenderter Komponenten</a:t>
            </a:r>
          </a:p>
          <a:p>
            <a:pPr>
              <a:defRPr sz="2000" b="1">
                <a:latin typeface="Segoe UI"/>
              </a:defRPr>
            </a:pPr>
            <a:r>
              <a:rPr lang="de-DE" sz="2000" b="1">
                <a:latin typeface="Segoe UI"/>
              </a:rPr>
              <a:t>2. Optimiere Schritt für Schritt und miss jeweils neu:</a:t>
            </a:r>
          </a:p>
          <a:p>
            <a:pPr lvl="1">
              <a:defRPr sz="1700" b="0">
                <a:latin typeface="Segoe UI"/>
              </a:defRPr>
            </a:pPr>
            <a:r>
              <a:rPr lang="de-DE" sz="1700" b="0">
                <a:latin typeface="Segoe UI"/>
              </a:rPr>
              <a:t>a) track customer zu track customer.id    b) OnPush für Liste und Listenelement</a:t>
            </a:r>
          </a:p>
          <a:p>
            <a:pPr lvl="1">
              <a:defRPr sz="1700" b="0">
                <a:latin typeface="Segoe UI"/>
              </a:defRPr>
            </a:pPr>
            <a:r>
              <a:rPr lang="de-DE" sz="1700" b="0">
                <a:latin typeface="Segoe UI"/>
              </a:rPr>
              <a:t>c) Debounce für den Filter (250 ms)    d) Virtual Scrolling mit cdk-virtual-scroll-viewport</a:t>
            </a:r>
          </a:p>
          <a:p>
            <a:pPr lvl="1">
              <a:defRPr sz="1700" b="0">
                <a:latin typeface="Segoe UI"/>
              </a:defRPr>
            </a:pPr>
            <a:r>
              <a:rPr lang="de-DE" sz="1700" b="0">
                <a:latin typeface="Segoe UI"/>
              </a:rPr>
              <a:t>e) optional: CustomerDetailsComponent als Lazy Route (loadComponent)</a:t>
            </a:r>
          </a:p>
          <a:p>
            <a:pPr>
              <a:defRPr sz="2000" b="1">
                <a:latin typeface="Segoe UI"/>
              </a:defRPr>
            </a:pPr>
            <a:r>
              <a:rPr lang="de-DE" sz="2000" b="1">
                <a:latin typeface="Segoe UI"/>
              </a:rPr>
              <a:t>3. Fülle eine Tabelle: Maßnahme, Wert vorher, Wert nachher, Fazit</a:t>
            </a:r>
          </a:p>
          <a:p>
            <a:pPr>
              <a:defRPr sz="2000" b="1">
                <a:latin typeface="Segoe UI"/>
              </a:defRPr>
            </a:pPr>
            <a:r>
              <a:rPr lang="de-DE" sz="2000" b="1">
                <a:latin typeface="Segoe UI"/>
              </a:rPr>
              <a:t>Musterlösung: 35_performance (baut auf 34_tests auf)</a:t>
            </a:r>
          </a:p>
        </p:txBody>
      </p:sp>
    </p:spTree>
  </p:cSld>
  <p:clrMapOvr>
    <a:masterClrMapping/>
  </p:clrMapOvr>
</p:sld>
</file>

<file path=ppt/theme/theme1.xml><?xml version="1.0" encoding="utf-8"?>
<a:theme xmlns:a="http://schemas.openxmlformats.org/drawingml/2006/main" name="Benutzerdefiniertes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Benutzerdefiniertes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xml><?xml version="1.0" encoding="utf-8"?>
<a:theme xmlns:a="http://schemas.openxmlformats.org/drawingml/2006/main" name="Benutzerdefiniertes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4.xml><?xml version="1.0" encoding="utf-8"?>
<a:theme xmlns:a="http://schemas.openxmlformats.org/drawingml/2006/main" name="Benutzerdefiniertes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5.xml><?xml version="1.0" encoding="utf-8"?>
<a:theme xmlns:a="http://schemas.openxmlformats.org/drawingml/2006/main" name="Benutzerdefiniertes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6.xml><?xml version="1.0" encoding="utf-8"?>
<a:theme xmlns:a="http://schemas.openxmlformats.org/drawingml/2006/main" name="Benutzerdefiniertes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7.xml><?xml version="1.0" encoding="utf-8"?>
<a:theme xmlns:a="http://schemas.openxmlformats.org/drawingml/2006/main" name="Benutzerdefiniertes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8.xml><?xml version="1.0" encoding="utf-8"?>
<a:theme xmlns:a="http://schemas.openxmlformats.org/drawingml/2006/main" name="Benutzerdefiniertes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9.xml><?xml version="1.0" encoding="utf-8"?>
<a:theme xmlns:a="http://schemas.openxmlformats.org/drawingml/2006/main" name="Benutzerdefiniertes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0.xml><?xml version="1.0" encoding="utf-8"?>
<a:theme xmlns:a="http://schemas.openxmlformats.org/drawingml/2006/main" name="Benutzerdefiniertes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1.xml><?xml version="1.0" encoding="utf-8"?>
<a:theme xmlns:a="http://schemas.openxmlformats.org/drawingml/2006/main" name="Benutzerdefiniertes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2.xml><?xml version="1.0" encoding="utf-8"?>
<a:theme xmlns:a="http://schemas.openxmlformats.org/drawingml/2006/main" name="Office">
  <a:themeElements>
    <a:clrScheme name="Office">
      <a:dk1>
        <a:srgbClr val="000000"/>
      </a:dk1>
      <a:lt1>
        <a:srgbClr val="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3.xml><?xml version="1.0" encoding="utf-8"?>
<a:theme xmlns:a="http://schemas.openxmlformats.org/drawingml/2006/main" name="Office">
  <a:themeElements>
    <a:clrScheme name="Office">
      <a:dk1>
        <a:srgbClr val="000000"/>
      </a:dk1>
      <a:lt1>
        <a:srgbClr val="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4.xml><?xml version="1.0" encoding="utf-8"?>
<a:theme xmlns:a="http://schemas.openxmlformats.org/drawingml/2006/main" name="Office">
  <a:themeElements>
    <a:clrScheme name="Office">
      <a:dk1>
        <a:srgbClr val="000000"/>
      </a:dk1>
      <a:lt1>
        <a:srgbClr val="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5.xml><?xml version="1.0" encoding="utf-8"?>
<a:theme xmlns:a="http://schemas.openxmlformats.org/drawingml/2006/main" name="Office">
  <a:themeElements>
    <a:clrScheme name="Office">
      <a:dk1>
        <a:srgbClr val="000000"/>
      </a:dk1>
      <a:lt1>
        <a:srgbClr val="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6.xml><?xml version="1.0" encoding="utf-8"?>
<a:theme xmlns:a="http://schemas.openxmlformats.org/drawingml/2006/main" name="Office">
  <a:themeElements>
    <a:clrScheme name="Office">
      <a:dk1>
        <a:srgbClr val="000000"/>
      </a:dk1>
      <a:lt1>
        <a:srgbClr val="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7.xml><?xml version="1.0" encoding="utf-8"?>
<a:theme xmlns:a="http://schemas.openxmlformats.org/drawingml/2006/main" name="Office">
  <a:themeElements>
    <a:clrScheme name="Office">
      <a:dk1>
        <a:srgbClr val="000000"/>
      </a:dk1>
      <a:lt1>
        <a:srgbClr val="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8.xml><?xml version="1.0" encoding="utf-8"?>
<a:theme xmlns:a="http://schemas.openxmlformats.org/drawingml/2006/main" name="Office">
  <a:themeElements>
    <a:clrScheme name="Office">
      <a:dk1>
        <a:srgbClr val="000000"/>
      </a:dk1>
      <a:lt1>
        <a:srgbClr val="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9.xml><?xml version="1.0" encoding="utf-8"?>
<a:theme xmlns:a="http://schemas.openxmlformats.org/drawingml/2006/main" name="Office">
  <a:themeElements>
    <a:clrScheme name="Office">
      <a:dk1>
        <a:srgbClr val="000000"/>
      </a:dk1>
      <a:lt1>
        <a:srgbClr val="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0.xml><?xml version="1.0" encoding="utf-8"?>
<a:theme xmlns:a="http://schemas.openxmlformats.org/drawingml/2006/main" name="Office">
  <a:themeElements>
    <a:clrScheme name="Office">
      <a:dk1>
        <a:srgbClr val="000000"/>
      </a:dk1>
      <a:lt1>
        <a:srgbClr val="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1.xml><?xml version="1.0" encoding="utf-8"?>
<a:theme xmlns:a="http://schemas.openxmlformats.org/drawingml/2006/main" name="Office">
  <a:themeElements>
    <a:clrScheme name="Office">
      <a:dk1>
        <a:srgbClr val="000000"/>
      </a:dk1>
      <a:lt1>
        <a:srgbClr val="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2.xml><?xml version="1.0" encoding="utf-8"?>
<a:theme xmlns:a="http://schemas.openxmlformats.org/drawingml/2006/main" name="Office">
  <a:themeElements>
    <a:clrScheme name="Office">
      <a:dk1>
        <a:srgbClr val="000000"/>
      </a:dk1>
      <a:lt1>
        <a:srgbClr val="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3.xml><?xml version="1.0" encoding="utf-8"?>
<a:theme xmlns:a="http://schemas.openxmlformats.org/drawingml/2006/main" name="Office">
  <a:themeElements>
    <a:clrScheme name="Office">
      <a:dk1>
        <a:srgbClr val="000000"/>
      </a:dk1>
      <a:lt1>
        <a:srgbClr val="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4.xml><?xml version="1.0" encoding="utf-8"?>
<a:theme xmlns:a="http://schemas.openxmlformats.org/drawingml/2006/main" name="Office">
  <a:themeElements>
    <a:clrScheme name="Office">
      <a:dk1>
        <a:srgbClr val="000000"/>
      </a:dk1>
      <a:lt1>
        <a:srgbClr val="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5.xml><?xml version="1.0" encoding="utf-8"?>
<a:theme xmlns:a="http://schemas.openxmlformats.org/drawingml/2006/main" name="Office">
  <a:themeElements>
    <a:clrScheme name="Office">
      <a:dk1>
        <a:srgbClr val="000000"/>
      </a:dk1>
      <a:lt1>
        <a:srgbClr val="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6.xml><?xml version="1.0" encoding="utf-8"?>
<a:theme xmlns:a="http://schemas.openxmlformats.org/drawingml/2006/main" name="Office">
  <a:themeElements>
    <a:clrScheme name="Office">
      <a:dk1>
        <a:srgbClr val="000000"/>
      </a:dk1>
      <a:lt1>
        <a:srgbClr val="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7.xml><?xml version="1.0" encoding="utf-8"?>
<a:theme xmlns:a="http://schemas.openxmlformats.org/drawingml/2006/main" name="Office">
  <a:themeElements>
    <a:clrScheme name="Office">
      <a:dk1>
        <a:srgbClr val="000000"/>
      </a:dk1>
      <a:lt1>
        <a:srgbClr val="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8.xml><?xml version="1.0" encoding="utf-8"?>
<a:theme xmlns:a="http://schemas.openxmlformats.org/drawingml/2006/main" name="Office">
  <a:themeElements>
    <a:clrScheme name="Office">
      <a:dk1>
        <a:srgbClr val="000000"/>
      </a:dk1>
      <a:lt1>
        <a:srgbClr val="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9.xml><?xml version="1.0" encoding="utf-8"?>
<a:theme xmlns:a="http://schemas.openxmlformats.org/drawingml/2006/main" name="Office">
  <a:themeElements>
    <a:clrScheme name="Office">
      <a:dk1>
        <a:srgbClr val="000000"/>
      </a:dk1>
      <a:lt1>
        <a:srgbClr val="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0.xml><?xml version="1.0" encoding="utf-8"?>
<a:theme xmlns:a="http://schemas.openxmlformats.org/drawingml/2006/main" name="Office">
  <a:themeElements>
    <a:clrScheme name="Office">
      <a:dk1>
        <a:srgbClr val="000000"/>
      </a:dk1>
      <a:lt1>
        <a:srgbClr val="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1.xml><?xml version="1.0" encoding="utf-8"?>
<a:theme xmlns:a="http://schemas.openxmlformats.org/drawingml/2006/main" name="Office">
  <a:themeElements>
    <a:clrScheme name="Office">
      <a:dk1>
        <a:srgbClr val="000000"/>
      </a:dk1>
      <a:lt1>
        <a:srgbClr val="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2.xml><?xml version="1.0" encoding="utf-8"?>
<a:theme xmlns:a="http://schemas.openxmlformats.org/drawingml/2006/main" name="Office">
  <a:themeElements>
    <a:clrScheme name="Office">
      <a:dk1>
        <a:srgbClr val="000000"/>
      </a:dk1>
      <a:lt1>
        <a:srgbClr val="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3.xml><?xml version="1.0" encoding="utf-8"?>
<a:theme xmlns:a="http://schemas.openxmlformats.org/drawingml/2006/main" name="Office">
  <a:themeElements>
    <a:clrScheme name="Office">
      <a:dk1>
        <a:srgbClr val="000000"/>
      </a:dk1>
      <a:lt1>
        <a:srgbClr val="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4.xml><?xml version="1.0" encoding="utf-8"?>
<a:theme xmlns:a="http://schemas.openxmlformats.org/drawingml/2006/main" name="Office">
  <a:themeElements>
    <a:clrScheme name="Office">
      <a:dk1>
        <a:srgbClr val="000000"/>
      </a:dk1>
      <a:lt1>
        <a:srgbClr val="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5.xml><?xml version="1.0" encoding="utf-8"?>
<a:theme xmlns:a="http://schemas.openxmlformats.org/drawingml/2006/main" name="Office">
  <a:themeElements>
    <a:clrScheme name="Office">
      <a:dk1>
        <a:srgbClr val="000000"/>
      </a:dk1>
      <a:lt1>
        <a:srgbClr val="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6.xml><?xml version="1.0" encoding="utf-8"?>
<a:theme xmlns:a="http://schemas.openxmlformats.org/drawingml/2006/main" name="Office">
  <a:themeElements>
    <a:clrScheme name="Office">
      <a:dk1>
        <a:srgbClr val="000000"/>
      </a:dk1>
      <a:lt1>
        <a:srgbClr val="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7.xml><?xml version="1.0" encoding="utf-8"?>
<a:theme xmlns:a="http://schemas.openxmlformats.org/drawingml/2006/main" name="Office">
  <a:themeElements>
    <a:clrScheme name="Office">
      <a:dk1>
        <a:srgbClr val="000000"/>
      </a:dk1>
      <a:lt1>
        <a:srgbClr val="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8.xml><?xml version="1.0" encoding="utf-8"?>
<a:theme xmlns:a="http://schemas.openxmlformats.org/drawingml/2006/main" name="Office">
  <a:themeElements>
    <a:clrScheme name="Office">
      <a:dk1>
        <a:srgbClr val="000000"/>
      </a:dk1>
      <a:lt1>
        <a:srgbClr val="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9.xml><?xml version="1.0" encoding="utf-8"?>
<a:theme xmlns:a="http://schemas.openxmlformats.org/drawingml/2006/main" name="Office">
  <a:themeElements>
    <a:clrScheme name="Office">
      <a:dk1>
        <a:srgbClr val="000000"/>
      </a:dk1>
      <a:lt1>
        <a:srgbClr val="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40.xml><?xml version="1.0" encoding="utf-8"?>
<a:theme xmlns:a="http://schemas.openxmlformats.org/drawingml/2006/main" name="Office">
  <a:themeElements>
    <a:clrScheme name="Office">
      <a:dk1>
        <a:srgbClr val="000000"/>
      </a:dk1>
      <a:lt1>
        <a:srgbClr val="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41.xml><?xml version="1.0" encoding="utf-8"?>
<a:theme xmlns:a="http://schemas.openxmlformats.org/drawingml/2006/main" name="Office">
  <a:themeElements>
    <a:clrScheme name="Office">
      <a:dk1>
        <a:srgbClr val="000000"/>
      </a:dk1>
      <a:lt1>
        <a:srgbClr val="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42.xml><?xml version="1.0" encoding="utf-8"?>
<a:theme xmlns:a="http://schemas.openxmlformats.org/drawingml/2006/main" name="Office">
  <a:themeElements>
    <a:clrScheme name="Office">
      <a:dk1>
        <a:srgbClr val="000000"/>
      </a:dk1>
      <a:lt1>
        <a:srgbClr val="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43.xml><?xml version="1.0" encoding="utf-8"?>
<a:theme xmlns:a="http://schemas.openxmlformats.org/drawingml/2006/main" name="Office">
  <a:themeElements>
    <a:clrScheme name="Office">
      <a:dk1>
        <a:srgbClr val="000000"/>
      </a:dk1>
      <a:lt1>
        <a:srgbClr val="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44.xml><?xml version="1.0" encoding="utf-8"?>
<a:theme xmlns:a="http://schemas.openxmlformats.org/drawingml/2006/main" name="Office">
  <a:themeElements>
    <a:clrScheme name="Office">
      <a:dk1>
        <a:srgbClr val="000000"/>
      </a:dk1>
      <a:lt1>
        <a:srgbClr val="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45.xml><?xml version="1.0" encoding="utf-8"?>
<a:theme xmlns:a="http://schemas.openxmlformats.org/drawingml/2006/main" name="Office">
  <a:themeElements>
    <a:clrScheme name="Office">
      <a:dk1>
        <a:srgbClr val="000000"/>
      </a:dk1>
      <a:lt1>
        <a:srgbClr val="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46.xml><?xml version="1.0" encoding="utf-8"?>
<a:theme xmlns:a="http://schemas.openxmlformats.org/drawingml/2006/main" name="Office">
  <a:themeElements>
    <a:clrScheme name="Office">
      <a:dk1>
        <a:srgbClr val="000000"/>
      </a:dk1>
      <a:lt1>
        <a:srgbClr val="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47.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12245</Words>
  <Application>Microsoft Macintosh PowerPoint</Application>
  <PresentationFormat>Breitbild</PresentationFormat>
  <Paragraphs>2157</Paragraphs>
  <Slides>277</Slides>
  <Notes>31</Notes>
  <HiddenSlides>0</HiddenSlides>
  <MMClips>1</MMClips>
  <ScaleCrop>false</ScaleCrop>
  <HeadingPairs>
    <vt:vector size="6" baseType="variant">
      <vt:variant>
        <vt:lpstr>Verwendete Schriftarten</vt:lpstr>
      </vt:variant>
      <vt:variant>
        <vt:i4>11</vt:i4>
      </vt:variant>
      <vt:variant>
        <vt:lpstr>Design</vt:lpstr>
      </vt:variant>
      <vt:variant>
        <vt:i4>46</vt:i4>
      </vt:variant>
      <vt:variant>
        <vt:lpstr>Folientitel</vt:lpstr>
      </vt:variant>
      <vt:variant>
        <vt:i4>277</vt:i4>
      </vt:variant>
    </vt:vector>
  </HeadingPairs>
  <TitlesOfParts>
    <vt:vector size="334" baseType="lpstr">
      <vt:lpstr>Aller</vt:lpstr>
      <vt:lpstr>Arial</vt:lpstr>
      <vt:lpstr>Calibri</vt:lpstr>
      <vt:lpstr>Calibri Light</vt:lpstr>
      <vt:lpstr>Courier New</vt:lpstr>
      <vt:lpstr>JetBrains Mono</vt:lpstr>
      <vt:lpstr>Menlo</vt:lpstr>
      <vt:lpstr>SourceCodePro</vt:lpstr>
      <vt:lpstr>Symbol</vt:lpstr>
      <vt:lpstr>Times New Roman</vt:lpstr>
      <vt:lpstr>Wingdings</vt:lpstr>
      <vt:lpstr>Benutzerdefiniertes Design</vt:lpstr>
      <vt:lpstr>Benutzerdefiniertes Design</vt:lpstr>
      <vt:lpstr>Benutzerdefiniertes Design</vt:lpstr>
      <vt:lpstr>Benutzerdefiniertes Design</vt:lpstr>
      <vt:lpstr>Benutzerdefiniertes Design</vt:lpstr>
      <vt:lpstr>Benutzerdefiniertes Design</vt:lpstr>
      <vt:lpstr>Benutzerdefiniertes Design</vt:lpstr>
      <vt:lpstr>Benutzerdefiniertes Design</vt:lpstr>
      <vt:lpstr>Benutzerdefiniertes Design</vt:lpstr>
      <vt:lpstr>Benutzerdefiniertes Design</vt:lpstr>
      <vt:lpstr>Benutzerdefiniertes Design</vt:lpstr>
      <vt:lpstr>Office</vt:lpstr>
      <vt:lpstr>Office</vt:lpstr>
      <vt:lpstr>Office</vt:lpstr>
      <vt:lpstr>Office</vt:lpstr>
      <vt:lpstr>Office</vt:lpstr>
      <vt:lpstr>Office</vt:lpstr>
      <vt:lpstr>Office</vt:lpstr>
      <vt:lpstr>Office</vt:lpstr>
      <vt:lpstr>Office</vt:lpstr>
      <vt:lpstr>Office</vt:lpstr>
      <vt:lpstr>Office</vt:lpstr>
      <vt:lpstr>Office</vt:lpstr>
      <vt:lpstr>Office</vt:lpstr>
      <vt:lpstr>Office</vt:lpstr>
      <vt:lpstr>Office</vt:lpstr>
      <vt:lpstr>Office</vt:lpstr>
      <vt:lpstr>Office</vt:lpstr>
      <vt:lpstr>Office</vt:lpstr>
      <vt:lpstr>Office</vt:lpstr>
      <vt:lpstr>Office</vt:lpstr>
      <vt:lpstr>Office</vt:lpstr>
      <vt:lpstr>Office</vt:lpstr>
      <vt:lpstr>Office</vt:lpstr>
      <vt:lpstr>Office</vt:lpstr>
      <vt:lpstr>Office</vt:lpstr>
      <vt:lpstr>Office</vt:lpstr>
      <vt:lpstr>Office</vt:lpstr>
      <vt:lpstr>Office</vt:lpstr>
      <vt:lpstr>Office</vt:lpstr>
      <vt:lpstr>Office</vt:lpstr>
      <vt:lpstr>Office</vt:lpstr>
      <vt:lpstr>Office</vt:lpstr>
      <vt:lpstr>Office</vt:lpstr>
      <vt:lpstr>Office</vt:lpstr>
      <vt:lpstr>Office</vt:lpstr>
      <vt:lpstr>Typescript Primer</vt:lpstr>
      <vt:lpstr>Einrichten von Typescript </vt:lpstr>
      <vt:lpstr>Benötigte Komponenten</vt:lpstr>
      <vt:lpstr>Konfiguration des TypeScript-Compilers</vt:lpstr>
      <vt:lpstr>Scripts der package.json</vt:lpstr>
      <vt:lpstr>Benutzung</vt:lpstr>
      <vt:lpstr>PowerPoint-Präsentation</vt:lpstr>
      <vt:lpstr>PowerPoint-Präsentation</vt:lpstr>
      <vt:lpstr>Warum Typescript</vt:lpstr>
      <vt:lpstr>Type Hierarchy</vt:lpstr>
      <vt:lpstr>Spezielle Typen</vt:lpstr>
      <vt:lpstr>Variablen Deklaration</vt:lpstr>
      <vt:lpstr>Typisierte Deklaration von Variablen</vt:lpstr>
      <vt:lpstr>Deklaration von Variablen mit const und let</vt:lpstr>
      <vt:lpstr>Variable Samples</vt:lpstr>
      <vt:lpstr>Var-Scoping Macken</vt:lpstr>
      <vt:lpstr>Var-Scoping Macken 2</vt:lpstr>
      <vt:lpstr>Var-Scoping Macken 3</vt:lpstr>
      <vt:lpstr>Block Scoping </vt:lpstr>
      <vt:lpstr>Block Scoping 2 </vt:lpstr>
      <vt:lpstr>Block Scoping 3</vt:lpstr>
      <vt:lpstr>const</vt:lpstr>
      <vt:lpstr>Kontrollstrukturen</vt:lpstr>
      <vt:lpstr>Kontrollstrukturen</vt:lpstr>
      <vt:lpstr>Number Datentyp</vt:lpstr>
      <vt:lpstr>Number Funktionen</vt:lpstr>
      <vt:lpstr>String Funktionen </vt:lpstr>
      <vt:lpstr>Funktionen deklarieren</vt:lpstr>
      <vt:lpstr>Varargs AKA Rest Parameters</vt:lpstr>
      <vt:lpstr>Default Parameter</vt:lpstr>
      <vt:lpstr>Anonyme Funktionen</vt:lpstr>
      <vt:lpstr>Funktionen überladen</vt:lpstr>
      <vt:lpstr>Container</vt:lpstr>
      <vt:lpstr>PowerPoint-Präsentation</vt:lpstr>
      <vt:lpstr>PowerPoint-Präsentation</vt:lpstr>
      <vt:lpstr>Array Schnittstellen Auszug </vt:lpstr>
      <vt:lpstr>concat()</vt:lpstr>
      <vt:lpstr>Pop und push</vt:lpstr>
      <vt:lpstr>PowerPoint-Präsentation</vt:lpstr>
      <vt:lpstr>Schnittstellen - Interfaces</vt:lpstr>
      <vt:lpstr>Enum</vt:lpstr>
      <vt:lpstr>Nonsens Code</vt:lpstr>
      <vt:lpstr>Beispiel Interface</vt:lpstr>
      <vt:lpstr>Interface Beispiel</vt:lpstr>
      <vt:lpstr>Interface Beispiel mit var</vt:lpstr>
      <vt:lpstr>Inline Interface Def</vt:lpstr>
      <vt:lpstr>Optional und Readonly</vt:lpstr>
      <vt:lpstr>Klassen deklarieren</vt:lpstr>
      <vt:lpstr>Member von Klassen</vt:lpstr>
      <vt:lpstr>Klassen Definition</vt:lpstr>
      <vt:lpstr>Klassen: readonly</vt:lpstr>
      <vt:lpstr>Sichtbarkeit</vt:lpstr>
      <vt:lpstr>Sichtbarkeit Beispiel</vt:lpstr>
      <vt:lpstr>Übung 1: Erstelle die Klasse Student, so dass sie wie hier arbeitet</vt:lpstr>
      <vt:lpstr>Übung 2: Erstelle einen Konstruktor, so dass die Klasse wie hier arbeitet</vt:lpstr>
      <vt:lpstr>Getter Setter</vt:lpstr>
      <vt:lpstr>PowerPoint-Präsentation</vt:lpstr>
      <vt:lpstr>Beispiel</vt:lpstr>
      <vt:lpstr>PowerPoint-Präsentation</vt:lpstr>
      <vt:lpstr>Klassen: Vererbung</vt:lpstr>
      <vt:lpstr>PowerPoint-Präsentation</vt:lpstr>
      <vt:lpstr>Klassen im Detail: Attribute und Methoden </vt:lpstr>
      <vt:lpstr>Namespaces</vt:lpstr>
      <vt:lpstr>Namespaces</vt:lpstr>
      <vt:lpstr>PowerPoint-Präsentation</vt:lpstr>
      <vt:lpstr>Weitere Exporte </vt:lpstr>
      <vt:lpstr>Named importieren</vt:lpstr>
      <vt:lpstr>Imports</vt:lpstr>
      <vt:lpstr>Übung 3: Module</vt:lpstr>
      <vt:lpstr>Angular</vt:lpstr>
      <vt:lpstr>Architektur Überblick</vt:lpstr>
      <vt:lpstr>Literatur und Quellen</vt:lpstr>
      <vt:lpstr>Installation und Setup</vt:lpstr>
      <vt:lpstr>JavaScript-Grundinstallation</vt:lpstr>
      <vt:lpstr>Installation des Angular Command Line Interfaces</vt:lpstr>
      <vt:lpstr>Überblick über ng command line</vt:lpstr>
      <vt:lpstr>Ein erstes Projekt</vt:lpstr>
      <vt:lpstr>Anlegen des Projekts</vt:lpstr>
      <vt:lpstr>Projektstruktur</vt:lpstr>
      <vt:lpstr>Die Anwendung unter localhost:4200</vt:lpstr>
      <vt:lpstr>Übung 4: Erstelle Initiales Projekt</vt:lpstr>
      <vt:lpstr>Reload der App im Hintergrund bei Change</vt:lpstr>
      <vt:lpstr>Die aktualisierte Seite</vt:lpstr>
      <vt:lpstr>Projektüberblick</vt:lpstr>
      <vt:lpstr>Was ist ein Modul</vt:lpstr>
      <vt:lpstr>Übersicht der Dateien eines Moduls</vt:lpstr>
      <vt:lpstr>Referenz auf Bootstrap Component in Index-Seite</vt:lpstr>
      <vt:lpstr>Component-Annotation</vt:lpstr>
      <vt:lpstr>Aufgabe der Component</vt:lpstr>
      <vt:lpstr>Beispiel: Component Klasse</vt:lpstr>
      <vt:lpstr>Das HTML-Template einer Component</vt:lpstr>
      <vt:lpstr>Kompletter Ablauf</vt:lpstr>
      <vt:lpstr>Einfache Erweiterungen</vt:lpstr>
      <vt:lpstr>Mehrere Komponenten</vt:lpstr>
      <vt:lpstr>Export von Benutzerdefinierten Typen</vt:lpstr>
      <vt:lpstr>Auflistungen</vt:lpstr>
      <vt:lpstr>UI-Programmierung</vt:lpstr>
      <vt:lpstr>Data Binding</vt:lpstr>
      <vt:lpstr>Die ngModel-Direktive</vt:lpstr>
      <vt:lpstr>Data Binding: Beispiel</vt:lpstr>
      <vt:lpstr>Übung 5: Databinding</vt:lpstr>
      <vt:lpstr>Direktiven</vt:lpstr>
      <vt:lpstr>Direktiven</vt:lpstr>
      <vt:lpstr>Beispiel</vt:lpstr>
      <vt:lpstr>Direktiven des Angular-Frameworks</vt:lpstr>
      <vt:lpstr>Noch ein paar Beispiele</vt:lpstr>
      <vt:lpstr>Attribut Direktiven</vt:lpstr>
      <vt:lpstr>Übung 6</vt:lpstr>
      <vt:lpstr>Child Components</vt:lpstr>
      <vt:lpstr>Goals</vt:lpstr>
      <vt:lpstr>Verschachtelung</vt:lpstr>
      <vt:lpstr>Komponente als Direktive einbinden</vt:lpstr>
      <vt:lpstr>Mittels ng-generate</vt:lpstr>
      <vt:lpstr>Übung 7: Komponenten schachteln</vt:lpstr>
      <vt:lpstr>Input einer Component</vt:lpstr>
      <vt:lpstr>Beispiel: Input einer Child-Component</vt:lpstr>
      <vt:lpstr>Inputs</vt:lpstr>
      <vt:lpstr>Übung 8: Inputs</vt:lpstr>
      <vt:lpstr>Events </vt:lpstr>
      <vt:lpstr>Event Binding</vt:lpstr>
      <vt:lpstr>Event Handler</vt:lpstr>
      <vt:lpstr>Event Handler: Beispiel</vt:lpstr>
      <vt:lpstr>Übung 9: Events</vt:lpstr>
      <vt:lpstr>Output -- Events aus Komponenten</vt:lpstr>
      <vt:lpstr>Output Beispiel</vt:lpstr>
      <vt:lpstr>Nutzende Komponente</vt:lpstr>
      <vt:lpstr>Übung 10: Output</vt:lpstr>
      <vt:lpstr>PowerPoint-Präsentation</vt:lpstr>
      <vt:lpstr>Expression Language </vt:lpstr>
      <vt:lpstr>Was wir fast alles schon kennen</vt:lpstr>
      <vt:lpstr>Expression</vt:lpstr>
      <vt:lpstr>Safe Navigator</vt:lpstr>
      <vt:lpstr>Performance Impact</vt:lpstr>
      <vt:lpstr>One Way Property Bindings bei Images </vt:lpstr>
      <vt:lpstr>Event Binding </vt:lpstr>
      <vt:lpstr>Style Bindings</vt:lpstr>
      <vt:lpstr>Data Binding in Formularen</vt:lpstr>
      <vt:lpstr>Übung 11: Bindings auf Images und mehr</vt:lpstr>
      <vt:lpstr>Übung 12: Class Binding</vt:lpstr>
      <vt:lpstr>Übung 13: Formulare</vt:lpstr>
      <vt:lpstr>Services</vt:lpstr>
      <vt:lpstr>Eigenschaften eines Services</vt:lpstr>
      <vt:lpstr>Services? Was</vt:lpstr>
      <vt:lpstr>Aufgaben eines Services</vt:lpstr>
      <vt:lpstr>Ein simpler Service</vt:lpstr>
      <vt:lpstr>Methode in Services</vt:lpstr>
      <vt:lpstr>API Stabilität</vt:lpstr>
      <vt:lpstr>Objektnetze in OO- Systemen</vt:lpstr>
      <vt:lpstr>Assignment by Third Party</vt:lpstr>
      <vt:lpstr>Creating itself - DIRECT</vt:lpstr>
      <vt:lpstr>Factory- Pattern</vt:lpstr>
      <vt:lpstr>Dependency Injection</vt:lpstr>
      <vt:lpstr>Beispiel: Service</vt:lpstr>
      <vt:lpstr>DI Konfig</vt:lpstr>
      <vt:lpstr>Wie geht DI in Angular</vt:lpstr>
      <vt:lpstr>Kontextbasierte Injektion </vt:lpstr>
      <vt:lpstr>Übung 14</vt:lpstr>
      <vt:lpstr>Übung 15</vt:lpstr>
      <vt:lpstr>Komponenten Lebenszyklus</vt:lpstr>
      <vt:lpstr>Was soll das?</vt:lpstr>
      <vt:lpstr>Best Practices: OnInit</vt:lpstr>
      <vt:lpstr>Übung 16: OnInit</vt:lpstr>
      <vt:lpstr>Pipes</vt:lpstr>
      <vt:lpstr>Allgemein</vt:lpstr>
      <vt:lpstr>Was sind Pipes?</vt:lpstr>
      <vt:lpstr>Decimal Pipe</vt:lpstr>
      <vt:lpstr>Date Pipe</vt:lpstr>
      <vt:lpstr>Übung 17: Pipe</vt:lpstr>
      <vt:lpstr>Pipes sind Klassen</vt:lpstr>
      <vt:lpstr>Deklaration an Modulen</vt:lpstr>
      <vt:lpstr>Übung 18: Eigene Pipe</vt:lpstr>
      <vt:lpstr>PowerPoint-Präsentation</vt:lpstr>
      <vt:lpstr>Asynchrone &amp; Reaktive Programmierung</vt:lpstr>
      <vt:lpstr>Welche Eigenschaft hat die Variable X</vt:lpstr>
      <vt:lpstr>Und hier?</vt:lpstr>
      <vt:lpstr>Threading im Browser</vt:lpstr>
      <vt:lpstr>Callback API </vt:lpstr>
      <vt:lpstr>Lösung sind Promises</vt:lpstr>
      <vt:lpstr>Promise Beispiel</vt:lpstr>
      <vt:lpstr>Observable als Promise++</vt:lpstr>
      <vt:lpstr> Methoden für Zwischenverarbeitung </vt:lpstr>
      <vt:lpstr>Observables sind lazy</vt:lpstr>
      <vt:lpstr>PowerPoint-Präsentation</vt:lpstr>
      <vt:lpstr>Unsubscribe Nicht vergessen </vt:lpstr>
      <vt:lpstr>Automatisches Unsubscribe</vt:lpstr>
      <vt:lpstr>Reactive Extensions – RxJS</vt:lpstr>
      <vt:lpstr>Übung 19: Async CustomerService</vt:lpstr>
      <vt:lpstr>Routing und Navigation</vt:lpstr>
      <vt:lpstr>Arbeitsweise</vt:lpstr>
      <vt:lpstr>Features von Routen</vt:lpstr>
      <vt:lpstr>Routendefinition</vt:lpstr>
      <vt:lpstr>Ablauf</vt:lpstr>
      <vt:lpstr>Verlinken von Routen</vt:lpstr>
      <vt:lpstr>Default / Fallback Route</vt:lpstr>
      <vt:lpstr>Routenkonfiguration</vt:lpstr>
      <vt:lpstr>Beispiel: Routen-Definition</vt:lpstr>
      <vt:lpstr>Location-Strategy</vt:lpstr>
      <vt:lpstr>Übung 20: Routen für Listenansicht</vt:lpstr>
      <vt:lpstr>Pfadparameter für dynamische Information</vt:lpstr>
      <vt:lpstr>Beispiel Pfadparameter</vt:lpstr>
      <vt:lpstr>Details zu den Routen</vt:lpstr>
      <vt:lpstr>Beispiel</vt:lpstr>
      <vt:lpstr>Stream Fetisch – Weiterverarbeitung von Routeparameter </vt:lpstr>
      <vt:lpstr>Navigation im html</vt:lpstr>
      <vt:lpstr>Navigation im Code – Component Klasse</vt:lpstr>
      <vt:lpstr>Übung 21: Routing mit Parametern</vt:lpstr>
      <vt:lpstr>Formulare und Eingabefelder </vt:lpstr>
      <vt:lpstr>Rückblick auf Standard html</vt:lpstr>
      <vt:lpstr>Formulare inAngular</vt:lpstr>
      <vt:lpstr>Formulare, Gruppen, Felder</vt:lpstr>
      <vt:lpstr>Formulare Bauen mit ReactiveFormsModule</vt:lpstr>
      <vt:lpstr>HowTo</vt:lpstr>
      <vt:lpstr>Übung 22: FormBuilder</vt:lpstr>
      <vt:lpstr>Validierung</vt:lpstr>
      <vt:lpstr>PowerPoint-Präsentation</vt:lpstr>
      <vt:lpstr>Verwendung</vt:lpstr>
      <vt:lpstr>Validierungsfehler</vt:lpstr>
      <vt:lpstr>Zugriff auf Fehlerzustand</vt:lpstr>
      <vt:lpstr>ErrorsMap</vt:lpstr>
      <vt:lpstr>Übung 22: Validierung</vt:lpstr>
      <vt:lpstr>Kind Komponenten</vt:lpstr>
      <vt:lpstr>Best Practice</vt:lpstr>
      <vt:lpstr>Rückblick: Input Output</vt:lpstr>
      <vt:lpstr>@ViewChild</vt:lpstr>
      <vt:lpstr>Kommunikation über ThirdParty</vt:lpstr>
      <vt:lpstr>Beispiel Event Emitter</vt:lpstr>
      <vt:lpstr>Übung 23</vt:lpstr>
      <vt:lpstr>Remote-Kommunikation</vt:lpstr>
      <vt:lpstr>Exkurs REST</vt:lpstr>
      <vt:lpstr>Das http-Protokoll</vt:lpstr>
      <vt:lpstr>Elemente der http-Spezifikation</vt:lpstr>
      <vt:lpstr>Elemente der http-Spezifikation II</vt:lpstr>
      <vt:lpstr>MimeTypes</vt:lpstr>
      <vt:lpstr>REST und http</vt:lpstr>
      <vt:lpstr>PowerPoint-Präsentation</vt:lpstr>
      <vt:lpstr>Der http Client</vt:lpstr>
      <vt:lpstr>Der Service HttpClient</vt:lpstr>
      <vt:lpstr>Json Daten extrahieren</vt:lpstr>
      <vt:lpstr>Exception Handler</vt:lpstr>
      <vt:lpstr>Header</vt:lpstr>
      <vt:lpstr>Übung 24: Starten des Servers</vt:lpstr>
      <vt:lpstr>Übung 24: Endpunkte</vt:lpstr>
      <vt:lpstr>Übung 24: http </vt:lpstr>
      <vt:lpstr>Eigene Direktiven</vt:lpstr>
      <vt:lpstr>Eigene Directive: Beispiel</vt:lpstr>
      <vt:lpstr>Legacy: Ein Angular Module</vt:lpstr>
      <vt:lpstr>Was ist ein Modul</vt:lpstr>
      <vt:lpstr>Übersicht der Dateien eines Moduls</vt:lpstr>
      <vt:lpstr>Referenz auf Module in Index-Seite</vt:lpstr>
      <vt:lpstr>Component-Annotation</vt:lpstr>
      <vt:lpstr>Aufgabe der Component</vt:lpstr>
      <vt:lpstr>Angular-Module: Die Component</vt:lpstr>
      <vt:lpstr>Angular-Module: Das HTML-Template</vt:lpstr>
      <vt:lpstr>Angular-Module: Module-Deklaration</vt:lpstr>
      <vt:lpstr>Ablauf bis hier her</vt:lpstr>
      <vt:lpstr>Angular-Module: Module-Deklaration</vt:lpstr>
      <vt:lpstr>Kompletter Ablauf</vt:lpstr>
      <vt:lpstr>Deklaration, Imports und Exports</vt:lpstr>
      <vt:lpstr>Module generieren</vt:lpstr>
      <vt:lpstr>Anhang</vt:lpstr>
      <vt:lpstr>node.js</vt:lpstr>
      <vt:lpstr>Was ist node.js?</vt:lpstr>
      <vt:lpstr>Beispiel: Ein kompletter http-Server</vt:lpstr>
      <vt:lpstr>Installation: node.js</vt:lpstr>
      <vt:lpstr>Testen der Installation</vt:lpstr>
      <vt:lpstr>Node und Browser-basierte Anwendungen</vt:lpstr>
      <vt:lpstr>npm – Der Node Package Manager</vt:lpstr>
      <vt:lpstr>Was ist npm?</vt:lpstr>
      <vt:lpstr>npm Kommandos</vt:lpstr>
      <vt:lpstr>Node-Modules</vt:lpstr>
      <vt:lpstr>Node Modules</vt:lpstr>
      <vt:lpstr>Die package.json</vt:lpstr>
      <vt:lpstr>Initialisierung eines Projekts</vt:lpstr>
      <vt:lpstr>Projektstruktur</vt:lpstr>
      <vt:lpstr>Beispiel: Ein einfaches Projekt</vt:lpstr>
      <vt:lpstr>Beispiel: Ein einfaches Node-Module</vt:lpstr>
      <vt:lpstr>Installieren von Abhängigkeiten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Thomas Götzinger</dc:creator>
  <dc:description/>
  <cp:lastModifiedBy>Thomas Götzinger</cp:lastModifiedBy>
  <cp:revision>185</cp:revision>
  <dcterms:created xsi:type="dcterms:W3CDTF">2020-01-15T16:45:15Z</dcterms:created>
  <dcterms:modified xsi:type="dcterms:W3CDTF">2026-04-06T16:29:28Z</dcterms:modified>
  <dc:language>de-DE</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MClips">
    <vt:i4>1</vt:i4>
  </property>
  <property fmtid="{D5CDD505-2E9C-101B-9397-08002B2CF9AE}" pid="3" name="Notes">
    <vt:i4>38</vt:i4>
  </property>
  <property fmtid="{D5CDD505-2E9C-101B-9397-08002B2CF9AE}" pid="4" name="PresentationFormat">
    <vt:lpwstr>Breitbild</vt:lpwstr>
  </property>
  <property fmtid="{D5CDD505-2E9C-101B-9397-08002B2CF9AE}" pid="5" name="Slides">
    <vt:i4>268</vt:i4>
  </property>
</Properties>
</file>