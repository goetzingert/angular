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wmf" ContentType="image/x-wmf"/>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diagrams/colors1.xml" ContentType="application/vnd.openxmlformats-officedocument.drawingml.diagramColors+xml"/>
  <Override PartName="/ppt/diagrams/colors10.xml" ContentType="application/vnd.openxmlformats-officedocument.drawingml.diagramColors+xml"/>
  <Override PartName="/ppt/diagrams/colors11.xml" ContentType="application/vnd.openxmlformats-officedocument.drawingml.diagramColors+xml"/>
  <Override PartName="/ppt/diagrams/colors12.xml" ContentType="application/vnd.openxmlformats-officedocument.drawingml.diagramColors+xml"/>
  <Override PartName="/ppt/diagrams/colors13.xml" ContentType="application/vnd.openxmlformats-officedocument.drawingml.diagramColors+xml"/>
  <Override PartName="/ppt/diagrams/colors14.xml" ContentType="application/vnd.openxmlformats-officedocument.drawingml.diagramColors+xml"/>
  <Override PartName="/ppt/diagrams/colors15.xml" ContentType="application/vnd.openxmlformats-officedocument.drawingml.diagramColors+xml"/>
  <Override PartName="/ppt/diagrams/colors16.xml" ContentType="application/vnd.openxmlformats-officedocument.drawingml.diagramColors+xml"/>
  <Override PartName="/ppt/diagrams/colors2.xml" ContentType="application/vnd.openxmlformats-officedocument.drawingml.diagramColors+xml"/>
  <Override PartName="/ppt/diagrams/colors3.xml" ContentType="application/vnd.openxmlformats-officedocument.drawingml.diagramColors+xml"/>
  <Override PartName="/ppt/diagrams/colors4.xml" ContentType="application/vnd.openxmlformats-officedocument.drawingml.diagramColors+xml"/>
  <Override PartName="/ppt/diagrams/colors5.xml" ContentType="application/vnd.openxmlformats-officedocument.drawingml.diagramColors+xml"/>
  <Override PartName="/ppt/diagrams/colors6.xml" ContentType="application/vnd.openxmlformats-officedocument.drawingml.diagramColors+xml"/>
  <Override PartName="/ppt/diagrams/colors7.xml" ContentType="application/vnd.openxmlformats-officedocument.drawingml.diagramColors+xml"/>
  <Override PartName="/ppt/diagrams/colors8.xml" ContentType="application/vnd.openxmlformats-officedocument.drawingml.diagramColors+xml"/>
  <Override PartName="/ppt/diagrams/colors9.xml" ContentType="application/vnd.openxmlformats-officedocument.drawingml.diagramColors+xml"/>
  <Override PartName="/ppt/diagrams/data1.xml" ContentType="application/vnd.openxmlformats-officedocument.drawingml.diagramData+xml"/>
  <Override PartName="/ppt/diagrams/data10.xml" ContentType="application/vnd.openxmlformats-officedocument.drawingml.diagramData+xml"/>
  <Override PartName="/ppt/diagrams/data11.xml" ContentType="application/vnd.openxmlformats-officedocument.drawingml.diagramData+xml"/>
  <Override PartName="/ppt/diagrams/data12.xml" ContentType="application/vnd.openxmlformats-officedocument.drawingml.diagramData+xml"/>
  <Override PartName="/ppt/diagrams/data13.xml" ContentType="application/vnd.openxmlformats-officedocument.drawingml.diagramData+xml"/>
  <Override PartName="/ppt/diagrams/data14.xml" ContentType="application/vnd.openxmlformats-officedocument.drawingml.diagramData+xml"/>
  <Override PartName="/ppt/diagrams/data15.xml" ContentType="application/vnd.openxmlformats-officedocument.drawingml.diagramData+xml"/>
  <Override PartName="/ppt/diagrams/data16.xml" ContentType="application/vnd.openxmlformats-officedocument.drawingml.diagramData+xml"/>
  <Override PartName="/ppt/diagrams/data2.xml" ContentType="application/vnd.openxmlformats-officedocument.drawingml.diagramData+xml"/>
  <Override PartName="/ppt/diagrams/data3.xml" ContentType="application/vnd.openxmlformats-officedocument.drawingml.diagramData+xml"/>
  <Override PartName="/ppt/diagrams/data4.xml" ContentType="application/vnd.openxmlformats-officedocument.drawingml.diagramData+xml"/>
  <Override PartName="/ppt/diagrams/data5.xml" ContentType="application/vnd.openxmlformats-officedocument.drawingml.diagramData+xml"/>
  <Override PartName="/ppt/diagrams/data6.xml" ContentType="application/vnd.openxmlformats-officedocument.drawingml.diagramData+xml"/>
  <Override PartName="/ppt/diagrams/data7.xml" ContentType="application/vnd.openxmlformats-officedocument.drawingml.diagramData+xml"/>
  <Override PartName="/ppt/diagrams/data8.xml" ContentType="application/vnd.openxmlformats-officedocument.drawingml.diagramData+xml"/>
  <Override PartName="/ppt/diagrams/data9.xml" ContentType="application/vnd.openxmlformats-officedocument.drawingml.diagramData+xml"/>
  <Override PartName="/ppt/diagrams/drawing1.xml" ContentType="application/vnd.ms-office.drawingml.diagramDrawing+xml"/>
  <Override PartName="/ppt/diagrams/drawing10.xml" ContentType="application/vnd.ms-office.drawingml.diagramDrawing+xml"/>
  <Override PartName="/ppt/diagrams/drawing11.xml" ContentType="application/vnd.ms-office.drawingml.diagramDrawing+xml"/>
  <Override PartName="/ppt/diagrams/drawing12.xml" ContentType="application/vnd.ms-office.drawingml.diagramDrawing+xml"/>
  <Override PartName="/ppt/diagrams/drawing13.xml" ContentType="application/vnd.ms-office.drawingml.diagramDrawing+xml"/>
  <Override PartName="/ppt/diagrams/drawing14.xml" ContentType="application/vnd.ms-office.drawingml.diagramDrawing+xml"/>
  <Override PartName="/ppt/diagrams/drawing15.xml" ContentType="application/vnd.ms-office.drawingml.diagramDrawing+xml"/>
  <Override PartName="/ppt/diagrams/drawing16.xml" ContentType="application/vnd.ms-office.drawingml.diagramDrawing+xml"/>
  <Override PartName="/ppt/diagrams/drawing2.xml" ContentType="application/vnd.ms-office.drawingml.diagramDrawing+xml"/>
  <Override PartName="/ppt/diagrams/drawing3.xml" ContentType="application/vnd.ms-office.drawingml.diagramDrawing+xml"/>
  <Override PartName="/ppt/diagrams/drawing4.xml" ContentType="application/vnd.ms-office.drawingml.diagramDrawing+xml"/>
  <Override PartName="/ppt/diagrams/drawing5.xml" ContentType="application/vnd.ms-office.drawingml.diagramDrawing+xml"/>
  <Override PartName="/ppt/diagrams/drawing6.xml" ContentType="application/vnd.ms-office.drawingml.diagramDrawing+xml"/>
  <Override PartName="/ppt/diagrams/drawing7.xml" ContentType="application/vnd.ms-office.drawingml.diagramDrawing+xml"/>
  <Override PartName="/ppt/diagrams/drawing8.xml" ContentType="application/vnd.ms-office.drawingml.diagramDrawing+xml"/>
  <Override PartName="/ppt/diagrams/drawing9.xml" ContentType="application/vnd.ms-office.drawingml.diagramDrawing+xml"/>
  <Override PartName="/ppt/diagrams/layout1.xml" ContentType="application/vnd.openxmlformats-officedocument.drawingml.diagramLayout+xml"/>
  <Override PartName="/ppt/diagrams/layout10.xml" ContentType="application/vnd.openxmlformats-officedocument.drawingml.diagramLayout+xml"/>
  <Override PartName="/ppt/diagrams/layout11.xml" ContentType="application/vnd.openxmlformats-officedocument.drawingml.diagramLayout+xml"/>
  <Override PartName="/ppt/diagrams/layout12.xml" ContentType="application/vnd.openxmlformats-officedocument.drawingml.diagramLayout+xml"/>
  <Override PartName="/ppt/diagrams/layout13.xml" ContentType="application/vnd.openxmlformats-officedocument.drawingml.diagramLayout+xml"/>
  <Override PartName="/ppt/diagrams/layout14.xml" ContentType="application/vnd.openxmlformats-officedocument.drawingml.diagramLayout+xml"/>
  <Override PartName="/ppt/diagrams/layout15.xml" ContentType="application/vnd.openxmlformats-officedocument.drawingml.diagramLayout+xml"/>
  <Override PartName="/ppt/diagrams/layout16.xml" ContentType="application/vnd.openxmlformats-officedocument.drawingml.diagramLayout+xml"/>
  <Override PartName="/ppt/diagrams/layout2.xml" ContentType="application/vnd.openxmlformats-officedocument.drawingml.diagramLayout+xml"/>
  <Override PartName="/ppt/diagrams/layout3.xml" ContentType="application/vnd.openxmlformats-officedocument.drawingml.diagramLayout+xml"/>
  <Override PartName="/ppt/diagrams/layout4.xml" ContentType="application/vnd.openxmlformats-officedocument.drawingml.diagramLayout+xml"/>
  <Override PartName="/ppt/diagrams/layout5.xml" ContentType="application/vnd.openxmlformats-officedocument.drawingml.diagramLayout+xml"/>
  <Override PartName="/ppt/diagrams/layout6.xml" ContentType="application/vnd.openxmlformats-officedocument.drawingml.diagramLayout+xml"/>
  <Override PartName="/ppt/diagrams/layout7.xml" ContentType="application/vnd.openxmlformats-officedocument.drawingml.diagramLayout+xml"/>
  <Override PartName="/ppt/diagrams/layout8.xml" ContentType="application/vnd.openxmlformats-officedocument.drawingml.diagramLayout+xml"/>
  <Override PartName="/ppt/diagrams/layout9.xml" ContentType="application/vnd.openxmlformats-officedocument.drawingml.diagramLayout+xml"/>
  <Override PartName="/ppt/diagrams/quickStyle1.xml" ContentType="application/vnd.openxmlformats-officedocument.drawingml.diagramStyle+xml"/>
  <Override PartName="/ppt/diagrams/quickStyle10.xml" ContentType="application/vnd.openxmlformats-officedocument.drawingml.diagramStyle+xml"/>
  <Override PartName="/ppt/diagrams/quickStyle11.xml" ContentType="application/vnd.openxmlformats-officedocument.drawingml.diagramStyle+xml"/>
  <Override PartName="/ppt/diagrams/quickStyle12.xml" ContentType="application/vnd.openxmlformats-officedocument.drawingml.diagramStyle+xml"/>
  <Override PartName="/ppt/diagrams/quickStyle13.xml" ContentType="application/vnd.openxmlformats-officedocument.drawingml.diagramStyle+xml"/>
  <Override PartName="/ppt/diagrams/quickStyle14.xml" ContentType="application/vnd.openxmlformats-officedocument.drawingml.diagramStyle+xml"/>
  <Override PartName="/ppt/diagrams/quickStyle15.xml" ContentType="application/vnd.openxmlformats-officedocument.drawingml.diagramStyle+xml"/>
  <Override PartName="/ppt/diagrams/quickStyle16.xml" ContentType="application/vnd.openxmlformats-officedocument.drawingml.diagramStyle+xml"/>
  <Override PartName="/ppt/diagrams/quickStyle2.xml" ContentType="application/vnd.openxmlformats-officedocument.drawingml.diagramStyle+xml"/>
  <Override PartName="/ppt/diagrams/quickStyle3.xml" ContentType="application/vnd.openxmlformats-officedocument.drawingml.diagramStyle+xml"/>
  <Override PartName="/ppt/diagrams/quickStyle4.xml" ContentType="application/vnd.openxmlformats-officedocument.drawingml.diagramStyle+xml"/>
  <Override PartName="/ppt/diagrams/quickStyle5.xml" ContentType="application/vnd.openxmlformats-officedocument.drawingml.diagramStyle+xml"/>
  <Override PartName="/ppt/diagrams/quickStyle6.xml" ContentType="application/vnd.openxmlformats-officedocument.drawingml.diagramStyle+xml"/>
  <Override PartName="/ppt/diagrams/quickStyle7.xml" ContentType="application/vnd.openxmlformats-officedocument.drawingml.diagramStyle+xml"/>
  <Override PartName="/ppt/diagrams/quickStyle8.xml" ContentType="application/vnd.openxmlformats-officedocument.drawingml.diagramStyle+xml"/>
  <Override PartName="/ppt/diagrams/quickStyle9.xml" ContentType="application/vnd.openxmlformats-officedocument.drawingml.diagramStyle+xml"/>
  <Override PartName="/ppt/media/image23.svg" ContentType="image/svg"/>
  <Override PartName="/ppt/media/image27.svg" ContentType="image/svg"/>
  <Override PartName="/ppt/media/image33.svg" ContentType="image/svg"/>
  <Override PartName="/ppt/media/image35.svg" ContentType="image/svg"/>
  <Override PartName="/ppt/media/image36.svg" ContentType="image/svg"/>
  <Override PartName="/ppt/media/image37.svg" ContentType="image/svg"/>
  <Override PartName="/ppt/media/image38.svg" ContentType="image/svg"/>
  <Override PartName="/ppt/media/image39.svg" ContentType="image/svg"/>
  <Override PartName="/ppt/media/image5.svg" ContentType="image/svg"/>
  <Override PartName="/ppt/media/image6.svg" ContentType="image/svg"/>
  <Override PartName="/ppt/media/image7.svg" ContentType="image/svg"/>
  <Override PartName="/ppt/media/image8.svg" ContentType="image/sv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14.xml" ContentType="application/vnd.openxmlformats-officedocument.presentationml.slideMaster+xml"/>
  <Override PartName="/ppt/slideMasters/slideMaster15.xml" ContentType="application/vnd.openxmlformats-officedocument.presentationml.slideMaster+xml"/>
  <Override PartName="/ppt/slideMasters/slideMaster16.xml" ContentType="application/vnd.openxmlformats-officedocument.presentationml.slideMaster+xml"/>
  <Override PartName="/ppt/slideMasters/slideMaster17.xml" ContentType="application/vnd.openxmlformats-officedocument.presentationml.slideMaster+xml"/>
  <Override PartName="/ppt/slideMasters/slideMaster18.xml" ContentType="application/vnd.openxmlformats-officedocument.presentationml.slideMaster+xml"/>
  <Override PartName="/ppt/slideMasters/slideMaster19.xml" ContentType="application/vnd.openxmlformats-officedocument.presentationml.slideMaster+xml"/>
  <Override PartName="/ppt/slideMasters/slideMaster2.xml" ContentType="application/vnd.openxmlformats-officedocument.presentationml.slideMaster+xml"/>
  <Override PartName="/ppt/slideMasters/slideMaster20.xml" ContentType="application/vnd.openxmlformats-officedocument.presentationml.slideMaster+xml"/>
  <Override PartName="/ppt/slideMasters/slideMaster21.xml" ContentType="application/vnd.openxmlformats-officedocument.presentationml.slideMaster+xml"/>
  <Override PartName="/ppt/slideMasters/slideMaster22.xml" ContentType="application/vnd.openxmlformats-officedocument.presentationml.slideMaster+xml"/>
  <Override PartName="/ppt/slideMasters/slideMaster23.xml" ContentType="application/vnd.openxmlformats-officedocument.presentationml.slideMaster+xml"/>
  <Override PartName="/ppt/slideMasters/slideMaster24.xml" ContentType="application/vnd.openxmlformats-officedocument.presentationml.slideMaster+xml"/>
  <Override PartName="/ppt/slideMasters/slideMaster25.xml" ContentType="application/vnd.openxmlformats-officedocument.presentationml.slideMaster+xml"/>
  <Override PartName="/ppt/slideMasters/slideMaster26.xml" ContentType="application/vnd.openxmlformats-officedocument.presentationml.slideMaster+xml"/>
  <Override PartName="/ppt/slideMasters/slideMaster27.xml" ContentType="application/vnd.openxmlformats-officedocument.presentationml.slideMaster+xml"/>
  <Override PartName="/ppt/slideMasters/slideMaster28.xml" ContentType="application/vnd.openxmlformats-officedocument.presentationml.slideMaster+xml"/>
  <Override PartName="/ppt/slideMasters/slideMaster29.xml" ContentType="application/vnd.openxmlformats-officedocument.presentationml.slideMaster+xml"/>
  <Override PartName="/ppt/slideMasters/slideMaster3.xml" ContentType="application/vnd.openxmlformats-officedocument.presentationml.slideMaster+xml"/>
  <Override PartName="/ppt/slideMasters/slideMaster30.xml" ContentType="application/vnd.openxmlformats-officedocument.presentationml.slideMaster+xml"/>
  <Override PartName="/ppt/slideMasters/slideMaster31.xml" ContentType="application/vnd.openxmlformats-officedocument.presentationml.slideMaster+xml"/>
  <Override PartName="/ppt/slideMasters/slideMaster32.xml" ContentType="application/vnd.openxmlformats-officedocument.presentationml.slideMaster+xml"/>
  <Override PartName="/ppt/slideMasters/slideMaster33.xml" ContentType="application/vnd.openxmlformats-officedocument.presentationml.slideMaster+xml"/>
  <Override PartName="/ppt/slideMasters/slideMaster34.xml" ContentType="application/vnd.openxmlformats-officedocument.presentationml.slideMaster+xml"/>
  <Override PartName="/ppt/slideMasters/slideMaster35.xml" ContentType="application/vnd.openxmlformats-officedocument.presentationml.slideMaster+xml"/>
  <Override PartName="/ppt/slideMasters/slideMaster36.xml" ContentType="application/vnd.openxmlformats-officedocument.presentationml.slideMaster+xml"/>
  <Override PartName="/ppt/slideMasters/slideMaster37.xml" ContentType="application/vnd.openxmlformats-officedocument.presentationml.slideMaster+xml"/>
  <Override PartName="/ppt/slideMasters/slideMaster38.xml" ContentType="application/vnd.openxmlformats-officedocument.presentationml.slideMaster+xml"/>
  <Override PartName="/ppt/slideMasters/slideMaster39.xml" ContentType="application/vnd.openxmlformats-officedocument.presentationml.slideMaster+xml"/>
  <Override PartName="/ppt/slideMasters/slideMaster4.xml" ContentType="application/vnd.openxmlformats-officedocument.presentationml.slideMaster+xml"/>
  <Override PartName="/ppt/slideMasters/slideMaster40.xml" ContentType="application/vnd.openxmlformats-officedocument.presentationml.slideMaster+xml"/>
  <Override PartName="/ppt/slideMasters/slideMaster41.xml" ContentType="application/vnd.openxmlformats-officedocument.presentationml.slideMaster+xml"/>
  <Override PartName="/ppt/slideMasters/slideMaster42.xml" ContentType="application/vnd.openxmlformats-officedocument.presentationml.slideMaster+xml"/>
  <Override PartName="/ppt/slideMasters/slideMaster43.xml" ContentType="application/vnd.openxmlformats-officedocument.presentationml.slideMaster+xml"/>
  <Override PartName="/ppt/slideMasters/slideMaster44.xml" ContentType="application/vnd.openxmlformats-officedocument.presentationml.slideMaster+xml"/>
  <Override PartName="/ppt/slideMasters/slideMaster45.xml" ContentType="application/vnd.openxmlformats-officedocument.presentationml.slideMaster+xml"/>
  <Override PartName="/ppt/slideMasters/slideMaster46.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theme/theme13.xml" ContentType="application/vnd.openxmlformats-officedocument.theme+xml"/>
  <Override PartName="/ppt/theme/theme14.xml" ContentType="application/vnd.openxmlformats-officedocument.theme+xml"/>
  <Override PartName="/ppt/theme/theme15.xml" ContentType="application/vnd.openxmlformats-officedocument.theme+xml"/>
  <Override PartName="/ppt/theme/theme16.xml" ContentType="application/vnd.openxmlformats-officedocument.theme+xml"/>
  <Override PartName="/ppt/theme/theme17.xml" ContentType="application/vnd.openxmlformats-officedocument.theme+xml"/>
  <Override PartName="/ppt/theme/theme18.xml" ContentType="application/vnd.openxmlformats-officedocument.theme+xml"/>
  <Override PartName="/ppt/theme/theme19.xml" ContentType="application/vnd.openxmlformats-officedocument.theme+xml"/>
  <Override PartName="/ppt/theme/theme2.xml" ContentType="application/vnd.openxmlformats-officedocument.theme+xml"/>
  <Override PartName="/ppt/theme/theme20.xml" ContentType="application/vnd.openxmlformats-officedocument.theme+xml"/>
  <Override PartName="/ppt/theme/theme21.xml" ContentType="application/vnd.openxmlformats-officedocument.theme+xml"/>
  <Override PartName="/ppt/theme/theme22.xml" ContentType="application/vnd.openxmlformats-officedocument.theme+xml"/>
  <Override PartName="/ppt/theme/theme23.xml" ContentType="application/vnd.openxmlformats-officedocument.theme+xml"/>
  <Override PartName="/ppt/theme/theme24.xml" ContentType="application/vnd.openxmlformats-officedocument.theme+xml"/>
  <Override PartName="/ppt/theme/theme25.xml" ContentType="application/vnd.openxmlformats-officedocument.theme+xml"/>
  <Override PartName="/ppt/theme/theme26.xml" ContentType="application/vnd.openxmlformats-officedocument.theme+xml"/>
  <Override PartName="/ppt/theme/theme27.xml" ContentType="application/vnd.openxmlformats-officedocument.theme+xml"/>
  <Override PartName="/ppt/theme/theme28.xml" ContentType="application/vnd.openxmlformats-officedocument.theme+xml"/>
  <Override PartName="/ppt/theme/theme29.xml" ContentType="application/vnd.openxmlformats-officedocument.theme+xml"/>
  <Override PartName="/ppt/theme/theme3.xml" ContentType="application/vnd.openxmlformats-officedocument.theme+xml"/>
  <Override PartName="/ppt/theme/theme30.xml" ContentType="application/vnd.openxmlformats-officedocument.theme+xml"/>
  <Override PartName="/ppt/theme/theme31.xml" ContentType="application/vnd.openxmlformats-officedocument.theme+xml"/>
  <Override PartName="/ppt/theme/theme32.xml" ContentType="application/vnd.openxmlformats-officedocument.theme+xml"/>
  <Override PartName="/ppt/theme/theme33.xml" ContentType="application/vnd.openxmlformats-officedocument.theme+xml"/>
  <Override PartName="/ppt/theme/theme34.xml" ContentType="application/vnd.openxmlformats-officedocument.theme+xml"/>
  <Override PartName="/ppt/theme/theme35.xml" ContentType="application/vnd.openxmlformats-officedocument.theme+xml"/>
  <Override PartName="/ppt/theme/theme36.xml" ContentType="application/vnd.openxmlformats-officedocument.theme+xml"/>
  <Override PartName="/ppt/theme/theme37.xml" ContentType="application/vnd.openxmlformats-officedocument.theme+xml"/>
  <Override PartName="/ppt/theme/theme38.xml" ContentType="application/vnd.openxmlformats-officedocument.theme+xml"/>
  <Override PartName="/ppt/theme/theme39.xml" ContentType="application/vnd.openxmlformats-officedocument.theme+xml"/>
  <Override PartName="/ppt/theme/theme4.xml" ContentType="application/vnd.openxmlformats-officedocument.theme+xml"/>
  <Override PartName="/ppt/theme/theme40.xml" ContentType="application/vnd.openxmlformats-officedocument.theme+xml"/>
  <Override PartName="/ppt/theme/theme41.xml" ContentType="application/vnd.openxmlformats-officedocument.theme+xml"/>
  <Override PartName="/ppt/theme/theme42.xml" ContentType="application/vnd.openxmlformats-officedocument.theme+xml"/>
  <Override PartName="/ppt/theme/theme43.xml" ContentType="application/vnd.openxmlformats-officedocument.theme+xml"/>
  <Override PartName="/ppt/theme/theme44.xml" ContentType="application/vnd.openxmlformats-officedocument.theme+xml"/>
  <Override PartName="/ppt/theme/theme45.xml" ContentType="application/vnd.openxmlformats-officedocument.theme+xml"/>
  <Override PartName="/ppt/theme/theme46.xml" ContentType="application/vnd.openxmlformats-officedocument.theme+xml"/>
  <Override PartName="/ppt/theme/theme47.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 id="2147483652" r:id="rId3"/>
    <p:sldMasterId id="2147483654" r:id="rId4"/>
    <p:sldMasterId id="2147483656" r:id="rId5"/>
    <p:sldMasterId id="2147483658" r:id="rId6"/>
    <p:sldMasterId id="2147483660" r:id="rId7"/>
    <p:sldMasterId id="2147483662" r:id="rId8"/>
    <p:sldMasterId id="2147483664" r:id="rId9"/>
    <p:sldMasterId id="2147483666" r:id="rId10"/>
    <p:sldMasterId id="2147483668" r:id="rId11"/>
    <p:sldMasterId id="2147483670" r:id="rId12"/>
    <p:sldMasterId id="2147483672" r:id="rId13"/>
    <p:sldMasterId id="2147483674" r:id="rId14"/>
    <p:sldMasterId id="2147483676" r:id="rId15"/>
    <p:sldMasterId id="2147483678" r:id="rId16"/>
    <p:sldMasterId id="2147483680" r:id="rId17"/>
    <p:sldMasterId id="2147483682" r:id="rId18"/>
    <p:sldMasterId id="2147483684" r:id="rId19"/>
    <p:sldMasterId id="2147483686" r:id="rId20"/>
    <p:sldMasterId id="2147483688" r:id="rId21"/>
    <p:sldMasterId id="2147483690" r:id="rId22"/>
    <p:sldMasterId id="2147483692" r:id="rId23"/>
    <p:sldMasterId id="2147483694" r:id="rId24"/>
    <p:sldMasterId id="2147483696" r:id="rId25"/>
    <p:sldMasterId id="2147483698" r:id="rId26"/>
    <p:sldMasterId id="2147483700" r:id="rId27"/>
    <p:sldMasterId id="2147483702" r:id="rId28"/>
    <p:sldMasterId id="2147483704" r:id="rId29"/>
    <p:sldMasterId id="2147483706" r:id="rId30"/>
    <p:sldMasterId id="2147483708" r:id="rId31"/>
    <p:sldMasterId id="2147483710" r:id="rId32"/>
    <p:sldMasterId id="2147483712" r:id="rId33"/>
    <p:sldMasterId id="2147483714" r:id="rId34"/>
    <p:sldMasterId id="2147483716" r:id="rId35"/>
    <p:sldMasterId id="2147483718" r:id="rId36"/>
    <p:sldMasterId id="2147483720" r:id="rId37"/>
    <p:sldMasterId id="2147483722" r:id="rId38"/>
    <p:sldMasterId id="2147483724" r:id="rId39"/>
    <p:sldMasterId id="2147483733" r:id="rId40"/>
    <p:sldMasterId id="2147483735" r:id="rId41"/>
    <p:sldMasterId id="2147483737" r:id="rId42"/>
    <p:sldMasterId id="2147483739" r:id="rId43"/>
    <p:sldMasterId id="2147483741" r:id="rId44"/>
    <p:sldMasterId id="2147483743" r:id="rId45"/>
    <p:sldMasterId id="2147483745" r:id="rId46"/>
  </p:sldMasterIdLst>
  <p:notesMasterIdLst>
    <p:notesMasterId r:id="rId324"/>
  </p:notesMasterIdLst>
  <p:sldIdLst>
    <p:sldId id="256" r:id="rId47"/>
    <p:sldId id="257" r:id="rId48"/>
    <p:sldId id="258" r:id="rId49"/>
    <p:sldId id="259" r:id="rId50"/>
    <p:sldId id="260" r:id="rId51"/>
    <p:sldId id="261" r:id="rId52"/>
    <p:sldId id="262" r:id="rId53"/>
    <p:sldId id="263" r:id="rId54"/>
    <p:sldId id="264" r:id="rId55"/>
    <p:sldId id="265" r:id="rId56"/>
    <p:sldId id="266" r:id="rId57"/>
    <p:sldId id="267" r:id="rId58"/>
    <p:sldId id="268" r:id="rId59"/>
    <p:sldId id="269" r:id="rId60"/>
    <p:sldId id="270" r:id="rId61"/>
    <p:sldId id="271" r:id="rId62"/>
    <p:sldId id="272" r:id="rId63"/>
    <p:sldId id="273" r:id="rId64"/>
    <p:sldId id="274" r:id="rId65"/>
    <p:sldId id="275" r:id="rId66"/>
    <p:sldId id="276" r:id="rId67"/>
    <p:sldId id="277" r:id="rId68"/>
    <p:sldId id="278" r:id="rId69"/>
    <p:sldId id="279" r:id="rId70"/>
    <p:sldId id="280" r:id="rId71"/>
    <p:sldId id="281" r:id="rId72"/>
    <p:sldId id="282" r:id="rId73"/>
    <p:sldId id="283" r:id="rId74"/>
    <p:sldId id="284" r:id="rId75"/>
    <p:sldId id="285" r:id="rId76"/>
    <p:sldId id="286" r:id="rId77"/>
    <p:sldId id="287" r:id="rId78"/>
    <p:sldId id="288" r:id="rId79"/>
    <p:sldId id="289" r:id="rId80"/>
    <p:sldId id="290" r:id="rId81"/>
    <p:sldId id="291" r:id="rId82"/>
    <p:sldId id="292" r:id="rId83"/>
    <p:sldId id="293" r:id="rId84"/>
    <p:sldId id="294" r:id="rId85"/>
    <p:sldId id="295" r:id="rId86"/>
    <p:sldId id="296" r:id="rId87"/>
    <p:sldId id="297" r:id="rId88"/>
    <p:sldId id="298" r:id="rId89"/>
    <p:sldId id="299" r:id="rId90"/>
    <p:sldId id="300" r:id="rId91"/>
    <p:sldId id="301" r:id="rId92"/>
    <p:sldId id="302" r:id="rId93"/>
    <p:sldId id="303" r:id="rId94"/>
    <p:sldId id="304" r:id="rId95"/>
    <p:sldId id="305" r:id="rId96"/>
    <p:sldId id="306" r:id="rId97"/>
    <p:sldId id="307" r:id="rId98"/>
    <p:sldId id="308" r:id="rId99"/>
    <p:sldId id="309" r:id="rId100"/>
    <p:sldId id="310" r:id="rId101"/>
    <p:sldId id="311" r:id="rId102"/>
    <p:sldId id="312" r:id="rId103"/>
    <p:sldId id="313" r:id="rId104"/>
    <p:sldId id="314" r:id="rId105"/>
    <p:sldId id="315" r:id="rId106"/>
    <p:sldId id="316" r:id="rId107"/>
    <p:sldId id="317" r:id="rId108"/>
    <p:sldId id="318" r:id="rId109"/>
    <p:sldId id="319" r:id="rId110"/>
    <p:sldId id="320" r:id="rId111"/>
    <p:sldId id="321" r:id="rId112"/>
    <p:sldId id="322" r:id="rId113"/>
    <p:sldId id="323" r:id="rId114"/>
    <p:sldId id="324" r:id="rId115"/>
    <p:sldId id="325" r:id="rId116"/>
    <p:sldId id="326" r:id="rId117"/>
    <p:sldId id="327" r:id="rId118"/>
    <p:sldId id="328" r:id="rId119"/>
    <p:sldId id="329" r:id="rId120"/>
    <p:sldId id="330" r:id="rId121"/>
    <p:sldId id="331" r:id="rId122"/>
    <p:sldId id="332" r:id="rId123"/>
    <p:sldId id="333" r:id="rId124"/>
    <p:sldId id="334" r:id="rId125"/>
    <p:sldId id="335" r:id="rId126"/>
    <p:sldId id="336" r:id="rId127"/>
    <p:sldId id="337" r:id="rId128"/>
    <p:sldId id="338" r:id="rId129"/>
    <p:sldId id="339" r:id="rId130"/>
    <p:sldId id="340" r:id="rId131"/>
    <p:sldId id="341" r:id="rId132"/>
    <p:sldId id="342" r:id="rId133"/>
    <p:sldId id="343" r:id="rId134"/>
    <p:sldId id="344" r:id="rId135"/>
    <p:sldId id="345" r:id="rId136"/>
    <p:sldId id="346" r:id="rId137"/>
    <p:sldId id="350" r:id="rId138"/>
    <p:sldId id="547" r:id="rId338"/>
    <p:sldId id="351" r:id="rId139"/>
    <p:sldId id="352" r:id="rId140"/>
    <p:sldId id="353" r:id="rId141"/>
    <p:sldId id="354" r:id="rId142"/>
    <p:sldId id="355" r:id="rId143"/>
    <p:sldId id="356" r:id="rId144"/>
    <p:sldId id="357" r:id="rId145"/>
    <p:sldId id="358" r:id="rId146"/>
    <p:sldId id="359" r:id="rId147"/>
    <p:sldId id="360" r:id="rId148"/>
    <p:sldId id="361" r:id="rId149"/>
    <p:sldId id="362" r:id="rId150"/>
    <p:sldId id="363" r:id="rId151"/>
    <p:sldId id="548" r:id="rId339"/>
    <p:sldId id="364" r:id="rId152"/>
    <p:sldId id="365" r:id="rId153"/>
    <p:sldId id="366" r:id="rId154"/>
    <p:sldId id="367" r:id="rId155"/>
    <p:sldId id="368" r:id="rId156"/>
    <p:sldId id="369" r:id="rId157"/>
    <p:sldId id="370" r:id="rId158"/>
    <p:sldId id="372" r:id="rId159"/>
    <p:sldId id="375" r:id="rId160"/>
    <p:sldId id="376" r:id="rId161"/>
    <p:sldId id="377" r:id="rId162"/>
    <p:sldId id="378" r:id="rId163"/>
    <p:sldId id="379" r:id="rId164"/>
    <p:sldId id="380" r:id="rId165"/>
    <p:sldId id="381" r:id="rId166"/>
    <p:sldId id="382" r:id="rId167"/>
    <p:sldId id="383" r:id="rId168"/>
    <p:sldId id="384" r:id="rId169"/>
    <p:sldId id="385" r:id="rId170"/>
    <p:sldId id="386" r:id="rId171"/>
    <p:sldId id="387" r:id="rId172"/>
    <p:sldId id="549" r:id="rId340"/>
    <p:sldId id="389" r:id="rId173"/>
    <p:sldId id="388" r:id="rId174"/>
    <p:sldId id="390" r:id="rId175"/>
    <p:sldId id="391" r:id="rId176"/>
    <p:sldId id="392" r:id="rId177"/>
    <p:sldId id="393" r:id="rId178"/>
    <p:sldId id="537" r:id="rId179"/>
    <p:sldId id="394" r:id="rId180"/>
    <p:sldId id="395" r:id="rId181"/>
    <p:sldId id="396" r:id="rId182"/>
    <p:sldId id="397" r:id="rId183"/>
    <p:sldId id="550" r:id="rId341"/>
    <p:sldId id="398" r:id="rId184"/>
    <p:sldId id="399" r:id="rId185"/>
    <p:sldId id="400" r:id="rId186"/>
    <p:sldId id="401" r:id="rId187"/>
    <p:sldId id="402" r:id="rId188"/>
    <p:sldId id="403" r:id="rId189"/>
    <p:sldId id="404" r:id="rId190"/>
    <p:sldId id="405" r:id="rId191"/>
    <p:sldId id="406" r:id="rId192"/>
    <p:sldId id="407" r:id="rId193"/>
    <p:sldId id="408" r:id="rId194"/>
    <p:sldId id="409" r:id="rId195"/>
    <p:sldId id="410" r:id="rId196"/>
    <p:sldId id="411" r:id="rId197"/>
    <p:sldId id="412" r:id="rId198"/>
    <p:sldId id="413" r:id="rId199"/>
    <p:sldId id="414" r:id="rId200"/>
    <p:sldId id="415" r:id="rId201"/>
    <p:sldId id="551" r:id="rId342"/>
    <p:sldId id="416" r:id="rId202"/>
    <p:sldId id="417" r:id="rId203"/>
    <p:sldId id="418" r:id="rId204"/>
    <p:sldId id="419" r:id="rId205"/>
    <p:sldId id="420" r:id="rId206"/>
    <p:sldId id="421" r:id="rId207"/>
    <p:sldId id="422" r:id="rId208"/>
    <p:sldId id="423" r:id="rId209"/>
    <p:sldId id="424" r:id="rId210"/>
    <p:sldId id="425" r:id="rId211"/>
    <p:sldId id="426" r:id="rId212"/>
    <p:sldId id="427" r:id="rId213"/>
    <p:sldId id="428" r:id="rId214"/>
    <p:sldId id="429" r:id="rId215"/>
    <p:sldId id="430" r:id="rId216"/>
    <p:sldId id="431" r:id="rId217"/>
    <p:sldId id="432" r:id="rId218"/>
    <p:sldId id="433" r:id="rId219"/>
    <p:sldId id="434" r:id="rId220"/>
    <p:sldId id="435" r:id="rId221"/>
    <p:sldId id="436" r:id="rId222"/>
    <p:sldId id="437" r:id="rId223"/>
    <p:sldId id="438" r:id="rId224"/>
    <p:sldId id="439" r:id="rId225"/>
    <p:sldId id="440" r:id="rId226"/>
    <p:sldId id="441" r:id="rId227"/>
    <p:sldId id="442" r:id="rId228"/>
    <p:sldId id="443" r:id="rId229"/>
    <p:sldId id="444" r:id="rId230"/>
    <p:sldId id="445" r:id="rId231"/>
    <p:sldId id="446" r:id="rId232"/>
    <p:sldId id="552" r:id="rId343"/>
    <p:sldId id="447" r:id="rId233"/>
    <p:sldId id="448" r:id="rId234"/>
    <p:sldId id="449" r:id="rId235"/>
    <p:sldId id="450" r:id="rId236"/>
    <p:sldId id="451" r:id="rId237"/>
    <p:sldId id="452" r:id="rId238"/>
    <p:sldId id="453" r:id="rId239"/>
    <p:sldId id="454" r:id="rId240"/>
    <p:sldId id="455" r:id="rId241"/>
    <p:sldId id="456" r:id="rId242"/>
    <p:sldId id="457" r:id="rId243"/>
    <p:sldId id="458" r:id="rId244"/>
    <p:sldId id="459" r:id="rId245"/>
    <p:sldId id="460" r:id="rId246"/>
    <p:sldId id="461" r:id="rId247"/>
    <p:sldId id="462" r:id="rId248"/>
    <p:sldId id="463" r:id="rId249"/>
    <p:sldId id="464" r:id="rId250"/>
    <p:sldId id="465" r:id="rId251"/>
    <p:sldId id="466" r:id="rId252"/>
    <p:sldId id="467" r:id="rId253"/>
    <p:sldId id="468" r:id="rId254"/>
    <p:sldId id="469" r:id="rId255"/>
    <p:sldId id="470" r:id="rId256"/>
    <p:sldId id="471" r:id="rId257"/>
    <p:sldId id="472" r:id="rId258"/>
    <p:sldId id="473" r:id="rId259"/>
    <p:sldId id="474" r:id="rId260"/>
    <p:sldId id="475" r:id="rId261"/>
    <p:sldId id="476" r:id="rId262"/>
    <p:sldId id="477" r:id="rId263"/>
    <p:sldId id="478" r:id="rId264"/>
    <p:sldId id="479" r:id="rId265"/>
    <p:sldId id="480" r:id="rId266"/>
    <p:sldId id="481" r:id="rId267"/>
    <p:sldId id="482" r:id="rId268"/>
    <p:sldId id="483" r:id="rId269"/>
    <p:sldId id="484" r:id="rId270"/>
    <p:sldId id="485" r:id="rId271"/>
    <p:sldId id="486" r:id="rId272"/>
    <p:sldId id="487" r:id="rId273"/>
    <p:sldId id="488" r:id="rId274"/>
    <p:sldId id="489" r:id="rId275"/>
    <p:sldId id="490" r:id="rId276"/>
    <p:sldId id="491" r:id="rId277"/>
    <p:sldId id="492" r:id="rId278"/>
    <p:sldId id="493" r:id="rId279"/>
    <p:sldId id="494" r:id="rId280"/>
    <p:sldId id="495" r:id="rId281"/>
    <p:sldId id="496" r:id="rId282"/>
    <p:sldId id="497" r:id="rId283"/>
    <p:sldId id="498" r:id="rId284"/>
    <p:sldId id="499" r:id="rId285"/>
    <p:sldId id="500" r:id="rId286"/>
    <p:sldId id="501" r:id="rId287"/>
    <p:sldId id="502" r:id="rId288"/>
    <p:sldId id="503" r:id="rId289"/>
    <p:sldId id="553" r:id="rId344"/>
    <p:sldId id="504" r:id="rId290"/>
    <p:sldId id="505" r:id="rId291"/>
    <p:sldId id="524" r:id="rId292"/>
    <p:sldId id="525" r:id="rId293"/>
    <p:sldId id="526" r:id="rId294"/>
    <p:sldId id="527" r:id="rId295"/>
    <p:sldId id="528" r:id="rId296"/>
    <p:sldId id="529" r:id="rId297"/>
    <p:sldId id="530" r:id="rId298"/>
    <p:sldId id="531" r:id="rId299"/>
    <p:sldId id="532" r:id="rId300"/>
    <p:sldId id="533" r:id="rId301"/>
    <p:sldId id="534" r:id="rId302"/>
    <p:sldId id="535" r:id="rId303"/>
    <p:sldId id="536" r:id="rId304"/>
    <p:sldId id="373" r:id="rId305"/>
    <p:sldId id="538" r:id="rId329"/>
    <p:sldId id="539" r:id="rId330"/>
    <p:sldId id="540" r:id="rId331"/>
    <p:sldId id="541" r:id="rId332"/>
    <p:sldId id="542" r:id="rId333"/>
    <p:sldId id="543" r:id="rId334"/>
    <p:sldId id="544" r:id="rId335"/>
    <p:sldId id="545" r:id="rId336"/>
    <p:sldId id="546" r:id="rId337"/>
    <p:sldId id="506" r:id="rId306"/>
    <p:sldId id="507" r:id="rId307"/>
    <p:sldId id="508" r:id="rId308"/>
    <p:sldId id="509" r:id="rId309"/>
    <p:sldId id="510" r:id="rId310"/>
    <p:sldId id="511" r:id="rId311"/>
    <p:sldId id="512" r:id="rId312"/>
    <p:sldId id="513" r:id="rId313"/>
    <p:sldId id="514" r:id="rId314"/>
    <p:sldId id="515" r:id="rId315"/>
    <p:sldId id="516" r:id="rId316"/>
    <p:sldId id="517" r:id="rId317"/>
    <p:sldId id="518" r:id="rId318"/>
    <p:sldId id="519" r:id="rId319"/>
    <p:sldId id="520" r:id="rId320"/>
    <p:sldId id="521" r:id="rId321"/>
    <p:sldId id="522" r:id="rId322"/>
    <p:sldId id="523" r:id="rId323"/>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7251"/>
    <p:restoredTop sz="94719"/>
  </p:normalViewPr>
  <p:slideViewPr>
    <p:cSldViewPr snapToGrid="0">
      <p:cViewPr varScale="1">
        <p:scale>
          <a:sx n="181" d="100"/>
          <a:sy n="181" d="100"/>
        </p:scale>
        <p:origin x="4608" y="48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Master" Target="slideMasters/slideMaster5.xml"/><Relationship Id="rId6" Type="http://schemas.openxmlformats.org/officeDocument/2006/relationships/slideMaster" Target="slideMasters/slideMaster6.xml"/><Relationship Id="rId7" Type="http://schemas.openxmlformats.org/officeDocument/2006/relationships/slideMaster" Target="slideMasters/slideMaster7.xml"/><Relationship Id="rId8" Type="http://schemas.openxmlformats.org/officeDocument/2006/relationships/slideMaster" Target="slideMasters/slideMaster8.xml"/><Relationship Id="rId9" Type="http://schemas.openxmlformats.org/officeDocument/2006/relationships/slideMaster" Target="slideMasters/slideMaster9.xml"/><Relationship Id="rId10" Type="http://schemas.openxmlformats.org/officeDocument/2006/relationships/slideMaster" Target="slideMasters/slideMaster10.xml"/><Relationship Id="rId11" Type="http://schemas.openxmlformats.org/officeDocument/2006/relationships/slideMaster" Target="slideMasters/slideMaster11.xml"/><Relationship Id="rId12" Type="http://schemas.openxmlformats.org/officeDocument/2006/relationships/slideMaster" Target="slideMasters/slideMaster12.xml"/><Relationship Id="rId13" Type="http://schemas.openxmlformats.org/officeDocument/2006/relationships/slideMaster" Target="slideMasters/slideMaster13.xml"/><Relationship Id="rId14" Type="http://schemas.openxmlformats.org/officeDocument/2006/relationships/slideMaster" Target="slideMasters/slideMaster14.xml"/><Relationship Id="rId15" Type="http://schemas.openxmlformats.org/officeDocument/2006/relationships/slideMaster" Target="slideMasters/slideMaster15.xml"/><Relationship Id="rId16" Type="http://schemas.openxmlformats.org/officeDocument/2006/relationships/slideMaster" Target="slideMasters/slideMaster16.xml"/><Relationship Id="rId17" Type="http://schemas.openxmlformats.org/officeDocument/2006/relationships/slideMaster" Target="slideMasters/slideMaster17.xml"/><Relationship Id="rId18" Type="http://schemas.openxmlformats.org/officeDocument/2006/relationships/slideMaster" Target="slideMasters/slideMaster18.xml"/><Relationship Id="rId19" Type="http://schemas.openxmlformats.org/officeDocument/2006/relationships/slideMaster" Target="slideMasters/slideMaster19.xml"/><Relationship Id="rId20" Type="http://schemas.openxmlformats.org/officeDocument/2006/relationships/slideMaster" Target="slideMasters/slideMaster20.xml"/><Relationship Id="rId21" Type="http://schemas.openxmlformats.org/officeDocument/2006/relationships/slideMaster" Target="slideMasters/slideMaster21.xml"/><Relationship Id="rId22" Type="http://schemas.openxmlformats.org/officeDocument/2006/relationships/slideMaster" Target="slideMasters/slideMaster22.xml"/><Relationship Id="rId23" Type="http://schemas.openxmlformats.org/officeDocument/2006/relationships/slideMaster" Target="slideMasters/slideMaster23.xml"/><Relationship Id="rId24" Type="http://schemas.openxmlformats.org/officeDocument/2006/relationships/slideMaster" Target="slideMasters/slideMaster24.xml"/><Relationship Id="rId25" Type="http://schemas.openxmlformats.org/officeDocument/2006/relationships/slideMaster" Target="slideMasters/slideMaster25.xml"/><Relationship Id="rId26" Type="http://schemas.openxmlformats.org/officeDocument/2006/relationships/slideMaster" Target="slideMasters/slideMaster26.xml"/><Relationship Id="rId27" Type="http://schemas.openxmlformats.org/officeDocument/2006/relationships/slideMaster" Target="slideMasters/slideMaster27.xml"/><Relationship Id="rId28" Type="http://schemas.openxmlformats.org/officeDocument/2006/relationships/slideMaster" Target="slideMasters/slideMaster28.xml"/><Relationship Id="rId29" Type="http://schemas.openxmlformats.org/officeDocument/2006/relationships/slideMaster" Target="slideMasters/slideMaster29.xml"/><Relationship Id="rId30" Type="http://schemas.openxmlformats.org/officeDocument/2006/relationships/slideMaster" Target="slideMasters/slideMaster30.xml"/><Relationship Id="rId31" Type="http://schemas.openxmlformats.org/officeDocument/2006/relationships/slideMaster" Target="slideMasters/slideMaster31.xml"/><Relationship Id="rId32" Type="http://schemas.openxmlformats.org/officeDocument/2006/relationships/slideMaster" Target="slideMasters/slideMaster32.xml"/><Relationship Id="rId33" Type="http://schemas.openxmlformats.org/officeDocument/2006/relationships/slideMaster" Target="slideMasters/slideMaster33.xml"/><Relationship Id="rId34" Type="http://schemas.openxmlformats.org/officeDocument/2006/relationships/slideMaster" Target="slideMasters/slideMaster34.xml"/><Relationship Id="rId35" Type="http://schemas.openxmlformats.org/officeDocument/2006/relationships/slideMaster" Target="slideMasters/slideMaster35.xml"/><Relationship Id="rId36" Type="http://schemas.openxmlformats.org/officeDocument/2006/relationships/slideMaster" Target="slideMasters/slideMaster36.xml"/><Relationship Id="rId37" Type="http://schemas.openxmlformats.org/officeDocument/2006/relationships/slideMaster" Target="slideMasters/slideMaster37.xml"/><Relationship Id="rId38" Type="http://schemas.openxmlformats.org/officeDocument/2006/relationships/slideMaster" Target="slideMasters/slideMaster38.xml"/><Relationship Id="rId39" Type="http://schemas.openxmlformats.org/officeDocument/2006/relationships/slideMaster" Target="slideMasters/slideMaster39.xml"/><Relationship Id="rId40" Type="http://schemas.openxmlformats.org/officeDocument/2006/relationships/slideMaster" Target="slideMasters/slideMaster40.xml"/><Relationship Id="rId41" Type="http://schemas.openxmlformats.org/officeDocument/2006/relationships/slideMaster" Target="slideMasters/slideMaster41.xml"/><Relationship Id="rId42" Type="http://schemas.openxmlformats.org/officeDocument/2006/relationships/slideMaster" Target="slideMasters/slideMaster42.xml"/><Relationship Id="rId43" Type="http://schemas.openxmlformats.org/officeDocument/2006/relationships/slideMaster" Target="slideMasters/slideMaster43.xml"/><Relationship Id="rId44" Type="http://schemas.openxmlformats.org/officeDocument/2006/relationships/slideMaster" Target="slideMasters/slideMaster44.xml"/><Relationship Id="rId45" Type="http://schemas.openxmlformats.org/officeDocument/2006/relationships/slideMaster" Target="slideMasters/slideMaster45.xml"/><Relationship Id="rId46" Type="http://schemas.openxmlformats.org/officeDocument/2006/relationships/slideMaster" Target="slideMasters/slideMaster46.xml"/><Relationship Id="rId47" Type="http://schemas.openxmlformats.org/officeDocument/2006/relationships/slide" Target="slides/slide1.xml"/><Relationship Id="rId48" Type="http://schemas.openxmlformats.org/officeDocument/2006/relationships/slide" Target="slides/slide2.xml"/><Relationship Id="rId49" Type="http://schemas.openxmlformats.org/officeDocument/2006/relationships/slide" Target="slides/slide3.xml"/><Relationship Id="rId50" Type="http://schemas.openxmlformats.org/officeDocument/2006/relationships/slide" Target="slides/slide4.xml"/><Relationship Id="rId51" Type="http://schemas.openxmlformats.org/officeDocument/2006/relationships/slide" Target="slides/slide5.xml"/><Relationship Id="rId52" Type="http://schemas.openxmlformats.org/officeDocument/2006/relationships/slide" Target="slides/slide6.xml"/><Relationship Id="rId53" Type="http://schemas.openxmlformats.org/officeDocument/2006/relationships/slide" Target="slides/slide7.xml"/><Relationship Id="rId54" Type="http://schemas.openxmlformats.org/officeDocument/2006/relationships/slide" Target="slides/slide8.xml"/><Relationship Id="rId55" Type="http://schemas.openxmlformats.org/officeDocument/2006/relationships/slide" Target="slides/slide9.xml"/><Relationship Id="rId56" Type="http://schemas.openxmlformats.org/officeDocument/2006/relationships/slide" Target="slides/slide10.xml"/><Relationship Id="rId57" Type="http://schemas.openxmlformats.org/officeDocument/2006/relationships/slide" Target="slides/slide11.xml"/><Relationship Id="rId58" Type="http://schemas.openxmlformats.org/officeDocument/2006/relationships/slide" Target="slides/slide12.xml"/><Relationship Id="rId59" Type="http://schemas.openxmlformats.org/officeDocument/2006/relationships/slide" Target="slides/slide13.xml"/><Relationship Id="rId60" Type="http://schemas.openxmlformats.org/officeDocument/2006/relationships/slide" Target="slides/slide14.xml"/><Relationship Id="rId61" Type="http://schemas.openxmlformats.org/officeDocument/2006/relationships/slide" Target="slides/slide15.xml"/><Relationship Id="rId62" Type="http://schemas.openxmlformats.org/officeDocument/2006/relationships/slide" Target="slides/slide16.xml"/><Relationship Id="rId63" Type="http://schemas.openxmlformats.org/officeDocument/2006/relationships/slide" Target="slides/slide17.xml"/><Relationship Id="rId64" Type="http://schemas.openxmlformats.org/officeDocument/2006/relationships/slide" Target="slides/slide18.xml"/><Relationship Id="rId65" Type="http://schemas.openxmlformats.org/officeDocument/2006/relationships/slide" Target="slides/slide19.xml"/><Relationship Id="rId66" Type="http://schemas.openxmlformats.org/officeDocument/2006/relationships/slide" Target="slides/slide20.xml"/><Relationship Id="rId67" Type="http://schemas.openxmlformats.org/officeDocument/2006/relationships/slide" Target="slides/slide21.xml"/><Relationship Id="rId68" Type="http://schemas.openxmlformats.org/officeDocument/2006/relationships/slide" Target="slides/slide22.xml"/><Relationship Id="rId69" Type="http://schemas.openxmlformats.org/officeDocument/2006/relationships/slide" Target="slides/slide23.xml"/><Relationship Id="rId70" Type="http://schemas.openxmlformats.org/officeDocument/2006/relationships/slide" Target="slides/slide24.xml"/><Relationship Id="rId71" Type="http://schemas.openxmlformats.org/officeDocument/2006/relationships/slide" Target="slides/slide25.xml"/><Relationship Id="rId72" Type="http://schemas.openxmlformats.org/officeDocument/2006/relationships/slide" Target="slides/slide26.xml"/><Relationship Id="rId73" Type="http://schemas.openxmlformats.org/officeDocument/2006/relationships/slide" Target="slides/slide27.xml"/><Relationship Id="rId74" Type="http://schemas.openxmlformats.org/officeDocument/2006/relationships/slide" Target="slides/slide28.xml"/><Relationship Id="rId75" Type="http://schemas.openxmlformats.org/officeDocument/2006/relationships/slide" Target="slides/slide29.xml"/><Relationship Id="rId76" Type="http://schemas.openxmlformats.org/officeDocument/2006/relationships/slide" Target="slides/slide30.xml"/><Relationship Id="rId77" Type="http://schemas.openxmlformats.org/officeDocument/2006/relationships/slide" Target="slides/slide31.xml"/><Relationship Id="rId78" Type="http://schemas.openxmlformats.org/officeDocument/2006/relationships/slide" Target="slides/slide32.xml"/><Relationship Id="rId79" Type="http://schemas.openxmlformats.org/officeDocument/2006/relationships/slide" Target="slides/slide33.xml"/><Relationship Id="rId80" Type="http://schemas.openxmlformats.org/officeDocument/2006/relationships/slide" Target="slides/slide34.xml"/><Relationship Id="rId81" Type="http://schemas.openxmlformats.org/officeDocument/2006/relationships/slide" Target="slides/slide35.xml"/><Relationship Id="rId82" Type="http://schemas.openxmlformats.org/officeDocument/2006/relationships/slide" Target="slides/slide36.xml"/><Relationship Id="rId83" Type="http://schemas.openxmlformats.org/officeDocument/2006/relationships/slide" Target="slides/slide37.xml"/><Relationship Id="rId84" Type="http://schemas.openxmlformats.org/officeDocument/2006/relationships/slide" Target="slides/slide38.xml"/><Relationship Id="rId85" Type="http://schemas.openxmlformats.org/officeDocument/2006/relationships/slide" Target="slides/slide39.xml"/><Relationship Id="rId86" Type="http://schemas.openxmlformats.org/officeDocument/2006/relationships/slide" Target="slides/slide40.xml"/><Relationship Id="rId87" Type="http://schemas.openxmlformats.org/officeDocument/2006/relationships/slide" Target="slides/slide41.xml"/><Relationship Id="rId88" Type="http://schemas.openxmlformats.org/officeDocument/2006/relationships/slide" Target="slides/slide42.xml"/><Relationship Id="rId89" Type="http://schemas.openxmlformats.org/officeDocument/2006/relationships/slide" Target="slides/slide43.xml"/><Relationship Id="rId90" Type="http://schemas.openxmlformats.org/officeDocument/2006/relationships/slide" Target="slides/slide44.xml"/><Relationship Id="rId91" Type="http://schemas.openxmlformats.org/officeDocument/2006/relationships/slide" Target="slides/slide45.xml"/><Relationship Id="rId92" Type="http://schemas.openxmlformats.org/officeDocument/2006/relationships/slide" Target="slides/slide46.xml"/><Relationship Id="rId93" Type="http://schemas.openxmlformats.org/officeDocument/2006/relationships/slide" Target="slides/slide47.xml"/><Relationship Id="rId94" Type="http://schemas.openxmlformats.org/officeDocument/2006/relationships/slide" Target="slides/slide48.xml"/><Relationship Id="rId95" Type="http://schemas.openxmlformats.org/officeDocument/2006/relationships/slide" Target="slides/slide49.xml"/><Relationship Id="rId96" Type="http://schemas.openxmlformats.org/officeDocument/2006/relationships/slide" Target="slides/slide50.xml"/><Relationship Id="rId97" Type="http://schemas.openxmlformats.org/officeDocument/2006/relationships/slide" Target="slides/slide51.xml"/><Relationship Id="rId98" Type="http://schemas.openxmlformats.org/officeDocument/2006/relationships/slide" Target="slides/slide52.xml"/><Relationship Id="rId99" Type="http://schemas.openxmlformats.org/officeDocument/2006/relationships/slide" Target="slides/slide53.xml"/><Relationship Id="rId100" Type="http://schemas.openxmlformats.org/officeDocument/2006/relationships/slide" Target="slides/slide54.xml"/><Relationship Id="rId101" Type="http://schemas.openxmlformats.org/officeDocument/2006/relationships/slide" Target="slides/slide55.xml"/><Relationship Id="rId102" Type="http://schemas.openxmlformats.org/officeDocument/2006/relationships/slide" Target="slides/slide56.xml"/><Relationship Id="rId103" Type="http://schemas.openxmlformats.org/officeDocument/2006/relationships/slide" Target="slides/slide57.xml"/><Relationship Id="rId104" Type="http://schemas.openxmlformats.org/officeDocument/2006/relationships/slide" Target="slides/slide58.xml"/><Relationship Id="rId105" Type="http://schemas.openxmlformats.org/officeDocument/2006/relationships/slide" Target="slides/slide59.xml"/><Relationship Id="rId106" Type="http://schemas.openxmlformats.org/officeDocument/2006/relationships/slide" Target="slides/slide60.xml"/><Relationship Id="rId107" Type="http://schemas.openxmlformats.org/officeDocument/2006/relationships/slide" Target="slides/slide61.xml"/><Relationship Id="rId108" Type="http://schemas.openxmlformats.org/officeDocument/2006/relationships/slide" Target="slides/slide62.xml"/><Relationship Id="rId109" Type="http://schemas.openxmlformats.org/officeDocument/2006/relationships/slide" Target="slides/slide63.xml"/><Relationship Id="rId110" Type="http://schemas.openxmlformats.org/officeDocument/2006/relationships/slide" Target="slides/slide64.xml"/><Relationship Id="rId111" Type="http://schemas.openxmlformats.org/officeDocument/2006/relationships/slide" Target="slides/slide65.xml"/><Relationship Id="rId112" Type="http://schemas.openxmlformats.org/officeDocument/2006/relationships/slide" Target="slides/slide66.xml"/><Relationship Id="rId113" Type="http://schemas.openxmlformats.org/officeDocument/2006/relationships/slide" Target="slides/slide67.xml"/><Relationship Id="rId114" Type="http://schemas.openxmlformats.org/officeDocument/2006/relationships/slide" Target="slides/slide68.xml"/><Relationship Id="rId115" Type="http://schemas.openxmlformats.org/officeDocument/2006/relationships/slide" Target="slides/slide69.xml"/><Relationship Id="rId116" Type="http://schemas.openxmlformats.org/officeDocument/2006/relationships/slide" Target="slides/slide70.xml"/><Relationship Id="rId117" Type="http://schemas.openxmlformats.org/officeDocument/2006/relationships/slide" Target="slides/slide71.xml"/><Relationship Id="rId118" Type="http://schemas.openxmlformats.org/officeDocument/2006/relationships/slide" Target="slides/slide72.xml"/><Relationship Id="rId119" Type="http://schemas.openxmlformats.org/officeDocument/2006/relationships/slide" Target="slides/slide73.xml"/><Relationship Id="rId120" Type="http://schemas.openxmlformats.org/officeDocument/2006/relationships/slide" Target="slides/slide74.xml"/><Relationship Id="rId121" Type="http://schemas.openxmlformats.org/officeDocument/2006/relationships/slide" Target="slides/slide75.xml"/><Relationship Id="rId122" Type="http://schemas.openxmlformats.org/officeDocument/2006/relationships/slide" Target="slides/slide76.xml"/><Relationship Id="rId123" Type="http://schemas.openxmlformats.org/officeDocument/2006/relationships/slide" Target="slides/slide77.xml"/><Relationship Id="rId124" Type="http://schemas.openxmlformats.org/officeDocument/2006/relationships/slide" Target="slides/slide78.xml"/><Relationship Id="rId125" Type="http://schemas.openxmlformats.org/officeDocument/2006/relationships/slide" Target="slides/slide79.xml"/><Relationship Id="rId126" Type="http://schemas.openxmlformats.org/officeDocument/2006/relationships/slide" Target="slides/slide80.xml"/><Relationship Id="rId127" Type="http://schemas.openxmlformats.org/officeDocument/2006/relationships/slide" Target="slides/slide81.xml"/><Relationship Id="rId128" Type="http://schemas.openxmlformats.org/officeDocument/2006/relationships/slide" Target="slides/slide82.xml"/><Relationship Id="rId129" Type="http://schemas.openxmlformats.org/officeDocument/2006/relationships/slide" Target="slides/slide83.xml"/><Relationship Id="rId130" Type="http://schemas.openxmlformats.org/officeDocument/2006/relationships/slide" Target="slides/slide84.xml"/><Relationship Id="rId131" Type="http://schemas.openxmlformats.org/officeDocument/2006/relationships/slide" Target="slides/slide85.xml"/><Relationship Id="rId132" Type="http://schemas.openxmlformats.org/officeDocument/2006/relationships/slide" Target="slides/slide86.xml"/><Relationship Id="rId133" Type="http://schemas.openxmlformats.org/officeDocument/2006/relationships/slide" Target="slides/slide87.xml"/><Relationship Id="rId134" Type="http://schemas.openxmlformats.org/officeDocument/2006/relationships/slide" Target="slides/slide88.xml"/><Relationship Id="rId135" Type="http://schemas.openxmlformats.org/officeDocument/2006/relationships/slide" Target="slides/slide89.xml"/><Relationship Id="rId136" Type="http://schemas.openxmlformats.org/officeDocument/2006/relationships/slide" Target="slides/slide90.xml"/><Relationship Id="rId137" Type="http://schemas.openxmlformats.org/officeDocument/2006/relationships/slide" Target="slides/slide91.xml"/><Relationship Id="rId138" Type="http://schemas.openxmlformats.org/officeDocument/2006/relationships/slide" Target="slides/slide92.xml"/><Relationship Id="rId139" Type="http://schemas.openxmlformats.org/officeDocument/2006/relationships/slide" Target="slides/slide94.xml"/><Relationship Id="rId140" Type="http://schemas.openxmlformats.org/officeDocument/2006/relationships/slide" Target="slides/slide95.xml"/><Relationship Id="rId141" Type="http://schemas.openxmlformats.org/officeDocument/2006/relationships/slide" Target="slides/slide96.xml"/><Relationship Id="rId142" Type="http://schemas.openxmlformats.org/officeDocument/2006/relationships/slide" Target="slides/slide97.xml"/><Relationship Id="rId143" Type="http://schemas.openxmlformats.org/officeDocument/2006/relationships/slide" Target="slides/slide98.xml"/><Relationship Id="rId144" Type="http://schemas.openxmlformats.org/officeDocument/2006/relationships/slide" Target="slides/slide99.xml"/><Relationship Id="rId145" Type="http://schemas.openxmlformats.org/officeDocument/2006/relationships/slide" Target="slides/slide100.xml"/><Relationship Id="rId146" Type="http://schemas.openxmlformats.org/officeDocument/2006/relationships/slide" Target="slides/slide101.xml"/><Relationship Id="rId147" Type="http://schemas.openxmlformats.org/officeDocument/2006/relationships/slide" Target="slides/slide102.xml"/><Relationship Id="rId148" Type="http://schemas.openxmlformats.org/officeDocument/2006/relationships/slide" Target="slides/slide103.xml"/><Relationship Id="rId149" Type="http://schemas.openxmlformats.org/officeDocument/2006/relationships/slide" Target="slides/slide104.xml"/><Relationship Id="rId150" Type="http://schemas.openxmlformats.org/officeDocument/2006/relationships/slide" Target="slides/slide105.xml"/><Relationship Id="rId151" Type="http://schemas.openxmlformats.org/officeDocument/2006/relationships/slide" Target="slides/slide106.xml"/><Relationship Id="rId152" Type="http://schemas.openxmlformats.org/officeDocument/2006/relationships/slide" Target="slides/slide108.xml"/><Relationship Id="rId153" Type="http://schemas.openxmlformats.org/officeDocument/2006/relationships/slide" Target="slides/slide109.xml"/><Relationship Id="rId154" Type="http://schemas.openxmlformats.org/officeDocument/2006/relationships/slide" Target="slides/slide110.xml"/><Relationship Id="rId155" Type="http://schemas.openxmlformats.org/officeDocument/2006/relationships/slide" Target="slides/slide111.xml"/><Relationship Id="rId156" Type="http://schemas.openxmlformats.org/officeDocument/2006/relationships/slide" Target="slides/slide112.xml"/><Relationship Id="rId157" Type="http://schemas.openxmlformats.org/officeDocument/2006/relationships/slide" Target="slides/slide113.xml"/><Relationship Id="rId158" Type="http://schemas.openxmlformats.org/officeDocument/2006/relationships/slide" Target="slides/slide114.xml"/><Relationship Id="rId159" Type="http://schemas.openxmlformats.org/officeDocument/2006/relationships/slide" Target="slides/slide115.xml"/><Relationship Id="rId160" Type="http://schemas.openxmlformats.org/officeDocument/2006/relationships/slide" Target="slides/slide116.xml"/><Relationship Id="rId161" Type="http://schemas.openxmlformats.org/officeDocument/2006/relationships/slide" Target="slides/slide117.xml"/><Relationship Id="rId162" Type="http://schemas.openxmlformats.org/officeDocument/2006/relationships/slide" Target="slides/slide118.xml"/><Relationship Id="rId163" Type="http://schemas.openxmlformats.org/officeDocument/2006/relationships/slide" Target="slides/slide119.xml"/><Relationship Id="rId164" Type="http://schemas.openxmlformats.org/officeDocument/2006/relationships/slide" Target="slides/slide120.xml"/><Relationship Id="rId165" Type="http://schemas.openxmlformats.org/officeDocument/2006/relationships/slide" Target="slides/slide121.xml"/><Relationship Id="rId166" Type="http://schemas.openxmlformats.org/officeDocument/2006/relationships/slide" Target="slides/slide122.xml"/><Relationship Id="rId167" Type="http://schemas.openxmlformats.org/officeDocument/2006/relationships/slide" Target="slides/slide123.xml"/><Relationship Id="rId168" Type="http://schemas.openxmlformats.org/officeDocument/2006/relationships/slide" Target="slides/slide124.xml"/><Relationship Id="rId169" Type="http://schemas.openxmlformats.org/officeDocument/2006/relationships/slide" Target="slides/slide125.xml"/><Relationship Id="rId170" Type="http://schemas.openxmlformats.org/officeDocument/2006/relationships/slide" Target="slides/slide126.xml"/><Relationship Id="rId171" Type="http://schemas.openxmlformats.org/officeDocument/2006/relationships/slide" Target="slides/slide127.xml"/><Relationship Id="rId172" Type="http://schemas.openxmlformats.org/officeDocument/2006/relationships/slide" Target="slides/slide128.xml"/><Relationship Id="rId173" Type="http://schemas.openxmlformats.org/officeDocument/2006/relationships/slide" Target="slides/slide130.xml"/><Relationship Id="rId174" Type="http://schemas.openxmlformats.org/officeDocument/2006/relationships/slide" Target="slides/slide131.xml"/><Relationship Id="rId175" Type="http://schemas.openxmlformats.org/officeDocument/2006/relationships/slide" Target="slides/slide132.xml"/><Relationship Id="rId176" Type="http://schemas.openxmlformats.org/officeDocument/2006/relationships/slide" Target="slides/slide133.xml"/><Relationship Id="rId177" Type="http://schemas.openxmlformats.org/officeDocument/2006/relationships/slide" Target="slides/slide134.xml"/><Relationship Id="rId178" Type="http://schemas.openxmlformats.org/officeDocument/2006/relationships/slide" Target="slides/slide135.xml"/><Relationship Id="rId179" Type="http://schemas.openxmlformats.org/officeDocument/2006/relationships/slide" Target="slides/slide136.xml"/><Relationship Id="rId180" Type="http://schemas.openxmlformats.org/officeDocument/2006/relationships/slide" Target="slides/slide137.xml"/><Relationship Id="rId181" Type="http://schemas.openxmlformats.org/officeDocument/2006/relationships/slide" Target="slides/slide138.xml"/><Relationship Id="rId182" Type="http://schemas.openxmlformats.org/officeDocument/2006/relationships/slide" Target="slides/slide139.xml"/><Relationship Id="rId183" Type="http://schemas.openxmlformats.org/officeDocument/2006/relationships/slide" Target="slides/slide140.xml"/><Relationship Id="rId184" Type="http://schemas.openxmlformats.org/officeDocument/2006/relationships/slide" Target="slides/slide142.xml"/><Relationship Id="rId185" Type="http://schemas.openxmlformats.org/officeDocument/2006/relationships/slide" Target="slides/slide143.xml"/><Relationship Id="rId186" Type="http://schemas.openxmlformats.org/officeDocument/2006/relationships/slide" Target="slides/slide144.xml"/><Relationship Id="rId187" Type="http://schemas.openxmlformats.org/officeDocument/2006/relationships/slide" Target="slides/slide145.xml"/><Relationship Id="rId188" Type="http://schemas.openxmlformats.org/officeDocument/2006/relationships/slide" Target="slides/slide146.xml"/><Relationship Id="rId189" Type="http://schemas.openxmlformats.org/officeDocument/2006/relationships/slide" Target="slides/slide147.xml"/><Relationship Id="rId190" Type="http://schemas.openxmlformats.org/officeDocument/2006/relationships/slide" Target="slides/slide148.xml"/><Relationship Id="rId191" Type="http://schemas.openxmlformats.org/officeDocument/2006/relationships/slide" Target="slides/slide149.xml"/><Relationship Id="rId192" Type="http://schemas.openxmlformats.org/officeDocument/2006/relationships/slide" Target="slides/slide150.xml"/><Relationship Id="rId193" Type="http://schemas.openxmlformats.org/officeDocument/2006/relationships/slide" Target="slides/slide151.xml"/><Relationship Id="rId194" Type="http://schemas.openxmlformats.org/officeDocument/2006/relationships/slide" Target="slides/slide152.xml"/><Relationship Id="rId195" Type="http://schemas.openxmlformats.org/officeDocument/2006/relationships/slide" Target="slides/slide153.xml"/><Relationship Id="rId196" Type="http://schemas.openxmlformats.org/officeDocument/2006/relationships/slide" Target="slides/slide154.xml"/><Relationship Id="rId197" Type="http://schemas.openxmlformats.org/officeDocument/2006/relationships/slide" Target="slides/slide155.xml"/><Relationship Id="rId198" Type="http://schemas.openxmlformats.org/officeDocument/2006/relationships/slide" Target="slides/slide156.xml"/><Relationship Id="rId199" Type="http://schemas.openxmlformats.org/officeDocument/2006/relationships/slide" Target="slides/slide157.xml"/><Relationship Id="rId200" Type="http://schemas.openxmlformats.org/officeDocument/2006/relationships/slide" Target="slides/slide158.xml"/><Relationship Id="rId201" Type="http://schemas.openxmlformats.org/officeDocument/2006/relationships/slide" Target="slides/slide159.xml"/><Relationship Id="rId202" Type="http://schemas.openxmlformats.org/officeDocument/2006/relationships/slide" Target="slides/slide161.xml"/><Relationship Id="rId203" Type="http://schemas.openxmlformats.org/officeDocument/2006/relationships/slide" Target="slides/slide162.xml"/><Relationship Id="rId204" Type="http://schemas.openxmlformats.org/officeDocument/2006/relationships/slide" Target="slides/slide163.xml"/><Relationship Id="rId205" Type="http://schemas.openxmlformats.org/officeDocument/2006/relationships/slide" Target="slides/slide164.xml"/><Relationship Id="rId206" Type="http://schemas.openxmlformats.org/officeDocument/2006/relationships/slide" Target="slides/slide165.xml"/><Relationship Id="rId207" Type="http://schemas.openxmlformats.org/officeDocument/2006/relationships/slide" Target="slides/slide166.xml"/><Relationship Id="rId208" Type="http://schemas.openxmlformats.org/officeDocument/2006/relationships/slide" Target="slides/slide167.xml"/><Relationship Id="rId209" Type="http://schemas.openxmlformats.org/officeDocument/2006/relationships/slide" Target="slides/slide168.xml"/><Relationship Id="rId210" Type="http://schemas.openxmlformats.org/officeDocument/2006/relationships/slide" Target="slides/slide169.xml"/><Relationship Id="rId211" Type="http://schemas.openxmlformats.org/officeDocument/2006/relationships/slide" Target="slides/slide170.xml"/><Relationship Id="rId212" Type="http://schemas.openxmlformats.org/officeDocument/2006/relationships/slide" Target="slides/slide171.xml"/><Relationship Id="rId213" Type="http://schemas.openxmlformats.org/officeDocument/2006/relationships/slide" Target="slides/slide172.xml"/><Relationship Id="rId214" Type="http://schemas.openxmlformats.org/officeDocument/2006/relationships/slide" Target="slides/slide173.xml"/><Relationship Id="rId215" Type="http://schemas.openxmlformats.org/officeDocument/2006/relationships/slide" Target="slides/slide174.xml"/><Relationship Id="rId216" Type="http://schemas.openxmlformats.org/officeDocument/2006/relationships/slide" Target="slides/slide175.xml"/><Relationship Id="rId217" Type="http://schemas.openxmlformats.org/officeDocument/2006/relationships/slide" Target="slides/slide176.xml"/><Relationship Id="rId218" Type="http://schemas.openxmlformats.org/officeDocument/2006/relationships/slide" Target="slides/slide177.xml"/><Relationship Id="rId219" Type="http://schemas.openxmlformats.org/officeDocument/2006/relationships/slide" Target="slides/slide178.xml"/><Relationship Id="rId220" Type="http://schemas.openxmlformats.org/officeDocument/2006/relationships/slide" Target="slides/slide179.xml"/><Relationship Id="rId221" Type="http://schemas.openxmlformats.org/officeDocument/2006/relationships/slide" Target="slides/slide180.xml"/><Relationship Id="rId222" Type="http://schemas.openxmlformats.org/officeDocument/2006/relationships/slide" Target="slides/slide181.xml"/><Relationship Id="rId223" Type="http://schemas.openxmlformats.org/officeDocument/2006/relationships/slide" Target="slides/slide182.xml"/><Relationship Id="rId224" Type="http://schemas.openxmlformats.org/officeDocument/2006/relationships/slide" Target="slides/slide183.xml"/><Relationship Id="rId225" Type="http://schemas.openxmlformats.org/officeDocument/2006/relationships/slide" Target="slides/slide184.xml"/><Relationship Id="rId226" Type="http://schemas.openxmlformats.org/officeDocument/2006/relationships/slide" Target="slides/slide185.xml"/><Relationship Id="rId227" Type="http://schemas.openxmlformats.org/officeDocument/2006/relationships/slide" Target="slides/slide186.xml"/><Relationship Id="rId228" Type="http://schemas.openxmlformats.org/officeDocument/2006/relationships/slide" Target="slides/slide187.xml"/><Relationship Id="rId229" Type="http://schemas.openxmlformats.org/officeDocument/2006/relationships/slide" Target="slides/slide188.xml"/><Relationship Id="rId230" Type="http://schemas.openxmlformats.org/officeDocument/2006/relationships/slide" Target="slides/slide189.xml"/><Relationship Id="rId231" Type="http://schemas.openxmlformats.org/officeDocument/2006/relationships/slide" Target="slides/slide190.xml"/><Relationship Id="rId232" Type="http://schemas.openxmlformats.org/officeDocument/2006/relationships/slide" Target="slides/slide191.xml"/><Relationship Id="rId233" Type="http://schemas.openxmlformats.org/officeDocument/2006/relationships/slide" Target="slides/slide193.xml"/><Relationship Id="rId234" Type="http://schemas.openxmlformats.org/officeDocument/2006/relationships/slide" Target="slides/slide194.xml"/><Relationship Id="rId235" Type="http://schemas.openxmlformats.org/officeDocument/2006/relationships/slide" Target="slides/slide195.xml"/><Relationship Id="rId236" Type="http://schemas.openxmlformats.org/officeDocument/2006/relationships/slide" Target="slides/slide196.xml"/><Relationship Id="rId237" Type="http://schemas.openxmlformats.org/officeDocument/2006/relationships/slide" Target="slides/slide197.xml"/><Relationship Id="rId238" Type="http://schemas.openxmlformats.org/officeDocument/2006/relationships/slide" Target="slides/slide198.xml"/><Relationship Id="rId239" Type="http://schemas.openxmlformats.org/officeDocument/2006/relationships/slide" Target="slides/slide199.xml"/><Relationship Id="rId240" Type="http://schemas.openxmlformats.org/officeDocument/2006/relationships/slide" Target="slides/slide200.xml"/><Relationship Id="rId241" Type="http://schemas.openxmlformats.org/officeDocument/2006/relationships/slide" Target="slides/slide201.xml"/><Relationship Id="rId242" Type="http://schemas.openxmlformats.org/officeDocument/2006/relationships/slide" Target="slides/slide202.xml"/><Relationship Id="rId243" Type="http://schemas.openxmlformats.org/officeDocument/2006/relationships/slide" Target="slides/slide203.xml"/><Relationship Id="rId244" Type="http://schemas.openxmlformats.org/officeDocument/2006/relationships/slide" Target="slides/slide204.xml"/><Relationship Id="rId245" Type="http://schemas.openxmlformats.org/officeDocument/2006/relationships/slide" Target="slides/slide205.xml"/><Relationship Id="rId246" Type="http://schemas.openxmlformats.org/officeDocument/2006/relationships/slide" Target="slides/slide206.xml"/><Relationship Id="rId247" Type="http://schemas.openxmlformats.org/officeDocument/2006/relationships/slide" Target="slides/slide207.xml"/><Relationship Id="rId248" Type="http://schemas.openxmlformats.org/officeDocument/2006/relationships/slide" Target="slides/slide208.xml"/><Relationship Id="rId249" Type="http://schemas.openxmlformats.org/officeDocument/2006/relationships/slide" Target="slides/slide209.xml"/><Relationship Id="rId250" Type="http://schemas.openxmlformats.org/officeDocument/2006/relationships/slide" Target="slides/slide210.xml"/><Relationship Id="rId251" Type="http://schemas.openxmlformats.org/officeDocument/2006/relationships/slide" Target="slides/slide211.xml"/><Relationship Id="rId252" Type="http://schemas.openxmlformats.org/officeDocument/2006/relationships/slide" Target="slides/slide212.xml"/><Relationship Id="rId253" Type="http://schemas.openxmlformats.org/officeDocument/2006/relationships/slide" Target="slides/slide213.xml"/><Relationship Id="rId254" Type="http://schemas.openxmlformats.org/officeDocument/2006/relationships/slide" Target="slides/slide214.xml"/><Relationship Id="rId255" Type="http://schemas.openxmlformats.org/officeDocument/2006/relationships/slide" Target="slides/slide215.xml"/><Relationship Id="rId256" Type="http://schemas.openxmlformats.org/officeDocument/2006/relationships/slide" Target="slides/slide216.xml"/><Relationship Id="rId257" Type="http://schemas.openxmlformats.org/officeDocument/2006/relationships/slide" Target="slides/slide217.xml"/><Relationship Id="rId258" Type="http://schemas.openxmlformats.org/officeDocument/2006/relationships/slide" Target="slides/slide218.xml"/><Relationship Id="rId259" Type="http://schemas.openxmlformats.org/officeDocument/2006/relationships/slide" Target="slides/slide219.xml"/><Relationship Id="rId260" Type="http://schemas.openxmlformats.org/officeDocument/2006/relationships/slide" Target="slides/slide220.xml"/><Relationship Id="rId261" Type="http://schemas.openxmlformats.org/officeDocument/2006/relationships/slide" Target="slides/slide221.xml"/><Relationship Id="rId262" Type="http://schemas.openxmlformats.org/officeDocument/2006/relationships/slide" Target="slides/slide222.xml"/><Relationship Id="rId263" Type="http://schemas.openxmlformats.org/officeDocument/2006/relationships/slide" Target="slides/slide223.xml"/><Relationship Id="rId264" Type="http://schemas.openxmlformats.org/officeDocument/2006/relationships/slide" Target="slides/slide224.xml"/><Relationship Id="rId265" Type="http://schemas.openxmlformats.org/officeDocument/2006/relationships/slide" Target="slides/slide225.xml"/><Relationship Id="rId266" Type="http://schemas.openxmlformats.org/officeDocument/2006/relationships/slide" Target="slides/slide226.xml"/><Relationship Id="rId267" Type="http://schemas.openxmlformats.org/officeDocument/2006/relationships/slide" Target="slides/slide227.xml"/><Relationship Id="rId268" Type="http://schemas.openxmlformats.org/officeDocument/2006/relationships/slide" Target="slides/slide228.xml"/><Relationship Id="rId269" Type="http://schemas.openxmlformats.org/officeDocument/2006/relationships/slide" Target="slides/slide229.xml"/><Relationship Id="rId270" Type="http://schemas.openxmlformats.org/officeDocument/2006/relationships/slide" Target="slides/slide230.xml"/><Relationship Id="rId271" Type="http://schemas.openxmlformats.org/officeDocument/2006/relationships/slide" Target="slides/slide231.xml"/><Relationship Id="rId272" Type="http://schemas.openxmlformats.org/officeDocument/2006/relationships/slide" Target="slides/slide232.xml"/><Relationship Id="rId273" Type="http://schemas.openxmlformats.org/officeDocument/2006/relationships/slide" Target="slides/slide233.xml"/><Relationship Id="rId274" Type="http://schemas.openxmlformats.org/officeDocument/2006/relationships/slide" Target="slides/slide234.xml"/><Relationship Id="rId275" Type="http://schemas.openxmlformats.org/officeDocument/2006/relationships/slide" Target="slides/slide235.xml"/><Relationship Id="rId276" Type="http://schemas.openxmlformats.org/officeDocument/2006/relationships/slide" Target="slides/slide236.xml"/><Relationship Id="rId277" Type="http://schemas.openxmlformats.org/officeDocument/2006/relationships/slide" Target="slides/slide237.xml"/><Relationship Id="rId278" Type="http://schemas.openxmlformats.org/officeDocument/2006/relationships/slide" Target="slides/slide238.xml"/><Relationship Id="rId279" Type="http://schemas.openxmlformats.org/officeDocument/2006/relationships/slide" Target="slides/slide239.xml"/><Relationship Id="rId280" Type="http://schemas.openxmlformats.org/officeDocument/2006/relationships/slide" Target="slides/slide240.xml"/><Relationship Id="rId281" Type="http://schemas.openxmlformats.org/officeDocument/2006/relationships/slide" Target="slides/slide241.xml"/><Relationship Id="rId282" Type="http://schemas.openxmlformats.org/officeDocument/2006/relationships/slide" Target="slides/slide242.xml"/><Relationship Id="rId283" Type="http://schemas.openxmlformats.org/officeDocument/2006/relationships/slide" Target="slides/slide243.xml"/><Relationship Id="rId284" Type="http://schemas.openxmlformats.org/officeDocument/2006/relationships/slide" Target="slides/slide244.xml"/><Relationship Id="rId285" Type="http://schemas.openxmlformats.org/officeDocument/2006/relationships/slide" Target="slides/slide245.xml"/><Relationship Id="rId286" Type="http://schemas.openxmlformats.org/officeDocument/2006/relationships/slide" Target="slides/slide246.xml"/><Relationship Id="rId287" Type="http://schemas.openxmlformats.org/officeDocument/2006/relationships/slide" Target="slides/slide247.xml"/><Relationship Id="rId288" Type="http://schemas.openxmlformats.org/officeDocument/2006/relationships/slide" Target="slides/slide248.xml"/><Relationship Id="rId289" Type="http://schemas.openxmlformats.org/officeDocument/2006/relationships/slide" Target="slides/slide249.xml"/><Relationship Id="rId290" Type="http://schemas.openxmlformats.org/officeDocument/2006/relationships/slide" Target="slides/slide251.xml"/><Relationship Id="rId291" Type="http://schemas.openxmlformats.org/officeDocument/2006/relationships/slide" Target="slides/slide252.xml"/><Relationship Id="rId292" Type="http://schemas.openxmlformats.org/officeDocument/2006/relationships/slide" Target="slides/slide253.xml"/><Relationship Id="rId293" Type="http://schemas.openxmlformats.org/officeDocument/2006/relationships/slide" Target="slides/slide254.xml"/><Relationship Id="rId294" Type="http://schemas.openxmlformats.org/officeDocument/2006/relationships/slide" Target="slides/slide255.xml"/><Relationship Id="rId295" Type="http://schemas.openxmlformats.org/officeDocument/2006/relationships/slide" Target="slides/slide256.xml"/><Relationship Id="rId296" Type="http://schemas.openxmlformats.org/officeDocument/2006/relationships/slide" Target="slides/slide257.xml"/><Relationship Id="rId297" Type="http://schemas.openxmlformats.org/officeDocument/2006/relationships/slide" Target="slides/slide258.xml"/><Relationship Id="rId298" Type="http://schemas.openxmlformats.org/officeDocument/2006/relationships/slide" Target="slides/slide259.xml"/><Relationship Id="rId299" Type="http://schemas.openxmlformats.org/officeDocument/2006/relationships/slide" Target="slides/slide260.xml"/><Relationship Id="rId300" Type="http://schemas.openxmlformats.org/officeDocument/2006/relationships/slide" Target="slides/slide261.xml"/><Relationship Id="rId301" Type="http://schemas.openxmlformats.org/officeDocument/2006/relationships/slide" Target="slides/slide262.xml"/><Relationship Id="rId302" Type="http://schemas.openxmlformats.org/officeDocument/2006/relationships/slide" Target="slides/slide263.xml"/><Relationship Id="rId303" Type="http://schemas.openxmlformats.org/officeDocument/2006/relationships/slide" Target="slides/slide264.xml"/><Relationship Id="rId304" Type="http://schemas.openxmlformats.org/officeDocument/2006/relationships/slide" Target="slides/slide265.xml"/><Relationship Id="rId305" Type="http://schemas.openxmlformats.org/officeDocument/2006/relationships/slide" Target="slides/slide266.xml"/><Relationship Id="rId306" Type="http://schemas.openxmlformats.org/officeDocument/2006/relationships/slide" Target="slides/slide276.xml"/><Relationship Id="rId307" Type="http://schemas.openxmlformats.org/officeDocument/2006/relationships/slide" Target="slides/slide277.xml"/><Relationship Id="rId308" Type="http://schemas.openxmlformats.org/officeDocument/2006/relationships/slide" Target="slides/slide278.xml"/><Relationship Id="rId309" Type="http://schemas.openxmlformats.org/officeDocument/2006/relationships/slide" Target="slides/slide279.xml"/><Relationship Id="rId310" Type="http://schemas.openxmlformats.org/officeDocument/2006/relationships/slide" Target="slides/slide280.xml"/><Relationship Id="rId311" Type="http://schemas.openxmlformats.org/officeDocument/2006/relationships/slide" Target="slides/slide281.xml"/><Relationship Id="rId312" Type="http://schemas.openxmlformats.org/officeDocument/2006/relationships/slide" Target="slides/slide282.xml"/><Relationship Id="rId313" Type="http://schemas.openxmlformats.org/officeDocument/2006/relationships/slide" Target="slides/slide283.xml"/><Relationship Id="rId314" Type="http://schemas.openxmlformats.org/officeDocument/2006/relationships/slide" Target="slides/slide284.xml"/><Relationship Id="rId315" Type="http://schemas.openxmlformats.org/officeDocument/2006/relationships/slide" Target="slides/slide285.xml"/><Relationship Id="rId316" Type="http://schemas.openxmlformats.org/officeDocument/2006/relationships/slide" Target="slides/slide286.xml"/><Relationship Id="rId317" Type="http://schemas.openxmlformats.org/officeDocument/2006/relationships/slide" Target="slides/slide287.xml"/><Relationship Id="rId318" Type="http://schemas.openxmlformats.org/officeDocument/2006/relationships/slide" Target="slides/slide288.xml"/><Relationship Id="rId319" Type="http://schemas.openxmlformats.org/officeDocument/2006/relationships/slide" Target="slides/slide289.xml"/><Relationship Id="rId320" Type="http://schemas.openxmlformats.org/officeDocument/2006/relationships/slide" Target="slides/slide290.xml"/><Relationship Id="rId321" Type="http://schemas.openxmlformats.org/officeDocument/2006/relationships/slide" Target="slides/slide291.xml"/><Relationship Id="rId322" Type="http://schemas.openxmlformats.org/officeDocument/2006/relationships/slide" Target="slides/slide292.xml"/><Relationship Id="rId323" Type="http://schemas.openxmlformats.org/officeDocument/2006/relationships/slide" Target="slides/slide293.xml"/><Relationship Id="rId324" Type="http://schemas.openxmlformats.org/officeDocument/2006/relationships/notesMaster" Target="notesMasters/notesMaster1.xml"/><Relationship Id="rId325" Type="http://schemas.openxmlformats.org/officeDocument/2006/relationships/presProps" Target="presProps.xml"/><Relationship Id="rId326" Type="http://schemas.openxmlformats.org/officeDocument/2006/relationships/viewProps" Target="viewProps.xml"/><Relationship Id="rId327" Type="http://schemas.openxmlformats.org/officeDocument/2006/relationships/theme" Target="theme/theme1.xml"/><Relationship Id="rId328" Type="http://schemas.openxmlformats.org/officeDocument/2006/relationships/tableStyles" Target="tableStyles.xml"/><Relationship Id="rId329" Type="http://schemas.openxmlformats.org/officeDocument/2006/relationships/slide" Target="slides/slide267.xml"/><Relationship Id="rId330" Type="http://schemas.openxmlformats.org/officeDocument/2006/relationships/slide" Target="slides/slide268.xml"/><Relationship Id="rId331" Type="http://schemas.openxmlformats.org/officeDocument/2006/relationships/slide" Target="slides/slide269.xml"/><Relationship Id="rId332" Type="http://schemas.openxmlformats.org/officeDocument/2006/relationships/slide" Target="slides/slide270.xml"/><Relationship Id="rId333" Type="http://schemas.openxmlformats.org/officeDocument/2006/relationships/slide" Target="slides/slide271.xml"/><Relationship Id="rId334" Type="http://schemas.openxmlformats.org/officeDocument/2006/relationships/slide" Target="slides/slide272.xml"/><Relationship Id="rId335" Type="http://schemas.openxmlformats.org/officeDocument/2006/relationships/slide" Target="slides/slide273.xml"/><Relationship Id="rId336" Type="http://schemas.openxmlformats.org/officeDocument/2006/relationships/slide" Target="slides/slide274.xml"/><Relationship Id="rId337" Type="http://schemas.openxmlformats.org/officeDocument/2006/relationships/slide" Target="slides/slide275.xml"/><Relationship Id="rId338" Type="http://schemas.openxmlformats.org/officeDocument/2006/relationships/slide" Target="slides/slide93.xml"/><Relationship Id="rId339" Type="http://schemas.openxmlformats.org/officeDocument/2006/relationships/slide" Target="slides/slide107.xml"/><Relationship Id="rId340" Type="http://schemas.openxmlformats.org/officeDocument/2006/relationships/slide" Target="slides/slide129.xml"/><Relationship Id="rId341" Type="http://schemas.openxmlformats.org/officeDocument/2006/relationships/slide" Target="slides/slide141.xml"/><Relationship Id="rId342" Type="http://schemas.openxmlformats.org/officeDocument/2006/relationships/slide" Target="slides/slide160.xml"/><Relationship Id="rId343" Type="http://schemas.openxmlformats.org/officeDocument/2006/relationships/slide" Target="slides/slide192.xml"/><Relationship Id="rId344" Type="http://schemas.openxmlformats.org/officeDocument/2006/relationships/slide" Target="slides/slide250.xml"/></Relationships>
</file>

<file path=ppt/diagrams/_rels/data2.xml.rels><?xml version='1.0' encoding='UTF-8' standalone='yes'?>
<Relationships xmlns="http://schemas.openxmlformats.org/package/2006/relationships"><Relationship Id="rId1" Type="http://schemas.openxmlformats.org/officeDocument/2006/relationships/image" Target="../media/image5.svg"/><Relationship Id="rId2" Type="http://schemas.openxmlformats.org/officeDocument/2006/relationships/image" Target="../media/image6.svg"/><Relationship Id="rId3" Type="http://schemas.openxmlformats.org/officeDocument/2006/relationships/image" Target="../media/image7.svg"/><Relationship Id="rId4" Type="http://schemas.openxmlformats.org/officeDocument/2006/relationships/image" Target="../media/image8.svg"/></Relationships>
</file>

<file path=ppt/diagrams/_rels/data8.xml.rels><?xml version='1.0' encoding='UTF-8' standalone='yes'?>
<Relationships xmlns="http://schemas.openxmlformats.org/package/2006/relationships"><Relationship Id="rId1" Type="http://schemas.openxmlformats.org/officeDocument/2006/relationships/image" Target="../media/image36.svg"/><Relationship Id="rId2" Type="http://schemas.openxmlformats.org/officeDocument/2006/relationships/image" Target="../media/image37.svg"/><Relationship Id="rId3" Type="http://schemas.openxmlformats.org/officeDocument/2006/relationships/image" Target="../media/image38.svg"/><Relationship Id="rId4" Type="http://schemas.openxmlformats.org/officeDocument/2006/relationships/image" Target="../media/image39.svg"/></Relationships>
</file>

<file path=ppt/diagrams/_rels/drawing2.xml.rels><?xml version='1.0' encoding='UTF-8' standalone='yes'?>
<Relationships xmlns="http://schemas.openxmlformats.org/package/2006/relationships"><Relationship Id="rId1" Type="http://schemas.openxmlformats.org/officeDocument/2006/relationships/image" Target="../media/image5.svg"/><Relationship Id="rId2" Type="http://schemas.openxmlformats.org/officeDocument/2006/relationships/image" Target="../media/image6.svg"/><Relationship Id="rId3" Type="http://schemas.openxmlformats.org/officeDocument/2006/relationships/image" Target="../media/image7.svg"/><Relationship Id="rId4" Type="http://schemas.openxmlformats.org/officeDocument/2006/relationships/image" Target="../media/image8.svg"/></Relationships>
</file>

<file path=ppt/diagrams/_rels/drawing8.xml.rels><?xml version='1.0' encoding='UTF-8' standalone='yes'?>
<Relationships xmlns="http://schemas.openxmlformats.org/package/2006/relationships"><Relationship Id="rId1" Type="http://schemas.openxmlformats.org/officeDocument/2006/relationships/image" Target="../media/image36.svg"/><Relationship Id="rId2" Type="http://schemas.openxmlformats.org/officeDocument/2006/relationships/image" Target="../media/image37.svg"/><Relationship Id="rId3" Type="http://schemas.openxmlformats.org/officeDocument/2006/relationships/image" Target="../media/image38.svg"/><Relationship Id="rId4" Type="http://schemas.openxmlformats.org/officeDocument/2006/relationships/image" Target="../media/image39.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92899A7-F8CE-4E4E-B7D1-30CD247456B0}" type="doc">
      <dgm:prSet loTypeId="urn:microsoft.com/office/officeart/2005/8/layout/equation1" loCatId="process" qsTypeId="urn:microsoft.com/office/officeart/2005/8/quickstyle/simple1" qsCatId="simple" csTypeId="urn:microsoft.com/office/officeart/2005/8/colors/accent1_2" csCatId="accent1" phldr="1"/>
      <dgm:spPr/>
    </dgm:pt>
    <dgm:pt modelId="{EAC66E43-3674-4006-AFB0-A24F53AA8038}">
      <dgm:prSet phldrT="[Text]"/>
      <dgm:spPr/>
      <dgm:t>
        <a:bodyPr/>
        <a:lstStyle/>
        <a:p>
          <a:r>
            <a:rPr lang="de-DE" dirty="0"/>
            <a:t>ECMAScript5</a:t>
          </a:r>
        </a:p>
      </dgm:t>
    </dgm:pt>
    <dgm:pt modelId="{E31B56DD-61D7-4A2B-B157-17F5CF044BC2}" type="parTrans" cxnId="{B4FF6614-4542-4469-BAAE-7357662BDBBC}">
      <dgm:prSet/>
      <dgm:spPr/>
      <dgm:t>
        <a:bodyPr/>
        <a:lstStyle/>
        <a:p>
          <a:endParaRPr lang="de-DE"/>
        </a:p>
      </dgm:t>
    </dgm:pt>
    <dgm:pt modelId="{A7CA5B0D-5A9A-4DFD-A09D-356C7081D18D}" type="sibTrans" cxnId="{B4FF6614-4542-4469-BAAE-7357662BDBBC}">
      <dgm:prSet/>
      <dgm:spPr/>
      <dgm:t>
        <a:bodyPr/>
        <a:lstStyle/>
        <a:p>
          <a:endParaRPr lang="de-DE"/>
        </a:p>
      </dgm:t>
    </dgm:pt>
    <dgm:pt modelId="{9A9F24FF-B712-437E-8967-84AA45106B93}">
      <dgm:prSet phldrT="[Text]"/>
      <dgm:spPr/>
      <dgm:t>
        <a:bodyPr/>
        <a:lstStyle/>
        <a:p>
          <a:r>
            <a:rPr lang="de-DE" dirty="0"/>
            <a:t>ECMAScript6</a:t>
          </a:r>
        </a:p>
      </dgm:t>
    </dgm:pt>
    <dgm:pt modelId="{6AF8A30E-5DBC-43FC-933E-B09058C1B91E}" type="parTrans" cxnId="{7C0A2A5F-9CEC-4D37-A3CD-F2E512254500}">
      <dgm:prSet/>
      <dgm:spPr/>
      <dgm:t>
        <a:bodyPr/>
        <a:lstStyle/>
        <a:p>
          <a:endParaRPr lang="de-DE"/>
        </a:p>
      </dgm:t>
    </dgm:pt>
    <dgm:pt modelId="{A9E67323-99C6-4949-8D2A-F5332FF7EF7C}" type="sibTrans" cxnId="{7C0A2A5F-9CEC-4D37-A3CD-F2E512254500}">
      <dgm:prSet/>
      <dgm:spPr/>
      <dgm:t>
        <a:bodyPr/>
        <a:lstStyle/>
        <a:p>
          <a:endParaRPr lang="de-DE"/>
        </a:p>
      </dgm:t>
    </dgm:pt>
    <dgm:pt modelId="{AF9C3BBC-A58C-405B-A78C-B4C8F8062441}">
      <dgm:prSet phldrT="[Text]"/>
      <dgm:spPr/>
      <dgm:t>
        <a:bodyPr/>
        <a:lstStyle/>
        <a:p>
          <a:r>
            <a:rPr lang="de-DE" dirty="0"/>
            <a:t>Additional Features</a:t>
          </a:r>
        </a:p>
      </dgm:t>
    </dgm:pt>
    <dgm:pt modelId="{579E1ABD-0A77-4816-80D5-1A2C55E00D45}" type="parTrans" cxnId="{7122761A-518B-4B6D-9386-B785EDE114AC}">
      <dgm:prSet/>
      <dgm:spPr/>
      <dgm:t>
        <a:bodyPr/>
        <a:lstStyle/>
        <a:p>
          <a:endParaRPr lang="de-DE"/>
        </a:p>
      </dgm:t>
    </dgm:pt>
    <dgm:pt modelId="{843DC590-28AC-4841-822B-C6D16F7C29D5}" type="sibTrans" cxnId="{7122761A-518B-4B6D-9386-B785EDE114AC}">
      <dgm:prSet/>
      <dgm:spPr/>
      <dgm:t>
        <a:bodyPr/>
        <a:lstStyle/>
        <a:p>
          <a:endParaRPr lang="de-DE"/>
        </a:p>
      </dgm:t>
    </dgm:pt>
    <dgm:pt modelId="{21B4A07F-802F-4762-9ECD-1158ABD2C30B}">
      <dgm:prSet phldrT="[Text]"/>
      <dgm:spPr/>
      <dgm:t>
        <a:bodyPr/>
        <a:lstStyle/>
        <a:p>
          <a:r>
            <a:rPr lang="de-DE" dirty="0" err="1"/>
            <a:t>TypeScript</a:t>
          </a:r>
          <a:endParaRPr lang="de-DE" dirty="0"/>
        </a:p>
      </dgm:t>
    </dgm:pt>
    <dgm:pt modelId="{2EC3F521-D051-4D87-924F-823A0ED1EE60}" type="parTrans" cxnId="{0DADFF49-D4CE-4C6C-B367-35A645486CAB}">
      <dgm:prSet/>
      <dgm:spPr/>
      <dgm:t>
        <a:bodyPr/>
        <a:lstStyle/>
        <a:p>
          <a:endParaRPr lang="de-DE"/>
        </a:p>
      </dgm:t>
    </dgm:pt>
    <dgm:pt modelId="{907DA1E2-157E-4734-9324-1E41CBC74361}" type="sibTrans" cxnId="{0DADFF49-D4CE-4C6C-B367-35A645486CAB}">
      <dgm:prSet/>
      <dgm:spPr/>
      <dgm:t>
        <a:bodyPr/>
        <a:lstStyle/>
        <a:p>
          <a:endParaRPr lang="de-DE"/>
        </a:p>
      </dgm:t>
    </dgm:pt>
    <dgm:pt modelId="{BFDC35CA-9B77-498C-819D-D9E5FDBC6BA6}" type="pres">
      <dgm:prSet presAssocID="{592899A7-F8CE-4E4E-B7D1-30CD247456B0}" presName="linearFlow" presStyleCnt="0">
        <dgm:presLayoutVars>
          <dgm:dir/>
          <dgm:resizeHandles val="exact"/>
        </dgm:presLayoutVars>
      </dgm:prSet>
      <dgm:spPr/>
    </dgm:pt>
    <dgm:pt modelId="{A61DC1D8-AF8E-4AD3-8F3A-028424C67A03}" type="pres">
      <dgm:prSet presAssocID="{EAC66E43-3674-4006-AFB0-A24F53AA8038}" presName="node" presStyleLbl="node1" presStyleIdx="0" presStyleCnt="4">
        <dgm:presLayoutVars>
          <dgm:bulletEnabled val="1"/>
        </dgm:presLayoutVars>
      </dgm:prSet>
      <dgm:spPr/>
    </dgm:pt>
    <dgm:pt modelId="{C8019409-D9DE-468C-80F9-300FDE8628AC}" type="pres">
      <dgm:prSet presAssocID="{A7CA5B0D-5A9A-4DFD-A09D-356C7081D18D}" presName="spacerL" presStyleCnt="0"/>
      <dgm:spPr/>
    </dgm:pt>
    <dgm:pt modelId="{77389B7C-EEFA-49BC-ACFE-3BCDC31F3A4E}" type="pres">
      <dgm:prSet presAssocID="{A7CA5B0D-5A9A-4DFD-A09D-356C7081D18D}" presName="sibTrans" presStyleLbl="sibTrans2D1" presStyleIdx="0" presStyleCnt="3"/>
      <dgm:spPr/>
    </dgm:pt>
    <dgm:pt modelId="{7088FFEB-9732-44B5-83F3-2F41A6B4705C}" type="pres">
      <dgm:prSet presAssocID="{A7CA5B0D-5A9A-4DFD-A09D-356C7081D18D}" presName="spacerR" presStyleCnt="0"/>
      <dgm:spPr/>
    </dgm:pt>
    <dgm:pt modelId="{AFF351EB-85E5-496F-B9AB-45A5B109EEBC}" type="pres">
      <dgm:prSet presAssocID="{9A9F24FF-B712-437E-8967-84AA45106B93}" presName="node" presStyleLbl="node1" presStyleIdx="1" presStyleCnt="4">
        <dgm:presLayoutVars>
          <dgm:bulletEnabled val="1"/>
        </dgm:presLayoutVars>
      </dgm:prSet>
      <dgm:spPr/>
    </dgm:pt>
    <dgm:pt modelId="{64EADB6B-6BF2-4D5C-8D1F-CDC37D616DC0}" type="pres">
      <dgm:prSet presAssocID="{A9E67323-99C6-4949-8D2A-F5332FF7EF7C}" presName="spacerL" presStyleCnt="0"/>
      <dgm:spPr/>
    </dgm:pt>
    <dgm:pt modelId="{523619B0-4836-4F85-B178-D0067AC72FCE}" type="pres">
      <dgm:prSet presAssocID="{A9E67323-99C6-4949-8D2A-F5332FF7EF7C}" presName="sibTrans" presStyleLbl="sibTrans2D1" presStyleIdx="1" presStyleCnt="3"/>
      <dgm:spPr/>
    </dgm:pt>
    <dgm:pt modelId="{0C071449-DDBC-4C5C-95A6-416FB507516B}" type="pres">
      <dgm:prSet presAssocID="{A9E67323-99C6-4949-8D2A-F5332FF7EF7C}" presName="spacerR" presStyleCnt="0"/>
      <dgm:spPr/>
    </dgm:pt>
    <dgm:pt modelId="{356DDC87-D1BE-49E9-9017-C238619EE953}" type="pres">
      <dgm:prSet presAssocID="{AF9C3BBC-A58C-405B-A78C-B4C8F8062441}" presName="node" presStyleLbl="node1" presStyleIdx="2" presStyleCnt="4">
        <dgm:presLayoutVars>
          <dgm:bulletEnabled val="1"/>
        </dgm:presLayoutVars>
      </dgm:prSet>
      <dgm:spPr/>
    </dgm:pt>
    <dgm:pt modelId="{57F42E0D-7D02-47FE-B2D3-063B033C8929}" type="pres">
      <dgm:prSet presAssocID="{843DC590-28AC-4841-822B-C6D16F7C29D5}" presName="spacerL" presStyleCnt="0"/>
      <dgm:spPr/>
    </dgm:pt>
    <dgm:pt modelId="{045500DA-CC1F-4371-AA73-63024F1D06F3}" type="pres">
      <dgm:prSet presAssocID="{843DC590-28AC-4841-822B-C6D16F7C29D5}" presName="sibTrans" presStyleLbl="sibTrans2D1" presStyleIdx="2" presStyleCnt="3"/>
      <dgm:spPr/>
    </dgm:pt>
    <dgm:pt modelId="{0C9B1D4B-F179-4B64-9F56-67764DDE9526}" type="pres">
      <dgm:prSet presAssocID="{843DC590-28AC-4841-822B-C6D16F7C29D5}" presName="spacerR" presStyleCnt="0"/>
      <dgm:spPr/>
    </dgm:pt>
    <dgm:pt modelId="{2A966352-D133-4596-A883-D312A2B550E6}" type="pres">
      <dgm:prSet presAssocID="{21B4A07F-802F-4762-9ECD-1158ABD2C30B}" presName="node" presStyleLbl="node1" presStyleIdx="3" presStyleCnt="4">
        <dgm:presLayoutVars>
          <dgm:bulletEnabled val="1"/>
        </dgm:presLayoutVars>
      </dgm:prSet>
      <dgm:spPr/>
    </dgm:pt>
  </dgm:ptLst>
  <dgm:cxnLst>
    <dgm:cxn modelId="{B4FF6614-4542-4469-BAAE-7357662BDBBC}" srcId="{592899A7-F8CE-4E4E-B7D1-30CD247456B0}" destId="{EAC66E43-3674-4006-AFB0-A24F53AA8038}" srcOrd="0" destOrd="0" parTransId="{E31B56DD-61D7-4A2B-B157-17F5CF044BC2}" sibTransId="{A7CA5B0D-5A9A-4DFD-A09D-356C7081D18D}"/>
    <dgm:cxn modelId="{7122761A-518B-4B6D-9386-B785EDE114AC}" srcId="{592899A7-F8CE-4E4E-B7D1-30CD247456B0}" destId="{AF9C3BBC-A58C-405B-A78C-B4C8F8062441}" srcOrd="2" destOrd="0" parTransId="{579E1ABD-0A77-4816-80D5-1A2C55E00D45}" sibTransId="{843DC590-28AC-4841-822B-C6D16F7C29D5}"/>
    <dgm:cxn modelId="{7BA87F24-6822-43B1-9028-B1BA60ED6A05}" type="presOf" srcId="{592899A7-F8CE-4E4E-B7D1-30CD247456B0}" destId="{BFDC35CA-9B77-498C-819D-D9E5FDBC6BA6}" srcOrd="0" destOrd="0" presId="urn:microsoft.com/office/officeart/2005/8/layout/equation1"/>
    <dgm:cxn modelId="{0DADFF49-D4CE-4C6C-B367-35A645486CAB}" srcId="{592899A7-F8CE-4E4E-B7D1-30CD247456B0}" destId="{21B4A07F-802F-4762-9ECD-1158ABD2C30B}" srcOrd="3" destOrd="0" parTransId="{2EC3F521-D051-4D87-924F-823A0ED1EE60}" sibTransId="{907DA1E2-157E-4734-9324-1E41CBC74361}"/>
    <dgm:cxn modelId="{7C0A2A5F-9CEC-4D37-A3CD-F2E512254500}" srcId="{592899A7-F8CE-4E4E-B7D1-30CD247456B0}" destId="{9A9F24FF-B712-437E-8967-84AA45106B93}" srcOrd="1" destOrd="0" parTransId="{6AF8A30E-5DBC-43FC-933E-B09058C1B91E}" sibTransId="{A9E67323-99C6-4949-8D2A-F5332FF7EF7C}"/>
    <dgm:cxn modelId="{93569A81-726B-4B2D-9A25-8DD075D3BE15}" type="presOf" srcId="{AF9C3BBC-A58C-405B-A78C-B4C8F8062441}" destId="{356DDC87-D1BE-49E9-9017-C238619EE953}" srcOrd="0" destOrd="0" presId="urn:microsoft.com/office/officeart/2005/8/layout/equation1"/>
    <dgm:cxn modelId="{75139287-B80C-481A-9F58-76F8D3CCF7B5}" type="presOf" srcId="{21B4A07F-802F-4762-9ECD-1158ABD2C30B}" destId="{2A966352-D133-4596-A883-D312A2B550E6}" srcOrd="0" destOrd="0" presId="urn:microsoft.com/office/officeart/2005/8/layout/equation1"/>
    <dgm:cxn modelId="{5EF563C0-3AB4-4083-B702-679297F5AE32}" type="presOf" srcId="{9A9F24FF-B712-437E-8967-84AA45106B93}" destId="{AFF351EB-85E5-496F-B9AB-45A5B109EEBC}" srcOrd="0" destOrd="0" presId="urn:microsoft.com/office/officeart/2005/8/layout/equation1"/>
    <dgm:cxn modelId="{BD37B4DE-970A-4086-A9C2-949458467D06}" type="presOf" srcId="{843DC590-28AC-4841-822B-C6D16F7C29D5}" destId="{045500DA-CC1F-4371-AA73-63024F1D06F3}" srcOrd="0" destOrd="0" presId="urn:microsoft.com/office/officeart/2005/8/layout/equation1"/>
    <dgm:cxn modelId="{96C23DF2-B0D6-40E5-822F-FCBF12EA0FC0}" type="presOf" srcId="{A7CA5B0D-5A9A-4DFD-A09D-356C7081D18D}" destId="{77389B7C-EEFA-49BC-ACFE-3BCDC31F3A4E}" srcOrd="0" destOrd="0" presId="urn:microsoft.com/office/officeart/2005/8/layout/equation1"/>
    <dgm:cxn modelId="{945841F2-668A-4864-A8F8-4CFBCA8F6B5D}" type="presOf" srcId="{A9E67323-99C6-4949-8D2A-F5332FF7EF7C}" destId="{523619B0-4836-4F85-B178-D0067AC72FCE}" srcOrd="0" destOrd="0" presId="urn:microsoft.com/office/officeart/2005/8/layout/equation1"/>
    <dgm:cxn modelId="{211F89F8-1AB9-4394-9015-34E038EDBD04}" type="presOf" srcId="{EAC66E43-3674-4006-AFB0-A24F53AA8038}" destId="{A61DC1D8-AF8E-4AD3-8F3A-028424C67A03}" srcOrd="0" destOrd="0" presId="urn:microsoft.com/office/officeart/2005/8/layout/equation1"/>
    <dgm:cxn modelId="{2D02DC6C-9FAA-4F0C-93CE-80050E6462CC}" type="presParOf" srcId="{BFDC35CA-9B77-498C-819D-D9E5FDBC6BA6}" destId="{A61DC1D8-AF8E-4AD3-8F3A-028424C67A03}" srcOrd="0" destOrd="0" presId="urn:microsoft.com/office/officeart/2005/8/layout/equation1"/>
    <dgm:cxn modelId="{4C613C36-9DEA-4C93-A052-A8CFE2F2C9BE}" type="presParOf" srcId="{BFDC35CA-9B77-498C-819D-D9E5FDBC6BA6}" destId="{C8019409-D9DE-468C-80F9-300FDE8628AC}" srcOrd="1" destOrd="0" presId="urn:microsoft.com/office/officeart/2005/8/layout/equation1"/>
    <dgm:cxn modelId="{2EBEA0FE-9879-40CE-8EF0-AE1D3A5ECA94}" type="presParOf" srcId="{BFDC35CA-9B77-498C-819D-D9E5FDBC6BA6}" destId="{77389B7C-EEFA-49BC-ACFE-3BCDC31F3A4E}" srcOrd="2" destOrd="0" presId="urn:microsoft.com/office/officeart/2005/8/layout/equation1"/>
    <dgm:cxn modelId="{2BEF9DD6-DD52-41AB-9EA1-5F4C719065D1}" type="presParOf" srcId="{BFDC35CA-9B77-498C-819D-D9E5FDBC6BA6}" destId="{7088FFEB-9732-44B5-83F3-2F41A6B4705C}" srcOrd="3" destOrd="0" presId="urn:microsoft.com/office/officeart/2005/8/layout/equation1"/>
    <dgm:cxn modelId="{A7C190C1-4F1D-4BEA-8EF2-1927EDBC6D11}" type="presParOf" srcId="{BFDC35CA-9B77-498C-819D-D9E5FDBC6BA6}" destId="{AFF351EB-85E5-496F-B9AB-45A5B109EEBC}" srcOrd="4" destOrd="0" presId="urn:microsoft.com/office/officeart/2005/8/layout/equation1"/>
    <dgm:cxn modelId="{150396D6-6DFB-40EA-B8FF-A64D249C64F6}" type="presParOf" srcId="{BFDC35CA-9B77-498C-819D-D9E5FDBC6BA6}" destId="{64EADB6B-6BF2-4D5C-8D1F-CDC37D616DC0}" srcOrd="5" destOrd="0" presId="urn:microsoft.com/office/officeart/2005/8/layout/equation1"/>
    <dgm:cxn modelId="{8EBFB873-A719-4116-85CB-AB9CE12078F9}" type="presParOf" srcId="{BFDC35CA-9B77-498C-819D-D9E5FDBC6BA6}" destId="{523619B0-4836-4F85-B178-D0067AC72FCE}" srcOrd="6" destOrd="0" presId="urn:microsoft.com/office/officeart/2005/8/layout/equation1"/>
    <dgm:cxn modelId="{0D893633-2E4A-4E44-B7E7-D09ABAA7EB06}" type="presParOf" srcId="{BFDC35CA-9B77-498C-819D-D9E5FDBC6BA6}" destId="{0C071449-DDBC-4C5C-95A6-416FB507516B}" srcOrd="7" destOrd="0" presId="urn:microsoft.com/office/officeart/2005/8/layout/equation1"/>
    <dgm:cxn modelId="{0661AA73-4604-4965-BC38-61B5F0F45036}" type="presParOf" srcId="{BFDC35CA-9B77-498C-819D-D9E5FDBC6BA6}" destId="{356DDC87-D1BE-49E9-9017-C238619EE953}" srcOrd="8" destOrd="0" presId="urn:microsoft.com/office/officeart/2005/8/layout/equation1"/>
    <dgm:cxn modelId="{97C816B0-0B92-4055-BDB2-D901E09B32F9}" type="presParOf" srcId="{BFDC35CA-9B77-498C-819D-D9E5FDBC6BA6}" destId="{57F42E0D-7D02-47FE-B2D3-063B033C8929}" srcOrd="9" destOrd="0" presId="urn:microsoft.com/office/officeart/2005/8/layout/equation1"/>
    <dgm:cxn modelId="{124C7544-E2D6-4955-8E1F-F697C63F31D7}" type="presParOf" srcId="{BFDC35CA-9B77-498C-819D-D9E5FDBC6BA6}" destId="{045500DA-CC1F-4371-AA73-63024F1D06F3}" srcOrd="10" destOrd="0" presId="urn:microsoft.com/office/officeart/2005/8/layout/equation1"/>
    <dgm:cxn modelId="{F0BD6EA5-3B98-4034-A9D8-968EF38B87EB}" type="presParOf" srcId="{BFDC35CA-9B77-498C-819D-D9E5FDBC6BA6}" destId="{0C9B1D4B-F179-4B64-9F56-67764DDE9526}" srcOrd="11" destOrd="0" presId="urn:microsoft.com/office/officeart/2005/8/layout/equation1"/>
    <dgm:cxn modelId="{FB362335-166D-4320-A2DC-8F50161EC8AB}" type="presParOf" srcId="{BFDC35CA-9B77-498C-819D-D9E5FDBC6BA6}" destId="{2A966352-D133-4596-A883-D312A2B550E6}" srcOrd="12" destOrd="0" presId="urn:microsoft.com/office/officeart/2005/8/layout/equatio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9EC213B-8802-41D1-821E-5B4068B8B41A}"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pt>
    <dgm:pt modelId="{5E31C331-AE11-4773-91E7-B14951838EE0}">
      <dgm:prSet phldrT="[Text]"/>
      <dgm:spPr/>
      <dgm:t>
        <a:bodyPr/>
        <a:lstStyle/>
        <a:p>
          <a:pPr>
            <a:lnSpc>
              <a:spcPct val="100000"/>
            </a:lnSpc>
          </a:pPr>
          <a:r>
            <a:rPr lang="de-DE"/>
            <a:t>Supports Type Definitions</a:t>
          </a:r>
        </a:p>
      </dgm:t>
    </dgm:pt>
    <dgm:pt modelId="{1D9CCEE0-AA5E-484B-90C2-CF1B92DCFFBB}" type="parTrans" cxnId="{E02396EC-A1C1-4168-8813-D1512CFFB914}">
      <dgm:prSet/>
      <dgm:spPr/>
      <dgm:t>
        <a:bodyPr/>
        <a:lstStyle/>
        <a:p>
          <a:endParaRPr lang="de-DE"/>
        </a:p>
      </dgm:t>
    </dgm:pt>
    <dgm:pt modelId="{78A6E2AD-872A-43EF-B9F7-A85C4FE16F45}" type="sibTrans" cxnId="{E02396EC-A1C1-4168-8813-D1512CFFB914}">
      <dgm:prSet/>
      <dgm:spPr/>
      <dgm:t>
        <a:bodyPr/>
        <a:lstStyle/>
        <a:p>
          <a:endParaRPr lang="de-DE"/>
        </a:p>
      </dgm:t>
    </dgm:pt>
    <dgm:pt modelId="{F0816492-5413-4966-AD7D-DC7B6568C937}">
      <dgm:prSet phldrT="[Text]"/>
      <dgm:spPr/>
      <dgm:t>
        <a:bodyPr/>
        <a:lstStyle/>
        <a:p>
          <a:pPr>
            <a:lnSpc>
              <a:spcPct val="100000"/>
            </a:lnSpc>
          </a:pPr>
          <a:r>
            <a:rPr lang="de-DE"/>
            <a:t>Strong static Type</a:t>
          </a:r>
        </a:p>
      </dgm:t>
    </dgm:pt>
    <dgm:pt modelId="{89441E7D-040D-4B3E-A697-43380679AFD4}" type="parTrans" cxnId="{461EC8C5-FBC8-412D-808F-A255C21A9D56}">
      <dgm:prSet/>
      <dgm:spPr/>
      <dgm:t>
        <a:bodyPr/>
        <a:lstStyle/>
        <a:p>
          <a:endParaRPr lang="de-DE"/>
        </a:p>
      </dgm:t>
    </dgm:pt>
    <dgm:pt modelId="{4C24C8AB-D320-425D-94BA-CCF7D6D1C726}" type="sibTrans" cxnId="{461EC8C5-FBC8-412D-808F-A255C21A9D56}">
      <dgm:prSet/>
      <dgm:spPr/>
      <dgm:t>
        <a:bodyPr/>
        <a:lstStyle/>
        <a:p>
          <a:endParaRPr lang="de-DE"/>
        </a:p>
      </dgm:t>
    </dgm:pt>
    <dgm:pt modelId="{F8F9A2AF-E562-4729-9A69-AB7CB28598C2}">
      <dgm:prSet phldrT="[Text]"/>
      <dgm:spPr/>
      <dgm:t>
        <a:bodyPr/>
        <a:lstStyle/>
        <a:p>
          <a:pPr>
            <a:lnSpc>
              <a:spcPct val="100000"/>
            </a:lnSpc>
          </a:pPr>
          <a:r>
            <a:rPr lang="de-DE"/>
            <a:t>Compilation</a:t>
          </a:r>
        </a:p>
      </dgm:t>
    </dgm:pt>
    <dgm:pt modelId="{2340EA12-9DE7-46F5-B73F-4781BD3452FC}" type="parTrans" cxnId="{F6CB0C46-C392-4ECB-95AE-96C7F5B692C4}">
      <dgm:prSet/>
      <dgm:spPr/>
      <dgm:t>
        <a:bodyPr/>
        <a:lstStyle/>
        <a:p>
          <a:endParaRPr lang="de-DE"/>
        </a:p>
      </dgm:t>
    </dgm:pt>
    <dgm:pt modelId="{592DFE13-0DB8-4445-A4EC-2EF953541D5E}" type="sibTrans" cxnId="{F6CB0C46-C392-4ECB-95AE-96C7F5B692C4}">
      <dgm:prSet/>
      <dgm:spPr/>
      <dgm:t>
        <a:bodyPr/>
        <a:lstStyle/>
        <a:p>
          <a:endParaRPr lang="de-DE"/>
        </a:p>
      </dgm:t>
    </dgm:pt>
    <dgm:pt modelId="{49614048-3D16-4737-BBB6-21FFAB6EBF37}">
      <dgm:prSet phldrT="[Text]"/>
      <dgm:spPr/>
      <dgm:t>
        <a:bodyPr/>
        <a:lstStyle/>
        <a:p>
          <a:pPr>
            <a:lnSpc>
              <a:spcPct val="100000"/>
            </a:lnSpc>
          </a:pPr>
          <a:r>
            <a:rPr lang="de-DE"/>
            <a:t>OO Concepts</a:t>
          </a:r>
        </a:p>
      </dgm:t>
    </dgm:pt>
    <dgm:pt modelId="{501E4014-3887-4EF2-A24E-FC9A628C2C8A}" type="parTrans" cxnId="{5F49C5C2-403D-4B8A-BB8E-B811975EA687}">
      <dgm:prSet/>
      <dgm:spPr/>
      <dgm:t>
        <a:bodyPr/>
        <a:lstStyle/>
        <a:p>
          <a:endParaRPr lang="de-DE"/>
        </a:p>
      </dgm:t>
    </dgm:pt>
    <dgm:pt modelId="{4FF94062-1E0C-4763-93AA-C79AE881643A}" type="sibTrans" cxnId="{5F49C5C2-403D-4B8A-BB8E-B811975EA687}">
      <dgm:prSet/>
      <dgm:spPr/>
      <dgm:t>
        <a:bodyPr/>
        <a:lstStyle/>
        <a:p>
          <a:endParaRPr lang="de-DE"/>
        </a:p>
      </dgm:t>
    </dgm:pt>
    <dgm:pt modelId="{2F9B1718-3DE8-40D6-A084-222D379BB0EA}" type="pres">
      <dgm:prSet presAssocID="{79EC213B-8802-41D1-821E-5B4068B8B41A}" presName="root" presStyleCnt="0">
        <dgm:presLayoutVars>
          <dgm:dir/>
          <dgm:resizeHandles val="exact"/>
        </dgm:presLayoutVars>
      </dgm:prSet>
      <dgm:spPr/>
    </dgm:pt>
    <dgm:pt modelId="{C27C6166-C226-41B7-9268-B0D0A91F17BB}" type="pres">
      <dgm:prSet presAssocID="{49614048-3D16-4737-BBB6-21FFAB6EBF37}" presName="compNode" presStyleCnt="0"/>
      <dgm:spPr/>
    </dgm:pt>
    <dgm:pt modelId="{B7B80C5E-CCF4-4E52-8E57-FC1AA715B429}" type="pres">
      <dgm:prSet presAssocID="{49614048-3D16-4737-BBB6-21FFAB6EBF37}" presName="bgRect" presStyleLbl="bgShp" presStyleIdx="0" presStyleCnt="4"/>
      <dgm:spPr/>
    </dgm:pt>
    <dgm:pt modelId="{98C8B915-614F-48DD-A952-C233801F106C}" type="pres">
      <dgm:prSet presAssocID="{49614048-3D16-4737-BBB6-21FFAB6EBF37}" presName="iconRect" presStyleLbl="node1" presStyleIdx="0" presStyleCnt="4"/>
      <dgm:spPr>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Checkmark"/>
        </a:ext>
      </dgm:extLst>
    </dgm:pt>
    <dgm:pt modelId="{3E572F2F-1CC9-4BA1-8630-C9EDB654C37A}" type="pres">
      <dgm:prSet presAssocID="{49614048-3D16-4737-BBB6-21FFAB6EBF37}" presName="spaceRect" presStyleCnt="0"/>
      <dgm:spPr/>
    </dgm:pt>
    <dgm:pt modelId="{F319D7F5-0A2C-46EE-96E8-F0EA10ECDAD4}" type="pres">
      <dgm:prSet presAssocID="{49614048-3D16-4737-BBB6-21FFAB6EBF37}" presName="parTx" presStyleLbl="revTx" presStyleIdx="0" presStyleCnt="4">
        <dgm:presLayoutVars>
          <dgm:chMax val="0"/>
          <dgm:chPref val="0"/>
        </dgm:presLayoutVars>
      </dgm:prSet>
      <dgm:spPr/>
    </dgm:pt>
    <dgm:pt modelId="{A03C1037-4E4D-4F20-810E-34897D0C7C4B}" type="pres">
      <dgm:prSet presAssocID="{4FF94062-1E0C-4763-93AA-C79AE881643A}" presName="sibTrans" presStyleCnt="0"/>
      <dgm:spPr/>
    </dgm:pt>
    <dgm:pt modelId="{EFE04E3E-E2AB-4DDD-9149-40C028BEF7CD}" type="pres">
      <dgm:prSet presAssocID="{5E31C331-AE11-4773-91E7-B14951838EE0}" presName="compNode" presStyleCnt="0"/>
      <dgm:spPr/>
    </dgm:pt>
    <dgm:pt modelId="{7DDD0EAC-A835-4F9E-AA7C-B442F1F3BE44}" type="pres">
      <dgm:prSet presAssocID="{5E31C331-AE11-4773-91E7-B14951838EE0}" presName="bgRect" presStyleLbl="bgShp" presStyleIdx="1" presStyleCnt="4"/>
      <dgm:spPr/>
    </dgm:pt>
    <dgm:pt modelId="{50681CE2-3EFC-461B-8124-EF43EC9E024E}" type="pres">
      <dgm:prSet presAssocID="{5E31C331-AE11-4773-91E7-B14951838EE0}" presName="iconRect" presStyleLbl="node1" presStyleIdx="1" presStyleCnt="4"/>
      <dgm:spPr>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Thumbs Up Sign"/>
        </a:ext>
      </dgm:extLst>
    </dgm:pt>
    <dgm:pt modelId="{D2593FA3-DEE9-4441-A68D-86BC1720B2B0}" type="pres">
      <dgm:prSet presAssocID="{5E31C331-AE11-4773-91E7-B14951838EE0}" presName="spaceRect" presStyleCnt="0"/>
      <dgm:spPr/>
    </dgm:pt>
    <dgm:pt modelId="{9465C624-F9BD-4CE2-814A-48072C0A76A2}" type="pres">
      <dgm:prSet presAssocID="{5E31C331-AE11-4773-91E7-B14951838EE0}" presName="parTx" presStyleLbl="revTx" presStyleIdx="1" presStyleCnt="4">
        <dgm:presLayoutVars>
          <dgm:chMax val="0"/>
          <dgm:chPref val="0"/>
        </dgm:presLayoutVars>
      </dgm:prSet>
      <dgm:spPr/>
    </dgm:pt>
    <dgm:pt modelId="{7B5153E1-0362-4C5B-83AA-6EEE132052C6}" type="pres">
      <dgm:prSet presAssocID="{78A6E2AD-872A-43EF-B9F7-A85C4FE16F45}" presName="sibTrans" presStyleCnt="0"/>
      <dgm:spPr/>
    </dgm:pt>
    <dgm:pt modelId="{74D4E68F-D7B9-49B8-BDE1-26114D8BF86B}" type="pres">
      <dgm:prSet presAssocID="{F0816492-5413-4966-AD7D-DC7B6568C937}" presName="compNode" presStyleCnt="0"/>
      <dgm:spPr/>
    </dgm:pt>
    <dgm:pt modelId="{F4600845-C547-45B3-BC28-88871AFBDCF5}" type="pres">
      <dgm:prSet presAssocID="{F0816492-5413-4966-AD7D-DC7B6568C937}" presName="bgRect" presStyleLbl="bgShp" presStyleIdx="2" presStyleCnt="4"/>
      <dgm:spPr/>
    </dgm:pt>
    <dgm:pt modelId="{F16494FC-222B-4EBA-8304-186FCD3D3D7C}" type="pres">
      <dgm:prSet presAssocID="{F0816492-5413-4966-AD7D-DC7B6568C937}" presName="iconRect" presStyleLbl="node1" presStyleIdx="2" presStyleCnt="4"/>
      <dgm:spPr>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Document"/>
        </a:ext>
      </dgm:extLst>
    </dgm:pt>
    <dgm:pt modelId="{2D776D78-C278-4802-90EA-86842CDC1AB6}" type="pres">
      <dgm:prSet presAssocID="{F0816492-5413-4966-AD7D-DC7B6568C937}" presName="spaceRect" presStyleCnt="0"/>
      <dgm:spPr/>
    </dgm:pt>
    <dgm:pt modelId="{3BB3A14C-6BC7-48A5-8CA2-4A49C385E09D}" type="pres">
      <dgm:prSet presAssocID="{F0816492-5413-4966-AD7D-DC7B6568C937}" presName="parTx" presStyleLbl="revTx" presStyleIdx="2" presStyleCnt="4">
        <dgm:presLayoutVars>
          <dgm:chMax val="0"/>
          <dgm:chPref val="0"/>
        </dgm:presLayoutVars>
      </dgm:prSet>
      <dgm:spPr/>
    </dgm:pt>
    <dgm:pt modelId="{36ECC886-2BC3-404F-8C6D-9EE3F039458E}" type="pres">
      <dgm:prSet presAssocID="{4C24C8AB-D320-425D-94BA-CCF7D6D1C726}" presName="sibTrans" presStyleCnt="0"/>
      <dgm:spPr/>
    </dgm:pt>
    <dgm:pt modelId="{BD8FD87B-CDD8-4171-93FD-502BC1441C0B}" type="pres">
      <dgm:prSet presAssocID="{F8F9A2AF-E562-4729-9A69-AB7CB28598C2}" presName="compNode" presStyleCnt="0"/>
      <dgm:spPr/>
    </dgm:pt>
    <dgm:pt modelId="{F0A0FE29-1A60-4E3F-8AEA-3A981C2DD80E}" type="pres">
      <dgm:prSet presAssocID="{F8F9A2AF-E562-4729-9A69-AB7CB28598C2}" presName="bgRect" presStyleLbl="bgShp" presStyleIdx="3" presStyleCnt="4"/>
      <dgm:spPr/>
    </dgm:pt>
    <dgm:pt modelId="{37122F4D-38B5-49EA-8A54-040F6BF8EB1A}" type="pres">
      <dgm:prSet presAssocID="{F8F9A2AF-E562-4729-9A69-AB7CB28598C2}" presName="iconRect" presStyleLbl="node1" presStyleIdx="3" presStyleCnt="4"/>
      <dgm:spPr>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Head with Gears"/>
        </a:ext>
      </dgm:extLst>
    </dgm:pt>
    <dgm:pt modelId="{0E05BD7F-C4EA-46A2-8740-817FB3C5C98E}" type="pres">
      <dgm:prSet presAssocID="{F8F9A2AF-E562-4729-9A69-AB7CB28598C2}" presName="spaceRect" presStyleCnt="0"/>
      <dgm:spPr/>
    </dgm:pt>
    <dgm:pt modelId="{7DC885B9-CFC0-4FF9-BB7A-D03C3BA6AA97}" type="pres">
      <dgm:prSet presAssocID="{F8F9A2AF-E562-4729-9A69-AB7CB28598C2}" presName="parTx" presStyleLbl="revTx" presStyleIdx="3" presStyleCnt="4">
        <dgm:presLayoutVars>
          <dgm:chMax val="0"/>
          <dgm:chPref val="0"/>
        </dgm:presLayoutVars>
      </dgm:prSet>
      <dgm:spPr/>
    </dgm:pt>
  </dgm:ptLst>
  <dgm:cxnLst>
    <dgm:cxn modelId="{CC2E4C31-A193-7545-9830-334AC21255AC}" type="presOf" srcId="{F8F9A2AF-E562-4729-9A69-AB7CB28598C2}" destId="{7DC885B9-CFC0-4FF9-BB7A-D03C3BA6AA97}" srcOrd="0" destOrd="0" presId="urn:microsoft.com/office/officeart/2018/2/layout/IconVerticalSolidList"/>
    <dgm:cxn modelId="{04550941-14BC-EC43-8DE6-CF269921CB44}" type="presOf" srcId="{5E31C331-AE11-4773-91E7-B14951838EE0}" destId="{9465C624-F9BD-4CE2-814A-48072C0A76A2}" srcOrd="0" destOrd="0" presId="urn:microsoft.com/office/officeart/2018/2/layout/IconVerticalSolidList"/>
    <dgm:cxn modelId="{F6CB0C46-C392-4ECB-95AE-96C7F5B692C4}" srcId="{79EC213B-8802-41D1-821E-5B4068B8B41A}" destId="{F8F9A2AF-E562-4729-9A69-AB7CB28598C2}" srcOrd="3" destOrd="0" parTransId="{2340EA12-9DE7-46F5-B73F-4781BD3452FC}" sibTransId="{592DFE13-0DB8-4445-A4EC-2EF953541D5E}"/>
    <dgm:cxn modelId="{FD047354-2082-6D41-8491-9066024C290C}" type="presOf" srcId="{49614048-3D16-4737-BBB6-21FFAB6EBF37}" destId="{F319D7F5-0A2C-46EE-96E8-F0EA10ECDAD4}" srcOrd="0" destOrd="0" presId="urn:microsoft.com/office/officeart/2018/2/layout/IconVerticalSolidList"/>
    <dgm:cxn modelId="{39EEBF97-866C-2844-AAC6-09838A1BC325}" type="presOf" srcId="{79EC213B-8802-41D1-821E-5B4068B8B41A}" destId="{2F9B1718-3DE8-40D6-A084-222D379BB0EA}" srcOrd="0" destOrd="0" presId="urn:microsoft.com/office/officeart/2018/2/layout/IconVerticalSolidList"/>
    <dgm:cxn modelId="{80458FB2-928B-3C42-AA96-015132BFAF8B}" type="presOf" srcId="{F0816492-5413-4966-AD7D-DC7B6568C937}" destId="{3BB3A14C-6BC7-48A5-8CA2-4A49C385E09D}" srcOrd="0" destOrd="0" presId="urn:microsoft.com/office/officeart/2018/2/layout/IconVerticalSolidList"/>
    <dgm:cxn modelId="{5F49C5C2-403D-4B8A-BB8E-B811975EA687}" srcId="{79EC213B-8802-41D1-821E-5B4068B8B41A}" destId="{49614048-3D16-4737-BBB6-21FFAB6EBF37}" srcOrd="0" destOrd="0" parTransId="{501E4014-3887-4EF2-A24E-FC9A628C2C8A}" sibTransId="{4FF94062-1E0C-4763-93AA-C79AE881643A}"/>
    <dgm:cxn modelId="{461EC8C5-FBC8-412D-808F-A255C21A9D56}" srcId="{79EC213B-8802-41D1-821E-5B4068B8B41A}" destId="{F0816492-5413-4966-AD7D-DC7B6568C937}" srcOrd="2" destOrd="0" parTransId="{89441E7D-040D-4B3E-A697-43380679AFD4}" sibTransId="{4C24C8AB-D320-425D-94BA-CCF7D6D1C726}"/>
    <dgm:cxn modelId="{E02396EC-A1C1-4168-8813-D1512CFFB914}" srcId="{79EC213B-8802-41D1-821E-5B4068B8B41A}" destId="{5E31C331-AE11-4773-91E7-B14951838EE0}" srcOrd="1" destOrd="0" parTransId="{1D9CCEE0-AA5E-484B-90C2-CF1B92DCFFBB}" sibTransId="{78A6E2AD-872A-43EF-B9F7-A85C4FE16F45}"/>
    <dgm:cxn modelId="{A6450447-8317-6E4B-8D7D-8FAA275D8315}" type="presParOf" srcId="{2F9B1718-3DE8-40D6-A084-222D379BB0EA}" destId="{C27C6166-C226-41B7-9268-B0D0A91F17BB}" srcOrd="0" destOrd="0" presId="urn:microsoft.com/office/officeart/2018/2/layout/IconVerticalSolidList"/>
    <dgm:cxn modelId="{C64F6F01-FB62-FA45-B664-5940ADF8F332}" type="presParOf" srcId="{C27C6166-C226-41B7-9268-B0D0A91F17BB}" destId="{B7B80C5E-CCF4-4E52-8E57-FC1AA715B429}" srcOrd="0" destOrd="0" presId="urn:microsoft.com/office/officeart/2018/2/layout/IconVerticalSolidList"/>
    <dgm:cxn modelId="{2324C63A-E080-0349-ACF8-3A6914E3EBFF}" type="presParOf" srcId="{C27C6166-C226-41B7-9268-B0D0A91F17BB}" destId="{98C8B915-614F-48DD-A952-C233801F106C}" srcOrd="1" destOrd="0" presId="urn:microsoft.com/office/officeart/2018/2/layout/IconVerticalSolidList"/>
    <dgm:cxn modelId="{48852EE7-6A76-634E-BD04-DDBD6F99CE4E}" type="presParOf" srcId="{C27C6166-C226-41B7-9268-B0D0A91F17BB}" destId="{3E572F2F-1CC9-4BA1-8630-C9EDB654C37A}" srcOrd="2" destOrd="0" presId="urn:microsoft.com/office/officeart/2018/2/layout/IconVerticalSolidList"/>
    <dgm:cxn modelId="{74452D27-2820-2D44-90E6-CA9EFBB6FE19}" type="presParOf" srcId="{C27C6166-C226-41B7-9268-B0D0A91F17BB}" destId="{F319D7F5-0A2C-46EE-96E8-F0EA10ECDAD4}" srcOrd="3" destOrd="0" presId="urn:microsoft.com/office/officeart/2018/2/layout/IconVerticalSolidList"/>
    <dgm:cxn modelId="{36379C4C-DB96-C94E-81A7-68E092045C66}" type="presParOf" srcId="{2F9B1718-3DE8-40D6-A084-222D379BB0EA}" destId="{A03C1037-4E4D-4F20-810E-34897D0C7C4B}" srcOrd="1" destOrd="0" presId="urn:microsoft.com/office/officeart/2018/2/layout/IconVerticalSolidList"/>
    <dgm:cxn modelId="{E08CB89A-B993-9545-8EDC-EB009CBFB1A4}" type="presParOf" srcId="{2F9B1718-3DE8-40D6-A084-222D379BB0EA}" destId="{EFE04E3E-E2AB-4DDD-9149-40C028BEF7CD}" srcOrd="2" destOrd="0" presId="urn:microsoft.com/office/officeart/2018/2/layout/IconVerticalSolidList"/>
    <dgm:cxn modelId="{793A6BEC-6F22-3A49-8EC5-BEC217F99ADF}" type="presParOf" srcId="{EFE04E3E-E2AB-4DDD-9149-40C028BEF7CD}" destId="{7DDD0EAC-A835-4F9E-AA7C-B442F1F3BE44}" srcOrd="0" destOrd="0" presId="urn:microsoft.com/office/officeart/2018/2/layout/IconVerticalSolidList"/>
    <dgm:cxn modelId="{0B428880-257B-D341-AD3C-4C37BC137C7C}" type="presParOf" srcId="{EFE04E3E-E2AB-4DDD-9149-40C028BEF7CD}" destId="{50681CE2-3EFC-461B-8124-EF43EC9E024E}" srcOrd="1" destOrd="0" presId="urn:microsoft.com/office/officeart/2018/2/layout/IconVerticalSolidList"/>
    <dgm:cxn modelId="{240E0CCC-5362-A140-B334-0D7147A87499}" type="presParOf" srcId="{EFE04E3E-E2AB-4DDD-9149-40C028BEF7CD}" destId="{D2593FA3-DEE9-4441-A68D-86BC1720B2B0}" srcOrd="2" destOrd="0" presId="urn:microsoft.com/office/officeart/2018/2/layout/IconVerticalSolidList"/>
    <dgm:cxn modelId="{847E0EEC-9DE4-B44A-8D36-AE9D9B84F457}" type="presParOf" srcId="{EFE04E3E-E2AB-4DDD-9149-40C028BEF7CD}" destId="{9465C624-F9BD-4CE2-814A-48072C0A76A2}" srcOrd="3" destOrd="0" presId="urn:microsoft.com/office/officeart/2018/2/layout/IconVerticalSolidList"/>
    <dgm:cxn modelId="{E245EF5D-5949-4349-B749-6B6D5D5787D4}" type="presParOf" srcId="{2F9B1718-3DE8-40D6-A084-222D379BB0EA}" destId="{7B5153E1-0362-4C5B-83AA-6EEE132052C6}" srcOrd="3" destOrd="0" presId="urn:microsoft.com/office/officeart/2018/2/layout/IconVerticalSolidList"/>
    <dgm:cxn modelId="{A4FD2DFC-DA2B-6845-A549-785D8C308B86}" type="presParOf" srcId="{2F9B1718-3DE8-40D6-A084-222D379BB0EA}" destId="{74D4E68F-D7B9-49B8-BDE1-26114D8BF86B}" srcOrd="4" destOrd="0" presId="urn:microsoft.com/office/officeart/2018/2/layout/IconVerticalSolidList"/>
    <dgm:cxn modelId="{47EB5A05-8259-7540-B55C-D77E19B9A61B}" type="presParOf" srcId="{74D4E68F-D7B9-49B8-BDE1-26114D8BF86B}" destId="{F4600845-C547-45B3-BC28-88871AFBDCF5}" srcOrd="0" destOrd="0" presId="urn:microsoft.com/office/officeart/2018/2/layout/IconVerticalSolidList"/>
    <dgm:cxn modelId="{F182DC4A-2578-5543-9757-FD0FDF678FB2}" type="presParOf" srcId="{74D4E68F-D7B9-49B8-BDE1-26114D8BF86B}" destId="{F16494FC-222B-4EBA-8304-186FCD3D3D7C}" srcOrd="1" destOrd="0" presId="urn:microsoft.com/office/officeart/2018/2/layout/IconVerticalSolidList"/>
    <dgm:cxn modelId="{7CFBD83E-9E84-554D-A456-A09812A3B278}" type="presParOf" srcId="{74D4E68F-D7B9-49B8-BDE1-26114D8BF86B}" destId="{2D776D78-C278-4802-90EA-86842CDC1AB6}" srcOrd="2" destOrd="0" presId="urn:microsoft.com/office/officeart/2018/2/layout/IconVerticalSolidList"/>
    <dgm:cxn modelId="{BC6E906C-1894-1E4B-85CE-8EAFCB5C96C9}" type="presParOf" srcId="{74D4E68F-D7B9-49B8-BDE1-26114D8BF86B}" destId="{3BB3A14C-6BC7-48A5-8CA2-4A49C385E09D}" srcOrd="3" destOrd="0" presId="urn:microsoft.com/office/officeart/2018/2/layout/IconVerticalSolidList"/>
    <dgm:cxn modelId="{CA53F7D3-B21C-8542-84BA-DC3219549911}" type="presParOf" srcId="{2F9B1718-3DE8-40D6-A084-222D379BB0EA}" destId="{36ECC886-2BC3-404F-8C6D-9EE3F039458E}" srcOrd="5" destOrd="0" presId="urn:microsoft.com/office/officeart/2018/2/layout/IconVerticalSolidList"/>
    <dgm:cxn modelId="{EA825745-E85F-5C4E-8EAE-F0E477E9B826}" type="presParOf" srcId="{2F9B1718-3DE8-40D6-A084-222D379BB0EA}" destId="{BD8FD87B-CDD8-4171-93FD-502BC1441C0B}" srcOrd="6" destOrd="0" presId="urn:microsoft.com/office/officeart/2018/2/layout/IconVerticalSolidList"/>
    <dgm:cxn modelId="{4FCFFBFE-451D-B444-8FF5-AB68A349D9CA}" type="presParOf" srcId="{BD8FD87B-CDD8-4171-93FD-502BC1441C0B}" destId="{F0A0FE29-1A60-4E3F-8AEA-3A981C2DD80E}" srcOrd="0" destOrd="0" presId="urn:microsoft.com/office/officeart/2018/2/layout/IconVerticalSolidList"/>
    <dgm:cxn modelId="{B41AFD78-C538-2340-B6C8-13E6BF4DF0C7}" type="presParOf" srcId="{BD8FD87B-CDD8-4171-93FD-502BC1441C0B}" destId="{37122F4D-38B5-49EA-8A54-040F6BF8EB1A}" srcOrd="1" destOrd="0" presId="urn:microsoft.com/office/officeart/2018/2/layout/IconVerticalSolidList"/>
    <dgm:cxn modelId="{3F50617D-FD4A-334C-907E-0B5B9B53F33D}" type="presParOf" srcId="{BD8FD87B-CDD8-4171-93FD-502BC1441C0B}" destId="{0E05BD7F-C4EA-46A2-8740-817FB3C5C98E}" srcOrd="2" destOrd="0" presId="urn:microsoft.com/office/officeart/2018/2/layout/IconVerticalSolidList"/>
    <dgm:cxn modelId="{9439A941-125A-9944-A81E-86C23AE94C41}" type="presParOf" srcId="{BD8FD87B-CDD8-4171-93FD-502BC1441C0B}" destId="{7DC885B9-CFC0-4FF9-BB7A-D03C3BA6AA97}"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725EB332-7BFC-4F38-B3C2-86915A2096A7}" type="doc">
      <dgm:prSet loTypeId="urn:microsoft.com/office/officeart/2008/layout/HalfCircleOrganizationChart" loCatId="hierarchy" qsTypeId="urn:microsoft.com/office/officeart/2005/8/quickstyle/simple2" qsCatId="simple" csTypeId="urn:microsoft.com/office/officeart/2005/8/colors/colorful1" csCatId="colorful" phldr="1"/>
      <dgm:spPr/>
      <dgm:t>
        <a:bodyPr/>
        <a:lstStyle/>
        <a:p>
          <a:endParaRPr lang="de-DE"/>
        </a:p>
      </dgm:t>
    </dgm:pt>
    <dgm:pt modelId="{66E411B0-21E1-46BB-A56F-5C0526678BDC}">
      <dgm:prSet phldrT="[Text]"/>
      <dgm:spPr/>
      <dgm:t>
        <a:bodyPr/>
        <a:lstStyle/>
        <a:p>
          <a:r>
            <a:rPr lang="de-DE" dirty="0" err="1"/>
            <a:t>any</a:t>
          </a:r>
          <a:endParaRPr lang="de-DE" dirty="0"/>
        </a:p>
      </dgm:t>
    </dgm:pt>
    <dgm:pt modelId="{717B430E-5371-45EA-B172-51C95831C4A0}" type="parTrans" cxnId="{C5CA0EDE-BC06-43B6-AB54-5F1BC37D21D4}">
      <dgm:prSet/>
      <dgm:spPr/>
      <dgm:t>
        <a:bodyPr/>
        <a:lstStyle/>
        <a:p>
          <a:endParaRPr lang="de-DE"/>
        </a:p>
      </dgm:t>
    </dgm:pt>
    <dgm:pt modelId="{BFB57B88-151C-4CB7-9F27-9286D46856AD}" type="sibTrans" cxnId="{C5CA0EDE-BC06-43B6-AB54-5F1BC37D21D4}">
      <dgm:prSet/>
      <dgm:spPr/>
      <dgm:t>
        <a:bodyPr/>
        <a:lstStyle/>
        <a:p>
          <a:endParaRPr lang="de-DE"/>
        </a:p>
      </dgm:t>
    </dgm:pt>
    <dgm:pt modelId="{5EE6A9FA-6940-44C5-9799-E6B48680286D}" type="asst">
      <dgm:prSet phldrT="[Text]"/>
      <dgm:spPr/>
      <dgm:t>
        <a:bodyPr/>
        <a:lstStyle/>
        <a:p>
          <a:r>
            <a:rPr lang="de-DE" dirty="0" err="1"/>
            <a:t>build</a:t>
          </a:r>
          <a:r>
            <a:rPr lang="de-DE" dirty="0"/>
            <a:t>-in </a:t>
          </a:r>
        </a:p>
      </dgm:t>
    </dgm:pt>
    <dgm:pt modelId="{C7555B13-EADA-43C8-BCC7-8E40F734D9D4}" type="parTrans" cxnId="{C7FA707B-7085-4ECE-8EAE-0AEB83CED243}">
      <dgm:prSet/>
      <dgm:spPr/>
      <dgm:t>
        <a:bodyPr/>
        <a:lstStyle/>
        <a:p>
          <a:endParaRPr lang="de-DE"/>
        </a:p>
      </dgm:t>
    </dgm:pt>
    <dgm:pt modelId="{FFE65735-93C1-404F-BAAA-74526C925BA9}" type="sibTrans" cxnId="{C7FA707B-7085-4ECE-8EAE-0AEB83CED243}">
      <dgm:prSet/>
      <dgm:spPr/>
      <dgm:t>
        <a:bodyPr/>
        <a:lstStyle/>
        <a:p>
          <a:endParaRPr lang="de-DE"/>
        </a:p>
      </dgm:t>
    </dgm:pt>
    <dgm:pt modelId="{BB74A2FE-F37E-4D5E-AB25-CE0E373C0801}">
      <dgm:prSet phldrT="[Text]"/>
      <dgm:spPr/>
      <dgm:t>
        <a:bodyPr/>
        <a:lstStyle/>
        <a:p>
          <a:r>
            <a:rPr lang="de-DE" dirty="0"/>
            <a:t>user-</a:t>
          </a:r>
          <a:r>
            <a:rPr lang="de-DE" dirty="0" err="1"/>
            <a:t>defined</a:t>
          </a:r>
          <a:endParaRPr lang="de-DE" dirty="0"/>
        </a:p>
      </dgm:t>
    </dgm:pt>
    <dgm:pt modelId="{7DF84661-5BD8-400B-85D2-4E0300FB7E5B}" type="parTrans" cxnId="{C53DE538-4118-4473-8999-D8B3157AAB06}">
      <dgm:prSet/>
      <dgm:spPr/>
      <dgm:t>
        <a:bodyPr/>
        <a:lstStyle/>
        <a:p>
          <a:endParaRPr lang="de-DE"/>
        </a:p>
      </dgm:t>
    </dgm:pt>
    <dgm:pt modelId="{9AB06497-A5F4-421E-BD3C-511F1EF38DCC}" type="sibTrans" cxnId="{C53DE538-4118-4473-8999-D8B3157AAB06}">
      <dgm:prSet/>
      <dgm:spPr/>
      <dgm:t>
        <a:bodyPr/>
        <a:lstStyle/>
        <a:p>
          <a:endParaRPr lang="de-DE"/>
        </a:p>
      </dgm:t>
    </dgm:pt>
    <dgm:pt modelId="{BB93813A-070A-8D4A-9843-3CCBDE9737C1}" type="pres">
      <dgm:prSet presAssocID="{725EB332-7BFC-4F38-B3C2-86915A2096A7}" presName="Name0" presStyleCnt="0">
        <dgm:presLayoutVars>
          <dgm:orgChart val="1"/>
          <dgm:chPref val="1"/>
          <dgm:dir/>
          <dgm:animOne val="branch"/>
          <dgm:animLvl val="lvl"/>
          <dgm:resizeHandles/>
        </dgm:presLayoutVars>
      </dgm:prSet>
      <dgm:spPr/>
    </dgm:pt>
    <dgm:pt modelId="{05509138-3CB7-2441-857A-26BFDF3AC619}" type="pres">
      <dgm:prSet presAssocID="{66E411B0-21E1-46BB-A56F-5C0526678BDC}" presName="hierRoot1" presStyleCnt="0">
        <dgm:presLayoutVars>
          <dgm:hierBranch val="init"/>
        </dgm:presLayoutVars>
      </dgm:prSet>
      <dgm:spPr/>
    </dgm:pt>
    <dgm:pt modelId="{7C1E00F0-6F2E-9F45-A260-CAD07C8C3326}" type="pres">
      <dgm:prSet presAssocID="{66E411B0-21E1-46BB-A56F-5C0526678BDC}" presName="rootComposite1" presStyleCnt="0"/>
      <dgm:spPr/>
    </dgm:pt>
    <dgm:pt modelId="{E483DDC5-6826-BD44-AB99-BD67F09563F2}" type="pres">
      <dgm:prSet presAssocID="{66E411B0-21E1-46BB-A56F-5C0526678BDC}" presName="rootText1" presStyleLbl="alignAcc1" presStyleIdx="0" presStyleCnt="0">
        <dgm:presLayoutVars>
          <dgm:chPref val="3"/>
        </dgm:presLayoutVars>
      </dgm:prSet>
      <dgm:spPr/>
    </dgm:pt>
    <dgm:pt modelId="{34259B3B-D6B1-F743-83B8-9AB1A60E7DE1}" type="pres">
      <dgm:prSet presAssocID="{66E411B0-21E1-46BB-A56F-5C0526678BDC}" presName="topArc1" presStyleLbl="parChTrans1D1" presStyleIdx="0" presStyleCnt="6"/>
      <dgm:spPr/>
    </dgm:pt>
    <dgm:pt modelId="{B4A37C34-5D0F-3C47-9836-F4DB7D8FF3A7}" type="pres">
      <dgm:prSet presAssocID="{66E411B0-21E1-46BB-A56F-5C0526678BDC}" presName="bottomArc1" presStyleLbl="parChTrans1D1" presStyleIdx="1" presStyleCnt="6"/>
      <dgm:spPr/>
    </dgm:pt>
    <dgm:pt modelId="{DA03E829-B13E-CA42-978B-A244B7328CE7}" type="pres">
      <dgm:prSet presAssocID="{66E411B0-21E1-46BB-A56F-5C0526678BDC}" presName="topConnNode1" presStyleLbl="node1" presStyleIdx="0" presStyleCnt="0"/>
      <dgm:spPr/>
    </dgm:pt>
    <dgm:pt modelId="{B073C965-7A1D-7349-80AF-B53489CD1BFB}" type="pres">
      <dgm:prSet presAssocID="{66E411B0-21E1-46BB-A56F-5C0526678BDC}" presName="hierChild2" presStyleCnt="0"/>
      <dgm:spPr/>
    </dgm:pt>
    <dgm:pt modelId="{203A3C33-7FFA-3748-8258-C09732752CE2}" type="pres">
      <dgm:prSet presAssocID="{7DF84661-5BD8-400B-85D2-4E0300FB7E5B}" presName="Name28" presStyleLbl="parChTrans1D2" presStyleIdx="0" presStyleCnt="2"/>
      <dgm:spPr/>
    </dgm:pt>
    <dgm:pt modelId="{857D2D53-EA34-0541-BD5E-8D6BCDAE294D}" type="pres">
      <dgm:prSet presAssocID="{BB74A2FE-F37E-4D5E-AB25-CE0E373C0801}" presName="hierRoot2" presStyleCnt="0">
        <dgm:presLayoutVars>
          <dgm:hierBranch val="init"/>
        </dgm:presLayoutVars>
      </dgm:prSet>
      <dgm:spPr/>
    </dgm:pt>
    <dgm:pt modelId="{97108150-63F1-4048-8CD1-B27EC454E8AB}" type="pres">
      <dgm:prSet presAssocID="{BB74A2FE-F37E-4D5E-AB25-CE0E373C0801}" presName="rootComposite2" presStyleCnt="0"/>
      <dgm:spPr/>
    </dgm:pt>
    <dgm:pt modelId="{E2F1E523-5190-424F-BA86-8372C6F5CAC4}" type="pres">
      <dgm:prSet presAssocID="{BB74A2FE-F37E-4D5E-AB25-CE0E373C0801}" presName="rootText2" presStyleLbl="alignAcc1" presStyleIdx="0" presStyleCnt="0">
        <dgm:presLayoutVars>
          <dgm:chPref val="3"/>
        </dgm:presLayoutVars>
      </dgm:prSet>
      <dgm:spPr/>
    </dgm:pt>
    <dgm:pt modelId="{9D02861B-EA84-F748-AE6A-3B31D1F98643}" type="pres">
      <dgm:prSet presAssocID="{BB74A2FE-F37E-4D5E-AB25-CE0E373C0801}" presName="topArc2" presStyleLbl="parChTrans1D1" presStyleIdx="2" presStyleCnt="6"/>
      <dgm:spPr/>
    </dgm:pt>
    <dgm:pt modelId="{42882EBD-7C86-3F4E-ACFA-7AFD645EE42A}" type="pres">
      <dgm:prSet presAssocID="{BB74A2FE-F37E-4D5E-AB25-CE0E373C0801}" presName="bottomArc2" presStyleLbl="parChTrans1D1" presStyleIdx="3" presStyleCnt="6"/>
      <dgm:spPr/>
    </dgm:pt>
    <dgm:pt modelId="{A1AF99B4-6369-2542-B197-A64E68C05C52}" type="pres">
      <dgm:prSet presAssocID="{BB74A2FE-F37E-4D5E-AB25-CE0E373C0801}" presName="topConnNode2" presStyleLbl="node2" presStyleIdx="0" presStyleCnt="0"/>
      <dgm:spPr/>
    </dgm:pt>
    <dgm:pt modelId="{135A7650-73D1-9344-98C3-9249746E3B7F}" type="pres">
      <dgm:prSet presAssocID="{BB74A2FE-F37E-4D5E-AB25-CE0E373C0801}" presName="hierChild4" presStyleCnt="0"/>
      <dgm:spPr/>
    </dgm:pt>
    <dgm:pt modelId="{3DD6243B-1954-384F-BF61-A19082DAA9B9}" type="pres">
      <dgm:prSet presAssocID="{BB74A2FE-F37E-4D5E-AB25-CE0E373C0801}" presName="hierChild5" presStyleCnt="0"/>
      <dgm:spPr/>
    </dgm:pt>
    <dgm:pt modelId="{BE3F49F2-7A25-2340-9C96-91A699328FFB}" type="pres">
      <dgm:prSet presAssocID="{66E411B0-21E1-46BB-A56F-5C0526678BDC}" presName="hierChild3" presStyleCnt="0"/>
      <dgm:spPr/>
    </dgm:pt>
    <dgm:pt modelId="{E9E1DB7A-644C-3B42-AD25-2ECA5A8DDB63}" type="pres">
      <dgm:prSet presAssocID="{C7555B13-EADA-43C8-BCC7-8E40F734D9D4}" presName="Name101" presStyleLbl="parChTrans1D2" presStyleIdx="1" presStyleCnt="2"/>
      <dgm:spPr/>
    </dgm:pt>
    <dgm:pt modelId="{D11FF0FD-A7C1-0049-B2A7-95F114818287}" type="pres">
      <dgm:prSet presAssocID="{5EE6A9FA-6940-44C5-9799-E6B48680286D}" presName="hierRoot3" presStyleCnt="0">
        <dgm:presLayoutVars>
          <dgm:hierBranch val="init"/>
        </dgm:presLayoutVars>
      </dgm:prSet>
      <dgm:spPr/>
    </dgm:pt>
    <dgm:pt modelId="{7E79596E-C293-9641-ABE6-EAF1B3C07CA6}" type="pres">
      <dgm:prSet presAssocID="{5EE6A9FA-6940-44C5-9799-E6B48680286D}" presName="rootComposite3" presStyleCnt="0"/>
      <dgm:spPr/>
    </dgm:pt>
    <dgm:pt modelId="{177331BC-3BBA-3E4D-9943-2B47AE708F1D}" type="pres">
      <dgm:prSet presAssocID="{5EE6A9FA-6940-44C5-9799-E6B48680286D}" presName="rootText3" presStyleLbl="alignAcc1" presStyleIdx="0" presStyleCnt="0">
        <dgm:presLayoutVars>
          <dgm:chPref val="3"/>
        </dgm:presLayoutVars>
      </dgm:prSet>
      <dgm:spPr/>
    </dgm:pt>
    <dgm:pt modelId="{80A84B1A-C964-A646-BC6F-F9605462D7EA}" type="pres">
      <dgm:prSet presAssocID="{5EE6A9FA-6940-44C5-9799-E6B48680286D}" presName="topArc3" presStyleLbl="parChTrans1D1" presStyleIdx="4" presStyleCnt="6"/>
      <dgm:spPr/>
    </dgm:pt>
    <dgm:pt modelId="{2F2A00A7-8A99-564A-9E40-413619C32B17}" type="pres">
      <dgm:prSet presAssocID="{5EE6A9FA-6940-44C5-9799-E6B48680286D}" presName="bottomArc3" presStyleLbl="parChTrans1D1" presStyleIdx="5" presStyleCnt="6"/>
      <dgm:spPr/>
    </dgm:pt>
    <dgm:pt modelId="{C3CF920B-9328-2A4B-BFE0-B576720ADB03}" type="pres">
      <dgm:prSet presAssocID="{5EE6A9FA-6940-44C5-9799-E6B48680286D}" presName="topConnNode3" presStyleLbl="asst1" presStyleIdx="0" presStyleCnt="0"/>
      <dgm:spPr/>
    </dgm:pt>
    <dgm:pt modelId="{7D0D0836-BA28-054C-841D-C88C0A8E0625}" type="pres">
      <dgm:prSet presAssocID="{5EE6A9FA-6940-44C5-9799-E6B48680286D}" presName="hierChild6" presStyleCnt="0"/>
      <dgm:spPr/>
    </dgm:pt>
    <dgm:pt modelId="{74AB9EDA-C9EF-FD40-8179-6632100F1AE8}" type="pres">
      <dgm:prSet presAssocID="{5EE6A9FA-6940-44C5-9799-E6B48680286D}" presName="hierChild7" presStyleCnt="0"/>
      <dgm:spPr/>
    </dgm:pt>
  </dgm:ptLst>
  <dgm:cxnLst>
    <dgm:cxn modelId="{C53DE538-4118-4473-8999-D8B3157AAB06}" srcId="{66E411B0-21E1-46BB-A56F-5C0526678BDC}" destId="{BB74A2FE-F37E-4D5E-AB25-CE0E373C0801}" srcOrd="1" destOrd="0" parTransId="{7DF84661-5BD8-400B-85D2-4E0300FB7E5B}" sibTransId="{9AB06497-A5F4-421E-BD3C-511F1EF38DCC}"/>
    <dgm:cxn modelId="{94207C39-5862-F34C-B524-DC1FCFDBCC17}" type="presOf" srcId="{BB74A2FE-F37E-4D5E-AB25-CE0E373C0801}" destId="{A1AF99B4-6369-2542-B197-A64E68C05C52}" srcOrd="1" destOrd="0" presId="urn:microsoft.com/office/officeart/2008/layout/HalfCircleOrganizationChart"/>
    <dgm:cxn modelId="{A3FEA051-3E46-8149-9C70-488C27084635}" type="presOf" srcId="{5EE6A9FA-6940-44C5-9799-E6B48680286D}" destId="{177331BC-3BBA-3E4D-9943-2B47AE708F1D}" srcOrd="0" destOrd="0" presId="urn:microsoft.com/office/officeart/2008/layout/HalfCircleOrganizationChart"/>
    <dgm:cxn modelId="{36CB1A6E-2D7D-B94D-8D37-C1B345F385BF}" type="presOf" srcId="{7DF84661-5BD8-400B-85D2-4E0300FB7E5B}" destId="{203A3C33-7FFA-3748-8258-C09732752CE2}" srcOrd="0" destOrd="0" presId="urn:microsoft.com/office/officeart/2008/layout/HalfCircleOrganizationChart"/>
    <dgm:cxn modelId="{C7FA707B-7085-4ECE-8EAE-0AEB83CED243}" srcId="{66E411B0-21E1-46BB-A56F-5C0526678BDC}" destId="{5EE6A9FA-6940-44C5-9799-E6B48680286D}" srcOrd="0" destOrd="0" parTransId="{C7555B13-EADA-43C8-BCC7-8E40F734D9D4}" sibTransId="{FFE65735-93C1-404F-BAAA-74526C925BA9}"/>
    <dgm:cxn modelId="{FB05FF8B-A3FA-804D-94C0-87D55B4A8A64}" type="presOf" srcId="{725EB332-7BFC-4F38-B3C2-86915A2096A7}" destId="{BB93813A-070A-8D4A-9843-3CCBDE9737C1}" srcOrd="0" destOrd="0" presId="urn:microsoft.com/office/officeart/2008/layout/HalfCircleOrganizationChart"/>
    <dgm:cxn modelId="{AF4D808D-8F6E-0F49-961A-A430AC5CC03A}" type="presOf" srcId="{66E411B0-21E1-46BB-A56F-5C0526678BDC}" destId="{E483DDC5-6826-BD44-AB99-BD67F09563F2}" srcOrd="0" destOrd="0" presId="urn:microsoft.com/office/officeart/2008/layout/HalfCircleOrganizationChart"/>
    <dgm:cxn modelId="{BF3E1893-D261-5B4A-BC0C-209A25151518}" type="presOf" srcId="{C7555B13-EADA-43C8-BCC7-8E40F734D9D4}" destId="{E9E1DB7A-644C-3B42-AD25-2ECA5A8DDB63}" srcOrd="0" destOrd="0" presId="urn:microsoft.com/office/officeart/2008/layout/HalfCircleOrganizationChart"/>
    <dgm:cxn modelId="{0D6B609B-4CB3-5C40-9D88-5E44C4A97F30}" type="presOf" srcId="{5EE6A9FA-6940-44C5-9799-E6B48680286D}" destId="{C3CF920B-9328-2A4B-BFE0-B576720ADB03}" srcOrd="1" destOrd="0" presId="urn:microsoft.com/office/officeart/2008/layout/HalfCircleOrganizationChart"/>
    <dgm:cxn modelId="{C864A3CB-AEAE-F94E-A71C-C0AC62F47E75}" type="presOf" srcId="{66E411B0-21E1-46BB-A56F-5C0526678BDC}" destId="{DA03E829-B13E-CA42-978B-A244B7328CE7}" srcOrd="1" destOrd="0" presId="urn:microsoft.com/office/officeart/2008/layout/HalfCircleOrganizationChart"/>
    <dgm:cxn modelId="{C5CA0EDE-BC06-43B6-AB54-5F1BC37D21D4}" srcId="{725EB332-7BFC-4F38-B3C2-86915A2096A7}" destId="{66E411B0-21E1-46BB-A56F-5C0526678BDC}" srcOrd="0" destOrd="0" parTransId="{717B430E-5371-45EA-B172-51C95831C4A0}" sibTransId="{BFB57B88-151C-4CB7-9F27-9286D46856AD}"/>
    <dgm:cxn modelId="{6945E1F4-AB31-7843-9954-899710275D46}" type="presOf" srcId="{BB74A2FE-F37E-4D5E-AB25-CE0E373C0801}" destId="{E2F1E523-5190-424F-BA86-8372C6F5CAC4}" srcOrd="0" destOrd="0" presId="urn:microsoft.com/office/officeart/2008/layout/HalfCircleOrganizationChart"/>
    <dgm:cxn modelId="{C37823E0-6CA4-9F48-85EF-CA209D9C09B0}" type="presParOf" srcId="{BB93813A-070A-8D4A-9843-3CCBDE9737C1}" destId="{05509138-3CB7-2441-857A-26BFDF3AC619}" srcOrd="0" destOrd="0" presId="urn:microsoft.com/office/officeart/2008/layout/HalfCircleOrganizationChart"/>
    <dgm:cxn modelId="{C75A147B-F44F-6342-B98E-3267762C3403}" type="presParOf" srcId="{05509138-3CB7-2441-857A-26BFDF3AC619}" destId="{7C1E00F0-6F2E-9F45-A260-CAD07C8C3326}" srcOrd="0" destOrd="0" presId="urn:microsoft.com/office/officeart/2008/layout/HalfCircleOrganizationChart"/>
    <dgm:cxn modelId="{B56ECF03-01F2-0F42-9F31-1F9EF3F4EFA7}" type="presParOf" srcId="{7C1E00F0-6F2E-9F45-A260-CAD07C8C3326}" destId="{E483DDC5-6826-BD44-AB99-BD67F09563F2}" srcOrd="0" destOrd="0" presId="urn:microsoft.com/office/officeart/2008/layout/HalfCircleOrganizationChart"/>
    <dgm:cxn modelId="{D9A46C8F-4B6D-FF46-B526-41C3AE194F28}" type="presParOf" srcId="{7C1E00F0-6F2E-9F45-A260-CAD07C8C3326}" destId="{34259B3B-D6B1-F743-83B8-9AB1A60E7DE1}" srcOrd="1" destOrd="0" presId="urn:microsoft.com/office/officeart/2008/layout/HalfCircleOrganizationChart"/>
    <dgm:cxn modelId="{50E0C9A6-4064-804F-B01F-FF99F907EA52}" type="presParOf" srcId="{7C1E00F0-6F2E-9F45-A260-CAD07C8C3326}" destId="{B4A37C34-5D0F-3C47-9836-F4DB7D8FF3A7}" srcOrd="2" destOrd="0" presId="urn:microsoft.com/office/officeart/2008/layout/HalfCircleOrganizationChart"/>
    <dgm:cxn modelId="{21997B97-1D04-E34B-884B-435F3392D87B}" type="presParOf" srcId="{7C1E00F0-6F2E-9F45-A260-CAD07C8C3326}" destId="{DA03E829-B13E-CA42-978B-A244B7328CE7}" srcOrd="3" destOrd="0" presId="urn:microsoft.com/office/officeart/2008/layout/HalfCircleOrganizationChart"/>
    <dgm:cxn modelId="{DC4B6C23-E12D-2A4B-BE9E-DE6ED8BFFAF1}" type="presParOf" srcId="{05509138-3CB7-2441-857A-26BFDF3AC619}" destId="{B073C965-7A1D-7349-80AF-B53489CD1BFB}" srcOrd="1" destOrd="0" presId="urn:microsoft.com/office/officeart/2008/layout/HalfCircleOrganizationChart"/>
    <dgm:cxn modelId="{7282149E-4891-A647-88B9-B8C0CAE694AD}" type="presParOf" srcId="{B073C965-7A1D-7349-80AF-B53489CD1BFB}" destId="{203A3C33-7FFA-3748-8258-C09732752CE2}" srcOrd="0" destOrd="0" presId="urn:microsoft.com/office/officeart/2008/layout/HalfCircleOrganizationChart"/>
    <dgm:cxn modelId="{EFBF637C-49D7-5045-9C24-5EDDE3EE1485}" type="presParOf" srcId="{B073C965-7A1D-7349-80AF-B53489CD1BFB}" destId="{857D2D53-EA34-0541-BD5E-8D6BCDAE294D}" srcOrd="1" destOrd="0" presId="urn:microsoft.com/office/officeart/2008/layout/HalfCircleOrganizationChart"/>
    <dgm:cxn modelId="{85029D80-BB9B-A243-8C9E-04B574584B2A}" type="presParOf" srcId="{857D2D53-EA34-0541-BD5E-8D6BCDAE294D}" destId="{97108150-63F1-4048-8CD1-B27EC454E8AB}" srcOrd="0" destOrd="0" presId="urn:microsoft.com/office/officeart/2008/layout/HalfCircleOrganizationChart"/>
    <dgm:cxn modelId="{B33B9C14-AC07-9644-8AE0-6E531DC0476B}" type="presParOf" srcId="{97108150-63F1-4048-8CD1-B27EC454E8AB}" destId="{E2F1E523-5190-424F-BA86-8372C6F5CAC4}" srcOrd="0" destOrd="0" presId="urn:microsoft.com/office/officeart/2008/layout/HalfCircleOrganizationChart"/>
    <dgm:cxn modelId="{9922A569-E32B-8B47-A285-92C5A3E32268}" type="presParOf" srcId="{97108150-63F1-4048-8CD1-B27EC454E8AB}" destId="{9D02861B-EA84-F748-AE6A-3B31D1F98643}" srcOrd="1" destOrd="0" presId="urn:microsoft.com/office/officeart/2008/layout/HalfCircleOrganizationChart"/>
    <dgm:cxn modelId="{C8A36A55-E85A-8B45-B1A1-70226A92CBF2}" type="presParOf" srcId="{97108150-63F1-4048-8CD1-B27EC454E8AB}" destId="{42882EBD-7C86-3F4E-ACFA-7AFD645EE42A}" srcOrd="2" destOrd="0" presId="urn:microsoft.com/office/officeart/2008/layout/HalfCircleOrganizationChart"/>
    <dgm:cxn modelId="{2A3FC653-FDAA-E949-8638-5F793BAE1F45}" type="presParOf" srcId="{97108150-63F1-4048-8CD1-B27EC454E8AB}" destId="{A1AF99B4-6369-2542-B197-A64E68C05C52}" srcOrd="3" destOrd="0" presId="urn:microsoft.com/office/officeart/2008/layout/HalfCircleOrganizationChart"/>
    <dgm:cxn modelId="{8BEEAA47-6E24-904A-BAE2-344B3C891897}" type="presParOf" srcId="{857D2D53-EA34-0541-BD5E-8D6BCDAE294D}" destId="{135A7650-73D1-9344-98C3-9249746E3B7F}" srcOrd="1" destOrd="0" presId="urn:microsoft.com/office/officeart/2008/layout/HalfCircleOrganizationChart"/>
    <dgm:cxn modelId="{D4BC3DD5-C0B6-514B-BC82-6525EC4FE03C}" type="presParOf" srcId="{857D2D53-EA34-0541-BD5E-8D6BCDAE294D}" destId="{3DD6243B-1954-384F-BF61-A19082DAA9B9}" srcOrd="2" destOrd="0" presId="urn:microsoft.com/office/officeart/2008/layout/HalfCircleOrganizationChart"/>
    <dgm:cxn modelId="{29420D23-1D4A-EC48-9DEE-480C366F2819}" type="presParOf" srcId="{05509138-3CB7-2441-857A-26BFDF3AC619}" destId="{BE3F49F2-7A25-2340-9C96-91A699328FFB}" srcOrd="2" destOrd="0" presId="urn:microsoft.com/office/officeart/2008/layout/HalfCircleOrganizationChart"/>
    <dgm:cxn modelId="{DE0614E3-912F-D941-9116-403F246A6705}" type="presParOf" srcId="{BE3F49F2-7A25-2340-9C96-91A699328FFB}" destId="{E9E1DB7A-644C-3B42-AD25-2ECA5A8DDB63}" srcOrd="0" destOrd="0" presId="urn:microsoft.com/office/officeart/2008/layout/HalfCircleOrganizationChart"/>
    <dgm:cxn modelId="{1E868B6F-863D-014B-A9CC-405E5F29C8BA}" type="presParOf" srcId="{BE3F49F2-7A25-2340-9C96-91A699328FFB}" destId="{D11FF0FD-A7C1-0049-B2A7-95F114818287}" srcOrd="1" destOrd="0" presId="urn:microsoft.com/office/officeart/2008/layout/HalfCircleOrganizationChart"/>
    <dgm:cxn modelId="{12E25E0A-801F-0B48-A205-AB94D9AC939A}" type="presParOf" srcId="{D11FF0FD-A7C1-0049-B2A7-95F114818287}" destId="{7E79596E-C293-9641-ABE6-EAF1B3C07CA6}" srcOrd="0" destOrd="0" presId="urn:microsoft.com/office/officeart/2008/layout/HalfCircleOrganizationChart"/>
    <dgm:cxn modelId="{2C933C08-4948-114B-825C-262F7E09BC06}" type="presParOf" srcId="{7E79596E-C293-9641-ABE6-EAF1B3C07CA6}" destId="{177331BC-3BBA-3E4D-9943-2B47AE708F1D}" srcOrd="0" destOrd="0" presId="urn:microsoft.com/office/officeart/2008/layout/HalfCircleOrganizationChart"/>
    <dgm:cxn modelId="{C7A2A12C-ABB2-CD49-B89D-18B6DCE9AFA6}" type="presParOf" srcId="{7E79596E-C293-9641-ABE6-EAF1B3C07CA6}" destId="{80A84B1A-C964-A646-BC6F-F9605462D7EA}" srcOrd="1" destOrd="0" presId="urn:microsoft.com/office/officeart/2008/layout/HalfCircleOrganizationChart"/>
    <dgm:cxn modelId="{E5D4FD01-01D8-BB4A-ACCA-DBC608656B5B}" type="presParOf" srcId="{7E79596E-C293-9641-ABE6-EAF1B3C07CA6}" destId="{2F2A00A7-8A99-564A-9E40-413619C32B17}" srcOrd="2" destOrd="0" presId="urn:microsoft.com/office/officeart/2008/layout/HalfCircleOrganizationChart"/>
    <dgm:cxn modelId="{70013983-8107-BC43-8A37-6340A7050B50}" type="presParOf" srcId="{7E79596E-C293-9641-ABE6-EAF1B3C07CA6}" destId="{C3CF920B-9328-2A4B-BFE0-B576720ADB03}" srcOrd="3" destOrd="0" presId="urn:microsoft.com/office/officeart/2008/layout/HalfCircleOrganizationChart"/>
    <dgm:cxn modelId="{A51C989B-4132-8748-8F72-3DE61C00DAE1}" type="presParOf" srcId="{D11FF0FD-A7C1-0049-B2A7-95F114818287}" destId="{7D0D0836-BA28-054C-841D-C88C0A8E0625}" srcOrd="1" destOrd="0" presId="urn:microsoft.com/office/officeart/2008/layout/HalfCircleOrganizationChart"/>
    <dgm:cxn modelId="{BA520CE5-3684-754C-A1D0-C3B051BA40AC}" type="presParOf" srcId="{D11FF0FD-A7C1-0049-B2A7-95F114818287}" destId="{74AB9EDA-C9EF-FD40-8179-6632100F1AE8}" srcOrd="2" destOrd="0" presId="urn:microsoft.com/office/officeart/2008/layout/HalfCircleOrganizationChar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7509F39-E273-7E46-9908-3291EEE0B8B5}" type="doc">
      <dgm:prSet loTypeId="urn:microsoft.com/office/officeart/2005/8/layout/default" loCatId="" qsTypeId="urn:microsoft.com/office/officeart/2005/8/quickstyle/3d7" qsCatId="3D" csTypeId="urn:microsoft.com/office/officeart/2005/8/colors/accent1_2" csCatId="accent1" phldr="1"/>
      <dgm:spPr/>
      <dgm:t>
        <a:bodyPr/>
        <a:lstStyle/>
        <a:p>
          <a:endParaRPr lang="en-GB"/>
        </a:p>
      </dgm:t>
    </dgm:pt>
    <dgm:pt modelId="{3A28DC43-6AC2-444F-A371-4E893A1E9445}">
      <dgm:prSet phldrT="[Text]"/>
      <dgm:spPr/>
      <dgm:t>
        <a:bodyPr/>
        <a:lstStyle/>
        <a:p>
          <a:r>
            <a:rPr lang="en-GB" dirty="0"/>
            <a:t>MAX_VALUE</a:t>
          </a:r>
        </a:p>
      </dgm:t>
    </dgm:pt>
    <dgm:pt modelId="{0CE3651C-D5CB-6241-ADA6-649E0F0125F1}" type="parTrans" cxnId="{920A8065-1413-D74E-A47F-8D33714604CF}">
      <dgm:prSet/>
      <dgm:spPr/>
      <dgm:t>
        <a:bodyPr/>
        <a:lstStyle/>
        <a:p>
          <a:endParaRPr lang="en-GB"/>
        </a:p>
      </dgm:t>
    </dgm:pt>
    <dgm:pt modelId="{BB1F1825-C695-0B49-A760-5583FBBAD53C}" type="sibTrans" cxnId="{920A8065-1413-D74E-A47F-8D33714604CF}">
      <dgm:prSet/>
      <dgm:spPr/>
      <dgm:t>
        <a:bodyPr/>
        <a:lstStyle/>
        <a:p>
          <a:endParaRPr lang="en-GB"/>
        </a:p>
      </dgm:t>
    </dgm:pt>
    <dgm:pt modelId="{9B62F52B-1644-124B-8937-304495188692}">
      <dgm:prSet phldrT="[Text]"/>
      <dgm:spPr/>
      <dgm:t>
        <a:bodyPr/>
        <a:lstStyle/>
        <a:p>
          <a:r>
            <a:rPr lang="en-GB" dirty="0"/>
            <a:t>MIN_VALUE</a:t>
          </a:r>
        </a:p>
      </dgm:t>
    </dgm:pt>
    <dgm:pt modelId="{45770209-43C6-F940-8F8D-5EF16205BD6B}" type="parTrans" cxnId="{2B959D7F-C8F4-5945-9E11-74F281FC290E}">
      <dgm:prSet/>
      <dgm:spPr/>
      <dgm:t>
        <a:bodyPr/>
        <a:lstStyle/>
        <a:p>
          <a:endParaRPr lang="en-GB"/>
        </a:p>
      </dgm:t>
    </dgm:pt>
    <dgm:pt modelId="{80089DFC-22C7-2D43-8EDE-78799B3EEE08}" type="sibTrans" cxnId="{2B959D7F-C8F4-5945-9E11-74F281FC290E}">
      <dgm:prSet/>
      <dgm:spPr/>
      <dgm:t>
        <a:bodyPr/>
        <a:lstStyle/>
        <a:p>
          <a:endParaRPr lang="en-GB"/>
        </a:p>
      </dgm:t>
    </dgm:pt>
    <dgm:pt modelId="{B869F354-5D91-9045-9855-32CDD662FB45}">
      <dgm:prSet phldrT="[Text]"/>
      <dgm:spPr/>
      <dgm:t>
        <a:bodyPr/>
        <a:lstStyle/>
        <a:p>
          <a:r>
            <a:rPr lang="en-GB" dirty="0" err="1"/>
            <a:t>NaN</a:t>
          </a:r>
          <a:endParaRPr lang="en-GB" dirty="0"/>
        </a:p>
      </dgm:t>
    </dgm:pt>
    <dgm:pt modelId="{B59FA554-961F-4A43-ABDD-02C9250A1B72}" type="parTrans" cxnId="{F44AA699-5C92-1C46-9C10-A946B9AD2B30}">
      <dgm:prSet/>
      <dgm:spPr/>
      <dgm:t>
        <a:bodyPr/>
        <a:lstStyle/>
        <a:p>
          <a:endParaRPr lang="en-GB"/>
        </a:p>
      </dgm:t>
    </dgm:pt>
    <dgm:pt modelId="{3DF9D38F-84AA-294D-846D-BF332787FF6A}" type="sibTrans" cxnId="{F44AA699-5C92-1C46-9C10-A946B9AD2B30}">
      <dgm:prSet/>
      <dgm:spPr/>
      <dgm:t>
        <a:bodyPr/>
        <a:lstStyle/>
        <a:p>
          <a:endParaRPr lang="en-GB"/>
        </a:p>
      </dgm:t>
    </dgm:pt>
    <dgm:pt modelId="{B2038E9B-3E3D-4143-906A-DB31618211D9}">
      <dgm:prSet phldrT="[Text]"/>
      <dgm:spPr/>
      <dgm:t>
        <a:bodyPr/>
        <a:lstStyle/>
        <a:p>
          <a:r>
            <a:rPr lang="en-GB" dirty="0"/>
            <a:t>NEGATIVE_INFINITY</a:t>
          </a:r>
        </a:p>
      </dgm:t>
    </dgm:pt>
    <dgm:pt modelId="{1AC7C9FF-09A0-0B4F-A0D2-59FC455CF9E8}" type="parTrans" cxnId="{481578E0-103F-FF41-9854-F2C2EE3E75D3}">
      <dgm:prSet/>
      <dgm:spPr/>
      <dgm:t>
        <a:bodyPr/>
        <a:lstStyle/>
        <a:p>
          <a:endParaRPr lang="en-GB"/>
        </a:p>
      </dgm:t>
    </dgm:pt>
    <dgm:pt modelId="{46FF58E2-5216-DC4B-84B9-8BA28EA24F88}" type="sibTrans" cxnId="{481578E0-103F-FF41-9854-F2C2EE3E75D3}">
      <dgm:prSet/>
      <dgm:spPr/>
      <dgm:t>
        <a:bodyPr/>
        <a:lstStyle/>
        <a:p>
          <a:endParaRPr lang="en-GB"/>
        </a:p>
      </dgm:t>
    </dgm:pt>
    <dgm:pt modelId="{CF309546-59E8-714F-942F-FD6F0BD11487}">
      <dgm:prSet phldrT="[Text]"/>
      <dgm:spPr/>
      <dgm:t>
        <a:bodyPr/>
        <a:lstStyle/>
        <a:p>
          <a:r>
            <a:rPr lang="en-GB" dirty="0"/>
            <a:t>POSITIVE_INFINITY</a:t>
          </a:r>
        </a:p>
      </dgm:t>
    </dgm:pt>
    <dgm:pt modelId="{D3283F25-8596-B740-821D-D46CE40D19CF}" type="parTrans" cxnId="{234A7ABB-B094-A046-ACD9-90AA15D9B4AF}">
      <dgm:prSet/>
      <dgm:spPr/>
      <dgm:t>
        <a:bodyPr/>
        <a:lstStyle/>
        <a:p>
          <a:endParaRPr lang="en-GB"/>
        </a:p>
      </dgm:t>
    </dgm:pt>
    <dgm:pt modelId="{0FE012E0-347A-D543-B608-199177513278}" type="sibTrans" cxnId="{234A7ABB-B094-A046-ACD9-90AA15D9B4AF}">
      <dgm:prSet/>
      <dgm:spPr/>
      <dgm:t>
        <a:bodyPr/>
        <a:lstStyle/>
        <a:p>
          <a:endParaRPr lang="en-GB"/>
        </a:p>
      </dgm:t>
    </dgm:pt>
    <dgm:pt modelId="{3AB08CA8-A5D3-7F43-B5BE-DFB6386154B3}" type="pres">
      <dgm:prSet presAssocID="{67509F39-E273-7E46-9908-3291EEE0B8B5}" presName="diagram" presStyleCnt="0">
        <dgm:presLayoutVars>
          <dgm:dir/>
          <dgm:resizeHandles val="exact"/>
        </dgm:presLayoutVars>
      </dgm:prSet>
      <dgm:spPr/>
    </dgm:pt>
    <dgm:pt modelId="{08B51B93-AE9B-B94B-9913-A0FA94D542D5}" type="pres">
      <dgm:prSet presAssocID="{3A28DC43-6AC2-444F-A371-4E893A1E9445}" presName="node" presStyleLbl="node1" presStyleIdx="0" presStyleCnt="5">
        <dgm:presLayoutVars>
          <dgm:bulletEnabled val="1"/>
        </dgm:presLayoutVars>
      </dgm:prSet>
      <dgm:spPr/>
    </dgm:pt>
    <dgm:pt modelId="{B774EAF2-4640-494A-917E-8155A13B900B}" type="pres">
      <dgm:prSet presAssocID="{BB1F1825-C695-0B49-A760-5583FBBAD53C}" presName="sibTrans" presStyleCnt="0"/>
      <dgm:spPr/>
    </dgm:pt>
    <dgm:pt modelId="{E2874CD4-E27F-6D4D-AF3E-0BA502B88C85}" type="pres">
      <dgm:prSet presAssocID="{9B62F52B-1644-124B-8937-304495188692}" presName="node" presStyleLbl="node1" presStyleIdx="1" presStyleCnt="5">
        <dgm:presLayoutVars>
          <dgm:bulletEnabled val="1"/>
        </dgm:presLayoutVars>
      </dgm:prSet>
      <dgm:spPr/>
    </dgm:pt>
    <dgm:pt modelId="{145749C5-A9C4-1946-A6FD-B2C17436FC2E}" type="pres">
      <dgm:prSet presAssocID="{80089DFC-22C7-2D43-8EDE-78799B3EEE08}" presName="sibTrans" presStyleCnt="0"/>
      <dgm:spPr/>
    </dgm:pt>
    <dgm:pt modelId="{46BD3462-22A5-B848-B3BF-947443600A3F}" type="pres">
      <dgm:prSet presAssocID="{B869F354-5D91-9045-9855-32CDD662FB45}" presName="node" presStyleLbl="node1" presStyleIdx="2" presStyleCnt="5">
        <dgm:presLayoutVars>
          <dgm:bulletEnabled val="1"/>
        </dgm:presLayoutVars>
      </dgm:prSet>
      <dgm:spPr/>
    </dgm:pt>
    <dgm:pt modelId="{628B20C8-D8D9-A148-8DF2-4CD781AF1355}" type="pres">
      <dgm:prSet presAssocID="{3DF9D38F-84AA-294D-846D-BF332787FF6A}" presName="sibTrans" presStyleCnt="0"/>
      <dgm:spPr/>
    </dgm:pt>
    <dgm:pt modelId="{5278F817-5899-5244-957D-90D74475FF53}" type="pres">
      <dgm:prSet presAssocID="{B2038E9B-3E3D-4143-906A-DB31618211D9}" presName="node" presStyleLbl="node1" presStyleIdx="3" presStyleCnt="5">
        <dgm:presLayoutVars>
          <dgm:bulletEnabled val="1"/>
        </dgm:presLayoutVars>
      </dgm:prSet>
      <dgm:spPr/>
    </dgm:pt>
    <dgm:pt modelId="{9CAD8578-BAA8-2745-850E-1990B6629710}" type="pres">
      <dgm:prSet presAssocID="{46FF58E2-5216-DC4B-84B9-8BA28EA24F88}" presName="sibTrans" presStyleCnt="0"/>
      <dgm:spPr/>
    </dgm:pt>
    <dgm:pt modelId="{7088EFB0-72B3-8348-9AFC-21329A1C7953}" type="pres">
      <dgm:prSet presAssocID="{CF309546-59E8-714F-942F-FD6F0BD11487}" presName="node" presStyleLbl="node1" presStyleIdx="4" presStyleCnt="5">
        <dgm:presLayoutVars>
          <dgm:bulletEnabled val="1"/>
        </dgm:presLayoutVars>
      </dgm:prSet>
      <dgm:spPr/>
    </dgm:pt>
  </dgm:ptLst>
  <dgm:cxnLst>
    <dgm:cxn modelId="{AAF6662D-D644-3540-ADE2-9C528CD4930F}" type="presOf" srcId="{3A28DC43-6AC2-444F-A371-4E893A1E9445}" destId="{08B51B93-AE9B-B94B-9913-A0FA94D542D5}" srcOrd="0" destOrd="0" presId="urn:microsoft.com/office/officeart/2005/8/layout/default"/>
    <dgm:cxn modelId="{0B71923A-AEF5-8A45-B243-6CCFD22E63B4}" type="presOf" srcId="{9B62F52B-1644-124B-8937-304495188692}" destId="{E2874CD4-E27F-6D4D-AF3E-0BA502B88C85}" srcOrd="0" destOrd="0" presId="urn:microsoft.com/office/officeart/2005/8/layout/default"/>
    <dgm:cxn modelId="{920A8065-1413-D74E-A47F-8D33714604CF}" srcId="{67509F39-E273-7E46-9908-3291EEE0B8B5}" destId="{3A28DC43-6AC2-444F-A371-4E893A1E9445}" srcOrd="0" destOrd="0" parTransId="{0CE3651C-D5CB-6241-ADA6-649E0F0125F1}" sibTransId="{BB1F1825-C695-0B49-A760-5583FBBAD53C}"/>
    <dgm:cxn modelId="{F952426A-7CB4-7E4E-A1ED-61750E4C60C0}" type="presOf" srcId="{67509F39-E273-7E46-9908-3291EEE0B8B5}" destId="{3AB08CA8-A5D3-7F43-B5BE-DFB6386154B3}" srcOrd="0" destOrd="0" presId="urn:microsoft.com/office/officeart/2005/8/layout/default"/>
    <dgm:cxn modelId="{C46BCF77-AF4E-3343-92D5-D4156277CEB5}" type="presOf" srcId="{B869F354-5D91-9045-9855-32CDD662FB45}" destId="{46BD3462-22A5-B848-B3BF-947443600A3F}" srcOrd="0" destOrd="0" presId="urn:microsoft.com/office/officeart/2005/8/layout/default"/>
    <dgm:cxn modelId="{2B959D7F-C8F4-5945-9E11-74F281FC290E}" srcId="{67509F39-E273-7E46-9908-3291EEE0B8B5}" destId="{9B62F52B-1644-124B-8937-304495188692}" srcOrd="1" destOrd="0" parTransId="{45770209-43C6-F940-8F8D-5EF16205BD6B}" sibTransId="{80089DFC-22C7-2D43-8EDE-78799B3EEE08}"/>
    <dgm:cxn modelId="{0D9E3D95-7250-5447-B6AA-1D2ADA914D08}" type="presOf" srcId="{CF309546-59E8-714F-942F-FD6F0BD11487}" destId="{7088EFB0-72B3-8348-9AFC-21329A1C7953}" srcOrd="0" destOrd="0" presId="urn:microsoft.com/office/officeart/2005/8/layout/default"/>
    <dgm:cxn modelId="{F44AA699-5C92-1C46-9C10-A946B9AD2B30}" srcId="{67509F39-E273-7E46-9908-3291EEE0B8B5}" destId="{B869F354-5D91-9045-9855-32CDD662FB45}" srcOrd="2" destOrd="0" parTransId="{B59FA554-961F-4A43-ABDD-02C9250A1B72}" sibTransId="{3DF9D38F-84AA-294D-846D-BF332787FF6A}"/>
    <dgm:cxn modelId="{234A7ABB-B094-A046-ACD9-90AA15D9B4AF}" srcId="{67509F39-E273-7E46-9908-3291EEE0B8B5}" destId="{CF309546-59E8-714F-942F-FD6F0BD11487}" srcOrd="4" destOrd="0" parTransId="{D3283F25-8596-B740-821D-D46CE40D19CF}" sibTransId="{0FE012E0-347A-D543-B608-199177513278}"/>
    <dgm:cxn modelId="{EC1593C6-37FB-F94A-9F02-0DAA70D3EFB4}" type="presOf" srcId="{B2038E9B-3E3D-4143-906A-DB31618211D9}" destId="{5278F817-5899-5244-957D-90D74475FF53}" srcOrd="0" destOrd="0" presId="urn:microsoft.com/office/officeart/2005/8/layout/default"/>
    <dgm:cxn modelId="{481578E0-103F-FF41-9854-F2C2EE3E75D3}" srcId="{67509F39-E273-7E46-9908-3291EEE0B8B5}" destId="{B2038E9B-3E3D-4143-906A-DB31618211D9}" srcOrd="3" destOrd="0" parTransId="{1AC7C9FF-09A0-0B4F-A0D2-59FC455CF9E8}" sibTransId="{46FF58E2-5216-DC4B-84B9-8BA28EA24F88}"/>
    <dgm:cxn modelId="{6505E1D9-D5B0-6C47-9667-4A1AD4A65740}" type="presParOf" srcId="{3AB08CA8-A5D3-7F43-B5BE-DFB6386154B3}" destId="{08B51B93-AE9B-B94B-9913-A0FA94D542D5}" srcOrd="0" destOrd="0" presId="urn:microsoft.com/office/officeart/2005/8/layout/default"/>
    <dgm:cxn modelId="{48591F3F-DB6A-9A46-BEC7-0334784760FD}" type="presParOf" srcId="{3AB08CA8-A5D3-7F43-B5BE-DFB6386154B3}" destId="{B774EAF2-4640-494A-917E-8155A13B900B}" srcOrd="1" destOrd="0" presId="urn:microsoft.com/office/officeart/2005/8/layout/default"/>
    <dgm:cxn modelId="{569F7194-20C0-D24C-91FD-AF1CD6B9FC86}" type="presParOf" srcId="{3AB08CA8-A5D3-7F43-B5BE-DFB6386154B3}" destId="{E2874CD4-E27F-6D4D-AF3E-0BA502B88C85}" srcOrd="2" destOrd="0" presId="urn:microsoft.com/office/officeart/2005/8/layout/default"/>
    <dgm:cxn modelId="{BC7C6E68-D965-3C40-84F2-4534C98AAF4E}" type="presParOf" srcId="{3AB08CA8-A5D3-7F43-B5BE-DFB6386154B3}" destId="{145749C5-A9C4-1946-A6FD-B2C17436FC2E}" srcOrd="3" destOrd="0" presId="urn:microsoft.com/office/officeart/2005/8/layout/default"/>
    <dgm:cxn modelId="{61C7FAE3-3751-384E-BDCE-B5241BACE619}" type="presParOf" srcId="{3AB08CA8-A5D3-7F43-B5BE-DFB6386154B3}" destId="{46BD3462-22A5-B848-B3BF-947443600A3F}" srcOrd="4" destOrd="0" presId="urn:microsoft.com/office/officeart/2005/8/layout/default"/>
    <dgm:cxn modelId="{3B5434CC-8260-3744-93B5-CF31E7FEB840}" type="presParOf" srcId="{3AB08CA8-A5D3-7F43-B5BE-DFB6386154B3}" destId="{628B20C8-D8D9-A148-8DF2-4CD781AF1355}" srcOrd="5" destOrd="0" presId="urn:microsoft.com/office/officeart/2005/8/layout/default"/>
    <dgm:cxn modelId="{141681DB-0DE7-6A45-9A15-38C0D1CB78CF}" type="presParOf" srcId="{3AB08CA8-A5D3-7F43-B5BE-DFB6386154B3}" destId="{5278F817-5899-5244-957D-90D74475FF53}" srcOrd="6" destOrd="0" presId="urn:microsoft.com/office/officeart/2005/8/layout/default"/>
    <dgm:cxn modelId="{C51CC7E0-9878-5946-A3DC-266DC0152F72}" type="presParOf" srcId="{3AB08CA8-A5D3-7F43-B5BE-DFB6386154B3}" destId="{9CAD8578-BAA8-2745-850E-1990B6629710}" srcOrd="7" destOrd="0" presId="urn:microsoft.com/office/officeart/2005/8/layout/default"/>
    <dgm:cxn modelId="{89B1B5C4-72AD-D74F-AD83-7E2CFD56D9CF}" type="presParOf" srcId="{3AB08CA8-A5D3-7F43-B5BE-DFB6386154B3}" destId="{7088EFB0-72B3-8348-9AFC-21329A1C7953}" srcOrd="8"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4729D760-645E-F948-95AE-ACE07D392A03}" type="doc">
      <dgm:prSet loTypeId="urn:microsoft.com/office/officeart/2005/8/layout/list1" loCatId="" qsTypeId="urn:microsoft.com/office/officeart/2005/8/quickstyle/3d6" qsCatId="3D" csTypeId="urn:microsoft.com/office/officeart/2005/8/colors/accent1_2" csCatId="accent1" phldr="1"/>
      <dgm:spPr/>
      <dgm:t>
        <a:bodyPr/>
        <a:lstStyle/>
        <a:p>
          <a:endParaRPr lang="en-GB"/>
        </a:p>
      </dgm:t>
    </dgm:pt>
    <dgm:pt modelId="{4EA5F470-378E-E94D-83AA-F4300F00D9D6}">
      <dgm:prSet phldrT="[Text]"/>
      <dgm:spPr/>
      <dgm:t>
        <a:bodyPr/>
        <a:lstStyle/>
        <a:p>
          <a:r>
            <a:rPr lang="en-GB" dirty="0"/>
            <a:t>Felder</a:t>
          </a:r>
        </a:p>
      </dgm:t>
    </dgm:pt>
    <dgm:pt modelId="{0388EA47-AD5C-1F4E-BDA0-21651BD4A3CA}" type="parTrans" cxnId="{C1ABBBEF-89B4-4E4B-AEC9-B8278F63F136}">
      <dgm:prSet/>
      <dgm:spPr/>
      <dgm:t>
        <a:bodyPr/>
        <a:lstStyle/>
        <a:p>
          <a:endParaRPr lang="en-GB"/>
        </a:p>
      </dgm:t>
    </dgm:pt>
    <dgm:pt modelId="{7D1155B2-4D96-B649-82AB-04A0CBBD69AE}" type="sibTrans" cxnId="{C1ABBBEF-89B4-4E4B-AEC9-B8278F63F136}">
      <dgm:prSet/>
      <dgm:spPr/>
      <dgm:t>
        <a:bodyPr/>
        <a:lstStyle/>
        <a:p>
          <a:endParaRPr lang="en-GB"/>
        </a:p>
      </dgm:t>
    </dgm:pt>
    <dgm:pt modelId="{158F50CC-BDB6-6440-99F5-4D1250C18504}">
      <dgm:prSet phldrT="[Text]"/>
      <dgm:spPr/>
      <dgm:t>
        <a:bodyPr/>
        <a:lstStyle/>
        <a:p>
          <a:r>
            <a:rPr lang="en-GB" dirty="0" err="1"/>
            <a:t>Konstruktoren</a:t>
          </a:r>
          <a:endParaRPr lang="en-GB" dirty="0"/>
        </a:p>
      </dgm:t>
    </dgm:pt>
    <dgm:pt modelId="{2CB57656-11CF-C547-A029-4C2B0CCA6D1E}" type="parTrans" cxnId="{1F7FD93C-2091-4644-90AF-2ED158C60622}">
      <dgm:prSet/>
      <dgm:spPr/>
      <dgm:t>
        <a:bodyPr/>
        <a:lstStyle/>
        <a:p>
          <a:endParaRPr lang="en-GB"/>
        </a:p>
      </dgm:t>
    </dgm:pt>
    <dgm:pt modelId="{49CC0F1B-FB2B-9D49-A58E-2C9F2E06D72D}" type="sibTrans" cxnId="{1F7FD93C-2091-4644-90AF-2ED158C60622}">
      <dgm:prSet/>
      <dgm:spPr/>
      <dgm:t>
        <a:bodyPr/>
        <a:lstStyle/>
        <a:p>
          <a:endParaRPr lang="en-GB"/>
        </a:p>
      </dgm:t>
    </dgm:pt>
    <dgm:pt modelId="{918EDE0F-AE72-C846-8F77-058606A3A717}">
      <dgm:prSet phldrT="[Text]"/>
      <dgm:spPr/>
      <dgm:t>
        <a:bodyPr/>
        <a:lstStyle/>
        <a:p>
          <a:r>
            <a:rPr lang="en-GB" dirty="0" err="1"/>
            <a:t>Funktionen</a:t>
          </a:r>
          <a:endParaRPr lang="en-GB" dirty="0"/>
        </a:p>
      </dgm:t>
    </dgm:pt>
    <dgm:pt modelId="{8E4DD6E5-1AE6-EF4D-A719-B1C7F8AEB17D}" type="parTrans" cxnId="{D112DDEF-E036-E248-8413-4EB86B2A55E7}">
      <dgm:prSet/>
      <dgm:spPr/>
      <dgm:t>
        <a:bodyPr/>
        <a:lstStyle/>
        <a:p>
          <a:endParaRPr lang="en-GB"/>
        </a:p>
      </dgm:t>
    </dgm:pt>
    <dgm:pt modelId="{F0E527BE-D71B-B443-88A1-E998DB7F4343}" type="sibTrans" cxnId="{D112DDEF-E036-E248-8413-4EB86B2A55E7}">
      <dgm:prSet/>
      <dgm:spPr/>
      <dgm:t>
        <a:bodyPr/>
        <a:lstStyle/>
        <a:p>
          <a:endParaRPr lang="en-GB"/>
        </a:p>
      </dgm:t>
    </dgm:pt>
    <dgm:pt modelId="{B174EBD9-067C-B043-8AEF-7463CB33E8E9}" type="pres">
      <dgm:prSet presAssocID="{4729D760-645E-F948-95AE-ACE07D392A03}" presName="linear" presStyleCnt="0">
        <dgm:presLayoutVars>
          <dgm:dir/>
          <dgm:animLvl val="lvl"/>
          <dgm:resizeHandles val="exact"/>
        </dgm:presLayoutVars>
      </dgm:prSet>
      <dgm:spPr/>
    </dgm:pt>
    <dgm:pt modelId="{E2969A43-C29F-104F-8FD9-9942256D66E8}" type="pres">
      <dgm:prSet presAssocID="{4EA5F470-378E-E94D-83AA-F4300F00D9D6}" presName="parentLin" presStyleCnt="0"/>
      <dgm:spPr/>
    </dgm:pt>
    <dgm:pt modelId="{586726A5-281B-8A4A-B1FA-688C0E0E119E}" type="pres">
      <dgm:prSet presAssocID="{4EA5F470-378E-E94D-83AA-F4300F00D9D6}" presName="parentLeftMargin" presStyleLbl="node1" presStyleIdx="0" presStyleCnt="3"/>
      <dgm:spPr/>
    </dgm:pt>
    <dgm:pt modelId="{CD4F5A90-57FB-7D46-8ACA-77784286DEBB}" type="pres">
      <dgm:prSet presAssocID="{4EA5F470-378E-E94D-83AA-F4300F00D9D6}" presName="parentText" presStyleLbl="node1" presStyleIdx="0" presStyleCnt="3">
        <dgm:presLayoutVars>
          <dgm:chMax val="0"/>
          <dgm:bulletEnabled val="1"/>
        </dgm:presLayoutVars>
      </dgm:prSet>
      <dgm:spPr/>
    </dgm:pt>
    <dgm:pt modelId="{10F38D66-5E9C-1E4C-AE2A-F16C5D2FB502}" type="pres">
      <dgm:prSet presAssocID="{4EA5F470-378E-E94D-83AA-F4300F00D9D6}" presName="negativeSpace" presStyleCnt="0"/>
      <dgm:spPr/>
    </dgm:pt>
    <dgm:pt modelId="{6305A6E9-FF4C-384A-B7B4-505B04A5AE37}" type="pres">
      <dgm:prSet presAssocID="{4EA5F470-378E-E94D-83AA-F4300F00D9D6}" presName="childText" presStyleLbl="conFgAcc1" presStyleIdx="0" presStyleCnt="3">
        <dgm:presLayoutVars>
          <dgm:bulletEnabled val="1"/>
        </dgm:presLayoutVars>
      </dgm:prSet>
      <dgm:spPr/>
    </dgm:pt>
    <dgm:pt modelId="{7B84153A-1800-E246-9D82-9D4AE78ADE5A}" type="pres">
      <dgm:prSet presAssocID="{7D1155B2-4D96-B649-82AB-04A0CBBD69AE}" presName="spaceBetweenRectangles" presStyleCnt="0"/>
      <dgm:spPr/>
    </dgm:pt>
    <dgm:pt modelId="{434C2E39-DE1C-5645-B960-5E81095BFF9B}" type="pres">
      <dgm:prSet presAssocID="{158F50CC-BDB6-6440-99F5-4D1250C18504}" presName="parentLin" presStyleCnt="0"/>
      <dgm:spPr/>
    </dgm:pt>
    <dgm:pt modelId="{A44F24C7-7315-AC4E-9008-58E23BEE5FC2}" type="pres">
      <dgm:prSet presAssocID="{158F50CC-BDB6-6440-99F5-4D1250C18504}" presName="parentLeftMargin" presStyleLbl="node1" presStyleIdx="0" presStyleCnt="3"/>
      <dgm:spPr/>
    </dgm:pt>
    <dgm:pt modelId="{4E23C32B-D4F3-744A-BC62-B4277299AEA4}" type="pres">
      <dgm:prSet presAssocID="{158F50CC-BDB6-6440-99F5-4D1250C18504}" presName="parentText" presStyleLbl="node1" presStyleIdx="1" presStyleCnt="3">
        <dgm:presLayoutVars>
          <dgm:chMax val="0"/>
          <dgm:bulletEnabled val="1"/>
        </dgm:presLayoutVars>
      </dgm:prSet>
      <dgm:spPr/>
    </dgm:pt>
    <dgm:pt modelId="{2FCAF94A-5F56-5548-BE0C-C28D83D5B8D4}" type="pres">
      <dgm:prSet presAssocID="{158F50CC-BDB6-6440-99F5-4D1250C18504}" presName="negativeSpace" presStyleCnt="0"/>
      <dgm:spPr/>
    </dgm:pt>
    <dgm:pt modelId="{3034F782-9A22-1242-AEDF-EC2E88C0D473}" type="pres">
      <dgm:prSet presAssocID="{158F50CC-BDB6-6440-99F5-4D1250C18504}" presName="childText" presStyleLbl="conFgAcc1" presStyleIdx="1" presStyleCnt="3">
        <dgm:presLayoutVars>
          <dgm:bulletEnabled val="1"/>
        </dgm:presLayoutVars>
      </dgm:prSet>
      <dgm:spPr/>
    </dgm:pt>
    <dgm:pt modelId="{398D0247-9D51-014C-B487-BCF1BA668707}" type="pres">
      <dgm:prSet presAssocID="{49CC0F1B-FB2B-9D49-A58E-2C9F2E06D72D}" presName="spaceBetweenRectangles" presStyleCnt="0"/>
      <dgm:spPr/>
    </dgm:pt>
    <dgm:pt modelId="{29F9E2BB-F30E-2242-998F-28EBE8DBEA5D}" type="pres">
      <dgm:prSet presAssocID="{918EDE0F-AE72-C846-8F77-058606A3A717}" presName="parentLin" presStyleCnt="0"/>
      <dgm:spPr/>
    </dgm:pt>
    <dgm:pt modelId="{7B3BCBD8-9DC0-B34A-82D1-99E3258F9BA5}" type="pres">
      <dgm:prSet presAssocID="{918EDE0F-AE72-C846-8F77-058606A3A717}" presName="parentLeftMargin" presStyleLbl="node1" presStyleIdx="1" presStyleCnt="3"/>
      <dgm:spPr/>
    </dgm:pt>
    <dgm:pt modelId="{CC22D886-3319-7642-954B-BB2ED3D676DC}" type="pres">
      <dgm:prSet presAssocID="{918EDE0F-AE72-C846-8F77-058606A3A717}" presName="parentText" presStyleLbl="node1" presStyleIdx="2" presStyleCnt="3">
        <dgm:presLayoutVars>
          <dgm:chMax val="0"/>
          <dgm:bulletEnabled val="1"/>
        </dgm:presLayoutVars>
      </dgm:prSet>
      <dgm:spPr/>
    </dgm:pt>
    <dgm:pt modelId="{9CBE4316-FAB4-144F-B917-B92F563C900E}" type="pres">
      <dgm:prSet presAssocID="{918EDE0F-AE72-C846-8F77-058606A3A717}" presName="negativeSpace" presStyleCnt="0"/>
      <dgm:spPr/>
    </dgm:pt>
    <dgm:pt modelId="{A4D8D4E7-691F-9E42-92CE-F4F5D0B447C7}" type="pres">
      <dgm:prSet presAssocID="{918EDE0F-AE72-C846-8F77-058606A3A717}" presName="childText" presStyleLbl="conFgAcc1" presStyleIdx="2" presStyleCnt="3">
        <dgm:presLayoutVars>
          <dgm:bulletEnabled val="1"/>
        </dgm:presLayoutVars>
      </dgm:prSet>
      <dgm:spPr/>
    </dgm:pt>
  </dgm:ptLst>
  <dgm:cxnLst>
    <dgm:cxn modelId="{20961610-86ED-D644-8AED-71B32BA80B64}" type="presOf" srcId="{918EDE0F-AE72-C846-8F77-058606A3A717}" destId="{7B3BCBD8-9DC0-B34A-82D1-99E3258F9BA5}" srcOrd="0" destOrd="0" presId="urn:microsoft.com/office/officeart/2005/8/layout/list1"/>
    <dgm:cxn modelId="{D189F624-110C-E54E-99A1-83FFA9674207}" type="presOf" srcId="{918EDE0F-AE72-C846-8F77-058606A3A717}" destId="{CC22D886-3319-7642-954B-BB2ED3D676DC}" srcOrd="1" destOrd="0" presId="urn:microsoft.com/office/officeart/2005/8/layout/list1"/>
    <dgm:cxn modelId="{E00BC427-22B8-FA45-849C-461FE38490E4}" type="presOf" srcId="{158F50CC-BDB6-6440-99F5-4D1250C18504}" destId="{4E23C32B-D4F3-744A-BC62-B4277299AEA4}" srcOrd="1" destOrd="0" presId="urn:microsoft.com/office/officeart/2005/8/layout/list1"/>
    <dgm:cxn modelId="{1F7FD93C-2091-4644-90AF-2ED158C60622}" srcId="{4729D760-645E-F948-95AE-ACE07D392A03}" destId="{158F50CC-BDB6-6440-99F5-4D1250C18504}" srcOrd="1" destOrd="0" parTransId="{2CB57656-11CF-C547-A029-4C2B0CCA6D1E}" sibTransId="{49CC0F1B-FB2B-9D49-A58E-2C9F2E06D72D}"/>
    <dgm:cxn modelId="{DB569743-2D4D-AD44-9132-B732DC07EE53}" type="presOf" srcId="{4EA5F470-378E-E94D-83AA-F4300F00D9D6}" destId="{CD4F5A90-57FB-7D46-8ACA-77784286DEBB}" srcOrd="1" destOrd="0" presId="urn:microsoft.com/office/officeart/2005/8/layout/list1"/>
    <dgm:cxn modelId="{E0E81867-6A6D-3E4F-A530-562871CB5D94}" type="presOf" srcId="{4729D760-645E-F948-95AE-ACE07D392A03}" destId="{B174EBD9-067C-B043-8AEF-7463CB33E8E9}" srcOrd="0" destOrd="0" presId="urn:microsoft.com/office/officeart/2005/8/layout/list1"/>
    <dgm:cxn modelId="{2C3833A6-F4AB-4F48-9A13-CC7974045AFC}" type="presOf" srcId="{4EA5F470-378E-E94D-83AA-F4300F00D9D6}" destId="{586726A5-281B-8A4A-B1FA-688C0E0E119E}" srcOrd="0" destOrd="0" presId="urn:microsoft.com/office/officeart/2005/8/layout/list1"/>
    <dgm:cxn modelId="{A0DAB3CE-BDFC-4E4A-A232-13980DD6BD91}" type="presOf" srcId="{158F50CC-BDB6-6440-99F5-4D1250C18504}" destId="{A44F24C7-7315-AC4E-9008-58E23BEE5FC2}" srcOrd="0" destOrd="0" presId="urn:microsoft.com/office/officeart/2005/8/layout/list1"/>
    <dgm:cxn modelId="{C1ABBBEF-89B4-4E4B-AEC9-B8278F63F136}" srcId="{4729D760-645E-F948-95AE-ACE07D392A03}" destId="{4EA5F470-378E-E94D-83AA-F4300F00D9D6}" srcOrd="0" destOrd="0" parTransId="{0388EA47-AD5C-1F4E-BDA0-21651BD4A3CA}" sibTransId="{7D1155B2-4D96-B649-82AB-04A0CBBD69AE}"/>
    <dgm:cxn modelId="{D112DDEF-E036-E248-8413-4EB86B2A55E7}" srcId="{4729D760-645E-F948-95AE-ACE07D392A03}" destId="{918EDE0F-AE72-C846-8F77-058606A3A717}" srcOrd="2" destOrd="0" parTransId="{8E4DD6E5-1AE6-EF4D-A719-B1C7F8AEB17D}" sibTransId="{F0E527BE-D71B-B443-88A1-E998DB7F4343}"/>
    <dgm:cxn modelId="{E331F2DA-9E17-0944-BFFF-F62EDFD39EC0}" type="presParOf" srcId="{B174EBD9-067C-B043-8AEF-7463CB33E8E9}" destId="{E2969A43-C29F-104F-8FD9-9942256D66E8}" srcOrd="0" destOrd="0" presId="urn:microsoft.com/office/officeart/2005/8/layout/list1"/>
    <dgm:cxn modelId="{0F58CE9B-98D7-5046-8F5C-ABD2EA47139C}" type="presParOf" srcId="{E2969A43-C29F-104F-8FD9-9942256D66E8}" destId="{586726A5-281B-8A4A-B1FA-688C0E0E119E}" srcOrd="0" destOrd="0" presId="urn:microsoft.com/office/officeart/2005/8/layout/list1"/>
    <dgm:cxn modelId="{0AA33272-D21F-1949-BF78-41D153E8F025}" type="presParOf" srcId="{E2969A43-C29F-104F-8FD9-9942256D66E8}" destId="{CD4F5A90-57FB-7D46-8ACA-77784286DEBB}" srcOrd="1" destOrd="0" presId="urn:microsoft.com/office/officeart/2005/8/layout/list1"/>
    <dgm:cxn modelId="{A4E80314-4BD5-5F4A-B0A1-77EECBA16932}" type="presParOf" srcId="{B174EBD9-067C-B043-8AEF-7463CB33E8E9}" destId="{10F38D66-5E9C-1E4C-AE2A-F16C5D2FB502}" srcOrd="1" destOrd="0" presId="urn:microsoft.com/office/officeart/2005/8/layout/list1"/>
    <dgm:cxn modelId="{17C7917C-0D13-0940-8EC5-E86E3422A4C3}" type="presParOf" srcId="{B174EBD9-067C-B043-8AEF-7463CB33E8E9}" destId="{6305A6E9-FF4C-384A-B7B4-505B04A5AE37}" srcOrd="2" destOrd="0" presId="urn:microsoft.com/office/officeart/2005/8/layout/list1"/>
    <dgm:cxn modelId="{D95D24F1-B09A-D64B-948B-24FB27CB1B26}" type="presParOf" srcId="{B174EBD9-067C-B043-8AEF-7463CB33E8E9}" destId="{7B84153A-1800-E246-9D82-9D4AE78ADE5A}" srcOrd="3" destOrd="0" presId="urn:microsoft.com/office/officeart/2005/8/layout/list1"/>
    <dgm:cxn modelId="{4E23D440-5140-2E47-8911-5A35DD363399}" type="presParOf" srcId="{B174EBD9-067C-B043-8AEF-7463CB33E8E9}" destId="{434C2E39-DE1C-5645-B960-5E81095BFF9B}" srcOrd="4" destOrd="0" presId="urn:microsoft.com/office/officeart/2005/8/layout/list1"/>
    <dgm:cxn modelId="{FA3107CE-3BB4-2F45-B8CC-B5887D5112A9}" type="presParOf" srcId="{434C2E39-DE1C-5645-B960-5E81095BFF9B}" destId="{A44F24C7-7315-AC4E-9008-58E23BEE5FC2}" srcOrd="0" destOrd="0" presId="urn:microsoft.com/office/officeart/2005/8/layout/list1"/>
    <dgm:cxn modelId="{7E0AEB05-B3FA-8D47-B80E-E9D7D509B5B2}" type="presParOf" srcId="{434C2E39-DE1C-5645-B960-5E81095BFF9B}" destId="{4E23C32B-D4F3-744A-BC62-B4277299AEA4}" srcOrd="1" destOrd="0" presId="urn:microsoft.com/office/officeart/2005/8/layout/list1"/>
    <dgm:cxn modelId="{B261C69B-59D0-CA46-89EC-85E4932F5673}" type="presParOf" srcId="{B174EBD9-067C-B043-8AEF-7463CB33E8E9}" destId="{2FCAF94A-5F56-5548-BE0C-C28D83D5B8D4}" srcOrd="5" destOrd="0" presId="urn:microsoft.com/office/officeart/2005/8/layout/list1"/>
    <dgm:cxn modelId="{73B38399-4448-D244-B2FC-3D4C5765BA92}" type="presParOf" srcId="{B174EBD9-067C-B043-8AEF-7463CB33E8E9}" destId="{3034F782-9A22-1242-AEDF-EC2E88C0D473}" srcOrd="6" destOrd="0" presId="urn:microsoft.com/office/officeart/2005/8/layout/list1"/>
    <dgm:cxn modelId="{8A3971A1-CAEA-7A4C-AE3B-CE56F5FE6FC9}" type="presParOf" srcId="{B174EBD9-067C-B043-8AEF-7463CB33E8E9}" destId="{398D0247-9D51-014C-B487-BCF1BA668707}" srcOrd="7" destOrd="0" presId="urn:microsoft.com/office/officeart/2005/8/layout/list1"/>
    <dgm:cxn modelId="{B1EA2A1E-82B8-A646-B895-E61E4F8717C9}" type="presParOf" srcId="{B174EBD9-067C-B043-8AEF-7463CB33E8E9}" destId="{29F9E2BB-F30E-2242-998F-28EBE8DBEA5D}" srcOrd="8" destOrd="0" presId="urn:microsoft.com/office/officeart/2005/8/layout/list1"/>
    <dgm:cxn modelId="{D1DF82D4-0FAD-BC49-BB81-8240320A5A32}" type="presParOf" srcId="{29F9E2BB-F30E-2242-998F-28EBE8DBEA5D}" destId="{7B3BCBD8-9DC0-B34A-82D1-99E3258F9BA5}" srcOrd="0" destOrd="0" presId="urn:microsoft.com/office/officeart/2005/8/layout/list1"/>
    <dgm:cxn modelId="{F2FF3675-CC29-9849-91A9-762A269D4A6F}" type="presParOf" srcId="{29F9E2BB-F30E-2242-998F-28EBE8DBEA5D}" destId="{CC22D886-3319-7642-954B-BB2ED3D676DC}" srcOrd="1" destOrd="0" presId="urn:microsoft.com/office/officeart/2005/8/layout/list1"/>
    <dgm:cxn modelId="{A646361C-F543-8644-B9E0-99053E0E13F3}" type="presParOf" srcId="{B174EBD9-067C-B043-8AEF-7463CB33E8E9}" destId="{9CBE4316-FAB4-144F-B917-B92F563C900E}" srcOrd="9" destOrd="0" presId="urn:microsoft.com/office/officeart/2005/8/layout/list1"/>
    <dgm:cxn modelId="{039630F7-752E-9B4F-B432-6FC5D3D93F1A}" type="presParOf" srcId="{B174EBD9-067C-B043-8AEF-7463CB33E8E9}" destId="{A4D8D4E7-691F-9E42-92CE-F4F5D0B447C7}"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23665B87-71B1-463F-8377-2F135910FC6B}" type="doc">
      <dgm:prSet loTypeId="urn:microsoft.com/office/officeart/2005/8/layout/vList2" loCatId="list" qsTypeId="urn:microsoft.com/office/officeart/2005/8/quickstyle/simple1" qsCatId="simple" csTypeId="urn:microsoft.com/office/officeart/2005/8/colors/colorful5" csCatId="colorful"/>
      <dgm:spPr/>
      <dgm:t>
        <a:bodyPr/>
        <a:lstStyle/>
        <a:p>
          <a:endParaRPr lang="en-US"/>
        </a:p>
      </dgm:t>
    </dgm:pt>
    <dgm:pt modelId="{115E1171-5EFB-4081-A73D-71CF990DB73E}">
      <dgm:prSet/>
      <dgm:spPr/>
      <dgm:t>
        <a:bodyPr/>
        <a:lstStyle/>
        <a:p>
          <a:r>
            <a:rPr lang="de-DE"/>
            <a:t>node und npm sind auf einem Entwicklerrechner zu installieren</a:t>
          </a:r>
          <a:endParaRPr lang="en-US"/>
        </a:p>
      </dgm:t>
    </dgm:pt>
    <dgm:pt modelId="{5A362385-6E12-486D-BE43-6F487084DD8F}" type="parTrans" cxnId="{639FE52B-201A-43F0-9BF1-80974B1C7181}">
      <dgm:prSet/>
      <dgm:spPr/>
      <dgm:t>
        <a:bodyPr/>
        <a:lstStyle/>
        <a:p>
          <a:endParaRPr lang="en-US"/>
        </a:p>
      </dgm:t>
    </dgm:pt>
    <dgm:pt modelId="{E6B74E0D-D39D-4EA6-91A8-FC3CFD3FA833}" type="sibTrans" cxnId="{639FE52B-201A-43F0-9BF1-80974B1C7181}">
      <dgm:prSet/>
      <dgm:spPr/>
      <dgm:t>
        <a:bodyPr/>
        <a:lstStyle/>
        <a:p>
          <a:endParaRPr lang="en-US"/>
        </a:p>
      </dgm:t>
    </dgm:pt>
    <dgm:pt modelId="{6C7CD90D-DDC6-4B24-9693-5BE1C9C69296}">
      <dgm:prSet/>
      <dgm:spPr/>
      <dgm:t>
        <a:bodyPr/>
        <a:lstStyle/>
        <a:p>
          <a:r>
            <a:rPr lang="de-DE"/>
            <a:t>Näheres hierzu im Anhang</a:t>
          </a:r>
          <a:endParaRPr lang="en-US"/>
        </a:p>
      </dgm:t>
    </dgm:pt>
    <dgm:pt modelId="{4CBF7A68-EC9B-46C0-87F9-FA56BAB33DD1}" type="parTrans" cxnId="{4185FEFC-F1E1-4E45-BA5F-383C4C60CE69}">
      <dgm:prSet/>
      <dgm:spPr/>
      <dgm:t>
        <a:bodyPr/>
        <a:lstStyle/>
        <a:p>
          <a:endParaRPr lang="en-US"/>
        </a:p>
      </dgm:t>
    </dgm:pt>
    <dgm:pt modelId="{C5948A44-319F-4495-A741-934DE44FD0CC}" type="sibTrans" cxnId="{4185FEFC-F1E1-4E45-BA5F-383C4C60CE69}">
      <dgm:prSet/>
      <dgm:spPr/>
      <dgm:t>
        <a:bodyPr/>
        <a:lstStyle/>
        <a:p>
          <a:endParaRPr lang="en-US"/>
        </a:p>
      </dgm:t>
    </dgm:pt>
    <dgm:pt modelId="{BA20D512-B778-4FAD-9FA7-961588FF97B2}">
      <dgm:prSet/>
      <dgm:spPr/>
      <dgm:t>
        <a:bodyPr/>
        <a:lstStyle/>
        <a:p>
          <a:r>
            <a:rPr lang="de-DE"/>
            <a:t>Damit steht ein ausgefeilter Buildprozess zur Verfügung</a:t>
          </a:r>
          <a:endParaRPr lang="en-US"/>
        </a:p>
      </dgm:t>
    </dgm:pt>
    <dgm:pt modelId="{64346143-7848-4874-9944-972660A6447E}" type="parTrans" cxnId="{39B2C9AC-5F1E-4AC6-BC55-4DB171C59DB0}">
      <dgm:prSet/>
      <dgm:spPr/>
      <dgm:t>
        <a:bodyPr/>
        <a:lstStyle/>
        <a:p>
          <a:endParaRPr lang="en-US"/>
        </a:p>
      </dgm:t>
    </dgm:pt>
    <dgm:pt modelId="{CDF8A544-924E-4F19-8FCB-E595BFBC5B03}" type="sibTrans" cxnId="{39B2C9AC-5F1E-4AC6-BC55-4DB171C59DB0}">
      <dgm:prSet/>
      <dgm:spPr/>
      <dgm:t>
        <a:bodyPr/>
        <a:lstStyle/>
        <a:p>
          <a:endParaRPr lang="en-US"/>
        </a:p>
      </dgm:t>
    </dgm:pt>
    <dgm:pt modelId="{1E64982C-F2A1-4FAE-8610-4AD0A53EF3FF}">
      <dgm:prSet/>
      <dgm:spPr/>
      <dgm:t>
        <a:bodyPr/>
        <a:lstStyle/>
        <a:p>
          <a:r>
            <a:rPr lang="de-DE"/>
            <a:t>Verzeichnisstruktur und Projekt-Organisation</a:t>
          </a:r>
          <a:endParaRPr lang="en-US"/>
        </a:p>
      </dgm:t>
    </dgm:pt>
    <dgm:pt modelId="{35EA72F7-E818-42F9-A049-45CAE2CCF8BA}" type="parTrans" cxnId="{3B5A711C-6332-4933-BD51-1F3BDD901DB1}">
      <dgm:prSet/>
      <dgm:spPr/>
      <dgm:t>
        <a:bodyPr/>
        <a:lstStyle/>
        <a:p>
          <a:endParaRPr lang="en-US"/>
        </a:p>
      </dgm:t>
    </dgm:pt>
    <dgm:pt modelId="{E2F2C0EB-EDFE-458D-8D19-AD401B87547C}" type="sibTrans" cxnId="{3B5A711C-6332-4933-BD51-1F3BDD901DB1}">
      <dgm:prSet/>
      <dgm:spPr/>
      <dgm:t>
        <a:bodyPr/>
        <a:lstStyle/>
        <a:p>
          <a:endParaRPr lang="en-US"/>
        </a:p>
      </dgm:t>
    </dgm:pt>
    <dgm:pt modelId="{23C68FED-4AB5-4B5F-8C5A-5E73E365C24B}">
      <dgm:prSet/>
      <dgm:spPr/>
      <dgm:t>
        <a:bodyPr/>
        <a:lstStyle/>
        <a:p>
          <a:r>
            <a:rPr lang="de-DE"/>
            <a:t>Automatische Transpilation</a:t>
          </a:r>
          <a:endParaRPr lang="en-US"/>
        </a:p>
      </dgm:t>
    </dgm:pt>
    <dgm:pt modelId="{F4110FF9-A511-442E-A751-AD4812C1AD32}" type="parTrans" cxnId="{16B3BFD7-57EF-4C3E-B5B7-1CE3C899F3C0}">
      <dgm:prSet/>
      <dgm:spPr/>
      <dgm:t>
        <a:bodyPr/>
        <a:lstStyle/>
        <a:p>
          <a:endParaRPr lang="en-US"/>
        </a:p>
      </dgm:t>
    </dgm:pt>
    <dgm:pt modelId="{BAFDB3E9-5FC8-47DF-A24A-6BA45BA7AA58}" type="sibTrans" cxnId="{16B3BFD7-57EF-4C3E-B5B7-1CE3C899F3C0}">
      <dgm:prSet/>
      <dgm:spPr/>
      <dgm:t>
        <a:bodyPr/>
        <a:lstStyle/>
        <a:p>
          <a:endParaRPr lang="en-US"/>
        </a:p>
      </dgm:t>
    </dgm:pt>
    <dgm:pt modelId="{F375148D-37B2-433F-A706-12033F818F31}">
      <dgm:prSet/>
      <dgm:spPr/>
      <dgm:t>
        <a:bodyPr/>
        <a:lstStyle/>
        <a:p>
          <a:r>
            <a:rPr lang="de-DE"/>
            <a:t>Browser-Update bei Änderungen an den Quellen</a:t>
          </a:r>
          <a:endParaRPr lang="en-US"/>
        </a:p>
      </dgm:t>
    </dgm:pt>
    <dgm:pt modelId="{09139E07-0692-4020-B878-D0543F3DCE4B}" type="parTrans" cxnId="{D336A91B-FD78-4A6E-B54B-2629835131A2}">
      <dgm:prSet/>
      <dgm:spPr/>
      <dgm:t>
        <a:bodyPr/>
        <a:lstStyle/>
        <a:p>
          <a:endParaRPr lang="en-US"/>
        </a:p>
      </dgm:t>
    </dgm:pt>
    <dgm:pt modelId="{06F9513D-6B45-4FD3-9372-1695F732396B}" type="sibTrans" cxnId="{D336A91B-FD78-4A6E-B54B-2629835131A2}">
      <dgm:prSet/>
      <dgm:spPr/>
      <dgm:t>
        <a:bodyPr/>
        <a:lstStyle/>
        <a:p>
          <a:endParaRPr lang="en-US"/>
        </a:p>
      </dgm:t>
    </dgm:pt>
    <dgm:pt modelId="{11D65E8A-52D3-476B-BF61-4DF2A66F3EB1}">
      <dgm:prSet/>
      <dgm:spPr/>
      <dgm:t>
        <a:bodyPr/>
        <a:lstStyle/>
        <a:p>
          <a:r>
            <a:rPr lang="de-DE"/>
            <a:t>Ein spezieller Editor ist nicht notwendig</a:t>
          </a:r>
          <a:endParaRPr lang="en-US"/>
        </a:p>
      </dgm:t>
    </dgm:pt>
    <dgm:pt modelId="{6912DD97-64FB-40E1-8735-B81CEB1A20F1}" type="parTrans" cxnId="{29FA3C11-ABB9-4E8B-ABA0-0704684BCF57}">
      <dgm:prSet/>
      <dgm:spPr/>
      <dgm:t>
        <a:bodyPr/>
        <a:lstStyle/>
        <a:p>
          <a:endParaRPr lang="en-US"/>
        </a:p>
      </dgm:t>
    </dgm:pt>
    <dgm:pt modelId="{4AAADF7F-7135-4AC7-ADB9-04F9BC7A168C}" type="sibTrans" cxnId="{29FA3C11-ABB9-4E8B-ABA0-0704684BCF57}">
      <dgm:prSet/>
      <dgm:spPr/>
      <dgm:t>
        <a:bodyPr/>
        <a:lstStyle/>
        <a:p>
          <a:endParaRPr lang="en-US"/>
        </a:p>
      </dgm:t>
    </dgm:pt>
    <dgm:pt modelId="{F8450A2F-F2A5-49F9-A321-A0273B58A1F7}">
      <dgm:prSet/>
      <dgm:spPr/>
      <dgm:t>
        <a:bodyPr/>
        <a:lstStyle/>
        <a:p>
          <a:r>
            <a:rPr lang="de-DE"/>
            <a:t>Empfohlen wird Atom oder ähnliches</a:t>
          </a:r>
          <a:endParaRPr lang="en-US"/>
        </a:p>
      </dgm:t>
    </dgm:pt>
    <dgm:pt modelId="{387DE0BD-FA43-46E7-9479-A69161F4245F}" type="parTrans" cxnId="{2F6A8109-5362-4F87-A1AA-D84652B0E62A}">
      <dgm:prSet/>
      <dgm:spPr/>
      <dgm:t>
        <a:bodyPr/>
        <a:lstStyle/>
        <a:p>
          <a:endParaRPr lang="en-US"/>
        </a:p>
      </dgm:t>
    </dgm:pt>
    <dgm:pt modelId="{4C99E8AC-7583-4290-B35C-12884513C62F}" type="sibTrans" cxnId="{2F6A8109-5362-4F87-A1AA-D84652B0E62A}">
      <dgm:prSet/>
      <dgm:spPr/>
      <dgm:t>
        <a:bodyPr/>
        <a:lstStyle/>
        <a:p>
          <a:endParaRPr lang="en-US"/>
        </a:p>
      </dgm:t>
    </dgm:pt>
    <dgm:pt modelId="{AD181E89-A120-CE4B-B54A-7AF8C9A8FDAE}" type="pres">
      <dgm:prSet presAssocID="{23665B87-71B1-463F-8377-2F135910FC6B}" presName="linear" presStyleCnt="0">
        <dgm:presLayoutVars>
          <dgm:animLvl val="lvl"/>
          <dgm:resizeHandles val="exact"/>
        </dgm:presLayoutVars>
      </dgm:prSet>
      <dgm:spPr/>
    </dgm:pt>
    <dgm:pt modelId="{CD32D7E5-5B7E-4B4E-BE4E-D9A3694AD337}" type="pres">
      <dgm:prSet presAssocID="{115E1171-5EFB-4081-A73D-71CF990DB73E}" presName="parentText" presStyleLbl="node1" presStyleIdx="0" presStyleCnt="3">
        <dgm:presLayoutVars>
          <dgm:chMax val="0"/>
          <dgm:bulletEnabled val="1"/>
        </dgm:presLayoutVars>
      </dgm:prSet>
      <dgm:spPr/>
    </dgm:pt>
    <dgm:pt modelId="{C969A8D0-9CFE-214F-BD05-D00F95DD159B}" type="pres">
      <dgm:prSet presAssocID="{115E1171-5EFB-4081-A73D-71CF990DB73E}" presName="childText" presStyleLbl="revTx" presStyleIdx="0" presStyleCnt="3">
        <dgm:presLayoutVars>
          <dgm:bulletEnabled val="1"/>
        </dgm:presLayoutVars>
      </dgm:prSet>
      <dgm:spPr/>
    </dgm:pt>
    <dgm:pt modelId="{DBF7F457-3343-C743-B657-5249DC45C846}" type="pres">
      <dgm:prSet presAssocID="{BA20D512-B778-4FAD-9FA7-961588FF97B2}" presName="parentText" presStyleLbl="node1" presStyleIdx="1" presStyleCnt="3">
        <dgm:presLayoutVars>
          <dgm:chMax val="0"/>
          <dgm:bulletEnabled val="1"/>
        </dgm:presLayoutVars>
      </dgm:prSet>
      <dgm:spPr/>
    </dgm:pt>
    <dgm:pt modelId="{86A05BEB-80B6-B94B-9381-3A33D3FEE699}" type="pres">
      <dgm:prSet presAssocID="{BA20D512-B778-4FAD-9FA7-961588FF97B2}" presName="childText" presStyleLbl="revTx" presStyleIdx="1" presStyleCnt="3">
        <dgm:presLayoutVars>
          <dgm:bulletEnabled val="1"/>
        </dgm:presLayoutVars>
      </dgm:prSet>
      <dgm:spPr/>
    </dgm:pt>
    <dgm:pt modelId="{7E8F63C5-9C34-FF4D-801C-0AF2CF2B8D4C}" type="pres">
      <dgm:prSet presAssocID="{11D65E8A-52D3-476B-BF61-4DF2A66F3EB1}" presName="parentText" presStyleLbl="node1" presStyleIdx="2" presStyleCnt="3">
        <dgm:presLayoutVars>
          <dgm:chMax val="0"/>
          <dgm:bulletEnabled val="1"/>
        </dgm:presLayoutVars>
      </dgm:prSet>
      <dgm:spPr/>
    </dgm:pt>
    <dgm:pt modelId="{F5F93022-1561-DD4F-993E-1F43A17E9D3C}" type="pres">
      <dgm:prSet presAssocID="{11D65E8A-52D3-476B-BF61-4DF2A66F3EB1}" presName="childText" presStyleLbl="revTx" presStyleIdx="2" presStyleCnt="3">
        <dgm:presLayoutVars>
          <dgm:bulletEnabled val="1"/>
        </dgm:presLayoutVars>
      </dgm:prSet>
      <dgm:spPr/>
    </dgm:pt>
  </dgm:ptLst>
  <dgm:cxnLst>
    <dgm:cxn modelId="{2F6A8109-5362-4F87-A1AA-D84652B0E62A}" srcId="{11D65E8A-52D3-476B-BF61-4DF2A66F3EB1}" destId="{F8450A2F-F2A5-49F9-A321-A0273B58A1F7}" srcOrd="0" destOrd="0" parTransId="{387DE0BD-FA43-46E7-9479-A69161F4245F}" sibTransId="{4C99E8AC-7583-4290-B35C-12884513C62F}"/>
    <dgm:cxn modelId="{29FA3C11-ABB9-4E8B-ABA0-0704684BCF57}" srcId="{23665B87-71B1-463F-8377-2F135910FC6B}" destId="{11D65E8A-52D3-476B-BF61-4DF2A66F3EB1}" srcOrd="2" destOrd="0" parTransId="{6912DD97-64FB-40E1-8735-B81CEB1A20F1}" sibTransId="{4AAADF7F-7135-4AC7-ADB9-04F9BC7A168C}"/>
    <dgm:cxn modelId="{D336A91B-FD78-4A6E-B54B-2629835131A2}" srcId="{BA20D512-B778-4FAD-9FA7-961588FF97B2}" destId="{F375148D-37B2-433F-A706-12033F818F31}" srcOrd="2" destOrd="0" parTransId="{09139E07-0692-4020-B878-D0543F3DCE4B}" sibTransId="{06F9513D-6B45-4FD3-9372-1695F732396B}"/>
    <dgm:cxn modelId="{3B5A711C-6332-4933-BD51-1F3BDD901DB1}" srcId="{BA20D512-B778-4FAD-9FA7-961588FF97B2}" destId="{1E64982C-F2A1-4FAE-8610-4AD0A53EF3FF}" srcOrd="0" destOrd="0" parTransId="{35EA72F7-E818-42F9-A049-45CAE2CCF8BA}" sibTransId="{E2F2C0EB-EDFE-458D-8D19-AD401B87547C}"/>
    <dgm:cxn modelId="{639FE52B-201A-43F0-9BF1-80974B1C7181}" srcId="{23665B87-71B1-463F-8377-2F135910FC6B}" destId="{115E1171-5EFB-4081-A73D-71CF990DB73E}" srcOrd="0" destOrd="0" parTransId="{5A362385-6E12-486D-BE43-6F487084DD8F}" sibTransId="{E6B74E0D-D39D-4EA6-91A8-FC3CFD3FA833}"/>
    <dgm:cxn modelId="{7B0F4F2E-CC61-4A45-A200-58F0CA718538}" type="presOf" srcId="{F375148D-37B2-433F-A706-12033F818F31}" destId="{86A05BEB-80B6-B94B-9381-3A33D3FEE699}" srcOrd="0" destOrd="2" presId="urn:microsoft.com/office/officeart/2005/8/layout/vList2"/>
    <dgm:cxn modelId="{309A0743-8273-0A4F-B6D1-C092FA1B3436}" type="presOf" srcId="{23C68FED-4AB5-4B5F-8C5A-5E73E365C24B}" destId="{86A05BEB-80B6-B94B-9381-3A33D3FEE699}" srcOrd="0" destOrd="1" presId="urn:microsoft.com/office/officeart/2005/8/layout/vList2"/>
    <dgm:cxn modelId="{CE4E4854-A33B-6F47-92DF-EB6E89701863}" type="presOf" srcId="{F8450A2F-F2A5-49F9-A321-A0273B58A1F7}" destId="{F5F93022-1561-DD4F-993E-1F43A17E9D3C}" srcOrd="0" destOrd="0" presId="urn:microsoft.com/office/officeart/2005/8/layout/vList2"/>
    <dgm:cxn modelId="{FAE4BA57-C6A5-3743-91B0-F066CBDACB25}" type="presOf" srcId="{6C7CD90D-DDC6-4B24-9693-5BE1C9C69296}" destId="{C969A8D0-9CFE-214F-BD05-D00F95DD159B}" srcOrd="0" destOrd="0" presId="urn:microsoft.com/office/officeart/2005/8/layout/vList2"/>
    <dgm:cxn modelId="{2AD45383-B034-2C44-AB01-DEEE6499E2CC}" type="presOf" srcId="{1E64982C-F2A1-4FAE-8610-4AD0A53EF3FF}" destId="{86A05BEB-80B6-B94B-9381-3A33D3FEE699}" srcOrd="0" destOrd="0" presId="urn:microsoft.com/office/officeart/2005/8/layout/vList2"/>
    <dgm:cxn modelId="{6F94D58A-B6F1-D244-B432-3D93F351EB46}" type="presOf" srcId="{BA20D512-B778-4FAD-9FA7-961588FF97B2}" destId="{DBF7F457-3343-C743-B657-5249DC45C846}" srcOrd="0" destOrd="0" presId="urn:microsoft.com/office/officeart/2005/8/layout/vList2"/>
    <dgm:cxn modelId="{39B2C9AC-5F1E-4AC6-BC55-4DB171C59DB0}" srcId="{23665B87-71B1-463F-8377-2F135910FC6B}" destId="{BA20D512-B778-4FAD-9FA7-961588FF97B2}" srcOrd="1" destOrd="0" parTransId="{64346143-7848-4874-9944-972660A6447E}" sibTransId="{CDF8A544-924E-4F19-8FCB-E595BFBC5B03}"/>
    <dgm:cxn modelId="{16B3BFD7-57EF-4C3E-B5B7-1CE3C899F3C0}" srcId="{BA20D512-B778-4FAD-9FA7-961588FF97B2}" destId="{23C68FED-4AB5-4B5F-8C5A-5E73E365C24B}" srcOrd="1" destOrd="0" parTransId="{F4110FF9-A511-442E-A751-AD4812C1AD32}" sibTransId="{BAFDB3E9-5FC8-47DF-A24A-6BA45BA7AA58}"/>
    <dgm:cxn modelId="{4340A2D8-4E3E-3F41-98AD-E22AAEAF5C9F}" type="presOf" srcId="{23665B87-71B1-463F-8377-2F135910FC6B}" destId="{AD181E89-A120-CE4B-B54A-7AF8C9A8FDAE}" srcOrd="0" destOrd="0" presId="urn:microsoft.com/office/officeart/2005/8/layout/vList2"/>
    <dgm:cxn modelId="{F81DE3D8-B33E-7441-844E-7D957D501CA3}" type="presOf" srcId="{115E1171-5EFB-4081-A73D-71CF990DB73E}" destId="{CD32D7E5-5B7E-4B4E-BE4E-D9A3694AD337}" srcOrd="0" destOrd="0" presId="urn:microsoft.com/office/officeart/2005/8/layout/vList2"/>
    <dgm:cxn modelId="{19B2E8D9-CD16-EF44-B5FB-C63C55E338F3}" type="presOf" srcId="{11D65E8A-52D3-476B-BF61-4DF2A66F3EB1}" destId="{7E8F63C5-9C34-FF4D-801C-0AF2CF2B8D4C}" srcOrd="0" destOrd="0" presId="urn:microsoft.com/office/officeart/2005/8/layout/vList2"/>
    <dgm:cxn modelId="{4185FEFC-F1E1-4E45-BA5F-383C4C60CE69}" srcId="{115E1171-5EFB-4081-A73D-71CF990DB73E}" destId="{6C7CD90D-DDC6-4B24-9693-5BE1C9C69296}" srcOrd="0" destOrd="0" parTransId="{4CBF7A68-EC9B-46C0-87F9-FA56BAB33DD1}" sibTransId="{C5948A44-319F-4495-A741-934DE44FD0CC}"/>
    <dgm:cxn modelId="{61BE4905-57AD-9347-BA87-17D60941DE41}" type="presParOf" srcId="{AD181E89-A120-CE4B-B54A-7AF8C9A8FDAE}" destId="{CD32D7E5-5B7E-4B4E-BE4E-D9A3694AD337}" srcOrd="0" destOrd="0" presId="urn:microsoft.com/office/officeart/2005/8/layout/vList2"/>
    <dgm:cxn modelId="{B67D2794-9916-2E4A-8093-202372F66A50}" type="presParOf" srcId="{AD181E89-A120-CE4B-B54A-7AF8C9A8FDAE}" destId="{C969A8D0-9CFE-214F-BD05-D00F95DD159B}" srcOrd="1" destOrd="0" presId="urn:microsoft.com/office/officeart/2005/8/layout/vList2"/>
    <dgm:cxn modelId="{A3B3D4C9-22A3-EA42-A3A6-33844E3F6E6B}" type="presParOf" srcId="{AD181E89-A120-CE4B-B54A-7AF8C9A8FDAE}" destId="{DBF7F457-3343-C743-B657-5249DC45C846}" srcOrd="2" destOrd="0" presId="urn:microsoft.com/office/officeart/2005/8/layout/vList2"/>
    <dgm:cxn modelId="{C27AFC46-B876-DC46-A0C0-881D7378BE08}" type="presParOf" srcId="{AD181E89-A120-CE4B-B54A-7AF8C9A8FDAE}" destId="{86A05BEB-80B6-B94B-9381-3A33D3FEE699}" srcOrd="3" destOrd="0" presId="urn:microsoft.com/office/officeart/2005/8/layout/vList2"/>
    <dgm:cxn modelId="{6E1844DE-0F0E-3546-A93B-BCE971F22D24}" type="presParOf" srcId="{AD181E89-A120-CE4B-B54A-7AF8C9A8FDAE}" destId="{7E8F63C5-9C34-FF4D-801C-0AF2CF2B8D4C}" srcOrd="4" destOrd="0" presId="urn:microsoft.com/office/officeart/2005/8/layout/vList2"/>
    <dgm:cxn modelId="{472F9EE9-98C9-424F-8FE3-0F840244FC18}" type="presParOf" srcId="{AD181E89-A120-CE4B-B54A-7AF8C9A8FDAE}" destId="{F5F93022-1561-DD4F-993E-1F43A17E9D3C}" srcOrd="5"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1993932D-B877-4D49-9F27-DDEBE7B749F3}" type="doc">
      <dgm:prSet loTypeId="urn:microsoft.com/office/officeart/2005/8/layout/list1" loCatId="" qsTypeId="urn:microsoft.com/office/officeart/2005/8/quickstyle/simple1" qsCatId="simple" csTypeId="urn:microsoft.com/office/officeart/2005/8/colors/accent1_2" csCatId="accent1" phldr="1"/>
      <dgm:spPr/>
      <dgm:t>
        <a:bodyPr/>
        <a:lstStyle/>
        <a:p>
          <a:endParaRPr lang="de-DE"/>
        </a:p>
      </dgm:t>
    </dgm:pt>
    <dgm:pt modelId="{BDC8AD5F-E057-C745-9BC0-D7F20F252283}">
      <dgm:prSet phldrT="[Text]"/>
      <dgm:spPr/>
      <dgm:t>
        <a:bodyPr/>
        <a:lstStyle/>
        <a:p>
          <a:r>
            <a:rPr lang="de-DE" dirty="0"/>
            <a:t>Template Operatoren</a:t>
          </a:r>
        </a:p>
      </dgm:t>
    </dgm:pt>
    <dgm:pt modelId="{3E9B5C01-3AAB-3447-A843-5C3A868A17C5}" type="parTrans" cxnId="{6F09E376-EC94-C145-BC08-42F3EEB4EE90}">
      <dgm:prSet/>
      <dgm:spPr/>
      <dgm:t>
        <a:bodyPr/>
        <a:lstStyle/>
        <a:p>
          <a:endParaRPr lang="de-DE"/>
        </a:p>
      </dgm:t>
    </dgm:pt>
    <dgm:pt modelId="{57858725-9789-2E40-83DA-223F2E6C986E}" type="sibTrans" cxnId="{6F09E376-EC94-C145-BC08-42F3EEB4EE90}">
      <dgm:prSet/>
      <dgm:spPr/>
      <dgm:t>
        <a:bodyPr/>
        <a:lstStyle/>
        <a:p>
          <a:endParaRPr lang="de-DE"/>
        </a:p>
      </dgm:t>
    </dgm:pt>
    <dgm:pt modelId="{7580ECE1-ACEC-4641-B6FA-82103BCF2D8F}">
      <dgm:prSet phldrT="[Text]"/>
      <dgm:spPr/>
      <dgm:t>
        <a:bodyPr/>
        <a:lstStyle/>
        <a:p>
          <a:r>
            <a:rPr lang="de-DE" dirty="0"/>
            <a:t>Evaluation Kontext</a:t>
          </a:r>
        </a:p>
      </dgm:t>
    </dgm:pt>
    <dgm:pt modelId="{20D6F8DF-BA45-1544-8D75-BA0F4B51C9AA}" type="parTrans" cxnId="{D5137189-C39E-864B-A4FA-74B39979BDF8}">
      <dgm:prSet/>
      <dgm:spPr/>
      <dgm:t>
        <a:bodyPr/>
        <a:lstStyle/>
        <a:p>
          <a:endParaRPr lang="de-DE"/>
        </a:p>
      </dgm:t>
    </dgm:pt>
    <dgm:pt modelId="{1865135D-D6AE-F24A-8425-FE5B0287B25E}" type="sibTrans" cxnId="{D5137189-C39E-864B-A4FA-74B39979BDF8}">
      <dgm:prSet/>
      <dgm:spPr/>
      <dgm:t>
        <a:bodyPr/>
        <a:lstStyle/>
        <a:p>
          <a:endParaRPr lang="de-DE"/>
        </a:p>
      </dgm:t>
    </dgm:pt>
    <dgm:pt modelId="{3AB61B9E-4A2E-5644-A4ED-6B9336F7A8DD}">
      <dgm:prSet phldrT="[Text]"/>
      <dgm:spPr/>
      <dgm:t>
        <a:bodyPr/>
        <a:lstStyle/>
        <a:p>
          <a:r>
            <a:rPr lang="de-DE" dirty="0"/>
            <a:t>Pipe Operator |</a:t>
          </a:r>
        </a:p>
      </dgm:t>
    </dgm:pt>
    <dgm:pt modelId="{EBBC5487-A3E0-9449-9C04-4D5A6B267B22}" type="parTrans" cxnId="{4B99E4B7-BBE0-604A-BA3E-413C84B5790A}">
      <dgm:prSet/>
      <dgm:spPr/>
      <dgm:t>
        <a:bodyPr/>
        <a:lstStyle/>
        <a:p>
          <a:endParaRPr lang="de-DE"/>
        </a:p>
      </dgm:t>
    </dgm:pt>
    <dgm:pt modelId="{21146429-2A08-1245-B837-6CA429F08C66}" type="sibTrans" cxnId="{4B99E4B7-BBE0-604A-BA3E-413C84B5790A}">
      <dgm:prSet/>
      <dgm:spPr/>
      <dgm:t>
        <a:bodyPr/>
        <a:lstStyle/>
        <a:p>
          <a:endParaRPr lang="de-DE"/>
        </a:p>
      </dgm:t>
    </dgm:pt>
    <dgm:pt modelId="{19CBA870-31D1-AD40-8CBC-A65F5B1634A3}">
      <dgm:prSet phldrT="[Text]"/>
      <dgm:spPr/>
      <dgm:t>
        <a:bodyPr/>
        <a:lstStyle/>
        <a:p>
          <a:r>
            <a:rPr lang="de-DE" dirty="0" err="1"/>
            <a:t>Elivs</a:t>
          </a:r>
          <a:r>
            <a:rPr lang="de-DE" dirty="0"/>
            <a:t> Operator als Safe Navigation ?.</a:t>
          </a:r>
        </a:p>
      </dgm:t>
    </dgm:pt>
    <dgm:pt modelId="{E701AB9E-A91D-294A-8743-9C4904852B19}" type="parTrans" cxnId="{9A24B10F-57E5-1342-BC17-1C56C8F4160C}">
      <dgm:prSet/>
      <dgm:spPr/>
      <dgm:t>
        <a:bodyPr/>
        <a:lstStyle/>
        <a:p>
          <a:endParaRPr lang="de-DE"/>
        </a:p>
      </dgm:t>
    </dgm:pt>
    <dgm:pt modelId="{8C6665BA-1D69-C148-B377-0EA188AEA810}" type="sibTrans" cxnId="{9A24B10F-57E5-1342-BC17-1C56C8F4160C}">
      <dgm:prSet/>
      <dgm:spPr/>
      <dgm:t>
        <a:bodyPr/>
        <a:lstStyle/>
        <a:p>
          <a:endParaRPr lang="de-DE"/>
        </a:p>
      </dgm:t>
    </dgm:pt>
    <dgm:pt modelId="{8F4628A2-DEF2-8D43-9AC1-C109646C43CA}">
      <dgm:prSet phldrT="[Text]"/>
      <dgm:spPr/>
      <dgm:t>
        <a:bodyPr/>
        <a:lstStyle/>
        <a:p>
          <a:r>
            <a:rPr lang="de-DE" dirty="0"/>
            <a:t>Globaler Namensraum nicht zugreifbar</a:t>
          </a:r>
        </a:p>
      </dgm:t>
    </dgm:pt>
    <dgm:pt modelId="{841D39BF-487F-8D43-8B1F-6A107AB9CF8B}" type="parTrans" cxnId="{7EE5C24D-2B04-CA4E-91BB-07B07A809697}">
      <dgm:prSet/>
      <dgm:spPr/>
      <dgm:t>
        <a:bodyPr/>
        <a:lstStyle/>
        <a:p>
          <a:endParaRPr lang="de-DE"/>
        </a:p>
      </dgm:t>
    </dgm:pt>
    <dgm:pt modelId="{EFD57211-5120-1945-98E9-DD7D3B2F438D}" type="sibTrans" cxnId="{7EE5C24D-2B04-CA4E-91BB-07B07A809697}">
      <dgm:prSet/>
      <dgm:spPr/>
      <dgm:t>
        <a:bodyPr/>
        <a:lstStyle/>
        <a:p>
          <a:endParaRPr lang="de-DE"/>
        </a:p>
      </dgm:t>
    </dgm:pt>
    <dgm:pt modelId="{BB5B0957-37E7-9945-AD25-5CD47AA8E83E}">
      <dgm:prSet phldrT="[Text]"/>
      <dgm:spPr/>
      <dgm:t>
        <a:bodyPr/>
        <a:lstStyle/>
        <a:p>
          <a:r>
            <a:rPr lang="de-DE" dirty="0" err="1"/>
            <a:t>this</a:t>
          </a:r>
          <a:r>
            <a:rPr lang="de-DE" dirty="0"/>
            <a:t> --&gt; </a:t>
          </a:r>
          <a:r>
            <a:rPr lang="de-DE" dirty="0" err="1"/>
            <a:t>Instanzvariablen</a:t>
          </a:r>
          <a:r>
            <a:rPr lang="de-DE" dirty="0"/>
            <a:t> der @</a:t>
          </a:r>
          <a:r>
            <a:rPr lang="de-DE" dirty="0" err="1"/>
            <a:t>Component</a:t>
          </a:r>
          <a:r>
            <a:rPr lang="de-DE" dirty="0"/>
            <a:t> Klasse</a:t>
          </a:r>
        </a:p>
      </dgm:t>
    </dgm:pt>
    <dgm:pt modelId="{B3E54306-BB23-8944-862D-99C709815FAE}" type="parTrans" cxnId="{07F6098B-1C7E-5547-9EC5-8F78513AC49E}">
      <dgm:prSet/>
      <dgm:spPr/>
      <dgm:t>
        <a:bodyPr/>
        <a:lstStyle/>
        <a:p>
          <a:endParaRPr lang="de-DE"/>
        </a:p>
      </dgm:t>
    </dgm:pt>
    <dgm:pt modelId="{7B6487FE-728B-EF45-92FA-CA01B6931CB2}" type="sibTrans" cxnId="{07F6098B-1C7E-5547-9EC5-8F78513AC49E}">
      <dgm:prSet/>
      <dgm:spPr/>
      <dgm:t>
        <a:bodyPr/>
        <a:lstStyle/>
        <a:p>
          <a:endParaRPr lang="de-DE"/>
        </a:p>
      </dgm:t>
    </dgm:pt>
    <dgm:pt modelId="{A686048A-E082-834D-8CB1-73E3405219D7}">
      <dgm:prSet phldrT="[Text]"/>
      <dgm:spPr/>
      <dgm:t>
        <a:bodyPr/>
        <a:lstStyle/>
        <a:p>
          <a:r>
            <a:rPr lang="de-DE" dirty="0"/>
            <a:t>Eigene Template Variablen</a:t>
          </a:r>
        </a:p>
      </dgm:t>
    </dgm:pt>
    <dgm:pt modelId="{CED99273-C1C8-D54D-AF28-4BD02A7225D1}" type="parTrans" cxnId="{E1E177FD-03AF-E248-87CB-7823D42F3E2C}">
      <dgm:prSet/>
      <dgm:spPr/>
      <dgm:t>
        <a:bodyPr/>
        <a:lstStyle/>
        <a:p>
          <a:endParaRPr lang="de-DE"/>
        </a:p>
      </dgm:t>
    </dgm:pt>
    <dgm:pt modelId="{29A0F4A1-A9A8-554A-A1D4-A3605CCA08F4}" type="sibTrans" cxnId="{E1E177FD-03AF-E248-87CB-7823D42F3E2C}">
      <dgm:prSet/>
      <dgm:spPr/>
      <dgm:t>
        <a:bodyPr/>
        <a:lstStyle/>
        <a:p>
          <a:endParaRPr lang="de-DE"/>
        </a:p>
      </dgm:t>
    </dgm:pt>
    <dgm:pt modelId="{34C14D68-AE7C-164C-88C9-9491A866C0C6}">
      <dgm:prSet phldrT="[Text]"/>
      <dgm:spPr/>
      <dgm:t>
        <a:bodyPr/>
        <a:lstStyle/>
        <a:p>
          <a:r>
            <a:rPr lang="de-DE" dirty="0"/>
            <a:t>Was geht nicht</a:t>
          </a:r>
        </a:p>
      </dgm:t>
    </dgm:pt>
    <dgm:pt modelId="{131CDE94-8B0D-2A41-A85B-C822C7688758}" type="parTrans" cxnId="{49ED00EC-D3EC-1A4E-A1C9-979978F71DEF}">
      <dgm:prSet/>
      <dgm:spPr/>
      <dgm:t>
        <a:bodyPr/>
        <a:lstStyle/>
        <a:p>
          <a:endParaRPr lang="de-DE"/>
        </a:p>
      </dgm:t>
    </dgm:pt>
    <dgm:pt modelId="{486649D2-723B-5748-97EB-E8724454A547}" type="sibTrans" cxnId="{49ED00EC-D3EC-1A4E-A1C9-979978F71DEF}">
      <dgm:prSet/>
      <dgm:spPr/>
      <dgm:t>
        <a:bodyPr/>
        <a:lstStyle/>
        <a:p>
          <a:endParaRPr lang="de-DE"/>
        </a:p>
      </dgm:t>
    </dgm:pt>
    <dgm:pt modelId="{13776300-F725-6F49-8706-0FDE9774630A}">
      <dgm:prSet phldrT="[Text]"/>
      <dgm:spPr/>
      <dgm:t>
        <a:bodyPr/>
        <a:lstStyle/>
        <a:p>
          <a:r>
            <a:rPr lang="de-DE" dirty="0" err="1"/>
            <a:t>new</a:t>
          </a:r>
          <a:r>
            <a:rPr lang="de-DE" dirty="0"/>
            <a:t> Operator</a:t>
          </a:r>
        </a:p>
      </dgm:t>
    </dgm:pt>
    <dgm:pt modelId="{C12DBBAA-1625-134A-9486-6F785EFAB7B5}" type="parTrans" cxnId="{EAA9CC6B-FF6C-934D-A0DD-F2E58F01075B}">
      <dgm:prSet/>
      <dgm:spPr/>
      <dgm:t>
        <a:bodyPr/>
        <a:lstStyle/>
        <a:p>
          <a:endParaRPr lang="de-DE"/>
        </a:p>
      </dgm:t>
    </dgm:pt>
    <dgm:pt modelId="{9A651ADA-DDC3-A64D-A083-5C8E8F88E2EE}" type="sibTrans" cxnId="{EAA9CC6B-FF6C-934D-A0DD-F2E58F01075B}">
      <dgm:prSet/>
      <dgm:spPr/>
      <dgm:t>
        <a:bodyPr/>
        <a:lstStyle/>
        <a:p>
          <a:endParaRPr lang="de-DE"/>
        </a:p>
      </dgm:t>
    </dgm:pt>
    <dgm:pt modelId="{B8159EF1-57D0-7140-ABD7-313C5E6F98CC}">
      <dgm:prSet phldrT="[Text]"/>
      <dgm:spPr/>
      <dgm:t>
        <a:bodyPr/>
        <a:lstStyle/>
        <a:p>
          <a:r>
            <a:rPr lang="de-DE" dirty="0"/>
            <a:t>Bit-Operatoren | und &amp;</a:t>
          </a:r>
        </a:p>
      </dgm:t>
    </dgm:pt>
    <dgm:pt modelId="{9A67E168-B7E2-F344-A4BF-6784816A0F88}" type="parTrans" cxnId="{395D2FEE-84E5-454E-BF91-6C6DC69D0BE4}">
      <dgm:prSet/>
      <dgm:spPr/>
      <dgm:t>
        <a:bodyPr/>
        <a:lstStyle/>
        <a:p>
          <a:endParaRPr lang="de-DE"/>
        </a:p>
      </dgm:t>
    </dgm:pt>
    <dgm:pt modelId="{AC09F5DC-6D83-6B4E-9760-A325B220D836}" type="sibTrans" cxnId="{395D2FEE-84E5-454E-BF91-6C6DC69D0BE4}">
      <dgm:prSet/>
      <dgm:spPr/>
      <dgm:t>
        <a:bodyPr/>
        <a:lstStyle/>
        <a:p>
          <a:endParaRPr lang="de-DE"/>
        </a:p>
      </dgm:t>
    </dgm:pt>
    <dgm:pt modelId="{826C3B17-E829-FD4F-9519-38D62E8819AF}">
      <dgm:prSet phldrT="[Text]"/>
      <dgm:spPr/>
      <dgm:t>
        <a:bodyPr/>
        <a:lstStyle/>
        <a:p>
          <a:r>
            <a:rPr lang="de-DE" dirty="0"/>
            <a:t>Inkrement bzw. Dekrement</a:t>
          </a:r>
        </a:p>
      </dgm:t>
    </dgm:pt>
    <dgm:pt modelId="{B37D2F4E-A4C8-5149-8450-4EDD9EADEDD7}" type="parTrans" cxnId="{71E112EA-6A8B-1547-8404-C270A3DDC585}">
      <dgm:prSet/>
      <dgm:spPr/>
      <dgm:t>
        <a:bodyPr/>
        <a:lstStyle/>
        <a:p>
          <a:endParaRPr lang="de-DE"/>
        </a:p>
      </dgm:t>
    </dgm:pt>
    <dgm:pt modelId="{48DCA76D-FD96-EF44-ABC2-FD53AC11A4E0}" type="sibTrans" cxnId="{71E112EA-6A8B-1547-8404-C270A3DDC585}">
      <dgm:prSet/>
      <dgm:spPr/>
      <dgm:t>
        <a:bodyPr/>
        <a:lstStyle/>
        <a:p>
          <a:endParaRPr lang="de-DE"/>
        </a:p>
      </dgm:t>
    </dgm:pt>
    <dgm:pt modelId="{AB84B3CC-F187-6A4B-AE9D-CD80EEC71487}">
      <dgm:prSet phldrT="[Text]"/>
      <dgm:spPr/>
      <dgm:t>
        <a:bodyPr/>
        <a:lstStyle/>
        <a:p>
          <a:r>
            <a:rPr lang="de-DE" dirty="0"/>
            <a:t>Best Practice</a:t>
          </a:r>
        </a:p>
      </dgm:t>
    </dgm:pt>
    <dgm:pt modelId="{EA3C60E6-BB76-D549-84C8-A45E582B15EC}" type="parTrans" cxnId="{01DB8454-5C8A-7B4C-A5F7-A0111D8AE7AD}">
      <dgm:prSet/>
      <dgm:spPr/>
      <dgm:t>
        <a:bodyPr/>
        <a:lstStyle/>
        <a:p>
          <a:endParaRPr lang="de-DE"/>
        </a:p>
      </dgm:t>
    </dgm:pt>
    <dgm:pt modelId="{FAC43625-61FE-D54D-B759-64762FA1B8CA}" type="sibTrans" cxnId="{01DB8454-5C8A-7B4C-A5F7-A0111D8AE7AD}">
      <dgm:prSet/>
      <dgm:spPr/>
      <dgm:t>
        <a:bodyPr/>
        <a:lstStyle/>
        <a:p>
          <a:endParaRPr lang="de-DE"/>
        </a:p>
      </dgm:t>
    </dgm:pt>
    <dgm:pt modelId="{6CA1A46A-77A2-3D42-A93E-E9260B80F487}">
      <dgm:prSet phldrT="[Text]"/>
      <dgm:spPr/>
      <dgm:t>
        <a:bodyPr/>
        <a:lstStyle/>
        <a:p>
          <a:pPr>
            <a:buNone/>
          </a:pPr>
          <a:r>
            <a:rPr lang="de-DE" dirty="0"/>
            <a:t>Halte </a:t>
          </a:r>
          <a:r>
            <a:rPr lang="de-DE" dirty="0" err="1"/>
            <a:t>Expressions</a:t>
          </a:r>
          <a:r>
            <a:rPr lang="de-DE" dirty="0"/>
            <a:t> </a:t>
          </a:r>
          <a:r>
            <a:rPr lang="de-DE" b="1" dirty="0"/>
            <a:t>einfach und lesbar</a:t>
          </a:r>
          <a:endParaRPr lang="de-DE" dirty="0"/>
        </a:p>
      </dgm:t>
    </dgm:pt>
    <dgm:pt modelId="{E34EA0DA-93F3-3649-80DF-0BF548A2AE3B}" type="parTrans" cxnId="{1E91AA2C-89F7-6C43-841E-A3AAD855F909}">
      <dgm:prSet/>
      <dgm:spPr/>
      <dgm:t>
        <a:bodyPr/>
        <a:lstStyle/>
        <a:p>
          <a:endParaRPr lang="de-DE"/>
        </a:p>
      </dgm:t>
    </dgm:pt>
    <dgm:pt modelId="{0FBC70C7-256C-6F4D-962C-096F6B13BE33}" type="sibTrans" cxnId="{1E91AA2C-89F7-6C43-841E-A3AAD855F909}">
      <dgm:prSet/>
      <dgm:spPr/>
      <dgm:t>
        <a:bodyPr/>
        <a:lstStyle/>
        <a:p>
          <a:endParaRPr lang="de-DE"/>
        </a:p>
      </dgm:t>
    </dgm:pt>
    <dgm:pt modelId="{5719A4DB-B523-6A47-B6FA-FEB260627FAC}">
      <dgm:prSet phldrT="[Text]"/>
      <dgm:spPr/>
      <dgm:t>
        <a:bodyPr/>
        <a:lstStyle/>
        <a:p>
          <a:pPr>
            <a:buNone/>
          </a:pPr>
          <a:r>
            <a:rPr lang="de-DE" dirty="0"/>
            <a:t>Komplexe Logik → in den </a:t>
          </a:r>
          <a:r>
            <a:rPr lang="de-DE" dirty="0" err="1"/>
            <a:t>Component</a:t>
          </a:r>
          <a:r>
            <a:rPr lang="de-DE" dirty="0"/>
            <a:t> (am besten als </a:t>
          </a:r>
          <a:r>
            <a:rPr lang="de-DE" b="1" dirty="0" err="1"/>
            <a:t>computed</a:t>
          </a:r>
          <a:r>
            <a:rPr lang="de-DE" b="1" dirty="0"/>
            <a:t> Signal</a:t>
          </a:r>
          <a:r>
            <a:rPr lang="de-DE" dirty="0"/>
            <a:t>)</a:t>
          </a:r>
        </a:p>
      </dgm:t>
    </dgm:pt>
    <dgm:pt modelId="{F2C14410-F2EC-7748-9623-7961E9491880}" type="parTrans" cxnId="{5C391AB1-6B5D-3D4C-9D8A-560C61AD3374}">
      <dgm:prSet/>
      <dgm:spPr/>
      <dgm:t>
        <a:bodyPr/>
        <a:lstStyle/>
        <a:p>
          <a:endParaRPr lang="de-DE"/>
        </a:p>
      </dgm:t>
    </dgm:pt>
    <dgm:pt modelId="{B54C7585-B9D4-8649-B202-A6240D9D1801}" type="sibTrans" cxnId="{5C391AB1-6B5D-3D4C-9D8A-560C61AD3374}">
      <dgm:prSet/>
      <dgm:spPr/>
      <dgm:t>
        <a:bodyPr/>
        <a:lstStyle/>
        <a:p>
          <a:endParaRPr lang="de-DE"/>
        </a:p>
      </dgm:t>
    </dgm:pt>
    <dgm:pt modelId="{4E79E88F-18C8-884B-BF32-AE41C041D9CC}" type="pres">
      <dgm:prSet presAssocID="{1993932D-B877-4D49-9F27-DDEBE7B749F3}" presName="linear" presStyleCnt="0">
        <dgm:presLayoutVars>
          <dgm:dir/>
          <dgm:animLvl val="lvl"/>
          <dgm:resizeHandles val="exact"/>
        </dgm:presLayoutVars>
      </dgm:prSet>
      <dgm:spPr/>
    </dgm:pt>
    <dgm:pt modelId="{5F19B447-A0B4-044E-9856-64B3DF957651}" type="pres">
      <dgm:prSet presAssocID="{BDC8AD5F-E057-C745-9BC0-D7F20F252283}" presName="parentLin" presStyleCnt="0"/>
      <dgm:spPr/>
    </dgm:pt>
    <dgm:pt modelId="{2DAF25DC-B44D-6F44-9862-C4D498337175}" type="pres">
      <dgm:prSet presAssocID="{BDC8AD5F-E057-C745-9BC0-D7F20F252283}" presName="parentLeftMargin" presStyleLbl="node1" presStyleIdx="0" presStyleCnt="4"/>
      <dgm:spPr/>
    </dgm:pt>
    <dgm:pt modelId="{5202CEB0-16B7-4D40-BC11-729BF95DB8C6}" type="pres">
      <dgm:prSet presAssocID="{BDC8AD5F-E057-C745-9BC0-D7F20F252283}" presName="parentText" presStyleLbl="node1" presStyleIdx="0" presStyleCnt="4">
        <dgm:presLayoutVars>
          <dgm:chMax val="0"/>
          <dgm:bulletEnabled val="1"/>
        </dgm:presLayoutVars>
      </dgm:prSet>
      <dgm:spPr/>
    </dgm:pt>
    <dgm:pt modelId="{7D497428-CC8D-B74B-B494-0ED19CAF24C9}" type="pres">
      <dgm:prSet presAssocID="{BDC8AD5F-E057-C745-9BC0-D7F20F252283}" presName="negativeSpace" presStyleCnt="0"/>
      <dgm:spPr/>
    </dgm:pt>
    <dgm:pt modelId="{486A9BEA-F847-4040-A8F5-FD6605508718}" type="pres">
      <dgm:prSet presAssocID="{BDC8AD5F-E057-C745-9BC0-D7F20F252283}" presName="childText" presStyleLbl="conFgAcc1" presStyleIdx="0" presStyleCnt="4">
        <dgm:presLayoutVars>
          <dgm:bulletEnabled val="1"/>
        </dgm:presLayoutVars>
      </dgm:prSet>
      <dgm:spPr/>
    </dgm:pt>
    <dgm:pt modelId="{AEC95825-0795-944E-8C26-3C8F5235303B}" type="pres">
      <dgm:prSet presAssocID="{57858725-9789-2E40-83DA-223F2E6C986E}" presName="spaceBetweenRectangles" presStyleCnt="0"/>
      <dgm:spPr/>
    </dgm:pt>
    <dgm:pt modelId="{7AF544AE-B80B-FF4C-8137-E92BC31BC813}" type="pres">
      <dgm:prSet presAssocID="{7580ECE1-ACEC-4641-B6FA-82103BCF2D8F}" presName="parentLin" presStyleCnt="0"/>
      <dgm:spPr/>
    </dgm:pt>
    <dgm:pt modelId="{FED1427D-39AE-A74C-97BD-39270BAEB0B3}" type="pres">
      <dgm:prSet presAssocID="{7580ECE1-ACEC-4641-B6FA-82103BCF2D8F}" presName="parentLeftMargin" presStyleLbl="node1" presStyleIdx="0" presStyleCnt="4"/>
      <dgm:spPr/>
    </dgm:pt>
    <dgm:pt modelId="{5310B6EA-5864-1B4C-9625-C056B4C29F34}" type="pres">
      <dgm:prSet presAssocID="{7580ECE1-ACEC-4641-B6FA-82103BCF2D8F}" presName="parentText" presStyleLbl="node1" presStyleIdx="1" presStyleCnt="4">
        <dgm:presLayoutVars>
          <dgm:chMax val="0"/>
          <dgm:bulletEnabled val="1"/>
        </dgm:presLayoutVars>
      </dgm:prSet>
      <dgm:spPr/>
    </dgm:pt>
    <dgm:pt modelId="{943ACBDC-7D51-A943-820C-1FDA9B81C174}" type="pres">
      <dgm:prSet presAssocID="{7580ECE1-ACEC-4641-B6FA-82103BCF2D8F}" presName="negativeSpace" presStyleCnt="0"/>
      <dgm:spPr/>
    </dgm:pt>
    <dgm:pt modelId="{C6CB5430-CED1-A348-986D-FE18CC657550}" type="pres">
      <dgm:prSet presAssocID="{7580ECE1-ACEC-4641-B6FA-82103BCF2D8F}" presName="childText" presStyleLbl="conFgAcc1" presStyleIdx="1" presStyleCnt="4">
        <dgm:presLayoutVars>
          <dgm:bulletEnabled val="1"/>
        </dgm:presLayoutVars>
      </dgm:prSet>
      <dgm:spPr/>
    </dgm:pt>
    <dgm:pt modelId="{34AC0287-6656-E74A-9180-82D96BB6BFF9}" type="pres">
      <dgm:prSet presAssocID="{1865135D-D6AE-F24A-8425-FE5B0287B25E}" presName="spaceBetweenRectangles" presStyleCnt="0"/>
      <dgm:spPr/>
    </dgm:pt>
    <dgm:pt modelId="{48000AA2-5EA8-4A4E-A48C-9D150AABB55E}" type="pres">
      <dgm:prSet presAssocID="{34C14D68-AE7C-164C-88C9-9491A866C0C6}" presName="parentLin" presStyleCnt="0"/>
      <dgm:spPr/>
    </dgm:pt>
    <dgm:pt modelId="{1328BB9C-AE3B-474C-BEA3-6743823BF4EC}" type="pres">
      <dgm:prSet presAssocID="{34C14D68-AE7C-164C-88C9-9491A866C0C6}" presName="parentLeftMargin" presStyleLbl="node1" presStyleIdx="1" presStyleCnt="4"/>
      <dgm:spPr/>
    </dgm:pt>
    <dgm:pt modelId="{6C085811-A8B6-9D40-B9F3-8085E71D5E6F}" type="pres">
      <dgm:prSet presAssocID="{34C14D68-AE7C-164C-88C9-9491A866C0C6}" presName="parentText" presStyleLbl="node1" presStyleIdx="2" presStyleCnt="4">
        <dgm:presLayoutVars>
          <dgm:chMax val="0"/>
          <dgm:bulletEnabled val="1"/>
        </dgm:presLayoutVars>
      </dgm:prSet>
      <dgm:spPr/>
    </dgm:pt>
    <dgm:pt modelId="{9F67E264-D6F6-7A49-860F-9D5C72B8E86B}" type="pres">
      <dgm:prSet presAssocID="{34C14D68-AE7C-164C-88C9-9491A866C0C6}" presName="negativeSpace" presStyleCnt="0"/>
      <dgm:spPr/>
    </dgm:pt>
    <dgm:pt modelId="{6B88DEFE-8CDA-9446-B0C9-4194498CC200}" type="pres">
      <dgm:prSet presAssocID="{34C14D68-AE7C-164C-88C9-9491A866C0C6}" presName="childText" presStyleLbl="conFgAcc1" presStyleIdx="2" presStyleCnt="4">
        <dgm:presLayoutVars>
          <dgm:bulletEnabled val="1"/>
        </dgm:presLayoutVars>
      </dgm:prSet>
      <dgm:spPr/>
    </dgm:pt>
    <dgm:pt modelId="{1161934C-BF90-F84E-A9B9-73F1F00F3D7E}" type="pres">
      <dgm:prSet presAssocID="{486649D2-723B-5748-97EB-E8724454A547}" presName="spaceBetweenRectangles" presStyleCnt="0"/>
      <dgm:spPr/>
    </dgm:pt>
    <dgm:pt modelId="{C3A20240-6836-044E-982A-34F27553915D}" type="pres">
      <dgm:prSet presAssocID="{AB84B3CC-F187-6A4B-AE9D-CD80EEC71487}" presName="parentLin" presStyleCnt="0"/>
      <dgm:spPr/>
    </dgm:pt>
    <dgm:pt modelId="{AF94DD46-B9C7-F142-95D2-77C7A1DF3395}" type="pres">
      <dgm:prSet presAssocID="{AB84B3CC-F187-6A4B-AE9D-CD80EEC71487}" presName="parentLeftMargin" presStyleLbl="node1" presStyleIdx="2" presStyleCnt="4"/>
      <dgm:spPr/>
    </dgm:pt>
    <dgm:pt modelId="{2278D12D-E65D-AF4F-928F-8627A029B420}" type="pres">
      <dgm:prSet presAssocID="{AB84B3CC-F187-6A4B-AE9D-CD80EEC71487}" presName="parentText" presStyleLbl="node1" presStyleIdx="3" presStyleCnt="4">
        <dgm:presLayoutVars>
          <dgm:chMax val="0"/>
          <dgm:bulletEnabled val="1"/>
        </dgm:presLayoutVars>
      </dgm:prSet>
      <dgm:spPr/>
    </dgm:pt>
    <dgm:pt modelId="{0BB5C62A-798B-244D-AF15-65DB46E6EDCF}" type="pres">
      <dgm:prSet presAssocID="{AB84B3CC-F187-6A4B-AE9D-CD80EEC71487}" presName="negativeSpace" presStyleCnt="0"/>
      <dgm:spPr/>
    </dgm:pt>
    <dgm:pt modelId="{18F3FBB9-98B1-554D-B3C0-A94B2C99D178}" type="pres">
      <dgm:prSet presAssocID="{AB84B3CC-F187-6A4B-AE9D-CD80EEC71487}" presName="childText" presStyleLbl="conFgAcc1" presStyleIdx="3" presStyleCnt="4">
        <dgm:presLayoutVars>
          <dgm:bulletEnabled val="1"/>
        </dgm:presLayoutVars>
      </dgm:prSet>
      <dgm:spPr/>
    </dgm:pt>
  </dgm:ptLst>
  <dgm:cxnLst>
    <dgm:cxn modelId="{F103E703-262E-9F4A-9D7D-931CFC5DB401}" type="presOf" srcId="{34C14D68-AE7C-164C-88C9-9491A866C0C6}" destId="{1328BB9C-AE3B-474C-BEA3-6743823BF4EC}" srcOrd="0" destOrd="0" presId="urn:microsoft.com/office/officeart/2005/8/layout/list1"/>
    <dgm:cxn modelId="{9A24B10F-57E5-1342-BC17-1C56C8F4160C}" srcId="{BDC8AD5F-E057-C745-9BC0-D7F20F252283}" destId="{19CBA870-31D1-AD40-8CBC-A65F5B1634A3}" srcOrd="1" destOrd="0" parTransId="{E701AB9E-A91D-294A-8743-9C4904852B19}" sibTransId="{8C6665BA-1D69-C148-B377-0EA188AEA810}"/>
    <dgm:cxn modelId="{476E3024-EBAC-B44D-B8A2-57885ED7175E}" type="presOf" srcId="{3AB61B9E-4A2E-5644-A4ED-6B9336F7A8DD}" destId="{486A9BEA-F847-4040-A8F5-FD6605508718}" srcOrd="0" destOrd="0" presId="urn:microsoft.com/office/officeart/2005/8/layout/list1"/>
    <dgm:cxn modelId="{1E91AA2C-89F7-6C43-841E-A3AAD855F909}" srcId="{AB84B3CC-F187-6A4B-AE9D-CD80EEC71487}" destId="{6CA1A46A-77A2-3D42-A93E-E9260B80F487}" srcOrd="0" destOrd="0" parTransId="{E34EA0DA-93F3-3649-80DF-0BF548A2AE3B}" sibTransId="{0FBC70C7-256C-6F4D-962C-096F6B13BE33}"/>
    <dgm:cxn modelId="{9BE1032F-9818-5C41-99DC-2B62916EA469}" type="presOf" srcId="{6CA1A46A-77A2-3D42-A93E-E9260B80F487}" destId="{18F3FBB9-98B1-554D-B3C0-A94B2C99D178}" srcOrd="0" destOrd="0" presId="urn:microsoft.com/office/officeart/2005/8/layout/list1"/>
    <dgm:cxn modelId="{7EE5C24D-2B04-CA4E-91BB-07B07A809697}" srcId="{7580ECE1-ACEC-4641-B6FA-82103BCF2D8F}" destId="{8F4628A2-DEF2-8D43-9AC1-C109646C43CA}" srcOrd="0" destOrd="0" parTransId="{841D39BF-487F-8D43-8B1F-6A107AB9CF8B}" sibTransId="{EFD57211-5120-1945-98E9-DD7D3B2F438D}"/>
    <dgm:cxn modelId="{1B464F4E-3405-FD45-B7EE-DAD31B6E410B}" type="presOf" srcId="{AB84B3CC-F187-6A4B-AE9D-CD80EEC71487}" destId="{2278D12D-E65D-AF4F-928F-8627A029B420}" srcOrd="1" destOrd="0" presId="urn:microsoft.com/office/officeart/2005/8/layout/list1"/>
    <dgm:cxn modelId="{01DB8454-5C8A-7B4C-A5F7-A0111D8AE7AD}" srcId="{1993932D-B877-4D49-9F27-DDEBE7B749F3}" destId="{AB84B3CC-F187-6A4B-AE9D-CD80EEC71487}" srcOrd="3" destOrd="0" parTransId="{EA3C60E6-BB76-D549-84C8-A45E582B15EC}" sibTransId="{FAC43625-61FE-D54D-B759-64762FA1B8CA}"/>
    <dgm:cxn modelId="{99F4E358-EFDD-2145-BCFD-EE06BB3F74E8}" type="presOf" srcId="{34C14D68-AE7C-164C-88C9-9491A866C0C6}" destId="{6C085811-A8B6-9D40-B9F3-8085E71D5E6F}" srcOrd="1" destOrd="0" presId="urn:microsoft.com/office/officeart/2005/8/layout/list1"/>
    <dgm:cxn modelId="{C161CD63-9EDA-1B43-9F47-F3BB345E0E4A}" type="presOf" srcId="{7580ECE1-ACEC-4641-B6FA-82103BCF2D8F}" destId="{FED1427D-39AE-A74C-97BD-39270BAEB0B3}" srcOrd="0" destOrd="0" presId="urn:microsoft.com/office/officeart/2005/8/layout/list1"/>
    <dgm:cxn modelId="{EAA9CC6B-FF6C-934D-A0DD-F2E58F01075B}" srcId="{34C14D68-AE7C-164C-88C9-9491A866C0C6}" destId="{13776300-F725-6F49-8706-0FDE9774630A}" srcOrd="0" destOrd="0" parTransId="{C12DBBAA-1625-134A-9486-6F785EFAB7B5}" sibTransId="{9A651ADA-DDC3-A64D-A083-5C8E8F88E2EE}"/>
    <dgm:cxn modelId="{6F09E376-EC94-C145-BC08-42F3EEB4EE90}" srcId="{1993932D-B877-4D49-9F27-DDEBE7B749F3}" destId="{BDC8AD5F-E057-C745-9BC0-D7F20F252283}" srcOrd="0" destOrd="0" parTransId="{3E9B5C01-3AAB-3447-A843-5C3A868A17C5}" sibTransId="{57858725-9789-2E40-83DA-223F2E6C986E}"/>
    <dgm:cxn modelId="{C3087F78-F869-CC4B-A5CA-5F5276EE158D}" type="presOf" srcId="{A686048A-E082-834D-8CB1-73E3405219D7}" destId="{C6CB5430-CED1-A348-986D-FE18CC657550}" srcOrd="0" destOrd="2" presId="urn:microsoft.com/office/officeart/2005/8/layout/list1"/>
    <dgm:cxn modelId="{CCB94A7D-5BB7-934A-AA69-A4399BE6A5F2}" type="presOf" srcId="{19CBA870-31D1-AD40-8CBC-A65F5B1634A3}" destId="{486A9BEA-F847-4040-A8F5-FD6605508718}" srcOrd="0" destOrd="1" presId="urn:microsoft.com/office/officeart/2005/8/layout/list1"/>
    <dgm:cxn modelId="{D5137189-C39E-864B-A4FA-74B39979BDF8}" srcId="{1993932D-B877-4D49-9F27-DDEBE7B749F3}" destId="{7580ECE1-ACEC-4641-B6FA-82103BCF2D8F}" srcOrd="1" destOrd="0" parTransId="{20D6F8DF-BA45-1544-8D75-BA0F4B51C9AA}" sibTransId="{1865135D-D6AE-F24A-8425-FE5B0287B25E}"/>
    <dgm:cxn modelId="{07F6098B-1C7E-5547-9EC5-8F78513AC49E}" srcId="{7580ECE1-ACEC-4641-B6FA-82103BCF2D8F}" destId="{BB5B0957-37E7-9945-AD25-5CD47AA8E83E}" srcOrd="1" destOrd="0" parTransId="{B3E54306-BB23-8944-862D-99C709815FAE}" sibTransId="{7B6487FE-728B-EF45-92FA-CA01B6931CB2}"/>
    <dgm:cxn modelId="{D6ADBA8E-6FA6-254B-88AD-3CF7A686AF81}" type="presOf" srcId="{BDC8AD5F-E057-C745-9BC0-D7F20F252283}" destId="{5202CEB0-16B7-4D40-BC11-729BF95DB8C6}" srcOrd="1" destOrd="0" presId="urn:microsoft.com/office/officeart/2005/8/layout/list1"/>
    <dgm:cxn modelId="{EE969898-24EA-3248-AAFB-917A8260EF61}" type="presOf" srcId="{B8159EF1-57D0-7140-ABD7-313C5E6F98CC}" destId="{6B88DEFE-8CDA-9446-B0C9-4194498CC200}" srcOrd="0" destOrd="1" presId="urn:microsoft.com/office/officeart/2005/8/layout/list1"/>
    <dgm:cxn modelId="{73165DAA-561D-8043-818F-B259D9B44F7C}" type="presOf" srcId="{8F4628A2-DEF2-8D43-9AC1-C109646C43CA}" destId="{C6CB5430-CED1-A348-986D-FE18CC657550}" srcOrd="0" destOrd="0" presId="urn:microsoft.com/office/officeart/2005/8/layout/list1"/>
    <dgm:cxn modelId="{1FAC23AE-C704-D646-A036-D0A158D04B38}" type="presOf" srcId="{BDC8AD5F-E057-C745-9BC0-D7F20F252283}" destId="{2DAF25DC-B44D-6F44-9862-C4D498337175}" srcOrd="0" destOrd="0" presId="urn:microsoft.com/office/officeart/2005/8/layout/list1"/>
    <dgm:cxn modelId="{5C391AB1-6B5D-3D4C-9D8A-560C61AD3374}" srcId="{AB84B3CC-F187-6A4B-AE9D-CD80EEC71487}" destId="{5719A4DB-B523-6A47-B6FA-FEB260627FAC}" srcOrd="1" destOrd="0" parTransId="{F2C14410-F2EC-7748-9623-7961E9491880}" sibTransId="{B54C7585-B9D4-8649-B202-A6240D9D1801}"/>
    <dgm:cxn modelId="{4B99E4B7-BBE0-604A-BA3E-413C84B5790A}" srcId="{BDC8AD5F-E057-C745-9BC0-D7F20F252283}" destId="{3AB61B9E-4A2E-5644-A4ED-6B9336F7A8DD}" srcOrd="0" destOrd="0" parTransId="{EBBC5487-A3E0-9449-9C04-4D5A6B267B22}" sibTransId="{21146429-2A08-1245-B837-6CA429F08C66}"/>
    <dgm:cxn modelId="{3F017FBA-B4EE-294E-839C-37412F8ABA09}" type="presOf" srcId="{7580ECE1-ACEC-4641-B6FA-82103BCF2D8F}" destId="{5310B6EA-5864-1B4C-9625-C056B4C29F34}" srcOrd="1" destOrd="0" presId="urn:microsoft.com/office/officeart/2005/8/layout/list1"/>
    <dgm:cxn modelId="{0AD3FDBC-CAD3-9448-B876-238A7A2C1CCB}" type="presOf" srcId="{826C3B17-E829-FD4F-9519-38D62E8819AF}" destId="{6B88DEFE-8CDA-9446-B0C9-4194498CC200}" srcOrd="0" destOrd="2" presId="urn:microsoft.com/office/officeart/2005/8/layout/list1"/>
    <dgm:cxn modelId="{871D45C9-7E39-2E4D-BFC1-F4C4FD5A5A01}" type="presOf" srcId="{5719A4DB-B523-6A47-B6FA-FEB260627FAC}" destId="{18F3FBB9-98B1-554D-B3C0-A94B2C99D178}" srcOrd="0" destOrd="1" presId="urn:microsoft.com/office/officeart/2005/8/layout/list1"/>
    <dgm:cxn modelId="{8746B1DA-A27D-AB42-962D-D87DD329B4F9}" type="presOf" srcId="{BB5B0957-37E7-9945-AD25-5CD47AA8E83E}" destId="{C6CB5430-CED1-A348-986D-FE18CC657550}" srcOrd="0" destOrd="1" presId="urn:microsoft.com/office/officeart/2005/8/layout/list1"/>
    <dgm:cxn modelId="{EA2A89DF-E529-F84A-95E0-983C0C31A1BB}" type="presOf" srcId="{1993932D-B877-4D49-9F27-DDEBE7B749F3}" destId="{4E79E88F-18C8-884B-BF32-AE41C041D9CC}" srcOrd="0" destOrd="0" presId="urn:microsoft.com/office/officeart/2005/8/layout/list1"/>
    <dgm:cxn modelId="{420A93E4-E842-344D-9DEC-FFAFD749131B}" type="presOf" srcId="{13776300-F725-6F49-8706-0FDE9774630A}" destId="{6B88DEFE-8CDA-9446-B0C9-4194498CC200}" srcOrd="0" destOrd="0" presId="urn:microsoft.com/office/officeart/2005/8/layout/list1"/>
    <dgm:cxn modelId="{71E112EA-6A8B-1547-8404-C270A3DDC585}" srcId="{34C14D68-AE7C-164C-88C9-9491A866C0C6}" destId="{826C3B17-E829-FD4F-9519-38D62E8819AF}" srcOrd="2" destOrd="0" parTransId="{B37D2F4E-A4C8-5149-8450-4EDD9EADEDD7}" sibTransId="{48DCA76D-FD96-EF44-ABC2-FD53AC11A4E0}"/>
    <dgm:cxn modelId="{49ED00EC-D3EC-1A4E-A1C9-979978F71DEF}" srcId="{1993932D-B877-4D49-9F27-DDEBE7B749F3}" destId="{34C14D68-AE7C-164C-88C9-9491A866C0C6}" srcOrd="2" destOrd="0" parTransId="{131CDE94-8B0D-2A41-A85B-C822C7688758}" sibTransId="{486649D2-723B-5748-97EB-E8724454A547}"/>
    <dgm:cxn modelId="{395D2FEE-84E5-454E-BF91-6C6DC69D0BE4}" srcId="{34C14D68-AE7C-164C-88C9-9491A866C0C6}" destId="{B8159EF1-57D0-7140-ABD7-313C5E6F98CC}" srcOrd="1" destOrd="0" parTransId="{9A67E168-B7E2-F344-A4BF-6784816A0F88}" sibTransId="{AC09F5DC-6D83-6B4E-9760-A325B220D836}"/>
    <dgm:cxn modelId="{E1E177FD-03AF-E248-87CB-7823D42F3E2C}" srcId="{7580ECE1-ACEC-4641-B6FA-82103BCF2D8F}" destId="{A686048A-E082-834D-8CB1-73E3405219D7}" srcOrd="2" destOrd="0" parTransId="{CED99273-C1C8-D54D-AF28-4BD02A7225D1}" sibTransId="{29A0F4A1-A9A8-554A-A1D4-A3605CCA08F4}"/>
    <dgm:cxn modelId="{F946B9FD-2413-F140-8DB1-CA661284FCCB}" type="presOf" srcId="{AB84B3CC-F187-6A4B-AE9D-CD80EEC71487}" destId="{AF94DD46-B9C7-F142-95D2-77C7A1DF3395}" srcOrd="0" destOrd="0" presId="urn:microsoft.com/office/officeart/2005/8/layout/list1"/>
    <dgm:cxn modelId="{85657A1C-5F1F-704B-B7F5-F7A6FF0D2FE8}" type="presParOf" srcId="{4E79E88F-18C8-884B-BF32-AE41C041D9CC}" destId="{5F19B447-A0B4-044E-9856-64B3DF957651}" srcOrd="0" destOrd="0" presId="urn:microsoft.com/office/officeart/2005/8/layout/list1"/>
    <dgm:cxn modelId="{7D9961E6-866B-F64B-886F-64372BE9EC68}" type="presParOf" srcId="{5F19B447-A0B4-044E-9856-64B3DF957651}" destId="{2DAF25DC-B44D-6F44-9862-C4D498337175}" srcOrd="0" destOrd="0" presId="urn:microsoft.com/office/officeart/2005/8/layout/list1"/>
    <dgm:cxn modelId="{3112C553-25DF-5646-BA72-A9D46615B7F4}" type="presParOf" srcId="{5F19B447-A0B4-044E-9856-64B3DF957651}" destId="{5202CEB0-16B7-4D40-BC11-729BF95DB8C6}" srcOrd="1" destOrd="0" presId="urn:microsoft.com/office/officeart/2005/8/layout/list1"/>
    <dgm:cxn modelId="{597F56A8-5F13-EA4F-BE25-22A88C7145B9}" type="presParOf" srcId="{4E79E88F-18C8-884B-BF32-AE41C041D9CC}" destId="{7D497428-CC8D-B74B-B494-0ED19CAF24C9}" srcOrd="1" destOrd="0" presId="urn:microsoft.com/office/officeart/2005/8/layout/list1"/>
    <dgm:cxn modelId="{AF483F38-0373-8C44-BF9B-AADD7B681424}" type="presParOf" srcId="{4E79E88F-18C8-884B-BF32-AE41C041D9CC}" destId="{486A9BEA-F847-4040-A8F5-FD6605508718}" srcOrd="2" destOrd="0" presId="urn:microsoft.com/office/officeart/2005/8/layout/list1"/>
    <dgm:cxn modelId="{E9B94DB3-5E3D-B54A-9630-E60728A57618}" type="presParOf" srcId="{4E79E88F-18C8-884B-BF32-AE41C041D9CC}" destId="{AEC95825-0795-944E-8C26-3C8F5235303B}" srcOrd="3" destOrd="0" presId="urn:microsoft.com/office/officeart/2005/8/layout/list1"/>
    <dgm:cxn modelId="{B3728048-CADA-AB46-9434-9A05D1B8A2A6}" type="presParOf" srcId="{4E79E88F-18C8-884B-BF32-AE41C041D9CC}" destId="{7AF544AE-B80B-FF4C-8137-E92BC31BC813}" srcOrd="4" destOrd="0" presId="urn:microsoft.com/office/officeart/2005/8/layout/list1"/>
    <dgm:cxn modelId="{EEB0A904-BBDE-8C47-AD64-C051EBC91D46}" type="presParOf" srcId="{7AF544AE-B80B-FF4C-8137-E92BC31BC813}" destId="{FED1427D-39AE-A74C-97BD-39270BAEB0B3}" srcOrd="0" destOrd="0" presId="urn:microsoft.com/office/officeart/2005/8/layout/list1"/>
    <dgm:cxn modelId="{F903373C-7E6A-1246-87C5-40156077F433}" type="presParOf" srcId="{7AF544AE-B80B-FF4C-8137-E92BC31BC813}" destId="{5310B6EA-5864-1B4C-9625-C056B4C29F34}" srcOrd="1" destOrd="0" presId="urn:microsoft.com/office/officeart/2005/8/layout/list1"/>
    <dgm:cxn modelId="{0E4C123B-CB24-9245-9BF2-85B052CFE8B4}" type="presParOf" srcId="{4E79E88F-18C8-884B-BF32-AE41C041D9CC}" destId="{943ACBDC-7D51-A943-820C-1FDA9B81C174}" srcOrd="5" destOrd="0" presId="urn:microsoft.com/office/officeart/2005/8/layout/list1"/>
    <dgm:cxn modelId="{F6F48030-DB47-8D4B-871A-315340671494}" type="presParOf" srcId="{4E79E88F-18C8-884B-BF32-AE41C041D9CC}" destId="{C6CB5430-CED1-A348-986D-FE18CC657550}" srcOrd="6" destOrd="0" presId="urn:microsoft.com/office/officeart/2005/8/layout/list1"/>
    <dgm:cxn modelId="{59A2C561-44BD-6A45-B8A4-57A590517826}" type="presParOf" srcId="{4E79E88F-18C8-884B-BF32-AE41C041D9CC}" destId="{34AC0287-6656-E74A-9180-82D96BB6BFF9}" srcOrd="7" destOrd="0" presId="urn:microsoft.com/office/officeart/2005/8/layout/list1"/>
    <dgm:cxn modelId="{19D10126-A8C6-1641-B86F-6F2BA63DC142}" type="presParOf" srcId="{4E79E88F-18C8-884B-BF32-AE41C041D9CC}" destId="{48000AA2-5EA8-4A4E-A48C-9D150AABB55E}" srcOrd="8" destOrd="0" presId="urn:microsoft.com/office/officeart/2005/8/layout/list1"/>
    <dgm:cxn modelId="{5F5F9BFF-E4B8-7C4A-A429-A36FCB9E6AFD}" type="presParOf" srcId="{48000AA2-5EA8-4A4E-A48C-9D150AABB55E}" destId="{1328BB9C-AE3B-474C-BEA3-6743823BF4EC}" srcOrd="0" destOrd="0" presId="urn:microsoft.com/office/officeart/2005/8/layout/list1"/>
    <dgm:cxn modelId="{4494135A-0B52-F649-AC74-9FEAC1707F0A}" type="presParOf" srcId="{48000AA2-5EA8-4A4E-A48C-9D150AABB55E}" destId="{6C085811-A8B6-9D40-B9F3-8085E71D5E6F}" srcOrd="1" destOrd="0" presId="urn:microsoft.com/office/officeart/2005/8/layout/list1"/>
    <dgm:cxn modelId="{641887C4-3AD1-8E44-B242-E8C966B948DE}" type="presParOf" srcId="{4E79E88F-18C8-884B-BF32-AE41C041D9CC}" destId="{9F67E264-D6F6-7A49-860F-9D5C72B8E86B}" srcOrd="9" destOrd="0" presId="urn:microsoft.com/office/officeart/2005/8/layout/list1"/>
    <dgm:cxn modelId="{1856EE98-9D1A-814F-A810-63684A4A5563}" type="presParOf" srcId="{4E79E88F-18C8-884B-BF32-AE41C041D9CC}" destId="{6B88DEFE-8CDA-9446-B0C9-4194498CC200}" srcOrd="10" destOrd="0" presId="urn:microsoft.com/office/officeart/2005/8/layout/list1"/>
    <dgm:cxn modelId="{836AC764-778E-E147-9BDB-3E55C044601A}" type="presParOf" srcId="{4E79E88F-18C8-884B-BF32-AE41C041D9CC}" destId="{1161934C-BF90-F84E-A9B9-73F1F00F3D7E}" srcOrd="11" destOrd="0" presId="urn:microsoft.com/office/officeart/2005/8/layout/list1"/>
    <dgm:cxn modelId="{C437B496-4D4D-9343-9022-4C4BFF890F62}" type="presParOf" srcId="{4E79E88F-18C8-884B-BF32-AE41C041D9CC}" destId="{C3A20240-6836-044E-982A-34F27553915D}" srcOrd="12" destOrd="0" presId="urn:microsoft.com/office/officeart/2005/8/layout/list1"/>
    <dgm:cxn modelId="{D8A15F02-095D-1040-8F87-6CE5876B664C}" type="presParOf" srcId="{C3A20240-6836-044E-982A-34F27553915D}" destId="{AF94DD46-B9C7-F142-95D2-77C7A1DF3395}" srcOrd="0" destOrd="0" presId="urn:microsoft.com/office/officeart/2005/8/layout/list1"/>
    <dgm:cxn modelId="{580C3EF3-27D4-884E-B513-A9357C81D69F}" type="presParOf" srcId="{C3A20240-6836-044E-982A-34F27553915D}" destId="{2278D12D-E65D-AF4F-928F-8627A029B420}" srcOrd="1" destOrd="0" presId="urn:microsoft.com/office/officeart/2005/8/layout/list1"/>
    <dgm:cxn modelId="{78D86BA5-69D3-BE42-B459-6DB2AC3D1D04}" type="presParOf" srcId="{4E79E88F-18C8-884B-BF32-AE41C041D9CC}" destId="{0BB5C62A-798B-244D-AF15-65DB46E6EDCF}" srcOrd="13" destOrd="0" presId="urn:microsoft.com/office/officeart/2005/8/layout/list1"/>
    <dgm:cxn modelId="{197E4F72-7A6A-0F45-9A29-8B5934D23C52}" type="presParOf" srcId="{4E79E88F-18C8-884B-BF32-AE41C041D9CC}" destId="{18F3FBB9-98B1-554D-B3C0-A94B2C99D178}" srcOrd="14"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460D69EC-337A-410E-98C9-B47782E5B8E5}"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376CB2D9-1448-4B10-BA6D-E30012C0EBED}">
      <dgm:prSet/>
      <dgm:spPr/>
      <dgm:t>
        <a:bodyPr/>
        <a:lstStyle/>
        <a:p>
          <a:r>
            <a:rPr lang="de-DE" dirty="0"/>
            <a:t>Services sind </a:t>
          </a:r>
          <a:r>
            <a:rPr lang="de-DE" dirty="0" err="1"/>
            <a:t>TypeScript</a:t>
          </a:r>
          <a:r>
            <a:rPr lang="de-DE" dirty="0"/>
            <a:t>-Klassen</a:t>
          </a:r>
          <a:endParaRPr lang="en-US" dirty="0"/>
        </a:p>
      </dgm:t>
    </dgm:pt>
    <dgm:pt modelId="{247CDC3D-CBE0-4F4D-99BA-9C0421175A56}" type="parTrans" cxnId="{5ACF4F60-07E9-4E75-BE8E-338A16A435E0}">
      <dgm:prSet/>
      <dgm:spPr/>
      <dgm:t>
        <a:bodyPr/>
        <a:lstStyle/>
        <a:p>
          <a:endParaRPr lang="en-US"/>
        </a:p>
      </dgm:t>
    </dgm:pt>
    <dgm:pt modelId="{C22B9881-734C-4781-AA03-38255CC07D5D}" type="sibTrans" cxnId="{5ACF4F60-07E9-4E75-BE8E-338A16A435E0}">
      <dgm:prSet/>
      <dgm:spPr/>
      <dgm:t>
        <a:bodyPr/>
        <a:lstStyle/>
        <a:p>
          <a:endParaRPr lang="en-US"/>
        </a:p>
      </dgm:t>
    </dgm:pt>
    <dgm:pt modelId="{2AD4B2DB-8230-4E56-A4C8-12BD92D28130}">
      <dgm:prSet/>
      <dgm:spPr/>
      <dgm:t>
        <a:bodyPr/>
        <a:lstStyle/>
        <a:p>
          <a:r>
            <a:rPr lang="de-DE"/>
            <a:t>Diese werden ausschließlich vom Angular-Framework instanziert</a:t>
          </a:r>
          <a:endParaRPr lang="en-US"/>
        </a:p>
      </dgm:t>
    </dgm:pt>
    <dgm:pt modelId="{28C7699C-9BC6-4610-802F-32DAF4513F0E}" type="parTrans" cxnId="{24FEA467-43D7-4DD7-90B8-6A57C05B40EB}">
      <dgm:prSet/>
      <dgm:spPr/>
      <dgm:t>
        <a:bodyPr/>
        <a:lstStyle/>
        <a:p>
          <a:endParaRPr lang="en-US"/>
        </a:p>
      </dgm:t>
    </dgm:pt>
    <dgm:pt modelId="{5F3A1237-0806-4500-99E0-0B0A54E641EE}" type="sibTrans" cxnId="{24FEA467-43D7-4DD7-90B8-6A57C05B40EB}">
      <dgm:prSet/>
      <dgm:spPr/>
      <dgm:t>
        <a:bodyPr/>
        <a:lstStyle/>
        <a:p>
          <a:endParaRPr lang="en-US"/>
        </a:p>
      </dgm:t>
    </dgm:pt>
    <dgm:pt modelId="{4F20B4F8-174B-4E1B-A1C8-A6F4EB74BA77}">
      <dgm:prSet/>
      <dgm:spPr/>
      <dgm:t>
        <a:bodyPr/>
        <a:lstStyle/>
        <a:p>
          <a:r>
            <a:rPr lang="de-DE"/>
            <a:t>Diese Aufgabe übernimmt der Angular-Context</a:t>
          </a:r>
          <a:endParaRPr lang="en-US"/>
        </a:p>
      </dgm:t>
    </dgm:pt>
    <dgm:pt modelId="{AB2AD178-E736-4D50-80FC-DB08CEAF7AF6}" type="parTrans" cxnId="{D26E0E24-B095-42A0-B412-FDD03CF14B21}">
      <dgm:prSet/>
      <dgm:spPr/>
      <dgm:t>
        <a:bodyPr/>
        <a:lstStyle/>
        <a:p>
          <a:endParaRPr lang="en-US"/>
        </a:p>
      </dgm:t>
    </dgm:pt>
    <dgm:pt modelId="{713B62E8-C931-4AD3-AE16-095EE7BCA9D6}" type="sibTrans" cxnId="{D26E0E24-B095-42A0-B412-FDD03CF14B21}">
      <dgm:prSet/>
      <dgm:spPr/>
      <dgm:t>
        <a:bodyPr/>
        <a:lstStyle/>
        <a:p>
          <a:endParaRPr lang="en-US"/>
        </a:p>
      </dgm:t>
    </dgm:pt>
    <dgm:pt modelId="{A35AE2AE-351F-43CA-AAD8-83CC058E7C66}">
      <dgm:prSet/>
      <dgm:spPr/>
      <dgm:t>
        <a:bodyPr/>
        <a:lstStyle/>
        <a:p>
          <a:r>
            <a:rPr lang="de-DE"/>
            <a:t>Benötigt eine Component den Zugriff auf einen Service, so wird dieser automatisch gesetzt</a:t>
          </a:r>
          <a:endParaRPr lang="en-US"/>
        </a:p>
      </dgm:t>
    </dgm:pt>
    <dgm:pt modelId="{087489DA-7FB3-424C-B74E-3D9F8A58B10C}" type="parTrans" cxnId="{E5F92639-988C-43AB-9FFA-B2D4291C8DDB}">
      <dgm:prSet/>
      <dgm:spPr/>
      <dgm:t>
        <a:bodyPr/>
        <a:lstStyle/>
        <a:p>
          <a:endParaRPr lang="en-US"/>
        </a:p>
      </dgm:t>
    </dgm:pt>
    <dgm:pt modelId="{A6B7142D-854F-40C9-825D-25E151AEE622}" type="sibTrans" cxnId="{E5F92639-988C-43AB-9FFA-B2D4291C8DDB}">
      <dgm:prSet/>
      <dgm:spPr/>
      <dgm:t>
        <a:bodyPr/>
        <a:lstStyle/>
        <a:p>
          <a:endParaRPr lang="en-US"/>
        </a:p>
      </dgm:t>
    </dgm:pt>
    <dgm:pt modelId="{78672E6E-4794-4166-97AC-6B1D7AF1399A}">
      <dgm:prSet/>
      <dgm:spPr/>
      <dgm:t>
        <a:bodyPr/>
        <a:lstStyle/>
        <a:p>
          <a:r>
            <a:rPr lang="de-DE"/>
            <a:t>Dieses Verfahren heißt Dependency Injection</a:t>
          </a:r>
          <a:endParaRPr lang="en-US"/>
        </a:p>
      </dgm:t>
    </dgm:pt>
    <dgm:pt modelId="{486F59B5-67F3-4987-841C-01032E678CC9}" type="parTrans" cxnId="{CF96FD0B-2CD2-4949-9F36-2C94077B3805}">
      <dgm:prSet/>
      <dgm:spPr/>
      <dgm:t>
        <a:bodyPr/>
        <a:lstStyle/>
        <a:p>
          <a:endParaRPr lang="en-US"/>
        </a:p>
      </dgm:t>
    </dgm:pt>
    <dgm:pt modelId="{C15A3230-61F6-48E2-87CD-438F66EABDEB}" type="sibTrans" cxnId="{CF96FD0B-2CD2-4949-9F36-2C94077B3805}">
      <dgm:prSet/>
      <dgm:spPr/>
      <dgm:t>
        <a:bodyPr/>
        <a:lstStyle/>
        <a:p>
          <a:endParaRPr lang="en-US"/>
        </a:p>
      </dgm:t>
    </dgm:pt>
    <dgm:pt modelId="{882A5A61-D7DE-4EAF-B320-BC1602CF3672}">
      <dgm:prSet/>
      <dgm:spPr/>
      <dgm:t>
        <a:bodyPr/>
        <a:lstStyle/>
        <a:p>
          <a:r>
            <a:rPr lang="de-DE"/>
            <a:t>Insgesamt stellt Angular mit dem Service-Mechanismus ein Dependency-Injection-Framework zur Verfügung</a:t>
          </a:r>
          <a:endParaRPr lang="en-US"/>
        </a:p>
      </dgm:t>
    </dgm:pt>
    <dgm:pt modelId="{912B6251-8EFA-4363-B84F-14D9A861368E}" type="parTrans" cxnId="{579813E4-05AA-4A1F-A177-780693575C2B}">
      <dgm:prSet/>
      <dgm:spPr/>
      <dgm:t>
        <a:bodyPr/>
        <a:lstStyle/>
        <a:p>
          <a:endParaRPr lang="en-US"/>
        </a:p>
      </dgm:t>
    </dgm:pt>
    <dgm:pt modelId="{FFF61A67-DCA7-4E28-A385-3A3525944CBB}" type="sibTrans" cxnId="{579813E4-05AA-4A1F-A177-780693575C2B}">
      <dgm:prSet/>
      <dgm:spPr/>
      <dgm:t>
        <a:bodyPr/>
        <a:lstStyle/>
        <a:p>
          <a:endParaRPr lang="en-US"/>
        </a:p>
      </dgm:t>
    </dgm:pt>
    <dgm:pt modelId="{0C392389-E615-4F9D-ABD8-3F539546B091}" type="pres">
      <dgm:prSet presAssocID="{460D69EC-337A-410E-98C9-B47782E5B8E5}" presName="root" presStyleCnt="0">
        <dgm:presLayoutVars>
          <dgm:dir/>
          <dgm:resizeHandles val="exact"/>
        </dgm:presLayoutVars>
      </dgm:prSet>
      <dgm:spPr/>
    </dgm:pt>
    <dgm:pt modelId="{304C484B-0E11-4FD5-98E6-C7043649BA04}" type="pres">
      <dgm:prSet presAssocID="{376CB2D9-1448-4B10-BA6D-E30012C0EBED}" presName="compNode" presStyleCnt="0"/>
      <dgm:spPr/>
    </dgm:pt>
    <dgm:pt modelId="{234CC3FB-ED5E-4A31-AD32-FCEEE3CBF675}" type="pres">
      <dgm:prSet presAssocID="{376CB2D9-1448-4B10-BA6D-E30012C0EBED}" presName="bgRect" presStyleLbl="bgShp" presStyleIdx="0" presStyleCnt="4"/>
      <dgm:spPr/>
    </dgm:pt>
    <dgm:pt modelId="{70804EFC-3DC6-4BBA-A99B-495A788E834C}" type="pres">
      <dgm:prSet presAssocID="{376CB2D9-1448-4B10-BA6D-E30012C0EBED}" presName="iconRect" presStyleLbl="node1" presStyleIdx="0"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Klassenzimmer"/>
        </a:ext>
      </dgm:extLst>
    </dgm:pt>
    <dgm:pt modelId="{68CA0AF1-E321-4CCB-A40D-D34DB9D97DA1}" type="pres">
      <dgm:prSet presAssocID="{376CB2D9-1448-4B10-BA6D-E30012C0EBED}" presName="spaceRect" presStyleCnt="0"/>
      <dgm:spPr/>
    </dgm:pt>
    <dgm:pt modelId="{3BA25F34-095C-4CED-B2F8-875B43140EE7}" type="pres">
      <dgm:prSet presAssocID="{376CB2D9-1448-4B10-BA6D-E30012C0EBED}" presName="parTx" presStyleLbl="revTx" presStyleIdx="0" presStyleCnt="6">
        <dgm:presLayoutVars>
          <dgm:chMax val="0"/>
          <dgm:chPref val="0"/>
        </dgm:presLayoutVars>
      </dgm:prSet>
      <dgm:spPr/>
    </dgm:pt>
    <dgm:pt modelId="{F7820C24-6C2D-4C43-89A8-48347AFF1A9B}" type="pres">
      <dgm:prSet presAssocID="{C22B9881-734C-4781-AA03-38255CC07D5D}" presName="sibTrans" presStyleCnt="0"/>
      <dgm:spPr/>
    </dgm:pt>
    <dgm:pt modelId="{32DBAE17-6AC5-4B87-876C-6D1299D092E2}" type="pres">
      <dgm:prSet presAssocID="{2AD4B2DB-8230-4E56-A4C8-12BD92D28130}" presName="compNode" presStyleCnt="0"/>
      <dgm:spPr/>
    </dgm:pt>
    <dgm:pt modelId="{4BE57F8C-3983-4127-9440-E398578B117F}" type="pres">
      <dgm:prSet presAssocID="{2AD4B2DB-8230-4E56-A4C8-12BD92D28130}" presName="bgRect" presStyleLbl="bgShp" presStyleIdx="1" presStyleCnt="4"/>
      <dgm:spPr/>
    </dgm:pt>
    <dgm:pt modelId="{D8E87817-B150-4258-BE5E-7887ABC4D675}" type="pres">
      <dgm:prSet presAssocID="{2AD4B2DB-8230-4E56-A4C8-12BD92D28130}" presName="iconRect" presStyleLbl="node1" presStyleIdx="1"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Verbunden"/>
        </a:ext>
      </dgm:extLst>
    </dgm:pt>
    <dgm:pt modelId="{468AE4C7-B4EB-4224-B9F1-72B198245770}" type="pres">
      <dgm:prSet presAssocID="{2AD4B2DB-8230-4E56-A4C8-12BD92D28130}" presName="spaceRect" presStyleCnt="0"/>
      <dgm:spPr/>
    </dgm:pt>
    <dgm:pt modelId="{4562B386-BF00-4470-8429-B58BA85112D7}" type="pres">
      <dgm:prSet presAssocID="{2AD4B2DB-8230-4E56-A4C8-12BD92D28130}" presName="parTx" presStyleLbl="revTx" presStyleIdx="1" presStyleCnt="6">
        <dgm:presLayoutVars>
          <dgm:chMax val="0"/>
          <dgm:chPref val="0"/>
        </dgm:presLayoutVars>
      </dgm:prSet>
      <dgm:spPr/>
    </dgm:pt>
    <dgm:pt modelId="{042DECAB-DBF2-4E95-B4B7-6C6A52F4443E}" type="pres">
      <dgm:prSet presAssocID="{2AD4B2DB-8230-4E56-A4C8-12BD92D28130}" presName="desTx" presStyleLbl="revTx" presStyleIdx="2" presStyleCnt="6">
        <dgm:presLayoutVars/>
      </dgm:prSet>
      <dgm:spPr/>
    </dgm:pt>
    <dgm:pt modelId="{84501B32-CC71-4D02-825F-736B52A8A400}" type="pres">
      <dgm:prSet presAssocID="{5F3A1237-0806-4500-99E0-0B0A54E641EE}" presName="sibTrans" presStyleCnt="0"/>
      <dgm:spPr/>
    </dgm:pt>
    <dgm:pt modelId="{E194BAB7-64F8-4535-B7FD-AA2DC06A101D}" type="pres">
      <dgm:prSet presAssocID="{A35AE2AE-351F-43CA-AAD8-83CC058E7C66}" presName="compNode" presStyleCnt="0"/>
      <dgm:spPr/>
    </dgm:pt>
    <dgm:pt modelId="{A4DC7493-295E-4408-B34F-BB43D6EDAD58}" type="pres">
      <dgm:prSet presAssocID="{A35AE2AE-351F-43CA-AAD8-83CC058E7C66}" presName="bgRect" presStyleLbl="bgShp" presStyleIdx="2" presStyleCnt="4"/>
      <dgm:spPr/>
    </dgm:pt>
    <dgm:pt modelId="{A80234B0-4EAC-44EB-95C4-F78A7CD8D387}" type="pres">
      <dgm:prSet presAssocID="{A35AE2AE-351F-43CA-AAD8-83CC058E7C66}" presName="iconRect" presStyleLbl="node1" presStyleIdx="2"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Flussdiagramm"/>
        </a:ext>
      </dgm:extLst>
    </dgm:pt>
    <dgm:pt modelId="{9A5203D8-A837-40AA-91EC-07D8EC633BAC}" type="pres">
      <dgm:prSet presAssocID="{A35AE2AE-351F-43CA-AAD8-83CC058E7C66}" presName="spaceRect" presStyleCnt="0"/>
      <dgm:spPr/>
    </dgm:pt>
    <dgm:pt modelId="{39126E73-0021-4537-8337-D686F97F9B26}" type="pres">
      <dgm:prSet presAssocID="{A35AE2AE-351F-43CA-AAD8-83CC058E7C66}" presName="parTx" presStyleLbl="revTx" presStyleIdx="3" presStyleCnt="6">
        <dgm:presLayoutVars>
          <dgm:chMax val="0"/>
          <dgm:chPref val="0"/>
        </dgm:presLayoutVars>
      </dgm:prSet>
      <dgm:spPr/>
    </dgm:pt>
    <dgm:pt modelId="{6C604A4D-86D1-4321-9052-AF311CDFB6AD}" type="pres">
      <dgm:prSet presAssocID="{A35AE2AE-351F-43CA-AAD8-83CC058E7C66}" presName="desTx" presStyleLbl="revTx" presStyleIdx="4" presStyleCnt="6">
        <dgm:presLayoutVars/>
      </dgm:prSet>
      <dgm:spPr/>
    </dgm:pt>
    <dgm:pt modelId="{4EEDEF0D-83B6-4F08-92CF-0A0E97075928}" type="pres">
      <dgm:prSet presAssocID="{A6B7142D-854F-40C9-825D-25E151AEE622}" presName="sibTrans" presStyleCnt="0"/>
      <dgm:spPr/>
    </dgm:pt>
    <dgm:pt modelId="{4D659384-53A9-4A12-A464-27876C457611}" type="pres">
      <dgm:prSet presAssocID="{882A5A61-D7DE-4EAF-B320-BC1602CF3672}" presName="compNode" presStyleCnt="0"/>
      <dgm:spPr/>
    </dgm:pt>
    <dgm:pt modelId="{6080E5D3-8DA7-467D-A06F-D6F7EACC4246}" type="pres">
      <dgm:prSet presAssocID="{882A5A61-D7DE-4EAF-B320-BC1602CF3672}" presName="bgRect" presStyleLbl="bgShp" presStyleIdx="3" presStyleCnt="4"/>
      <dgm:spPr/>
    </dgm:pt>
    <dgm:pt modelId="{25F5F76A-6D3A-4E8E-B4EB-8D5E159414E7}" type="pres">
      <dgm:prSet presAssocID="{882A5A61-D7DE-4EAF-B320-BC1602CF3672}" presName="iconRect" presStyleLbl="node1" presStyleIdx="3"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Auktionshammer"/>
        </a:ext>
      </dgm:extLst>
    </dgm:pt>
    <dgm:pt modelId="{5A3B67A7-BBE5-48CD-A3DB-08EBF940D838}" type="pres">
      <dgm:prSet presAssocID="{882A5A61-D7DE-4EAF-B320-BC1602CF3672}" presName="spaceRect" presStyleCnt="0"/>
      <dgm:spPr/>
    </dgm:pt>
    <dgm:pt modelId="{19496FC2-0F73-42BF-8BC1-5D83F2FD5A7F}" type="pres">
      <dgm:prSet presAssocID="{882A5A61-D7DE-4EAF-B320-BC1602CF3672}" presName="parTx" presStyleLbl="revTx" presStyleIdx="5" presStyleCnt="6">
        <dgm:presLayoutVars>
          <dgm:chMax val="0"/>
          <dgm:chPref val="0"/>
        </dgm:presLayoutVars>
      </dgm:prSet>
      <dgm:spPr/>
    </dgm:pt>
  </dgm:ptLst>
  <dgm:cxnLst>
    <dgm:cxn modelId="{CF96FD0B-2CD2-4949-9F36-2C94077B3805}" srcId="{A35AE2AE-351F-43CA-AAD8-83CC058E7C66}" destId="{78672E6E-4794-4166-97AC-6B1D7AF1399A}" srcOrd="0" destOrd="0" parTransId="{486F59B5-67F3-4987-841C-01032E678CC9}" sibTransId="{C15A3230-61F6-48E2-87CD-438F66EABDEB}"/>
    <dgm:cxn modelId="{336ACC22-E93C-4962-8497-7E9D1F743984}" type="presOf" srcId="{376CB2D9-1448-4B10-BA6D-E30012C0EBED}" destId="{3BA25F34-095C-4CED-B2F8-875B43140EE7}" srcOrd="0" destOrd="0" presId="urn:microsoft.com/office/officeart/2018/2/layout/IconVerticalSolidList"/>
    <dgm:cxn modelId="{D26E0E24-B095-42A0-B412-FDD03CF14B21}" srcId="{2AD4B2DB-8230-4E56-A4C8-12BD92D28130}" destId="{4F20B4F8-174B-4E1B-A1C8-A6F4EB74BA77}" srcOrd="0" destOrd="0" parTransId="{AB2AD178-E736-4D50-80FC-DB08CEAF7AF6}" sibTransId="{713B62E8-C931-4AD3-AE16-095EE7BCA9D6}"/>
    <dgm:cxn modelId="{E5F92639-988C-43AB-9FFA-B2D4291C8DDB}" srcId="{460D69EC-337A-410E-98C9-B47782E5B8E5}" destId="{A35AE2AE-351F-43CA-AAD8-83CC058E7C66}" srcOrd="2" destOrd="0" parTransId="{087489DA-7FB3-424C-B74E-3D9F8A58B10C}" sibTransId="{A6B7142D-854F-40C9-825D-25E151AEE622}"/>
    <dgm:cxn modelId="{86A58A40-60FA-4BAB-8341-EB524061ECD5}" type="presOf" srcId="{A35AE2AE-351F-43CA-AAD8-83CC058E7C66}" destId="{39126E73-0021-4537-8337-D686F97F9B26}" srcOrd="0" destOrd="0" presId="urn:microsoft.com/office/officeart/2018/2/layout/IconVerticalSolidList"/>
    <dgm:cxn modelId="{5ACF4F60-07E9-4E75-BE8E-338A16A435E0}" srcId="{460D69EC-337A-410E-98C9-B47782E5B8E5}" destId="{376CB2D9-1448-4B10-BA6D-E30012C0EBED}" srcOrd="0" destOrd="0" parTransId="{247CDC3D-CBE0-4F4D-99BA-9C0421175A56}" sibTransId="{C22B9881-734C-4781-AA03-38255CC07D5D}"/>
    <dgm:cxn modelId="{24FEA467-43D7-4DD7-90B8-6A57C05B40EB}" srcId="{460D69EC-337A-410E-98C9-B47782E5B8E5}" destId="{2AD4B2DB-8230-4E56-A4C8-12BD92D28130}" srcOrd="1" destOrd="0" parTransId="{28C7699C-9BC6-4610-802F-32DAF4513F0E}" sibTransId="{5F3A1237-0806-4500-99E0-0B0A54E641EE}"/>
    <dgm:cxn modelId="{8ED7F36D-217F-4CA0-AC32-66DAB979A790}" type="presOf" srcId="{4F20B4F8-174B-4E1B-A1C8-A6F4EB74BA77}" destId="{042DECAB-DBF2-4E95-B4B7-6C6A52F4443E}" srcOrd="0" destOrd="0" presId="urn:microsoft.com/office/officeart/2018/2/layout/IconVerticalSolidList"/>
    <dgm:cxn modelId="{935DA371-2F75-433A-9821-E8DC86800BCE}" type="presOf" srcId="{460D69EC-337A-410E-98C9-B47782E5B8E5}" destId="{0C392389-E615-4F9D-ABD8-3F539546B091}" srcOrd="0" destOrd="0" presId="urn:microsoft.com/office/officeart/2018/2/layout/IconVerticalSolidList"/>
    <dgm:cxn modelId="{E2A0C085-123E-4E43-9ED4-8D974AF7C04F}" type="presOf" srcId="{78672E6E-4794-4166-97AC-6B1D7AF1399A}" destId="{6C604A4D-86D1-4321-9052-AF311CDFB6AD}" srcOrd="0" destOrd="0" presId="urn:microsoft.com/office/officeart/2018/2/layout/IconVerticalSolidList"/>
    <dgm:cxn modelId="{699B8FB0-51BA-4617-99E2-946854327350}" type="presOf" srcId="{2AD4B2DB-8230-4E56-A4C8-12BD92D28130}" destId="{4562B386-BF00-4470-8429-B58BA85112D7}" srcOrd="0" destOrd="0" presId="urn:microsoft.com/office/officeart/2018/2/layout/IconVerticalSolidList"/>
    <dgm:cxn modelId="{597ABAC8-DAF4-43EF-A5EC-60669B27B512}" type="presOf" srcId="{882A5A61-D7DE-4EAF-B320-BC1602CF3672}" destId="{19496FC2-0F73-42BF-8BC1-5D83F2FD5A7F}" srcOrd="0" destOrd="0" presId="urn:microsoft.com/office/officeart/2018/2/layout/IconVerticalSolidList"/>
    <dgm:cxn modelId="{579813E4-05AA-4A1F-A177-780693575C2B}" srcId="{460D69EC-337A-410E-98C9-B47782E5B8E5}" destId="{882A5A61-D7DE-4EAF-B320-BC1602CF3672}" srcOrd="3" destOrd="0" parTransId="{912B6251-8EFA-4363-B84F-14D9A861368E}" sibTransId="{FFF61A67-DCA7-4E28-A385-3A3525944CBB}"/>
    <dgm:cxn modelId="{0A9B2747-5346-441A-AF43-A821BD4D0807}" type="presParOf" srcId="{0C392389-E615-4F9D-ABD8-3F539546B091}" destId="{304C484B-0E11-4FD5-98E6-C7043649BA04}" srcOrd="0" destOrd="0" presId="urn:microsoft.com/office/officeart/2018/2/layout/IconVerticalSolidList"/>
    <dgm:cxn modelId="{06936B16-965D-4D12-B6BB-2FF374DE7FF3}" type="presParOf" srcId="{304C484B-0E11-4FD5-98E6-C7043649BA04}" destId="{234CC3FB-ED5E-4A31-AD32-FCEEE3CBF675}" srcOrd="0" destOrd="0" presId="urn:microsoft.com/office/officeart/2018/2/layout/IconVerticalSolidList"/>
    <dgm:cxn modelId="{00368D46-151D-4A82-8E37-0D852BE15B46}" type="presParOf" srcId="{304C484B-0E11-4FD5-98E6-C7043649BA04}" destId="{70804EFC-3DC6-4BBA-A99B-495A788E834C}" srcOrd="1" destOrd="0" presId="urn:microsoft.com/office/officeart/2018/2/layout/IconVerticalSolidList"/>
    <dgm:cxn modelId="{37838A36-F61C-4E19-9A5E-DA201422166B}" type="presParOf" srcId="{304C484B-0E11-4FD5-98E6-C7043649BA04}" destId="{68CA0AF1-E321-4CCB-A40D-D34DB9D97DA1}" srcOrd="2" destOrd="0" presId="urn:microsoft.com/office/officeart/2018/2/layout/IconVerticalSolidList"/>
    <dgm:cxn modelId="{FE9B30F4-A53D-4B80-94C9-5776A81C5676}" type="presParOf" srcId="{304C484B-0E11-4FD5-98E6-C7043649BA04}" destId="{3BA25F34-095C-4CED-B2F8-875B43140EE7}" srcOrd="3" destOrd="0" presId="urn:microsoft.com/office/officeart/2018/2/layout/IconVerticalSolidList"/>
    <dgm:cxn modelId="{03008DF7-2978-4796-933B-923D48847EF9}" type="presParOf" srcId="{0C392389-E615-4F9D-ABD8-3F539546B091}" destId="{F7820C24-6C2D-4C43-89A8-48347AFF1A9B}" srcOrd="1" destOrd="0" presId="urn:microsoft.com/office/officeart/2018/2/layout/IconVerticalSolidList"/>
    <dgm:cxn modelId="{E1E2AB15-8098-48C3-BA10-4CAFE6968F27}" type="presParOf" srcId="{0C392389-E615-4F9D-ABD8-3F539546B091}" destId="{32DBAE17-6AC5-4B87-876C-6D1299D092E2}" srcOrd="2" destOrd="0" presId="urn:microsoft.com/office/officeart/2018/2/layout/IconVerticalSolidList"/>
    <dgm:cxn modelId="{9D8DB24A-762B-42A3-9C20-32582FFA6D44}" type="presParOf" srcId="{32DBAE17-6AC5-4B87-876C-6D1299D092E2}" destId="{4BE57F8C-3983-4127-9440-E398578B117F}" srcOrd="0" destOrd="0" presId="urn:microsoft.com/office/officeart/2018/2/layout/IconVerticalSolidList"/>
    <dgm:cxn modelId="{CA7C296E-6498-42ED-8EC2-C0754592C591}" type="presParOf" srcId="{32DBAE17-6AC5-4B87-876C-6D1299D092E2}" destId="{D8E87817-B150-4258-BE5E-7887ABC4D675}" srcOrd="1" destOrd="0" presId="urn:microsoft.com/office/officeart/2018/2/layout/IconVerticalSolidList"/>
    <dgm:cxn modelId="{B752C79E-556D-4C75-9EA4-0C43AAEC3DBD}" type="presParOf" srcId="{32DBAE17-6AC5-4B87-876C-6D1299D092E2}" destId="{468AE4C7-B4EB-4224-B9F1-72B198245770}" srcOrd="2" destOrd="0" presId="urn:microsoft.com/office/officeart/2018/2/layout/IconVerticalSolidList"/>
    <dgm:cxn modelId="{DFA06290-770A-4616-A68C-9430E92DF478}" type="presParOf" srcId="{32DBAE17-6AC5-4B87-876C-6D1299D092E2}" destId="{4562B386-BF00-4470-8429-B58BA85112D7}" srcOrd="3" destOrd="0" presId="urn:microsoft.com/office/officeart/2018/2/layout/IconVerticalSolidList"/>
    <dgm:cxn modelId="{6CE03E4C-7765-40A6-A304-42272C0365AA}" type="presParOf" srcId="{32DBAE17-6AC5-4B87-876C-6D1299D092E2}" destId="{042DECAB-DBF2-4E95-B4B7-6C6A52F4443E}" srcOrd="4" destOrd="0" presId="urn:microsoft.com/office/officeart/2018/2/layout/IconVerticalSolidList"/>
    <dgm:cxn modelId="{AF2C883A-580B-412B-AA1E-66BAE996B64A}" type="presParOf" srcId="{0C392389-E615-4F9D-ABD8-3F539546B091}" destId="{84501B32-CC71-4D02-825F-736B52A8A400}" srcOrd="3" destOrd="0" presId="urn:microsoft.com/office/officeart/2018/2/layout/IconVerticalSolidList"/>
    <dgm:cxn modelId="{C212B1C3-82B1-4FFC-8697-0D2701C31D44}" type="presParOf" srcId="{0C392389-E615-4F9D-ABD8-3F539546B091}" destId="{E194BAB7-64F8-4535-B7FD-AA2DC06A101D}" srcOrd="4" destOrd="0" presId="urn:microsoft.com/office/officeart/2018/2/layout/IconVerticalSolidList"/>
    <dgm:cxn modelId="{4EF4CF74-2431-48FA-AA2D-35E1E4A06248}" type="presParOf" srcId="{E194BAB7-64F8-4535-B7FD-AA2DC06A101D}" destId="{A4DC7493-295E-4408-B34F-BB43D6EDAD58}" srcOrd="0" destOrd="0" presId="urn:microsoft.com/office/officeart/2018/2/layout/IconVerticalSolidList"/>
    <dgm:cxn modelId="{308079AC-EB13-432B-AD84-0434268316B9}" type="presParOf" srcId="{E194BAB7-64F8-4535-B7FD-AA2DC06A101D}" destId="{A80234B0-4EAC-44EB-95C4-F78A7CD8D387}" srcOrd="1" destOrd="0" presId="urn:microsoft.com/office/officeart/2018/2/layout/IconVerticalSolidList"/>
    <dgm:cxn modelId="{EA37ABFF-326A-4546-961B-95F875F893AD}" type="presParOf" srcId="{E194BAB7-64F8-4535-B7FD-AA2DC06A101D}" destId="{9A5203D8-A837-40AA-91EC-07D8EC633BAC}" srcOrd="2" destOrd="0" presId="urn:microsoft.com/office/officeart/2018/2/layout/IconVerticalSolidList"/>
    <dgm:cxn modelId="{BE859179-C4CC-49B4-95CF-81A0481F1CCD}" type="presParOf" srcId="{E194BAB7-64F8-4535-B7FD-AA2DC06A101D}" destId="{39126E73-0021-4537-8337-D686F97F9B26}" srcOrd="3" destOrd="0" presId="urn:microsoft.com/office/officeart/2018/2/layout/IconVerticalSolidList"/>
    <dgm:cxn modelId="{B50EBB1D-60FB-4941-9E9F-303A1F22D01E}" type="presParOf" srcId="{E194BAB7-64F8-4535-B7FD-AA2DC06A101D}" destId="{6C604A4D-86D1-4321-9052-AF311CDFB6AD}" srcOrd="4" destOrd="0" presId="urn:microsoft.com/office/officeart/2018/2/layout/IconVerticalSolidList"/>
    <dgm:cxn modelId="{BA389F68-90F1-45F8-82E5-2FB0530480D6}" type="presParOf" srcId="{0C392389-E615-4F9D-ABD8-3F539546B091}" destId="{4EEDEF0D-83B6-4F08-92CF-0A0E97075928}" srcOrd="5" destOrd="0" presId="urn:microsoft.com/office/officeart/2018/2/layout/IconVerticalSolidList"/>
    <dgm:cxn modelId="{E7340603-1D08-49BE-8612-AA258511B20D}" type="presParOf" srcId="{0C392389-E615-4F9D-ABD8-3F539546B091}" destId="{4D659384-53A9-4A12-A464-27876C457611}" srcOrd="6" destOrd="0" presId="urn:microsoft.com/office/officeart/2018/2/layout/IconVerticalSolidList"/>
    <dgm:cxn modelId="{4427EEDD-2B8F-409D-A030-F008B25BA6FA}" type="presParOf" srcId="{4D659384-53A9-4A12-A464-27876C457611}" destId="{6080E5D3-8DA7-467D-A06F-D6F7EACC4246}" srcOrd="0" destOrd="0" presId="urn:microsoft.com/office/officeart/2018/2/layout/IconVerticalSolidList"/>
    <dgm:cxn modelId="{8B50E764-B771-4263-9D4E-7FD859B2F706}" type="presParOf" srcId="{4D659384-53A9-4A12-A464-27876C457611}" destId="{25F5F76A-6D3A-4E8E-B4EB-8D5E159414E7}" srcOrd="1" destOrd="0" presId="urn:microsoft.com/office/officeart/2018/2/layout/IconVerticalSolidList"/>
    <dgm:cxn modelId="{FF0BE2E2-B990-4901-B9F1-F62E7BB35585}" type="presParOf" srcId="{4D659384-53A9-4A12-A464-27876C457611}" destId="{5A3B67A7-BBE5-48CD-A3DB-08EBF940D838}" srcOrd="2" destOrd="0" presId="urn:microsoft.com/office/officeart/2018/2/layout/IconVerticalSolidList"/>
    <dgm:cxn modelId="{3375F857-C647-45FA-B1C6-43200B3F0B59}" type="presParOf" srcId="{4D659384-53A9-4A12-A464-27876C457611}" destId="{19496FC2-0F73-42BF-8BC1-5D83F2FD5A7F}"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F70BA5FF-FBB8-47EE-A49F-CDE9898F4229}" type="doc">
      <dgm:prSet loTypeId="urn:microsoft.com/office/officeart/2005/8/layout/vList2" loCatId="list" qsTypeId="urn:microsoft.com/office/officeart/2005/8/quickstyle/simple1" qsCatId="simple" csTypeId="urn:microsoft.com/office/officeart/2005/8/colors/colorful2" csCatId="colorful"/>
      <dgm:spPr/>
      <dgm:t>
        <a:bodyPr/>
        <a:lstStyle/>
        <a:p>
          <a:endParaRPr lang="en-US"/>
        </a:p>
      </dgm:t>
    </dgm:pt>
    <dgm:pt modelId="{75AEF37E-1A91-40B0-92CF-7D91383B42BC}">
      <dgm:prSet/>
      <dgm:spPr/>
      <dgm:t>
        <a:bodyPr/>
        <a:lstStyle/>
        <a:p>
          <a:r>
            <a:rPr lang="de-DE"/>
            <a:t>Sehr allgemeines Konzept</a:t>
          </a:r>
          <a:endParaRPr lang="en-US"/>
        </a:p>
      </dgm:t>
    </dgm:pt>
    <dgm:pt modelId="{7E20CC9F-EE43-471B-BB00-96EEE5E4E32C}" type="parTrans" cxnId="{79F0D6FF-3419-4D9F-99CE-DAE3500B0000}">
      <dgm:prSet/>
      <dgm:spPr/>
      <dgm:t>
        <a:bodyPr/>
        <a:lstStyle/>
        <a:p>
          <a:endParaRPr lang="en-US"/>
        </a:p>
      </dgm:t>
    </dgm:pt>
    <dgm:pt modelId="{87064FA8-6B1E-4AD4-9B18-AFE4F436AE24}" type="sibTrans" cxnId="{79F0D6FF-3419-4D9F-99CE-DAE3500B0000}">
      <dgm:prSet/>
      <dgm:spPr/>
      <dgm:t>
        <a:bodyPr/>
        <a:lstStyle/>
        <a:p>
          <a:endParaRPr lang="en-US"/>
        </a:p>
      </dgm:t>
    </dgm:pt>
    <dgm:pt modelId="{FBB3657C-C5F6-483F-B2E1-F304FF747CC2}">
      <dgm:prSet/>
      <dgm:spPr/>
      <dgm:t>
        <a:bodyPr/>
        <a:lstStyle/>
        <a:p>
          <a:r>
            <a:rPr lang="de-DE"/>
            <a:t>Irgendwelche Funktionalität kapseln</a:t>
          </a:r>
          <a:endParaRPr lang="en-US"/>
        </a:p>
      </dgm:t>
    </dgm:pt>
    <dgm:pt modelId="{85443718-1550-46CE-96CB-78EC3B9613A5}" type="parTrans" cxnId="{A178F1A3-3F0E-43F5-9C28-1C22C0485978}">
      <dgm:prSet/>
      <dgm:spPr/>
      <dgm:t>
        <a:bodyPr/>
        <a:lstStyle/>
        <a:p>
          <a:endParaRPr lang="en-US"/>
        </a:p>
      </dgm:t>
    </dgm:pt>
    <dgm:pt modelId="{A05EC887-17FA-46A5-88B3-13577CBF0ECC}" type="sibTrans" cxnId="{A178F1A3-3F0E-43F5-9C28-1C22C0485978}">
      <dgm:prSet/>
      <dgm:spPr/>
      <dgm:t>
        <a:bodyPr/>
        <a:lstStyle/>
        <a:p>
          <a:endParaRPr lang="en-US"/>
        </a:p>
      </dgm:t>
    </dgm:pt>
    <dgm:pt modelId="{B51B687C-5B4F-4241-8A08-08900A297552}">
      <dgm:prSet/>
      <dgm:spPr/>
      <dgm:t>
        <a:bodyPr/>
        <a:lstStyle/>
        <a:p>
          <a:r>
            <a:rPr lang="de-DE"/>
            <a:t>Nicht UI spezifisch</a:t>
          </a:r>
          <a:endParaRPr lang="en-US"/>
        </a:p>
      </dgm:t>
    </dgm:pt>
    <dgm:pt modelId="{C58286B2-5BD3-4229-B34F-6473C5C39825}" type="parTrans" cxnId="{6C31A9AD-1429-4007-8478-E731DC8EDE5B}">
      <dgm:prSet/>
      <dgm:spPr/>
      <dgm:t>
        <a:bodyPr/>
        <a:lstStyle/>
        <a:p>
          <a:endParaRPr lang="en-US"/>
        </a:p>
      </dgm:t>
    </dgm:pt>
    <dgm:pt modelId="{FB8F29B8-9D4B-415C-BD4D-02B2A45DDEC6}" type="sibTrans" cxnId="{6C31A9AD-1429-4007-8478-E731DC8EDE5B}">
      <dgm:prSet/>
      <dgm:spPr/>
      <dgm:t>
        <a:bodyPr/>
        <a:lstStyle/>
        <a:p>
          <a:endParaRPr lang="en-US"/>
        </a:p>
      </dgm:t>
    </dgm:pt>
    <dgm:pt modelId="{D6A51D03-DBAD-409B-9EC6-7E2E1C3F585F}">
      <dgm:prSet/>
      <dgm:spPr/>
      <dgm:t>
        <a:bodyPr/>
        <a:lstStyle/>
        <a:p>
          <a:r>
            <a:rPr lang="de-DE"/>
            <a:t>Implementierungsdetails verstecken</a:t>
          </a:r>
          <a:endParaRPr lang="en-US"/>
        </a:p>
      </dgm:t>
    </dgm:pt>
    <dgm:pt modelId="{7CCB2F7D-AF46-46ED-9726-460BCAE82CFC}" type="parTrans" cxnId="{09329454-3248-47B7-8CA4-6E6B50B43705}">
      <dgm:prSet/>
      <dgm:spPr/>
      <dgm:t>
        <a:bodyPr/>
        <a:lstStyle/>
        <a:p>
          <a:endParaRPr lang="en-US"/>
        </a:p>
      </dgm:t>
    </dgm:pt>
    <dgm:pt modelId="{5E597879-C1A6-4684-ADB5-2616FC0C3B42}" type="sibTrans" cxnId="{09329454-3248-47B7-8CA4-6E6B50B43705}">
      <dgm:prSet/>
      <dgm:spPr/>
      <dgm:t>
        <a:bodyPr/>
        <a:lstStyle/>
        <a:p>
          <a:endParaRPr lang="en-US"/>
        </a:p>
      </dgm:t>
    </dgm:pt>
    <dgm:pt modelId="{EED6FFE0-2A44-4B27-A611-05CF667607C5}">
      <dgm:prSet/>
      <dgm:spPr/>
      <dgm:t>
        <a:bodyPr/>
        <a:lstStyle/>
        <a:p>
          <a:r>
            <a:rPr lang="de-DE"/>
            <a:t>Einsatzmöglichkeiten</a:t>
          </a:r>
          <a:endParaRPr lang="en-US"/>
        </a:p>
      </dgm:t>
    </dgm:pt>
    <dgm:pt modelId="{7E135D92-DED6-48E4-8F92-60A0FD81699B}" type="parTrans" cxnId="{0ADD433C-2A4D-4A44-8D07-0094235D64D4}">
      <dgm:prSet/>
      <dgm:spPr/>
      <dgm:t>
        <a:bodyPr/>
        <a:lstStyle/>
        <a:p>
          <a:endParaRPr lang="en-US"/>
        </a:p>
      </dgm:t>
    </dgm:pt>
    <dgm:pt modelId="{5B1E17C6-C322-4A6C-A038-2CD9288B24D0}" type="sibTrans" cxnId="{0ADD433C-2A4D-4A44-8D07-0094235D64D4}">
      <dgm:prSet/>
      <dgm:spPr/>
      <dgm:t>
        <a:bodyPr/>
        <a:lstStyle/>
        <a:p>
          <a:endParaRPr lang="en-US"/>
        </a:p>
      </dgm:t>
    </dgm:pt>
    <dgm:pt modelId="{3AC862C0-C465-4C9D-8D72-02B075445E8E}">
      <dgm:prSet/>
      <dgm:spPr/>
      <dgm:t>
        <a:bodyPr/>
        <a:lstStyle/>
        <a:p>
          <a:r>
            <a:rPr lang="de-DE"/>
            <a:t>Höhere Abstraktion schaffen (REST)</a:t>
          </a:r>
          <a:endParaRPr lang="en-US"/>
        </a:p>
      </dgm:t>
    </dgm:pt>
    <dgm:pt modelId="{40B3C684-C7E1-486F-A98F-AB41C49A44A7}" type="parTrans" cxnId="{077A92A8-2677-48C0-ABCB-210F54FB1708}">
      <dgm:prSet/>
      <dgm:spPr/>
      <dgm:t>
        <a:bodyPr/>
        <a:lstStyle/>
        <a:p>
          <a:endParaRPr lang="en-US"/>
        </a:p>
      </dgm:t>
    </dgm:pt>
    <dgm:pt modelId="{9D6419F5-4D5A-4B71-9804-E47FA78C7224}" type="sibTrans" cxnId="{077A92A8-2677-48C0-ABCB-210F54FB1708}">
      <dgm:prSet/>
      <dgm:spPr/>
      <dgm:t>
        <a:bodyPr/>
        <a:lstStyle/>
        <a:p>
          <a:endParaRPr lang="en-US"/>
        </a:p>
      </dgm:t>
    </dgm:pt>
    <dgm:pt modelId="{6838FDA3-DDC8-43E9-B255-9E618A481BE5}">
      <dgm:prSet/>
      <dgm:spPr/>
      <dgm:t>
        <a:bodyPr/>
        <a:lstStyle/>
        <a:p>
          <a:r>
            <a:rPr lang="de-DE"/>
            <a:t>Integration anderer Bibliotheken (WebSocket)</a:t>
          </a:r>
          <a:endParaRPr lang="en-US"/>
        </a:p>
      </dgm:t>
    </dgm:pt>
    <dgm:pt modelId="{55BC20D8-05C7-4936-AA8E-8381D756AB98}" type="parTrans" cxnId="{9D8CA647-290F-4E96-9736-1999688677FC}">
      <dgm:prSet/>
      <dgm:spPr/>
      <dgm:t>
        <a:bodyPr/>
        <a:lstStyle/>
        <a:p>
          <a:endParaRPr lang="en-US"/>
        </a:p>
      </dgm:t>
    </dgm:pt>
    <dgm:pt modelId="{34060F6D-81FD-4A68-B66C-B7BB7B18C027}" type="sibTrans" cxnId="{9D8CA647-290F-4E96-9736-1999688677FC}">
      <dgm:prSet/>
      <dgm:spPr/>
      <dgm:t>
        <a:bodyPr/>
        <a:lstStyle/>
        <a:p>
          <a:endParaRPr lang="en-US"/>
        </a:p>
      </dgm:t>
    </dgm:pt>
    <dgm:pt modelId="{CD1D927F-DAAB-42CC-BE2A-48B1C7DB9ED8}">
      <dgm:prSet/>
      <dgm:spPr/>
      <dgm:t>
        <a:bodyPr/>
        <a:lstStyle/>
        <a:p>
          <a:r>
            <a:rPr lang="de-DE"/>
            <a:t>Datenhaltung, Datenzugriff, Caching, Logik, ...</a:t>
          </a:r>
          <a:endParaRPr lang="en-US"/>
        </a:p>
      </dgm:t>
    </dgm:pt>
    <dgm:pt modelId="{C7866F7A-9D76-40CE-BA0F-7D5F2A320B2A}" type="parTrans" cxnId="{ECFB7CAC-57BD-4550-AB46-CC3015AE4FDE}">
      <dgm:prSet/>
      <dgm:spPr/>
      <dgm:t>
        <a:bodyPr/>
        <a:lstStyle/>
        <a:p>
          <a:endParaRPr lang="en-US"/>
        </a:p>
      </dgm:t>
    </dgm:pt>
    <dgm:pt modelId="{4DDE1EE8-347C-4815-8E49-4CE061E06F7F}" type="sibTrans" cxnId="{ECFB7CAC-57BD-4550-AB46-CC3015AE4FDE}">
      <dgm:prSet/>
      <dgm:spPr/>
      <dgm:t>
        <a:bodyPr/>
        <a:lstStyle/>
        <a:p>
          <a:endParaRPr lang="en-US"/>
        </a:p>
      </dgm:t>
    </dgm:pt>
    <dgm:pt modelId="{AC5FE8A3-AD15-4EA5-9DFC-C25661387BAD}">
      <dgm:prSet/>
      <dgm:spPr/>
      <dgm:t>
        <a:bodyPr/>
        <a:lstStyle/>
        <a:p>
          <a:r>
            <a:rPr lang="de-DE"/>
            <a:t>Können Abhängigkeit zu anderen Services haben</a:t>
          </a:r>
          <a:endParaRPr lang="en-US"/>
        </a:p>
      </dgm:t>
    </dgm:pt>
    <dgm:pt modelId="{51B7961F-0CD8-47C1-A88E-CFDA728CE568}" type="parTrans" cxnId="{8D780701-4EEC-4796-BBB9-28474F19BF09}">
      <dgm:prSet/>
      <dgm:spPr/>
      <dgm:t>
        <a:bodyPr/>
        <a:lstStyle/>
        <a:p>
          <a:endParaRPr lang="en-US"/>
        </a:p>
      </dgm:t>
    </dgm:pt>
    <dgm:pt modelId="{8A19C35F-73AE-4335-9887-BBED9EB2C534}" type="sibTrans" cxnId="{8D780701-4EEC-4796-BBB9-28474F19BF09}">
      <dgm:prSet/>
      <dgm:spPr/>
      <dgm:t>
        <a:bodyPr/>
        <a:lstStyle/>
        <a:p>
          <a:endParaRPr lang="en-US"/>
        </a:p>
      </dgm:t>
    </dgm:pt>
    <dgm:pt modelId="{3E4DFD8E-2511-4E47-92B2-F7733B621AE5}" type="pres">
      <dgm:prSet presAssocID="{F70BA5FF-FBB8-47EE-A49F-CDE9898F4229}" presName="linear" presStyleCnt="0">
        <dgm:presLayoutVars>
          <dgm:animLvl val="lvl"/>
          <dgm:resizeHandles val="exact"/>
        </dgm:presLayoutVars>
      </dgm:prSet>
      <dgm:spPr/>
    </dgm:pt>
    <dgm:pt modelId="{8580140C-DC50-9B42-93EF-E0A8E23B5672}" type="pres">
      <dgm:prSet presAssocID="{75AEF37E-1A91-40B0-92CF-7D91383B42BC}" presName="parentText" presStyleLbl="node1" presStyleIdx="0" presStyleCnt="3">
        <dgm:presLayoutVars>
          <dgm:chMax val="0"/>
          <dgm:bulletEnabled val="1"/>
        </dgm:presLayoutVars>
      </dgm:prSet>
      <dgm:spPr/>
    </dgm:pt>
    <dgm:pt modelId="{E3706BF3-EB0C-B54A-9900-D0462B14A2C2}" type="pres">
      <dgm:prSet presAssocID="{75AEF37E-1A91-40B0-92CF-7D91383B42BC}" presName="childText" presStyleLbl="revTx" presStyleIdx="0" presStyleCnt="2">
        <dgm:presLayoutVars>
          <dgm:bulletEnabled val="1"/>
        </dgm:presLayoutVars>
      </dgm:prSet>
      <dgm:spPr/>
    </dgm:pt>
    <dgm:pt modelId="{E8370226-5730-B142-9DD9-D629D96B8129}" type="pres">
      <dgm:prSet presAssocID="{EED6FFE0-2A44-4B27-A611-05CF667607C5}" presName="parentText" presStyleLbl="node1" presStyleIdx="1" presStyleCnt="3">
        <dgm:presLayoutVars>
          <dgm:chMax val="0"/>
          <dgm:bulletEnabled val="1"/>
        </dgm:presLayoutVars>
      </dgm:prSet>
      <dgm:spPr/>
    </dgm:pt>
    <dgm:pt modelId="{85B4C076-C19F-FA44-9E00-83D9F1C8BFCC}" type="pres">
      <dgm:prSet presAssocID="{EED6FFE0-2A44-4B27-A611-05CF667607C5}" presName="childText" presStyleLbl="revTx" presStyleIdx="1" presStyleCnt="2">
        <dgm:presLayoutVars>
          <dgm:bulletEnabled val="1"/>
        </dgm:presLayoutVars>
      </dgm:prSet>
      <dgm:spPr/>
    </dgm:pt>
    <dgm:pt modelId="{D268AD21-B487-BF4A-9B84-2EF1C86BF016}" type="pres">
      <dgm:prSet presAssocID="{AC5FE8A3-AD15-4EA5-9DFC-C25661387BAD}" presName="parentText" presStyleLbl="node1" presStyleIdx="2" presStyleCnt="3">
        <dgm:presLayoutVars>
          <dgm:chMax val="0"/>
          <dgm:bulletEnabled val="1"/>
        </dgm:presLayoutVars>
      </dgm:prSet>
      <dgm:spPr/>
    </dgm:pt>
  </dgm:ptLst>
  <dgm:cxnLst>
    <dgm:cxn modelId="{8D780701-4EEC-4796-BBB9-28474F19BF09}" srcId="{F70BA5FF-FBB8-47EE-A49F-CDE9898F4229}" destId="{AC5FE8A3-AD15-4EA5-9DFC-C25661387BAD}" srcOrd="2" destOrd="0" parTransId="{51B7961F-0CD8-47C1-A88E-CFDA728CE568}" sibTransId="{8A19C35F-73AE-4335-9887-BBED9EB2C534}"/>
    <dgm:cxn modelId="{2E196309-390B-BF47-9C23-10586A384BBD}" type="presOf" srcId="{75AEF37E-1A91-40B0-92CF-7D91383B42BC}" destId="{8580140C-DC50-9B42-93EF-E0A8E23B5672}" srcOrd="0" destOrd="0" presId="urn:microsoft.com/office/officeart/2005/8/layout/vList2"/>
    <dgm:cxn modelId="{DDB78724-0A9F-A841-AF65-CF0B6D1FF10F}" type="presOf" srcId="{B51B687C-5B4F-4241-8A08-08900A297552}" destId="{E3706BF3-EB0C-B54A-9900-D0462B14A2C2}" srcOrd="0" destOrd="1" presId="urn:microsoft.com/office/officeart/2005/8/layout/vList2"/>
    <dgm:cxn modelId="{0ADD433C-2A4D-4A44-8D07-0094235D64D4}" srcId="{F70BA5FF-FBB8-47EE-A49F-CDE9898F4229}" destId="{EED6FFE0-2A44-4B27-A611-05CF667607C5}" srcOrd="1" destOrd="0" parTransId="{7E135D92-DED6-48E4-8F92-60A0FD81699B}" sibTransId="{5B1E17C6-C322-4A6C-A038-2CD9288B24D0}"/>
    <dgm:cxn modelId="{9D8CA647-290F-4E96-9736-1999688677FC}" srcId="{EED6FFE0-2A44-4B27-A611-05CF667607C5}" destId="{6838FDA3-DDC8-43E9-B255-9E618A481BE5}" srcOrd="1" destOrd="0" parTransId="{55BC20D8-05C7-4936-AA8E-8381D756AB98}" sibTransId="{34060F6D-81FD-4A68-B66C-B7BB7B18C027}"/>
    <dgm:cxn modelId="{09329454-3248-47B7-8CA4-6E6B50B43705}" srcId="{75AEF37E-1A91-40B0-92CF-7D91383B42BC}" destId="{D6A51D03-DBAD-409B-9EC6-7E2E1C3F585F}" srcOrd="2" destOrd="0" parTransId="{7CCB2F7D-AF46-46ED-9726-460BCAE82CFC}" sibTransId="{5E597879-C1A6-4684-ADB5-2616FC0C3B42}"/>
    <dgm:cxn modelId="{B2202183-2B95-9848-BCF8-CE3F5D6E2DD5}" type="presOf" srcId="{EED6FFE0-2A44-4B27-A611-05CF667607C5}" destId="{E8370226-5730-B142-9DD9-D629D96B8129}" srcOrd="0" destOrd="0" presId="urn:microsoft.com/office/officeart/2005/8/layout/vList2"/>
    <dgm:cxn modelId="{02414C8C-169E-304E-BBFF-8FBD24003D74}" type="presOf" srcId="{CD1D927F-DAAB-42CC-BE2A-48B1C7DB9ED8}" destId="{85B4C076-C19F-FA44-9E00-83D9F1C8BFCC}" srcOrd="0" destOrd="2" presId="urn:microsoft.com/office/officeart/2005/8/layout/vList2"/>
    <dgm:cxn modelId="{A178F1A3-3F0E-43F5-9C28-1C22C0485978}" srcId="{75AEF37E-1A91-40B0-92CF-7D91383B42BC}" destId="{FBB3657C-C5F6-483F-B2E1-F304FF747CC2}" srcOrd="0" destOrd="0" parTransId="{85443718-1550-46CE-96CB-78EC3B9613A5}" sibTransId="{A05EC887-17FA-46A5-88B3-13577CBF0ECC}"/>
    <dgm:cxn modelId="{077A92A8-2677-48C0-ABCB-210F54FB1708}" srcId="{EED6FFE0-2A44-4B27-A611-05CF667607C5}" destId="{3AC862C0-C465-4C9D-8D72-02B075445E8E}" srcOrd="0" destOrd="0" parTransId="{40B3C684-C7E1-486F-A98F-AB41C49A44A7}" sibTransId="{9D6419F5-4D5A-4B71-9804-E47FA78C7224}"/>
    <dgm:cxn modelId="{ECFB7CAC-57BD-4550-AB46-CC3015AE4FDE}" srcId="{EED6FFE0-2A44-4B27-A611-05CF667607C5}" destId="{CD1D927F-DAAB-42CC-BE2A-48B1C7DB9ED8}" srcOrd="2" destOrd="0" parTransId="{C7866F7A-9D76-40CE-BA0F-7D5F2A320B2A}" sibTransId="{4DDE1EE8-347C-4815-8E49-4CE061E06F7F}"/>
    <dgm:cxn modelId="{6C31A9AD-1429-4007-8478-E731DC8EDE5B}" srcId="{75AEF37E-1A91-40B0-92CF-7D91383B42BC}" destId="{B51B687C-5B4F-4241-8A08-08900A297552}" srcOrd="1" destOrd="0" parTransId="{C58286B2-5BD3-4229-B34F-6473C5C39825}" sibTransId="{FB8F29B8-9D4B-415C-BD4D-02B2A45DDEC6}"/>
    <dgm:cxn modelId="{06068BAF-A150-EF46-B1BE-C80A5602C20A}" type="presOf" srcId="{6838FDA3-DDC8-43E9-B255-9E618A481BE5}" destId="{85B4C076-C19F-FA44-9E00-83D9F1C8BFCC}" srcOrd="0" destOrd="1" presId="urn:microsoft.com/office/officeart/2005/8/layout/vList2"/>
    <dgm:cxn modelId="{4E7D84B0-CC58-854E-99D9-EBFE9400A8D3}" type="presOf" srcId="{D6A51D03-DBAD-409B-9EC6-7E2E1C3F585F}" destId="{E3706BF3-EB0C-B54A-9900-D0462B14A2C2}" srcOrd="0" destOrd="2" presId="urn:microsoft.com/office/officeart/2005/8/layout/vList2"/>
    <dgm:cxn modelId="{1D3CD4D6-CDD7-624A-867F-16FAC75ED0A5}" type="presOf" srcId="{FBB3657C-C5F6-483F-B2E1-F304FF747CC2}" destId="{E3706BF3-EB0C-B54A-9900-D0462B14A2C2}" srcOrd="0" destOrd="0" presId="urn:microsoft.com/office/officeart/2005/8/layout/vList2"/>
    <dgm:cxn modelId="{DD8AE4DC-3F2A-6241-BF32-E48641767E88}" type="presOf" srcId="{AC5FE8A3-AD15-4EA5-9DFC-C25661387BAD}" destId="{D268AD21-B487-BF4A-9B84-2EF1C86BF016}" srcOrd="0" destOrd="0" presId="urn:microsoft.com/office/officeart/2005/8/layout/vList2"/>
    <dgm:cxn modelId="{AD67A3EA-617C-D442-831F-201FEAD1F238}" type="presOf" srcId="{3AC862C0-C465-4C9D-8D72-02B075445E8E}" destId="{85B4C076-C19F-FA44-9E00-83D9F1C8BFCC}" srcOrd="0" destOrd="0" presId="urn:microsoft.com/office/officeart/2005/8/layout/vList2"/>
    <dgm:cxn modelId="{DB3859F0-7AAC-F143-AD61-A527F31FC174}" type="presOf" srcId="{F70BA5FF-FBB8-47EE-A49F-CDE9898F4229}" destId="{3E4DFD8E-2511-4E47-92B2-F7733B621AE5}" srcOrd="0" destOrd="0" presId="urn:microsoft.com/office/officeart/2005/8/layout/vList2"/>
    <dgm:cxn modelId="{79F0D6FF-3419-4D9F-99CE-DAE3500B0000}" srcId="{F70BA5FF-FBB8-47EE-A49F-CDE9898F4229}" destId="{75AEF37E-1A91-40B0-92CF-7D91383B42BC}" srcOrd="0" destOrd="0" parTransId="{7E20CC9F-EE43-471B-BB00-96EEE5E4E32C}" sibTransId="{87064FA8-6B1E-4AD4-9B18-AFE4F436AE24}"/>
    <dgm:cxn modelId="{A029F0E9-9494-3A47-81B5-62A21C3CF67D}" type="presParOf" srcId="{3E4DFD8E-2511-4E47-92B2-F7733B621AE5}" destId="{8580140C-DC50-9B42-93EF-E0A8E23B5672}" srcOrd="0" destOrd="0" presId="urn:microsoft.com/office/officeart/2005/8/layout/vList2"/>
    <dgm:cxn modelId="{396E90AB-F2E5-0F4E-8A10-3F75D5D180D4}" type="presParOf" srcId="{3E4DFD8E-2511-4E47-92B2-F7733B621AE5}" destId="{E3706BF3-EB0C-B54A-9900-D0462B14A2C2}" srcOrd="1" destOrd="0" presId="urn:microsoft.com/office/officeart/2005/8/layout/vList2"/>
    <dgm:cxn modelId="{C7BC6637-B2D3-F14B-B5ED-7B2B44AA05A5}" type="presParOf" srcId="{3E4DFD8E-2511-4E47-92B2-F7733B621AE5}" destId="{E8370226-5730-B142-9DD9-D629D96B8129}" srcOrd="2" destOrd="0" presId="urn:microsoft.com/office/officeart/2005/8/layout/vList2"/>
    <dgm:cxn modelId="{2D16048F-0CB2-CD4C-8B94-543978BA4BEA}" type="presParOf" srcId="{3E4DFD8E-2511-4E47-92B2-F7733B621AE5}" destId="{85B4C076-C19F-FA44-9E00-83D9F1C8BFCC}" srcOrd="3" destOrd="0" presId="urn:microsoft.com/office/officeart/2005/8/layout/vList2"/>
    <dgm:cxn modelId="{E96A26DB-0112-054C-9BC5-D2436AA779BB}" type="presParOf" srcId="{3E4DFD8E-2511-4E47-92B2-F7733B621AE5}" destId="{D268AD21-B487-BF4A-9B84-2EF1C86BF016}" srcOrd="4"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137CF48F-06EF-1743-8EBB-6C45D899FD96}" type="doc">
      <dgm:prSet loTypeId="urn:microsoft.com/office/officeart/2005/8/layout/list1" loCatId="" qsTypeId="urn:microsoft.com/office/officeart/2005/8/quickstyle/simple4" qsCatId="simple" csTypeId="urn:microsoft.com/office/officeart/2005/8/colors/accent1_2" csCatId="accent1" phldr="1"/>
      <dgm:spPr/>
      <dgm:t>
        <a:bodyPr/>
        <a:lstStyle/>
        <a:p>
          <a:endParaRPr lang="de-DE"/>
        </a:p>
      </dgm:t>
    </dgm:pt>
    <dgm:pt modelId="{DC04A101-1837-D940-AB74-320A30C1306F}">
      <dgm:prSet/>
      <dgm:spPr/>
      <dgm:t>
        <a:bodyPr/>
        <a:lstStyle/>
        <a:p>
          <a:pPr rtl="0"/>
          <a:r>
            <a:rPr lang="de-DE"/>
            <a:t>Aufbau der Netze komplex.</a:t>
          </a:r>
        </a:p>
      </dgm:t>
    </dgm:pt>
    <dgm:pt modelId="{5AF97E3D-3CCE-E74A-8F7A-09582F270F7C}" type="parTrans" cxnId="{6072D63E-1C04-2D46-B2C7-BC670EEE1A0A}">
      <dgm:prSet/>
      <dgm:spPr/>
      <dgm:t>
        <a:bodyPr/>
        <a:lstStyle/>
        <a:p>
          <a:endParaRPr lang="de-DE"/>
        </a:p>
      </dgm:t>
    </dgm:pt>
    <dgm:pt modelId="{8867A746-1E03-A344-8B72-C85A5AFDA537}" type="sibTrans" cxnId="{6072D63E-1C04-2D46-B2C7-BC670EEE1A0A}">
      <dgm:prSet/>
      <dgm:spPr/>
      <dgm:t>
        <a:bodyPr/>
        <a:lstStyle/>
        <a:p>
          <a:endParaRPr lang="de-DE"/>
        </a:p>
      </dgm:t>
    </dgm:pt>
    <dgm:pt modelId="{502651E8-B233-564C-9BE7-600A967999F0}">
      <dgm:prSet/>
      <dgm:spPr/>
      <dgm:t>
        <a:bodyPr/>
        <a:lstStyle/>
        <a:p>
          <a:pPr rtl="0"/>
          <a:r>
            <a:rPr lang="de-DE"/>
            <a:t>Testbarkeit der Komponenten wird eingeschränkt.</a:t>
          </a:r>
        </a:p>
      </dgm:t>
    </dgm:pt>
    <dgm:pt modelId="{E760247B-0466-9E4A-B538-69908AD01D1B}" type="parTrans" cxnId="{D885EE1C-06BD-1A48-8E08-3CC6F8421F64}">
      <dgm:prSet/>
      <dgm:spPr/>
      <dgm:t>
        <a:bodyPr/>
        <a:lstStyle/>
        <a:p>
          <a:endParaRPr lang="de-DE"/>
        </a:p>
      </dgm:t>
    </dgm:pt>
    <dgm:pt modelId="{6E3A7F33-AEF9-A845-B361-2C78A581E914}" type="sibTrans" cxnId="{D885EE1C-06BD-1A48-8E08-3CC6F8421F64}">
      <dgm:prSet/>
      <dgm:spPr/>
      <dgm:t>
        <a:bodyPr/>
        <a:lstStyle/>
        <a:p>
          <a:endParaRPr lang="de-DE"/>
        </a:p>
      </dgm:t>
    </dgm:pt>
    <dgm:pt modelId="{51298CF8-FDF3-4845-8431-042197D24083}">
      <dgm:prSet/>
      <dgm:spPr/>
      <dgm:t>
        <a:bodyPr/>
        <a:lstStyle/>
        <a:p>
          <a:pPr rtl="0"/>
          <a:r>
            <a:rPr lang="de-DE"/>
            <a:t>Änderbarkeit und Wartbarkeit nur bedingt gegeben.</a:t>
          </a:r>
        </a:p>
      </dgm:t>
    </dgm:pt>
    <dgm:pt modelId="{F88EB534-7E8C-5C4D-BDC1-467182299C62}" type="parTrans" cxnId="{1ACEE10D-787D-5443-A79A-6E8901C2DFE1}">
      <dgm:prSet/>
      <dgm:spPr/>
      <dgm:t>
        <a:bodyPr/>
        <a:lstStyle/>
        <a:p>
          <a:endParaRPr lang="de-DE"/>
        </a:p>
      </dgm:t>
    </dgm:pt>
    <dgm:pt modelId="{AB47C066-D760-5548-A66F-589F40E11261}" type="sibTrans" cxnId="{1ACEE10D-787D-5443-A79A-6E8901C2DFE1}">
      <dgm:prSet/>
      <dgm:spPr/>
      <dgm:t>
        <a:bodyPr/>
        <a:lstStyle/>
        <a:p>
          <a:endParaRPr lang="de-DE"/>
        </a:p>
      </dgm:t>
    </dgm:pt>
    <dgm:pt modelId="{FB3C7343-67B2-9747-9408-076B06C7C9A7}">
      <dgm:prSet/>
      <dgm:spPr/>
      <dgm:t>
        <a:bodyPr/>
        <a:lstStyle/>
        <a:p>
          <a:pPr rtl="0"/>
          <a:r>
            <a:rPr lang="de-DE" dirty="0" err="1"/>
            <a:t>Favor</a:t>
          </a:r>
          <a:r>
            <a:rPr lang="de-DE" dirty="0"/>
            <a:t> Delegation </a:t>
          </a:r>
          <a:r>
            <a:rPr lang="de-DE" dirty="0" err="1"/>
            <a:t>over</a:t>
          </a:r>
          <a:r>
            <a:rPr lang="de-DE" dirty="0"/>
            <a:t> </a:t>
          </a:r>
          <a:r>
            <a:rPr lang="de-DE" dirty="0" err="1"/>
            <a:t>inheritance</a:t>
          </a:r>
          <a:r>
            <a:rPr lang="de-DE" dirty="0"/>
            <a:t>.</a:t>
          </a:r>
        </a:p>
      </dgm:t>
    </dgm:pt>
    <dgm:pt modelId="{8B3837E7-FAC7-E84A-B291-336BA0DBD0B7}" type="parTrans" cxnId="{54E94F39-AAFB-D04E-B3FE-F27E77A9F3DA}">
      <dgm:prSet/>
      <dgm:spPr/>
      <dgm:t>
        <a:bodyPr/>
        <a:lstStyle/>
        <a:p>
          <a:endParaRPr lang="de-DE"/>
        </a:p>
      </dgm:t>
    </dgm:pt>
    <dgm:pt modelId="{17A7ABC1-4D09-8A4A-A6D6-504CB168629C}" type="sibTrans" cxnId="{54E94F39-AAFB-D04E-B3FE-F27E77A9F3DA}">
      <dgm:prSet/>
      <dgm:spPr/>
      <dgm:t>
        <a:bodyPr/>
        <a:lstStyle/>
        <a:p>
          <a:endParaRPr lang="de-DE"/>
        </a:p>
      </dgm:t>
    </dgm:pt>
    <dgm:pt modelId="{8B7699F5-139B-D046-8275-C056A6BA49B3}">
      <dgm:prSet/>
      <dgm:spPr/>
      <dgm:t>
        <a:bodyPr/>
        <a:lstStyle/>
        <a:p>
          <a:pPr rtl="0"/>
          <a:r>
            <a:rPr lang="de-DE" dirty="0"/>
            <a:t>Verschiedene Möglichkeiten Netze aufzubauen.</a:t>
          </a:r>
        </a:p>
      </dgm:t>
    </dgm:pt>
    <dgm:pt modelId="{3506DADC-FF07-4C42-93FF-D3AB30A203A7}" type="parTrans" cxnId="{CE5C00DC-3CBF-6A4E-BEDC-35EF1C30BF89}">
      <dgm:prSet/>
      <dgm:spPr/>
      <dgm:t>
        <a:bodyPr/>
        <a:lstStyle/>
        <a:p>
          <a:endParaRPr lang="de-DE"/>
        </a:p>
      </dgm:t>
    </dgm:pt>
    <dgm:pt modelId="{97CABD35-53D6-3248-B306-5D89E5810CC9}" type="sibTrans" cxnId="{CE5C00DC-3CBF-6A4E-BEDC-35EF1C30BF89}">
      <dgm:prSet/>
      <dgm:spPr/>
      <dgm:t>
        <a:bodyPr/>
        <a:lstStyle/>
        <a:p>
          <a:endParaRPr lang="de-DE"/>
        </a:p>
      </dgm:t>
    </dgm:pt>
    <dgm:pt modelId="{6BEE2A7A-C1FC-3943-BD38-5E336C6BD5EE}" type="pres">
      <dgm:prSet presAssocID="{137CF48F-06EF-1743-8EBB-6C45D899FD96}" presName="linear" presStyleCnt="0">
        <dgm:presLayoutVars>
          <dgm:dir/>
          <dgm:animLvl val="lvl"/>
          <dgm:resizeHandles val="exact"/>
        </dgm:presLayoutVars>
      </dgm:prSet>
      <dgm:spPr/>
    </dgm:pt>
    <dgm:pt modelId="{CFA95A14-D22F-C948-A869-F7D297266433}" type="pres">
      <dgm:prSet presAssocID="{DC04A101-1837-D940-AB74-320A30C1306F}" presName="parentLin" presStyleCnt="0"/>
      <dgm:spPr/>
    </dgm:pt>
    <dgm:pt modelId="{7239F3FD-F800-0949-B1B0-3D649E54BD11}" type="pres">
      <dgm:prSet presAssocID="{DC04A101-1837-D940-AB74-320A30C1306F}" presName="parentLeftMargin" presStyleLbl="node1" presStyleIdx="0" presStyleCnt="5"/>
      <dgm:spPr/>
    </dgm:pt>
    <dgm:pt modelId="{1ECD87B9-C580-F745-B1B7-FBF6A99F2703}" type="pres">
      <dgm:prSet presAssocID="{DC04A101-1837-D940-AB74-320A30C1306F}" presName="parentText" presStyleLbl="node1" presStyleIdx="0" presStyleCnt="5">
        <dgm:presLayoutVars>
          <dgm:chMax val="0"/>
          <dgm:bulletEnabled val="1"/>
        </dgm:presLayoutVars>
      </dgm:prSet>
      <dgm:spPr/>
    </dgm:pt>
    <dgm:pt modelId="{778BFF4B-AC52-634E-826A-44E0F50551A8}" type="pres">
      <dgm:prSet presAssocID="{DC04A101-1837-D940-AB74-320A30C1306F}" presName="negativeSpace" presStyleCnt="0"/>
      <dgm:spPr/>
    </dgm:pt>
    <dgm:pt modelId="{27BFC5A3-221C-BF41-82F3-231312BBE5EC}" type="pres">
      <dgm:prSet presAssocID="{DC04A101-1837-D940-AB74-320A30C1306F}" presName="childText" presStyleLbl="conFgAcc1" presStyleIdx="0" presStyleCnt="5">
        <dgm:presLayoutVars>
          <dgm:bulletEnabled val="1"/>
        </dgm:presLayoutVars>
      </dgm:prSet>
      <dgm:spPr/>
    </dgm:pt>
    <dgm:pt modelId="{2EF62C71-1FE3-6541-82E9-F1A2383F9597}" type="pres">
      <dgm:prSet presAssocID="{8867A746-1E03-A344-8B72-C85A5AFDA537}" presName="spaceBetweenRectangles" presStyleCnt="0"/>
      <dgm:spPr/>
    </dgm:pt>
    <dgm:pt modelId="{8B3EE54B-C6E5-6240-846F-AE3BF223DABF}" type="pres">
      <dgm:prSet presAssocID="{502651E8-B233-564C-9BE7-600A967999F0}" presName="parentLin" presStyleCnt="0"/>
      <dgm:spPr/>
    </dgm:pt>
    <dgm:pt modelId="{4A105D4B-B76A-B54A-BD17-89AADAAD12E3}" type="pres">
      <dgm:prSet presAssocID="{502651E8-B233-564C-9BE7-600A967999F0}" presName="parentLeftMargin" presStyleLbl="node1" presStyleIdx="0" presStyleCnt="5"/>
      <dgm:spPr/>
    </dgm:pt>
    <dgm:pt modelId="{B09D4BB5-B624-1D4B-B9E6-011316B43742}" type="pres">
      <dgm:prSet presAssocID="{502651E8-B233-564C-9BE7-600A967999F0}" presName="parentText" presStyleLbl="node1" presStyleIdx="1" presStyleCnt="5">
        <dgm:presLayoutVars>
          <dgm:chMax val="0"/>
          <dgm:bulletEnabled val="1"/>
        </dgm:presLayoutVars>
      </dgm:prSet>
      <dgm:spPr/>
    </dgm:pt>
    <dgm:pt modelId="{41526D06-E0D6-3E44-969C-698A19BE763F}" type="pres">
      <dgm:prSet presAssocID="{502651E8-B233-564C-9BE7-600A967999F0}" presName="negativeSpace" presStyleCnt="0"/>
      <dgm:spPr/>
    </dgm:pt>
    <dgm:pt modelId="{E7B1E18C-5299-164E-8066-1AD144D53839}" type="pres">
      <dgm:prSet presAssocID="{502651E8-B233-564C-9BE7-600A967999F0}" presName="childText" presStyleLbl="conFgAcc1" presStyleIdx="1" presStyleCnt="5">
        <dgm:presLayoutVars>
          <dgm:bulletEnabled val="1"/>
        </dgm:presLayoutVars>
      </dgm:prSet>
      <dgm:spPr/>
    </dgm:pt>
    <dgm:pt modelId="{704B7B41-7956-6744-924D-38FF2EB17BB0}" type="pres">
      <dgm:prSet presAssocID="{6E3A7F33-AEF9-A845-B361-2C78A581E914}" presName="spaceBetweenRectangles" presStyleCnt="0"/>
      <dgm:spPr/>
    </dgm:pt>
    <dgm:pt modelId="{CF3FABA2-E09D-E840-9216-B93DD10BE9FB}" type="pres">
      <dgm:prSet presAssocID="{51298CF8-FDF3-4845-8431-042197D24083}" presName="parentLin" presStyleCnt="0"/>
      <dgm:spPr/>
    </dgm:pt>
    <dgm:pt modelId="{F126DED2-5AA5-0944-BB22-E44D1E98F20A}" type="pres">
      <dgm:prSet presAssocID="{51298CF8-FDF3-4845-8431-042197D24083}" presName="parentLeftMargin" presStyleLbl="node1" presStyleIdx="1" presStyleCnt="5"/>
      <dgm:spPr/>
    </dgm:pt>
    <dgm:pt modelId="{D23F324F-A649-C54D-90F8-26F719C76FD7}" type="pres">
      <dgm:prSet presAssocID="{51298CF8-FDF3-4845-8431-042197D24083}" presName="parentText" presStyleLbl="node1" presStyleIdx="2" presStyleCnt="5">
        <dgm:presLayoutVars>
          <dgm:chMax val="0"/>
          <dgm:bulletEnabled val="1"/>
        </dgm:presLayoutVars>
      </dgm:prSet>
      <dgm:spPr/>
    </dgm:pt>
    <dgm:pt modelId="{0E18BC6F-76E8-1E42-9790-A92F27B40DC7}" type="pres">
      <dgm:prSet presAssocID="{51298CF8-FDF3-4845-8431-042197D24083}" presName="negativeSpace" presStyleCnt="0"/>
      <dgm:spPr/>
    </dgm:pt>
    <dgm:pt modelId="{1C9F027A-4FEE-E646-9A26-FF01151D7B0D}" type="pres">
      <dgm:prSet presAssocID="{51298CF8-FDF3-4845-8431-042197D24083}" presName="childText" presStyleLbl="conFgAcc1" presStyleIdx="2" presStyleCnt="5">
        <dgm:presLayoutVars>
          <dgm:bulletEnabled val="1"/>
        </dgm:presLayoutVars>
      </dgm:prSet>
      <dgm:spPr/>
    </dgm:pt>
    <dgm:pt modelId="{320F94DB-0240-3B48-86A0-B95E4218BF18}" type="pres">
      <dgm:prSet presAssocID="{AB47C066-D760-5548-A66F-589F40E11261}" presName="spaceBetweenRectangles" presStyleCnt="0"/>
      <dgm:spPr/>
    </dgm:pt>
    <dgm:pt modelId="{01760883-840C-724C-93BD-BE6A878FEB9C}" type="pres">
      <dgm:prSet presAssocID="{FB3C7343-67B2-9747-9408-076B06C7C9A7}" presName="parentLin" presStyleCnt="0"/>
      <dgm:spPr/>
    </dgm:pt>
    <dgm:pt modelId="{FF4F0C05-8A49-944F-BA4E-1F2D18491E9E}" type="pres">
      <dgm:prSet presAssocID="{FB3C7343-67B2-9747-9408-076B06C7C9A7}" presName="parentLeftMargin" presStyleLbl="node1" presStyleIdx="2" presStyleCnt="5"/>
      <dgm:spPr/>
    </dgm:pt>
    <dgm:pt modelId="{AABA84C5-D367-3740-811F-273A21F9174D}" type="pres">
      <dgm:prSet presAssocID="{FB3C7343-67B2-9747-9408-076B06C7C9A7}" presName="parentText" presStyleLbl="node1" presStyleIdx="3" presStyleCnt="5">
        <dgm:presLayoutVars>
          <dgm:chMax val="0"/>
          <dgm:bulletEnabled val="1"/>
        </dgm:presLayoutVars>
      </dgm:prSet>
      <dgm:spPr/>
    </dgm:pt>
    <dgm:pt modelId="{4892C2D1-C498-E24A-8F75-DB0CBCB6E045}" type="pres">
      <dgm:prSet presAssocID="{FB3C7343-67B2-9747-9408-076B06C7C9A7}" presName="negativeSpace" presStyleCnt="0"/>
      <dgm:spPr/>
    </dgm:pt>
    <dgm:pt modelId="{E7A1E83F-27FB-7046-916E-840DBC608703}" type="pres">
      <dgm:prSet presAssocID="{FB3C7343-67B2-9747-9408-076B06C7C9A7}" presName="childText" presStyleLbl="conFgAcc1" presStyleIdx="3" presStyleCnt="5">
        <dgm:presLayoutVars>
          <dgm:bulletEnabled val="1"/>
        </dgm:presLayoutVars>
      </dgm:prSet>
      <dgm:spPr/>
    </dgm:pt>
    <dgm:pt modelId="{F8F67C72-6766-3641-8429-79CC9D52321A}" type="pres">
      <dgm:prSet presAssocID="{17A7ABC1-4D09-8A4A-A6D6-504CB168629C}" presName="spaceBetweenRectangles" presStyleCnt="0"/>
      <dgm:spPr/>
    </dgm:pt>
    <dgm:pt modelId="{5A3AA09F-554D-CC4E-A440-A445ED2B5AC1}" type="pres">
      <dgm:prSet presAssocID="{8B7699F5-139B-D046-8275-C056A6BA49B3}" presName="parentLin" presStyleCnt="0"/>
      <dgm:spPr/>
    </dgm:pt>
    <dgm:pt modelId="{D7CF370E-E249-714D-9E1A-D26770835788}" type="pres">
      <dgm:prSet presAssocID="{8B7699F5-139B-D046-8275-C056A6BA49B3}" presName="parentLeftMargin" presStyleLbl="node1" presStyleIdx="3" presStyleCnt="5"/>
      <dgm:spPr/>
    </dgm:pt>
    <dgm:pt modelId="{0A9A284D-6452-BB41-99E7-07D3AE11220D}" type="pres">
      <dgm:prSet presAssocID="{8B7699F5-139B-D046-8275-C056A6BA49B3}" presName="parentText" presStyleLbl="node1" presStyleIdx="4" presStyleCnt="5">
        <dgm:presLayoutVars>
          <dgm:chMax val="0"/>
          <dgm:bulletEnabled val="1"/>
        </dgm:presLayoutVars>
      </dgm:prSet>
      <dgm:spPr/>
    </dgm:pt>
    <dgm:pt modelId="{A43DC9F2-2AE4-1146-B81A-11C886E51E1E}" type="pres">
      <dgm:prSet presAssocID="{8B7699F5-139B-D046-8275-C056A6BA49B3}" presName="negativeSpace" presStyleCnt="0"/>
      <dgm:spPr/>
    </dgm:pt>
    <dgm:pt modelId="{6387FF60-1556-F646-BEF2-EFDFA3F1F8AE}" type="pres">
      <dgm:prSet presAssocID="{8B7699F5-139B-D046-8275-C056A6BA49B3}" presName="childText" presStyleLbl="conFgAcc1" presStyleIdx="4" presStyleCnt="5">
        <dgm:presLayoutVars>
          <dgm:bulletEnabled val="1"/>
        </dgm:presLayoutVars>
      </dgm:prSet>
      <dgm:spPr/>
    </dgm:pt>
  </dgm:ptLst>
  <dgm:cxnLst>
    <dgm:cxn modelId="{1ACEE10D-787D-5443-A79A-6E8901C2DFE1}" srcId="{137CF48F-06EF-1743-8EBB-6C45D899FD96}" destId="{51298CF8-FDF3-4845-8431-042197D24083}" srcOrd="2" destOrd="0" parTransId="{F88EB534-7E8C-5C4D-BDC1-467182299C62}" sibTransId="{AB47C066-D760-5548-A66F-589F40E11261}"/>
    <dgm:cxn modelId="{D885EE1C-06BD-1A48-8E08-3CC6F8421F64}" srcId="{137CF48F-06EF-1743-8EBB-6C45D899FD96}" destId="{502651E8-B233-564C-9BE7-600A967999F0}" srcOrd="1" destOrd="0" parTransId="{E760247B-0466-9E4A-B538-69908AD01D1B}" sibTransId="{6E3A7F33-AEF9-A845-B361-2C78A581E914}"/>
    <dgm:cxn modelId="{A19FB326-9063-5E47-ACA2-2CF81CF65950}" type="presOf" srcId="{51298CF8-FDF3-4845-8431-042197D24083}" destId="{D23F324F-A649-C54D-90F8-26F719C76FD7}" srcOrd="1" destOrd="0" presId="urn:microsoft.com/office/officeart/2005/8/layout/list1"/>
    <dgm:cxn modelId="{7EB79D2A-8ADC-3B4C-B7A9-2E597A87F299}" type="presOf" srcId="{137CF48F-06EF-1743-8EBB-6C45D899FD96}" destId="{6BEE2A7A-C1FC-3943-BD38-5E336C6BD5EE}" srcOrd="0" destOrd="0" presId="urn:microsoft.com/office/officeart/2005/8/layout/list1"/>
    <dgm:cxn modelId="{CB8A502B-8D5B-7743-85CB-2D279CC68321}" type="presOf" srcId="{502651E8-B233-564C-9BE7-600A967999F0}" destId="{B09D4BB5-B624-1D4B-B9E6-011316B43742}" srcOrd="1" destOrd="0" presId="urn:microsoft.com/office/officeart/2005/8/layout/list1"/>
    <dgm:cxn modelId="{54E94F39-AAFB-D04E-B3FE-F27E77A9F3DA}" srcId="{137CF48F-06EF-1743-8EBB-6C45D899FD96}" destId="{FB3C7343-67B2-9747-9408-076B06C7C9A7}" srcOrd="3" destOrd="0" parTransId="{8B3837E7-FAC7-E84A-B291-336BA0DBD0B7}" sibTransId="{17A7ABC1-4D09-8A4A-A6D6-504CB168629C}"/>
    <dgm:cxn modelId="{99F1433B-61FA-EA4D-8165-54206471B430}" type="presOf" srcId="{51298CF8-FDF3-4845-8431-042197D24083}" destId="{F126DED2-5AA5-0944-BB22-E44D1E98F20A}" srcOrd="0" destOrd="0" presId="urn:microsoft.com/office/officeart/2005/8/layout/list1"/>
    <dgm:cxn modelId="{6072D63E-1C04-2D46-B2C7-BC670EEE1A0A}" srcId="{137CF48F-06EF-1743-8EBB-6C45D899FD96}" destId="{DC04A101-1837-D940-AB74-320A30C1306F}" srcOrd="0" destOrd="0" parTransId="{5AF97E3D-3CCE-E74A-8F7A-09582F270F7C}" sibTransId="{8867A746-1E03-A344-8B72-C85A5AFDA537}"/>
    <dgm:cxn modelId="{4AADC64B-BFEB-B243-9082-C666F8F413E7}" type="presOf" srcId="{502651E8-B233-564C-9BE7-600A967999F0}" destId="{4A105D4B-B76A-B54A-BD17-89AADAAD12E3}" srcOrd="0" destOrd="0" presId="urn:microsoft.com/office/officeart/2005/8/layout/list1"/>
    <dgm:cxn modelId="{411E0B50-F152-724E-998A-471D27E1DC8E}" type="presOf" srcId="{FB3C7343-67B2-9747-9408-076B06C7C9A7}" destId="{AABA84C5-D367-3740-811F-273A21F9174D}" srcOrd="1" destOrd="0" presId="urn:microsoft.com/office/officeart/2005/8/layout/list1"/>
    <dgm:cxn modelId="{6B089D7B-5D56-E043-A20B-868B1C33BF5F}" type="presOf" srcId="{8B7699F5-139B-D046-8275-C056A6BA49B3}" destId="{D7CF370E-E249-714D-9E1A-D26770835788}" srcOrd="0" destOrd="0" presId="urn:microsoft.com/office/officeart/2005/8/layout/list1"/>
    <dgm:cxn modelId="{33772085-927B-884B-B500-15EF64C09EF2}" type="presOf" srcId="{FB3C7343-67B2-9747-9408-076B06C7C9A7}" destId="{FF4F0C05-8A49-944F-BA4E-1F2D18491E9E}" srcOrd="0" destOrd="0" presId="urn:microsoft.com/office/officeart/2005/8/layout/list1"/>
    <dgm:cxn modelId="{EFFD86C1-CCE1-0A4F-A160-CA2CA3FBB9FA}" type="presOf" srcId="{DC04A101-1837-D940-AB74-320A30C1306F}" destId="{1ECD87B9-C580-F745-B1B7-FBF6A99F2703}" srcOrd="1" destOrd="0" presId="urn:microsoft.com/office/officeart/2005/8/layout/list1"/>
    <dgm:cxn modelId="{DECA7DD7-B301-1948-853B-2CFA952B8A0A}" type="presOf" srcId="{8B7699F5-139B-D046-8275-C056A6BA49B3}" destId="{0A9A284D-6452-BB41-99E7-07D3AE11220D}" srcOrd="1" destOrd="0" presId="urn:microsoft.com/office/officeart/2005/8/layout/list1"/>
    <dgm:cxn modelId="{CE5C00DC-3CBF-6A4E-BEDC-35EF1C30BF89}" srcId="{137CF48F-06EF-1743-8EBB-6C45D899FD96}" destId="{8B7699F5-139B-D046-8275-C056A6BA49B3}" srcOrd="4" destOrd="0" parTransId="{3506DADC-FF07-4C42-93FF-D3AB30A203A7}" sibTransId="{97CABD35-53D6-3248-B306-5D89E5810CC9}"/>
    <dgm:cxn modelId="{CD76E4E1-A556-6249-9C01-099A56341B75}" type="presOf" srcId="{DC04A101-1837-D940-AB74-320A30C1306F}" destId="{7239F3FD-F800-0949-B1B0-3D649E54BD11}" srcOrd="0" destOrd="0" presId="urn:microsoft.com/office/officeart/2005/8/layout/list1"/>
    <dgm:cxn modelId="{5BF061FC-D7D7-8C4A-BF95-F9895734A122}" type="presParOf" srcId="{6BEE2A7A-C1FC-3943-BD38-5E336C6BD5EE}" destId="{CFA95A14-D22F-C948-A869-F7D297266433}" srcOrd="0" destOrd="0" presId="urn:microsoft.com/office/officeart/2005/8/layout/list1"/>
    <dgm:cxn modelId="{D453BB99-165E-4347-9895-1BC0F40E97ED}" type="presParOf" srcId="{CFA95A14-D22F-C948-A869-F7D297266433}" destId="{7239F3FD-F800-0949-B1B0-3D649E54BD11}" srcOrd="0" destOrd="0" presId="urn:microsoft.com/office/officeart/2005/8/layout/list1"/>
    <dgm:cxn modelId="{FB482074-3394-CE4A-B5BA-86966C321954}" type="presParOf" srcId="{CFA95A14-D22F-C948-A869-F7D297266433}" destId="{1ECD87B9-C580-F745-B1B7-FBF6A99F2703}" srcOrd="1" destOrd="0" presId="urn:microsoft.com/office/officeart/2005/8/layout/list1"/>
    <dgm:cxn modelId="{06DE892E-55EA-2F46-B129-3052EED1A363}" type="presParOf" srcId="{6BEE2A7A-C1FC-3943-BD38-5E336C6BD5EE}" destId="{778BFF4B-AC52-634E-826A-44E0F50551A8}" srcOrd="1" destOrd="0" presId="urn:microsoft.com/office/officeart/2005/8/layout/list1"/>
    <dgm:cxn modelId="{4EFED974-9500-4F42-B0D9-85EE91C282D7}" type="presParOf" srcId="{6BEE2A7A-C1FC-3943-BD38-5E336C6BD5EE}" destId="{27BFC5A3-221C-BF41-82F3-231312BBE5EC}" srcOrd="2" destOrd="0" presId="urn:microsoft.com/office/officeart/2005/8/layout/list1"/>
    <dgm:cxn modelId="{59F246C2-6951-D94E-9647-17736646CB85}" type="presParOf" srcId="{6BEE2A7A-C1FC-3943-BD38-5E336C6BD5EE}" destId="{2EF62C71-1FE3-6541-82E9-F1A2383F9597}" srcOrd="3" destOrd="0" presId="urn:microsoft.com/office/officeart/2005/8/layout/list1"/>
    <dgm:cxn modelId="{A93C2E5A-854F-5447-BF78-9A8FD28E6090}" type="presParOf" srcId="{6BEE2A7A-C1FC-3943-BD38-5E336C6BD5EE}" destId="{8B3EE54B-C6E5-6240-846F-AE3BF223DABF}" srcOrd="4" destOrd="0" presId="urn:microsoft.com/office/officeart/2005/8/layout/list1"/>
    <dgm:cxn modelId="{65A968A4-0D2B-B849-B41B-7501CC990CF7}" type="presParOf" srcId="{8B3EE54B-C6E5-6240-846F-AE3BF223DABF}" destId="{4A105D4B-B76A-B54A-BD17-89AADAAD12E3}" srcOrd="0" destOrd="0" presId="urn:microsoft.com/office/officeart/2005/8/layout/list1"/>
    <dgm:cxn modelId="{D09A3586-58D2-F84A-85FA-6587A165DDE2}" type="presParOf" srcId="{8B3EE54B-C6E5-6240-846F-AE3BF223DABF}" destId="{B09D4BB5-B624-1D4B-B9E6-011316B43742}" srcOrd="1" destOrd="0" presId="urn:microsoft.com/office/officeart/2005/8/layout/list1"/>
    <dgm:cxn modelId="{4693E7AE-6B49-F24E-B369-8EC2876D4856}" type="presParOf" srcId="{6BEE2A7A-C1FC-3943-BD38-5E336C6BD5EE}" destId="{41526D06-E0D6-3E44-969C-698A19BE763F}" srcOrd="5" destOrd="0" presId="urn:microsoft.com/office/officeart/2005/8/layout/list1"/>
    <dgm:cxn modelId="{49CC0697-CA1C-414B-85B0-A05BED85405C}" type="presParOf" srcId="{6BEE2A7A-C1FC-3943-BD38-5E336C6BD5EE}" destId="{E7B1E18C-5299-164E-8066-1AD144D53839}" srcOrd="6" destOrd="0" presId="urn:microsoft.com/office/officeart/2005/8/layout/list1"/>
    <dgm:cxn modelId="{EDBB7219-11CB-C649-9FAE-D4AF07BCA299}" type="presParOf" srcId="{6BEE2A7A-C1FC-3943-BD38-5E336C6BD5EE}" destId="{704B7B41-7956-6744-924D-38FF2EB17BB0}" srcOrd="7" destOrd="0" presId="urn:microsoft.com/office/officeart/2005/8/layout/list1"/>
    <dgm:cxn modelId="{74668403-9343-1D4B-BF78-1DEF078C3BDB}" type="presParOf" srcId="{6BEE2A7A-C1FC-3943-BD38-5E336C6BD5EE}" destId="{CF3FABA2-E09D-E840-9216-B93DD10BE9FB}" srcOrd="8" destOrd="0" presId="urn:microsoft.com/office/officeart/2005/8/layout/list1"/>
    <dgm:cxn modelId="{E1DBE7B4-3149-AC4A-A025-E91C3F4FB818}" type="presParOf" srcId="{CF3FABA2-E09D-E840-9216-B93DD10BE9FB}" destId="{F126DED2-5AA5-0944-BB22-E44D1E98F20A}" srcOrd="0" destOrd="0" presId="urn:microsoft.com/office/officeart/2005/8/layout/list1"/>
    <dgm:cxn modelId="{200889BC-5C69-2E46-A5ED-EA89FC086F21}" type="presParOf" srcId="{CF3FABA2-E09D-E840-9216-B93DD10BE9FB}" destId="{D23F324F-A649-C54D-90F8-26F719C76FD7}" srcOrd="1" destOrd="0" presId="urn:microsoft.com/office/officeart/2005/8/layout/list1"/>
    <dgm:cxn modelId="{16E1F6D4-2936-D54C-A272-528EF90E75D9}" type="presParOf" srcId="{6BEE2A7A-C1FC-3943-BD38-5E336C6BD5EE}" destId="{0E18BC6F-76E8-1E42-9790-A92F27B40DC7}" srcOrd="9" destOrd="0" presId="urn:microsoft.com/office/officeart/2005/8/layout/list1"/>
    <dgm:cxn modelId="{D513700C-BB41-DB40-A6B2-5157CEF7D7D7}" type="presParOf" srcId="{6BEE2A7A-C1FC-3943-BD38-5E336C6BD5EE}" destId="{1C9F027A-4FEE-E646-9A26-FF01151D7B0D}" srcOrd="10" destOrd="0" presId="urn:microsoft.com/office/officeart/2005/8/layout/list1"/>
    <dgm:cxn modelId="{35899B0E-9EF5-9E4B-AE01-62ECE44195EB}" type="presParOf" srcId="{6BEE2A7A-C1FC-3943-BD38-5E336C6BD5EE}" destId="{320F94DB-0240-3B48-86A0-B95E4218BF18}" srcOrd="11" destOrd="0" presId="urn:microsoft.com/office/officeart/2005/8/layout/list1"/>
    <dgm:cxn modelId="{98185DC2-D04B-E340-96E9-3DAB2FA42EAA}" type="presParOf" srcId="{6BEE2A7A-C1FC-3943-BD38-5E336C6BD5EE}" destId="{01760883-840C-724C-93BD-BE6A878FEB9C}" srcOrd="12" destOrd="0" presId="urn:microsoft.com/office/officeart/2005/8/layout/list1"/>
    <dgm:cxn modelId="{2196DE93-FEF0-3D44-816E-B82F598CDC00}" type="presParOf" srcId="{01760883-840C-724C-93BD-BE6A878FEB9C}" destId="{FF4F0C05-8A49-944F-BA4E-1F2D18491E9E}" srcOrd="0" destOrd="0" presId="urn:microsoft.com/office/officeart/2005/8/layout/list1"/>
    <dgm:cxn modelId="{F6A5E6C9-DCE2-934E-8BDA-EA49DDE4DB7F}" type="presParOf" srcId="{01760883-840C-724C-93BD-BE6A878FEB9C}" destId="{AABA84C5-D367-3740-811F-273A21F9174D}" srcOrd="1" destOrd="0" presId="urn:microsoft.com/office/officeart/2005/8/layout/list1"/>
    <dgm:cxn modelId="{96DC64CE-3B37-A243-BFB1-26A6CC44A8DD}" type="presParOf" srcId="{6BEE2A7A-C1FC-3943-BD38-5E336C6BD5EE}" destId="{4892C2D1-C498-E24A-8F75-DB0CBCB6E045}" srcOrd="13" destOrd="0" presId="urn:microsoft.com/office/officeart/2005/8/layout/list1"/>
    <dgm:cxn modelId="{99E7B76B-9CE6-DB4D-87B4-4A1CB6CC7701}" type="presParOf" srcId="{6BEE2A7A-C1FC-3943-BD38-5E336C6BD5EE}" destId="{E7A1E83F-27FB-7046-916E-840DBC608703}" srcOrd="14" destOrd="0" presId="urn:microsoft.com/office/officeart/2005/8/layout/list1"/>
    <dgm:cxn modelId="{5699002B-C8B8-2344-8C85-5147815B5CB8}" type="presParOf" srcId="{6BEE2A7A-C1FC-3943-BD38-5E336C6BD5EE}" destId="{F8F67C72-6766-3641-8429-79CC9D52321A}" srcOrd="15" destOrd="0" presId="urn:microsoft.com/office/officeart/2005/8/layout/list1"/>
    <dgm:cxn modelId="{92006DDF-E905-E741-AC11-20502E74F52B}" type="presParOf" srcId="{6BEE2A7A-C1FC-3943-BD38-5E336C6BD5EE}" destId="{5A3AA09F-554D-CC4E-A440-A445ED2B5AC1}" srcOrd="16" destOrd="0" presId="urn:microsoft.com/office/officeart/2005/8/layout/list1"/>
    <dgm:cxn modelId="{FFF6CD54-DA3A-654B-954A-55C1AE261F43}" type="presParOf" srcId="{5A3AA09F-554D-CC4E-A440-A445ED2B5AC1}" destId="{D7CF370E-E249-714D-9E1A-D26770835788}" srcOrd="0" destOrd="0" presId="urn:microsoft.com/office/officeart/2005/8/layout/list1"/>
    <dgm:cxn modelId="{AA261E7B-719B-5F47-8156-4038A94239F3}" type="presParOf" srcId="{5A3AA09F-554D-CC4E-A440-A445ED2B5AC1}" destId="{0A9A284D-6452-BB41-99E7-07D3AE11220D}" srcOrd="1" destOrd="0" presId="urn:microsoft.com/office/officeart/2005/8/layout/list1"/>
    <dgm:cxn modelId="{AE75E6A4-733A-3542-9238-D39451F4FBDA}" type="presParOf" srcId="{6BEE2A7A-C1FC-3943-BD38-5E336C6BD5EE}" destId="{A43DC9F2-2AE4-1146-B81A-11C886E51E1E}" srcOrd="17" destOrd="0" presId="urn:microsoft.com/office/officeart/2005/8/layout/list1"/>
    <dgm:cxn modelId="{B9FB88CD-06CB-D249-9B3F-B90A6BF7C713}" type="presParOf" srcId="{6BEE2A7A-C1FC-3943-BD38-5E336C6BD5EE}" destId="{6387FF60-1556-F646-BEF2-EFDFA3F1F8AE}" srcOrd="18"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C5E9A6EF-7A77-2C4F-89A3-A1EB85BD89C8}" type="doc">
      <dgm:prSet loTypeId="urn:microsoft.com/office/officeart/2008/layout/SquareAccentList" loCatId="" qsTypeId="urn:microsoft.com/office/officeart/2005/8/quickstyle/3D1" qsCatId="3D" csTypeId="urn:microsoft.com/office/officeart/2005/8/colors/accent1_2" csCatId="accent1" phldr="1"/>
      <dgm:spPr/>
      <dgm:t>
        <a:bodyPr/>
        <a:lstStyle/>
        <a:p>
          <a:endParaRPr lang="de-DE"/>
        </a:p>
      </dgm:t>
    </dgm:pt>
    <dgm:pt modelId="{E523C9C9-44E4-8F4C-AFF0-0A41583A5470}">
      <dgm:prSet phldrT="[Text]"/>
      <dgm:spPr/>
      <dgm:t>
        <a:bodyPr/>
        <a:lstStyle/>
        <a:p>
          <a:r>
            <a:rPr lang="de-DE" dirty="0"/>
            <a:t>intermediate</a:t>
          </a:r>
        </a:p>
      </dgm:t>
    </dgm:pt>
    <dgm:pt modelId="{BFDD7C29-7827-9F41-A10B-235C8F10D135}" type="parTrans" cxnId="{C25AE12D-E0CA-F148-A166-D0F32CE73344}">
      <dgm:prSet/>
      <dgm:spPr/>
      <dgm:t>
        <a:bodyPr/>
        <a:lstStyle/>
        <a:p>
          <a:endParaRPr lang="de-DE"/>
        </a:p>
      </dgm:t>
    </dgm:pt>
    <dgm:pt modelId="{849F7042-090C-154F-B331-9D79B86139AD}" type="sibTrans" cxnId="{C25AE12D-E0CA-F148-A166-D0F32CE73344}">
      <dgm:prSet/>
      <dgm:spPr/>
      <dgm:t>
        <a:bodyPr/>
        <a:lstStyle/>
        <a:p>
          <a:endParaRPr lang="de-DE"/>
        </a:p>
      </dgm:t>
    </dgm:pt>
    <dgm:pt modelId="{5E1A3761-696C-A247-A10F-46C164BC8AA8}">
      <dgm:prSet phldrT="[Text]"/>
      <dgm:spPr/>
      <dgm:t>
        <a:bodyPr/>
        <a:lstStyle/>
        <a:p>
          <a:r>
            <a:rPr lang="de-DE" dirty="0" err="1"/>
            <a:t>filter</a:t>
          </a:r>
          <a:endParaRPr lang="de-DE" dirty="0"/>
        </a:p>
      </dgm:t>
    </dgm:pt>
    <dgm:pt modelId="{8C609066-3EB0-E946-BC44-839A246CE517}" type="parTrans" cxnId="{A5729033-6452-3149-9DE4-4A8ECFA7EB25}">
      <dgm:prSet/>
      <dgm:spPr/>
      <dgm:t>
        <a:bodyPr/>
        <a:lstStyle/>
        <a:p>
          <a:endParaRPr lang="de-DE"/>
        </a:p>
      </dgm:t>
    </dgm:pt>
    <dgm:pt modelId="{066C3D85-9EFB-2647-B41D-D3C20BDC3EBD}" type="sibTrans" cxnId="{A5729033-6452-3149-9DE4-4A8ECFA7EB25}">
      <dgm:prSet/>
      <dgm:spPr/>
      <dgm:t>
        <a:bodyPr/>
        <a:lstStyle/>
        <a:p>
          <a:endParaRPr lang="de-DE"/>
        </a:p>
      </dgm:t>
    </dgm:pt>
    <dgm:pt modelId="{6A8A650A-0C93-F14A-9361-0118E1F7EC60}">
      <dgm:prSet phldrT="[Text]"/>
      <dgm:spPr/>
      <dgm:t>
        <a:bodyPr/>
        <a:lstStyle/>
        <a:p>
          <a:r>
            <a:rPr lang="de-DE"/>
            <a:t>map</a:t>
          </a:r>
          <a:endParaRPr lang="de-DE" dirty="0"/>
        </a:p>
      </dgm:t>
    </dgm:pt>
    <dgm:pt modelId="{712828DD-507C-5E4F-B5BC-CE9DDD87DB83}" type="parTrans" cxnId="{92BE3AAE-15A9-E245-B7BA-A4D619F57A5D}">
      <dgm:prSet/>
      <dgm:spPr/>
      <dgm:t>
        <a:bodyPr/>
        <a:lstStyle/>
        <a:p>
          <a:endParaRPr lang="de-DE"/>
        </a:p>
      </dgm:t>
    </dgm:pt>
    <dgm:pt modelId="{746CDBDF-8526-4046-9408-D9DB06C05211}" type="sibTrans" cxnId="{92BE3AAE-15A9-E245-B7BA-A4D619F57A5D}">
      <dgm:prSet/>
      <dgm:spPr/>
      <dgm:t>
        <a:bodyPr/>
        <a:lstStyle/>
        <a:p>
          <a:endParaRPr lang="de-DE"/>
        </a:p>
      </dgm:t>
    </dgm:pt>
    <dgm:pt modelId="{E8C406D6-A9AC-C245-B757-1D5F6098F671}">
      <dgm:prSet phldrT="[Text]"/>
      <dgm:spPr/>
      <dgm:t>
        <a:bodyPr/>
        <a:lstStyle/>
        <a:p>
          <a:r>
            <a:rPr lang="de-DE" dirty="0" err="1"/>
            <a:t>peek</a:t>
          </a:r>
          <a:endParaRPr lang="de-DE" dirty="0"/>
        </a:p>
      </dgm:t>
    </dgm:pt>
    <dgm:pt modelId="{CD79FFC7-642E-AF43-B6F3-72457378295C}" type="parTrans" cxnId="{80256412-1C31-AC4B-B611-8E72D810B72B}">
      <dgm:prSet/>
      <dgm:spPr/>
      <dgm:t>
        <a:bodyPr/>
        <a:lstStyle/>
        <a:p>
          <a:endParaRPr lang="de-DE"/>
        </a:p>
      </dgm:t>
    </dgm:pt>
    <dgm:pt modelId="{16745278-1785-9F4C-BC52-419EF1995AB3}" type="sibTrans" cxnId="{80256412-1C31-AC4B-B611-8E72D810B72B}">
      <dgm:prSet/>
      <dgm:spPr/>
      <dgm:t>
        <a:bodyPr/>
        <a:lstStyle/>
        <a:p>
          <a:endParaRPr lang="de-DE"/>
        </a:p>
      </dgm:t>
    </dgm:pt>
    <dgm:pt modelId="{25DC7A00-683F-1644-BB5D-DACA931D83F3}">
      <dgm:prSet phldrT="[Text]"/>
      <dgm:spPr/>
      <dgm:t>
        <a:bodyPr/>
        <a:lstStyle/>
        <a:p>
          <a:r>
            <a:rPr lang="de-DE" dirty="0"/>
            <a:t>terminal</a:t>
          </a:r>
        </a:p>
      </dgm:t>
    </dgm:pt>
    <dgm:pt modelId="{69EF6156-6F14-184A-A52D-7E691797028B}" type="parTrans" cxnId="{C262E89D-07FD-9B4A-AFB0-8E4F1F8CCA11}">
      <dgm:prSet/>
      <dgm:spPr/>
      <dgm:t>
        <a:bodyPr/>
        <a:lstStyle/>
        <a:p>
          <a:endParaRPr lang="de-DE"/>
        </a:p>
      </dgm:t>
    </dgm:pt>
    <dgm:pt modelId="{D785C973-2E20-0549-AB5D-86A4D742E614}" type="sibTrans" cxnId="{C262E89D-07FD-9B4A-AFB0-8E4F1F8CCA11}">
      <dgm:prSet/>
      <dgm:spPr/>
      <dgm:t>
        <a:bodyPr/>
        <a:lstStyle/>
        <a:p>
          <a:endParaRPr lang="de-DE"/>
        </a:p>
      </dgm:t>
    </dgm:pt>
    <dgm:pt modelId="{A6FAB208-DDBE-9C45-9FB9-1F193F4464C9}">
      <dgm:prSet phldrT="[Text]"/>
      <dgm:spPr/>
      <dgm:t>
        <a:bodyPr/>
        <a:lstStyle/>
        <a:p>
          <a:r>
            <a:rPr lang="de-DE" dirty="0" err="1"/>
            <a:t>count</a:t>
          </a:r>
          <a:endParaRPr lang="de-DE" dirty="0"/>
        </a:p>
      </dgm:t>
    </dgm:pt>
    <dgm:pt modelId="{5D5ECCB8-24EC-D647-BA96-C7A06D8A28EC}" type="parTrans" cxnId="{0AD77743-A0D6-A041-9CD3-54F1F1707F32}">
      <dgm:prSet/>
      <dgm:spPr/>
      <dgm:t>
        <a:bodyPr/>
        <a:lstStyle/>
        <a:p>
          <a:endParaRPr lang="de-DE"/>
        </a:p>
      </dgm:t>
    </dgm:pt>
    <dgm:pt modelId="{A2E46242-7B60-5D41-8068-3E1B22B00737}" type="sibTrans" cxnId="{0AD77743-A0D6-A041-9CD3-54F1F1707F32}">
      <dgm:prSet/>
      <dgm:spPr/>
      <dgm:t>
        <a:bodyPr/>
        <a:lstStyle/>
        <a:p>
          <a:endParaRPr lang="de-DE"/>
        </a:p>
      </dgm:t>
    </dgm:pt>
    <dgm:pt modelId="{D8A8A526-74B6-BD45-97D1-859FB7D066FA}">
      <dgm:prSet phldrT="[Text]"/>
      <dgm:spPr/>
      <dgm:t>
        <a:bodyPr/>
        <a:lstStyle/>
        <a:p>
          <a:r>
            <a:rPr lang="de-DE" dirty="0" err="1"/>
            <a:t>foreach</a:t>
          </a:r>
          <a:endParaRPr lang="de-DE" dirty="0"/>
        </a:p>
      </dgm:t>
    </dgm:pt>
    <dgm:pt modelId="{52E1F517-341B-4F44-A043-0B14D387733C}" type="parTrans" cxnId="{00BE594A-C7F9-6746-B8F8-1CB5C6153694}">
      <dgm:prSet/>
      <dgm:spPr/>
      <dgm:t>
        <a:bodyPr/>
        <a:lstStyle/>
        <a:p>
          <a:endParaRPr lang="de-DE"/>
        </a:p>
      </dgm:t>
    </dgm:pt>
    <dgm:pt modelId="{FE10DD2B-E756-064E-8A54-BAC1B2830E1A}" type="sibTrans" cxnId="{00BE594A-C7F9-6746-B8F8-1CB5C6153694}">
      <dgm:prSet/>
      <dgm:spPr/>
      <dgm:t>
        <a:bodyPr/>
        <a:lstStyle/>
        <a:p>
          <a:endParaRPr lang="de-DE"/>
        </a:p>
      </dgm:t>
    </dgm:pt>
    <dgm:pt modelId="{A5240FC0-C1CB-6C43-B04F-31C88EE22181}">
      <dgm:prSet phldrT="[Text]"/>
      <dgm:spPr/>
      <dgm:t>
        <a:bodyPr/>
        <a:lstStyle/>
        <a:p>
          <a:r>
            <a:rPr lang="de-DE" dirty="0" err="1"/>
            <a:t>sum</a:t>
          </a:r>
          <a:endParaRPr lang="de-DE" dirty="0"/>
        </a:p>
      </dgm:t>
    </dgm:pt>
    <dgm:pt modelId="{072B4714-1C59-654A-B9B6-F35B06D32DE7}" type="parTrans" cxnId="{DCE8FA79-D194-CB40-A5DC-CDDA34EE40A4}">
      <dgm:prSet/>
      <dgm:spPr/>
      <dgm:t>
        <a:bodyPr/>
        <a:lstStyle/>
        <a:p>
          <a:endParaRPr lang="de-DE"/>
        </a:p>
      </dgm:t>
    </dgm:pt>
    <dgm:pt modelId="{996BA8A1-6DF0-124C-B0AF-5C788FEBDA23}" type="sibTrans" cxnId="{DCE8FA79-D194-CB40-A5DC-CDDA34EE40A4}">
      <dgm:prSet/>
      <dgm:spPr/>
      <dgm:t>
        <a:bodyPr/>
        <a:lstStyle/>
        <a:p>
          <a:endParaRPr lang="de-DE"/>
        </a:p>
      </dgm:t>
    </dgm:pt>
    <dgm:pt modelId="{4F29715C-9C08-D943-BD03-131B551D8C09}">
      <dgm:prSet phldrT="[Text]"/>
      <dgm:spPr/>
      <dgm:t>
        <a:bodyPr/>
        <a:lstStyle/>
        <a:p>
          <a:r>
            <a:rPr lang="de-DE" dirty="0" err="1"/>
            <a:t>sorted</a:t>
          </a:r>
          <a:endParaRPr lang="de-DE" dirty="0"/>
        </a:p>
      </dgm:t>
    </dgm:pt>
    <dgm:pt modelId="{A2C3A007-B70E-0841-A545-10CA743976F8}" type="parTrans" cxnId="{D4FE74A9-B800-5843-A182-C1253C7CAECE}">
      <dgm:prSet/>
      <dgm:spPr/>
      <dgm:t>
        <a:bodyPr/>
        <a:lstStyle/>
        <a:p>
          <a:endParaRPr lang="de-DE"/>
        </a:p>
      </dgm:t>
    </dgm:pt>
    <dgm:pt modelId="{3BC4D253-B3F6-F949-B2EF-22C04E9D4398}" type="sibTrans" cxnId="{D4FE74A9-B800-5843-A182-C1253C7CAECE}">
      <dgm:prSet/>
      <dgm:spPr/>
      <dgm:t>
        <a:bodyPr/>
        <a:lstStyle/>
        <a:p>
          <a:endParaRPr lang="de-DE"/>
        </a:p>
      </dgm:t>
    </dgm:pt>
    <dgm:pt modelId="{34F7FA70-3B51-8A49-BE3F-6DF5AFAFA5DA}">
      <dgm:prSet phldrT="[Text]"/>
      <dgm:spPr/>
      <dgm:t>
        <a:bodyPr/>
        <a:lstStyle/>
        <a:p>
          <a:r>
            <a:rPr lang="de-DE"/>
            <a:t>distinct</a:t>
          </a:r>
          <a:endParaRPr lang="de-DE" dirty="0"/>
        </a:p>
      </dgm:t>
    </dgm:pt>
    <dgm:pt modelId="{B509E933-B07D-2645-BAE1-8185D8A88FF4}" type="parTrans" cxnId="{447B8EB2-87CD-8346-9ACE-8144C4EB43E0}">
      <dgm:prSet/>
      <dgm:spPr/>
      <dgm:t>
        <a:bodyPr/>
        <a:lstStyle/>
        <a:p>
          <a:endParaRPr lang="de-DE"/>
        </a:p>
      </dgm:t>
    </dgm:pt>
    <dgm:pt modelId="{30E9466F-DAE7-474A-A54E-E538DFB6AD98}" type="sibTrans" cxnId="{447B8EB2-87CD-8346-9ACE-8144C4EB43E0}">
      <dgm:prSet/>
      <dgm:spPr/>
      <dgm:t>
        <a:bodyPr/>
        <a:lstStyle/>
        <a:p>
          <a:endParaRPr lang="de-DE"/>
        </a:p>
      </dgm:t>
    </dgm:pt>
    <dgm:pt modelId="{54E0D958-B473-B843-ABEB-72168ECAD51A}">
      <dgm:prSet phldrT="[Text]"/>
      <dgm:spPr/>
      <dgm:t>
        <a:bodyPr/>
        <a:lstStyle/>
        <a:p>
          <a:r>
            <a:rPr lang="de-DE" dirty="0" err="1"/>
            <a:t>limit</a:t>
          </a:r>
          <a:endParaRPr lang="de-DE" dirty="0"/>
        </a:p>
      </dgm:t>
    </dgm:pt>
    <dgm:pt modelId="{73284425-4754-B84D-8B8B-41E7E01BCB11}" type="parTrans" cxnId="{69C2B459-D4B1-8941-BD85-38273DCA96B8}">
      <dgm:prSet/>
      <dgm:spPr/>
      <dgm:t>
        <a:bodyPr/>
        <a:lstStyle/>
        <a:p>
          <a:endParaRPr lang="de-DE"/>
        </a:p>
      </dgm:t>
    </dgm:pt>
    <dgm:pt modelId="{631A3606-C7C8-1644-A0C6-B9A218724756}" type="sibTrans" cxnId="{69C2B459-D4B1-8941-BD85-38273DCA96B8}">
      <dgm:prSet/>
      <dgm:spPr/>
      <dgm:t>
        <a:bodyPr/>
        <a:lstStyle/>
        <a:p>
          <a:endParaRPr lang="de-DE"/>
        </a:p>
      </dgm:t>
    </dgm:pt>
    <dgm:pt modelId="{9488761A-BCD6-5446-89EB-3B7E28F383B9}">
      <dgm:prSet phldrT="[Text]"/>
      <dgm:spPr/>
      <dgm:t>
        <a:bodyPr/>
        <a:lstStyle/>
        <a:p>
          <a:r>
            <a:rPr lang="de-DE" dirty="0"/>
            <a:t>min/</a:t>
          </a:r>
          <a:r>
            <a:rPr lang="de-DE" dirty="0" err="1"/>
            <a:t>max</a:t>
          </a:r>
          <a:endParaRPr lang="de-DE" dirty="0"/>
        </a:p>
      </dgm:t>
    </dgm:pt>
    <dgm:pt modelId="{69E271EE-9CE6-5C49-BEB7-FC3F85B002D9}" type="parTrans" cxnId="{AA58CE3D-AF36-F34E-8C03-19D8C4427570}">
      <dgm:prSet/>
      <dgm:spPr/>
      <dgm:t>
        <a:bodyPr/>
        <a:lstStyle/>
        <a:p>
          <a:endParaRPr lang="de-DE"/>
        </a:p>
      </dgm:t>
    </dgm:pt>
    <dgm:pt modelId="{034B6CBC-31FF-6340-A470-29600FF0B667}" type="sibTrans" cxnId="{AA58CE3D-AF36-F34E-8C03-19D8C4427570}">
      <dgm:prSet/>
      <dgm:spPr/>
      <dgm:t>
        <a:bodyPr/>
        <a:lstStyle/>
        <a:p>
          <a:endParaRPr lang="de-DE"/>
        </a:p>
      </dgm:t>
    </dgm:pt>
    <dgm:pt modelId="{79F93832-0A17-DB48-A1C7-D899C215C72B}">
      <dgm:prSet phldrT="[Text]"/>
      <dgm:spPr/>
      <dgm:t>
        <a:bodyPr/>
        <a:lstStyle/>
        <a:p>
          <a:r>
            <a:rPr lang="de-DE"/>
            <a:t>reduce</a:t>
          </a:r>
          <a:endParaRPr lang="de-DE" dirty="0"/>
        </a:p>
      </dgm:t>
    </dgm:pt>
    <dgm:pt modelId="{1F1BA779-5C05-934F-BB90-B1AE3725227C}" type="parTrans" cxnId="{AB0405A4-F5C4-1647-A89F-E9FA470F1680}">
      <dgm:prSet/>
      <dgm:spPr/>
      <dgm:t>
        <a:bodyPr/>
        <a:lstStyle/>
        <a:p>
          <a:endParaRPr lang="de-DE"/>
        </a:p>
      </dgm:t>
    </dgm:pt>
    <dgm:pt modelId="{0DDC96AC-80EF-AD4E-BBAB-FD9E6EFA41B3}" type="sibTrans" cxnId="{AB0405A4-F5C4-1647-A89F-E9FA470F1680}">
      <dgm:prSet/>
      <dgm:spPr/>
      <dgm:t>
        <a:bodyPr/>
        <a:lstStyle/>
        <a:p>
          <a:endParaRPr lang="de-DE"/>
        </a:p>
      </dgm:t>
    </dgm:pt>
    <dgm:pt modelId="{F2E5BA62-2363-DF40-B0D1-139F759B050E}">
      <dgm:prSet phldrT="[Text]"/>
      <dgm:spPr/>
      <dgm:t>
        <a:bodyPr/>
        <a:lstStyle/>
        <a:p>
          <a:r>
            <a:rPr lang="de-DE" dirty="0" err="1"/>
            <a:t>findFirst</a:t>
          </a:r>
          <a:endParaRPr lang="de-DE" dirty="0"/>
        </a:p>
      </dgm:t>
    </dgm:pt>
    <dgm:pt modelId="{B80E8AE2-2771-0D40-A735-F2883F358F46}" type="parTrans" cxnId="{014C5438-F126-634E-BA5D-2FFAC990D659}">
      <dgm:prSet/>
      <dgm:spPr/>
      <dgm:t>
        <a:bodyPr/>
        <a:lstStyle/>
        <a:p>
          <a:endParaRPr lang="de-DE"/>
        </a:p>
      </dgm:t>
    </dgm:pt>
    <dgm:pt modelId="{A135FCD1-2EE9-7347-ADA2-10000A19137E}" type="sibTrans" cxnId="{014C5438-F126-634E-BA5D-2FFAC990D659}">
      <dgm:prSet/>
      <dgm:spPr/>
      <dgm:t>
        <a:bodyPr/>
        <a:lstStyle/>
        <a:p>
          <a:endParaRPr lang="de-DE"/>
        </a:p>
      </dgm:t>
    </dgm:pt>
    <dgm:pt modelId="{BC1C2070-644B-4143-A8F3-FB3906DC416C}" type="pres">
      <dgm:prSet presAssocID="{C5E9A6EF-7A77-2C4F-89A3-A1EB85BD89C8}" presName="layout" presStyleCnt="0">
        <dgm:presLayoutVars>
          <dgm:chMax/>
          <dgm:chPref/>
          <dgm:dir/>
          <dgm:resizeHandles/>
        </dgm:presLayoutVars>
      </dgm:prSet>
      <dgm:spPr/>
    </dgm:pt>
    <dgm:pt modelId="{2F52C90D-C3EC-6442-A3D4-7DC06A10126B}" type="pres">
      <dgm:prSet presAssocID="{E523C9C9-44E4-8F4C-AFF0-0A41583A5470}" presName="root" presStyleCnt="0">
        <dgm:presLayoutVars>
          <dgm:chMax/>
          <dgm:chPref/>
        </dgm:presLayoutVars>
      </dgm:prSet>
      <dgm:spPr/>
    </dgm:pt>
    <dgm:pt modelId="{80DD9790-B69E-1942-8DF4-740A5C635AA5}" type="pres">
      <dgm:prSet presAssocID="{E523C9C9-44E4-8F4C-AFF0-0A41583A5470}" presName="rootComposite" presStyleCnt="0">
        <dgm:presLayoutVars/>
      </dgm:prSet>
      <dgm:spPr/>
    </dgm:pt>
    <dgm:pt modelId="{936B98D3-800E-F74A-9A0F-E2FFD80B7A9A}" type="pres">
      <dgm:prSet presAssocID="{E523C9C9-44E4-8F4C-AFF0-0A41583A5470}" presName="ParentAccent" presStyleLbl="alignNode1" presStyleIdx="0" presStyleCnt="2"/>
      <dgm:spPr/>
    </dgm:pt>
    <dgm:pt modelId="{EFBB4F44-452B-744E-8688-A5A644D558E5}" type="pres">
      <dgm:prSet presAssocID="{E523C9C9-44E4-8F4C-AFF0-0A41583A5470}" presName="ParentSmallAccent" presStyleLbl="fgAcc1" presStyleIdx="0" presStyleCnt="2"/>
      <dgm:spPr/>
    </dgm:pt>
    <dgm:pt modelId="{4FC99E78-1155-0845-8512-C9CBF1EAC6CC}" type="pres">
      <dgm:prSet presAssocID="{E523C9C9-44E4-8F4C-AFF0-0A41583A5470}" presName="Parent" presStyleLbl="revTx" presStyleIdx="0" presStyleCnt="14">
        <dgm:presLayoutVars>
          <dgm:chMax/>
          <dgm:chPref val="4"/>
          <dgm:bulletEnabled val="1"/>
        </dgm:presLayoutVars>
      </dgm:prSet>
      <dgm:spPr/>
    </dgm:pt>
    <dgm:pt modelId="{ABDDF55C-8A48-4444-B9AB-4F2BD2B6E33A}" type="pres">
      <dgm:prSet presAssocID="{E523C9C9-44E4-8F4C-AFF0-0A41583A5470}" presName="childShape" presStyleCnt="0">
        <dgm:presLayoutVars>
          <dgm:chMax val="0"/>
          <dgm:chPref val="0"/>
        </dgm:presLayoutVars>
      </dgm:prSet>
      <dgm:spPr/>
    </dgm:pt>
    <dgm:pt modelId="{A2D4381A-37FC-0C4F-9540-0B529BF519A9}" type="pres">
      <dgm:prSet presAssocID="{5E1A3761-696C-A247-A10F-46C164BC8AA8}" presName="childComposite" presStyleCnt="0">
        <dgm:presLayoutVars>
          <dgm:chMax val="0"/>
          <dgm:chPref val="0"/>
        </dgm:presLayoutVars>
      </dgm:prSet>
      <dgm:spPr/>
    </dgm:pt>
    <dgm:pt modelId="{F347F7C1-F496-F64F-9104-1061677E3A08}" type="pres">
      <dgm:prSet presAssocID="{5E1A3761-696C-A247-A10F-46C164BC8AA8}" presName="ChildAccent" presStyleLbl="solidFgAcc1" presStyleIdx="0" presStyleCnt="12"/>
      <dgm:spPr/>
    </dgm:pt>
    <dgm:pt modelId="{C5C4DBBF-59F3-834F-A223-831DC26DDE50}" type="pres">
      <dgm:prSet presAssocID="{5E1A3761-696C-A247-A10F-46C164BC8AA8}" presName="Child" presStyleLbl="revTx" presStyleIdx="1" presStyleCnt="14">
        <dgm:presLayoutVars>
          <dgm:chMax val="0"/>
          <dgm:chPref val="0"/>
          <dgm:bulletEnabled val="1"/>
        </dgm:presLayoutVars>
      </dgm:prSet>
      <dgm:spPr/>
    </dgm:pt>
    <dgm:pt modelId="{F70D17B5-4A22-1146-919C-4C7A2869D47D}" type="pres">
      <dgm:prSet presAssocID="{6A8A650A-0C93-F14A-9361-0118E1F7EC60}" presName="childComposite" presStyleCnt="0">
        <dgm:presLayoutVars>
          <dgm:chMax val="0"/>
          <dgm:chPref val="0"/>
        </dgm:presLayoutVars>
      </dgm:prSet>
      <dgm:spPr/>
    </dgm:pt>
    <dgm:pt modelId="{8D6D2AA9-EA8F-634D-B9BE-DAA48591AC4E}" type="pres">
      <dgm:prSet presAssocID="{6A8A650A-0C93-F14A-9361-0118E1F7EC60}" presName="ChildAccent" presStyleLbl="solidFgAcc1" presStyleIdx="1" presStyleCnt="12"/>
      <dgm:spPr/>
    </dgm:pt>
    <dgm:pt modelId="{0EA5CB1D-5FD4-DE49-BD8B-06A65406B791}" type="pres">
      <dgm:prSet presAssocID="{6A8A650A-0C93-F14A-9361-0118E1F7EC60}" presName="Child" presStyleLbl="revTx" presStyleIdx="2" presStyleCnt="14">
        <dgm:presLayoutVars>
          <dgm:chMax val="0"/>
          <dgm:chPref val="0"/>
          <dgm:bulletEnabled val="1"/>
        </dgm:presLayoutVars>
      </dgm:prSet>
      <dgm:spPr/>
    </dgm:pt>
    <dgm:pt modelId="{AA2B0CC1-DB0A-4949-B6D6-7C294B5547BF}" type="pres">
      <dgm:prSet presAssocID="{4F29715C-9C08-D943-BD03-131B551D8C09}" presName="childComposite" presStyleCnt="0">
        <dgm:presLayoutVars>
          <dgm:chMax val="0"/>
          <dgm:chPref val="0"/>
        </dgm:presLayoutVars>
      </dgm:prSet>
      <dgm:spPr/>
    </dgm:pt>
    <dgm:pt modelId="{8233E98F-D7DA-4345-A3B5-274A61A28C68}" type="pres">
      <dgm:prSet presAssocID="{4F29715C-9C08-D943-BD03-131B551D8C09}" presName="ChildAccent" presStyleLbl="solidFgAcc1" presStyleIdx="2" presStyleCnt="12"/>
      <dgm:spPr/>
    </dgm:pt>
    <dgm:pt modelId="{DED6C75D-1E28-434D-853E-2D29D3E7710C}" type="pres">
      <dgm:prSet presAssocID="{4F29715C-9C08-D943-BD03-131B551D8C09}" presName="Child" presStyleLbl="revTx" presStyleIdx="3" presStyleCnt="14">
        <dgm:presLayoutVars>
          <dgm:chMax val="0"/>
          <dgm:chPref val="0"/>
          <dgm:bulletEnabled val="1"/>
        </dgm:presLayoutVars>
      </dgm:prSet>
      <dgm:spPr/>
    </dgm:pt>
    <dgm:pt modelId="{2D5984DF-FAAB-3745-BB4D-2E9BC1B450D4}" type="pres">
      <dgm:prSet presAssocID="{34F7FA70-3B51-8A49-BE3F-6DF5AFAFA5DA}" presName="childComposite" presStyleCnt="0">
        <dgm:presLayoutVars>
          <dgm:chMax val="0"/>
          <dgm:chPref val="0"/>
        </dgm:presLayoutVars>
      </dgm:prSet>
      <dgm:spPr/>
    </dgm:pt>
    <dgm:pt modelId="{88E757B0-4E49-9A40-B9F2-A0850E6FE243}" type="pres">
      <dgm:prSet presAssocID="{34F7FA70-3B51-8A49-BE3F-6DF5AFAFA5DA}" presName="ChildAccent" presStyleLbl="solidFgAcc1" presStyleIdx="3" presStyleCnt="12"/>
      <dgm:spPr/>
    </dgm:pt>
    <dgm:pt modelId="{041626F9-A23B-F246-8047-0BCF07C14460}" type="pres">
      <dgm:prSet presAssocID="{34F7FA70-3B51-8A49-BE3F-6DF5AFAFA5DA}" presName="Child" presStyleLbl="revTx" presStyleIdx="4" presStyleCnt="14">
        <dgm:presLayoutVars>
          <dgm:chMax val="0"/>
          <dgm:chPref val="0"/>
          <dgm:bulletEnabled val="1"/>
        </dgm:presLayoutVars>
      </dgm:prSet>
      <dgm:spPr/>
    </dgm:pt>
    <dgm:pt modelId="{7C18A339-0C48-064D-B60D-D1C285BA6E41}" type="pres">
      <dgm:prSet presAssocID="{54E0D958-B473-B843-ABEB-72168ECAD51A}" presName="childComposite" presStyleCnt="0">
        <dgm:presLayoutVars>
          <dgm:chMax val="0"/>
          <dgm:chPref val="0"/>
        </dgm:presLayoutVars>
      </dgm:prSet>
      <dgm:spPr/>
    </dgm:pt>
    <dgm:pt modelId="{F692CA78-A415-F641-9D76-A55F8BBAEDC7}" type="pres">
      <dgm:prSet presAssocID="{54E0D958-B473-B843-ABEB-72168ECAD51A}" presName="ChildAccent" presStyleLbl="solidFgAcc1" presStyleIdx="4" presStyleCnt="12"/>
      <dgm:spPr/>
    </dgm:pt>
    <dgm:pt modelId="{D849052E-1296-C04D-A318-77E326D99888}" type="pres">
      <dgm:prSet presAssocID="{54E0D958-B473-B843-ABEB-72168ECAD51A}" presName="Child" presStyleLbl="revTx" presStyleIdx="5" presStyleCnt="14">
        <dgm:presLayoutVars>
          <dgm:chMax val="0"/>
          <dgm:chPref val="0"/>
          <dgm:bulletEnabled val="1"/>
        </dgm:presLayoutVars>
      </dgm:prSet>
      <dgm:spPr/>
    </dgm:pt>
    <dgm:pt modelId="{6426148C-893C-AD43-9E28-E429BAD1FE49}" type="pres">
      <dgm:prSet presAssocID="{E8C406D6-A9AC-C245-B757-1D5F6098F671}" presName="childComposite" presStyleCnt="0">
        <dgm:presLayoutVars>
          <dgm:chMax val="0"/>
          <dgm:chPref val="0"/>
        </dgm:presLayoutVars>
      </dgm:prSet>
      <dgm:spPr/>
    </dgm:pt>
    <dgm:pt modelId="{9D1E9075-AD49-9D42-AB06-CF9F4E42983B}" type="pres">
      <dgm:prSet presAssocID="{E8C406D6-A9AC-C245-B757-1D5F6098F671}" presName="ChildAccent" presStyleLbl="solidFgAcc1" presStyleIdx="5" presStyleCnt="12"/>
      <dgm:spPr/>
    </dgm:pt>
    <dgm:pt modelId="{A5FBD568-00F0-CA41-9442-45AA230B9268}" type="pres">
      <dgm:prSet presAssocID="{E8C406D6-A9AC-C245-B757-1D5F6098F671}" presName="Child" presStyleLbl="revTx" presStyleIdx="6" presStyleCnt="14">
        <dgm:presLayoutVars>
          <dgm:chMax val="0"/>
          <dgm:chPref val="0"/>
          <dgm:bulletEnabled val="1"/>
        </dgm:presLayoutVars>
      </dgm:prSet>
      <dgm:spPr/>
    </dgm:pt>
    <dgm:pt modelId="{727BE5A9-FD6D-FE4A-B03C-AE440F5CCE36}" type="pres">
      <dgm:prSet presAssocID="{25DC7A00-683F-1644-BB5D-DACA931D83F3}" presName="root" presStyleCnt="0">
        <dgm:presLayoutVars>
          <dgm:chMax/>
          <dgm:chPref/>
        </dgm:presLayoutVars>
      </dgm:prSet>
      <dgm:spPr/>
    </dgm:pt>
    <dgm:pt modelId="{8CC09BC1-BE8A-8D48-AEBD-5963E2A82000}" type="pres">
      <dgm:prSet presAssocID="{25DC7A00-683F-1644-BB5D-DACA931D83F3}" presName="rootComposite" presStyleCnt="0">
        <dgm:presLayoutVars/>
      </dgm:prSet>
      <dgm:spPr/>
    </dgm:pt>
    <dgm:pt modelId="{80F5CA70-F5A9-6D46-BBF0-B1BF51B96806}" type="pres">
      <dgm:prSet presAssocID="{25DC7A00-683F-1644-BB5D-DACA931D83F3}" presName="ParentAccent" presStyleLbl="alignNode1" presStyleIdx="1" presStyleCnt="2"/>
      <dgm:spPr/>
    </dgm:pt>
    <dgm:pt modelId="{0F8A1F45-F0FE-174D-9804-9F3153FCE4CC}" type="pres">
      <dgm:prSet presAssocID="{25DC7A00-683F-1644-BB5D-DACA931D83F3}" presName="ParentSmallAccent" presStyleLbl="fgAcc1" presStyleIdx="1" presStyleCnt="2"/>
      <dgm:spPr/>
    </dgm:pt>
    <dgm:pt modelId="{70D9E660-3672-EB4B-90E2-490E14AE574C}" type="pres">
      <dgm:prSet presAssocID="{25DC7A00-683F-1644-BB5D-DACA931D83F3}" presName="Parent" presStyleLbl="revTx" presStyleIdx="7" presStyleCnt="14">
        <dgm:presLayoutVars>
          <dgm:chMax/>
          <dgm:chPref val="4"/>
          <dgm:bulletEnabled val="1"/>
        </dgm:presLayoutVars>
      </dgm:prSet>
      <dgm:spPr/>
    </dgm:pt>
    <dgm:pt modelId="{5EFBAEB5-75D8-0D45-9ECD-C02F4EF49BA6}" type="pres">
      <dgm:prSet presAssocID="{25DC7A00-683F-1644-BB5D-DACA931D83F3}" presName="childShape" presStyleCnt="0">
        <dgm:presLayoutVars>
          <dgm:chMax val="0"/>
          <dgm:chPref val="0"/>
        </dgm:presLayoutVars>
      </dgm:prSet>
      <dgm:spPr/>
    </dgm:pt>
    <dgm:pt modelId="{F21CEAAD-E78B-0843-A5ED-2FA767A60E7F}" type="pres">
      <dgm:prSet presAssocID="{A6FAB208-DDBE-9C45-9FB9-1F193F4464C9}" presName="childComposite" presStyleCnt="0">
        <dgm:presLayoutVars>
          <dgm:chMax val="0"/>
          <dgm:chPref val="0"/>
        </dgm:presLayoutVars>
      </dgm:prSet>
      <dgm:spPr/>
    </dgm:pt>
    <dgm:pt modelId="{558D38F1-94DA-6E4A-94E3-90E60D86BBEE}" type="pres">
      <dgm:prSet presAssocID="{A6FAB208-DDBE-9C45-9FB9-1F193F4464C9}" presName="ChildAccent" presStyleLbl="solidFgAcc1" presStyleIdx="6" presStyleCnt="12"/>
      <dgm:spPr/>
    </dgm:pt>
    <dgm:pt modelId="{98267CF4-FDBE-EF4B-9516-67DE565AC5C2}" type="pres">
      <dgm:prSet presAssocID="{A6FAB208-DDBE-9C45-9FB9-1F193F4464C9}" presName="Child" presStyleLbl="revTx" presStyleIdx="8" presStyleCnt="14">
        <dgm:presLayoutVars>
          <dgm:chMax val="0"/>
          <dgm:chPref val="0"/>
          <dgm:bulletEnabled val="1"/>
        </dgm:presLayoutVars>
      </dgm:prSet>
      <dgm:spPr/>
    </dgm:pt>
    <dgm:pt modelId="{C17D6990-F311-F04E-88BC-65FB6B13FEF6}" type="pres">
      <dgm:prSet presAssocID="{D8A8A526-74B6-BD45-97D1-859FB7D066FA}" presName="childComposite" presStyleCnt="0">
        <dgm:presLayoutVars>
          <dgm:chMax val="0"/>
          <dgm:chPref val="0"/>
        </dgm:presLayoutVars>
      </dgm:prSet>
      <dgm:spPr/>
    </dgm:pt>
    <dgm:pt modelId="{5EB43296-6BB6-9D43-AD57-5910B07E227C}" type="pres">
      <dgm:prSet presAssocID="{D8A8A526-74B6-BD45-97D1-859FB7D066FA}" presName="ChildAccent" presStyleLbl="solidFgAcc1" presStyleIdx="7" presStyleCnt="12"/>
      <dgm:spPr/>
    </dgm:pt>
    <dgm:pt modelId="{AEFE7DCB-6CA6-2447-9655-3627004F00CA}" type="pres">
      <dgm:prSet presAssocID="{D8A8A526-74B6-BD45-97D1-859FB7D066FA}" presName="Child" presStyleLbl="revTx" presStyleIdx="9" presStyleCnt="14">
        <dgm:presLayoutVars>
          <dgm:chMax val="0"/>
          <dgm:chPref val="0"/>
          <dgm:bulletEnabled val="1"/>
        </dgm:presLayoutVars>
      </dgm:prSet>
      <dgm:spPr/>
    </dgm:pt>
    <dgm:pt modelId="{3558D5FD-979F-6945-9A54-2C7D9BB0CB63}" type="pres">
      <dgm:prSet presAssocID="{A5240FC0-C1CB-6C43-B04F-31C88EE22181}" presName="childComposite" presStyleCnt="0">
        <dgm:presLayoutVars>
          <dgm:chMax val="0"/>
          <dgm:chPref val="0"/>
        </dgm:presLayoutVars>
      </dgm:prSet>
      <dgm:spPr/>
    </dgm:pt>
    <dgm:pt modelId="{AECA63DD-0EB6-1F45-9144-7BC4B2B47254}" type="pres">
      <dgm:prSet presAssocID="{A5240FC0-C1CB-6C43-B04F-31C88EE22181}" presName="ChildAccent" presStyleLbl="solidFgAcc1" presStyleIdx="8" presStyleCnt="12"/>
      <dgm:spPr/>
    </dgm:pt>
    <dgm:pt modelId="{944D9F32-E826-1141-828E-D2235C1AE056}" type="pres">
      <dgm:prSet presAssocID="{A5240FC0-C1CB-6C43-B04F-31C88EE22181}" presName="Child" presStyleLbl="revTx" presStyleIdx="10" presStyleCnt="14">
        <dgm:presLayoutVars>
          <dgm:chMax val="0"/>
          <dgm:chPref val="0"/>
          <dgm:bulletEnabled val="1"/>
        </dgm:presLayoutVars>
      </dgm:prSet>
      <dgm:spPr/>
    </dgm:pt>
    <dgm:pt modelId="{42B148D3-4286-C646-93CE-8D7BD781711E}" type="pres">
      <dgm:prSet presAssocID="{9488761A-BCD6-5446-89EB-3B7E28F383B9}" presName="childComposite" presStyleCnt="0">
        <dgm:presLayoutVars>
          <dgm:chMax val="0"/>
          <dgm:chPref val="0"/>
        </dgm:presLayoutVars>
      </dgm:prSet>
      <dgm:spPr/>
    </dgm:pt>
    <dgm:pt modelId="{3F4D3C5B-4DA7-BD43-B520-4BA6790DF61E}" type="pres">
      <dgm:prSet presAssocID="{9488761A-BCD6-5446-89EB-3B7E28F383B9}" presName="ChildAccent" presStyleLbl="solidFgAcc1" presStyleIdx="9" presStyleCnt="12"/>
      <dgm:spPr/>
    </dgm:pt>
    <dgm:pt modelId="{F89EB8DD-EB8A-8C43-AF21-C13F69153078}" type="pres">
      <dgm:prSet presAssocID="{9488761A-BCD6-5446-89EB-3B7E28F383B9}" presName="Child" presStyleLbl="revTx" presStyleIdx="11" presStyleCnt="14">
        <dgm:presLayoutVars>
          <dgm:chMax val="0"/>
          <dgm:chPref val="0"/>
          <dgm:bulletEnabled val="1"/>
        </dgm:presLayoutVars>
      </dgm:prSet>
      <dgm:spPr/>
    </dgm:pt>
    <dgm:pt modelId="{EB0F14D8-902C-764D-831F-BAC0F51ABE62}" type="pres">
      <dgm:prSet presAssocID="{79F93832-0A17-DB48-A1C7-D899C215C72B}" presName="childComposite" presStyleCnt="0">
        <dgm:presLayoutVars>
          <dgm:chMax val="0"/>
          <dgm:chPref val="0"/>
        </dgm:presLayoutVars>
      </dgm:prSet>
      <dgm:spPr/>
    </dgm:pt>
    <dgm:pt modelId="{9DEAEA6C-0A14-1A43-B7CF-2DB1F13CB753}" type="pres">
      <dgm:prSet presAssocID="{79F93832-0A17-DB48-A1C7-D899C215C72B}" presName="ChildAccent" presStyleLbl="solidFgAcc1" presStyleIdx="10" presStyleCnt="12"/>
      <dgm:spPr/>
    </dgm:pt>
    <dgm:pt modelId="{532B82C2-F03A-054B-9C56-7E7ACF31BCDA}" type="pres">
      <dgm:prSet presAssocID="{79F93832-0A17-DB48-A1C7-D899C215C72B}" presName="Child" presStyleLbl="revTx" presStyleIdx="12" presStyleCnt="14">
        <dgm:presLayoutVars>
          <dgm:chMax val="0"/>
          <dgm:chPref val="0"/>
          <dgm:bulletEnabled val="1"/>
        </dgm:presLayoutVars>
      </dgm:prSet>
      <dgm:spPr/>
    </dgm:pt>
    <dgm:pt modelId="{0C4E649A-8BA0-3149-AAA8-0252D450DE2B}" type="pres">
      <dgm:prSet presAssocID="{F2E5BA62-2363-DF40-B0D1-139F759B050E}" presName="childComposite" presStyleCnt="0">
        <dgm:presLayoutVars>
          <dgm:chMax val="0"/>
          <dgm:chPref val="0"/>
        </dgm:presLayoutVars>
      </dgm:prSet>
      <dgm:spPr/>
    </dgm:pt>
    <dgm:pt modelId="{C77EDB56-4C60-3644-86FB-85B2551EC4FB}" type="pres">
      <dgm:prSet presAssocID="{F2E5BA62-2363-DF40-B0D1-139F759B050E}" presName="ChildAccent" presStyleLbl="solidFgAcc1" presStyleIdx="11" presStyleCnt="12"/>
      <dgm:spPr/>
    </dgm:pt>
    <dgm:pt modelId="{167598D0-4FB3-AC4C-B6D1-002B6F7BE244}" type="pres">
      <dgm:prSet presAssocID="{F2E5BA62-2363-DF40-B0D1-139F759B050E}" presName="Child" presStyleLbl="revTx" presStyleIdx="13" presStyleCnt="14">
        <dgm:presLayoutVars>
          <dgm:chMax val="0"/>
          <dgm:chPref val="0"/>
          <dgm:bulletEnabled val="1"/>
        </dgm:presLayoutVars>
      </dgm:prSet>
      <dgm:spPr/>
    </dgm:pt>
  </dgm:ptLst>
  <dgm:cxnLst>
    <dgm:cxn modelId="{80256412-1C31-AC4B-B611-8E72D810B72B}" srcId="{E523C9C9-44E4-8F4C-AFF0-0A41583A5470}" destId="{E8C406D6-A9AC-C245-B757-1D5F6098F671}" srcOrd="5" destOrd="0" parTransId="{CD79FFC7-642E-AF43-B6F3-72457378295C}" sibTransId="{16745278-1785-9F4C-BC52-419EF1995AB3}"/>
    <dgm:cxn modelId="{17D56514-297B-CF42-A9F1-87989DC0765D}" type="presOf" srcId="{E8C406D6-A9AC-C245-B757-1D5F6098F671}" destId="{A5FBD568-00F0-CA41-9442-45AA230B9268}" srcOrd="0" destOrd="0" presId="urn:microsoft.com/office/officeart/2008/layout/SquareAccentList"/>
    <dgm:cxn modelId="{C25AE12D-E0CA-F148-A166-D0F32CE73344}" srcId="{C5E9A6EF-7A77-2C4F-89A3-A1EB85BD89C8}" destId="{E523C9C9-44E4-8F4C-AFF0-0A41583A5470}" srcOrd="0" destOrd="0" parTransId="{BFDD7C29-7827-9F41-A10B-235C8F10D135}" sibTransId="{849F7042-090C-154F-B331-9D79B86139AD}"/>
    <dgm:cxn modelId="{A5729033-6452-3149-9DE4-4A8ECFA7EB25}" srcId="{E523C9C9-44E4-8F4C-AFF0-0A41583A5470}" destId="{5E1A3761-696C-A247-A10F-46C164BC8AA8}" srcOrd="0" destOrd="0" parTransId="{8C609066-3EB0-E946-BC44-839A246CE517}" sibTransId="{066C3D85-9EFB-2647-B41D-D3C20BDC3EBD}"/>
    <dgm:cxn modelId="{FC35EE33-4C23-F941-8E24-363F51F3C625}" type="presOf" srcId="{4F29715C-9C08-D943-BD03-131B551D8C09}" destId="{DED6C75D-1E28-434D-853E-2D29D3E7710C}" srcOrd="0" destOrd="0" presId="urn:microsoft.com/office/officeart/2008/layout/SquareAccentList"/>
    <dgm:cxn modelId="{57725436-3410-604A-AC14-37370B5A6E05}" type="presOf" srcId="{F2E5BA62-2363-DF40-B0D1-139F759B050E}" destId="{167598D0-4FB3-AC4C-B6D1-002B6F7BE244}" srcOrd="0" destOrd="0" presId="urn:microsoft.com/office/officeart/2008/layout/SquareAccentList"/>
    <dgm:cxn modelId="{A4BC6937-DE7F-FC44-BAD1-184F80B54C35}" type="presOf" srcId="{79F93832-0A17-DB48-A1C7-D899C215C72B}" destId="{532B82C2-F03A-054B-9C56-7E7ACF31BCDA}" srcOrd="0" destOrd="0" presId="urn:microsoft.com/office/officeart/2008/layout/SquareAccentList"/>
    <dgm:cxn modelId="{014C5438-F126-634E-BA5D-2FFAC990D659}" srcId="{25DC7A00-683F-1644-BB5D-DACA931D83F3}" destId="{F2E5BA62-2363-DF40-B0D1-139F759B050E}" srcOrd="5" destOrd="0" parTransId="{B80E8AE2-2771-0D40-A735-F2883F358F46}" sibTransId="{A135FCD1-2EE9-7347-ADA2-10000A19137E}"/>
    <dgm:cxn modelId="{AA58CE3D-AF36-F34E-8C03-19D8C4427570}" srcId="{25DC7A00-683F-1644-BB5D-DACA931D83F3}" destId="{9488761A-BCD6-5446-89EB-3B7E28F383B9}" srcOrd="3" destOrd="0" parTransId="{69E271EE-9CE6-5C49-BEB7-FC3F85B002D9}" sibTransId="{034B6CBC-31FF-6340-A470-29600FF0B667}"/>
    <dgm:cxn modelId="{0AD77743-A0D6-A041-9CD3-54F1F1707F32}" srcId="{25DC7A00-683F-1644-BB5D-DACA931D83F3}" destId="{A6FAB208-DDBE-9C45-9FB9-1F193F4464C9}" srcOrd="0" destOrd="0" parTransId="{5D5ECCB8-24EC-D647-BA96-C7A06D8A28EC}" sibTransId="{A2E46242-7B60-5D41-8068-3E1B22B00737}"/>
    <dgm:cxn modelId="{00BE594A-C7F9-6746-B8F8-1CB5C6153694}" srcId="{25DC7A00-683F-1644-BB5D-DACA931D83F3}" destId="{D8A8A526-74B6-BD45-97D1-859FB7D066FA}" srcOrd="1" destOrd="0" parTransId="{52E1F517-341B-4F44-A043-0B14D387733C}" sibTransId="{FE10DD2B-E756-064E-8A54-BAC1B2830E1A}"/>
    <dgm:cxn modelId="{79C8AC50-8D78-804D-93DC-D25488B0CDD1}" type="presOf" srcId="{6A8A650A-0C93-F14A-9361-0118E1F7EC60}" destId="{0EA5CB1D-5FD4-DE49-BD8B-06A65406B791}" srcOrd="0" destOrd="0" presId="urn:microsoft.com/office/officeart/2008/layout/SquareAccentList"/>
    <dgm:cxn modelId="{69C2B459-D4B1-8941-BD85-38273DCA96B8}" srcId="{E523C9C9-44E4-8F4C-AFF0-0A41583A5470}" destId="{54E0D958-B473-B843-ABEB-72168ECAD51A}" srcOrd="4" destOrd="0" parTransId="{73284425-4754-B84D-8B8B-41E7E01BCB11}" sibTransId="{631A3606-C7C8-1644-A0C6-B9A218724756}"/>
    <dgm:cxn modelId="{59F45367-EC1C-9941-BE71-2E2EAF905A95}" type="presOf" srcId="{34F7FA70-3B51-8A49-BE3F-6DF5AFAFA5DA}" destId="{041626F9-A23B-F246-8047-0BCF07C14460}" srcOrd="0" destOrd="0" presId="urn:microsoft.com/office/officeart/2008/layout/SquareAccentList"/>
    <dgm:cxn modelId="{BC62E86E-7B7C-A448-897A-2F73C3C03FF7}" type="presOf" srcId="{54E0D958-B473-B843-ABEB-72168ECAD51A}" destId="{D849052E-1296-C04D-A318-77E326D99888}" srcOrd="0" destOrd="0" presId="urn:microsoft.com/office/officeart/2008/layout/SquareAccentList"/>
    <dgm:cxn modelId="{DDE45278-60AE-B44A-8CDF-CB4FF3401AC4}" type="presOf" srcId="{D8A8A526-74B6-BD45-97D1-859FB7D066FA}" destId="{AEFE7DCB-6CA6-2447-9655-3627004F00CA}" srcOrd="0" destOrd="0" presId="urn:microsoft.com/office/officeart/2008/layout/SquareAccentList"/>
    <dgm:cxn modelId="{DCE8FA79-D194-CB40-A5DC-CDDA34EE40A4}" srcId="{25DC7A00-683F-1644-BB5D-DACA931D83F3}" destId="{A5240FC0-C1CB-6C43-B04F-31C88EE22181}" srcOrd="2" destOrd="0" parTransId="{072B4714-1C59-654A-B9B6-F35B06D32DE7}" sibTransId="{996BA8A1-6DF0-124C-B0AF-5C788FEBDA23}"/>
    <dgm:cxn modelId="{F306B37C-F043-E24B-ABE9-419A01A42B19}" type="presOf" srcId="{A5240FC0-C1CB-6C43-B04F-31C88EE22181}" destId="{944D9F32-E826-1141-828E-D2235C1AE056}" srcOrd="0" destOrd="0" presId="urn:microsoft.com/office/officeart/2008/layout/SquareAccentList"/>
    <dgm:cxn modelId="{4C53BD8A-38F1-324C-A50C-CDDC5EEA160E}" type="presOf" srcId="{25DC7A00-683F-1644-BB5D-DACA931D83F3}" destId="{70D9E660-3672-EB4B-90E2-490E14AE574C}" srcOrd="0" destOrd="0" presId="urn:microsoft.com/office/officeart/2008/layout/SquareAccentList"/>
    <dgm:cxn modelId="{C262E89D-07FD-9B4A-AFB0-8E4F1F8CCA11}" srcId="{C5E9A6EF-7A77-2C4F-89A3-A1EB85BD89C8}" destId="{25DC7A00-683F-1644-BB5D-DACA931D83F3}" srcOrd="1" destOrd="0" parTransId="{69EF6156-6F14-184A-A52D-7E691797028B}" sibTransId="{D785C973-2E20-0549-AB5D-86A4D742E614}"/>
    <dgm:cxn modelId="{AB0405A4-F5C4-1647-A89F-E9FA470F1680}" srcId="{25DC7A00-683F-1644-BB5D-DACA931D83F3}" destId="{79F93832-0A17-DB48-A1C7-D899C215C72B}" srcOrd="4" destOrd="0" parTransId="{1F1BA779-5C05-934F-BB90-B1AE3725227C}" sibTransId="{0DDC96AC-80EF-AD4E-BBAB-FD9E6EFA41B3}"/>
    <dgm:cxn modelId="{D4FE74A9-B800-5843-A182-C1253C7CAECE}" srcId="{E523C9C9-44E4-8F4C-AFF0-0A41583A5470}" destId="{4F29715C-9C08-D943-BD03-131B551D8C09}" srcOrd="2" destOrd="0" parTransId="{A2C3A007-B70E-0841-A545-10CA743976F8}" sibTransId="{3BC4D253-B3F6-F949-B2EF-22C04E9D4398}"/>
    <dgm:cxn modelId="{92BE3AAE-15A9-E245-B7BA-A4D619F57A5D}" srcId="{E523C9C9-44E4-8F4C-AFF0-0A41583A5470}" destId="{6A8A650A-0C93-F14A-9361-0118E1F7EC60}" srcOrd="1" destOrd="0" parTransId="{712828DD-507C-5E4F-B5BC-CE9DDD87DB83}" sibTransId="{746CDBDF-8526-4046-9408-D9DB06C05211}"/>
    <dgm:cxn modelId="{447B8EB2-87CD-8346-9ACE-8144C4EB43E0}" srcId="{E523C9C9-44E4-8F4C-AFF0-0A41583A5470}" destId="{34F7FA70-3B51-8A49-BE3F-6DF5AFAFA5DA}" srcOrd="3" destOrd="0" parTransId="{B509E933-B07D-2645-BAE1-8185D8A88FF4}" sibTransId="{30E9466F-DAE7-474A-A54E-E538DFB6AD98}"/>
    <dgm:cxn modelId="{9E7A42C7-B059-8A4E-BAC4-CB5FEA3BE987}" type="presOf" srcId="{9488761A-BCD6-5446-89EB-3B7E28F383B9}" destId="{F89EB8DD-EB8A-8C43-AF21-C13F69153078}" srcOrd="0" destOrd="0" presId="urn:microsoft.com/office/officeart/2008/layout/SquareAccentList"/>
    <dgm:cxn modelId="{E7C140D4-4C6A-AE4F-B6C6-406C8150D64C}" type="presOf" srcId="{A6FAB208-DDBE-9C45-9FB9-1F193F4464C9}" destId="{98267CF4-FDBE-EF4B-9516-67DE565AC5C2}" srcOrd="0" destOrd="0" presId="urn:microsoft.com/office/officeart/2008/layout/SquareAccentList"/>
    <dgm:cxn modelId="{16FD2CDE-4581-8B46-A551-8091D893911F}" type="presOf" srcId="{C5E9A6EF-7A77-2C4F-89A3-A1EB85BD89C8}" destId="{BC1C2070-644B-4143-A8F3-FB3906DC416C}" srcOrd="0" destOrd="0" presId="urn:microsoft.com/office/officeart/2008/layout/SquareAccentList"/>
    <dgm:cxn modelId="{102C3DEA-B040-674F-9E4B-A00AACD6B873}" type="presOf" srcId="{5E1A3761-696C-A247-A10F-46C164BC8AA8}" destId="{C5C4DBBF-59F3-834F-A223-831DC26DDE50}" srcOrd="0" destOrd="0" presId="urn:microsoft.com/office/officeart/2008/layout/SquareAccentList"/>
    <dgm:cxn modelId="{B47519F9-A14E-7844-9BC6-1DF912659102}" type="presOf" srcId="{E523C9C9-44E4-8F4C-AFF0-0A41583A5470}" destId="{4FC99E78-1155-0845-8512-C9CBF1EAC6CC}" srcOrd="0" destOrd="0" presId="urn:microsoft.com/office/officeart/2008/layout/SquareAccentList"/>
    <dgm:cxn modelId="{09CC18F2-8F71-6749-A53A-82216BEF8296}" type="presParOf" srcId="{BC1C2070-644B-4143-A8F3-FB3906DC416C}" destId="{2F52C90D-C3EC-6442-A3D4-7DC06A10126B}" srcOrd="0" destOrd="0" presId="urn:microsoft.com/office/officeart/2008/layout/SquareAccentList"/>
    <dgm:cxn modelId="{AE9F5D46-6CBD-664C-BBCD-B15F1703CA9A}" type="presParOf" srcId="{2F52C90D-C3EC-6442-A3D4-7DC06A10126B}" destId="{80DD9790-B69E-1942-8DF4-740A5C635AA5}" srcOrd="0" destOrd="0" presId="urn:microsoft.com/office/officeart/2008/layout/SquareAccentList"/>
    <dgm:cxn modelId="{C89AD7C7-D5AD-5A42-9147-AE82DCD9C63B}" type="presParOf" srcId="{80DD9790-B69E-1942-8DF4-740A5C635AA5}" destId="{936B98D3-800E-F74A-9A0F-E2FFD80B7A9A}" srcOrd="0" destOrd="0" presId="urn:microsoft.com/office/officeart/2008/layout/SquareAccentList"/>
    <dgm:cxn modelId="{BA03E31A-ECFA-6B48-93A0-A450010E4621}" type="presParOf" srcId="{80DD9790-B69E-1942-8DF4-740A5C635AA5}" destId="{EFBB4F44-452B-744E-8688-A5A644D558E5}" srcOrd="1" destOrd="0" presId="urn:microsoft.com/office/officeart/2008/layout/SquareAccentList"/>
    <dgm:cxn modelId="{95B464C6-90E6-734E-AEF6-13070F231DD5}" type="presParOf" srcId="{80DD9790-B69E-1942-8DF4-740A5C635AA5}" destId="{4FC99E78-1155-0845-8512-C9CBF1EAC6CC}" srcOrd="2" destOrd="0" presId="urn:microsoft.com/office/officeart/2008/layout/SquareAccentList"/>
    <dgm:cxn modelId="{FCC8CC9B-7F45-234C-9B57-CC37B1A2F2D6}" type="presParOf" srcId="{2F52C90D-C3EC-6442-A3D4-7DC06A10126B}" destId="{ABDDF55C-8A48-4444-B9AB-4F2BD2B6E33A}" srcOrd="1" destOrd="0" presId="urn:microsoft.com/office/officeart/2008/layout/SquareAccentList"/>
    <dgm:cxn modelId="{777FAF79-8FE0-5644-9F0A-6FA5063FD66A}" type="presParOf" srcId="{ABDDF55C-8A48-4444-B9AB-4F2BD2B6E33A}" destId="{A2D4381A-37FC-0C4F-9540-0B529BF519A9}" srcOrd="0" destOrd="0" presId="urn:microsoft.com/office/officeart/2008/layout/SquareAccentList"/>
    <dgm:cxn modelId="{BECE540F-355C-D241-AB29-AFCD567599CB}" type="presParOf" srcId="{A2D4381A-37FC-0C4F-9540-0B529BF519A9}" destId="{F347F7C1-F496-F64F-9104-1061677E3A08}" srcOrd="0" destOrd="0" presId="urn:microsoft.com/office/officeart/2008/layout/SquareAccentList"/>
    <dgm:cxn modelId="{A19A9BAD-9DE6-1D45-9452-93DE7FAC60D4}" type="presParOf" srcId="{A2D4381A-37FC-0C4F-9540-0B529BF519A9}" destId="{C5C4DBBF-59F3-834F-A223-831DC26DDE50}" srcOrd="1" destOrd="0" presId="urn:microsoft.com/office/officeart/2008/layout/SquareAccentList"/>
    <dgm:cxn modelId="{BDBE9DDF-A199-3241-9014-C261B34A9B89}" type="presParOf" srcId="{ABDDF55C-8A48-4444-B9AB-4F2BD2B6E33A}" destId="{F70D17B5-4A22-1146-919C-4C7A2869D47D}" srcOrd="1" destOrd="0" presId="urn:microsoft.com/office/officeart/2008/layout/SquareAccentList"/>
    <dgm:cxn modelId="{881CC1F7-1D74-794A-8138-A8283D05889C}" type="presParOf" srcId="{F70D17B5-4A22-1146-919C-4C7A2869D47D}" destId="{8D6D2AA9-EA8F-634D-B9BE-DAA48591AC4E}" srcOrd="0" destOrd="0" presId="urn:microsoft.com/office/officeart/2008/layout/SquareAccentList"/>
    <dgm:cxn modelId="{A92BCAC9-89E6-4847-83F7-16E1DAEF697E}" type="presParOf" srcId="{F70D17B5-4A22-1146-919C-4C7A2869D47D}" destId="{0EA5CB1D-5FD4-DE49-BD8B-06A65406B791}" srcOrd="1" destOrd="0" presId="urn:microsoft.com/office/officeart/2008/layout/SquareAccentList"/>
    <dgm:cxn modelId="{56F41827-D02B-A049-BAB2-E359E83A7ADB}" type="presParOf" srcId="{ABDDF55C-8A48-4444-B9AB-4F2BD2B6E33A}" destId="{AA2B0CC1-DB0A-4949-B6D6-7C294B5547BF}" srcOrd="2" destOrd="0" presId="urn:microsoft.com/office/officeart/2008/layout/SquareAccentList"/>
    <dgm:cxn modelId="{CA086C47-9E46-8943-803B-4E2B030D6C1C}" type="presParOf" srcId="{AA2B0CC1-DB0A-4949-B6D6-7C294B5547BF}" destId="{8233E98F-D7DA-4345-A3B5-274A61A28C68}" srcOrd="0" destOrd="0" presId="urn:microsoft.com/office/officeart/2008/layout/SquareAccentList"/>
    <dgm:cxn modelId="{7BBDC963-BC39-9246-AFEA-208038D63917}" type="presParOf" srcId="{AA2B0CC1-DB0A-4949-B6D6-7C294B5547BF}" destId="{DED6C75D-1E28-434D-853E-2D29D3E7710C}" srcOrd="1" destOrd="0" presId="urn:microsoft.com/office/officeart/2008/layout/SquareAccentList"/>
    <dgm:cxn modelId="{E283DC5A-242E-884F-AF27-5BAFD895E9A5}" type="presParOf" srcId="{ABDDF55C-8A48-4444-B9AB-4F2BD2B6E33A}" destId="{2D5984DF-FAAB-3745-BB4D-2E9BC1B450D4}" srcOrd="3" destOrd="0" presId="urn:microsoft.com/office/officeart/2008/layout/SquareAccentList"/>
    <dgm:cxn modelId="{F8733F12-C259-F543-B633-4AB854422C56}" type="presParOf" srcId="{2D5984DF-FAAB-3745-BB4D-2E9BC1B450D4}" destId="{88E757B0-4E49-9A40-B9F2-A0850E6FE243}" srcOrd="0" destOrd="0" presId="urn:microsoft.com/office/officeart/2008/layout/SquareAccentList"/>
    <dgm:cxn modelId="{66FBEF8C-AE7E-CE47-B881-B41084763D97}" type="presParOf" srcId="{2D5984DF-FAAB-3745-BB4D-2E9BC1B450D4}" destId="{041626F9-A23B-F246-8047-0BCF07C14460}" srcOrd="1" destOrd="0" presId="urn:microsoft.com/office/officeart/2008/layout/SquareAccentList"/>
    <dgm:cxn modelId="{634AEBF2-9108-FF43-A2B3-3AD75E5865DC}" type="presParOf" srcId="{ABDDF55C-8A48-4444-B9AB-4F2BD2B6E33A}" destId="{7C18A339-0C48-064D-B60D-D1C285BA6E41}" srcOrd="4" destOrd="0" presId="urn:microsoft.com/office/officeart/2008/layout/SquareAccentList"/>
    <dgm:cxn modelId="{2C354C91-9295-0849-B1EC-177BC1D78948}" type="presParOf" srcId="{7C18A339-0C48-064D-B60D-D1C285BA6E41}" destId="{F692CA78-A415-F641-9D76-A55F8BBAEDC7}" srcOrd="0" destOrd="0" presId="urn:microsoft.com/office/officeart/2008/layout/SquareAccentList"/>
    <dgm:cxn modelId="{C6BB023C-82CC-7A47-A997-7604C10893CD}" type="presParOf" srcId="{7C18A339-0C48-064D-B60D-D1C285BA6E41}" destId="{D849052E-1296-C04D-A318-77E326D99888}" srcOrd="1" destOrd="0" presId="urn:microsoft.com/office/officeart/2008/layout/SquareAccentList"/>
    <dgm:cxn modelId="{B600516D-8219-624A-907E-F730085C4901}" type="presParOf" srcId="{ABDDF55C-8A48-4444-B9AB-4F2BD2B6E33A}" destId="{6426148C-893C-AD43-9E28-E429BAD1FE49}" srcOrd="5" destOrd="0" presId="urn:microsoft.com/office/officeart/2008/layout/SquareAccentList"/>
    <dgm:cxn modelId="{02E40AD5-44B2-E54F-907E-0165500E65FE}" type="presParOf" srcId="{6426148C-893C-AD43-9E28-E429BAD1FE49}" destId="{9D1E9075-AD49-9D42-AB06-CF9F4E42983B}" srcOrd="0" destOrd="0" presId="urn:microsoft.com/office/officeart/2008/layout/SquareAccentList"/>
    <dgm:cxn modelId="{BBBBEBC0-B2BB-C648-AB0F-62DB42E3C419}" type="presParOf" srcId="{6426148C-893C-AD43-9E28-E429BAD1FE49}" destId="{A5FBD568-00F0-CA41-9442-45AA230B9268}" srcOrd="1" destOrd="0" presId="urn:microsoft.com/office/officeart/2008/layout/SquareAccentList"/>
    <dgm:cxn modelId="{75B38EA4-A818-FB49-BA5C-8991308AE506}" type="presParOf" srcId="{BC1C2070-644B-4143-A8F3-FB3906DC416C}" destId="{727BE5A9-FD6D-FE4A-B03C-AE440F5CCE36}" srcOrd="1" destOrd="0" presId="urn:microsoft.com/office/officeart/2008/layout/SquareAccentList"/>
    <dgm:cxn modelId="{1DAB8772-6FDD-BF4D-9030-10803215885C}" type="presParOf" srcId="{727BE5A9-FD6D-FE4A-B03C-AE440F5CCE36}" destId="{8CC09BC1-BE8A-8D48-AEBD-5963E2A82000}" srcOrd="0" destOrd="0" presId="urn:microsoft.com/office/officeart/2008/layout/SquareAccentList"/>
    <dgm:cxn modelId="{CD9EF047-9275-324C-93B4-FEC885A2A74D}" type="presParOf" srcId="{8CC09BC1-BE8A-8D48-AEBD-5963E2A82000}" destId="{80F5CA70-F5A9-6D46-BBF0-B1BF51B96806}" srcOrd="0" destOrd="0" presId="urn:microsoft.com/office/officeart/2008/layout/SquareAccentList"/>
    <dgm:cxn modelId="{12238653-788B-FC45-8377-CEFF488B0A24}" type="presParOf" srcId="{8CC09BC1-BE8A-8D48-AEBD-5963E2A82000}" destId="{0F8A1F45-F0FE-174D-9804-9F3153FCE4CC}" srcOrd="1" destOrd="0" presId="urn:microsoft.com/office/officeart/2008/layout/SquareAccentList"/>
    <dgm:cxn modelId="{76F8C9B1-A2E9-0D45-8E74-FB7C83EA061E}" type="presParOf" srcId="{8CC09BC1-BE8A-8D48-AEBD-5963E2A82000}" destId="{70D9E660-3672-EB4B-90E2-490E14AE574C}" srcOrd="2" destOrd="0" presId="urn:microsoft.com/office/officeart/2008/layout/SquareAccentList"/>
    <dgm:cxn modelId="{3C3CB8B8-C1E7-EA48-9E6D-D61BBEAB5C1E}" type="presParOf" srcId="{727BE5A9-FD6D-FE4A-B03C-AE440F5CCE36}" destId="{5EFBAEB5-75D8-0D45-9ECD-C02F4EF49BA6}" srcOrd="1" destOrd="0" presId="urn:microsoft.com/office/officeart/2008/layout/SquareAccentList"/>
    <dgm:cxn modelId="{CF42F270-80A1-C045-9BC2-006715BC81A6}" type="presParOf" srcId="{5EFBAEB5-75D8-0D45-9ECD-C02F4EF49BA6}" destId="{F21CEAAD-E78B-0843-A5ED-2FA767A60E7F}" srcOrd="0" destOrd="0" presId="urn:microsoft.com/office/officeart/2008/layout/SquareAccentList"/>
    <dgm:cxn modelId="{6D71F2E6-9F76-2C4C-9F8F-0432FD3714B6}" type="presParOf" srcId="{F21CEAAD-E78B-0843-A5ED-2FA767A60E7F}" destId="{558D38F1-94DA-6E4A-94E3-90E60D86BBEE}" srcOrd="0" destOrd="0" presId="urn:microsoft.com/office/officeart/2008/layout/SquareAccentList"/>
    <dgm:cxn modelId="{2870EB83-C18F-654E-BC3F-C3C9AFBBA5DC}" type="presParOf" srcId="{F21CEAAD-E78B-0843-A5ED-2FA767A60E7F}" destId="{98267CF4-FDBE-EF4B-9516-67DE565AC5C2}" srcOrd="1" destOrd="0" presId="urn:microsoft.com/office/officeart/2008/layout/SquareAccentList"/>
    <dgm:cxn modelId="{7925D29D-2946-6249-A359-78F510C8B24A}" type="presParOf" srcId="{5EFBAEB5-75D8-0D45-9ECD-C02F4EF49BA6}" destId="{C17D6990-F311-F04E-88BC-65FB6B13FEF6}" srcOrd="1" destOrd="0" presId="urn:microsoft.com/office/officeart/2008/layout/SquareAccentList"/>
    <dgm:cxn modelId="{1BE51F62-A08A-D849-AF9B-A8391E4DA211}" type="presParOf" srcId="{C17D6990-F311-F04E-88BC-65FB6B13FEF6}" destId="{5EB43296-6BB6-9D43-AD57-5910B07E227C}" srcOrd="0" destOrd="0" presId="urn:microsoft.com/office/officeart/2008/layout/SquareAccentList"/>
    <dgm:cxn modelId="{CBAC7FF8-0113-ED4C-8054-4D5187AFA2E8}" type="presParOf" srcId="{C17D6990-F311-F04E-88BC-65FB6B13FEF6}" destId="{AEFE7DCB-6CA6-2447-9655-3627004F00CA}" srcOrd="1" destOrd="0" presId="urn:microsoft.com/office/officeart/2008/layout/SquareAccentList"/>
    <dgm:cxn modelId="{4E7F7FBE-113E-A540-A69C-F13D10FAB8F1}" type="presParOf" srcId="{5EFBAEB5-75D8-0D45-9ECD-C02F4EF49BA6}" destId="{3558D5FD-979F-6945-9A54-2C7D9BB0CB63}" srcOrd="2" destOrd="0" presId="urn:microsoft.com/office/officeart/2008/layout/SquareAccentList"/>
    <dgm:cxn modelId="{ECE0ACEA-02BB-B640-BBBF-1AAA3CA89B54}" type="presParOf" srcId="{3558D5FD-979F-6945-9A54-2C7D9BB0CB63}" destId="{AECA63DD-0EB6-1F45-9144-7BC4B2B47254}" srcOrd="0" destOrd="0" presId="urn:microsoft.com/office/officeart/2008/layout/SquareAccentList"/>
    <dgm:cxn modelId="{D3CF3FA3-FAD3-514B-9648-2BE621D37BCB}" type="presParOf" srcId="{3558D5FD-979F-6945-9A54-2C7D9BB0CB63}" destId="{944D9F32-E826-1141-828E-D2235C1AE056}" srcOrd="1" destOrd="0" presId="urn:microsoft.com/office/officeart/2008/layout/SquareAccentList"/>
    <dgm:cxn modelId="{E03C62D6-64D9-9245-8641-0B09E918FB07}" type="presParOf" srcId="{5EFBAEB5-75D8-0D45-9ECD-C02F4EF49BA6}" destId="{42B148D3-4286-C646-93CE-8D7BD781711E}" srcOrd="3" destOrd="0" presId="urn:microsoft.com/office/officeart/2008/layout/SquareAccentList"/>
    <dgm:cxn modelId="{34D5FFDB-FB89-CE46-B6E7-43AC848912D7}" type="presParOf" srcId="{42B148D3-4286-C646-93CE-8D7BD781711E}" destId="{3F4D3C5B-4DA7-BD43-B520-4BA6790DF61E}" srcOrd="0" destOrd="0" presId="urn:microsoft.com/office/officeart/2008/layout/SquareAccentList"/>
    <dgm:cxn modelId="{E8583ABD-BC45-C241-B76C-865A1902C45C}" type="presParOf" srcId="{42B148D3-4286-C646-93CE-8D7BD781711E}" destId="{F89EB8DD-EB8A-8C43-AF21-C13F69153078}" srcOrd="1" destOrd="0" presId="urn:microsoft.com/office/officeart/2008/layout/SquareAccentList"/>
    <dgm:cxn modelId="{4FA32425-1425-8047-9067-3C34DD5E7F12}" type="presParOf" srcId="{5EFBAEB5-75D8-0D45-9ECD-C02F4EF49BA6}" destId="{EB0F14D8-902C-764D-831F-BAC0F51ABE62}" srcOrd="4" destOrd="0" presId="urn:microsoft.com/office/officeart/2008/layout/SquareAccentList"/>
    <dgm:cxn modelId="{275897B9-859F-944B-ABCB-6826A2419546}" type="presParOf" srcId="{EB0F14D8-902C-764D-831F-BAC0F51ABE62}" destId="{9DEAEA6C-0A14-1A43-B7CF-2DB1F13CB753}" srcOrd="0" destOrd="0" presId="urn:microsoft.com/office/officeart/2008/layout/SquareAccentList"/>
    <dgm:cxn modelId="{B6D6A467-AD07-5C4F-8FF9-A975F7161EFB}" type="presParOf" srcId="{EB0F14D8-902C-764D-831F-BAC0F51ABE62}" destId="{532B82C2-F03A-054B-9C56-7E7ACF31BCDA}" srcOrd="1" destOrd="0" presId="urn:microsoft.com/office/officeart/2008/layout/SquareAccentList"/>
    <dgm:cxn modelId="{5AF2C00C-19E1-3846-9D7F-5873A47E2FFF}" type="presParOf" srcId="{5EFBAEB5-75D8-0D45-9ECD-C02F4EF49BA6}" destId="{0C4E649A-8BA0-3149-AAA8-0252D450DE2B}" srcOrd="5" destOrd="0" presId="urn:microsoft.com/office/officeart/2008/layout/SquareAccentList"/>
    <dgm:cxn modelId="{F706B1B1-910D-1644-BD4E-F63F6A574C75}" type="presParOf" srcId="{0C4E649A-8BA0-3149-AAA8-0252D450DE2B}" destId="{C77EDB56-4C60-3644-86FB-85B2551EC4FB}" srcOrd="0" destOrd="0" presId="urn:microsoft.com/office/officeart/2008/layout/SquareAccentList"/>
    <dgm:cxn modelId="{E9C970E9-BEBA-AE4A-9A8D-28EF01B8893C}" type="presParOf" srcId="{0C4E649A-8BA0-3149-AAA8-0252D450DE2B}" destId="{167598D0-4FB3-AC4C-B6D1-002B6F7BE244}" srcOrd="1" destOrd="0" presId="urn:microsoft.com/office/officeart/2008/layout/SquareAccent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28DA5E0-F6D8-3440-A331-3C297D395440}" type="doc">
      <dgm:prSet loTypeId="urn:microsoft.com/office/officeart/2005/8/layout/chevron2" loCatId="process" qsTypeId="urn:microsoft.com/office/officeart/2005/8/quickstyle/3d3" qsCatId="3D" csTypeId="urn:microsoft.com/office/officeart/2005/8/colors/accent1_2" csCatId="accent1" phldr="1"/>
      <dgm:spPr/>
      <dgm:t>
        <a:bodyPr/>
        <a:lstStyle/>
        <a:p>
          <a:endParaRPr lang="de-DE"/>
        </a:p>
      </dgm:t>
    </dgm:pt>
    <dgm:pt modelId="{C102871F-4AC8-AD42-9F76-9A0175C35C3D}">
      <dgm:prSet/>
      <dgm:spPr/>
      <dgm:t>
        <a:bodyPr/>
        <a:lstStyle/>
        <a:p>
          <a:r>
            <a:rPr lang="de-DE"/>
            <a:t>Problem:</a:t>
          </a:r>
        </a:p>
      </dgm:t>
    </dgm:pt>
    <dgm:pt modelId="{DCAA6D89-32AA-8642-B064-C8050C4E3E4C}" type="parTrans" cxnId="{F737E322-9541-EE49-9C71-3CA8C185F047}">
      <dgm:prSet/>
      <dgm:spPr/>
      <dgm:t>
        <a:bodyPr/>
        <a:lstStyle/>
        <a:p>
          <a:endParaRPr lang="de-DE"/>
        </a:p>
      </dgm:t>
    </dgm:pt>
    <dgm:pt modelId="{B4B01AD6-E007-F245-9B38-AC417C07A4A4}" type="sibTrans" cxnId="{F737E322-9541-EE49-9C71-3CA8C185F047}">
      <dgm:prSet/>
      <dgm:spPr/>
      <dgm:t>
        <a:bodyPr/>
        <a:lstStyle/>
        <a:p>
          <a:endParaRPr lang="de-DE"/>
        </a:p>
      </dgm:t>
    </dgm:pt>
    <dgm:pt modelId="{782C1EFA-54CC-434F-8E02-AC2AC8F3F8A7}">
      <dgm:prSet/>
      <dgm:spPr/>
      <dgm:t>
        <a:bodyPr/>
        <a:lstStyle/>
        <a:p>
          <a:r>
            <a:rPr lang="de-DE" dirty="0"/>
            <a:t>Routen Konfiguration zur Entwicklungszeit</a:t>
          </a:r>
        </a:p>
      </dgm:t>
    </dgm:pt>
    <dgm:pt modelId="{F5609B86-4072-D14F-BF65-A4F1BDCCA50F}" type="parTrans" cxnId="{1ADBF810-A9A7-D247-BE5F-33CA95F8769E}">
      <dgm:prSet/>
      <dgm:spPr/>
      <dgm:t>
        <a:bodyPr/>
        <a:lstStyle/>
        <a:p>
          <a:endParaRPr lang="de-DE"/>
        </a:p>
      </dgm:t>
    </dgm:pt>
    <dgm:pt modelId="{03AF15B8-8449-8043-B814-46EBBF3A3E09}" type="sibTrans" cxnId="{1ADBF810-A9A7-D247-BE5F-33CA95F8769E}">
      <dgm:prSet/>
      <dgm:spPr/>
      <dgm:t>
        <a:bodyPr/>
        <a:lstStyle/>
        <a:p>
          <a:endParaRPr lang="de-DE"/>
        </a:p>
      </dgm:t>
    </dgm:pt>
    <dgm:pt modelId="{DE856D13-1C82-FE4E-AE1B-CAC6FEEF209F}">
      <dgm:prSet/>
      <dgm:spPr/>
      <dgm:t>
        <a:bodyPr/>
        <a:lstStyle/>
        <a:p>
          <a:r>
            <a:rPr lang="de-DE" dirty="0"/>
            <a:t>Somit: Keine statische Route pro Datensatz möglich</a:t>
          </a:r>
        </a:p>
      </dgm:t>
    </dgm:pt>
    <dgm:pt modelId="{E121FFEA-72FA-5B4F-A8E9-F61FBC1793AA}" type="parTrans" cxnId="{06EC9E2A-765E-7745-AA7F-FDB408FE8C5F}">
      <dgm:prSet/>
      <dgm:spPr/>
      <dgm:t>
        <a:bodyPr/>
        <a:lstStyle/>
        <a:p>
          <a:endParaRPr lang="de-DE"/>
        </a:p>
      </dgm:t>
    </dgm:pt>
    <dgm:pt modelId="{6530158A-0B89-614A-828F-9D5FB03FF2C2}" type="sibTrans" cxnId="{06EC9E2A-765E-7745-AA7F-FDB408FE8C5F}">
      <dgm:prSet/>
      <dgm:spPr/>
      <dgm:t>
        <a:bodyPr/>
        <a:lstStyle/>
        <a:p>
          <a:endParaRPr lang="de-DE"/>
        </a:p>
      </dgm:t>
    </dgm:pt>
    <dgm:pt modelId="{1C1D015F-B6EE-244F-A744-D7D5FE84A3BB}">
      <dgm:prSet/>
      <dgm:spPr/>
      <dgm:t>
        <a:bodyPr/>
        <a:lstStyle/>
        <a:p>
          <a:r>
            <a:rPr lang="de-DE"/>
            <a:t>Lösung:</a:t>
          </a:r>
        </a:p>
      </dgm:t>
    </dgm:pt>
    <dgm:pt modelId="{67EC9E4D-CEDA-EA49-838A-64745A4E6605}" type="parTrans" cxnId="{6F1F15F4-59E5-914C-90C8-507E9688A748}">
      <dgm:prSet/>
      <dgm:spPr/>
      <dgm:t>
        <a:bodyPr/>
        <a:lstStyle/>
        <a:p>
          <a:endParaRPr lang="de-DE"/>
        </a:p>
      </dgm:t>
    </dgm:pt>
    <dgm:pt modelId="{556BBF87-6A1A-6B44-B02B-F42ADE180A3B}" type="sibTrans" cxnId="{6F1F15F4-59E5-914C-90C8-507E9688A748}">
      <dgm:prSet/>
      <dgm:spPr/>
      <dgm:t>
        <a:bodyPr/>
        <a:lstStyle/>
        <a:p>
          <a:endParaRPr lang="de-DE"/>
        </a:p>
      </dgm:t>
    </dgm:pt>
    <dgm:pt modelId="{D1951DE9-85F0-4E4D-958A-616A9D2D86AD}">
      <dgm:prSet/>
      <dgm:spPr/>
      <dgm:t>
        <a:bodyPr/>
        <a:lstStyle/>
        <a:p>
          <a:r>
            <a:rPr lang="de-DE" dirty="0"/>
            <a:t>Dynamische Routen mit Parametern</a:t>
          </a:r>
        </a:p>
      </dgm:t>
    </dgm:pt>
    <dgm:pt modelId="{7D9DC289-D264-F94A-9D66-40BA1E2A5556}" type="parTrans" cxnId="{DD2F09B3-16CA-3148-8056-2F7B40DB3B6B}">
      <dgm:prSet/>
      <dgm:spPr/>
      <dgm:t>
        <a:bodyPr/>
        <a:lstStyle/>
        <a:p>
          <a:endParaRPr lang="de-DE"/>
        </a:p>
      </dgm:t>
    </dgm:pt>
    <dgm:pt modelId="{D5E10DF2-14E4-FA43-AF8B-B50212402075}" type="sibTrans" cxnId="{DD2F09B3-16CA-3148-8056-2F7B40DB3B6B}">
      <dgm:prSet/>
      <dgm:spPr/>
      <dgm:t>
        <a:bodyPr/>
        <a:lstStyle/>
        <a:p>
          <a:endParaRPr lang="de-DE"/>
        </a:p>
      </dgm:t>
    </dgm:pt>
    <dgm:pt modelId="{8B3A1207-6A6B-EB4F-BE3B-D44811F6C60B}">
      <dgm:prSet/>
      <dgm:spPr/>
      <dgm:t>
        <a:bodyPr/>
        <a:lstStyle/>
        <a:p>
          <a:r>
            <a:rPr lang="de-DE" dirty="0"/>
            <a:t>Routen Konfiguration kann in Pfadvariablen enthalten</a:t>
          </a:r>
        </a:p>
      </dgm:t>
    </dgm:pt>
    <dgm:pt modelId="{A824A1F5-0F57-6148-A7E2-2D8AE518C865}" type="parTrans" cxnId="{33C2CDA9-97EE-664A-BFDB-A2A7D2597D1B}">
      <dgm:prSet/>
      <dgm:spPr/>
      <dgm:t>
        <a:bodyPr/>
        <a:lstStyle/>
        <a:p>
          <a:endParaRPr lang="de-DE"/>
        </a:p>
      </dgm:t>
    </dgm:pt>
    <dgm:pt modelId="{0225CB2D-C998-C04C-9D03-6F67BF18A33E}" type="sibTrans" cxnId="{33C2CDA9-97EE-664A-BFDB-A2A7D2597D1B}">
      <dgm:prSet/>
      <dgm:spPr/>
      <dgm:t>
        <a:bodyPr/>
        <a:lstStyle/>
        <a:p>
          <a:endParaRPr lang="de-DE"/>
        </a:p>
      </dgm:t>
    </dgm:pt>
    <dgm:pt modelId="{6E553B95-87A2-914C-82CD-6C9DDD11848A}">
      <dgm:prSet/>
      <dgm:spPr/>
      <dgm:t>
        <a:bodyPr/>
        <a:lstStyle/>
        <a:p>
          <a:r>
            <a:rPr lang="de-DE" dirty="0"/>
            <a:t>Rest-Parameter </a:t>
          </a:r>
          <a:r>
            <a:rPr lang="de-DE" dirty="0" err="1"/>
            <a:t>vs</a:t>
          </a:r>
          <a:r>
            <a:rPr lang="de-DE" dirty="0"/>
            <a:t> URL-Parameter</a:t>
          </a:r>
        </a:p>
      </dgm:t>
    </dgm:pt>
    <dgm:pt modelId="{0C5DE1E1-D396-774B-9072-35A30BFCAF6D}" type="parTrans" cxnId="{FC6AFD45-10F4-9841-8882-201FF26C018D}">
      <dgm:prSet/>
      <dgm:spPr/>
      <dgm:t>
        <a:bodyPr/>
        <a:lstStyle/>
        <a:p>
          <a:endParaRPr lang="de-DE"/>
        </a:p>
      </dgm:t>
    </dgm:pt>
    <dgm:pt modelId="{A30EC40A-952D-2947-AB71-E79680C87407}" type="sibTrans" cxnId="{FC6AFD45-10F4-9841-8882-201FF26C018D}">
      <dgm:prSet/>
      <dgm:spPr/>
      <dgm:t>
        <a:bodyPr/>
        <a:lstStyle/>
        <a:p>
          <a:endParaRPr lang="de-DE"/>
        </a:p>
      </dgm:t>
    </dgm:pt>
    <dgm:pt modelId="{2635C34E-9C73-934C-A712-D85957057FC0}">
      <dgm:prSet/>
      <dgm:spPr/>
      <dgm:t>
        <a:bodyPr/>
        <a:lstStyle/>
        <a:p>
          <a:r>
            <a:rPr lang="de-DE"/>
            <a:t>Parameter in Route für Pflichtparameter</a:t>
          </a:r>
        </a:p>
      </dgm:t>
    </dgm:pt>
    <dgm:pt modelId="{0F4035CC-3F0A-AD4B-BDC6-981DFE12AC2F}" type="parTrans" cxnId="{D17C4644-9942-ED46-AA3C-60CB0403BA4C}">
      <dgm:prSet/>
      <dgm:spPr/>
      <dgm:t>
        <a:bodyPr/>
        <a:lstStyle/>
        <a:p>
          <a:endParaRPr lang="de-DE"/>
        </a:p>
      </dgm:t>
    </dgm:pt>
    <dgm:pt modelId="{9D0477AF-A7D2-3247-AE5B-A7030E0541C6}" type="sibTrans" cxnId="{D17C4644-9942-ED46-AA3C-60CB0403BA4C}">
      <dgm:prSet/>
      <dgm:spPr/>
      <dgm:t>
        <a:bodyPr/>
        <a:lstStyle/>
        <a:p>
          <a:endParaRPr lang="de-DE"/>
        </a:p>
      </dgm:t>
    </dgm:pt>
    <dgm:pt modelId="{D2EDF647-8D24-DB41-A92A-AAAA8849A46F}">
      <dgm:prSet/>
      <dgm:spPr/>
      <dgm:t>
        <a:bodyPr/>
        <a:lstStyle/>
        <a:p>
          <a:r>
            <a:rPr lang="de-DE"/>
            <a:t>URL-Parameter für optionale Parameter</a:t>
          </a:r>
        </a:p>
      </dgm:t>
    </dgm:pt>
    <dgm:pt modelId="{309290BA-AD69-914D-95E9-07F2F495952D}" type="parTrans" cxnId="{9F01640E-8EC4-E14A-AE61-248065061235}">
      <dgm:prSet/>
      <dgm:spPr/>
      <dgm:t>
        <a:bodyPr/>
        <a:lstStyle/>
        <a:p>
          <a:endParaRPr lang="de-DE"/>
        </a:p>
      </dgm:t>
    </dgm:pt>
    <dgm:pt modelId="{0B701852-2109-EA42-8C9A-364D5F4B12B8}" type="sibTrans" cxnId="{9F01640E-8EC4-E14A-AE61-248065061235}">
      <dgm:prSet/>
      <dgm:spPr/>
      <dgm:t>
        <a:bodyPr/>
        <a:lstStyle/>
        <a:p>
          <a:endParaRPr lang="de-DE"/>
        </a:p>
      </dgm:t>
    </dgm:pt>
    <dgm:pt modelId="{42BCF4E7-9D16-B347-82B4-DD19721D41E1}" type="pres">
      <dgm:prSet presAssocID="{328DA5E0-F6D8-3440-A331-3C297D395440}" presName="linearFlow" presStyleCnt="0">
        <dgm:presLayoutVars>
          <dgm:dir/>
          <dgm:animLvl val="lvl"/>
          <dgm:resizeHandles val="exact"/>
        </dgm:presLayoutVars>
      </dgm:prSet>
      <dgm:spPr/>
    </dgm:pt>
    <dgm:pt modelId="{0B66D32C-D39E-744D-BBFA-1A90C197E377}" type="pres">
      <dgm:prSet presAssocID="{C102871F-4AC8-AD42-9F76-9A0175C35C3D}" presName="composite" presStyleCnt="0"/>
      <dgm:spPr/>
    </dgm:pt>
    <dgm:pt modelId="{DC60026B-A515-D54B-98B9-73A8945EE08C}" type="pres">
      <dgm:prSet presAssocID="{C102871F-4AC8-AD42-9F76-9A0175C35C3D}" presName="parentText" presStyleLbl="alignNode1" presStyleIdx="0" presStyleCnt="3">
        <dgm:presLayoutVars>
          <dgm:chMax val="1"/>
          <dgm:bulletEnabled val="1"/>
        </dgm:presLayoutVars>
      </dgm:prSet>
      <dgm:spPr/>
    </dgm:pt>
    <dgm:pt modelId="{28D90256-420F-594D-9B53-7D6CF3CEFD73}" type="pres">
      <dgm:prSet presAssocID="{C102871F-4AC8-AD42-9F76-9A0175C35C3D}" presName="descendantText" presStyleLbl="alignAcc1" presStyleIdx="0" presStyleCnt="3">
        <dgm:presLayoutVars>
          <dgm:bulletEnabled val="1"/>
        </dgm:presLayoutVars>
      </dgm:prSet>
      <dgm:spPr/>
    </dgm:pt>
    <dgm:pt modelId="{062495BF-57B8-C54A-A2EB-D4D5D2F293DC}" type="pres">
      <dgm:prSet presAssocID="{B4B01AD6-E007-F245-9B38-AC417C07A4A4}" presName="sp" presStyleCnt="0"/>
      <dgm:spPr/>
    </dgm:pt>
    <dgm:pt modelId="{4E58D340-4D42-774A-9A04-DF81EFBAFB6C}" type="pres">
      <dgm:prSet presAssocID="{1C1D015F-B6EE-244F-A744-D7D5FE84A3BB}" presName="composite" presStyleCnt="0"/>
      <dgm:spPr/>
    </dgm:pt>
    <dgm:pt modelId="{E87F782A-15CE-A24D-9C75-E4576DBC761D}" type="pres">
      <dgm:prSet presAssocID="{1C1D015F-B6EE-244F-A744-D7D5FE84A3BB}" presName="parentText" presStyleLbl="alignNode1" presStyleIdx="1" presStyleCnt="3">
        <dgm:presLayoutVars>
          <dgm:chMax val="1"/>
          <dgm:bulletEnabled val="1"/>
        </dgm:presLayoutVars>
      </dgm:prSet>
      <dgm:spPr/>
    </dgm:pt>
    <dgm:pt modelId="{78366A0F-A76C-E744-8E61-1FCF31176EB3}" type="pres">
      <dgm:prSet presAssocID="{1C1D015F-B6EE-244F-A744-D7D5FE84A3BB}" presName="descendantText" presStyleLbl="alignAcc1" presStyleIdx="1" presStyleCnt="3">
        <dgm:presLayoutVars>
          <dgm:bulletEnabled val="1"/>
        </dgm:presLayoutVars>
      </dgm:prSet>
      <dgm:spPr/>
    </dgm:pt>
    <dgm:pt modelId="{540D4E04-A947-DE4A-9249-B4125DCC3EF1}" type="pres">
      <dgm:prSet presAssocID="{556BBF87-6A1A-6B44-B02B-F42ADE180A3B}" presName="sp" presStyleCnt="0"/>
      <dgm:spPr/>
    </dgm:pt>
    <dgm:pt modelId="{5EBF1ABF-5998-1843-8B79-B460210B1C9B}" type="pres">
      <dgm:prSet presAssocID="{6E553B95-87A2-914C-82CD-6C9DDD11848A}" presName="composite" presStyleCnt="0"/>
      <dgm:spPr/>
    </dgm:pt>
    <dgm:pt modelId="{4F4E14E5-864A-7149-950C-0D8751F63536}" type="pres">
      <dgm:prSet presAssocID="{6E553B95-87A2-914C-82CD-6C9DDD11848A}" presName="parentText" presStyleLbl="alignNode1" presStyleIdx="2" presStyleCnt="3">
        <dgm:presLayoutVars>
          <dgm:chMax val="1"/>
          <dgm:bulletEnabled val="1"/>
        </dgm:presLayoutVars>
      </dgm:prSet>
      <dgm:spPr/>
    </dgm:pt>
    <dgm:pt modelId="{83429FCB-206E-7D4D-8739-0160ADC3C48D}" type="pres">
      <dgm:prSet presAssocID="{6E553B95-87A2-914C-82CD-6C9DDD11848A}" presName="descendantText" presStyleLbl="alignAcc1" presStyleIdx="2" presStyleCnt="3">
        <dgm:presLayoutVars>
          <dgm:bulletEnabled val="1"/>
        </dgm:presLayoutVars>
      </dgm:prSet>
      <dgm:spPr/>
    </dgm:pt>
  </dgm:ptLst>
  <dgm:cxnLst>
    <dgm:cxn modelId="{03322C00-171B-1147-A790-6C663A8A7BC0}" type="presOf" srcId="{6E553B95-87A2-914C-82CD-6C9DDD11848A}" destId="{4F4E14E5-864A-7149-950C-0D8751F63536}" srcOrd="0" destOrd="0" presId="urn:microsoft.com/office/officeart/2005/8/layout/chevron2"/>
    <dgm:cxn modelId="{9F01640E-8EC4-E14A-AE61-248065061235}" srcId="{6E553B95-87A2-914C-82CD-6C9DDD11848A}" destId="{D2EDF647-8D24-DB41-A92A-AAAA8849A46F}" srcOrd="1" destOrd="0" parTransId="{309290BA-AD69-914D-95E9-07F2F495952D}" sibTransId="{0B701852-2109-EA42-8C9A-364D5F4B12B8}"/>
    <dgm:cxn modelId="{1ADBF810-A9A7-D247-BE5F-33CA95F8769E}" srcId="{C102871F-4AC8-AD42-9F76-9A0175C35C3D}" destId="{782C1EFA-54CC-434F-8E02-AC2AC8F3F8A7}" srcOrd="0" destOrd="0" parTransId="{F5609B86-4072-D14F-BF65-A4F1BDCCA50F}" sibTransId="{03AF15B8-8449-8043-B814-46EBBF3A3E09}"/>
    <dgm:cxn modelId="{F737E322-9541-EE49-9C71-3CA8C185F047}" srcId="{328DA5E0-F6D8-3440-A331-3C297D395440}" destId="{C102871F-4AC8-AD42-9F76-9A0175C35C3D}" srcOrd="0" destOrd="0" parTransId="{DCAA6D89-32AA-8642-B064-C8050C4E3E4C}" sibTransId="{B4B01AD6-E007-F245-9B38-AC417C07A4A4}"/>
    <dgm:cxn modelId="{06EC9E2A-765E-7745-AA7F-FDB408FE8C5F}" srcId="{C102871F-4AC8-AD42-9F76-9A0175C35C3D}" destId="{DE856D13-1C82-FE4E-AE1B-CAC6FEEF209F}" srcOrd="1" destOrd="0" parTransId="{E121FFEA-72FA-5B4F-A8E9-F61FBC1793AA}" sibTransId="{6530158A-0B89-614A-828F-9D5FB03FF2C2}"/>
    <dgm:cxn modelId="{D17C4644-9942-ED46-AA3C-60CB0403BA4C}" srcId="{6E553B95-87A2-914C-82CD-6C9DDD11848A}" destId="{2635C34E-9C73-934C-A712-D85957057FC0}" srcOrd="0" destOrd="0" parTransId="{0F4035CC-3F0A-AD4B-BDC6-981DFE12AC2F}" sibTransId="{9D0477AF-A7D2-3247-AE5B-A7030E0541C6}"/>
    <dgm:cxn modelId="{FC6AFD45-10F4-9841-8882-201FF26C018D}" srcId="{328DA5E0-F6D8-3440-A331-3C297D395440}" destId="{6E553B95-87A2-914C-82CD-6C9DDD11848A}" srcOrd="2" destOrd="0" parTransId="{0C5DE1E1-D396-774B-9072-35A30BFCAF6D}" sibTransId="{A30EC40A-952D-2947-AB71-E79680C87407}"/>
    <dgm:cxn modelId="{5857A246-57D5-4847-A81D-8E5058B923FA}" type="presOf" srcId="{2635C34E-9C73-934C-A712-D85957057FC0}" destId="{83429FCB-206E-7D4D-8739-0160ADC3C48D}" srcOrd="0" destOrd="0" presId="urn:microsoft.com/office/officeart/2005/8/layout/chevron2"/>
    <dgm:cxn modelId="{A2699967-03E8-F443-8E71-08D6606A6E51}" type="presOf" srcId="{328DA5E0-F6D8-3440-A331-3C297D395440}" destId="{42BCF4E7-9D16-B347-82B4-DD19721D41E1}" srcOrd="0" destOrd="0" presId="urn:microsoft.com/office/officeart/2005/8/layout/chevron2"/>
    <dgm:cxn modelId="{CE623398-47FA-0940-BA3C-8CB0E5DA9D2C}" type="presOf" srcId="{DE856D13-1C82-FE4E-AE1B-CAC6FEEF209F}" destId="{28D90256-420F-594D-9B53-7D6CF3CEFD73}" srcOrd="0" destOrd="1" presId="urn:microsoft.com/office/officeart/2005/8/layout/chevron2"/>
    <dgm:cxn modelId="{FCCA7A9E-7D17-5F4D-BE6C-79FD30041D86}" type="presOf" srcId="{8B3A1207-6A6B-EB4F-BE3B-D44811F6C60B}" destId="{78366A0F-A76C-E744-8E61-1FCF31176EB3}" srcOrd="0" destOrd="1" presId="urn:microsoft.com/office/officeart/2005/8/layout/chevron2"/>
    <dgm:cxn modelId="{33C2CDA9-97EE-664A-BFDB-A2A7D2597D1B}" srcId="{1C1D015F-B6EE-244F-A744-D7D5FE84A3BB}" destId="{8B3A1207-6A6B-EB4F-BE3B-D44811F6C60B}" srcOrd="1" destOrd="0" parTransId="{A824A1F5-0F57-6148-A7E2-2D8AE518C865}" sibTransId="{0225CB2D-C998-C04C-9D03-6F67BF18A33E}"/>
    <dgm:cxn modelId="{DD2F09B3-16CA-3148-8056-2F7B40DB3B6B}" srcId="{1C1D015F-B6EE-244F-A744-D7D5FE84A3BB}" destId="{D1951DE9-85F0-4E4D-958A-616A9D2D86AD}" srcOrd="0" destOrd="0" parTransId="{7D9DC289-D264-F94A-9D66-40BA1E2A5556}" sibTransId="{D5E10DF2-14E4-FA43-AF8B-B50212402075}"/>
    <dgm:cxn modelId="{D5BABFCD-3677-654D-9717-D71A90AD1635}" type="presOf" srcId="{782C1EFA-54CC-434F-8E02-AC2AC8F3F8A7}" destId="{28D90256-420F-594D-9B53-7D6CF3CEFD73}" srcOrd="0" destOrd="0" presId="urn:microsoft.com/office/officeart/2005/8/layout/chevron2"/>
    <dgm:cxn modelId="{03464DCE-D637-444E-A84B-70C6FCDB0B67}" type="presOf" srcId="{D2EDF647-8D24-DB41-A92A-AAAA8849A46F}" destId="{83429FCB-206E-7D4D-8739-0160ADC3C48D}" srcOrd="0" destOrd="1" presId="urn:microsoft.com/office/officeart/2005/8/layout/chevron2"/>
    <dgm:cxn modelId="{403004E7-6E89-0B49-8D9E-16703AE354B2}" type="presOf" srcId="{D1951DE9-85F0-4E4D-958A-616A9D2D86AD}" destId="{78366A0F-A76C-E744-8E61-1FCF31176EB3}" srcOrd="0" destOrd="0" presId="urn:microsoft.com/office/officeart/2005/8/layout/chevron2"/>
    <dgm:cxn modelId="{065B95EB-5CD9-564B-9079-CAE5DC383E98}" type="presOf" srcId="{C102871F-4AC8-AD42-9F76-9A0175C35C3D}" destId="{DC60026B-A515-D54B-98B9-73A8945EE08C}" srcOrd="0" destOrd="0" presId="urn:microsoft.com/office/officeart/2005/8/layout/chevron2"/>
    <dgm:cxn modelId="{6F1F15F4-59E5-914C-90C8-507E9688A748}" srcId="{328DA5E0-F6D8-3440-A331-3C297D395440}" destId="{1C1D015F-B6EE-244F-A744-D7D5FE84A3BB}" srcOrd="1" destOrd="0" parTransId="{67EC9E4D-CEDA-EA49-838A-64745A4E6605}" sibTransId="{556BBF87-6A1A-6B44-B02B-F42ADE180A3B}"/>
    <dgm:cxn modelId="{D81C15FF-899D-104A-9964-41B96F87231E}" type="presOf" srcId="{1C1D015F-B6EE-244F-A744-D7D5FE84A3BB}" destId="{E87F782A-15CE-A24D-9C75-E4576DBC761D}" srcOrd="0" destOrd="0" presId="urn:microsoft.com/office/officeart/2005/8/layout/chevron2"/>
    <dgm:cxn modelId="{8E777C41-80BE-7845-A62A-0CF738168D9C}" type="presParOf" srcId="{42BCF4E7-9D16-B347-82B4-DD19721D41E1}" destId="{0B66D32C-D39E-744D-BBFA-1A90C197E377}" srcOrd="0" destOrd="0" presId="urn:microsoft.com/office/officeart/2005/8/layout/chevron2"/>
    <dgm:cxn modelId="{01DD602E-AED4-A747-90DD-525FD31BDC56}" type="presParOf" srcId="{0B66D32C-D39E-744D-BBFA-1A90C197E377}" destId="{DC60026B-A515-D54B-98B9-73A8945EE08C}" srcOrd="0" destOrd="0" presId="urn:microsoft.com/office/officeart/2005/8/layout/chevron2"/>
    <dgm:cxn modelId="{8383CA10-3A14-9147-9AB4-EDB7CC6E5867}" type="presParOf" srcId="{0B66D32C-D39E-744D-BBFA-1A90C197E377}" destId="{28D90256-420F-594D-9B53-7D6CF3CEFD73}" srcOrd="1" destOrd="0" presId="urn:microsoft.com/office/officeart/2005/8/layout/chevron2"/>
    <dgm:cxn modelId="{F1492BC1-AAD2-EF49-895B-4FB9DC94BB6C}" type="presParOf" srcId="{42BCF4E7-9D16-B347-82B4-DD19721D41E1}" destId="{062495BF-57B8-C54A-A2EB-D4D5D2F293DC}" srcOrd="1" destOrd="0" presId="urn:microsoft.com/office/officeart/2005/8/layout/chevron2"/>
    <dgm:cxn modelId="{B8809504-B12D-3C48-9E80-733B20276260}" type="presParOf" srcId="{42BCF4E7-9D16-B347-82B4-DD19721D41E1}" destId="{4E58D340-4D42-774A-9A04-DF81EFBAFB6C}" srcOrd="2" destOrd="0" presId="urn:microsoft.com/office/officeart/2005/8/layout/chevron2"/>
    <dgm:cxn modelId="{3CA09531-3339-314C-B5B9-26A584EE1A9F}" type="presParOf" srcId="{4E58D340-4D42-774A-9A04-DF81EFBAFB6C}" destId="{E87F782A-15CE-A24D-9C75-E4576DBC761D}" srcOrd="0" destOrd="0" presId="urn:microsoft.com/office/officeart/2005/8/layout/chevron2"/>
    <dgm:cxn modelId="{70EB55F8-2EDE-E248-A251-DE885744951A}" type="presParOf" srcId="{4E58D340-4D42-774A-9A04-DF81EFBAFB6C}" destId="{78366A0F-A76C-E744-8E61-1FCF31176EB3}" srcOrd="1" destOrd="0" presId="urn:microsoft.com/office/officeart/2005/8/layout/chevron2"/>
    <dgm:cxn modelId="{21F0F032-AED7-F64B-9FE3-50B9623525FB}" type="presParOf" srcId="{42BCF4E7-9D16-B347-82B4-DD19721D41E1}" destId="{540D4E04-A947-DE4A-9249-B4125DCC3EF1}" srcOrd="3" destOrd="0" presId="urn:microsoft.com/office/officeart/2005/8/layout/chevron2"/>
    <dgm:cxn modelId="{5815693E-FA40-DA41-89A9-8128D50BF0B5}" type="presParOf" srcId="{42BCF4E7-9D16-B347-82B4-DD19721D41E1}" destId="{5EBF1ABF-5998-1843-8B79-B460210B1C9B}" srcOrd="4" destOrd="0" presId="urn:microsoft.com/office/officeart/2005/8/layout/chevron2"/>
    <dgm:cxn modelId="{9D016995-2E54-BF4B-B4FB-C40CC6657004}" type="presParOf" srcId="{5EBF1ABF-5998-1843-8B79-B460210B1C9B}" destId="{4F4E14E5-864A-7149-950C-0D8751F63536}" srcOrd="0" destOrd="0" presId="urn:microsoft.com/office/officeart/2005/8/layout/chevron2"/>
    <dgm:cxn modelId="{B758C290-A0AC-C34A-A890-00B28605A7E0}" type="presParOf" srcId="{5EBF1ABF-5998-1843-8B79-B460210B1C9B}" destId="{83429FCB-206E-7D4D-8739-0160ADC3C48D}" srcOrd="1" destOrd="0" presId="urn:microsoft.com/office/officeart/2005/8/layout/chevron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6B88998D-D47F-0540-8000-C13F330A48E7}" type="doc">
      <dgm:prSet loTypeId="urn:microsoft.com/office/officeart/2005/8/layout/vList2" loCatId="" qsTypeId="urn:microsoft.com/office/officeart/2005/8/quickstyle/simple1" qsCatId="simple" csTypeId="urn:microsoft.com/office/officeart/2005/8/colors/accent1_2" csCatId="accent1" phldr="1"/>
      <dgm:spPr/>
      <dgm:t>
        <a:bodyPr/>
        <a:lstStyle/>
        <a:p>
          <a:endParaRPr lang="de-DE"/>
        </a:p>
      </dgm:t>
    </dgm:pt>
    <dgm:pt modelId="{FCB672BD-6B15-5A42-BC3D-B6E174A49DC5}">
      <dgm:prSet phldrT="[Text]"/>
      <dgm:spPr/>
      <dgm:t>
        <a:bodyPr/>
        <a:lstStyle/>
        <a:p>
          <a:r>
            <a:rPr lang="de-DE" dirty="0"/>
            <a:t>Arten</a:t>
          </a:r>
        </a:p>
      </dgm:t>
    </dgm:pt>
    <dgm:pt modelId="{A7661B1B-0F15-F647-8CC6-46F734CC91C2}" type="parTrans" cxnId="{8AF90ACC-6AB8-3A41-900D-C224C2422774}">
      <dgm:prSet/>
      <dgm:spPr/>
      <dgm:t>
        <a:bodyPr/>
        <a:lstStyle/>
        <a:p>
          <a:endParaRPr lang="de-DE"/>
        </a:p>
      </dgm:t>
    </dgm:pt>
    <dgm:pt modelId="{3C23AF72-3DA2-4F4E-9C1E-8650B1CB8EBE}" type="sibTrans" cxnId="{8AF90ACC-6AB8-3A41-900D-C224C2422774}">
      <dgm:prSet/>
      <dgm:spPr/>
      <dgm:t>
        <a:bodyPr/>
        <a:lstStyle/>
        <a:p>
          <a:endParaRPr lang="de-DE"/>
        </a:p>
      </dgm:t>
    </dgm:pt>
    <dgm:pt modelId="{E46435BF-779E-ED47-95AB-6653736CEAE2}">
      <dgm:prSet phldrT="[Text]"/>
      <dgm:spPr/>
      <dgm:t>
        <a:bodyPr/>
        <a:lstStyle/>
        <a:p>
          <a:r>
            <a:rPr lang="de-DE" dirty="0"/>
            <a:t>Template-</a:t>
          </a:r>
          <a:r>
            <a:rPr lang="de-DE" dirty="0" err="1"/>
            <a:t>Driven</a:t>
          </a:r>
          <a:endParaRPr lang="de-DE" dirty="0"/>
        </a:p>
      </dgm:t>
    </dgm:pt>
    <dgm:pt modelId="{B3F82872-8063-EC40-898A-866DE7E20FD6}" type="parTrans" cxnId="{632CBBA6-44F7-F448-A18A-C79625F30CB5}">
      <dgm:prSet/>
      <dgm:spPr/>
      <dgm:t>
        <a:bodyPr/>
        <a:lstStyle/>
        <a:p>
          <a:endParaRPr lang="de-DE"/>
        </a:p>
      </dgm:t>
    </dgm:pt>
    <dgm:pt modelId="{FC06ECA1-325D-C64D-8BDF-49B782D91118}" type="sibTrans" cxnId="{632CBBA6-44F7-F448-A18A-C79625F30CB5}">
      <dgm:prSet/>
      <dgm:spPr/>
      <dgm:t>
        <a:bodyPr/>
        <a:lstStyle/>
        <a:p>
          <a:endParaRPr lang="de-DE"/>
        </a:p>
      </dgm:t>
    </dgm:pt>
    <dgm:pt modelId="{5DE58ED4-0964-324F-919A-34EFFE8A21B4}">
      <dgm:prSet phldrT="[Text]"/>
      <dgm:spPr/>
      <dgm:t>
        <a:bodyPr/>
        <a:lstStyle/>
        <a:p>
          <a:r>
            <a:rPr lang="de-DE" dirty="0"/>
            <a:t>Interne Forms API</a:t>
          </a:r>
        </a:p>
      </dgm:t>
    </dgm:pt>
    <dgm:pt modelId="{43005924-B2FF-5C46-9831-E11E3AFA40F8}" type="parTrans" cxnId="{6B6F9B52-6EBB-B347-9FA6-F965D57053DB}">
      <dgm:prSet/>
      <dgm:spPr/>
      <dgm:t>
        <a:bodyPr/>
        <a:lstStyle/>
        <a:p>
          <a:endParaRPr lang="de-DE"/>
        </a:p>
      </dgm:t>
    </dgm:pt>
    <dgm:pt modelId="{2F349A7D-810C-CF47-90B3-3EE3997F09EF}" type="sibTrans" cxnId="{6B6F9B52-6EBB-B347-9FA6-F965D57053DB}">
      <dgm:prSet/>
      <dgm:spPr/>
      <dgm:t>
        <a:bodyPr/>
        <a:lstStyle/>
        <a:p>
          <a:endParaRPr lang="de-DE"/>
        </a:p>
      </dgm:t>
    </dgm:pt>
    <dgm:pt modelId="{5B0928BB-FD54-5740-A8A6-BEB01986A4FF}">
      <dgm:prSet phldrT="[Text]"/>
      <dgm:spPr/>
      <dgm:t>
        <a:bodyPr/>
        <a:lstStyle/>
        <a:p>
          <a:r>
            <a:rPr lang="de-DE" dirty="0"/>
            <a:t>Binding (bzw. </a:t>
          </a:r>
          <a:r>
            <a:rPr lang="de-DE" dirty="0" err="1"/>
            <a:t>ChangeDetection</a:t>
          </a:r>
          <a:r>
            <a:rPr lang="de-DE" dirty="0"/>
            <a:t>)</a:t>
          </a:r>
        </a:p>
      </dgm:t>
    </dgm:pt>
    <dgm:pt modelId="{F2534421-30DF-994B-82EB-D58EBE398977}" type="parTrans" cxnId="{F3F825BD-4204-AF4D-9FC2-814F49C8941D}">
      <dgm:prSet/>
      <dgm:spPr/>
      <dgm:t>
        <a:bodyPr/>
        <a:lstStyle/>
        <a:p>
          <a:endParaRPr lang="de-DE"/>
        </a:p>
      </dgm:t>
    </dgm:pt>
    <dgm:pt modelId="{00003FE1-C09E-814E-8587-9DD5C485D3FD}" type="sibTrans" cxnId="{F3F825BD-4204-AF4D-9FC2-814F49C8941D}">
      <dgm:prSet/>
      <dgm:spPr/>
      <dgm:t>
        <a:bodyPr/>
        <a:lstStyle/>
        <a:p>
          <a:endParaRPr lang="de-DE"/>
        </a:p>
      </dgm:t>
    </dgm:pt>
    <dgm:pt modelId="{3FDBE30E-3308-0C4B-BBA0-AD5D3F8EAC40}">
      <dgm:prSet phldrT="[Text]"/>
      <dgm:spPr/>
      <dgm:t>
        <a:bodyPr/>
        <a:lstStyle/>
        <a:p>
          <a:r>
            <a:rPr lang="de-DE" dirty="0"/>
            <a:t>Model-</a:t>
          </a:r>
          <a:r>
            <a:rPr lang="de-DE" dirty="0" err="1"/>
            <a:t>Driven</a:t>
          </a:r>
          <a:endParaRPr lang="de-DE" dirty="0"/>
        </a:p>
      </dgm:t>
    </dgm:pt>
    <dgm:pt modelId="{3EDE7B17-E31D-F542-8B90-E58C56756DB7}" type="parTrans" cxnId="{ABF23417-D602-6647-BB23-E59A77CEAE08}">
      <dgm:prSet/>
      <dgm:spPr/>
      <dgm:t>
        <a:bodyPr/>
        <a:lstStyle/>
        <a:p>
          <a:endParaRPr lang="de-DE"/>
        </a:p>
      </dgm:t>
    </dgm:pt>
    <dgm:pt modelId="{A671B687-2909-6E40-8504-A26EC8183FED}" type="sibTrans" cxnId="{ABF23417-D602-6647-BB23-E59A77CEAE08}">
      <dgm:prSet/>
      <dgm:spPr/>
      <dgm:t>
        <a:bodyPr/>
        <a:lstStyle/>
        <a:p>
          <a:endParaRPr lang="de-DE"/>
        </a:p>
      </dgm:t>
    </dgm:pt>
    <dgm:pt modelId="{34F97794-B25F-4C41-9D12-8214AE7BD46F}">
      <dgm:prSet phldrT="[Text]"/>
      <dgm:spPr/>
      <dgm:t>
        <a:bodyPr/>
        <a:lstStyle/>
        <a:p>
          <a:r>
            <a:rPr lang="de-DE" dirty="0"/>
            <a:t>Validierung</a:t>
          </a:r>
        </a:p>
      </dgm:t>
    </dgm:pt>
    <dgm:pt modelId="{3A218C2F-8C4D-F645-999A-695A7D7A898C}" type="parTrans" cxnId="{258CF239-4997-9A4E-B571-504394238A44}">
      <dgm:prSet/>
      <dgm:spPr/>
      <dgm:t>
        <a:bodyPr/>
        <a:lstStyle/>
        <a:p>
          <a:endParaRPr lang="de-DE"/>
        </a:p>
      </dgm:t>
    </dgm:pt>
    <dgm:pt modelId="{1E09166C-4379-B445-AEA3-3A8EB8F137C3}" type="sibTrans" cxnId="{258CF239-4997-9A4E-B571-504394238A44}">
      <dgm:prSet/>
      <dgm:spPr/>
      <dgm:t>
        <a:bodyPr/>
        <a:lstStyle/>
        <a:p>
          <a:endParaRPr lang="de-DE"/>
        </a:p>
      </dgm:t>
    </dgm:pt>
    <dgm:pt modelId="{DC8C4CBA-664E-9B46-89DF-101A521CCDE9}">
      <dgm:prSet phldrT="[Text]"/>
      <dgm:spPr/>
      <dgm:t>
        <a:bodyPr/>
        <a:lstStyle/>
        <a:p>
          <a:r>
            <a:rPr lang="de-DE" dirty="0"/>
            <a:t>Aggregation</a:t>
          </a:r>
        </a:p>
      </dgm:t>
    </dgm:pt>
    <dgm:pt modelId="{ECC3FC75-D19D-F544-8DB1-97880DE315AD}" type="parTrans" cxnId="{6BA359E7-1949-FA40-8496-18EA4EB09353}">
      <dgm:prSet/>
      <dgm:spPr/>
      <dgm:t>
        <a:bodyPr/>
        <a:lstStyle/>
        <a:p>
          <a:endParaRPr lang="de-DE"/>
        </a:p>
      </dgm:t>
    </dgm:pt>
    <dgm:pt modelId="{86FA5920-F9CA-0A44-A8CA-D75C689C1C28}" type="sibTrans" cxnId="{6BA359E7-1949-FA40-8496-18EA4EB09353}">
      <dgm:prSet/>
      <dgm:spPr/>
      <dgm:t>
        <a:bodyPr/>
        <a:lstStyle/>
        <a:p>
          <a:endParaRPr lang="de-DE"/>
        </a:p>
      </dgm:t>
    </dgm:pt>
    <dgm:pt modelId="{B70142EB-9C4B-6948-8AED-AF4CE75F1EDA}" type="pres">
      <dgm:prSet presAssocID="{6B88998D-D47F-0540-8000-C13F330A48E7}" presName="linear" presStyleCnt="0">
        <dgm:presLayoutVars>
          <dgm:animLvl val="lvl"/>
          <dgm:resizeHandles val="exact"/>
        </dgm:presLayoutVars>
      </dgm:prSet>
      <dgm:spPr/>
    </dgm:pt>
    <dgm:pt modelId="{31960F03-EDCA-8748-B41F-0C34EF6988CC}" type="pres">
      <dgm:prSet presAssocID="{FCB672BD-6B15-5A42-BC3D-B6E174A49DC5}" presName="parentText" presStyleLbl="node1" presStyleIdx="0" presStyleCnt="2">
        <dgm:presLayoutVars>
          <dgm:chMax val="0"/>
          <dgm:bulletEnabled val="1"/>
        </dgm:presLayoutVars>
      </dgm:prSet>
      <dgm:spPr/>
    </dgm:pt>
    <dgm:pt modelId="{60669C71-50A6-5549-8D43-B4D92557166D}" type="pres">
      <dgm:prSet presAssocID="{FCB672BD-6B15-5A42-BC3D-B6E174A49DC5}" presName="childText" presStyleLbl="revTx" presStyleIdx="0" presStyleCnt="2">
        <dgm:presLayoutVars>
          <dgm:bulletEnabled val="1"/>
        </dgm:presLayoutVars>
      </dgm:prSet>
      <dgm:spPr/>
    </dgm:pt>
    <dgm:pt modelId="{EECA1152-9A59-5148-8C69-4A7DF7A45FB4}" type="pres">
      <dgm:prSet presAssocID="{5DE58ED4-0964-324F-919A-34EFFE8A21B4}" presName="parentText" presStyleLbl="node1" presStyleIdx="1" presStyleCnt="2">
        <dgm:presLayoutVars>
          <dgm:chMax val="0"/>
          <dgm:bulletEnabled val="1"/>
        </dgm:presLayoutVars>
      </dgm:prSet>
      <dgm:spPr/>
    </dgm:pt>
    <dgm:pt modelId="{E40B39FC-EE0D-784C-A01A-5681D1E23909}" type="pres">
      <dgm:prSet presAssocID="{5DE58ED4-0964-324F-919A-34EFFE8A21B4}" presName="childText" presStyleLbl="revTx" presStyleIdx="1" presStyleCnt="2">
        <dgm:presLayoutVars>
          <dgm:bulletEnabled val="1"/>
        </dgm:presLayoutVars>
      </dgm:prSet>
      <dgm:spPr/>
    </dgm:pt>
  </dgm:ptLst>
  <dgm:cxnLst>
    <dgm:cxn modelId="{CA9DA608-D40D-3A4B-8CD6-62212034F3B8}" type="presOf" srcId="{34F97794-B25F-4C41-9D12-8214AE7BD46F}" destId="{E40B39FC-EE0D-784C-A01A-5681D1E23909}" srcOrd="0" destOrd="1" presId="urn:microsoft.com/office/officeart/2005/8/layout/vList2"/>
    <dgm:cxn modelId="{DEDD5D0F-0A94-954A-93D5-808462FC502B}" type="presOf" srcId="{E46435BF-779E-ED47-95AB-6653736CEAE2}" destId="{60669C71-50A6-5549-8D43-B4D92557166D}" srcOrd="0" destOrd="0" presId="urn:microsoft.com/office/officeart/2005/8/layout/vList2"/>
    <dgm:cxn modelId="{ABF23417-D602-6647-BB23-E59A77CEAE08}" srcId="{FCB672BD-6B15-5A42-BC3D-B6E174A49DC5}" destId="{3FDBE30E-3308-0C4B-BBA0-AD5D3F8EAC40}" srcOrd="1" destOrd="0" parTransId="{3EDE7B17-E31D-F542-8B90-E58C56756DB7}" sibTransId="{A671B687-2909-6E40-8504-A26EC8183FED}"/>
    <dgm:cxn modelId="{D083B818-F83A-794F-91A1-B2CE5DDD754A}" type="presOf" srcId="{FCB672BD-6B15-5A42-BC3D-B6E174A49DC5}" destId="{31960F03-EDCA-8748-B41F-0C34EF6988CC}" srcOrd="0" destOrd="0" presId="urn:microsoft.com/office/officeart/2005/8/layout/vList2"/>
    <dgm:cxn modelId="{895AF923-6D9F-B241-9683-33BD89A20B24}" type="presOf" srcId="{DC8C4CBA-664E-9B46-89DF-101A521CCDE9}" destId="{E40B39FC-EE0D-784C-A01A-5681D1E23909}" srcOrd="0" destOrd="2" presId="urn:microsoft.com/office/officeart/2005/8/layout/vList2"/>
    <dgm:cxn modelId="{258CF239-4997-9A4E-B571-504394238A44}" srcId="{5DE58ED4-0964-324F-919A-34EFFE8A21B4}" destId="{34F97794-B25F-4C41-9D12-8214AE7BD46F}" srcOrd="1" destOrd="0" parTransId="{3A218C2F-8C4D-F645-999A-695A7D7A898C}" sibTransId="{1E09166C-4379-B445-AEA3-3A8EB8F137C3}"/>
    <dgm:cxn modelId="{A7312144-CCC3-D643-B514-DD9D8DB94C5A}" type="presOf" srcId="{6B88998D-D47F-0540-8000-C13F330A48E7}" destId="{B70142EB-9C4B-6948-8AED-AF4CE75F1EDA}" srcOrd="0" destOrd="0" presId="urn:microsoft.com/office/officeart/2005/8/layout/vList2"/>
    <dgm:cxn modelId="{6B6F9B52-6EBB-B347-9FA6-F965D57053DB}" srcId="{6B88998D-D47F-0540-8000-C13F330A48E7}" destId="{5DE58ED4-0964-324F-919A-34EFFE8A21B4}" srcOrd="1" destOrd="0" parTransId="{43005924-B2FF-5C46-9831-E11E3AFA40F8}" sibTransId="{2F349A7D-810C-CF47-90B3-3EE3997F09EF}"/>
    <dgm:cxn modelId="{AB99966C-A679-F242-8EEF-E361E4098234}" type="presOf" srcId="{3FDBE30E-3308-0C4B-BBA0-AD5D3F8EAC40}" destId="{60669C71-50A6-5549-8D43-B4D92557166D}" srcOrd="0" destOrd="1" presId="urn:microsoft.com/office/officeart/2005/8/layout/vList2"/>
    <dgm:cxn modelId="{98759073-FBFA-6D4C-BD65-2A0CF6648AE3}" type="presOf" srcId="{5B0928BB-FD54-5740-A8A6-BEB01986A4FF}" destId="{E40B39FC-EE0D-784C-A01A-5681D1E23909}" srcOrd="0" destOrd="0" presId="urn:microsoft.com/office/officeart/2005/8/layout/vList2"/>
    <dgm:cxn modelId="{B084CE74-CCB2-264F-8EB1-07EA350C978C}" type="presOf" srcId="{5DE58ED4-0964-324F-919A-34EFFE8A21B4}" destId="{EECA1152-9A59-5148-8C69-4A7DF7A45FB4}" srcOrd="0" destOrd="0" presId="urn:microsoft.com/office/officeart/2005/8/layout/vList2"/>
    <dgm:cxn modelId="{632CBBA6-44F7-F448-A18A-C79625F30CB5}" srcId="{FCB672BD-6B15-5A42-BC3D-B6E174A49DC5}" destId="{E46435BF-779E-ED47-95AB-6653736CEAE2}" srcOrd="0" destOrd="0" parTransId="{B3F82872-8063-EC40-898A-866DE7E20FD6}" sibTransId="{FC06ECA1-325D-C64D-8BDF-49B782D91118}"/>
    <dgm:cxn modelId="{F3F825BD-4204-AF4D-9FC2-814F49C8941D}" srcId="{5DE58ED4-0964-324F-919A-34EFFE8A21B4}" destId="{5B0928BB-FD54-5740-A8A6-BEB01986A4FF}" srcOrd="0" destOrd="0" parTransId="{F2534421-30DF-994B-82EB-D58EBE398977}" sibTransId="{00003FE1-C09E-814E-8587-9DD5C485D3FD}"/>
    <dgm:cxn modelId="{8AF90ACC-6AB8-3A41-900D-C224C2422774}" srcId="{6B88998D-D47F-0540-8000-C13F330A48E7}" destId="{FCB672BD-6B15-5A42-BC3D-B6E174A49DC5}" srcOrd="0" destOrd="0" parTransId="{A7661B1B-0F15-F647-8CC6-46F734CC91C2}" sibTransId="{3C23AF72-3DA2-4F4E-9C1E-8650B1CB8EBE}"/>
    <dgm:cxn modelId="{6BA359E7-1949-FA40-8496-18EA4EB09353}" srcId="{5DE58ED4-0964-324F-919A-34EFFE8A21B4}" destId="{DC8C4CBA-664E-9B46-89DF-101A521CCDE9}" srcOrd="2" destOrd="0" parTransId="{ECC3FC75-D19D-F544-8DB1-97880DE315AD}" sibTransId="{86FA5920-F9CA-0A44-A8CA-D75C689C1C28}"/>
    <dgm:cxn modelId="{1CAD1B69-316D-7E44-A037-5AEC264B392C}" type="presParOf" srcId="{B70142EB-9C4B-6948-8AED-AF4CE75F1EDA}" destId="{31960F03-EDCA-8748-B41F-0C34EF6988CC}" srcOrd="0" destOrd="0" presId="urn:microsoft.com/office/officeart/2005/8/layout/vList2"/>
    <dgm:cxn modelId="{2ED4EF8B-5BE2-2941-B632-FC9A17C6BCE7}" type="presParOf" srcId="{B70142EB-9C4B-6948-8AED-AF4CE75F1EDA}" destId="{60669C71-50A6-5549-8D43-B4D92557166D}" srcOrd="1" destOrd="0" presId="urn:microsoft.com/office/officeart/2005/8/layout/vList2"/>
    <dgm:cxn modelId="{DE021CB0-770D-E241-A4A2-4402915A0EC2}" type="presParOf" srcId="{B70142EB-9C4B-6948-8AED-AF4CE75F1EDA}" destId="{EECA1152-9A59-5148-8C69-4A7DF7A45FB4}" srcOrd="2" destOrd="0" presId="urn:microsoft.com/office/officeart/2005/8/layout/vList2"/>
    <dgm:cxn modelId="{43E3468C-0D5F-8748-967D-F57DCCA62B51}" type="presParOf" srcId="{B70142EB-9C4B-6948-8AED-AF4CE75F1EDA}" destId="{E40B39FC-EE0D-784C-A01A-5681D1E23909}"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E3214475-5C7B-DA4A-9706-650D89B9EF27}" type="doc">
      <dgm:prSet loTypeId="urn:microsoft.com/office/officeart/2005/8/layout/vList5" loCatId="" qsTypeId="urn:microsoft.com/office/officeart/2005/8/quickstyle/simple4" qsCatId="simple" csTypeId="urn:microsoft.com/office/officeart/2005/8/colors/accent1_2" csCatId="accent1" phldr="1"/>
      <dgm:spPr/>
      <dgm:t>
        <a:bodyPr/>
        <a:lstStyle/>
        <a:p>
          <a:endParaRPr lang="de-DE"/>
        </a:p>
      </dgm:t>
    </dgm:pt>
    <dgm:pt modelId="{3DE8A00B-F58F-CC46-BC1D-8DA8B7CC2188}">
      <dgm:prSet phldrT="[Text]"/>
      <dgm:spPr/>
      <dgm:t>
        <a:bodyPr/>
        <a:lstStyle/>
        <a:p>
          <a:r>
            <a:rPr lang="de-DE" dirty="0"/>
            <a:t>GET</a:t>
          </a:r>
        </a:p>
      </dgm:t>
    </dgm:pt>
    <dgm:pt modelId="{2C6900E7-C68E-2640-8853-90296530721A}" type="parTrans" cxnId="{8FCB625C-45BC-B845-9FD0-655FCB7DCC53}">
      <dgm:prSet/>
      <dgm:spPr/>
      <dgm:t>
        <a:bodyPr/>
        <a:lstStyle/>
        <a:p>
          <a:endParaRPr lang="de-DE"/>
        </a:p>
      </dgm:t>
    </dgm:pt>
    <dgm:pt modelId="{5B9671A7-F8F4-EB46-8D8A-EB57D8F4FD99}" type="sibTrans" cxnId="{8FCB625C-45BC-B845-9FD0-655FCB7DCC53}">
      <dgm:prSet/>
      <dgm:spPr/>
      <dgm:t>
        <a:bodyPr/>
        <a:lstStyle/>
        <a:p>
          <a:endParaRPr lang="de-DE"/>
        </a:p>
      </dgm:t>
    </dgm:pt>
    <dgm:pt modelId="{A2212BDC-9494-9B48-BD0E-EEC1C60C06F0}">
      <dgm:prSet phldrT="[Text]"/>
      <dgm:spPr/>
      <dgm:t>
        <a:bodyPr/>
        <a:lstStyle/>
        <a:p>
          <a:r>
            <a:rPr lang="de-DE" dirty="0"/>
            <a:t>Liefert die Ressource</a:t>
          </a:r>
        </a:p>
      </dgm:t>
    </dgm:pt>
    <dgm:pt modelId="{5304766A-C610-154D-862A-C299D0549D06}" type="parTrans" cxnId="{CA9F884C-D866-B049-AA8F-8CFD52021B3F}">
      <dgm:prSet/>
      <dgm:spPr/>
      <dgm:t>
        <a:bodyPr/>
        <a:lstStyle/>
        <a:p>
          <a:endParaRPr lang="de-DE"/>
        </a:p>
      </dgm:t>
    </dgm:pt>
    <dgm:pt modelId="{81BBC4D3-519F-B342-A7D3-6C284FDA1454}" type="sibTrans" cxnId="{CA9F884C-D866-B049-AA8F-8CFD52021B3F}">
      <dgm:prSet/>
      <dgm:spPr/>
      <dgm:t>
        <a:bodyPr/>
        <a:lstStyle/>
        <a:p>
          <a:endParaRPr lang="de-DE"/>
        </a:p>
      </dgm:t>
    </dgm:pt>
    <dgm:pt modelId="{75FA42B1-C87A-5240-8B88-5A90F6796022}">
      <dgm:prSet phldrT="[Text]"/>
      <dgm:spPr/>
      <dgm:t>
        <a:bodyPr/>
        <a:lstStyle/>
        <a:p>
          <a:r>
            <a:rPr lang="de-DE" dirty="0"/>
            <a:t>DELETE</a:t>
          </a:r>
        </a:p>
      </dgm:t>
    </dgm:pt>
    <dgm:pt modelId="{CF2BF1D2-FFA4-FD45-A6F9-D54C66A5512F}" type="parTrans" cxnId="{7FE9A0E8-C36F-FA41-A1BC-082FD373305A}">
      <dgm:prSet/>
      <dgm:spPr/>
      <dgm:t>
        <a:bodyPr/>
        <a:lstStyle/>
        <a:p>
          <a:endParaRPr lang="de-DE"/>
        </a:p>
      </dgm:t>
    </dgm:pt>
    <dgm:pt modelId="{78674555-BA95-E947-923D-3C94D1CBE343}" type="sibTrans" cxnId="{7FE9A0E8-C36F-FA41-A1BC-082FD373305A}">
      <dgm:prSet/>
      <dgm:spPr/>
      <dgm:t>
        <a:bodyPr/>
        <a:lstStyle/>
        <a:p>
          <a:endParaRPr lang="de-DE"/>
        </a:p>
      </dgm:t>
    </dgm:pt>
    <dgm:pt modelId="{C86C270E-A275-664B-9FBA-6F184667EA41}">
      <dgm:prSet phldrT="[Text]"/>
      <dgm:spPr/>
      <dgm:t>
        <a:bodyPr/>
        <a:lstStyle/>
        <a:p>
          <a:r>
            <a:rPr lang="de-DE" dirty="0"/>
            <a:t>Löscht die Ressource</a:t>
          </a:r>
        </a:p>
      </dgm:t>
    </dgm:pt>
    <dgm:pt modelId="{0EECEB29-A697-CF44-BA0B-4F32833C7697}" type="parTrans" cxnId="{46759847-2FF0-8A4C-810D-7189A3A15DE0}">
      <dgm:prSet/>
      <dgm:spPr/>
      <dgm:t>
        <a:bodyPr/>
        <a:lstStyle/>
        <a:p>
          <a:endParaRPr lang="de-DE"/>
        </a:p>
      </dgm:t>
    </dgm:pt>
    <dgm:pt modelId="{23D26F5F-C59C-0B4B-9AFD-843FC0A713EE}" type="sibTrans" cxnId="{46759847-2FF0-8A4C-810D-7189A3A15DE0}">
      <dgm:prSet/>
      <dgm:spPr/>
      <dgm:t>
        <a:bodyPr/>
        <a:lstStyle/>
        <a:p>
          <a:endParaRPr lang="de-DE"/>
        </a:p>
      </dgm:t>
    </dgm:pt>
    <dgm:pt modelId="{93FD0080-381F-774A-B894-25EEA44D7897}">
      <dgm:prSet phldrT="[Text]"/>
      <dgm:spPr/>
      <dgm:t>
        <a:bodyPr/>
        <a:lstStyle/>
        <a:p>
          <a:r>
            <a:rPr lang="de-DE" dirty="0"/>
            <a:t>PUT</a:t>
          </a:r>
        </a:p>
      </dgm:t>
    </dgm:pt>
    <dgm:pt modelId="{7782D05B-F7F8-B347-99B2-36CC95DCD9A0}" type="parTrans" cxnId="{8CB096CA-840D-6745-BDFC-9F06494CBCD9}">
      <dgm:prSet/>
      <dgm:spPr/>
      <dgm:t>
        <a:bodyPr/>
        <a:lstStyle/>
        <a:p>
          <a:endParaRPr lang="de-DE"/>
        </a:p>
      </dgm:t>
    </dgm:pt>
    <dgm:pt modelId="{B527714B-B23C-9041-8234-196625E5C296}" type="sibTrans" cxnId="{8CB096CA-840D-6745-BDFC-9F06494CBCD9}">
      <dgm:prSet/>
      <dgm:spPr/>
      <dgm:t>
        <a:bodyPr/>
        <a:lstStyle/>
        <a:p>
          <a:endParaRPr lang="de-DE"/>
        </a:p>
      </dgm:t>
    </dgm:pt>
    <dgm:pt modelId="{8DE5A9C8-B3C0-5141-BA4D-280D08E48232}">
      <dgm:prSet phldrT="[Text]"/>
      <dgm:spPr/>
      <dgm:t>
        <a:bodyPr/>
        <a:lstStyle/>
        <a:p>
          <a:r>
            <a:rPr lang="de-DE" dirty="0"/>
            <a:t>Erzeugt aktualisiert die Ressource</a:t>
          </a:r>
        </a:p>
      </dgm:t>
    </dgm:pt>
    <dgm:pt modelId="{51F74DAE-9215-B04B-BE75-A346BDB34E7B}" type="parTrans" cxnId="{5DC1C7B8-883A-ED46-8CB2-371597A5DC58}">
      <dgm:prSet/>
      <dgm:spPr/>
      <dgm:t>
        <a:bodyPr/>
        <a:lstStyle/>
        <a:p>
          <a:endParaRPr lang="de-DE"/>
        </a:p>
      </dgm:t>
    </dgm:pt>
    <dgm:pt modelId="{A67CD1AC-462F-EC44-AE1C-FADF051BA895}" type="sibTrans" cxnId="{5DC1C7B8-883A-ED46-8CB2-371597A5DC58}">
      <dgm:prSet/>
      <dgm:spPr/>
      <dgm:t>
        <a:bodyPr/>
        <a:lstStyle/>
        <a:p>
          <a:endParaRPr lang="de-DE"/>
        </a:p>
      </dgm:t>
    </dgm:pt>
    <dgm:pt modelId="{E7B72F6F-AB97-514C-B817-269812FE9ADD}">
      <dgm:prSet phldrT="[Text]"/>
      <dgm:spPr/>
      <dgm:t>
        <a:bodyPr/>
        <a:lstStyle/>
        <a:p>
          <a:r>
            <a:rPr lang="de-DE" dirty="0"/>
            <a:t>POST</a:t>
          </a:r>
        </a:p>
      </dgm:t>
    </dgm:pt>
    <dgm:pt modelId="{C378D97D-B355-6542-AD01-D84E07BD5AEA}" type="parTrans" cxnId="{B0BF7B01-1D75-4E45-9955-5E7289285F65}">
      <dgm:prSet/>
      <dgm:spPr/>
      <dgm:t>
        <a:bodyPr/>
        <a:lstStyle/>
        <a:p>
          <a:endParaRPr lang="de-DE"/>
        </a:p>
      </dgm:t>
    </dgm:pt>
    <dgm:pt modelId="{97A6A562-EEF8-A442-9B60-AECE1870A63E}" type="sibTrans" cxnId="{B0BF7B01-1D75-4E45-9955-5E7289285F65}">
      <dgm:prSet/>
      <dgm:spPr/>
      <dgm:t>
        <a:bodyPr/>
        <a:lstStyle/>
        <a:p>
          <a:endParaRPr lang="de-DE"/>
        </a:p>
      </dgm:t>
    </dgm:pt>
    <dgm:pt modelId="{A7E8A067-AE12-BF47-A225-F604E15492CD}">
      <dgm:prSet phldrT="[Text]"/>
      <dgm:spPr/>
      <dgm:t>
        <a:bodyPr/>
        <a:lstStyle/>
        <a:p>
          <a:r>
            <a:rPr lang="de-DE" dirty="0"/>
            <a:t>Client spezifiziert </a:t>
          </a:r>
          <a:r>
            <a:rPr lang="de-DE" dirty="0" err="1"/>
            <a:t>resourceIdentifier</a:t>
          </a:r>
          <a:endParaRPr lang="de-DE" dirty="0"/>
        </a:p>
      </dgm:t>
    </dgm:pt>
    <dgm:pt modelId="{DA8DA68A-B0B9-D24D-B376-1B34572AD74A}" type="parTrans" cxnId="{D68133BC-E6E1-9B41-BD1F-92BD1AFA08D6}">
      <dgm:prSet/>
      <dgm:spPr/>
      <dgm:t>
        <a:bodyPr/>
        <a:lstStyle/>
        <a:p>
          <a:endParaRPr lang="de-DE"/>
        </a:p>
      </dgm:t>
    </dgm:pt>
    <dgm:pt modelId="{2465C227-2837-5144-85E2-787958CCE8C5}" type="sibTrans" cxnId="{D68133BC-E6E1-9B41-BD1F-92BD1AFA08D6}">
      <dgm:prSet/>
      <dgm:spPr/>
      <dgm:t>
        <a:bodyPr/>
        <a:lstStyle/>
        <a:p>
          <a:endParaRPr lang="de-DE"/>
        </a:p>
      </dgm:t>
    </dgm:pt>
    <dgm:pt modelId="{BF133D6B-D71B-2C49-92D0-4D4DB11832E1}">
      <dgm:prSet phldrT="[Text]"/>
      <dgm:spPr/>
      <dgm:t>
        <a:bodyPr/>
        <a:lstStyle/>
        <a:p>
          <a:r>
            <a:rPr lang="de-DE" dirty="0"/>
            <a:t>PUT /</a:t>
          </a:r>
          <a:r>
            <a:rPr lang="de-DE" dirty="0" err="1"/>
            <a:t>resources</a:t>
          </a:r>
          <a:r>
            <a:rPr lang="de-DE" dirty="0"/>
            <a:t>/&lt;</a:t>
          </a:r>
          <a:r>
            <a:rPr lang="de-DE" dirty="0" err="1"/>
            <a:t>newResourceId</a:t>
          </a:r>
          <a:r>
            <a:rPr lang="de-DE" dirty="0"/>
            <a:t>&gt; HTTP/1.1 </a:t>
          </a:r>
        </a:p>
      </dgm:t>
    </dgm:pt>
    <dgm:pt modelId="{C40F71F0-A212-6641-BA4B-82E324BB4668}" type="parTrans" cxnId="{90947023-0C37-4142-BC32-521E9C85DA2A}">
      <dgm:prSet/>
      <dgm:spPr/>
      <dgm:t>
        <a:bodyPr/>
        <a:lstStyle/>
        <a:p>
          <a:endParaRPr lang="de-DE"/>
        </a:p>
      </dgm:t>
    </dgm:pt>
    <dgm:pt modelId="{3D3F938F-28CE-2D42-AAF7-1FEE49A31545}" type="sibTrans" cxnId="{90947023-0C37-4142-BC32-521E9C85DA2A}">
      <dgm:prSet/>
      <dgm:spPr/>
      <dgm:t>
        <a:bodyPr/>
        <a:lstStyle/>
        <a:p>
          <a:endParaRPr lang="de-DE"/>
        </a:p>
      </dgm:t>
    </dgm:pt>
    <dgm:pt modelId="{6C2F0DAA-C708-FC41-9728-E625A93790A9}">
      <dgm:prSet phldrT="[Text]"/>
      <dgm:spPr/>
      <dgm:t>
        <a:bodyPr/>
        <a:lstStyle/>
        <a:p>
          <a:r>
            <a:rPr lang="de-DE" dirty="0"/>
            <a:t>Erzeugt ein neues Objekt unterhalb (</a:t>
          </a:r>
          <a:r>
            <a:rPr lang="de-DE" dirty="0" err="1"/>
            <a:t>Collection</a:t>
          </a:r>
          <a:r>
            <a:rPr lang="de-DE" dirty="0"/>
            <a:t>) der spezifizierten Ressource</a:t>
          </a:r>
        </a:p>
      </dgm:t>
    </dgm:pt>
    <dgm:pt modelId="{D8E40C63-464B-144A-A307-8AF9A045C886}" type="parTrans" cxnId="{8D2B5841-FBBB-5B48-A14C-2535BBBD6176}">
      <dgm:prSet/>
      <dgm:spPr/>
      <dgm:t>
        <a:bodyPr/>
        <a:lstStyle/>
        <a:p>
          <a:endParaRPr lang="de-DE"/>
        </a:p>
      </dgm:t>
    </dgm:pt>
    <dgm:pt modelId="{08873726-1389-FD43-80F1-A6D4667F447B}" type="sibTrans" cxnId="{8D2B5841-FBBB-5B48-A14C-2535BBBD6176}">
      <dgm:prSet/>
      <dgm:spPr/>
      <dgm:t>
        <a:bodyPr/>
        <a:lstStyle/>
        <a:p>
          <a:endParaRPr lang="de-DE"/>
        </a:p>
      </dgm:t>
    </dgm:pt>
    <dgm:pt modelId="{2876A86F-5A1D-B748-B818-9B766E2D7EFB}">
      <dgm:prSet phldrT="[Text]"/>
      <dgm:spPr/>
      <dgm:t>
        <a:bodyPr/>
        <a:lstStyle/>
        <a:p>
          <a:r>
            <a:rPr lang="de-DE" dirty="0"/>
            <a:t>POST /</a:t>
          </a:r>
          <a:r>
            <a:rPr lang="de-DE" dirty="0" err="1"/>
            <a:t>resources</a:t>
          </a:r>
          <a:r>
            <a:rPr lang="de-DE" dirty="0"/>
            <a:t> HTTP/1.1</a:t>
          </a:r>
        </a:p>
      </dgm:t>
    </dgm:pt>
    <dgm:pt modelId="{D2233247-435E-AC4E-8B98-85FD8F9AC1EF}" type="parTrans" cxnId="{682FA2EE-3104-E447-9F9C-6F26D1CA0E50}">
      <dgm:prSet/>
      <dgm:spPr/>
      <dgm:t>
        <a:bodyPr/>
        <a:lstStyle/>
        <a:p>
          <a:endParaRPr lang="de-DE"/>
        </a:p>
      </dgm:t>
    </dgm:pt>
    <dgm:pt modelId="{30109A55-1CE1-514F-B1EF-08E14322742D}" type="sibTrans" cxnId="{682FA2EE-3104-E447-9F9C-6F26D1CA0E50}">
      <dgm:prSet/>
      <dgm:spPr/>
      <dgm:t>
        <a:bodyPr/>
        <a:lstStyle/>
        <a:p>
          <a:endParaRPr lang="de-DE"/>
        </a:p>
      </dgm:t>
    </dgm:pt>
    <dgm:pt modelId="{3B238920-7CFE-1148-9019-FE2C85B9517A}" type="pres">
      <dgm:prSet presAssocID="{E3214475-5C7B-DA4A-9706-650D89B9EF27}" presName="Name0" presStyleCnt="0">
        <dgm:presLayoutVars>
          <dgm:dir/>
          <dgm:animLvl val="lvl"/>
          <dgm:resizeHandles val="exact"/>
        </dgm:presLayoutVars>
      </dgm:prSet>
      <dgm:spPr/>
    </dgm:pt>
    <dgm:pt modelId="{40C0C07A-4553-BD43-9C9A-C02C524EB72B}" type="pres">
      <dgm:prSet presAssocID="{3DE8A00B-F58F-CC46-BC1D-8DA8B7CC2188}" presName="linNode" presStyleCnt="0"/>
      <dgm:spPr/>
    </dgm:pt>
    <dgm:pt modelId="{1F1D7829-A817-8440-A1B0-4B71A7BF8537}" type="pres">
      <dgm:prSet presAssocID="{3DE8A00B-F58F-CC46-BC1D-8DA8B7CC2188}" presName="parentText" presStyleLbl="node1" presStyleIdx="0" presStyleCnt="4">
        <dgm:presLayoutVars>
          <dgm:chMax val="1"/>
          <dgm:bulletEnabled val="1"/>
        </dgm:presLayoutVars>
      </dgm:prSet>
      <dgm:spPr/>
    </dgm:pt>
    <dgm:pt modelId="{99F004E1-655F-3647-9990-F6AAB2427B86}" type="pres">
      <dgm:prSet presAssocID="{3DE8A00B-F58F-CC46-BC1D-8DA8B7CC2188}" presName="descendantText" presStyleLbl="alignAccFollowNode1" presStyleIdx="0" presStyleCnt="4">
        <dgm:presLayoutVars>
          <dgm:bulletEnabled val="1"/>
        </dgm:presLayoutVars>
      </dgm:prSet>
      <dgm:spPr/>
    </dgm:pt>
    <dgm:pt modelId="{B420851E-7E8C-9E46-9D35-2049CA9C859C}" type="pres">
      <dgm:prSet presAssocID="{5B9671A7-F8F4-EB46-8D8A-EB57D8F4FD99}" presName="sp" presStyleCnt="0"/>
      <dgm:spPr/>
    </dgm:pt>
    <dgm:pt modelId="{AF07EB46-6F86-6740-BA72-ECBA46584F41}" type="pres">
      <dgm:prSet presAssocID="{75FA42B1-C87A-5240-8B88-5A90F6796022}" presName="linNode" presStyleCnt="0"/>
      <dgm:spPr/>
    </dgm:pt>
    <dgm:pt modelId="{F14CD864-DFCF-D843-9825-D32FA4D9A07D}" type="pres">
      <dgm:prSet presAssocID="{75FA42B1-C87A-5240-8B88-5A90F6796022}" presName="parentText" presStyleLbl="node1" presStyleIdx="1" presStyleCnt="4">
        <dgm:presLayoutVars>
          <dgm:chMax val="1"/>
          <dgm:bulletEnabled val="1"/>
        </dgm:presLayoutVars>
      </dgm:prSet>
      <dgm:spPr/>
    </dgm:pt>
    <dgm:pt modelId="{C2DD22C4-3AC9-074B-B695-349CAEF10B59}" type="pres">
      <dgm:prSet presAssocID="{75FA42B1-C87A-5240-8B88-5A90F6796022}" presName="descendantText" presStyleLbl="alignAccFollowNode1" presStyleIdx="1" presStyleCnt="4">
        <dgm:presLayoutVars>
          <dgm:bulletEnabled val="1"/>
        </dgm:presLayoutVars>
      </dgm:prSet>
      <dgm:spPr/>
    </dgm:pt>
    <dgm:pt modelId="{5A371509-42E3-B140-A511-704F56F607AF}" type="pres">
      <dgm:prSet presAssocID="{78674555-BA95-E947-923D-3C94D1CBE343}" presName="sp" presStyleCnt="0"/>
      <dgm:spPr/>
    </dgm:pt>
    <dgm:pt modelId="{FC415450-8F32-6644-AF3D-134CA74835E4}" type="pres">
      <dgm:prSet presAssocID="{93FD0080-381F-774A-B894-25EEA44D7897}" presName="linNode" presStyleCnt="0"/>
      <dgm:spPr/>
    </dgm:pt>
    <dgm:pt modelId="{8921904E-BD22-9940-BE0F-A550A8A2EB25}" type="pres">
      <dgm:prSet presAssocID="{93FD0080-381F-774A-B894-25EEA44D7897}" presName="parentText" presStyleLbl="node1" presStyleIdx="2" presStyleCnt="4">
        <dgm:presLayoutVars>
          <dgm:chMax val="1"/>
          <dgm:bulletEnabled val="1"/>
        </dgm:presLayoutVars>
      </dgm:prSet>
      <dgm:spPr/>
    </dgm:pt>
    <dgm:pt modelId="{10C71567-6777-7946-8431-B7402FFE49C8}" type="pres">
      <dgm:prSet presAssocID="{93FD0080-381F-774A-B894-25EEA44D7897}" presName="descendantText" presStyleLbl="alignAccFollowNode1" presStyleIdx="2" presStyleCnt="4">
        <dgm:presLayoutVars>
          <dgm:bulletEnabled val="1"/>
        </dgm:presLayoutVars>
      </dgm:prSet>
      <dgm:spPr/>
    </dgm:pt>
    <dgm:pt modelId="{9432972E-D29B-694B-9208-C8082ED8D51A}" type="pres">
      <dgm:prSet presAssocID="{B527714B-B23C-9041-8234-196625E5C296}" presName="sp" presStyleCnt="0"/>
      <dgm:spPr/>
    </dgm:pt>
    <dgm:pt modelId="{8B3EEB31-F841-9545-9EA9-E99BA1A77D4D}" type="pres">
      <dgm:prSet presAssocID="{E7B72F6F-AB97-514C-B817-269812FE9ADD}" presName="linNode" presStyleCnt="0"/>
      <dgm:spPr/>
    </dgm:pt>
    <dgm:pt modelId="{0BEFE39D-035F-6F43-B431-E59A9CFBC005}" type="pres">
      <dgm:prSet presAssocID="{E7B72F6F-AB97-514C-B817-269812FE9ADD}" presName="parentText" presStyleLbl="node1" presStyleIdx="3" presStyleCnt="4">
        <dgm:presLayoutVars>
          <dgm:chMax val="1"/>
          <dgm:bulletEnabled val="1"/>
        </dgm:presLayoutVars>
      </dgm:prSet>
      <dgm:spPr/>
    </dgm:pt>
    <dgm:pt modelId="{ADB2FBED-06C8-0B47-813E-35C13DF85EC7}" type="pres">
      <dgm:prSet presAssocID="{E7B72F6F-AB97-514C-B817-269812FE9ADD}" presName="descendantText" presStyleLbl="alignAccFollowNode1" presStyleIdx="3" presStyleCnt="4">
        <dgm:presLayoutVars>
          <dgm:bulletEnabled val="1"/>
        </dgm:presLayoutVars>
      </dgm:prSet>
      <dgm:spPr/>
    </dgm:pt>
  </dgm:ptLst>
  <dgm:cxnLst>
    <dgm:cxn modelId="{B0BF7B01-1D75-4E45-9955-5E7289285F65}" srcId="{E3214475-5C7B-DA4A-9706-650D89B9EF27}" destId="{E7B72F6F-AB97-514C-B817-269812FE9ADD}" srcOrd="3" destOrd="0" parTransId="{C378D97D-B355-6542-AD01-D84E07BD5AEA}" sibTransId="{97A6A562-EEF8-A442-9B60-AECE1870A63E}"/>
    <dgm:cxn modelId="{1B16D422-F2EC-214C-9755-6122D8FED51F}" type="presOf" srcId="{E7B72F6F-AB97-514C-B817-269812FE9ADD}" destId="{0BEFE39D-035F-6F43-B431-E59A9CFBC005}" srcOrd="0" destOrd="0" presId="urn:microsoft.com/office/officeart/2005/8/layout/vList5"/>
    <dgm:cxn modelId="{90947023-0C37-4142-BC32-521E9C85DA2A}" srcId="{93FD0080-381F-774A-B894-25EEA44D7897}" destId="{BF133D6B-D71B-2C49-92D0-4D4DB11832E1}" srcOrd="2" destOrd="0" parTransId="{C40F71F0-A212-6641-BA4B-82E324BB4668}" sibTransId="{3D3F938F-28CE-2D42-AAF7-1FEE49A31545}"/>
    <dgm:cxn modelId="{6F45FE2F-1751-B04B-B580-5C80008BB0CA}" type="presOf" srcId="{75FA42B1-C87A-5240-8B88-5A90F6796022}" destId="{F14CD864-DFCF-D843-9825-D32FA4D9A07D}" srcOrd="0" destOrd="0" presId="urn:microsoft.com/office/officeart/2005/8/layout/vList5"/>
    <dgm:cxn modelId="{8D2B5841-FBBB-5B48-A14C-2535BBBD6176}" srcId="{E7B72F6F-AB97-514C-B817-269812FE9ADD}" destId="{6C2F0DAA-C708-FC41-9728-E625A93790A9}" srcOrd="0" destOrd="0" parTransId="{D8E40C63-464B-144A-A307-8AF9A045C886}" sibTransId="{08873726-1389-FD43-80F1-A6D4667F447B}"/>
    <dgm:cxn modelId="{9BCA2745-DB1B-1544-A9CB-077FA8C21AB5}" type="presOf" srcId="{2876A86F-5A1D-B748-B818-9B766E2D7EFB}" destId="{ADB2FBED-06C8-0B47-813E-35C13DF85EC7}" srcOrd="0" destOrd="1" presId="urn:microsoft.com/office/officeart/2005/8/layout/vList5"/>
    <dgm:cxn modelId="{145B6A47-0C76-1247-9F2B-EB03AE384B2B}" type="presOf" srcId="{BF133D6B-D71B-2C49-92D0-4D4DB11832E1}" destId="{10C71567-6777-7946-8431-B7402FFE49C8}" srcOrd="0" destOrd="2" presId="urn:microsoft.com/office/officeart/2005/8/layout/vList5"/>
    <dgm:cxn modelId="{46759847-2FF0-8A4C-810D-7189A3A15DE0}" srcId="{75FA42B1-C87A-5240-8B88-5A90F6796022}" destId="{C86C270E-A275-664B-9FBA-6F184667EA41}" srcOrd="0" destOrd="0" parTransId="{0EECEB29-A697-CF44-BA0B-4F32833C7697}" sibTransId="{23D26F5F-C59C-0B4B-9AFD-843FC0A713EE}"/>
    <dgm:cxn modelId="{CA9F884C-D866-B049-AA8F-8CFD52021B3F}" srcId="{3DE8A00B-F58F-CC46-BC1D-8DA8B7CC2188}" destId="{A2212BDC-9494-9B48-BD0E-EEC1C60C06F0}" srcOrd="0" destOrd="0" parTransId="{5304766A-C610-154D-862A-C299D0549D06}" sibTransId="{81BBC4D3-519F-B342-A7D3-6C284FDA1454}"/>
    <dgm:cxn modelId="{8FCB625C-45BC-B845-9FD0-655FCB7DCC53}" srcId="{E3214475-5C7B-DA4A-9706-650D89B9EF27}" destId="{3DE8A00B-F58F-CC46-BC1D-8DA8B7CC2188}" srcOrd="0" destOrd="0" parTransId="{2C6900E7-C68E-2640-8853-90296530721A}" sibTransId="{5B9671A7-F8F4-EB46-8D8A-EB57D8F4FD99}"/>
    <dgm:cxn modelId="{7EAAF85F-901F-2044-892D-CA0B8BD06015}" type="presOf" srcId="{A2212BDC-9494-9B48-BD0E-EEC1C60C06F0}" destId="{99F004E1-655F-3647-9990-F6AAB2427B86}" srcOrd="0" destOrd="0" presId="urn:microsoft.com/office/officeart/2005/8/layout/vList5"/>
    <dgm:cxn modelId="{BC243284-7DA7-0A45-A3FC-4C6F578A46E6}" type="presOf" srcId="{93FD0080-381F-774A-B894-25EEA44D7897}" destId="{8921904E-BD22-9940-BE0F-A550A8A2EB25}" srcOrd="0" destOrd="0" presId="urn:microsoft.com/office/officeart/2005/8/layout/vList5"/>
    <dgm:cxn modelId="{A7546D8F-F5CC-DB4B-A61A-C457EFDA98D6}" type="presOf" srcId="{8DE5A9C8-B3C0-5141-BA4D-280D08E48232}" destId="{10C71567-6777-7946-8431-B7402FFE49C8}" srcOrd="0" destOrd="0" presId="urn:microsoft.com/office/officeart/2005/8/layout/vList5"/>
    <dgm:cxn modelId="{3A79CA97-E35C-EA4D-92DE-CDD34C492777}" type="presOf" srcId="{C86C270E-A275-664B-9FBA-6F184667EA41}" destId="{C2DD22C4-3AC9-074B-B695-349CAEF10B59}" srcOrd="0" destOrd="0" presId="urn:microsoft.com/office/officeart/2005/8/layout/vList5"/>
    <dgm:cxn modelId="{5DC1C7B8-883A-ED46-8CB2-371597A5DC58}" srcId="{93FD0080-381F-774A-B894-25EEA44D7897}" destId="{8DE5A9C8-B3C0-5141-BA4D-280D08E48232}" srcOrd="0" destOrd="0" parTransId="{51F74DAE-9215-B04B-BE75-A346BDB34E7B}" sibTransId="{A67CD1AC-462F-EC44-AE1C-FADF051BA895}"/>
    <dgm:cxn modelId="{D68133BC-E6E1-9B41-BD1F-92BD1AFA08D6}" srcId="{93FD0080-381F-774A-B894-25EEA44D7897}" destId="{A7E8A067-AE12-BF47-A225-F604E15492CD}" srcOrd="1" destOrd="0" parTransId="{DA8DA68A-B0B9-D24D-B376-1B34572AD74A}" sibTransId="{2465C227-2837-5144-85E2-787958CCE8C5}"/>
    <dgm:cxn modelId="{436FBFBE-803F-A54C-8CD4-3DB758FDDFD6}" type="presOf" srcId="{A7E8A067-AE12-BF47-A225-F604E15492CD}" destId="{10C71567-6777-7946-8431-B7402FFE49C8}" srcOrd="0" destOrd="1" presId="urn:microsoft.com/office/officeart/2005/8/layout/vList5"/>
    <dgm:cxn modelId="{8CB096CA-840D-6745-BDFC-9F06494CBCD9}" srcId="{E3214475-5C7B-DA4A-9706-650D89B9EF27}" destId="{93FD0080-381F-774A-B894-25EEA44D7897}" srcOrd="2" destOrd="0" parTransId="{7782D05B-F7F8-B347-99B2-36CC95DCD9A0}" sibTransId="{B527714B-B23C-9041-8234-196625E5C296}"/>
    <dgm:cxn modelId="{235A6ACD-F749-214E-8B5B-985DCAAC3EEB}" type="presOf" srcId="{E3214475-5C7B-DA4A-9706-650D89B9EF27}" destId="{3B238920-7CFE-1148-9019-FE2C85B9517A}" srcOrd="0" destOrd="0" presId="urn:microsoft.com/office/officeart/2005/8/layout/vList5"/>
    <dgm:cxn modelId="{6D63B3E6-4DAC-8D48-93B5-685E4B01ADA2}" type="presOf" srcId="{3DE8A00B-F58F-CC46-BC1D-8DA8B7CC2188}" destId="{1F1D7829-A817-8440-A1B0-4B71A7BF8537}" srcOrd="0" destOrd="0" presId="urn:microsoft.com/office/officeart/2005/8/layout/vList5"/>
    <dgm:cxn modelId="{7FE9A0E8-C36F-FA41-A1BC-082FD373305A}" srcId="{E3214475-5C7B-DA4A-9706-650D89B9EF27}" destId="{75FA42B1-C87A-5240-8B88-5A90F6796022}" srcOrd="1" destOrd="0" parTransId="{CF2BF1D2-FFA4-FD45-A6F9-D54C66A5512F}" sibTransId="{78674555-BA95-E947-923D-3C94D1CBE343}"/>
    <dgm:cxn modelId="{682FA2EE-3104-E447-9F9C-6F26D1CA0E50}" srcId="{E7B72F6F-AB97-514C-B817-269812FE9ADD}" destId="{2876A86F-5A1D-B748-B818-9B766E2D7EFB}" srcOrd="1" destOrd="0" parTransId="{D2233247-435E-AC4E-8B98-85FD8F9AC1EF}" sibTransId="{30109A55-1CE1-514F-B1EF-08E14322742D}"/>
    <dgm:cxn modelId="{0F6841FA-048E-0F4C-9ABA-0C454CFDDB04}" type="presOf" srcId="{6C2F0DAA-C708-FC41-9728-E625A93790A9}" destId="{ADB2FBED-06C8-0B47-813E-35C13DF85EC7}" srcOrd="0" destOrd="0" presId="urn:microsoft.com/office/officeart/2005/8/layout/vList5"/>
    <dgm:cxn modelId="{C606713B-4FA4-0E41-A622-C57BE974AA65}" type="presParOf" srcId="{3B238920-7CFE-1148-9019-FE2C85B9517A}" destId="{40C0C07A-4553-BD43-9C9A-C02C524EB72B}" srcOrd="0" destOrd="0" presId="urn:microsoft.com/office/officeart/2005/8/layout/vList5"/>
    <dgm:cxn modelId="{166DB6EB-98BE-FF47-AA14-69309C02CD40}" type="presParOf" srcId="{40C0C07A-4553-BD43-9C9A-C02C524EB72B}" destId="{1F1D7829-A817-8440-A1B0-4B71A7BF8537}" srcOrd="0" destOrd="0" presId="urn:microsoft.com/office/officeart/2005/8/layout/vList5"/>
    <dgm:cxn modelId="{4F19677E-3DE3-4441-87BE-0342A039E175}" type="presParOf" srcId="{40C0C07A-4553-BD43-9C9A-C02C524EB72B}" destId="{99F004E1-655F-3647-9990-F6AAB2427B86}" srcOrd="1" destOrd="0" presId="urn:microsoft.com/office/officeart/2005/8/layout/vList5"/>
    <dgm:cxn modelId="{BA389BA9-9D50-A040-A905-A8EB29BEA857}" type="presParOf" srcId="{3B238920-7CFE-1148-9019-FE2C85B9517A}" destId="{B420851E-7E8C-9E46-9D35-2049CA9C859C}" srcOrd="1" destOrd="0" presId="urn:microsoft.com/office/officeart/2005/8/layout/vList5"/>
    <dgm:cxn modelId="{FFA8DE60-E216-7C40-8658-0A1F591A38A6}" type="presParOf" srcId="{3B238920-7CFE-1148-9019-FE2C85B9517A}" destId="{AF07EB46-6F86-6740-BA72-ECBA46584F41}" srcOrd="2" destOrd="0" presId="urn:microsoft.com/office/officeart/2005/8/layout/vList5"/>
    <dgm:cxn modelId="{81D28840-042B-0943-9F7A-5324F3C882FF}" type="presParOf" srcId="{AF07EB46-6F86-6740-BA72-ECBA46584F41}" destId="{F14CD864-DFCF-D843-9825-D32FA4D9A07D}" srcOrd="0" destOrd="0" presId="urn:microsoft.com/office/officeart/2005/8/layout/vList5"/>
    <dgm:cxn modelId="{AB5D8A65-9E05-444C-8703-857688AC33EB}" type="presParOf" srcId="{AF07EB46-6F86-6740-BA72-ECBA46584F41}" destId="{C2DD22C4-3AC9-074B-B695-349CAEF10B59}" srcOrd="1" destOrd="0" presId="urn:microsoft.com/office/officeart/2005/8/layout/vList5"/>
    <dgm:cxn modelId="{653120C6-5B5C-F343-A340-D5316C1B923A}" type="presParOf" srcId="{3B238920-7CFE-1148-9019-FE2C85B9517A}" destId="{5A371509-42E3-B140-A511-704F56F607AF}" srcOrd="3" destOrd="0" presId="urn:microsoft.com/office/officeart/2005/8/layout/vList5"/>
    <dgm:cxn modelId="{891D3D0E-725F-874E-9729-3E74C43A7BF2}" type="presParOf" srcId="{3B238920-7CFE-1148-9019-FE2C85B9517A}" destId="{FC415450-8F32-6644-AF3D-134CA74835E4}" srcOrd="4" destOrd="0" presId="urn:microsoft.com/office/officeart/2005/8/layout/vList5"/>
    <dgm:cxn modelId="{8DD09BFF-7F62-F944-8A90-2E61862CFB37}" type="presParOf" srcId="{FC415450-8F32-6644-AF3D-134CA74835E4}" destId="{8921904E-BD22-9940-BE0F-A550A8A2EB25}" srcOrd="0" destOrd="0" presId="urn:microsoft.com/office/officeart/2005/8/layout/vList5"/>
    <dgm:cxn modelId="{7D1DFC22-27E4-7D44-9BBE-8A9F025C4EBE}" type="presParOf" srcId="{FC415450-8F32-6644-AF3D-134CA74835E4}" destId="{10C71567-6777-7946-8431-B7402FFE49C8}" srcOrd="1" destOrd="0" presId="urn:microsoft.com/office/officeart/2005/8/layout/vList5"/>
    <dgm:cxn modelId="{99EFF815-B9A9-A64F-8B37-811F6196C51A}" type="presParOf" srcId="{3B238920-7CFE-1148-9019-FE2C85B9517A}" destId="{9432972E-D29B-694B-9208-C8082ED8D51A}" srcOrd="5" destOrd="0" presId="urn:microsoft.com/office/officeart/2005/8/layout/vList5"/>
    <dgm:cxn modelId="{7FF5BE84-6F05-9B4C-B4C6-CFB6C1191628}" type="presParOf" srcId="{3B238920-7CFE-1148-9019-FE2C85B9517A}" destId="{8B3EEB31-F841-9545-9EA9-E99BA1A77D4D}" srcOrd="6" destOrd="0" presId="urn:microsoft.com/office/officeart/2005/8/layout/vList5"/>
    <dgm:cxn modelId="{D1A8993D-7E2E-8549-BB13-B7DC1549BEC6}" type="presParOf" srcId="{8B3EEB31-F841-9545-9EA9-E99BA1A77D4D}" destId="{0BEFE39D-035F-6F43-B431-E59A9CFBC005}" srcOrd="0" destOrd="0" presId="urn:microsoft.com/office/officeart/2005/8/layout/vList5"/>
    <dgm:cxn modelId="{DCA293E9-2E37-D741-9990-297B54F20B21}" type="presParOf" srcId="{8B3EEB31-F841-9545-9EA9-E99BA1A77D4D}" destId="{ADB2FBED-06C8-0B47-813E-35C13DF85EC7}"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46E65F3-399C-4D6C-BBC7-8AC7921DEACF}" type="doc">
      <dgm:prSet loTypeId="urn:microsoft.com/office/officeart/2005/8/layout/list1" loCatId="list" qsTypeId="urn:microsoft.com/office/officeart/2005/8/quickstyle/simple1" qsCatId="simple" csTypeId="urn:microsoft.com/office/officeart/2005/8/colors/colorful5" csCatId="colorful"/>
      <dgm:spPr/>
      <dgm:t>
        <a:bodyPr/>
        <a:lstStyle/>
        <a:p>
          <a:endParaRPr lang="en-US"/>
        </a:p>
      </dgm:t>
    </dgm:pt>
    <dgm:pt modelId="{6A77B644-4CDF-41B8-81A6-5E5DEE15A8DD}">
      <dgm:prSet/>
      <dgm:spPr/>
      <dgm:t>
        <a:bodyPr/>
        <a:lstStyle/>
        <a:p>
          <a:r>
            <a:rPr lang="de-DE"/>
            <a:t>node –v</a:t>
          </a:r>
          <a:endParaRPr lang="en-US"/>
        </a:p>
      </dgm:t>
    </dgm:pt>
    <dgm:pt modelId="{492D8F12-A047-4733-B100-679D641E87C7}" type="parTrans" cxnId="{9DBB6E69-B489-4343-B38A-A2E19283FE1E}">
      <dgm:prSet/>
      <dgm:spPr/>
      <dgm:t>
        <a:bodyPr/>
        <a:lstStyle/>
        <a:p>
          <a:endParaRPr lang="en-US"/>
        </a:p>
      </dgm:t>
    </dgm:pt>
    <dgm:pt modelId="{CCD043C6-012F-4C55-A43F-BCD301C92322}" type="sibTrans" cxnId="{9DBB6E69-B489-4343-B38A-A2E19283FE1E}">
      <dgm:prSet/>
      <dgm:spPr/>
      <dgm:t>
        <a:bodyPr/>
        <a:lstStyle/>
        <a:p>
          <a:endParaRPr lang="en-US"/>
        </a:p>
      </dgm:t>
    </dgm:pt>
    <dgm:pt modelId="{2DFD091E-2F6F-449C-8263-B958452358AA}">
      <dgm:prSet/>
      <dgm:spPr/>
      <dgm:t>
        <a:bodyPr/>
        <a:lstStyle/>
        <a:p>
          <a:r>
            <a:rPr lang="de-DE"/>
            <a:t>Ausgabe der Versionsnummer</a:t>
          </a:r>
          <a:endParaRPr lang="en-US"/>
        </a:p>
      </dgm:t>
    </dgm:pt>
    <dgm:pt modelId="{E446B8F3-6A52-4D92-82F6-3558AD16068B}" type="parTrans" cxnId="{D5CEE61B-E4E5-474B-AEDC-3F35537D50B8}">
      <dgm:prSet/>
      <dgm:spPr/>
      <dgm:t>
        <a:bodyPr/>
        <a:lstStyle/>
        <a:p>
          <a:endParaRPr lang="en-US"/>
        </a:p>
      </dgm:t>
    </dgm:pt>
    <dgm:pt modelId="{0FC8C6DE-9910-4324-B0E6-17E7A78FA454}" type="sibTrans" cxnId="{D5CEE61B-E4E5-474B-AEDC-3F35537D50B8}">
      <dgm:prSet/>
      <dgm:spPr/>
      <dgm:t>
        <a:bodyPr/>
        <a:lstStyle/>
        <a:p>
          <a:endParaRPr lang="en-US"/>
        </a:p>
      </dgm:t>
    </dgm:pt>
    <dgm:pt modelId="{D0878A47-4E8C-4E60-9AB2-62A5387F9047}">
      <dgm:prSet/>
      <dgm:spPr/>
      <dgm:t>
        <a:bodyPr/>
        <a:lstStyle/>
        <a:p>
          <a:r>
            <a:rPr lang="de-DE"/>
            <a:t>node</a:t>
          </a:r>
          <a:endParaRPr lang="en-US"/>
        </a:p>
      </dgm:t>
    </dgm:pt>
    <dgm:pt modelId="{0AE987D3-0227-462B-9A8D-AAFA7E437BB6}" type="parTrans" cxnId="{5B34DF26-D705-44F0-94FC-6E0CADECC735}">
      <dgm:prSet/>
      <dgm:spPr/>
      <dgm:t>
        <a:bodyPr/>
        <a:lstStyle/>
        <a:p>
          <a:endParaRPr lang="en-US"/>
        </a:p>
      </dgm:t>
    </dgm:pt>
    <dgm:pt modelId="{D207F3C0-C4FD-4FAA-BDEE-F5EB17AA8F1D}" type="sibTrans" cxnId="{5B34DF26-D705-44F0-94FC-6E0CADECC735}">
      <dgm:prSet/>
      <dgm:spPr/>
      <dgm:t>
        <a:bodyPr/>
        <a:lstStyle/>
        <a:p>
          <a:endParaRPr lang="en-US"/>
        </a:p>
      </dgm:t>
    </dgm:pt>
    <dgm:pt modelId="{21ABDE45-0A3B-4375-B90B-4B2BCFF6B9A9}">
      <dgm:prSet/>
      <dgm:spPr/>
      <dgm:t>
        <a:bodyPr/>
        <a:lstStyle/>
        <a:p>
          <a:r>
            <a:rPr lang="de-DE"/>
            <a:t>Starten der REPL zur Eingabe von JavaScript-Befehlen</a:t>
          </a:r>
          <a:endParaRPr lang="en-US"/>
        </a:p>
      </dgm:t>
    </dgm:pt>
    <dgm:pt modelId="{2C288CF3-857B-449C-AB51-13955EBB07F4}" type="parTrans" cxnId="{38415DD0-0CA6-499D-BA90-D3E6BC44FCB8}">
      <dgm:prSet/>
      <dgm:spPr/>
      <dgm:t>
        <a:bodyPr/>
        <a:lstStyle/>
        <a:p>
          <a:endParaRPr lang="en-US"/>
        </a:p>
      </dgm:t>
    </dgm:pt>
    <dgm:pt modelId="{3067C6D3-5E8F-4AC9-8197-1FC3802775CE}" type="sibTrans" cxnId="{38415DD0-0CA6-499D-BA90-D3E6BC44FCB8}">
      <dgm:prSet/>
      <dgm:spPr/>
      <dgm:t>
        <a:bodyPr/>
        <a:lstStyle/>
        <a:p>
          <a:endParaRPr lang="en-US"/>
        </a:p>
      </dgm:t>
    </dgm:pt>
    <dgm:pt modelId="{4F51AE88-B3F6-481B-9C93-F8E1E0366FE6}">
      <dgm:prSet/>
      <dgm:spPr/>
      <dgm:t>
        <a:bodyPr/>
        <a:lstStyle/>
        <a:p>
          <a:r>
            <a:rPr lang="de-DE"/>
            <a:t>node programm.js</a:t>
          </a:r>
          <a:endParaRPr lang="en-US"/>
        </a:p>
      </dgm:t>
    </dgm:pt>
    <dgm:pt modelId="{8DC31336-EBC1-4D65-A7B8-05CFF8080265}" type="parTrans" cxnId="{A08654AA-9FD6-4F0B-8840-D7B672D7FC4B}">
      <dgm:prSet/>
      <dgm:spPr/>
      <dgm:t>
        <a:bodyPr/>
        <a:lstStyle/>
        <a:p>
          <a:endParaRPr lang="en-US"/>
        </a:p>
      </dgm:t>
    </dgm:pt>
    <dgm:pt modelId="{23F528A4-BD31-48F1-BDDD-22EAE513BBD6}" type="sibTrans" cxnId="{A08654AA-9FD6-4F0B-8840-D7B672D7FC4B}">
      <dgm:prSet/>
      <dgm:spPr/>
      <dgm:t>
        <a:bodyPr/>
        <a:lstStyle/>
        <a:p>
          <a:endParaRPr lang="en-US"/>
        </a:p>
      </dgm:t>
    </dgm:pt>
    <dgm:pt modelId="{B1EF4718-CBD4-474A-BEA6-BE58981C1FFD}">
      <dgm:prSet/>
      <dgm:spPr/>
      <dgm:t>
        <a:bodyPr/>
        <a:lstStyle/>
        <a:p>
          <a:r>
            <a:rPr lang="de-DE"/>
            <a:t>Ausführen  der Skript-Datei </a:t>
          </a:r>
          <a:r>
            <a:rPr lang="de-DE" i="1"/>
            <a:t>programm.js </a:t>
          </a:r>
          <a:r>
            <a:rPr lang="de-DE"/>
            <a:t> </a:t>
          </a:r>
          <a:endParaRPr lang="en-US"/>
        </a:p>
      </dgm:t>
    </dgm:pt>
    <dgm:pt modelId="{C4FEFE38-736D-4B3B-A0CF-444D2553F21C}" type="parTrans" cxnId="{9C338DB8-9FF2-49A8-8B49-99013CE82BD7}">
      <dgm:prSet/>
      <dgm:spPr/>
      <dgm:t>
        <a:bodyPr/>
        <a:lstStyle/>
        <a:p>
          <a:endParaRPr lang="en-US"/>
        </a:p>
      </dgm:t>
    </dgm:pt>
    <dgm:pt modelId="{CB12934E-442D-42D4-BAA0-910535FEF62D}" type="sibTrans" cxnId="{9C338DB8-9FF2-49A8-8B49-99013CE82BD7}">
      <dgm:prSet/>
      <dgm:spPr/>
      <dgm:t>
        <a:bodyPr/>
        <a:lstStyle/>
        <a:p>
          <a:endParaRPr lang="en-US"/>
        </a:p>
      </dgm:t>
    </dgm:pt>
    <dgm:pt modelId="{953A50D9-263B-614B-8AD4-2A70A1EE489F}" type="pres">
      <dgm:prSet presAssocID="{346E65F3-399C-4D6C-BBC7-8AC7921DEACF}" presName="linear" presStyleCnt="0">
        <dgm:presLayoutVars>
          <dgm:dir/>
          <dgm:animLvl val="lvl"/>
          <dgm:resizeHandles val="exact"/>
        </dgm:presLayoutVars>
      </dgm:prSet>
      <dgm:spPr/>
    </dgm:pt>
    <dgm:pt modelId="{44C2DF3D-56A3-AE4C-AE7C-39A2EADE5BCA}" type="pres">
      <dgm:prSet presAssocID="{6A77B644-4CDF-41B8-81A6-5E5DEE15A8DD}" presName="parentLin" presStyleCnt="0"/>
      <dgm:spPr/>
    </dgm:pt>
    <dgm:pt modelId="{33E811D0-4B84-A740-91B7-B6AABF82C0CB}" type="pres">
      <dgm:prSet presAssocID="{6A77B644-4CDF-41B8-81A6-5E5DEE15A8DD}" presName="parentLeftMargin" presStyleLbl="node1" presStyleIdx="0" presStyleCnt="3"/>
      <dgm:spPr/>
    </dgm:pt>
    <dgm:pt modelId="{1A7A9926-1BFE-DE44-B993-0CF46A5CEDEE}" type="pres">
      <dgm:prSet presAssocID="{6A77B644-4CDF-41B8-81A6-5E5DEE15A8DD}" presName="parentText" presStyleLbl="node1" presStyleIdx="0" presStyleCnt="3">
        <dgm:presLayoutVars>
          <dgm:chMax val="0"/>
          <dgm:bulletEnabled val="1"/>
        </dgm:presLayoutVars>
      </dgm:prSet>
      <dgm:spPr/>
    </dgm:pt>
    <dgm:pt modelId="{F13D3243-15D9-5F4C-920E-24F948112711}" type="pres">
      <dgm:prSet presAssocID="{6A77B644-4CDF-41B8-81A6-5E5DEE15A8DD}" presName="negativeSpace" presStyleCnt="0"/>
      <dgm:spPr/>
    </dgm:pt>
    <dgm:pt modelId="{4A12C6BB-B581-A24C-A598-548E22C4160C}" type="pres">
      <dgm:prSet presAssocID="{6A77B644-4CDF-41B8-81A6-5E5DEE15A8DD}" presName="childText" presStyleLbl="conFgAcc1" presStyleIdx="0" presStyleCnt="3">
        <dgm:presLayoutVars>
          <dgm:bulletEnabled val="1"/>
        </dgm:presLayoutVars>
      </dgm:prSet>
      <dgm:spPr/>
    </dgm:pt>
    <dgm:pt modelId="{DF3DD37B-BDEB-6941-8609-8E95BDB12B40}" type="pres">
      <dgm:prSet presAssocID="{CCD043C6-012F-4C55-A43F-BCD301C92322}" presName="spaceBetweenRectangles" presStyleCnt="0"/>
      <dgm:spPr/>
    </dgm:pt>
    <dgm:pt modelId="{6DECF302-6458-D646-880C-F879B97F30D5}" type="pres">
      <dgm:prSet presAssocID="{D0878A47-4E8C-4E60-9AB2-62A5387F9047}" presName="parentLin" presStyleCnt="0"/>
      <dgm:spPr/>
    </dgm:pt>
    <dgm:pt modelId="{3B0A9DFE-0B63-C94B-BDCC-D66C958F8705}" type="pres">
      <dgm:prSet presAssocID="{D0878A47-4E8C-4E60-9AB2-62A5387F9047}" presName="parentLeftMargin" presStyleLbl="node1" presStyleIdx="0" presStyleCnt="3"/>
      <dgm:spPr/>
    </dgm:pt>
    <dgm:pt modelId="{80B8595D-D10C-0244-912B-73BABA28A137}" type="pres">
      <dgm:prSet presAssocID="{D0878A47-4E8C-4E60-9AB2-62A5387F9047}" presName="parentText" presStyleLbl="node1" presStyleIdx="1" presStyleCnt="3">
        <dgm:presLayoutVars>
          <dgm:chMax val="0"/>
          <dgm:bulletEnabled val="1"/>
        </dgm:presLayoutVars>
      </dgm:prSet>
      <dgm:spPr/>
    </dgm:pt>
    <dgm:pt modelId="{58300128-8697-D84F-BCC3-EB1EFB38C2AF}" type="pres">
      <dgm:prSet presAssocID="{D0878A47-4E8C-4E60-9AB2-62A5387F9047}" presName="negativeSpace" presStyleCnt="0"/>
      <dgm:spPr/>
    </dgm:pt>
    <dgm:pt modelId="{4D6DC218-DFF5-2347-9AFF-E34732CA7773}" type="pres">
      <dgm:prSet presAssocID="{D0878A47-4E8C-4E60-9AB2-62A5387F9047}" presName="childText" presStyleLbl="conFgAcc1" presStyleIdx="1" presStyleCnt="3">
        <dgm:presLayoutVars>
          <dgm:bulletEnabled val="1"/>
        </dgm:presLayoutVars>
      </dgm:prSet>
      <dgm:spPr/>
    </dgm:pt>
    <dgm:pt modelId="{D71028AF-762E-7946-BC39-4AA1310F3358}" type="pres">
      <dgm:prSet presAssocID="{D207F3C0-C4FD-4FAA-BDEE-F5EB17AA8F1D}" presName="spaceBetweenRectangles" presStyleCnt="0"/>
      <dgm:spPr/>
    </dgm:pt>
    <dgm:pt modelId="{2372C3FB-F25E-294A-8463-2C7AABDF7299}" type="pres">
      <dgm:prSet presAssocID="{4F51AE88-B3F6-481B-9C93-F8E1E0366FE6}" presName="parentLin" presStyleCnt="0"/>
      <dgm:spPr/>
    </dgm:pt>
    <dgm:pt modelId="{918082C4-181E-4949-8E31-36ED37729EAE}" type="pres">
      <dgm:prSet presAssocID="{4F51AE88-B3F6-481B-9C93-F8E1E0366FE6}" presName="parentLeftMargin" presStyleLbl="node1" presStyleIdx="1" presStyleCnt="3"/>
      <dgm:spPr/>
    </dgm:pt>
    <dgm:pt modelId="{33EBE219-4BA6-DB46-B160-EEB4B61E8CB5}" type="pres">
      <dgm:prSet presAssocID="{4F51AE88-B3F6-481B-9C93-F8E1E0366FE6}" presName="parentText" presStyleLbl="node1" presStyleIdx="2" presStyleCnt="3">
        <dgm:presLayoutVars>
          <dgm:chMax val="0"/>
          <dgm:bulletEnabled val="1"/>
        </dgm:presLayoutVars>
      </dgm:prSet>
      <dgm:spPr/>
    </dgm:pt>
    <dgm:pt modelId="{1295F034-07EC-9249-A9AB-0559610D373F}" type="pres">
      <dgm:prSet presAssocID="{4F51AE88-B3F6-481B-9C93-F8E1E0366FE6}" presName="negativeSpace" presStyleCnt="0"/>
      <dgm:spPr/>
    </dgm:pt>
    <dgm:pt modelId="{70AC1BE9-E752-CB45-9BE9-DF2E0B230545}" type="pres">
      <dgm:prSet presAssocID="{4F51AE88-B3F6-481B-9C93-F8E1E0366FE6}" presName="childText" presStyleLbl="conFgAcc1" presStyleIdx="2" presStyleCnt="3">
        <dgm:presLayoutVars>
          <dgm:bulletEnabled val="1"/>
        </dgm:presLayoutVars>
      </dgm:prSet>
      <dgm:spPr/>
    </dgm:pt>
  </dgm:ptLst>
  <dgm:cxnLst>
    <dgm:cxn modelId="{11B08517-F287-2741-A934-3336C30D4A4A}" type="presOf" srcId="{B1EF4718-CBD4-474A-BEA6-BE58981C1FFD}" destId="{70AC1BE9-E752-CB45-9BE9-DF2E0B230545}" srcOrd="0" destOrd="0" presId="urn:microsoft.com/office/officeart/2005/8/layout/list1"/>
    <dgm:cxn modelId="{41ADF81A-7B94-7D43-B3F4-CDB0BC24FF96}" type="presOf" srcId="{4F51AE88-B3F6-481B-9C93-F8E1E0366FE6}" destId="{33EBE219-4BA6-DB46-B160-EEB4B61E8CB5}" srcOrd="1" destOrd="0" presId="urn:microsoft.com/office/officeart/2005/8/layout/list1"/>
    <dgm:cxn modelId="{D5CEE61B-E4E5-474B-AEDC-3F35537D50B8}" srcId="{6A77B644-4CDF-41B8-81A6-5E5DEE15A8DD}" destId="{2DFD091E-2F6F-449C-8263-B958452358AA}" srcOrd="0" destOrd="0" parTransId="{E446B8F3-6A52-4D92-82F6-3558AD16068B}" sibTransId="{0FC8C6DE-9910-4324-B0E6-17E7A78FA454}"/>
    <dgm:cxn modelId="{5B34DF26-D705-44F0-94FC-6E0CADECC735}" srcId="{346E65F3-399C-4D6C-BBC7-8AC7921DEACF}" destId="{D0878A47-4E8C-4E60-9AB2-62A5387F9047}" srcOrd="1" destOrd="0" parTransId="{0AE987D3-0227-462B-9A8D-AAFA7E437BB6}" sibTransId="{D207F3C0-C4FD-4FAA-BDEE-F5EB17AA8F1D}"/>
    <dgm:cxn modelId="{00DAF03D-5FBC-BF42-AB9C-93915DC1B11E}" type="presOf" srcId="{4F51AE88-B3F6-481B-9C93-F8E1E0366FE6}" destId="{918082C4-181E-4949-8E31-36ED37729EAE}" srcOrd="0" destOrd="0" presId="urn:microsoft.com/office/officeart/2005/8/layout/list1"/>
    <dgm:cxn modelId="{F0296C50-5791-F343-B050-AADDF8050004}" type="presOf" srcId="{21ABDE45-0A3B-4375-B90B-4B2BCFF6B9A9}" destId="{4D6DC218-DFF5-2347-9AFF-E34732CA7773}" srcOrd="0" destOrd="0" presId="urn:microsoft.com/office/officeart/2005/8/layout/list1"/>
    <dgm:cxn modelId="{9DBB6E69-B489-4343-B38A-A2E19283FE1E}" srcId="{346E65F3-399C-4D6C-BBC7-8AC7921DEACF}" destId="{6A77B644-4CDF-41B8-81A6-5E5DEE15A8DD}" srcOrd="0" destOrd="0" parTransId="{492D8F12-A047-4733-B100-679D641E87C7}" sibTransId="{CCD043C6-012F-4C55-A43F-BCD301C92322}"/>
    <dgm:cxn modelId="{47C89895-8C8A-5345-9721-106F3D9CEBA6}" type="presOf" srcId="{6A77B644-4CDF-41B8-81A6-5E5DEE15A8DD}" destId="{1A7A9926-1BFE-DE44-B993-0CF46A5CEDEE}" srcOrd="1" destOrd="0" presId="urn:microsoft.com/office/officeart/2005/8/layout/list1"/>
    <dgm:cxn modelId="{D4877C9A-46FA-2A45-91A3-DF2C2193481D}" type="presOf" srcId="{D0878A47-4E8C-4E60-9AB2-62A5387F9047}" destId="{80B8595D-D10C-0244-912B-73BABA28A137}" srcOrd="1" destOrd="0" presId="urn:microsoft.com/office/officeart/2005/8/layout/list1"/>
    <dgm:cxn modelId="{61120CA6-6527-C041-82C4-DC72E9E30E2D}" type="presOf" srcId="{D0878A47-4E8C-4E60-9AB2-62A5387F9047}" destId="{3B0A9DFE-0B63-C94B-BDCC-D66C958F8705}" srcOrd="0" destOrd="0" presId="urn:microsoft.com/office/officeart/2005/8/layout/list1"/>
    <dgm:cxn modelId="{A08654AA-9FD6-4F0B-8840-D7B672D7FC4B}" srcId="{346E65F3-399C-4D6C-BBC7-8AC7921DEACF}" destId="{4F51AE88-B3F6-481B-9C93-F8E1E0366FE6}" srcOrd="2" destOrd="0" parTransId="{8DC31336-EBC1-4D65-A7B8-05CFF8080265}" sibTransId="{23F528A4-BD31-48F1-BDDD-22EAE513BBD6}"/>
    <dgm:cxn modelId="{9C338DB8-9FF2-49A8-8B49-99013CE82BD7}" srcId="{4F51AE88-B3F6-481B-9C93-F8E1E0366FE6}" destId="{B1EF4718-CBD4-474A-BEA6-BE58981C1FFD}" srcOrd="0" destOrd="0" parTransId="{C4FEFE38-736D-4B3B-A0CF-444D2553F21C}" sibTransId="{CB12934E-442D-42D4-BAA0-910535FEF62D}"/>
    <dgm:cxn modelId="{C17D50D0-FA29-0645-ACD1-2C4D2081E5AB}" type="presOf" srcId="{6A77B644-4CDF-41B8-81A6-5E5DEE15A8DD}" destId="{33E811D0-4B84-A740-91B7-B6AABF82C0CB}" srcOrd="0" destOrd="0" presId="urn:microsoft.com/office/officeart/2005/8/layout/list1"/>
    <dgm:cxn modelId="{38415DD0-0CA6-499D-BA90-D3E6BC44FCB8}" srcId="{D0878A47-4E8C-4E60-9AB2-62A5387F9047}" destId="{21ABDE45-0A3B-4375-B90B-4B2BCFF6B9A9}" srcOrd="0" destOrd="0" parTransId="{2C288CF3-857B-449C-AB51-13955EBB07F4}" sibTransId="{3067C6D3-5E8F-4AC9-8197-1FC3802775CE}"/>
    <dgm:cxn modelId="{647837E7-7D9F-0748-A868-C9464D98BE0E}" type="presOf" srcId="{346E65F3-399C-4D6C-BBC7-8AC7921DEACF}" destId="{953A50D9-263B-614B-8AD4-2A70A1EE489F}" srcOrd="0" destOrd="0" presId="urn:microsoft.com/office/officeart/2005/8/layout/list1"/>
    <dgm:cxn modelId="{09389AFB-9CDA-CC40-B964-66B3D57FB0E3}" type="presOf" srcId="{2DFD091E-2F6F-449C-8263-B958452358AA}" destId="{4A12C6BB-B581-A24C-A598-548E22C4160C}" srcOrd="0" destOrd="0" presId="urn:microsoft.com/office/officeart/2005/8/layout/list1"/>
    <dgm:cxn modelId="{B51D512A-218A-0D4F-8465-1F8B73F4E258}" type="presParOf" srcId="{953A50D9-263B-614B-8AD4-2A70A1EE489F}" destId="{44C2DF3D-56A3-AE4C-AE7C-39A2EADE5BCA}" srcOrd="0" destOrd="0" presId="urn:microsoft.com/office/officeart/2005/8/layout/list1"/>
    <dgm:cxn modelId="{F73E69A2-D47C-F84C-B3F6-D9EB77053065}" type="presParOf" srcId="{44C2DF3D-56A3-AE4C-AE7C-39A2EADE5BCA}" destId="{33E811D0-4B84-A740-91B7-B6AABF82C0CB}" srcOrd="0" destOrd="0" presId="urn:microsoft.com/office/officeart/2005/8/layout/list1"/>
    <dgm:cxn modelId="{C67D6109-4A69-884C-B732-452F0A9BC23D}" type="presParOf" srcId="{44C2DF3D-56A3-AE4C-AE7C-39A2EADE5BCA}" destId="{1A7A9926-1BFE-DE44-B993-0CF46A5CEDEE}" srcOrd="1" destOrd="0" presId="urn:microsoft.com/office/officeart/2005/8/layout/list1"/>
    <dgm:cxn modelId="{4BC47A83-6D71-9544-9ADB-4A7B0F1940D7}" type="presParOf" srcId="{953A50D9-263B-614B-8AD4-2A70A1EE489F}" destId="{F13D3243-15D9-5F4C-920E-24F948112711}" srcOrd="1" destOrd="0" presId="urn:microsoft.com/office/officeart/2005/8/layout/list1"/>
    <dgm:cxn modelId="{2B0947B3-8FC2-4046-97A5-2CD7F2717195}" type="presParOf" srcId="{953A50D9-263B-614B-8AD4-2A70A1EE489F}" destId="{4A12C6BB-B581-A24C-A598-548E22C4160C}" srcOrd="2" destOrd="0" presId="urn:microsoft.com/office/officeart/2005/8/layout/list1"/>
    <dgm:cxn modelId="{180ED423-1FCF-4E4D-A1E6-64BB6874FE7B}" type="presParOf" srcId="{953A50D9-263B-614B-8AD4-2A70A1EE489F}" destId="{DF3DD37B-BDEB-6941-8609-8E95BDB12B40}" srcOrd="3" destOrd="0" presId="urn:microsoft.com/office/officeart/2005/8/layout/list1"/>
    <dgm:cxn modelId="{A2420B07-8B01-1748-B3E5-CC8FD13B311C}" type="presParOf" srcId="{953A50D9-263B-614B-8AD4-2A70A1EE489F}" destId="{6DECF302-6458-D646-880C-F879B97F30D5}" srcOrd="4" destOrd="0" presId="urn:microsoft.com/office/officeart/2005/8/layout/list1"/>
    <dgm:cxn modelId="{9EE85F1F-5297-5844-AE16-135A6E01726D}" type="presParOf" srcId="{6DECF302-6458-D646-880C-F879B97F30D5}" destId="{3B0A9DFE-0B63-C94B-BDCC-D66C958F8705}" srcOrd="0" destOrd="0" presId="urn:microsoft.com/office/officeart/2005/8/layout/list1"/>
    <dgm:cxn modelId="{F0CB3FB2-C4CB-8949-A98C-2005654FC1C5}" type="presParOf" srcId="{6DECF302-6458-D646-880C-F879B97F30D5}" destId="{80B8595D-D10C-0244-912B-73BABA28A137}" srcOrd="1" destOrd="0" presId="urn:microsoft.com/office/officeart/2005/8/layout/list1"/>
    <dgm:cxn modelId="{D5AF0738-B417-7744-AD84-8F3375447C7A}" type="presParOf" srcId="{953A50D9-263B-614B-8AD4-2A70A1EE489F}" destId="{58300128-8697-D84F-BCC3-EB1EFB38C2AF}" srcOrd="5" destOrd="0" presId="urn:microsoft.com/office/officeart/2005/8/layout/list1"/>
    <dgm:cxn modelId="{1DDA4209-DC1A-BB48-8878-E5B694AE33F5}" type="presParOf" srcId="{953A50D9-263B-614B-8AD4-2A70A1EE489F}" destId="{4D6DC218-DFF5-2347-9AFF-E34732CA7773}" srcOrd="6" destOrd="0" presId="urn:microsoft.com/office/officeart/2005/8/layout/list1"/>
    <dgm:cxn modelId="{9AFA62FC-A59E-F447-91F7-9C8AD241AC4D}" type="presParOf" srcId="{953A50D9-263B-614B-8AD4-2A70A1EE489F}" destId="{D71028AF-762E-7946-BC39-4AA1310F3358}" srcOrd="7" destOrd="0" presId="urn:microsoft.com/office/officeart/2005/8/layout/list1"/>
    <dgm:cxn modelId="{7150512C-5783-3645-B8E2-7A8EC0DD1CE6}" type="presParOf" srcId="{953A50D9-263B-614B-8AD4-2A70A1EE489F}" destId="{2372C3FB-F25E-294A-8463-2C7AABDF7299}" srcOrd="8" destOrd="0" presId="urn:microsoft.com/office/officeart/2005/8/layout/list1"/>
    <dgm:cxn modelId="{5C332AE3-7CFD-7A44-BC6B-D071450904E3}" type="presParOf" srcId="{2372C3FB-F25E-294A-8463-2C7AABDF7299}" destId="{918082C4-181E-4949-8E31-36ED37729EAE}" srcOrd="0" destOrd="0" presId="urn:microsoft.com/office/officeart/2005/8/layout/list1"/>
    <dgm:cxn modelId="{9DE0FAEA-BB56-8141-904C-EC7356A3ACA3}" type="presParOf" srcId="{2372C3FB-F25E-294A-8463-2C7AABDF7299}" destId="{33EBE219-4BA6-DB46-B160-EEB4B61E8CB5}" srcOrd="1" destOrd="0" presId="urn:microsoft.com/office/officeart/2005/8/layout/list1"/>
    <dgm:cxn modelId="{029804A8-E4A0-F848-A8EE-6C186DB2DA94}" type="presParOf" srcId="{953A50D9-263B-614B-8AD4-2A70A1EE489F}" destId="{1295F034-07EC-9249-A9AB-0559610D373F}" srcOrd="9" destOrd="0" presId="urn:microsoft.com/office/officeart/2005/8/layout/list1"/>
    <dgm:cxn modelId="{0167C673-255A-A24F-AB70-664445231CAE}" type="presParOf" srcId="{953A50D9-263B-614B-8AD4-2A70A1EE489F}" destId="{70AC1BE9-E752-CB45-9BE9-DF2E0B23054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013AE71C-5788-4FDB-854A-8E5CB1FBD311}" type="doc">
      <dgm:prSet loTypeId="urn:microsoft.com/office/officeart/2005/8/layout/hierarchy3" loCatId="hierarchy" qsTypeId="urn:microsoft.com/office/officeart/2005/8/quickstyle/simple1" qsCatId="simple" csTypeId="urn:microsoft.com/office/officeart/2005/8/colors/accent1_2" csCatId="accent1" phldr="1"/>
      <dgm:spPr/>
      <dgm:t>
        <a:bodyPr/>
        <a:lstStyle/>
        <a:p>
          <a:endParaRPr lang="de-DE"/>
        </a:p>
      </dgm:t>
    </dgm:pt>
    <dgm:pt modelId="{B07208EB-C31A-444C-8A44-3A182963C6E4}">
      <dgm:prSet phldrT="[Text]" custT="1"/>
      <dgm:spPr/>
      <dgm:t>
        <a:bodyPr/>
        <a:lstStyle/>
        <a:p>
          <a:r>
            <a:rPr lang="de-DE" sz="3200" dirty="0" err="1">
              <a:solidFill>
                <a:schemeClr val="tx1"/>
              </a:solidFill>
            </a:rPr>
            <a:t>project-root</a:t>
          </a:r>
          <a:endParaRPr lang="de-DE" sz="3200" dirty="0">
            <a:solidFill>
              <a:schemeClr val="tx1"/>
            </a:solidFill>
          </a:endParaRPr>
        </a:p>
      </dgm:t>
    </dgm:pt>
    <dgm:pt modelId="{84FD4C7C-89ED-45F2-BE72-BA6998B045D9}" type="parTrans" cxnId="{DF2D3A8E-43EB-4415-9C9E-2AEEFBAFC1D5}">
      <dgm:prSet/>
      <dgm:spPr/>
      <dgm:t>
        <a:bodyPr/>
        <a:lstStyle/>
        <a:p>
          <a:endParaRPr lang="de-DE"/>
        </a:p>
      </dgm:t>
    </dgm:pt>
    <dgm:pt modelId="{F7DA1A53-3402-4BF9-B7E0-480A61428D0A}" type="sibTrans" cxnId="{DF2D3A8E-43EB-4415-9C9E-2AEEFBAFC1D5}">
      <dgm:prSet/>
      <dgm:spPr/>
      <dgm:t>
        <a:bodyPr/>
        <a:lstStyle/>
        <a:p>
          <a:endParaRPr lang="de-DE"/>
        </a:p>
      </dgm:t>
    </dgm:pt>
    <dgm:pt modelId="{109261F7-C04A-47FA-874A-462386EA0D62}">
      <dgm:prSet phldrT="[Text]"/>
      <dgm:spPr/>
      <dgm:t>
        <a:bodyPr/>
        <a:lstStyle/>
        <a:p>
          <a:r>
            <a:rPr lang="de-DE" dirty="0" err="1"/>
            <a:t>package.json</a:t>
          </a:r>
          <a:endParaRPr lang="de-DE" dirty="0"/>
        </a:p>
      </dgm:t>
    </dgm:pt>
    <dgm:pt modelId="{75C11CB0-1C49-435C-849E-DD2E8AE8DCE6}" type="parTrans" cxnId="{124DF4BE-2C26-4A02-9D3A-8659C1E3ED26}">
      <dgm:prSet/>
      <dgm:spPr/>
      <dgm:t>
        <a:bodyPr/>
        <a:lstStyle/>
        <a:p>
          <a:endParaRPr lang="de-DE"/>
        </a:p>
      </dgm:t>
    </dgm:pt>
    <dgm:pt modelId="{096E2888-376B-4112-B48B-9D46DF7E426D}" type="sibTrans" cxnId="{124DF4BE-2C26-4A02-9D3A-8659C1E3ED26}">
      <dgm:prSet/>
      <dgm:spPr/>
      <dgm:t>
        <a:bodyPr/>
        <a:lstStyle/>
        <a:p>
          <a:endParaRPr lang="de-DE"/>
        </a:p>
      </dgm:t>
    </dgm:pt>
    <dgm:pt modelId="{158172B8-FA15-42C7-96D4-1E7AA5EED8DA}">
      <dgm:prSet phldrT="[Text]"/>
      <dgm:spPr/>
      <dgm:t>
        <a:bodyPr/>
        <a:lstStyle/>
        <a:p>
          <a:r>
            <a:rPr lang="de-DE" dirty="0" err="1"/>
            <a:t>src</a:t>
          </a:r>
          <a:endParaRPr lang="de-DE" dirty="0"/>
        </a:p>
      </dgm:t>
    </dgm:pt>
    <dgm:pt modelId="{4FA3B7F8-15CE-4452-A655-1AA56F6FD8CB}" type="parTrans" cxnId="{D62A3800-53E7-46FE-ADEA-C326442F6542}">
      <dgm:prSet/>
      <dgm:spPr/>
      <dgm:t>
        <a:bodyPr/>
        <a:lstStyle/>
        <a:p>
          <a:endParaRPr lang="de-DE"/>
        </a:p>
      </dgm:t>
    </dgm:pt>
    <dgm:pt modelId="{DAFFCA11-2A2E-4B50-9547-ACB539D7AE52}" type="sibTrans" cxnId="{D62A3800-53E7-46FE-ADEA-C326442F6542}">
      <dgm:prSet/>
      <dgm:spPr/>
      <dgm:t>
        <a:bodyPr/>
        <a:lstStyle/>
        <a:p>
          <a:endParaRPr lang="de-DE"/>
        </a:p>
      </dgm:t>
    </dgm:pt>
    <dgm:pt modelId="{83C0606B-AAF4-448C-B17F-FFCC3F5A3A66}">
      <dgm:prSet phldrT="[Text]"/>
      <dgm:spPr/>
      <dgm:t>
        <a:bodyPr/>
        <a:lstStyle/>
        <a:p>
          <a:r>
            <a:rPr lang="de-DE" dirty="0" err="1"/>
            <a:t>node</a:t>
          </a:r>
          <a:r>
            <a:rPr lang="de-DE" dirty="0"/>
            <a:t>-modules</a:t>
          </a:r>
        </a:p>
      </dgm:t>
    </dgm:pt>
    <dgm:pt modelId="{20AA8CF7-50B9-45E3-B3A2-4F95D4624F88}" type="parTrans" cxnId="{0B875F2E-D973-48F9-A27F-DCDE431E19AF}">
      <dgm:prSet/>
      <dgm:spPr/>
      <dgm:t>
        <a:bodyPr/>
        <a:lstStyle/>
        <a:p>
          <a:endParaRPr lang="de-DE"/>
        </a:p>
      </dgm:t>
    </dgm:pt>
    <dgm:pt modelId="{B57276AA-6AEF-42F1-8FE5-6774008CC577}" type="sibTrans" cxnId="{0B875F2E-D973-48F9-A27F-DCDE431E19AF}">
      <dgm:prSet/>
      <dgm:spPr/>
      <dgm:t>
        <a:bodyPr/>
        <a:lstStyle/>
        <a:p>
          <a:endParaRPr lang="de-DE"/>
        </a:p>
      </dgm:t>
    </dgm:pt>
    <dgm:pt modelId="{9A5C7173-5A48-4CEA-99C9-428CB3E77892}">
      <dgm:prSet phldrT="[Text]"/>
      <dgm:spPr/>
      <dgm:t>
        <a:bodyPr/>
        <a:lstStyle/>
        <a:p>
          <a:r>
            <a:rPr lang="de-DE" dirty="0"/>
            <a:t>module1</a:t>
          </a:r>
        </a:p>
      </dgm:t>
    </dgm:pt>
    <dgm:pt modelId="{988A3A29-CD95-4E1C-8F64-ADC4D87CBD41}" type="parTrans" cxnId="{AFB5BD76-E0ED-41EC-A56F-28B39BFDA2D1}">
      <dgm:prSet/>
      <dgm:spPr/>
      <dgm:t>
        <a:bodyPr/>
        <a:lstStyle/>
        <a:p>
          <a:endParaRPr lang="de-DE"/>
        </a:p>
      </dgm:t>
    </dgm:pt>
    <dgm:pt modelId="{E93F3061-6190-4084-8186-C92332B1AAA2}" type="sibTrans" cxnId="{AFB5BD76-E0ED-41EC-A56F-28B39BFDA2D1}">
      <dgm:prSet/>
      <dgm:spPr/>
      <dgm:t>
        <a:bodyPr/>
        <a:lstStyle/>
        <a:p>
          <a:endParaRPr lang="de-DE"/>
        </a:p>
      </dgm:t>
    </dgm:pt>
    <dgm:pt modelId="{E8E969CD-F312-451E-A11B-E4FB0960CE2F}">
      <dgm:prSet phldrT="[Text]"/>
      <dgm:spPr/>
      <dgm:t>
        <a:bodyPr/>
        <a:lstStyle/>
        <a:p>
          <a:r>
            <a:rPr lang="de-DE" dirty="0"/>
            <a:t>module2</a:t>
          </a:r>
        </a:p>
      </dgm:t>
    </dgm:pt>
    <dgm:pt modelId="{9672ADBD-A716-47E2-9F4B-47192B0EC09D}" type="parTrans" cxnId="{B312242D-F205-4C56-986C-CA83E6460AF5}">
      <dgm:prSet/>
      <dgm:spPr/>
      <dgm:t>
        <a:bodyPr/>
        <a:lstStyle/>
        <a:p>
          <a:endParaRPr lang="de-DE"/>
        </a:p>
      </dgm:t>
    </dgm:pt>
    <dgm:pt modelId="{D98356A8-9894-4E93-BA95-B276FE3EEC03}" type="sibTrans" cxnId="{B312242D-F205-4C56-986C-CA83E6460AF5}">
      <dgm:prSet/>
      <dgm:spPr/>
      <dgm:t>
        <a:bodyPr/>
        <a:lstStyle/>
        <a:p>
          <a:endParaRPr lang="de-DE"/>
        </a:p>
      </dgm:t>
    </dgm:pt>
    <dgm:pt modelId="{501F4F21-F9A3-468F-BBDB-F11F2B7AB487}">
      <dgm:prSet phldrT="[Text]"/>
      <dgm:spPr/>
      <dgm:t>
        <a:bodyPr/>
        <a:lstStyle/>
        <a:p>
          <a:r>
            <a:rPr lang="de-DE" dirty="0"/>
            <a:t>…</a:t>
          </a:r>
        </a:p>
      </dgm:t>
    </dgm:pt>
    <dgm:pt modelId="{72D0E701-2B12-4866-9C50-961AB319D888}" type="parTrans" cxnId="{FF0749CA-DC3E-41C4-A77A-9B30C12BC439}">
      <dgm:prSet/>
      <dgm:spPr/>
      <dgm:t>
        <a:bodyPr/>
        <a:lstStyle/>
        <a:p>
          <a:endParaRPr lang="de-DE"/>
        </a:p>
      </dgm:t>
    </dgm:pt>
    <dgm:pt modelId="{1D8D2EE2-27D0-4D45-B526-C4694BB9CB65}" type="sibTrans" cxnId="{FF0749CA-DC3E-41C4-A77A-9B30C12BC439}">
      <dgm:prSet/>
      <dgm:spPr/>
      <dgm:t>
        <a:bodyPr/>
        <a:lstStyle/>
        <a:p>
          <a:endParaRPr lang="de-DE"/>
        </a:p>
      </dgm:t>
    </dgm:pt>
    <dgm:pt modelId="{DA351AE3-EE1B-4F6A-A9C8-628646245883}">
      <dgm:prSet phldrT="[Text]"/>
      <dgm:spPr/>
      <dgm:t>
        <a:bodyPr/>
        <a:lstStyle/>
        <a:p>
          <a:r>
            <a:rPr lang="de-DE" dirty="0"/>
            <a:t>script1</a:t>
          </a:r>
        </a:p>
      </dgm:t>
    </dgm:pt>
    <dgm:pt modelId="{1C05D227-F191-4992-A934-48EAEEDC3CED}" type="parTrans" cxnId="{9A946735-9407-43C2-8776-14B56A9E42B0}">
      <dgm:prSet/>
      <dgm:spPr/>
      <dgm:t>
        <a:bodyPr/>
        <a:lstStyle/>
        <a:p>
          <a:endParaRPr lang="de-DE"/>
        </a:p>
      </dgm:t>
    </dgm:pt>
    <dgm:pt modelId="{A3C5381F-0156-4DE4-B6C5-CA281CA44292}" type="sibTrans" cxnId="{9A946735-9407-43C2-8776-14B56A9E42B0}">
      <dgm:prSet/>
      <dgm:spPr/>
      <dgm:t>
        <a:bodyPr/>
        <a:lstStyle/>
        <a:p>
          <a:endParaRPr lang="de-DE"/>
        </a:p>
      </dgm:t>
    </dgm:pt>
    <dgm:pt modelId="{CDFD7824-4D2A-43AB-992B-9795F5ABA8DD}">
      <dgm:prSet phldrT="[Text]"/>
      <dgm:spPr/>
      <dgm:t>
        <a:bodyPr/>
        <a:lstStyle/>
        <a:p>
          <a:r>
            <a:rPr lang="de-DE" dirty="0"/>
            <a:t>script2</a:t>
          </a:r>
        </a:p>
      </dgm:t>
    </dgm:pt>
    <dgm:pt modelId="{5855370E-3E8E-4546-97E2-078EDBBCD31D}" type="parTrans" cxnId="{A58F52F4-87EB-452F-8E03-4B6A8C8FE89E}">
      <dgm:prSet/>
      <dgm:spPr/>
      <dgm:t>
        <a:bodyPr/>
        <a:lstStyle/>
        <a:p>
          <a:endParaRPr lang="de-DE"/>
        </a:p>
      </dgm:t>
    </dgm:pt>
    <dgm:pt modelId="{8F29EC89-2B39-4882-84C6-608B8A36C64D}" type="sibTrans" cxnId="{A58F52F4-87EB-452F-8E03-4B6A8C8FE89E}">
      <dgm:prSet/>
      <dgm:spPr/>
      <dgm:t>
        <a:bodyPr/>
        <a:lstStyle/>
        <a:p>
          <a:endParaRPr lang="de-DE"/>
        </a:p>
      </dgm:t>
    </dgm:pt>
    <dgm:pt modelId="{D141CDF2-DC35-4EA0-B88E-969D02B539AF}">
      <dgm:prSet phldrT="[Text]"/>
      <dgm:spPr/>
      <dgm:t>
        <a:bodyPr/>
        <a:lstStyle/>
        <a:p>
          <a:r>
            <a:rPr lang="de-DE" dirty="0"/>
            <a:t>…</a:t>
          </a:r>
        </a:p>
      </dgm:t>
    </dgm:pt>
    <dgm:pt modelId="{2FAD0290-F3EC-48AE-9C3E-4E0B60C9A202}" type="parTrans" cxnId="{41CF3B2D-7C9B-4D73-8EF2-71FF62B20C94}">
      <dgm:prSet/>
      <dgm:spPr/>
      <dgm:t>
        <a:bodyPr/>
        <a:lstStyle/>
        <a:p>
          <a:endParaRPr lang="de-DE"/>
        </a:p>
      </dgm:t>
    </dgm:pt>
    <dgm:pt modelId="{9A0F2801-DD7E-4100-A84B-3752E966001A}" type="sibTrans" cxnId="{41CF3B2D-7C9B-4D73-8EF2-71FF62B20C94}">
      <dgm:prSet/>
      <dgm:spPr/>
      <dgm:t>
        <a:bodyPr/>
        <a:lstStyle/>
        <a:p>
          <a:endParaRPr lang="de-DE"/>
        </a:p>
      </dgm:t>
    </dgm:pt>
    <dgm:pt modelId="{5B0BDF51-5ECC-4B9A-B5D8-35139756098E}" type="pres">
      <dgm:prSet presAssocID="{013AE71C-5788-4FDB-854A-8E5CB1FBD311}" presName="diagram" presStyleCnt="0">
        <dgm:presLayoutVars>
          <dgm:chPref val="1"/>
          <dgm:dir/>
          <dgm:animOne val="branch"/>
          <dgm:animLvl val="lvl"/>
          <dgm:resizeHandles/>
        </dgm:presLayoutVars>
      </dgm:prSet>
      <dgm:spPr/>
    </dgm:pt>
    <dgm:pt modelId="{7405F66F-C0D1-4729-BB4E-7BF4407F1859}" type="pres">
      <dgm:prSet presAssocID="{B07208EB-C31A-444C-8A44-3A182963C6E4}" presName="root" presStyleCnt="0"/>
      <dgm:spPr/>
    </dgm:pt>
    <dgm:pt modelId="{FB47BDD5-4272-4BCA-A049-2F007949D022}" type="pres">
      <dgm:prSet presAssocID="{B07208EB-C31A-444C-8A44-3A182963C6E4}" presName="rootComposite" presStyleCnt="0"/>
      <dgm:spPr/>
    </dgm:pt>
    <dgm:pt modelId="{6607D71C-8DC4-4BB6-8305-5D6236EF6AF4}" type="pres">
      <dgm:prSet presAssocID="{B07208EB-C31A-444C-8A44-3A182963C6E4}" presName="rootText" presStyleLbl="node1" presStyleIdx="0" presStyleCnt="1" custScaleX="148135"/>
      <dgm:spPr/>
    </dgm:pt>
    <dgm:pt modelId="{1969AC91-C91D-4965-9BEB-0B9F5D9C006F}" type="pres">
      <dgm:prSet presAssocID="{B07208EB-C31A-444C-8A44-3A182963C6E4}" presName="rootConnector" presStyleLbl="node1" presStyleIdx="0" presStyleCnt="1"/>
      <dgm:spPr/>
    </dgm:pt>
    <dgm:pt modelId="{6CFD0CA9-C712-41E0-B719-0A23ACCC5397}" type="pres">
      <dgm:prSet presAssocID="{B07208EB-C31A-444C-8A44-3A182963C6E4}" presName="childShape" presStyleCnt="0"/>
      <dgm:spPr/>
    </dgm:pt>
    <dgm:pt modelId="{FE972E17-81E7-4DC9-8BB9-241D4556144A}" type="pres">
      <dgm:prSet presAssocID="{75C11CB0-1C49-435C-849E-DD2E8AE8DCE6}" presName="Name13" presStyleLbl="parChTrans1D2" presStyleIdx="0" presStyleCnt="3"/>
      <dgm:spPr/>
    </dgm:pt>
    <dgm:pt modelId="{C03CB49A-CA21-4561-9CA0-7967197F9B89}" type="pres">
      <dgm:prSet presAssocID="{109261F7-C04A-47FA-874A-462386EA0D62}" presName="childText" presStyleLbl="bgAcc1" presStyleIdx="0" presStyleCnt="3">
        <dgm:presLayoutVars>
          <dgm:bulletEnabled val="1"/>
        </dgm:presLayoutVars>
      </dgm:prSet>
      <dgm:spPr/>
    </dgm:pt>
    <dgm:pt modelId="{EC0960B8-D78E-4984-805C-5C0B1C40DBDE}" type="pres">
      <dgm:prSet presAssocID="{4FA3B7F8-15CE-4452-A655-1AA56F6FD8CB}" presName="Name13" presStyleLbl="parChTrans1D2" presStyleIdx="1" presStyleCnt="3"/>
      <dgm:spPr/>
    </dgm:pt>
    <dgm:pt modelId="{8CE943E3-F1AB-4E0A-BBA8-1A2B8AFF0336}" type="pres">
      <dgm:prSet presAssocID="{158172B8-FA15-42C7-96D4-1E7AA5EED8DA}" presName="childText" presStyleLbl="bgAcc1" presStyleIdx="1" presStyleCnt="3">
        <dgm:presLayoutVars>
          <dgm:bulletEnabled val="1"/>
        </dgm:presLayoutVars>
      </dgm:prSet>
      <dgm:spPr/>
    </dgm:pt>
    <dgm:pt modelId="{5A45C53C-7725-48D9-A02E-81B437FBB969}" type="pres">
      <dgm:prSet presAssocID="{20AA8CF7-50B9-45E3-B3A2-4F95D4624F88}" presName="Name13" presStyleLbl="parChTrans1D2" presStyleIdx="2" presStyleCnt="3"/>
      <dgm:spPr/>
    </dgm:pt>
    <dgm:pt modelId="{F47786B8-D1FB-42D9-A2B7-99A3BE6B2E5F}" type="pres">
      <dgm:prSet presAssocID="{83C0606B-AAF4-448C-B17F-FFCC3F5A3A66}" presName="childText" presStyleLbl="bgAcc1" presStyleIdx="2" presStyleCnt="3">
        <dgm:presLayoutVars>
          <dgm:bulletEnabled val="1"/>
        </dgm:presLayoutVars>
      </dgm:prSet>
      <dgm:spPr/>
    </dgm:pt>
  </dgm:ptLst>
  <dgm:cxnLst>
    <dgm:cxn modelId="{D62A3800-53E7-46FE-ADEA-C326442F6542}" srcId="{B07208EB-C31A-444C-8A44-3A182963C6E4}" destId="{158172B8-FA15-42C7-96D4-1E7AA5EED8DA}" srcOrd="1" destOrd="0" parTransId="{4FA3B7F8-15CE-4452-A655-1AA56F6FD8CB}" sibTransId="{DAFFCA11-2A2E-4B50-9547-ACB539D7AE52}"/>
    <dgm:cxn modelId="{3478BB09-3986-41E6-8A8E-535DB3B7B2B6}" type="presOf" srcId="{501F4F21-F9A3-468F-BBDB-F11F2B7AB487}" destId="{F47786B8-D1FB-42D9-A2B7-99A3BE6B2E5F}" srcOrd="0" destOrd="3" presId="urn:microsoft.com/office/officeart/2005/8/layout/hierarchy3"/>
    <dgm:cxn modelId="{6C1E7918-9F69-4410-AC60-6547101925D2}" type="presOf" srcId="{D141CDF2-DC35-4EA0-B88E-969D02B539AF}" destId="{8CE943E3-F1AB-4E0A-BBA8-1A2B8AFF0336}" srcOrd="0" destOrd="3" presId="urn:microsoft.com/office/officeart/2005/8/layout/hierarchy3"/>
    <dgm:cxn modelId="{7390091A-C328-4436-BDD9-4D39199D2385}" type="presOf" srcId="{109261F7-C04A-47FA-874A-462386EA0D62}" destId="{C03CB49A-CA21-4561-9CA0-7967197F9B89}" srcOrd="0" destOrd="0" presId="urn:microsoft.com/office/officeart/2005/8/layout/hierarchy3"/>
    <dgm:cxn modelId="{B312242D-F205-4C56-986C-CA83E6460AF5}" srcId="{83C0606B-AAF4-448C-B17F-FFCC3F5A3A66}" destId="{E8E969CD-F312-451E-A11B-E4FB0960CE2F}" srcOrd="1" destOrd="0" parTransId="{9672ADBD-A716-47E2-9F4B-47192B0EC09D}" sibTransId="{D98356A8-9894-4E93-BA95-B276FE3EEC03}"/>
    <dgm:cxn modelId="{41CF3B2D-7C9B-4D73-8EF2-71FF62B20C94}" srcId="{158172B8-FA15-42C7-96D4-1E7AA5EED8DA}" destId="{D141CDF2-DC35-4EA0-B88E-969D02B539AF}" srcOrd="2" destOrd="0" parTransId="{2FAD0290-F3EC-48AE-9C3E-4E0B60C9A202}" sibTransId="{9A0F2801-DD7E-4100-A84B-3752E966001A}"/>
    <dgm:cxn modelId="{0B875F2E-D973-48F9-A27F-DCDE431E19AF}" srcId="{B07208EB-C31A-444C-8A44-3A182963C6E4}" destId="{83C0606B-AAF4-448C-B17F-FFCC3F5A3A66}" srcOrd="2" destOrd="0" parTransId="{20AA8CF7-50B9-45E3-B3A2-4F95D4624F88}" sibTransId="{B57276AA-6AEF-42F1-8FE5-6774008CC577}"/>
    <dgm:cxn modelId="{9A946735-9407-43C2-8776-14B56A9E42B0}" srcId="{158172B8-FA15-42C7-96D4-1E7AA5EED8DA}" destId="{DA351AE3-EE1B-4F6A-A9C8-628646245883}" srcOrd="0" destOrd="0" parTransId="{1C05D227-F191-4992-A934-48EAEEDC3CED}" sibTransId="{A3C5381F-0156-4DE4-B6C5-CA281CA44292}"/>
    <dgm:cxn modelId="{37361443-4232-40DD-8A7D-75385CF99E1C}" type="presOf" srcId="{B07208EB-C31A-444C-8A44-3A182963C6E4}" destId="{1969AC91-C91D-4965-9BEB-0B9F5D9C006F}" srcOrd="1" destOrd="0" presId="urn:microsoft.com/office/officeart/2005/8/layout/hierarchy3"/>
    <dgm:cxn modelId="{55D37D4C-0C55-4EED-A1E6-CCF5F345A6CB}" type="presOf" srcId="{013AE71C-5788-4FDB-854A-8E5CB1FBD311}" destId="{5B0BDF51-5ECC-4B9A-B5D8-35139756098E}" srcOrd="0" destOrd="0" presId="urn:microsoft.com/office/officeart/2005/8/layout/hierarchy3"/>
    <dgm:cxn modelId="{D5FAD061-B199-4FAB-93F4-7564AE903D84}" type="presOf" srcId="{4FA3B7F8-15CE-4452-A655-1AA56F6FD8CB}" destId="{EC0960B8-D78E-4984-805C-5C0B1C40DBDE}" srcOrd="0" destOrd="0" presId="urn:microsoft.com/office/officeart/2005/8/layout/hierarchy3"/>
    <dgm:cxn modelId="{57634C6E-1443-45D7-8B4D-34C8A4280F72}" type="presOf" srcId="{20AA8CF7-50B9-45E3-B3A2-4F95D4624F88}" destId="{5A45C53C-7725-48D9-A02E-81B437FBB969}" srcOrd="0" destOrd="0" presId="urn:microsoft.com/office/officeart/2005/8/layout/hierarchy3"/>
    <dgm:cxn modelId="{B3B49D70-4C0F-48D2-8617-EEAD859F3F6C}" type="presOf" srcId="{83C0606B-AAF4-448C-B17F-FFCC3F5A3A66}" destId="{F47786B8-D1FB-42D9-A2B7-99A3BE6B2E5F}" srcOrd="0" destOrd="0" presId="urn:microsoft.com/office/officeart/2005/8/layout/hierarchy3"/>
    <dgm:cxn modelId="{8CD11B76-B3B6-4574-A970-AB782638715A}" type="presOf" srcId="{E8E969CD-F312-451E-A11B-E4FB0960CE2F}" destId="{F47786B8-D1FB-42D9-A2B7-99A3BE6B2E5F}" srcOrd="0" destOrd="2" presId="urn:microsoft.com/office/officeart/2005/8/layout/hierarchy3"/>
    <dgm:cxn modelId="{AFB5BD76-E0ED-41EC-A56F-28B39BFDA2D1}" srcId="{83C0606B-AAF4-448C-B17F-FFCC3F5A3A66}" destId="{9A5C7173-5A48-4CEA-99C9-428CB3E77892}" srcOrd="0" destOrd="0" parTransId="{988A3A29-CD95-4E1C-8F64-ADC4D87CBD41}" sibTransId="{E93F3061-6190-4084-8186-C92332B1AAA2}"/>
    <dgm:cxn modelId="{3951A57D-2966-453A-A099-D3C0317EE746}" type="presOf" srcId="{DA351AE3-EE1B-4F6A-A9C8-628646245883}" destId="{8CE943E3-F1AB-4E0A-BBA8-1A2B8AFF0336}" srcOrd="0" destOrd="1" presId="urn:microsoft.com/office/officeart/2005/8/layout/hierarchy3"/>
    <dgm:cxn modelId="{DF2D3A8E-43EB-4415-9C9E-2AEEFBAFC1D5}" srcId="{013AE71C-5788-4FDB-854A-8E5CB1FBD311}" destId="{B07208EB-C31A-444C-8A44-3A182963C6E4}" srcOrd="0" destOrd="0" parTransId="{84FD4C7C-89ED-45F2-BE72-BA6998B045D9}" sibTransId="{F7DA1A53-3402-4BF9-B7E0-480A61428D0A}"/>
    <dgm:cxn modelId="{308EB291-164F-4118-8A5A-5B0B52CFF5AF}" type="presOf" srcId="{158172B8-FA15-42C7-96D4-1E7AA5EED8DA}" destId="{8CE943E3-F1AB-4E0A-BBA8-1A2B8AFF0336}" srcOrd="0" destOrd="0" presId="urn:microsoft.com/office/officeart/2005/8/layout/hierarchy3"/>
    <dgm:cxn modelId="{39075FB2-C82F-4B80-B51B-4AE99E9BF714}" type="presOf" srcId="{B07208EB-C31A-444C-8A44-3A182963C6E4}" destId="{6607D71C-8DC4-4BB6-8305-5D6236EF6AF4}" srcOrd="0" destOrd="0" presId="urn:microsoft.com/office/officeart/2005/8/layout/hierarchy3"/>
    <dgm:cxn modelId="{B3F7A5B7-12D9-478B-BCCC-2B2D179101BD}" type="presOf" srcId="{75C11CB0-1C49-435C-849E-DD2E8AE8DCE6}" destId="{FE972E17-81E7-4DC9-8BB9-241D4556144A}" srcOrd="0" destOrd="0" presId="urn:microsoft.com/office/officeart/2005/8/layout/hierarchy3"/>
    <dgm:cxn modelId="{A6F56DBD-C1D7-424B-907F-0963105A3A4C}" type="presOf" srcId="{9A5C7173-5A48-4CEA-99C9-428CB3E77892}" destId="{F47786B8-D1FB-42D9-A2B7-99A3BE6B2E5F}" srcOrd="0" destOrd="1" presId="urn:microsoft.com/office/officeart/2005/8/layout/hierarchy3"/>
    <dgm:cxn modelId="{124DF4BE-2C26-4A02-9D3A-8659C1E3ED26}" srcId="{B07208EB-C31A-444C-8A44-3A182963C6E4}" destId="{109261F7-C04A-47FA-874A-462386EA0D62}" srcOrd="0" destOrd="0" parTransId="{75C11CB0-1C49-435C-849E-DD2E8AE8DCE6}" sibTransId="{096E2888-376B-4112-B48B-9D46DF7E426D}"/>
    <dgm:cxn modelId="{FF0749CA-DC3E-41C4-A77A-9B30C12BC439}" srcId="{83C0606B-AAF4-448C-B17F-FFCC3F5A3A66}" destId="{501F4F21-F9A3-468F-BBDB-F11F2B7AB487}" srcOrd="2" destOrd="0" parTransId="{72D0E701-2B12-4866-9C50-961AB319D888}" sibTransId="{1D8D2EE2-27D0-4D45-B526-C4694BB9CB65}"/>
    <dgm:cxn modelId="{B1C945E5-ABD3-4F7C-B620-9336C7AC74B7}" type="presOf" srcId="{CDFD7824-4D2A-43AB-992B-9795F5ABA8DD}" destId="{8CE943E3-F1AB-4E0A-BBA8-1A2B8AFF0336}" srcOrd="0" destOrd="2" presId="urn:microsoft.com/office/officeart/2005/8/layout/hierarchy3"/>
    <dgm:cxn modelId="{A58F52F4-87EB-452F-8E03-4B6A8C8FE89E}" srcId="{158172B8-FA15-42C7-96D4-1E7AA5EED8DA}" destId="{CDFD7824-4D2A-43AB-992B-9795F5ABA8DD}" srcOrd="1" destOrd="0" parTransId="{5855370E-3E8E-4546-97E2-078EDBBCD31D}" sibTransId="{8F29EC89-2B39-4882-84C6-608B8A36C64D}"/>
    <dgm:cxn modelId="{35455BAE-BF86-4D2A-912D-3174F2B72703}" type="presParOf" srcId="{5B0BDF51-5ECC-4B9A-B5D8-35139756098E}" destId="{7405F66F-C0D1-4729-BB4E-7BF4407F1859}" srcOrd="0" destOrd="0" presId="urn:microsoft.com/office/officeart/2005/8/layout/hierarchy3"/>
    <dgm:cxn modelId="{F676C0C7-B625-403A-B6A5-B283529D8B78}" type="presParOf" srcId="{7405F66F-C0D1-4729-BB4E-7BF4407F1859}" destId="{FB47BDD5-4272-4BCA-A049-2F007949D022}" srcOrd="0" destOrd="0" presId="urn:microsoft.com/office/officeart/2005/8/layout/hierarchy3"/>
    <dgm:cxn modelId="{8E06FCDC-6132-4AA5-A5AE-67BA9484CFD1}" type="presParOf" srcId="{FB47BDD5-4272-4BCA-A049-2F007949D022}" destId="{6607D71C-8DC4-4BB6-8305-5D6236EF6AF4}" srcOrd="0" destOrd="0" presId="urn:microsoft.com/office/officeart/2005/8/layout/hierarchy3"/>
    <dgm:cxn modelId="{95746524-9638-41FF-998C-C21857A88DF5}" type="presParOf" srcId="{FB47BDD5-4272-4BCA-A049-2F007949D022}" destId="{1969AC91-C91D-4965-9BEB-0B9F5D9C006F}" srcOrd="1" destOrd="0" presId="urn:microsoft.com/office/officeart/2005/8/layout/hierarchy3"/>
    <dgm:cxn modelId="{BD567E8D-2BDB-4791-9485-F405CB7DA39B}" type="presParOf" srcId="{7405F66F-C0D1-4729-BB4E-7BF4407F1859}" destId="{6CFD0CA9-C712-41E0-B719-0A23ACCC5397}" srcOrd="1" destOrd="0" presId="urn:microsoft.com/office/officeart/2005/8/layout/hierarchy3"/>
    <dgm:cxn modelId="{A461869B-CC82-4D1A-A67D-8D3451272FB7}" type="presParOf" srcId="{6CFD0CA9-C712-41E0-B719-0A23ACCC5397}" destId="{FE972E17-81E7-4DC9-8BB9-241D4556144A}" srcOrd="0" destOrd="0" presId="urn:microsoft.com/office/officeart/2005/8/layout/hierarchy3"/>
    <dgm:cxn modelId="{352DE9CB-7D8C-43CE-B9DE-FA8267A005F5}" type="presParOf" srcId="{6CFD0CA9-C712-41E0-B719-0A23ACCC5397}" destId="{C03CB49A-CA21-4561-9CA0-7967197F9B89}" srcOrd="1" destOrd="0" presId="urn:microsoft.com/office/officeart/2005/8/layout/hierarchy3"/>
    <dgm:cxn modelId="{8B33B713-5F3C-4387-BF2C-D59AEE0E28F4}" type="presParOf" srcId="{6CFD0CA9-C712-41E0-B719-0A23ACCC5397}" destId="{EC0960B8-D78E-4984-805C-5C0B1C40DBDE}" srcOrd="2" destOrd="0" presId="urn:microsoft.com/office/officeart/2005/8/layout/hierarchy3"/>
    <dgm:cxn modelId="{2C073CAE-B102-4849-9FF4-4789E94D05A2}" type="presParOf" srcId="{6CFD0CA9-C712-41E0-B719-0A23ACCC5397}" destId="{8CE943E3-F1AB-4E0A-BBA8-1A2B8AFF0336}" srcOrd="3" destOrd="0" presId="urn:microsoft.com/office/officeart/2005/8/layout/hierarchy3"/>
    <dgm:cxn modelId="{7B01D6EE-8EDB-4C07-8931-93B51D812D03}" type="presParOf" srcId="{6CFD0CA9-C712-41E0-B719-0A23ACCC5397}" destId="{5A45C53C-7725-48D9-A02E-81B437FBB969}" srcOrd="4" destOrd="0" presId="urn:microsoft.com/office/officeart/2005/8/layout/hierarchy3"/>
    <dgm:cxn modelId="{4B6C4957-B840-493C-988F-FC10BD8FA00F}" type="presParOf" srcId="{6CFD0CA9-C712-41E0-B719-0A23ACCC5397}" destId="{F47786B8-D1FB-42D9-A2B7-99A3BE6B2E5F}" srcOrd="5" destOrd="0" presId="urn:microsoft.com/office/officeart/2005/8/layout/hierarchy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61DC1D8-AF8E-4AD3-8F3A-028424C67A03}">
      <dsp:nvSpPr>
        <dsp:cNvPr id="0" name=""/>
        <dsp:cNvSpPr/>
      </dsp:nvSpPr>
      <dsp:spPr>
        <a:xfrm>
          <a:off x="4692" y="2057466"/>
          <a:ext cx="1303734" cy="1303734"/>
        </a:xfrm>
        <a:prstGeom prst="ellipse">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de-DE" sz="1300" kern="1200" dirty="0"/>
            <a:t>ECMAScript5</a:t>
          </a:r>
        </a:p>
      </dsp:txBody>
      <dsp:txXfrm>
        <a:off x="195619" y="2248393"/>
        <a:ext cx="921880" cy="921880"/>
      </dsp:txXfrm>
    </dsp:sp>
    <dsp:sp modelId="{77389B7C-EEFA-49BC-ACFE-3BCDC31F3A4E}">
      <dsp:nvSpPr>
        <dsp:cNvPr id="0" name=""/>
        <dsp:cNvSpPr/>
      </dsp:nvSpPr>
      <dsp:spPr>
        <a:xfrm>
          <a:off x="1414290" y="2331250"/>
          <a:ext cx="756165" cy="756165"/>
        </a:xfrm>
        <a:prstGeom prst="mathPlus">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88950">
            <a:lnSpc>
              <a:spcPct val="90000"/>
            </a:lnSpc>
            <a:spcBef>
              <a:spcPct val="0"/>
            </a:spcBef>
            <a:spcAft>
              <a:spcPct val="35000"/>
            </a:spcAft>
            <a:buNone/>
          </a:pPr>
          <a:endParaRPr lang="de-DE" sz="1100" kern="1200"/>
        </a:p>
      </dsp:txBody>
      <dsp:txXfrm>
        <a:off x="1514520" y="2620407"/>
        <a:ext cx="555705" cy="177851"/>
      </dsp:txXfrm>
    </dsp:sp>
    <dsp:sp modelId="{AFF351EB-85E5-496F-B9AB-45A5B109EEBC}">
      <dsp:nvSpPr>
        <dsp:cNvPr id="0" name=""/>
        <dsp:cNvSpPr/>
      </dsp:nvSpPr>
      <dsp:spPr>
        <a:xfrm>
          <a:off x="2276319" y="2057466"/>
          <a:ext cx="1303734" cy="1303734"/>
        </a:xfrm>
        <a:prstGeom prst="ellipse">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de-DE" sz="1300" kern="1200" dirty="0"/>
            <a:t>ECMAScript6</a:t>
          </a:r>
        </a:p>
      </dsp:txBody>
      <dsp:txXfrm>
        <a:off x="2467246" y="2248393"/>
        <a:ext cx="921880" cy="921880"/>
      </dsp:txXfrm>
    </dsp:sp>
    <dsp:sp modelId="{523619B0-4836-4F85-B178-D0067AC72FCE}">
      <dsp:nvSpPr>
        <dsp:cNvPr id="0" name=""/>
        <dsp:cNvSpPr/>
      </dsp:nvSpPr>
      <dsp:spPr>
        <a:xfrm>
          <a:off x="3685917" y="2331250"/>
          <a:ext cx="756165" cy="756165"/>
        </a:xfrm>
        <a:prstGeom prst="mathPlus">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88950">
            <a:lnSpc>
              <a:spcPct val="90000"/>
            </a:lnSpc>
            <a:spcBef>
              <a:spcPct val="0"/>
            </a:spcBef>
            <a:spcAft>
              <a:spcPct val="35000"/>
            </a:spcAft>
            <a:buNone/>
          </a:pPr>
          <a:endParaRPr lang="de-DE" sz="1100" kern="1200"/>
        </a:p>
      </dsp:txBody>
      <dsp:txXfrm>
        <a:off x="3786147" y="2620407"/>
        <a:ext cx="555705" cy="177851"/>
      </dsp:txXfrm>
    </dsp:sp>
    <dsp:sp modelId="{356DDC87-D1BE-49E9-9017-C238619EE953}">
      <dsp:nvSpPr>
        <dsp:cNvPr id="0" name=""/>
        <dsp:cNvSpPr/>
      </dsp:nvSpPr>
      <dsp:spPr>
        <a:xfrm>
          <a:off x="4547946" y="2057466"/>
          <a:ext cx="1303734" cy="1303734"/>
        </a:xfrm>
        <a:prstGeom prst="ellipse">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de-DE" sz="1300" kern="1200" dirty="0"/>
            <a:t>Additional Features</a:t>
          </a:r>
        </a:p>
      </dsp:txBody>
      <dsp:txXfrm>
        <a:off x="4738873" y="2248393"/>
        <a:ext cx="921880" cy="921880"/>
      </dsp:txXfrm>
    </dsp:sp>
    <dsp:sp modelId="{045500DA-CC1F-4371-AA73-63024F1D06F3}">
      <dsp:nvSpPr>
        <dsp:cNvPr id="0" name=""/>
        <dsp:cNvSpPr/>
      </dsp:nvSpPr>
      <dsp:spPr>
        <a:xfrm>
          <a:off x="5957543" y="2331250"/>
          <a:ext cx="756165" cy="756165"/>
        </a:xfrm>
        <a:prstGeom prst="mathEqual">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88950">
            <a:lnSpc>
              <a:spcPct val="90000"/>
            </a:lnSpc>
            <a:spcBef>
              <a:spcPct val="0"/>
            </a:spcBef>
            <a:spcAft>
              <a:spcPct val="35000"/>
            </a:spcAft>
            <a:buNone/>
          </a:pPr>
          <a:endParaRPr lang="de-DE" sz="1100" kern="1200"/>
        </a:p>
      </dsp:txBody>
      <dsp:txXfrm>
        <a:off x="6057773" y="2487020"/>
        <a:ext cx="555705" cy="444625"/>
      </dsp:txXfrm>
    </dsp:sp>
    <dsp:sp modelId="{2A966352-D133-4596-A883-D312A2B550E6}">
      <dsp:nvSpPr>
        <dsp:cNvPr id="0" name=""/>
        <dsp:cNvSpPr/>
      </dsp:nvSpPr>
      <dsp:spPr>
        <a:xfrm>
          <a:off x="6819572" y="2057466"/>
          <a:ext cx="1303734" cy="1303734"/>
        </a:xfrm>
        <a:prstGeom prst="ellipse">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de-DE" sz="1300" kern="1200" dirty="0" err="1"/>
            <a:t>TypeScript</a:t>
          </a:r>
          <a:endParaRPr lang="de-DE" sz="1300" kern="1200" dirty="0"/>
        </a:p>
      </dsp:txBody>
      <dsp:txXfrm>
        <a:off x="7010499" y="2248393"/>
        <a:ext cx="921880" cy="92188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7B80C5E-CCF4-4E52-8E57-FC1AA715B429}">
      <dsp:nvSpPr>
        <dsp:cNvPr id="0" name=""/>
        <dsp:cNvSpPr/>
      </dsp:nvSpPr>
      <dsp:spPr>
        <a:xfrm>
          <a:off x="0" y="2442"/>
          <a:ext cx="6513603" cy="1238008"/>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8C8B915-614F-48DD-A952-C233801F106C}">
      <dsp:nvSpPr>
        <dsp:cNvPr id="0" name=""/>
        <dsp:cNvSpPr/>
      </dsp:nvSpPr>
      <dsp:spPr>
        <a:xfrm>
          <a:off x="374497" y="280994"/>
          <a:ext cx="680904" cy="680904"/>
        </a:xfrm>
        <a:prstGeom prst="rect">
          <a:avLst/>
        </a:prstGeom>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1"/>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319D7F5-0A2C-46EE-96E8-F0EA10ECDAD4}">
      <dsp:nvSpPr>
        <dsp:cNvPr id="0" name=""/>
        <dsp:cNvSpPr/>
      </dsp:nvSpPr>
      <dsp:spPr>
        <a:xfrm>
          <a:off x="1429899" y="2442"/>
          <a:ext cx="5083704" cy="12380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023" tIns="131023" rIns="131023" bIns="131023" numCol="1" spcCol="1270" anchor="ctr" anchorCtr="0">
          <a:noAutofit/>
        </a:bodyPr>
        <a:lstStyle/>
        <a:p>
          <a:pPr marL="0" lvl="0" indent="0" algn="l" defTabSz="977900">
            <a:lnSpc>
              <a:spcPct val="100000"/>
            </a:lnSpc>
            <a:spcBef>
              <a:spcPct val="0"/>
            </a:spcBef>
            <a:spcAft>
              <a:spcPct val="35000"/>
            </a:spcAft>
            <a:buNone/>
          </a:pPr>
          <a:r>
            <a:rPr lang="de-DE" sz="2200" kern="1200"/>
            <a:t>OO Concepts</a:t>
          </a:r>
        </a:p>
      </dsp:txBody>
      <dsp:txXfrm>
        <a:off x="1429899" y="2442"/>
        <a:ext cx="5083704" cy="1238008"/>
      </dsp:txXfrm>
    </dsp:sp>
    <dsp:sp modelId="{7DDD0EAC-A835-4F9E-AA7C-B442F1F3BE44}">
      <dsp:nvSpPr>
        <dsp:cNvPr id="0" name=""/>
        <dsp:cNvSpPr/>
      </dsp:nvSpPr>
      <dsp:spPr>
        <a:xfrm>
          <a:off x="0" y="1549953"/>
          <a:ext cx="6513603" cy="1238008"/>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0681CE2-3EFC-461B-8124-EF43EC9E024E}">
      <dsp:nvSpPr>
        <dsp:cNvPr id="0" name=""/>
        <dsp:cNvSpPr/>
      </dsp:nvSpPr>
      <dsp:spPr>
        <a:xfrm>
          <a:off x="374497" y="1828505"/>
          <a:ext cx="680904" cy="680904"/>
        </a:xfrm>
        <a:prstGeom prst="rect">
          <a:avLst/>
        </a:prstGeom>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465C624-F9BD-4CE2-814A-48072C0A76A2}">
      <dsp:nvSpPr>
        <dsp:cNvPr id="0" name=""/>
        <dsp:cNvSpPr/>
      </dsp:nvSpPr>
      <dsp:spPr>
        <a:xfrm>
          <a:off x="1429899" y="1549953"/>
          <a:ext cx="5083704" cy="12380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023" tIns="131023" rIns="131023" bIns="131023" numCol="1" spcCol="1270" anchor="ctr" anchorCtr="0">
          <a:noAutofit/>
        </a:bodyPr>
        <a:lstStyle/>
        <a:p>
          <a:pPr marL="0" lvl="0" indent="0" algn="l" defTabSz="977900">
            <a:lnSpc>
              <a:spcPct val="100000"/>
            </a:lnSpc>
            <a:spcBef>
              <a:spcPct val="0"/>
            </a:spcBef>
            <a:spcAft>
              <a:spcPct val="35000"/>
            </a:spcAft>
            <a:buNone/>
          </a:pPr>
          <a:r>
            <a:rPr lang="de-DE" sz="2200" kern="1200"/>
            <a:t>Supports Type Definitions</a:t>
          </a:r>
        </a:p>
      </dsp:txBody>
      <dsp:txXfrm>
        <a:off x="1429899" y="1549953"/>
        <a:ext cx="5083704" cy="1238008"/>
      </dsp:txXfrm>
    </dsp:sp>
    <dsp:sp modelId="{F4600845-C547-45B3-BC28-88871AFBDCF5}">
      <dsp:nvSpPr>
        <dsp:cNvPr id="0" name=""/>
        <dsp:cNvSpPr/>
      </dsp:nvSpPr>
      <dsp:spPr>
        <a:xfrm>
          <a:off x="0" y="3097464"/>
          <a:ext cx="6513603" cy="1238008"/>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16494FC-222B-4EBA-8304-186FCD3D3D7C}">
      <dsp:nvSpPr>
        <dsp:cNvPr id="0" name=""/>
        <dsp:cNvSpPr/>
      </dsp:nvSpPr>
      <dsp:spPr>
        <a:xfrm>
          <a:off x="374497" y="3376015"/>
          <a:ext cx="680904" cy="680904"/>
        </a:xfrm>
        <a:prstGeom prst="rect">
          <a:avLst/>
        </a:prstGeom>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BB3A14C-6BC7-48A5-8CA2-4A49C385E09D}">
      <dsp:nvSpPr>
        <dsp:cNvPr id="0" name=""/>
        <dsp:cNvSpPr/>
      </dsp:nvSpPr>
      <dsp:spPr>
        <a:xfrm>
          <a:off x="1429899" y="3097464"/>
          <a:ext cx="5083704" cy="12380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023" tIns="131023" rIns="131023" bIns="131023" numCol="1" spcCol="1270" anchor="ctr" anchorCtr="0">
          <a:noAutofit/>
        </a:bodyPr>
        <a:lstStyle/>
        <a:p>
          <a:pPr marL="0" lvl="0" indent="0" algn="l" defTabSz="977900">
            <a:lnSpc>
              <a:spcPct val="100000"/>
            </a:lnSpc>
            <a:spcBef>
              <a:spcPct val="0"/>
            </a:spcBef>
            <a:spcAft>
              <a:spcPct val="35000"/>
            </a:spcAft>
            <a:buNone/>
          </a:pPr>
          <a:r>
            <a:rPr lang="de-DE" sz="2200" kern="1200"/>
            <a:t>Strong static Type</a:t>
          </a:r>
        </a:p>
      </dsp:txBody>
      <dsp:txXfrm>
        <a:off x="1429899" y="3097464"/>
        <a:ext cx="5083704" cy="1238008"/>
      </dsp:txXfrm>
    </dsp:sp>
    <dsp:sp modelId="{F0A0FE29-1A60-4E3F-8AEA-3A981C2DD80E}">
      <dsp:nvSpPr>
        <dsp:cNvPr id="0" name=""/>
        <dsp:cNvSpPr/>
      </dsp:nvSpPr>
      <dsp:spPr>
        <a:xfrm>
          <a:off x="0" y="4644974"/>
          <a:ext cx="6513603" cy="1238008"/>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7122F4D-38B5-49EA-8A54-040F6BF8EB1A}">
      <dsp:nvSpPr>
        <dsp:cNvPr id="0" name=""/>
        <dsp:cNvSpPr/>
      </dsp:nvSpPr>
      <dsp:spPr>
        <a:xfrm>
          <a:off x="374497" y="4923526"/>
          <a:ext cx="680904" cy="680904"/>
        </a:xfrm>
        <a:prstGeom prst="rect">
          <a:avLst/>
        </a:prstGeom>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DC885B9-CFC0-4FF9-BB7A-D03C3BA6AA97}">
      <dsp:nvSpPr>
        <dsp:cNvPr id="0" name=""/>
        <dsp:cNvSpPr/>
      </dsp:nvSpPr>
      <dsp:spPr>
        <a:xfrm>
          <a:off x="1429899" y="4644974"/>
          <a:ext cx="5083704" cy="12380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023" tIns="131023" rIns="131023" bIns="131023" numCol="1" spcCol="1270" anchor="ctr" anchorCtr="0">
          <a:noAutofit/>
        </a:bodyPr>
        <a:lstStyle/>
        <a:p>
          <a:pPr marL="0" lvl="0" indent="0" algn="l" defTabSz="977900">
            <a:lnSpc>
              <a:spcPct val="100000"/>
            </a:lnSpc>
            <a:spcBef>
              <a:spcPct val="0"/>
            </a:spcBef>
            <a:spcAft>
              <a:spcPct val="35000"/>
            </a:spcAft>
            <a:buNone/>
          </a:pPr>
          <a:r>
            <a:rPr lang="de-DE" sz="2200" kern="1200"/>
            <a:t>Compilation</a:t>
          </a:r>
        </a:p>
      </dsp:txBody>
      <dsp:txXfrm>
        <a:off x="1429899" y="4644974"/>
        <a:ext cx="5083704" cy="123800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E1DB7A-644C-3B42-AD25-2ECA5A8DDB63}">
      <dsp:nvSpPr>
        <dsp:cNvPr id="0" name=""/>
        <dsp:cNvSpPr/>
      </dsp:nvSpPr>
      <dsp:spPr>
        <a:xfrm>
          <a:off x="3071637" y="986584"/>
          <a:ext cx="817482" cy="590950"/>
        </a:xfrm>
        <a:custGeom>
          <a:avLst/>
          <a:gdLst/>
          <a:ahLst/>
          <a:cxnLst/>
          <a:rect l="0" t="0" r="0" b="0"/>
          <a:pathLst>
            <a:path>
              <a:moveTo>
                <a:pt x="817482" y="0"/>
              </a:moveTo>
              <a:lnTo>
                <a:pt x="817482" y="590950"/>
              </a:lnTo>
              <a:lnTo>
                <a:pt x="0" y="590950"/>
              </a:lnTo>
            </a:path>
          </a:pathLst>
        </a:cu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203A3C33-7FFA-3748-8258-C09732752CE2}">
      <dsp:nvSpPr>
        <dsp:cNvPr id="0" name=""/>
        <dsp:cNvSpPr/>
      </dsp:nvSpPr>
      <dsp:spPr>
        <a:xfrm>
          <a:off x="3843399" y="986584"/>
          <a:ext cx="91440" cy="1812249"/>
        </a:xfrm>
        <a:custGeom>
          <a:avLst/>
          <a:gdLst/>
          <a:ahLst/>
          <a:cxnLst/>
          <a:rect l="0" t="0" r="0" b="0"/>
          <a:pathLst>
            <a:path>
              <a:moveTo>
                <a:pt x="45720" y="0"/>
              </a:moveTo>
              <a:lnTo>
                <a:pt x="45720" y="1812249"/>
              </a:lnTo>
            </a:path>
          </a:pathLst>
        </a:cu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34259B3B-D6B1-F743-83B8-9AB1A60E7DE1}">
      <dsp:nvSpPr>
        <dsp:cNvPr id="0" name=""/>
        <dsp:cNvSpPr/>
      </dsp:nvSpPr>
      <dsp:spPr>
        <a:xfrm>
          <a:off x="3396660" y="1666"/>
          <a:ext cx="984918" cy="984918"/>
        </a:xfrm>
        <a:prstGeom prst="arc">
          <a:avLst>
            <a:gd name="adj1" fmla="val 13200000"/>
            <a:gd name="adj2" fmla="val 19200000"/>
          </a:avLst>
        </a:pr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B4A37C34-5D0F-3C47-9836-F4DB7D8FF3A7}">
      <dsp:nvSpPr>
        <dsp:cNvPr id="0" name=""/>
        <dsp:cNvSpPr/>
      </dsp:nvSpPr>
      <dsp:spPr>
        <a:xfrm>
          <a:off x="3396660" y="1666"/>
          <a:ext cx="984918" cy="984918"/>
        </a:xfrm>
        <a:prstGeom prst="arc">
          <a:avLst>
            <a:gd name="adj1" fmla="val 2400000"/>
            <a:gd name="adj2" fmla="val 8400000"/>
          </a:avLst>
        </a:pr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E483DDC5-6826-BD44-AB99-BD67F09563F2}">
      <dsp:nvSpPr>
        <dsp:cNvPr id="0" name=""/>
        <dsp:cNvSpPr/>
      </dsp:nvSpPr>
      <dsp:spPr>
        <a:xfrm>
          <a:off x="2904201" y="178952"/>
          <a:ext cx="1969836" cy="630347"/>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8415" tIns="18415" rIns="18415" bIns="18415" numCol="1" spcCol="1270" anchor="ctr" anchorCtr="0">
          <a:noAutofit/>
        </a:bodyPr>
        <a:lstStyle/>
        <a:p>
          <a:pPr marL="0" lvl="0" indent="0" algn="ctr" defTabSz="1289050">
            <a:lnSpc>
              <a:spcPct val="90000"/>
            </a:lnSpc>
            <a:spcBef>
              <a:spcPct val="0"/>
            </a:spcBef>
            <a:spcAft>
              <a:spcPct val="35000"/>
            </a:spcAft>
            <a:buNone/>
          </a:pPr>
          <a:r>
            <a:rPr lang="de-DE" sz="2900" kern="1200" dirty="0" err="1"/>
            <a:t>any</a:t>
          </a:r>
          <a:endParaRPr lang="de-DE" sz="2900" kern="1200" dirty="0"/>
        </a:p>
      </dsp:txBody>
      <dsp:txXfrm>
        <a:off x="2904201" y="178952"/>
        <a:ext cx="1969836" cy="630347"/>
      </dsp:txXfrm>
    </dsp:sp>
    <dsp:sp modelId="{9D02861B-EA84-F748-AE6A-3B31D1F98643}">
      <dsp:nvSpPr>
        <dsp:cNvPr id="0" name=""/>
        <dsp:cNvSpPr/>
      </dsp:nvSpPr>
      <dsp:spPr>
        <a:xfrm>
          <a:off x="3396660" y="2798834"/>
          <a:ext cx="984918" cy="984918"/>
        </a:xfrm>
        <a:prstGeom prst="arc">
          <a:avLst>
            <a:gd name="adj1" fmla="val 13200000"/>
            <a:gd name="adj2" fmla="val 19200000"/>
          </a:avLst>
        </a:pr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42882EBD-7C86-3F4E-ACFA-7AFD645EE42A}">
      <dsp:nvSpPr>
        <dsp:cNvPr id="0" name=""/>
        <dsp:cNvSpPr/>
      </dsp:nvSpPr>
      <dsp:spPr>
        <a:xfrm>
          <a:off x="3396660" y="2798834"/>
          <a:ext cx="984918" cy="984918"/>
        </a:xfrm>
        <a:prstGeom prst="arc">
          <a:avLst>
            <a:gd name="adj1" fmla="val 2400000"/>
            <a:gd name="adj2" fmla="val 8400000"/>
          </a:avLst>
        </a:pr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E2F1E523-5190-424F-BA86-8372C6F5CAC4}">
      <dsp:nvSpPr>
        <dsp:cNvPr id="0" name=""/>
        <dsp:cNvSpPr/>
      </dsp:nvSpPr>
      <dsp:spPr>
        <a:xfrm>
          <a:off x="2904201" y="2976119"/>
          <a:ext cx="1969836" cy="630347"/>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8415" tIns="18415" rIns="18415" bIns="18415" numCol="1" spcCol="1270" anchor="ctr" anchorCtr="0">
          <a:noAutofit/>
        </a:bodyPr>
        <a:lstStyle/>
        <a:p>
          <a:pPr marL="0" lvl="0" indent="0" algn="ctr" defTabSz="1289050">
            <a:lnSpc>
              <a:spcPct val="90000"/>
            </a:lnSpc>
            <a:spcBef>
              <a:spcPct val="0"/>
            </a:spcBef>
            <a:spcAft>
              <a:spcPct val="35000"/>
            </a:spcAft>
            <a:buNone/>
          </a:pPr>
          <a:r>
            <a:rPr lang="de-DE" sz="2900" kern="1200" dirty="0"/>
            <a:t>user-</a:t>
          </a:r>
          <a:r>
            <a:rPr lang="de-DE" sz="2900" kern="1200" dirty="0" err="1"/>
            <a:t>defined</a:t>
          </a:r>
          <a:endParaRPr lang="de-DE" sz="2900" kern="1200" dirty="0"/>
        </a:p>
      </dsp:txBody>
      <dsp:txXfrm>
        <a:off x="2904201" y="2976119"/>
        <a:ext cx="1969836" cy="630347"/>
      </dsp:txXfrm>
    </dsp:sp>
    <dsp:sp modelId="{80A84B1A-C964-A646-BC6F-F9605462D7EA}">
      <dsp:nvSpPr>
        <dsp:cNvPr id="0" name=""/>
        <dsp:cNvSpPr/>
      </dsp:nvSpPr>
      <dsp:spPr>
        <a:xfrm>
          <a:off x="2204910" y="1400250"/>
          <a:ext cx="984918" cy="984918"/>
        </a:xfrm>
        <a:prstGeom prst="arc">
          <a:avLst>
            <a:gd name="adj1" fmla="val 13200000"/>
            <a:gd name="adj2" fmla="val 19200000"/>
          </a:avLst>
        </a:pr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2F2A00A7-8A99-564A-9E40-413619C32B17}">
      <dsp:nvSpPr>
        <dsp:cNvPr id="0" name=""/>
        <dsp:cNvSpPr/>
      </dsp:nvSpPr>
      <dsp:spPr>
        <a:xfrm>
          <a:off x="2204910" y="1400250"/>
          <a:ext cx="984918" cy="984918"/>
        </a:xfrm>
        <a:prstGeom prst="arc">
          <a:avLst>
            <a:gd name="adj1" fmla="val 2400000"/>
            <a:gd name="adj2" fmla="val 8400000"/>
          </a:avLst>
        </a:pr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177331BC-3BBA-3E4D-9943-2B47AE708F1D}">
      <dsp:nvSpPr>
        <dsp:cNvPr id="0" name=""/>
        <dsp:cNvSpPr/>
      </dsp:nvSpPr>
      <dsp:spPr>
        <a:xfrm>
          <a:off x="1712450" y="1577535"/>
          <a:ext cx="1969836" cy="630347"/>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8415" tIns="18415" rIns="18415" bIns="18415" numCol="1" spcCol="1270" anchor="ctr" anchorCtr="0">
          <a:noAutofit/>
        </a:bodyPr>
        <a:lstStyle/>
        <a:p>
          <a:pPr marL="0" lvl="0" indent="0" algn="ctr" defTabSz="1289050">
            <a:lnSpc>
              <a:spcPct val="90000"/>
            </a:lnSpc>
            <a:spcBef>
              <a:spcPct val="0"/>
            </a:spcBef>
            <a:spcAft>
              <a:spcPct val="35000"/>
            </a:spcAft>
            <a:buNone/>
          </a:pPr>
          <a:r>
            <a:rPr lang="de-DE" sz="2900" kern="1200" dirty="0" err="1"/>
            <a:t>build</a:t>
          </a:r>
          <a:r>
            <a:rPr lang="de-DE" sz="2900" kern="1200" dirty="0"/>
            <a:t>-in </a:t>
          </a:r>
        </a:p>
      </dsp:txBody>
      <dsp:txXfrm>
        <a:off x="1712450" y="1577535"/>
        <a:ext cx="1969836" cy="630347"/>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B51B93-AE9B-B94B-9913-A0FA94D542D5}">
      <dsp:nvSpPr>
        <dsp:cNvPr id="0" name=""/>
        <dsp:cNvSpPr/>
      </dsp:nvSpPr>
      <dsp:spPr>
        <a:xfrm>
          <a:off x="0" y="39687"/>
          <a:ext cx="3286125" cy="1971675"/>
        </a:xfrm>
        <a:prstGeom prst="rect">
          <a:avLst/>
        </a:prstGeom>
        <a:solidFill>
          <a:schemeClr val="accent1">
            <a:hueOff val="0"/>
            <a:satOff val="0"/>
            <a:lumOff val="0"/>
            <a:alphaOff val="0"/>
          </a:schemeClr>
        </a:solidFill>
        <a:ln>
          <a:noFill/>
        </a:ln>
        <a:effectLst/>
        <a:sp3d extrusionH="50600" prstMaterial="metal">
          <a:bevelT w="101600" h="80600" prst="relaxedInset"/>
          <a:bevelB w="80600" h="80600" prst="relaxedInset"/>
        </a:sp3d>
      </dsp:spPr>
      <dsp:style>
        <a:lnRef idx="0">
          <a:scrgbClr r="0" g="0" b="0"/>
        </a:lnRef>
        <a:fillRef idx="1">
          <a:scrgbClr r="0" g="0" b="0"/>
        </a:fillRef>
        <a:effectRef idx="1">
          <a:scrgbClr r="0" g="0" b="0"/>
        </a:effectRef>
        <a:fontRef idx="minor">
          <a:schemeClr val="dk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en-GB" sz="2900" kern="1200" dirty="0"/>
            <a:t>MAX_VALUE</a:t>
          </a:r>
        </a:p>
      </dsp:txBody>
      <dsp:txXfrm>
        <a:off x="0" y="39687"/>
        <a:ext cx="3286125" cy="1971675"/>
      </dsp:txXfrm>
    </dsp:sp>
    <dsp:sp modelId="{E2874CD4-E27F-6D4D-AF3E-0BA502B88C85}">
      <dsp:nvSpPr>
        <dsp:cNvPr id="0" name=""/>
        <dsp:cNvSpPr/>
      </dsp:nvSpPr>
      <dsp:spPr>
        <a:xfrm>
          <a:off x="3614737" y="39687"/>
          <a:ext cx="3286125" cy="1971675"/>
        </a:xfrm>
        <a:prstGeom prst="rect">
          <a:avLst/>
        </a:prstGeom>
        <a:solidFill>
          <a:schemeClr val="accent1">
            <a:hueOff val="0"/>
            <a:satOff val="0"/>
            <a:lumOff val="0"/>
            <a:alphaOff val="0"/>
          </a:schemeClr>
        </a:solidFill>
        <a:ln>
          <a:noFill/>
        </a:ln>
        <a:effectLst/>
        <a:sp3d extrusionH="50600" prstMaterial="metal">
          <a:bevelT w="101600" h="80600" prst="relaxedInset"/>
          <a:bevelB w="80600" h="80600" prst="relaxedInset"/>
        </a:sp3d>
      </dsp:spPr>
      <dsp:style>
        <a:lnRef idx="0">
          <a:scrgbClr r="0" g="0" b="0"/>
        </a:lnRef>
        <a:fillRef idx="1">
          <a:scrgbClr r="0" g="0" b="0"/>
        </a:fillRef>
        <a:effectRef idx="1">
          <a:scrgbClr r="0" g="0" b="0"/>
        </a:effectRef>
        <a:fontRef idx="minor">
          <a:schemeClr val="dk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en-GB" sz="2900" kern="1200" dirty="0"/>
            <a:t>MIN_VALUE</a:t>
          </a:r>
        </a:p>
      </dsp:txBody>
      <dsp:txXfrm>
        <a:off x="3614737" y="39687"/>
        <a:ext cx="3286125" cy="1971675"/>
      </dsp:txXfrm>
    </dsp:sp>
    <dsp:sp modelId="{46BD3462-22A5-B848-B3BF-947443600A3F}">
      <dsp:nvSpPr>
        <dsp:cNvPr id="0" name=""/>
        <dsp:cNvSpPr/>
      </dsp:nvSpPr>
      <dsp:spPr>
        <a:xfrm>
          <a:off x="7229475" y="39687"/>
          <a:ext cx="3286125" cy="1971675"/>
        </a:xfrm>
        <a:prstGeom prst="rect">
          <a:avLst/>
        </a:prstGeom>
        <a:solidFill>
          <a:schemeClr val="accent1">
            <a:hueOff val="0"/>
            <a:satOff val="0"/>
            <a:lumOff val="0"/>
            <a:alphaOff val="0"/>
          </a:schemeClr>
        </a:solidFill>
        <a:ln>
          <a:noFill/>
        </a:ln>
        <a:effectLst/>
        <a:sp3d extrusionH="50600" prstMaterial="metal">
          <a:bevelT w="101600" h="80600" prst="relaxedInset"/>
          <a:bevelB w="80600" h="80600" prst="relaxedInset"/>
        </a:sp3d>
      </dsp:spPr>
      <dsp:style>
        <a:lnRef idx="0">
          <a:scrgbClr r="0" g="0" b="0"/>
        </a:lnRef>
        <a:fillRef idx="1">
          <a:scrgbClr r="0" g="0" b="0"/>
        </a:fillRef>
        <a:effectRef idx="1">
          <a:scrgbClr r="0" g="0" b="0"/>
        </a:effectRef>
        <a:fontRef idx="minor">
          <a:schemeClr val="dk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en-GB" sz="2900" kern="1200" dirty="0" err="1"/>
            <a:t>NaN</a:t>
          </a:r>
          <a:endParaRPr lang="en-GB" sz="2900" kern="1200" dirty="0"/>
        </a:p>
      </dsp:txBody>
      <dsp:txXfrm>
        <a:off x="7229475" y="39687"/>
        <a:ext cx="3286125" cy="1971675"/>
      </dsp:txXfrm>
    </dsp:sp>
    <dsp:sp modelId="{5278F817-5899-5244-957D-90D74475FF53}">
      <dsp:nvSpPr>
        <dsp:cNvPr id="0" name=""/>
        <dsp:cNvSpPr/>
      </dsp:nvSpPr>
      <dsp:spPr>
        <a:xfrm>
          <a:off x="1807368" y="2339975"/>
          <a:ext cx="3286125" cy="1971675"/>
        </a:xfrm>
        <a:prstGeom prst="rect">
          <a:avLst/>
        </a:prstGeom>
        <a:solidFill>
          <a:schemeClr val="accent1">
            <a:hueOff val="0"/>
            <a:satOff val="0"/>
            <a:lumOff val="0"/>
            <a:alphaOff val="0"/>
          </a:schemeClr>
        </a:solidFill>
        <a:ln>
          <a:noFill/>
        </a:ln>
        <a:effectLst/>
        <a:sp3d extrusionH="50600" prstMaterial="metal">
          <a:bevelT w="101600" h="80600" prst="relaxedInset"/>
          <a:bevelB w="80600" h="80600" prst="relaxedInset"/>
        </a:sp3d>
      </dsp:spPr>
      <dsp:style>
        <a:lnRef idx="0">
          <a:scrgbClr r="0" g="0" b="0"/>
        </a:lnRef>
        <a:fillRef idx="1">
          <a:scrgbClr r="0" g="0" b="0"/>
        </a:fillRef>
        <a:effectRef idx="1">
          <a:scrgbClr r="0" g="0" b="0"/>
        </a:effectRef>
        <a:fontRef idx="minor">
          <a:schemeClr val="dk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en-GB" sz="2900" kern="1200" dirty="0"/>
            <a:t>NEGATIVE_INFINITY</a:t>
          </a:r>
        </a:p>
      </dsp:txBody>
      <dsp:txXfrm>
        <a:off x="1807368" y="2339975"/>
        <a:ext cx="3286125" cy="1971675"/>
      </dsp:txXfrm>
    </dsp:sp>
    <dsp:sp modelId="{7088EFB0-72B3-8348-9AFC-21329A1C7953}">
      <dsp:nvSpPr>
        <dsp:cNvPr id="0" name=""/>
        <dsp:cNvSpPr/>
      </dsp:nvSpPr>
      <dsp:spPr>
        <a:xfrm>
          <a:off x="5422106" y="2339975"/>
          <a:ext cx="3286125" cy="1971675"/>
        </a:xfrm>
        <a:prstGeom prst="rect">
          <a:avLst/>
        </a:prstGeom>
        <a:solidFill>
          <a:schemeClr val="accent1">
            <a:hueOff val="0"/>
            <a:satOff val="0"/>
            <a:lumOff val="0"/>
            <a:alphaOff val="0"/>
          </a:schemeClr>
        </a:solidFill>
        <a:ln>
          <a:noFill/>
        </a:ln>
        <a:effectLst/>
        <a:sp3d extrusionH="50600" prstMaterial="metal">
          <a:bevelT w="101600" h="80600" prst="relaxedInset"/>
          <a:bevelB w="80600" h="80600" prst="relaxedInset"/>
        </a:sp3d>
      </dsp:spPr>
      <dsp:style>
        <a:lnRef idx="0">
          <a:scrgbClr r="0" g="0" b="0"/>
        </a:lnRef>
        <a:fillRef idx="1">
          <a:scrgbClr r="0" g="0" b="0"/>
        </a:fillRef>
        <a:effectRef idx="1">
          <a:scrgbClr r="0" g="0" b="0"/>
        </a:effectRef>
        <a:fontRef idx="minor">
          <a:schemeClr val="dk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en-GB" sz="2900" kern="1200" dirty="0"/>
            <a:t>POSITIVE_INFINITY</a:t>
          </a:r>
        </a:p>
      </dsp:txBody>
      <dsp:txXfrm>
        <a:off x="5422106" y="2339975"/>
        <a:ext cx="3286125" cy="197167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305A6E9-FF4C-384A-B7B4-505B04A5AE37}">
      <dsp:nvSpPr>
        <dsp:cNvPr id="0" name=""/>
        <dsp:cNvSpPr/>
      </dsp:nvSpPr>
      <dsp:spPr>
        <a:xfrm>
          <a:off x="0" y="506528"/>
          <a:ext cx="10515600" cy="831600"/>
        </a:xfrm>
        <a:prstGeom prst="rect">
          <a:avLst/>
        </a:prstGeom>
        <a:solidFill>
          <a:schemeClr val="lt1">
            <a:alpha val="90000"/>
            <a:hueOff val="0"/>
            <a:satOff val="0"/>
            <a:lumOff val="0"/>
            <a:alphaOff val="0"/>
          </a:schemeClr>
        </a:solidFill>
        <a:ln w="6350" cap="flat" cmpd="sng" algn="ctr">
          <a:prstDash val="solid"/>
          <a:miter lim="800000"/>
        </a:ln>
        <a:effectLst/>
        <a:sp3d z="-152400" prstMaterial="plastic">
          <a:bevelT w="25400" h="25400"/>
          <a:bevelB w="25400" h="25400"/>
        </a:sp3d>
      </dsp:spPr>
      <dsp:style>
        <a:lnRef idx="1">
          <a:scrgbClr r="0" g="0" b="0"/>
        </a:lnRef>
        <a:fillRef idx="1">
          <a:scrgbClr r="0" g="0" b="0"/>
        </a:fillRef>
        <a:effectRef idx="2">
          <a:scrgbClr r="0" g="0" b="0"/>
        </a:effectRef>
        <a:fontRef idx="minor"/>
      </dsp:style>
    </dsp:sp>
    <dsp:sp modelId="{CD4F5A90-57FB-7D46-8ACA-77784286DEBB}">
      <dsp:nvSpPr>
        <dsp:cNvPr id="0" name=""/>
        <dsp:cNvSpPr/>
      </dsp:nvSpPr>
      <dsp:spPr>
        <a:xfrm>
          <a:off x="525780" y="19448"/>
          <a:ext cx="7360920" cy="974160"/>
        </a:xfrm>
        <a:prstGeom prst="roundRect">
          <a:avLst/>
        </a:prstGeom>
        <a:solidFill>
          <a:schemeClr val="accent1">
            <a:hueOff val="0"/>
            <a:satOff val="0"/>
            <a:lumOff val="0"/>
            <a:alphaOff val="0"/>
          </a:schemeClr>
        </a:solidFill>
        <a:ln>
          <a:noFill/>
        </a:ln>
        <a:effectLst/>
        <a:sp3d prstMaterial="plastic">
          <a:bevelT w="50800" h="50800"/>
          <a:bevelB w="50800" h="50800"/>
        </a:sp3d>
      </dsp:spPr>
      <dsp:style>
        <a:lnRef idx="0">
          <a:scrgbClr r="0" g="0" b="0"/>
        </a:lnRef>
        <a:fillRef idx="1">
          <a:scrgbClr r="0" g="0" b="0"/>
        </a:fillRef>
        <a:effectRef idx="2">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1466850">
            <a:lnSpc>
              <a:spcPct val="90000"/>
            </a:lnSpc>
            <a:spcBef>
              <a:spcPct val="0"/>
            </a:spcBef>
            <a:spcAft>
              <a:spcPct val="35000"/>
            </a:spcAft>
            <a:buNone/>
          </a:pPr>
          <a:r>
            <a:rPr lang="en-GB" sz="3300" kern="1200" dirty="0"/>
            <a:t>Felder</a:t>
          </a:r>
        </a:p>
      </dsp:txBody>
      <dsp:txXfrm>
        <a:off x="573335" y="67003"/>
        <a:ext cx="7265810" cy="879050"/>
      </dsp:txXfrm>
    </dsp:sp>
    <dsp:sp modelId="{3034F782-9A22-1242-AEDF-EC2E88C0D473}">
      <dsp:nvSpPr>
        <dsp:cNvPr id="0" name=""/>
        <dsp:cNvSpPr/>
      </dsp:nvSpPr>
      <dsp:spPr>
        <a:xfrm>
          <a:off x="0" y="2003409"/>
          <a:ext cx="10515600" cy="831600"/>
        </a:xfrm>
        <a:prstGeom prst="rect">
          <a:avLst/>
        </a:prstGeom>
        <a:solidFill>
          <a:schemeClr val="lt1">
            <a:alpha val="90000"/>
            <a:hueOff val="0"/>
            <a:satOff val="0"/>
            <a:lumOff val="0"/>
            <a:alphaOff val="0"/>
          </a:schemeClr>
        </a:solidFill>
        <a:ln w="6350" cap="flat" cmpd="sng" algn="ctr">
          <a:prstDash val="solid"/>
          <a:miter lim="800000"/>
        </a:ln>
        <a:effectLst/>
        <a:sp3d z="-152400" prstMaterial="plastic">
          <a:bevelT w="25400" h="25400"/>
          <a:bevelB w="25400" h="25400"/>
        </a:sp3d>
      </dsp:spPr>
      <dsp:style>
        <a:lnRef idx="1">
          <a:scrgbClr r="0" g="0" b="0"/>
        </a:lnRef>
        <a:fillRef idx="1">
          <a:scrgbClr r="0" g="0" b="0"/>
        </a:fillRef>
        <a:effectRef idx="2">
          <a:scrgbClr r="0" g="0" b="0"/>
        </a:effectRef>
        <a:fontRef idx="minor"/>
      </dsp:style>
    </dsp:sp>
    <dsp:sp modelId="{4E23C32B-D4F3-744A-BC62-B4277299AEA4}">
      <dsp:nvSpPr>
        <dsp:cNvPr id="0" name=""/>
        <dsp:cNvSpPr/>
      </dsp:nvSpPr>
      <dsp:spPr>
        <a:xfrm>
          <a:off x="525780" y="1516329"/>
          <a:ext cx="7360920" cy="974160"/>
        </a:xfrm>
        <a:prstGeom prst="roundRect">
          <a:avLst/>
        </a:prstGeom>
        <a:solidFill>
          <a:schemeClr val="accent1">
            <a:hueOff val="0"/>
            <a:satOff val="0"/>
            <a:lumOff val="0"/>
            <a:alphaOff val="0"/>
          </a:schemeClr>
        </a:solidFill>
        <a:ln>
          <a:noFill/>
        </a:ln>
        <a:effectLst/>
        <a:sp3d prstMaterial="plastic">
          <a:bevelT w="50800" h="50800"/>
          <a:bevelB w="50800" h="50800"/>
        </a:sp3d>
      </dsp:spPr>
      <dsp:style>
        <a:lnRef idx="0">
          <a:scrgbClr r="0" g="0" b="0"/>
        </a:lnRef>
        <a:fillRef idx="1">
          <a:scrgbClr r="0" g="0" b="0"/>
        </a:fillRef>
        <a:effectRef idx="2">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1466850">
            <a:lnSpc>
              <a:spcPct val="90000"/>
            </a:lnSpc>
            <a:spcBef>
              <a:spcPct val="0"/>
            </a:spcBef>
            <a:spcAft>
              <a:spcPct val="35000"/>
            </a:spcAft>
            <a:buNone/>
          </a:pPr>
          <a:r>
            <a:rPr lang="en-GB" sz="3300" kern="1200" dirty="0" err="1"/>
            <a:t>Konstruktoren</a:t>
          </a:r>
          <a:endParaRPr lang="en-GB" sz="3300" kern="1200" dirty="0"/>
        </a:p>
      </dsp:txBody>
      <dsp:txXfrm>
        <a:off x="573335" y="1563884"/>
        <a:ext cx="7265810" cy="879050"/>
      </dsp:txXfrm>
    </dsp:sp>
    <dsp:sp modelId="{A4D8D4E7-691F-9E42-92CE-F4F5D0B447C7}">
      <dsp:nvSpPr>
        <dsp:cNvPr id="0" name=""/>
        <dsp:cNvSpPr/>
      </dsp:nvSpPr>
      <dsp:spPr>
        <a:xfrm>
          <a:off x="0" y="3500289"/>
          <a:ext cx="10515600" cy="831600"/>
        </a:xfrm>
        <a:prstGeom prst="rect">
          <a:avLst/>
        </a:prstGeom>
        <a:solidFill>
          <a:schemeClr val="lt1">
            <a:alpha val="90000"/>
            <a:hueOff val="0"/>
            <a:satOff val="0"/>
            <a:lumOff val="0"/>
            <a:alphaOff val="0"/>
          </a:schemeClr>
        </a:solidFill>
        <a:ln w="6350" cap="flat" cmpd="sng" algn="ctr">
          <a:prstDash val="solid"/>
          <a:miter lim="800000"/>
        </a:ln>
        <a:effectLst/>
        <a:sp3d z="-152400" prstMaterial="plastic">
          <a:bevelT w="25400" h="25400"/>
          <a:bevelB w="25400" h="25400"/>
        </a:sp3d>
      </dsp:spPr>
      <dsp:style>
        <a:lnRef idx="1">
          <a:scrgbClr r="0" g="0" b="0"/>
        </a:lnRef>
        <a:fillRef idx="1">
          <a:scrgbClr r="0" g="0" b="0"/>
        </a:fillRef>
        <a:effectRef idx="2">
          <a:scrgbClr r="0" g="0" b="0"/>
        </a:effectRef>
        <a:fontRef idx="minor"/>
      </dsp:style>
    </dsp:sp>
    <dsp:sp modelId="{CC22D886-3319-7642-954B-BB2ED3D676DC}">
      <dsp:nvSpPr>
        <dsp:cNvPr id="0" name=""/>
        <dsp:cNvSpPr/>
      </dsp:nvSpPr>
      <dsp:spPr>
        <a:xfrm>
          <a:off x="525780" y="3013209"/>
          <a:ext cx="7360920" cy="974160"/>
        </a:xfrm>
        <a:prstGeom prst="roundRect">
          <a:avLst/>
        </a:prstGeom>
        <a:solidFill>
          <a:schemeClr val="accent1">
            <a:hueOff val="0"/>
            <a:satOff val="0"/>
            <a:lumOff val="0"/>
            <a:alphaOff val="0"/>
          </a:schemeClr>
        </a:solidFill>
        <a:ln>
          <a:noFill/>
        </a:ln>
        <a:effectLst/>
        <a:sp3d prstMaterial="plastic">
          <a:bevelT w="50800" h="50800"/>
          <a:bevelB w="50800" h="50800"/>
        </a:sp3d>
      </dsp:spPr>
      <dsp:style>
        <a:lnRef idx="0">
          <a:scrgbClr r="0" g="0" b="0"/>
        </a:lnRef>
        <a:fillRef idx="1">
          <a:scrgbClr r="0" g="0" b="0"/>
        </a:fillRef>
        <a:effectRef idx="2">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1466850">
            <a:lnSpc>
              <a:spcPct val="90000"/>
            </a:lnSpc>
            <a:spcBef>
              <a:spcPct val="0"/>
            </a:spcBef>
            <a:spcAft>
              <a:spcPct val="35000"/>
            </a:spcAft>
            <a:buNone/>
          </a:pPr>
          <a:r>
            <a:rPr lang="en-GB" sz="3300" kern="1200" dirty="0" err="1"/>
            <a:t>Funktionen</a:t>
          </a:r>
          <a:endParaRPr lang="en-GB" sz="3300" kern="1200" dirty="0"/>
        </a:p>
      </dsp:txBody>
      <dsp:txXfrm>
        <a:off x="573335" y="3060764"/>
        <a:ext cx="7265810" cy="87905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D32D7E5-5B7E-4B4E-BE4E-D9A3694AD337}">
      <dsp:nvSpPr>
        <dsp:cNvPr id="0" name=""/>
        <dsp:cNvSpPr/>
      </dsp:nvSpPr>
      <dsp:spPr>
        <a:xfrm>
          <a:off x="0" y="52110"/>
          <a:ext cx="6262199" cy="1113840"/>
        </a:xfrm>
        <a:prstGeom prst="roundRect">
          <a:avLst/>
        </a:prstGeom>
        <a:solidFill>
          <a:schemeClr val="accent5">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node und npm sind auf einem Entwicklerrechner zu installieren</a:t>
          </a:r>
          <a:endParaRPr lang="en-US" sz="2800" kern="1200"/>
        </a:p>
      </dsp:txBody>
      <dsp:txXfrm>
        <a:off x="54373" y="106483"/>
        <a:ext cx="6153453" cy="1005094"/>
      </dsp:txXfrm>
    </dsp:sp>
    <dsp:sp modelId="{C969A8D0-9CFE-214F-BD05-D00F95DD159B}">
      <dsp:nvSpPr>
        <dsp:cNvPr id="0" name=""/>
        <dsp:cNvSpPr/>
      </dsp:nvSpPr>
      <dsp:spPr>
        <a:xfrm>
          <a:off x="0" y="1165950"/>
          <a:ext cx="6262199" cy="4636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8825"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de-DE" sz="2200" kern="1200"/>
            <a:t>Näheres hierzu im Anhang</a:t>
          </a:r>
          <a:endParaRPr lang="en-US" sz="2200" kern="1200"/>
        </a:p>
      </dsp:txBody>
      <dsp:txXfrm>
        <a:off x="0" y="1165950"/>
        <a:ext cx="6262199" cy="463680"/>
      </dsp:txXfrm>
    </dsp:sp>
    <dsp:sp modelId="{DBF7F457-3343-C743-B657-5249DC45C846}">
      <dsp:nvSpPr>
        <dsp:cNvPr id="0" name=""/>
        <dsp:cNvSpPr/>
      </dsp:nvSpPr>
      <dsp:spPr>
        <a:xfrm>
          <a:off x="0" y="1629630"/>
          <a:ext cx="6262199" cy="1113840"/>
        </a:xfrm>
        <a:prstGeom prst="roundRect">
          <a:avLst/>
        </a:prstGeom>
        <a:solidFill>
          <a:schemeClr val="accent5">
            <a:hueOff val="553124"/>
            <a:satOff val="6280"/>
            <a:lumOff val="5686"/>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Damit steht ein ausgefeilter Buildprozess zur Verfügung</a:t>
          </a:r>
          <a:endParaRPr lang="en-US" sz="2800" kern="1200"/>
        </a:p>
      </dsp:txBody>
      <dsp:txXfrm>
        <a:off x="54373" y="1684003"/>
        <a:ext cx="6153453" cy="1005094"/>
      </dsp:txXfrm>
    </dsp:sp>
    <dsp:sp modelId="{86A05BEB-80B6-B94B-9381-3A33D3FEE699}">
      <dsp:nvSpPr>
        <dsp:cNvPr id="0" name=""/>
        <dsp:cNvSpPr/>
      </dsp:nvSpPr>
      <dsp:spPr>
        <a:xfrm>
          <a:off x="0" y="2743470"/>
          <a:ext cx="6262199" cy="11302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8825"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de-DE" sz="2200" kern="1200"/>
            <a:t>Verzeichnisstruktur und Projekt-Organisation</a:t>
          </a:r>
          <a:endParaRPr lang="en-US" sz="2200" kern="1200"/>
        </a:p>
        <a:p>
          <a:pPr marL="228600" lvl="1" indent="-228600" algn="l" defTabSz="977900">
            <a:lnSpc>
              <a:spcPct val="90000"/>
            </a:lnSpc>
            <a:spcBef>
              <a:spcPct val="0"/>
            </a:spcBef>
            <a:spcAft>
              <a:spcPct val="20000"/>
            </a:spcAft>
            <a:buChar char="•"/>
          </a:pPr>
          <a:r>
            <a:rPr lang="de-DE" sz="2200" kern="1200"/>
            <a:t>Automatische Transpilation</a:t>
          </a:r>
          <a:endParaRPr lang="en-US" sz="2200" kern="1200"/>
        </a:p>
        <a:p>
          <a:pPr marL="228600" lvl="1" indent="-228600" algn="l" defTabSz="977900">
            <a:lnSpc>
              <a:spcPct val="90000"/>
            </a:lnSpc>
            <a:spcBef>
              <a:spcPct val="0"/>
            </a:spcBef>
            <a:spcAft>
              <a:spcPct val="20000"/>
            </a:spcAft>
            <a:buChar char="•"/>
          </a:pPr>
          <a:r>
            <a:rPr lang="de-DE" sz="2200" kern="1200"/>
            <a:t>Browser-Update bei Änderungen an den Quellen</a:t>
          </a:r>
          <a:endParaRPr lang="en-US" sz="2200" kern="1200"/>
        </a:p>
      </dsp:txBody>
      <dsp:txXfrm>
        <a:off x="0" y="2743470"/>
        <a:ext cx="6262199" cy="1130220"/>
      </dsp:txXfrm>
    </dsp:sp>
    <dsp:sp modelId="{7E8F63C5-9C34-FF4D-801C-0AF2CF2B8D4C}">
      <dsp:nvSpPr>
        <dsp:cNvPr id="0" name=""/>
        <dsp:cNvSpPr/>
      </dsp:nvSpPr>
      <dsp:spPr>
        <a:xfrm>
          <a:off x="0" y="3873690"/>
          <a:ext cx="6262199" cy="1113840"/>
        </a:xfrm>
        <a:prstGeom prst="roundRect">
          <a:avLst/>
        </a:prstGeom>
        <a:solidFill>
          <a:schemeClr val="accent5">
            <a:hueOff val="1106248"/>
            <a:satOff val="12561"/>
            <a:lumOff val="11372"/>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Ein spezieller Editor ist nicht notwendig</a:t>
          </a:r>
          <a:endParaRPr lang="en-US" sz="2800" kern="1200"/>
        </a:p>
      </dsp:txBody>
      <dsp:txXfrm>
        <a:off x="54373" y="3928063"/>
        <a:ext cx="6153453" cy="1005094"/>
      </dsp:txXfrm>
    </dsp:sp>
    <dsp:sp modelId="{F5F93022-1561-DD4F-993E-1F43A17E9D3C}">
      <dsp:nvSpPr>
        <dsp:cNvPr id="0" name=""/>
        <dsp:cNvSpPr/>
      </dsp:nvSpPr>
      <dsp:spPr>
        <a:xfrm>
          <a:off x="0" y="4987530"/>
          <a:ext cx="6262199" cy="4636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8825"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de-DE" sz="2200" kern="1200"/>
            <a:t>Empfohlen wird Atom oder ähnliches</a:t>
          </a:r>
          <a:endParaRPr lang="en-US" sz="2200" kern="1200"/>
        </a:p>
      </dsp:txBody>
      <dsp:txXfrm>
        <a:off x="0" y="4987530"/>
        <a:ext cx="6262199" cy="46368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86A9BEA-F847-4040-A8F5-FD6605508718}">
      <dsp:nvSpPr>
        <dsp:cNvPr id="0" name=""/>
        <dsp:cNvSpPr/>
      </dsp:nvSpPr>
      <dsp:spPr>
        <a:xfrm>
          <a:off x="0" y="294120"/>
          <a:ext cx="10514160" cy="699300"/>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016" tIns="249936" rIns="816016" bIns="85344" numCol="1" spcCol="1270" anchor="t" anchorCtr="0">
          <a:noAutofit/>
        </a:bodyPr>
        <a:lstStyle/>
        <a:p>
          <a:pPr marL="114300" lvl="1" indent="-114300" algn="l" defTabSz="533400">
            <a:lnSpc>
              <a:spcPct val="90000"/>
            </a:lnSpc>
            <a:spcBef>
              <a:spcPct val="0"/>
            </a:spcBef>
            <a:spcAft>
              <a:spcPct val="15000"/>
            </a:spcAft>
            <a:buChar char="•"/>
          </a:pPr>
          <a:r>
            <a:rPr lang="de-DE" sz="1200" kern="1200" dirty="0"/>
            <a:t>Pipe Operator |</a:t>
          </a:r>
        </a:p>
        <a:p>
          <a:pPr marL="114300" lvl="1" indent="-114300" algn="l" defTabSz="533400">
            <a:lnSpc>
              <a:spcPct val="90000"/>
            </a:lnSpc>
            <a:spcBef>
              <a:spcPct val="0"/>
            </a:spcBef>
            <a:spcAft>
              <a:spcPct val="15000"/>
            </a:spcAft>
            <a:buChar char="•"/>
          </a:pPr>
          <a:r>
            <a:rPr lang="de-DE" sz="1200" kern="1200" dirty="0" err="1"/>
            <a:t>Elivs</a:t>
          </a:r>
          <a:r>
            <a:rPr lang="de-DE" sz="1200" kern="1200" dirty="0"/>
            <a:t> Operator als Safe Navigation ?.</a:t>
          </a:r>
        </a:p>
      </dsp:txBody>
      <dsp:txXfrm>
        <a:off x="0" y="294120"/>
        <a:ext cx="10514160" cy="699300"/>
      </dsp:txXfrm>
    </dsp:sp>
    <dsp:sp modelId="{5202CEB0-16B7-4D40-BC11-729BF95DB8C6}">
      <dsp:nvSpPr>
        <dsp:cNvPr id="0" name=""/>
        <dsp:cNvSpPr/>
      </dsp:nvSpPr>
      <dsp:spPr>
        <a:xfrm>
          <a:off x="525708" y="117000"/>
          <a:ext cx="7359911" cy="354240"/>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187" tIns="0" rIns="278187" bIns="0" numCol="1" spcCol="1270" anchor="ctr" anchorCtr="0">
          <a:noAutofit/>
        </a:bodyPr>
        <a:lstStyle/>
        <a:p>
          <a:pPr marL="0" lvl="0" indent="0" algn="l" defTabSz="533400">
            <a:lnSpc>
              <a:spcPct val="90000"/>
            </a:lnSpc>
            <a:spcBef>
              <a:spcPct val="0"/>
            </a:spcBef>
            <a:spcAft>
              <a:spcPct val="35000"/>
            </a:spcAft>
            <a:buNone/>
          </a:pPr>
          <a:r>
            <a:rPr lang="de-DE" sz="1200" kern="1200" dirty="0"/>
            <a:t>Template Operatoren</a:t>
          </a:r>
        </a:p>
      </dsp:txBody>
      <dsp:txXfrm>
        <a:off x="543001" y="134293"/>
        <a:ext cx="7325325" cy="319654"/>
      </dsp:txXfrm>
    </dsp:sp>
    <dsp:sp modelId="{C6CB5430-CED1-A348-986D-FE18CC657550}">
      <dsp:nvSpPr>
        <dsp:cNvPr id="0" name=""/>
        <dsp:cNvSpPr/>
      </dsp:nvSpPr>
      <dsp:spPr>
        <a:xfrm>
          <a:off x="0" y="1235340"/>
          <a:ext cx="10514160" cy="907199"/>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016" tIns="249936" rIns="816016" bIns="85344" numCol="1" spcCol="1270" anchor="t" anchorCtr="0">
          <a:noAutofit/>
        </a:bodyPr>
        <a:lstStyle/>
        <a:p>
          <a:pPr marL="114300" lvl="1" indent="-114300" algn="l" defTabSz="533400">
            <a:lnSpc>
              <a:spcPct val="90000"/>
            </a:lnSpc>
            <a:spcBef>
              <a:spcPct val="0"/>
            </a:spcBef>
            <a:spcAft>
              <a:spcPct val="15000"/>
            </a:spcAft>
            <a:buChar char="•"/>
          </a:pPr>
          <a:r>
            <a:rPr lang="de-DE" sz="1200" kern="1200" dirty="0"/>
            <a:t>Globaler Namensraum nicht zugreifbar</a:t>
          </a:r>
        </a:p>
        <a:p>
          <a:pPr marL="114300" lvl="1" indent="-114300" algn="l" defTabSz="533400">
            <a:lnSpc>
              <a:spcPct val="90000"/>
            </a:lnSpc>
            <a:spcBef>
              <a:spcPct val="0"/>
            </a:spcBef>
            <a:spcAft>
              <a:spcPct val="15000"/>
            </a:spcAft>
            <a:buChar char="•"/>
          </a:pPr>
          <a:r>
            <a:rPr lang="de-DE" sz="1200" kern="1200" dirty="0" err="1"/>
            <a:t>this</a:t>
          </a:r>
          <a:r>
            <a:rPr lang="de-DE" sz="1200" kern="1200" dirty="0"/>
            <a:t> --&gt; </a:t>
          </a:r>
          <a:r>
            <a:rPr lang="de-DE" sz="1200" kern="1200" dirty="0" err="1"/>
            <a:t>Instanzvariablen</a:t>
          </a:r>
          <a:r>
            <a:rPr lang="de-DE" sz="1200" kern="1200" dirty="0"/>
            <a:t> der @</a:t>
          </a:r>
          <a:r>
            <a:rPr lang="de-DE" sz="1200" kern="1200" dirty="0" err="1"/>
            <a:t>Component</a:t>
          </a:r>
          <a:r>
            <a:rPr lang="de-DE" sz="1200" kern="1200" dirty="0"/>
            <a:t> Klasse</a:t>
          </a:r>
        </a:p>
        <a:p>
          <a:pPr marL="114300" lvl="1" indent="-114300" algn="l" defTabSz="533400">
            <a:lnSpc>
              <a:spcPct val="90000"/>
            </a:lnSpc>
            <a:spcBef>
              <a:spcPct val="0"/>
            </a:spcBef>
            <a:spcAft>
              <a:spcPct val="15000"/>
            </a:spcAft>
            <a:buChar char="•"/>
          </a:pPr>
          <a:r>
            <a:rPr lang="de-DE" sz="1200" kern="1200" dirty="0"/>
            <a:t>Eigene Template Variablen</a:t>
          </a:r>
        </a:p>
      </dsp:txBody>
      <dsp:txXfrm>
        <a:off x="0" y="1235340"/>
        <a:ext cx="10514160" cy="907199"/>
      </dsp:txXfrm>
    </dsp:sp>
    <dsp:sp modelId="{5310B6EA-5864-1B4C-9625-C056B4C29F34}">
      <dsp:nvSpPr>
        <dsp:cNvPr id="0" name=""/>
        <dsp:cNvSpPr/>
      </dsp:nvSpPr>
      <dsp:spPr>
        <a:xfrm>
          <a:off x="525708" y="1058220"/>
          <a:ext cx="7359911" cy="354240"/>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187" tIns="0" rIns="278187" bIns="0" numCol="1" spcCol="1270" anchor="ctr" anchorCtr="0">
          <a:noAutofit/>
        </a:bodyPr>
        <a:lstStyle/>
        <a:p>
          <a:pPr marL="0" lvl="0" indent="0" algn="l" defTabSz="533400">
            <a:lnSpc>
              <a:spcPct val="90000"/>
            </a:lnSpc>
            <a:spcBef>
              <a:spcPct val="0"/>
            </a:spcBef>
            <a:spcAft>
              <a:spcPct val="35000"/>
            </a:spcAft>
            <a:buNone/>
          </a:pPr>
          <a:r>
            <a:rPr lang="de-DE" sz="1200" kern="1200" dirty="0"/>
            <a:t>Evaluation Kontext</a:t>
          </a:r>
        </a:p>
      </dsp:txBody>
      <dsp:txXfrm>
        <a:off x="543001" y="1075513"/>
        <a:ext cx="7325325" cy="319654"/>
      </dsp:txXfrm>
    </dsp:sp>
    <dsp:sp modelId="{6B88DEFE-8CDA-9446-B0C9-4194498CC200}">
      <dsp:nvSpPr>
        <dsp:cNvPr id="0" name=""/>
        <dsp:cNvSpPr/>
      </dsp:nvSpPr>
      <dsp:spPr>
        <a:xfrm>
          <a:off x="0" y="2384460"/>
          <a:ext cx="10514160" cy="907199"/>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016" tIns="249936" rIns="816016" bIns="85344" numCol="1" spcCol="1270" anchor="t" anchorCtr="0">
          <a:noAutofit/>
        </a:bodyPr>
        <a:lstStyle/>
        <a:p>
          <a:pPr marL="114300" lvl="1" indent="-114300" algn="l" defTabSz="533400">
            <a:lnSpc>
              <a:spcPct val="90000"/>
            </a:lnSpc>
            <a:spcBef>
              <a:spcPct val="0"/>
            </a:spcBef>
            <a:spcAft>
              <a:spcPct val="15000"/>
            </a:spcAft>
            <a:buChar char="•"/>
          </a:pPr>
          <a:r>
            <a:rPr lang="de-DE" sz="1200" kern="1200" dirty="0" err="1"/>
            <a:t>new</a:t>
          </a:r>
          <a:r>
            <a:rPr lang="de-DE" sz="1200" kern="1200" dirty="0"/>
            <a:t> Operator</a:t>
          </a:r>
        </a:p>
        <a:p>
          <a:pPr marL="114300" lvl="1" indent="-114300" algn="l" defTabSz="533400">
            <a:lnSpc>
              <a:spcPct val="90000"/>
            </a:lnSpc>
            <a:spcBef>
              <a:spcPct val="0"/>
            </a:spcBef>
            <a:spcAft>
              <a:spcPct val="15000"/>
            </a:spcAft>
            <a:buChar char="•"/>
          </a:pPr>
          <a:r>
            <a:rPr lang="de-DE" sz="1200" kern="1200" dirty="0"/>
            <a:t>Bit-Operatoren | und &amp;</a:t>
          </a:r>
        </a:p>
        <a:p>
          <a:pPr marL="114300" lvl="1" indent="-114300" algn="l" defTabSz="533400">
            <a:lnSpc>
              <a:spcPct val="90000"/>
            </a:lnSpc>
            <a:spcBef>
              <a:spcPct val="0"/>
            </a:spcBef>
            <a:spcAft>
              <a:spcPct val="15000"/>
            </a:spcAft>
            <a:buChar char="•"/>
          </a:pPr>
          <a:r>
            <a:rPr lang="de-DE" sz="1200" kern="1200" dirty="0"/>
            <a:t>Inkrement bzw. Dekrement</a:t>
          </a:r>
        </a:p>
      </dsp:txBody>
      <dsp:txXfrm>
        <a:off x="0" y="2384460"/>
        <a:ext cx="10514160" cy="907199"/>
      </dsp:txXfrm>
    </dsp:sp>
    <dsp:sp modelId="{6C085811-A8B6-9D40-B9F3-8085E71D5E6F}">
      <dsp:nvSpPr>
        <dsp:cNvPr id="0" name=""/>
        <dsp:cNvSpPr/>
      </dsp:nvSpPr>
      <dsp:spPr>
        <a:xfrm>
          <a:off x="525708" y="2207340"/>
          <a:ext cx="7359911" cy="354240"/>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187" tIns="0" rIns="278187" bIns="0" numCol="1" spcCol="1270" anchor="ctr" anchorCtr="0">
          <a:noAutofit/>
        </a:bodyPr>
        <a:lstStyle/>
        <a:p>
          <a:pPr marL="0" lvl="0" indent="0" algn="l" defTabSz="533400">
            <a:lnSpc>
              <a:spcPct val="90000"/>
            </a:lnSpc>
            <a:spcBef>
              <a:spcPct val="0"/>
            </a:spcBef>
            <a:spcAft>
              <a:spcPct val="35000"/>
            </a:spcAft>
            <a:buNone/>
          </a:pPr>
          <a:r>
            <a:rPr lang="de-DE" sz="1200" kern="1200" dirty="0"/>
            <a:t>Was geht nicht</a:t>
          </a:r>
        </a:p>
      </dsp:txBody>
      <dsp:txXfrm>
        <a:off x="543001" y="2224633"/>
        <a:ext cx="7325325" cy="319654"/>
      </dsp:txXfrm>
    </dsp:sp>
    <dsp:sp modelId="{18F3FBB9-98B1-554D-B3C0-A94B2C99D178}">
      <dsp:nvSpPr>
        <dsp:cNvPr id="0" name=""/>
        <dsp:cNvSpPr/>
      </dsp:nvSpPr>
      <dsp:spPr>
        <a:xfrm>
          <a:off x="0" y="3533579"/>
          <a:ext cx="10514160" cy="699300"/>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016" tIns="249936" rIns="816016" bIns="85344" numCol="1" spcCol="1270" anchor="t" anchorCtr="0">
          <a:noAutofit/>
        </a:bodyPr>
        <a:lstStyle/>
        <a:p>
          <a:pPr marL="114300" lvl="1" indent="-114300" algn="l" defTabSz="533400">
            <a:lnSpc>
              <a:spcPct val="90000"/>
            </a:lnSpc>
            <a:spcBef>
              <a:spcPct val="0"/>
            </a:spcBef>
            <a:spcAft>
              <a:spcPct val="15000"/>
            </a:spcAft>
            <a:buNone/>
          </a:pPr>
          <a:r>
            <a:rPr lang="de-DE" sz="1200" kern="1200" dirty="0"/>
            <a:t>Halte </a:t>
          </a:r>
          <a:r>
            <a:rPr lang="de-DE" sz="1200" kern="1200" dirty="0" err="1"/>
            <a:t>Expressions</a:t>
          </a:r>
          <a:r>
            <a:rPr lang="de-DE" sz="1200" kern="1200" dirty="0"/>
            <a:t> </a:t>
          </a:r>
          <a:r>
            <a:rPr lang="de-DE" sz="1200" b="1" kern="1200" dirty="0"/>
            <a:t>einfach und lesbar</a:t>
          </a:r>
          <a:endParaRPr lang="de-DE" sz="1200" kern="1200" dirty="0"/>
        </a:p>
        <a:p>
          <a:pPr marL="114300" lvl="1" indent="-114300" algn="l" defTabSz="533400">
            <a:lnSpc>
              <a:spcPct val="90000"/>
            </a:lnSpc>
            <a:spcBef>
              <a:spcPct val="0"/>
            </a:spcBef>
            <a:spcAft>
              <a:spcPct val="15000"/>
            </a:spcAft>
            <a:buNone/>
          </a:pPr>
          <a:r>
            <a:rPr lang="de-DE" sz="1200" kern="1200" dirty="0"/>
            <a:t>Komplexe Logik → in den </a:t>
          </a:r>
          <a:r>
            <a:rPr lang="de-DE" sz="1200" kern="1200" dirty="0" err="1"/>
            <a:t>Component</a:t>
          </a:r>
          <a:r>
            <a:rPr lang="de-DE" sz="1200" kern="1200" dirty="0"/>
            <a:t> (am besten als </a:t>
          </a:r>
          <a:r>
            <a:rPr lang="de-DE" sz="1200" b="1" kern="1200" dirty="0" err="1"/>
            <a:t>computed</a:t>
          </a:r>
          <a:r>
            <a:rPr lang="de-DE" sz="1200" b="1" kern="1200" dirty="0"/>
            <a:t> Signal</a:t>
          </a:r>
          <a:r>
            <a:rPr lang="de-DE" sz="1200" kern="1200" dirty="0"/>
            <a:t>)</a:t>
          </a:r>
        </a:p>
      </dsp:txBody>
      <dsp:txXfrm>
        <a:off x="0" y="3533579"/>
        <a:ext cx="10514160" cy="699300"/>
      </dsp:txXfrm>
    </dsp:sp>
    <dsp:sp modelId="{2278D12D-E65D-AF4F-928F-8627A029B420}">
      <dsp:nvSpPr>
        <dsp:cNvPr id="0" name=""/>
        <dsp:cNvSpPr/>
      </dsp:nvSpPr>
      <dsp:spPr>
        <a:xfrm>
          <a:off x="525708" y="3356459"/>
          <a:ext cx="7359911" cy="354240"/>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187" tIns="0" rIns="278187" bIns="0" numCol="1" spcCol="1270" anchor="ctr" anchorCtr="0">
          <a:noAutofit/>
        </a:bodyPr>
        <a:lstStyle/>
        <a:p>
          <a:pPr marL="0" lvl="0" indent="0" algn="l" defTabSz="533400">
            <a:lnSpc>
              <a:spcPct val="90000"/>
            </a:lnSpc>
            <a:spcBef>
              <a:spcPct val="0"/>
            </a:spcBef>
            <a:spcAft>
              <a:spcPct val="35000"/>
            </a:spcAft>
            <a:buNone/>
          </a:pPr>
          <a:r>
            <a:rPr lang="de-DE" sz="1200" kern="1200" dirty="0"/>
            <a:t>Best Practice</a:t>
          </a:r>
        </a:p>
      </dsp:txBody>
      <dsp:txXfrm>
        <a:off x="543001" y="3373752"/>
        <a:ext cx="7325325" cy="319654"/>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34CC3FB-ED5E-4A31-AD32-FCEEE3CBF675}">
      <dsp:nvSpPr>
        <dsp:cNvPr id="0" name=""/>
        <dsp:cNvSpPr/>
      </dsp:nvSpPr>
      <dsp:spPr>
        <a:xfrm>
          <a:off x="0" y="2363"/>
          <a:ext cx="6116039" cy="1197994"/>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0804EFC-3DC6-4BBA-A99B-495A788E834C}">
      <dsp:nvSpPr>
        <dsp:cNvPr id="0" name=""/>
        <dsp:cNvSpPr/>
      </dsp:nvSpPr>
      <dsp:spPr>
        <a:xfrm>
          <a:off x="362393" y="271912"/>
          <a:ext cx="658896" cy="65889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BA25F34-095C-4CED-B2F8-875B43140EE7}">
      <dsp:nvSpPr>
        <dsp:cNvPr id="0" name=""/>
        <dsp:cNvSpPr/>
      </dsp:nvSpPr>
      <dsp:spPr>
        <a:xfrm>
          <a:off x="1383683" y="2363"/>
          <a:ext cx="4732356"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711200">
            <a:lnSpc>
              <a:spcPct val="90000"/>
            </a:lnSpc>
            <a:spcBef>
              <a:spcPct val="0"/>
            </a:spcBef>
            <a:spcAft>
              <a:spcPct val="35000"/>
            </a:spcAft>
            <a:buNone/>
          </a:pPr>
          <a:r>
            <a:rPr lang="de-DE" sz="1600" kern="1200" dirty="0"/>
            <a:t>Services sind </a:t>
          </a:r>
          <a:r>
            <a:rPr lang="de-DE" sz="1600" kern="1200" dirty="0" err="1"/>
            <a:t>TypeScript</a:t>
          </a:r>
          <a:r>
            <a:rPr lang="de-DE" sz="1600" kern="1200" dirty="0"/>
            <a:t>-Klassen</a:t>
          </a:r>
          <a:endParaRPr lang="en-US" sz="1600" kern="1200" dirty="0"/>
        </a:p>
      </dsp:txBody>
      <dsp:txXfrm>
        <a:off x="1383683" y="2363"/>
        <a:ext cx="4732356" cy="1197994"/>
      </dsp:txXfrm>
    </dsp:sp>
    <dsp:sp modelId="{4BE57F8C-3983-4127-9440-E398578B117F}">
      <dsp:nvSpPr>
        <dsp:cNvPr id="0" name=""/>
        <dsp:cNvSpPr/>
      </dsp:nvSpPr>
      <dsp:spPr>
        <a:xfrm>
          <a:off x="0" y="1499856"/>
          <a:ext cx="6116039" cy="1197994"/>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8E87817-B150-4258-BE5E-7887ABC4D675}">
      <dsp:nvSpPr>
        <dsp:cNvPr id="0" name=""/>
        <dsp:cNvSpPr/>
      </dsp:nvSpPr>
      <dsp:spPr>
        <a:xfrm>
          <a:off x="362393" y="1769405"/>
          <a:ext cx="658896" cy="65889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562B386-BF00-4470-8429-B58BA85112D7}">
      <dsp:nvSpPr>
        <dsp:cNvPr id="0" name=""/>
        <dsp:cNvSpPr/>
      </dsp:nvSpPr>
      <dsp:spPr>
        <a:xfrm>
          <a:off x="1383683" y="1499856"/>
          <a:ext cx="2752217"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711200">
            <a:lnSpc>
              <a:spcPct val="90000"/>
            </a:lnSpc>
            <a:spcBef>
              <a:spcPct val="0"/>
            </a:spcBef>
            <a:spcAft>
              <a:spcPct val="35000"/>
            </a:spcAft>
            <a:buNone/>
          </a:pPr>
          <a:r>
            <a:rPr lang="de-DE" sz="1600" kern="1200"/>
            <a:t>Diese werden ausschließlich vom Angular-Framework instanziert</a:t>
          </a:r>
          <a:endParaRPr lang="en-US" sz="1600" kern="1200"/>
        </a:p>
      </dsp:txBody>
      <dsp:txXfrm>
        <a:off x="1383683" y="1499856"/>
        <a:ext cx="2752217" cy="1197994"/>
      </dsp:txXfrm>
    </dsp:sp>
    <dsp:sp modelId="{042DECAB-DBF2-4E95-B4B7-6C6A52F4443E}">
      <dsp:nvSpPr>
        <dsp:cNvPr id="0" name=""/>
        <dsp:cNvSpPr/>
      </dsp:nvSpPr>
      <dsp:spPr>
        <a:xfrm>
          <a:off x="4135901" y="1499856"/>
          <a:ext cx="1980138"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533400">
            <a:lnSpc>
              <a:spcPct val="90000"/>
            </a:lnSpc>
            <a:spcBef>
              <a:spcPct val="0"/>
            </a:spcBef>
            <a:spcAft>
              <a:spcPct val="35000"/>
            </a:spcAft>
            <a:buNone/>
          </a:pPr>
          <a:r>
            <a:rPr lang="de-DE" sz="1200" kern="1200"/>
            <a:t>Diese Aufgabe übernimmt der Angular-Context</a:t>
          </a:r>
          <a:endParaRPr lang="en-US" sz="1200" kern="1200"/>
        </a:p>
      </dsp:txBody>
      <dsp:txXfrm>
        <a:off x="4135901" y="1499856"/>
        <a:ext cx="1980138" cy="1197994"/>
      </dsp:txXfrm>
    </dsp:sp>
    <dsp:sp modelId="{A4DC7493-295E-4408-B34F-BB43D6EDAD58}">
      <dsp:nvSpPr>
        <dsp:cNvPr id="0" name=""/>
        <dsp:cNvSpPr/>
      </dsp:nvSpPr>
      <dsp:spPr>
        <a:xfrm>
          <a:off x="0" y="2997349"/>
          <a:ext cx="6116039" cy="1197994"/>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80234B0-4EAC-44EB-95C4-F78A7CD8D387}">
      <dsp:nvSpPr>
        <dsp:cNvPr id="0" name=""/>
        <dsp:cNvSpPr/>
      </dsp:nvSpPr>
      <dsp:spPr>
        <a:xfrm>
          <a:off x="362393" y="3266897"/>
          <a:ext cx="658896" cy="65889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9126E73-0021-4537-8337-D686F97F9B26}">
      <dsp:nvSpPr>
        <dsp:cNvPr id="0" name=""/>
        <dsp:cNvSpPr/>
      </dsp:nvSpPr>
      <dsp:spPr>
        <a:xfrm>
          <a:off x="1383683" y="2997349"/>
          <a:ext cx="2752217"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711200">
            <a:lnSpc>
              <a:spcPct val="90000"/>
            </a:lnSpc>
            <a:spcBef>
              <a:spcPct val="0"/>
            </a:spcBef>
            <a:spcAft>
              <a:spcPct val="35000"/>
            </a:spcAft>
            <a:buNone/>
          </a:pPr>
          <a:r>
            <a:rPr lang="de-DE" sz="1600" kern="1200"/>
            <a:t>Benötigt eine Component den Zugriff auf einen Service, so wird dieser automatisch gesetzt</a:t>
          </a:r>
          <a:endParaRPr lang="en-US" sz="1600" kern="1200"/>
        </a:p>
      </dsp:txBody>
      <dsp:txXfrm>
        <a:off x="1383683" y="2997349"/>
        <a:ext cx="2752217" cy="1197994"/>
      </dsp:txXfrm>
    </dsp:sp>
    <dsp:sp modelId="{6C604A4D-86D1-4321-9052-AF311CDFB6AD}">
      <dsp:nvSpPr>
        <dsp:cNvPr id="0" name=""/>
        <dsp:cNvSpPr/>
      </dsp:nvSpPr>
      <dsp:spPr>
        <a:xfrm>
          <a:off x="4135901" y="2997349"/>
          <a:ext cx="1980138"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533400">
            <a:lnSpc>
              <a:spcPct val="90000"/>
            </a:lnSpc>
            <a:spcBef>
              <a:spcPct val="0"/>
            </a:spcBef>
            <a:spcAft>
              <a:spcPct val="35000"/>
            </a:spcAft>
            <a:buNone/>
          </a:pPr>
          <a:r>
            <a:rPr lang="de-DE" sz="1200" kern="1200"/>
            <a:t>Dieses Verfahren heißt Dependency Injection</a:t>
          </a:r>
          <a:endParaRPr lang="en-US" sz="1200" kern="1200"/>
        </a:p>
      </dsp:txBody>
      <dsp:txXfrm>
        <a:off x="4135901" y="2997349"/>
        <a:ext cx="1980138" cy="1197994"/>
      </dsp:txXfrm>
    </dsp:sp>
    <dsp:sp modelId="{6080E5D3-8DA7-467D-A06F-D6F7EACC4246}">
      <dsp:nvSpPr>
        <dsp:cNvPr id="0" name=""/>
        <dsp:cNvSpPr/>
      </dsp:nvSpPr>
      <dsp:spPr>
        <a:xfrm>
          <a:off x="0" y="4494842"/>
          <a:ext cx="6116039" cy="1197994"/>
        </a:xfrm>
        <a:prstGeom prst="roundRect">
          <a:avLst>
            <a:gd name="adj" fmla="val 1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5F5F76A-6D3A-4E8E-B4EB-8D5E159414E7}">
      <dsp:nvSpPr>
        <dsp:cNvPr id="0" name=""/>
        <dsp:cNvSpPr/>
      </dsp:nvSpPr>
      <dsp:spPr>
        <a:xfrm>
          <a:off x="362393" y="4764390"/>
          <a:ext cx="658896" cy="65889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9496FC2-0F73-42BF-8BC1-5D83F2FD5A7F}">
      <dsp:nvSpPr>
        <dsp:cNvPr id="0" name=""/>
        <dsp:cNvSpPr/>
      </dsp:nvSpPr>
      <dsp:spPr>
        <a:xfrm>
          <a:off x="1383683" y="4494842"/>
          <a:ext cx="4732356"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711200">
            <a:lnSpc>
              <a:spcPct val="90000"/>
            </a:lnSpc>
            <a:spcBef>
              <a:spcPct val="0"/>
            </a:spcBef>
            <a:spcAft>
              <a:spcPct val="35000"/>
            </a:spcAft>
            <a:buNone/>
          </a:pPr>
          <a:r>
            <a:rPr lang="de-DE" sz="1600" kern="1200"/>
            <a:t>Insgesamt stellt Angular mit dem Service-Mechanismus ein Dependency-Injection-Framework zur Verfügung</a:t>
          </a:r>
          <a:endParaRPr lang="en-US" sz="1600" kern="1200"/>
        </a:p>
      </dsp:txBody>
      <dsp:txXfrm>
        <a:off x="1383683" y="4494842"/>
        <a:ext cx="4732356" cy="1197994"/>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580140C-DC50-9B42-93EF-E0A8E23B5672}">
      <dsp:nvSpPr>
        <dsp:cNvPr id="0" name=""/>
        <dsp:cNvSpPr/>
      </dsp:nvSpPr>
      <dsp:spPr>
        <a:xfrm>
          <a:off x="0" y="48923"/>
          <a:ext cx="6116039" cy="1112304"/>
        </a:xfrm>
        <a:prstGeom prst="roundRect">
          <a:avLst/>
        </a:prstGeom>
        <a:solidFill>
          <a:schemeClr val="accent2">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Sehr allgemeines Konzept</a:t>
          </a:r>
          <a:endParaRPr lang="en-US" sz="2800" kern="1200"/>
        </a:p>
      </dsp:txBody>
      <dsp:txXfrm>
        <a:off x="54298" y="103221"/>
        <a:ext cx="6007443" cy="1003708"/>
      </dsp:txXfrm>
    </dsp:sp>
    <dsp:sp modelId="{E3706BF3-EB0C-B54A-9900-D0462B14A2C2}">
      <dsp:nvSpPr>
        <dsp:cNvPr id="0" name=""/>
        <dsp:cNvSpPr/>
      </dsp:nvSpPr>
      <dsp:spPr>
        <a:xfrm>
          <a:off x="0" y="1161227"/>
          <a:ext cx="6116039" cy="11302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4184"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de-DE" sz="2200" kern="1200"/>
            <a:t>Irgendwelche Funktionalität kapseln</a:t>
          </a:r>
          <a:endParaRPr lang="en-US" sz="2200" kern="1200"/>
        </a:p>
        <a:p>
          <a:pPr marL="228600" lvl="1" indent="-228600" algn="l" defTabSz="977900">
            <a:lnSpc>
              <a:spcPct val="90000"/>
            </a:lnSpc>
            <a:spcBef>
              <a:spcPct val="0"/>
            </a:spcBef>
            <a:spcAft>
              <a:spcPct val="20000"/>
            </a:spcAft>
            <a:buChar char="•"/>
          </a:pPr>
          <a:r>
            <a:rPr lang="de-DE" sz="2200" kern="1200"/>
            <a:t>Nicht UI spezifisch</a:t>
          </a:r>
          <a:endParaRPr lang="en-US" sz="2200" kern="1200"/>
        </a:p>
        <a:p>
          <a:pPr marL="228600" lvl="1" indent="-228600" algn="l" defTabSz="977900">
            <a:lnSpc>
              <a:spcPct val="90000"/>
            </a:lnSpc>
            <a:spcBef>
              <a:spcPct val="0"/>
            </a:spcBef>
            <a:spcAft>
              <a:spcPct val="20000"/>
            </a:spcAft>
            <a:buChar char="•"/>
          </a:pPr>
          <a:r>
            <a:rPr lang="de-DE" sz="2200" kern="1200"/>
            <a:t>Implementierungsdetails verstecken</a:t>
          </a:r>
          <a:endParaRPr lang="en-US" sz="2200" kern="1200"/>
        </a:p>
      </dsp:txBody>
      <dsp:txXfrm>
        <a:off x="0" y="1161227"/>
        <a:ext cx="6116039" cy="1130220"/>
      </dsp:txXfrm>
    </dsp:sp>
    <dsp:sp modelId="{E8370226-5730-B142-9DD9-D629D96B8129}">
      <dsp:nvSpPr>
        <dsp:cNvPr id="0" name=""/>
        <dsp:cNvSpPr/>
      </dsp:nvSpPr>
      <dsp:spPr>
        <a:xfrm>
          <a:off x="0" y="2291447"/>
          <a:ext cx="6116039" cy="1112304"/>
        </a:xfrm>
        <a:prstGeom prst="roundRect">
          <a:avLst/>
        </a:prstGeom>
        <a:solidFill>
          <a:schemeClr val="accent2">
            <a:hueOff val="3183231"/>
            <a:satOff val="5400"/>
            <a:lumOff val="-196"/>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Einsatzmöglichkeiten</a:t>
          </a:r>
          <a:endParaRPr lang="en-US" sz="2800" kern="1200"/>
        </a:p>
      </dsp:txBody>
      <dsp:txXfrm>
        <a:off x="54298" y="2345745"/>
        <a:ext cx="6007443" cy="1003708"/>
      </dsp:txXfrm>
    </dsp:sp>
    <dsp:sp modelId="{85B4C076-C19F-FA44-9E00-83D9F1C8BFCC}">
      <dsp:nvSpPr>
        <dsp:cNvPr id="0" name=""/>
        <dsp:cNvSpPr/>
      </dsp:nvSpPr>
      <dsp:spPr>
        <a:xfrm>
          <a:off x="0" y="3403752"/>
          <a:ext cx="6116039" cy="11302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4184"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de-DE" sz="2200" kern="1200"/>
            <a:t>Höhere Abstraktion schaffen (REST)</a:t>
          </a:r>
          <a:endParaRPr lang="en-US" sz="2200" kern="1200"/>
        </a:p>
        <a:p>
          <a:pPr marL="228600" lvl="1" indent="-228600" algn="l" defTabSz="977900">
            <a:lnSpc>
              <a:spcPct val="90000"/>
            </a:lnSpc>
            <a:spcBef>
              <a:spcPct val="0"/>
            </a:spcBef>
            <a:spcAft>
              <a:spcPct val="20000"/>
            </a:spcAft>
            <a:buChar char="•"/>
          </a:pPr>
          <a:r>
            <a:rPr lang="de-DE" sz="2200" kern="1200"/>
            <a:t>Integration anderer Bibliotheken (WebSocket)</a:t>
          </a:r>
          <a:endParaRPr lang="en-US" sz="2200" kern="1200"/>
        </a:p>
        <a:p>
          <a:pPr marL="228600" lvl="1" indent="-228600" algn="l" defTabSz="977900">
            <a:lnSpc>
              <a:spcPct val="90000"/>
            </a:lnSpc>
            <a:spcBef>
              <a:spcPct val="0"/>
            </a:spcBef>
            <a:spcAft>
              <a:spcPct val="20000"/>
            </a:spcAft>
            <a:buChar char="•"/>
          </a:pPr>
          <a:r>
            <a:rPr lang="de-DE" sz="2200" kern="1200"/>
            <a:t>Datenhaltung, Datenzugriff, Caching, Logik, ...</a:t>
          </a:r>
          <a:endParaRPr lang="en-US" sz="2200" kern="1200"/>
        </a:p>
      </dsp:txBody>
      <dsp:txXfrm>
        <a:off x="0" y="3403752"/>
        <a:ext cx="6116039" cy="1130220"/>
      </dsp:txXfrm>
    </dsp:sp>
    <dsp:sp modelId="{D268AD21-B487-BF4A-9B84-2EF1C86BF016}">
      <dsp:nvSpPr>
        <dsp:cNvPr id="0" name=""/>
        <dsp:cNvSpPr/>
      </dsp:nvSpPr>
      <dsp:spPr>
        <a:xfrm>
          <a:off x="0" y="4533972"/>
          <a:ext cx="6116039" cy="1112304"/>
        </a:xfrm>
        <a:prstGeom prst="roundRect">
          <a:avLst/>
        </a:prstGeom>
        <a:solidFill>
          <a:schemeClr val="accent2">
            <a:hueOff val="6366461"/>
            <a:satOff val="10800"/>
            <a:lumOff val="-392"/>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Können Abhängigkeit zu anderen Services haben</a:t>
          </a:r>
          <a:endParaRPr lang="en-US" sz="2800" kern="1200"/>
        </a:p>
      </dsp:txBody>
      <dsp:txXfrm>
        <a:off x="54298" y="4588270"/>
        <a:ext cx="6007443" cy="1003708"/>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7BFC5A3-221C-BF41-82F3-231312BBE5EC}">
      <dsp:nvSpPr>
        <dsp:cNvPr id="0" name=""/>
        <dsp:cNvSpPr/>
      </dsp:nvSpPr>
      <dsp:spPr>
        <a:xfrm>
          <a:off x="0" y="439380"/>
          <a:ext cx="8228160" cy="478800"/>
        </a:xfrm>
        <a:prstGeom prst="rect">
          <a:avLst/>
        </a:prstGeom>
        <a:solidFill>
          <a:schemeClr val="lt1">
            <a:alpha val="9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sp>
    <dsp:sp modelId="{1ECD87B9-C580-F745-B1B7-FBF6A99F2703}">
      <dsp:nvSpPr>
        <dsp:cNvPr id="0" name=""/>
        <dsp:cNvSpPr/>
      </dsp:nvSpPr>
      <dsp:spPr>
        <a:xfrm>
          <a:off x="411408" y="158940"/>
          <a:ext cx="5759712" cy="560879"/>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7703" tIns="0" rIns="217703" bIns="0" numCol="1" spcCol="1270" anchor="ctr" anchorCtr="0">
          <a:noAutofit/>
        </a:bodyPr>
        <a:lstStyle/>
        <a:p>
          <a:pPr marL="0" lvl="0" indent="0" algn="l" defTabSz="844550" rtl="0">
            <a:lnSpc>
              <a:spcPct val="90000"/>
            </a:lnSpc>
            <a:spcBef>
              <a:spcPct val="0"/>
            </a:spcBef>
            <a:spcAft>
              <a:spcPct val="35000"/>
            </a:spcAft>
            <a:buNone/>
          </a:pPr>
          <a:r>
            <a:rPr lang="de-DE" sz="1900" kern="1200"/>
            <a:t>Aufbau der Netze komplex.</a:t>
          </a:r>
        </a:p>
      </dsp:txBody>
      <dsp:txXfrm>
        <a:off x="438788" y="186320"/>
        <a:ext cx="5704952" cy="506119"/>
      </dsp:txXfrm>
    </dsp:sp>
    <dsp:sp modelId="{E7B1E18C-5299-164E-8066-1AD144D53839}">
      <dsp:nvSpPr>
        <dsp:cNvPr id="0" name=""/>
        <dsp:cNvSpPr/>
      </dsp:nvSpPr>
      <dsp:spPr>
        <a:xfrm>
          <a:off x="0" y="1301220"/>
          <a:ext cx="8228160" cy="478800"/>
        </a:xfrm>
        <a:prstGeom prst="rect">
          <a:avLst/>
        </a:prstGeom>
        <a:solidFill>
          <a:schemeClr val="lt1">
            <a:alpha val="9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sp>
    <dsp:sp modelId="{B09D4BB5-B624-1D4B-B9E6-011316B43742}">
      <dsp:nvSpPr>
        <dsp:cNvPr id="0" name=""/>
        <dsp:cNvSpPr/>
      </dsp:nvSpPr>
      <dsp:spPr>
        <a:xfrm>
          <a:off x="411408" y="1020780"/>
          <a:ext cx="5759712" cy="560879"/>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7703" tIns="0" rIns="217703" bIns="0" numCol="1" spcCol="1270" anchor="ctr" anchorCtr="0">
          <a:noAutofit/>
        </a:bodyPr>
        <a:lstStyle/>
        <a:p>
          <a:pPr marL="0" lvl="0" indent="0" algn="l" defTabSz="844550" rtl="0">
            <a:lnSpc>
              <a:spcPct val="90000"/>
            </a:lnSpc>
            <a:spcBef>
              <a:spcPct val="0"/>
            </a:spcBef>
            <a:spcAft>
              <a:spcPct val="35000"/>
            </a:spcAft>
            <a:buNone/>
          </a:pPr>
          <a:r>
            <a:rPr lang="de-DE" sz="1900" kern="1200"/>
            <a:t>Testbarkeit der Komponenten wird eingeschränkt.</a:t>
          </a:r>
        </a:p>
      </dsp:txBody>
      <dsp:txXfrm>
        <a:off x="438788" y="1048160"/>
        <a:ext cx="5704952" cy="506119"/>
      </dsp:txXfrm>
    </dsp:sp>
    <dsp:sp modelId="{1C9F027A-4FEE-E646-9A26-FF01151D7B0D}">
      <dsp:nvSpPr>
        <dsp:cNvPr id="0" name=""/>
        <dsp:cNvSpPr/>
      </dsp:nvSpPr>
      <dsp:spPr>
        <a:xfrm>
          <a:off x="0" y="2163060"/>
          <a:ext cx="8228160" cy="478800"/>
        </a:xfrm>
        <a:prstGeom prst="rect">
          <a:avLst/>
        </a:prstGeom>
        <a:solidFill>
          <a:schemeClr val="lt1">
            <a:alpha val="9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sp>
    <dsp:sp modelId="{D23F324F-A649-C54D-90F8-26F719C76FD7}">
      <dsp:nvSpPr>
        <dsp:cNvPr id="0" name=""/>
        <dsp:cNvSpPr/>
      </dsp:nvSpPr>
      <dsp:spPr>
        <a:xfrm>
          <a:off x="411408" y="1882620"/>
          <a:ext cx="5759712" cy="560879"/>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7703" tIns="0" rIns="217703" bIns="0" numCol="1" spcCol="1270" anchor="ctr" anchorCtr="0">
          <a:noAutofit/>
        </a:bodyPr>
        <a:lstStyle/>
        <a:p>
          <a:pPr marL="0" lvl="0" indent="0" algn="l" defTabSz="844550" rtl="0">
            <a:lnSpc>
              <a:spcPct val="90000"/>
            </a:lnSpc>
            <a:spcBef>
              <a:spcPct val="0"/>
            </a:spcBef>
            <a:spcAft>
              <a:spcPct val="35000"/>
            </a:spcAft>
            <a:buNone/>
          </a:pPr>
          <a:r>
            <a:rPr lang="de-DE" sz="1900" kern="1200"/>
            <a:t>Änderbarkeit und Wartbarkeit nur bedingt gegeben.</a:t>
          </a:r>
        </a:p>
      </dsp:txBody>
      <dsp:txXfrm>
        <a:off x="438788" y="1910000"/>
        <a:ext cx="5704952" cy="506119"/>
      </dsp:txXfrm>
    </dsp:sp>
    <dsp:sp modelId="{E7A1E83F-27FB-7046-916E-840DBC608703}">
      <dsp:nvSpPr>
        <dsp:cNvPr id="0" name=""/>
        <dsp:cNvSpPr/>
      </dsp:nvSpPr>
      <dsp:spPr>
        <a:xfrm>
          <a:off x="0" y="3024900"/>
          <a:ext cx="8228160" cy="478800"/>
        </a:xfrm>
        <a:prstGeom prst="rect">
          <a:avLst/>
        </a:prstGeom>
        <a:solidFill>
          <a:schemeClr val="lt1">
            <a:alpha val="9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sp>
    <dsp:sp modelId="{AABA84C5-D367-3740-811F-273A21F9174D}">
      <dsp:nvSpPr>
        <dsp:cNvPr id="0" name=""/>
        <dsp:cNvSpPr/>
      </dsp:nvSpPr>
      <dsp:spPr>
        <a:xfrm>
          <a:off x="411408" y="2744460"/>
          <a:ext cx="5759712" cy="560879"/>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7703" tIns="0" rIns="217703" bIns="0" numCol="1" spcCol="1270" anchor="ctr" anchorCtr="0">
          <a:noAutofit/>
        </a:bodyPr>
        <a:lstStyle/>
        <a:p>
          <a:pPr marL="0" lvl="0" indent="0" algn="l" defTabSz="844550" rtl="0">
            <a:lnSpc>
              <a:spcPct val="90000"/>
            </a:lnSpc>
            <a:spcBef>
              <a:spcPct val="0"/>
            </a:spcBef>
            <a:spcAft>
              <a:spcPct val="35000"/>
            </a:spcAft>
            <a:buNone/>
          </a:pPr>
          <a:r>
            <a:rPr lang="de-DE" sz="1900" kern="1200" dirty="0" err="1"/>
            <a:t>Favor</a:t>
          </a:r>
          <a:r>
            <a:rPr lang="de-DE" sz="1900" kern="1200" dirty="0"/>
            <a:t> Delegation </a:t>
          </a:r>
          <a:r>
            <a:rPr lang="de-DE" sz="1900" kern="1200" dirty="0" err="1"/>
            <a:t>over</a:t>
          </a:r>
          <a:r>
            <a:rPr lang="de-DE" sz="1900" kern="1200" dirty="0"/>
            <a:t> </a:t>
          </a:r>
          <a:r>
            <a:rPr lang="de-DE" sz="1900" kern="1200" dirty="0" err="1"/>
            <a:t>inheritance</a:t>
          </a:r>
          <a:r>
            <a:rPr lang="de-DE" sz="1900" kern="1200" dirty="0"/>
            <a:t>.</a:t>
          </a:r>
        </a:p>
      </dsp:txBody>
      <dsp:txXfrm>
        <a:off x="438788" y="2771840"/>
        <a:ext cx="5704952" cy="506119"/>
      </dsp:txXfrm>
    </dsp:sp>
    <dsp:sp modelId="{6387FF60-1556-F646-BEF2-EFDFA3F1F8AE}">
      <dsp:nvSpPr>
        <dsp:cNvPr id="0" name=""/>
        <dsp:cNvSpPr/>
      </dsp:nvSpPr>
      <dsp:spPr>
        <a:xfrm>
          <a:off x="0" y="3886740"/>
          <a:ext cx="8228160" cy="478800"/>
        </a:xfrm>
        <a:prstGeom prst="rect">
          <a:avLst/>
        </a:prstGeom>
        <a:solidFill>
          <a:schemeClr val="lt1">
            <a:alpha val="9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sp>
    <dsp:sp modelId="{0A9A284D-6452-BB41-99E7-07D3AE11220D}">
      <dsp:nvSpPr>
        <dsp:cNvPr id="0" name=""/>
        <dsp:cNvSpPr/>
      </dsp:nvSpPr>
      <dsp:spPr>
        <a:xfrm>
          <a:off x="411408" y="3606299"/>
          <a:ext cx="5759712" cy="560879"/>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7703" tIns="0" rIns="217703" bIns="0" numCol="1" spcCol="1270" anchor="ctr" anchorCtr="0">
          <a:noAutofit/>
        </a:bodyPr>
        <a:lstStyle/>
        <a:p>
          <a:pPr marL="0" lvl="0" indent="0" algn="l" defTabSz="844550" rtl="0">
            <a:lnSpc>
              <a:spcPct val="90000"/>
            </a:lnSpc>
            <a:spcBef>
              <a:spcPct val="0"/>
            </a:spcBef>
            <a:spcAft>
              <a:spcPct val="35000"/>
            </a:spcAft>
            <a:buNone/>
          </a:pPr>
          <a:r>
            <a:rPr lang="de-DE" sz="1900" kern="1200" dirty="0"/>
            <a:t>Verschiedene Möglichkeiten Netze aufzubauen.</a:t>
          </a:r>
        </a:p>
      </dsp:txBody>
      <dsp:txXfrm>
        <a:off x="438788" y="3633679"/>
        <a:ext cx="5704952" cy="506119"/>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36B98D3-800E-F74A-9A0F-E2FFD80B7A9A}">
      <dsp:nvSpPr>
        <dsp:cNvPr id="0" name=""/>
        <dsp:cNvSpPr/>
      </dsp:nvSpPr>
      <dsp:spPr>
        <a:xfrm>
          <a:off x="86823" y="610400"/>
          <a:ext cx="2888192" cy="339787"/>
        </a:xfrm>
        <a:prstGeom prst="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w="6350" cap="flat" cmpd="sng" algn="ctr">
          <a:prstDash val="solid"/>
          <a:miter lim="800000"/>
        </a:ln>
        <a:effectLst/>
        <a:scene3d>
          <a:camera prst="orthographicFront"/>
          <a:lightRig rig="flat" dir="t"/>
        </a:scene3d>
        <a:sp3d prstMaterial="plastic">
          <a:bevelT w="120900" h="88900"/>
          <a:bevelB w="88900" h="31750" prst="angle"/>
        </a:sp3d>
      </dsp:spPr>
      <dsp:style>
        <a:lnRef idx="1">
          <a:scrgbClr r="0" g="0" b="0"/>
        </a:lnRef>
        <a:fillRef idx="3">
          <a:scrgbClr r="0" g="0" b="0"/>
        </a:fillRef>
        <a:effectRef idx="2">
          <a:scrgbClr r="0" g="0" b="0"/>
        </a:effectRef>
        <a:fontRef idx="minor">
          <a:schemeClr val="lt1"/>
        </a:fontRef>
      </dsp:style>
    </dsp:sp>
    <dsp:sp modelId="{EFBB4F44-452B-744E-8688-A5A644D558E5}">
      <dsp:nvSpPr>
        <dsp:cNvPr id="0" name=""/>
        <dsp:cNvSpPr/>
      </dsp:nvSpPr>
      <dsp:spPr>
        <a:xfrm>
          <a:off x="86823" y="738011"/>
          <a:ext cx="212177" cy="212177"/>
        </a:xfrm>
        <a:prstGeom prst="rect">
          <a:avLst/>
        </a:prstGeom>
        <a:solidFill>
          <a:schemeClr val="lt1">
            <a:alpha val="90000"/>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4FC99E78-1155-0845-8512-C9CBF1EAC6CC}">
      <dsp:nvSpPr>
        <dsp:cNvPr id="0" name=""/>
        <dsp:cNvSpPr/>
      </dsp:nvSpPr>
      <dsp:spPr>
        <a:xfrm>
          <a:off x="86823" y="0"/>
          <a:ext cx="2888192" cy="6104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0485" tIns="46990" rIns="70485" bIns="46990" numCol="1" spcCol="1270" anchor="ctr" anchorCtr="0">
          <a:noAutofit/>
        </a:bodyPr>
        <a:lstStyle/>
        <a:p>
          <a:pPr marL="0" lvl="0" indent="0" algn="l" defTabSz="1644650">
            <a:lnSpc>
              <a:spcPct val="90000"/>
            </a:lnSpc>
            <a:spcBef>
              <a:spcPct val="0"/>
            </a:spcBef>
            <a:spcAft>
              <a:spcPct val="35000"/>
            </a:spcAft>
            <a:buNone/>
          </a:pPr>
          <a:r>
            <a:rPr lang="de-DE" sz="3700" kern="1200" dirty="0"/>
            <a:t>intermediate</a:t>
          </a:r>
        </a:p>
      </dsp:txBody>
      <dsp:txXfrm>
        <a:off x="86823" y="0"/>
        <a:ext cx="2888192" cy="610400"/>
      </dsp:txXfrm>
    </dsp:sp>
    <dsp:sp modelId="{F347F7C1-F496-F64F-9104-1061677E3A08}">
      <dsp:nvSpPr>
        <dsp:cNvPr id="0" name=""/>
        <dsp:cNvSpPr/>
      </dsp:nvSpPr>
      <dsp:spPr>
        <a:xfrm>
          <a:off x="86823" y="1232589"/>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C5C4DBBF-59F3-834F-A223-831DC26DDE50}">
      <dsp:nvSpPr>
        <dsp:cNvPr id="0" name=""/>
        <dsp:cNvSpPr/>
      </dsp:nvSpPr>
      <dsp:spPr>
        <a:xfrm>
          <a:off x="288996" y="1091388"/>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filter</a:t>
          </a:r>
          <a:endParaRPr lang="de-DE" sz="1700" kern="1200" dirty="0"/>
        </a:p>
      </dsp:txBody>
      <dsp:txXfrm>
        <a:off x="288996" y="1091388"/>
        <a:ext cx="2686018" cy="494572"/>
      </dsp:txXfrm>
    </dsp:sp>
    <dsp:sp modelId="{8D6D2AA9-EA8F-634D-B9BE-DAA48591AC4E}">
      <dsp:nvSpPr>
        <dsp:cNvPr id="0" name=""/>
        <dsp:cNvSpPr/>
      </dsp:nvSpPr>
      <dsp:spPr>
        <a:xfrm>
          <a:off x="86823" y="1727162"/>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0EA5CB1D-5FD4-DE49-BD8B-06A65406B791}">
      <dsp:nvSpPr>
        <dsp:cNvPr id="0" name=""/>
        <dsp:cNvSpPr/>
      </dsp:nvSpPr>
      <dsp:spPr>
        <a:xfrm>
          <a:off x="288996" y="1585961"/>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a:t>map</a:t>
          </a:r>
          <a:endParaRPr lang="de-DE" sz="1700" kern="1200" dirty="0"/>
        </a:p>
      </dsp:txBody>
      <dsp:txXfrm>
        <a:off x="288996" y="1585961"/>
        <a:ext cx="2686018" cy="494572"/>
      </dsp:txXfrm>
    </dsp:sp>
    <dsp:sp modelId="{8233E98F-D7DA-4345-A3B5-274A61A28C68}">
      <dsp:nvSpPr>
        <dsp:cNvPr id="0" name=""/>
        <dsp:cNvSpPr/>
      </dsp:nvSpPr>
      <dsp:spPr>
        <a:xfrm>
          <a:off x="86823" y="2221735"/>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DED6C75D-1E28-434D-853E-2D29D3E7710C}">
      <dsp:nvSpPr>
        <dsp:cNvPr id="0" name=""/>
        <dsp:cNvSpPr/>
      </dsp:nvSpPr>
      <dsp:spPr>
        <a:xfrm>
          <a:off x="288996" y="2080534"/>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sorted</a:t>
          </a:r>
          <a:endParaRPr lang="de-DE" sz="1700" kern="1200" dirty="0"/>
        </a:p>
      </dsp:txBody>
      <dsp:txXfrm>
        <a:off x="288996" y="2080534"/>
        <a:ext cx="2686018" cy="494572"/>
      </dsp:txXfrm>
    </dsp:sp>
    <dsp:sp modelId="{88E757B0-4E49-9A40-B9F2-A0850E6FE243}">
      <dsp:nvSpPr>
        <dsp:cNvPr id="0" name=""/>
        <dsp:cNvSpPr/>
      </dsp:nvSpPr>
      <dsp:spPr>
        <a:xfrm>
          <a:off x="86823" y="2716308"/>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041626F9-A23B-F246-8047-0BCF07C14460}">
      <dsp:nvSpPr>
        <dsp:cNvPr id="0" name=""/>
        <dsp:cNvSpPr/>
      </dsp:nvSpPr>
      <dsp:spPr>
        <a:xfrm>
          <a:off x="288996" y="2575107"/>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a:t>distinct</a:t>
          </a:r>
          <a:endParaRPr lang="de-DE" sz="1700" kern="1200" dirty="0"/>
        </a:p>
      </dsp:txBody>
      <dsp:txXfrm>
        <a:off x="288996" y="2575107"/>
        <a:ext cx="2686018" cy="494572"/>
      </dsp:txXfrm>
    </dsp:sp>
    <dsp:sp modelId="{F692CA78-A415-F641-9D76-A55F8BBAEDC7}">
      <dsp:nvSpPr>
        <dsp:cNvPr id="0" name=""/>
        <dsp:cNvSpPr/>
      </dsp:nvSpPr>
      <dsp:spPr>
        <a:xfrm>
          <a:off x="86823" y="3210881"/>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D849052E-1296-C04D-A318-77E326D99888}">
      <dsp:nvSpPr>
        <dsp:cNvPr id="0" name=""/>
        <dsp:cNvSpPr/>
      </dsp:nvSpPr>
      <dsp:spPr>
        <a:xfrm>
          <a:off x="288996" y="3069680"/>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limit</a:t>
          </a:r>
          <a:endParaRPr lang="de-DE" sz="1700" kern="1200" dirty="0"/>
        </a:p>
      </dsp:txBody>
      <dsp:txXfrm>
        <a:off x="288996" y="3069680"/>
        <a:ext cx="2686018" cy="494572"/>
      </dsp:txXfrm>
    </dsp:sp>
    <dsp:sp modelId="{9D1E9075-AD49-9D42-AB06-CF9F4E42983B}">
      <dsp:nvSpPr>
        <dsp:cNvPr id="0" name=""/>
        <dsp:cNvSpPr/>
      </dsp:nvSpPr>
      <dsp:spPr>
        <a:xfrm>
          <a:off x="86823" y="3705454"/>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A5FBD568-00F0-CA41-9442-45AA230B9268}">
      <dsp:nvSpPr>
        <dsp:cNvPr id="0" name=""/>
        <dsp:cNvSpPr/>
      </dsp:nvSpPr>
      <dsp:spPr>
        <a:xfrm>
          <a:off x="288996" y="3564253"/>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peek</a:t>
          </a:r>
          <a:endParaRPr lang="de-DE" sz="1700" kern="1200" dirty="0"/>
        </a:p>
      </dsp:txBody>
      <dsp:txXfrm>
        <a:off x="288996" y="3564253"/>
        <a:ext cx="2686018" cy="494572"/>
      </dsp:txXfrm>
    </dsp:sp>
    <dsp:sp modelId="{80F5CA70-F5A9-6D46-BBF0-B1BF51B96806}">
      <dsp:nvSpPr>
        <dsp:cNvPr id="0" name=""/>
        <dsp:cNvSpPr/>
      </dsp:nvSpPr>
      <dsp:spPr>
        <a:xfrm>
          <a:off x="3119424" y="610400"/>
          <a:ext cx="2888192" cy="339787"/>
        </a:xfrm>
        <a:prstGeom prst="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w="6350" cap="flat" cmpd="sng" algn="ctr">
          <a:prstDash val="solid"/>
          <a:miter lim="800000"/>
        </a:ln>
        <a:effectLst/>
        <a:scene3d>
          <a:camera prst="orthographicFront"/>
          <a:lightRig rig="flat" dir="t"/>
        </a:scene3d>
        <a:sp3d prstMaterial="plastic">
          <a:bevelT w="120900" h="88900"/>
          <a:bevelB w="88900" h="31750" prst="angle"/>
        </a:sp3d>
      </dsp:spPr>
      <dsp:style>
        <a:lnRef idx="1">
          <a:scrgbClr r="0" g="0" b="0"/>
        </a:lnRef>
        <a:fillRef idx="3">
          <a:scrgbClr r="0" g="0" b="0"/>
        </a:fillRef>
        <a:effectRef idx="2">
          <a:scrgbClr r="0" g="0" b="0"/>
        </a:effectRef>
        <a:fontRef idx="minor">
          <a:schemeClr val="lt1"/>
        </a:fontRef>
      </dsp:style>
    </dsp:sp>
    <dsp:sp modelId="{0F8A1F45-F0FE-174D-9804-9F3153FCE4CC}">
      <dsp:nvSpPr>
        <dsp:cNvPr id="0" name=""/>
        <dsp:cNvSpPr/>
      </dsp:nvSpPr>
      <dsp:spPr>
        <a:xfrm>
          <a:off x="3119424" y="738011"/>
          <a:ext cx="212177" cy="212177"/>
        </a:xfrm>
        <a:prstGeom prst="rect">
          <a:avLst/>
        </a:prstGeom>
        <a:solidFill>
          <a:schemeClr val="lt1">
            <a:alpha val="90000"/>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70D9E660-3672-EB4B-90E2-490E14AE574C}">
      <dsp:nvSpPr>
        <dsp:cNvPr id="0" name=""/>
        <dsp:cNvSpPr/>
      </dsp:nvSpPr>
      <dsp:spPr>
        <a:xfrm>
          <a:off x="3119424" y="0"/>
          <a:ext cx="2888192" cy="6104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0485" tIns="46990" rIns="70485" bIns="46990" numCol="1" spcCol="1270" anchor="ctr" anchorCtr="0">
          <a:noAutofit/>
        </a:bodyPr>
        <a:lstStyle/>
        <a:p>
          <a:pPr marL="0" lvl="0" indent="0" algn="l" defTabSz="1644650">
            <a:lnSpc>
              <a:spcPct val="90000"/>
            </a:lnSpc>
            <a:spcBef>
              <a:spcPct val="0"/>
            </a:spcBef>
            <a:spcAft>
              <a:spcPct val="35000"/>
            </a:spcAft>
            <a:buNone/>
          </a:pPr>
          <a:r>
            <a:rPr lang="de-DE" sz="3700" kern="1200" dirty="0"/>
            <a:t>terminal</a:t>
          </a:r>
        </a:p>
      </dsp:txBody>
      <dsp:txXfrm>
        <a:off x="3119424" y="0"/>
        <a:ext cx="2888192" cy="610400"/>
      </dsp:txXfrm>
    </dsp:sp>
    <dsp:sp modelId="{558D38F1-94DA-6E4A-94E3-90E60D86BBEE}">
      <dsp:nvSpPr>
        <dsp:cNvPr id="0" name=""/>
        <dsp:cNvSpPr/>
      </dsp:nvSpPr>
      <dsp:spPr>
        <a:xfrm>
          <a:off x="3119424" y="1232589"/>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98267CF4-FDBE-EF4B-9516-67DE565AC5C2}">
      <dsp:nvSpPr>
        <dsp:cNvPr id="0" name=""/>
        <dsp:cNvSpPr/>
      </dsp:nvSpPr>
      <dsp:spPr>
        <a:xfrm>
          <a:off x="3321598" y="1091388"/>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count</a:t>
          </a:r>
          <a:endParaRPr lang="de-DE" sz="1700" kern="1200" dirty="0"/>
        </a:p>
      </dsp:txBody>
      <dsp:txXfrm>
        <a:off x="3321598" y="1091388"/>
        <a:ext cx="2686018" cy="494572"/>
      </dsp:txXfrm>
    </dsp:sp>
    <dsp:sp modelId="{5EB43296-6BB6-9D43-AD57-5910B07E227C}">
      <dsp:nvSpPr>
        <dsp:cNvPr id="0" name=""/>
        <dsp:cNvSpPr/>
      </dsp:nvSpPr>
      <dsp:spPr>
        <a:xfrm>
          <a:off x="3119424" y="1727162"/>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AEFE7DCB-6CA6-2447-9655-3627004F00CA}">
      <dsp:nvSpPr>
        <dsp:cNvPr id="0" name=""/>
        <dsp:cNvSpPr/>
      </dsp:nvSpPr>
      <dsp:spPr>
        <a:xfrm>
          <a:off x="3321598" y="1585961"/>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foreach</a:t>
          </a:r>
          <a:endParaRPr lang="de-DE" sz="1700" kern="1200" dirty="0"/>
        </a:p>
      </dsp:txBody>
      <dsp:txXfrm>
        <a:off x="3321598" y="1585961"/>
        <a:ext cx="2686018" cy="494572"/>
      </dsp:txXfrm>
    </dsp:sp>
    <dsp:sp modelId="{AECA63DD-0EB6-1F45-9144-7BC4B2B47254}">
      <dsp:nvSpPr>
        <dsp:cNvPr id="0" name=""/>
        <dsp:cNvSpPr/>
      </dsp:nvSpPr>
      <dsp:spPr>
        <a:xfrm>
          <a:off x="3119424" y="2221735"/>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944D9F32-E826-1141-828E-D2235C1AE056}">
      <dsp:nvSpPr>
        <dsp:cNvPr id="0" name=""/>
        <dsp:cNvSpPr/>
      </dsp:nvSpPr>
      <dsp:spPr>
        <a:xfrm>
          <a:off x="3321598" y="2080534"/>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sum</a:t>
          </a:r>
          <a:endParaRPr lang="de-DE" sz="1700" kern="1200" dirty="0"/>
        </a:p>
      </dsp:txBody>
      <dsp:txXfrm>
        <a:off x="3321598" y="2080534"/>
        <a:ext cx="2686018" cy="494572"/>
      </dsp:txXfrm>
    </dsp:sp>
    <dsp:sp modelId="{3F4D3C5B-4DA7-BD43-B520-4BA6790DF61E}">
      <dsp:nvSpPr>
        <dsp:cNvPr id="0" name=""/>
        <dsp:cNvSpPr/>
      </dsp:nvSpPr>
      <dsp:spPr>
        <a:xfrm>
          <a:off x="3119424" y="2716308"/>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F89EB8DD-EB8A-8C43-AF21-C13F69153078}">
      <dsp:nvSpPr>
        <dsp:cNvPr id="0" name=""/>
        <dsp:cNvSpPr/>
      </dsp:nvSpPr>
      <dsp:spPr>
        <a:xfrm>
          <a:off x="3321598" y="2575107"/>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a:t>min/</a:t>
          </a:r>
          <a:r>
            <a:rPr lang="de-DE" sz="1700" kern="1200" dirty="0" err="1"/>
            <a:t>max</a:t>
          </a:r>
          <a:endParaRPr lang="de-DE" sz="1700" kern="1200" dirty="0"/>
        </a:p>
      </dsp:txBody>
      <dsp:txXfrm>
        <a:off x="3321598" y="2575107"/>
        <a:ext cx="2686018" cy="494572"/>
      </dsp:txXfrm>
    </dsp:sp>
    <dsp:sp modelId="{9DEAEA6C-0A14-1A43-B7CF-2DB1F13CB753}">
      <dsp:nvSpPr>
        <dsp:cNvPr id="0" name=""/>
        <dsp:cNvSpPr/>
      </dsp:nvSpPr>
      <dsp:spPr>
        <a:xfrm>
          <a:off x="3119424" y="3210881"/>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532B82C2-F03A-054B-9C56-7E7ACF31BCDA}">
      <dsp:nvSpPr>
        <dsp:cNvPr id="0" name=""/>
        <dsp:cNvSpPr/>
      </dsp:nvSpPr>
      <dsp:spPr>
        <a:xfrm>
          <a:off x="3321598" y="3069680"/>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a:t>reduce</a:t>
          </a:r>
          <a:endParaRPr lang="de-DE" sz="1700" kern="1200" dirty="0"/>
        </a:p>
      </dsp:txBody>
      <dsp:txXfrm>
        <a:off x="3321598" y="3069680"/>
        <a:ext cx="2686018" cy="494572"/>
      </dsp:txXfrm>
    </dsp:sp>
    <dsp:sp modelId="{C77EDB56-4C60-3644-86FB-85B2551EC4FB}">
      <dsp:nvSpPr>
        <dsp:cNvPr id="0" name=""/>
        <dsp:cNvSpPr/>
      </dsp:nvSpPr>
      <dsp:spPr>
        <a:xfrm>
          <a:off x="3119424" y="3705454"/>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167598D0-4FB3-AC4C-B6D1-002B6F7BE244}">
      <dsp:nvSpPr>
        <dsp:cNvPr id="0" name=""/>
        <dsp:cNvSpPr/>
      </dsp:nvSpPr>
      <dsp:spPr>
        <a:xfrm>
          <a:off x="3321598" y="3564253"/>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findFirst</a:t>
          </a:r>
          <a:endParaRPr lang="de-DE" sz="1700" kern="1200" dirty="0"/>
        </a:p>
      </dsp:txBody>
      <dsp:txXfrm>
        <a:off x="3321598" y="3564253"/>
        <a:ext cx="2686018" cy="494572"/>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60026B-A515-D54B-98B9-73A8945EE08C}">
      <dsp:nvSpPr>
        <dsp:cNvPr id="0" name=""/>
        <dsp:cNvSpPr/>
      </dsp:nvSpPr>
      <dsp:spPr>
        <a:xfrm rot="5400000">
          <a:off x="-236795" y="238852"/>
          <a:ext cx="1578634" cy="1105044"/>
        </a:xfrm>
        <a:prstGeom prst="chevron">
          <a:avLst/>
        </a:prstGeom>
        <a:solidFill>
          <a:schemeClr val="accent1">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de-DE" sz="1100" kern="1200"/>
            <a:t>Problem:</a:t>
          </a:r>
        </a:p>
      </dsp:txBody>
      <dsp:txXfrm rot="-5400000">
        <a:off x="0" y="554579"/>
        <a:ext cx="1105044" cy="473590"/>
      </dsp:txXfrm>
    </dsp:sp>
    <dsp:sp modelId="{28D90256-420F-594D-9B53-7D6CF3CEFD73}">
      <dsp:nvSpPr>
        <dsp:cNvPr id="0" name=""/>
        <dsp:cNvSpPr/>
      </dsp:nvSpPr>
      <dsp:spPr>
        <a:xfrm rot="5400000">
          <a:off x="5297265" y="-4190163"/>
          <a:ext cx="1026112" cy="9410555"/>
        </a:xfrm>
        <a:prstGeom prst="round2SameRect">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206248" tIns="18415" rIns="18415" bIns="18415" numCol="1" spcCol="1270" anchor="ctr" anchorCtr="0">
          <a:noAutofit/>
        </a:bodyPr>
        <a:lstStyle/>
        <a:p>
          <a:pPr marL="285750" lvl="1" indent="-285750" algn="l" defTabSz="1289050">
            <a:lnSpc>
              <a:spcPct val="90000"/>
            </a:lnSpc>
            <a:spcBef>
              <a:spcPct val="0"/>
            </a:spcBef>
            <a:spcAft>
              <a:spcPct val="15000"/>
            </a:spcAft>
            <a:buChar char="•"/>
          </a:pPr>
          <a:r>
            <a:rPr lang="de-DE" sz="2900" kern="1200" dirty="0"/>
            <a:t>Routen Konfiguration zur Entwicklungszeit</a:t>
          </a:r>
        </a:p>
        <a:p>
          <a:pPr marL="285750" lvl="1" indent="-285750" algn="l" defTabSz="1289050">
            <a:lnSpc>
              <a:spcPct val="90000"/>
            </a:lnSpc>
            <a:spcBef>
              <a:spcPct val="0"/>
            </a:spcBef>
            <a:spcAft>
              <a:spcPct val="15000"/>
            </a:spcAft>
            <a:buChar char="•"/>
          </a:pPr>
          <a:r>
            <a:rPr lang="de-DE" sz="2900" kern="1200" dirty="0"/>
            <a:t>Somit: Keine statische Route pro Datensatz möglich</a:t>
          </a:r>
        </a:p>
      </dsp:txBody>
      <dsp:txXfrm rot="-5400000">
        <a:off x="1105044" y="52149"/>
        <a:ext cx="9360464" cy="925930"/>
      </dsp:txXfrm>
    </dsp:sp>
    <dsp:sp modelId="{E87F782A-15CE-A24D-9C75-E4576DBC761D}">
      <dsp:nvSpPr>
        <dsp:cNvPr id="0" name=""/>
        <dsp:cNvSpPr/>
      </dsp:nvSpPr>
      <dsp:spPr>
        <a:xfrm rot="5400000">
          <a:off x="-236795" y="1623146"/>
          <a:ext cx="1578634" cy="1105044"/>
        </a:xfrm>
        <a:prstGeom prst="chevron">
          <a:avLst/>
        </a:prstGeom>
        <a:solidFill>
          <a:schemeClr val="accent1">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de-DE" sz="1100" kern="1200"/>
            <a:t>Lösung:</a:t>
          </a:r>
        </a:p>
      </dsp:txBody>
      <dsp:txXfrm rot="-5400000">
        <a:off x="0" y="1938873"/>
        <a:ext cx="1105044" cy="473590"/>
      </dsp:txXfrm>
    </dsp:sp>
    <dsp:sp modelId="{78366A0F-A76C-E744-8E61-1FCF31176EB3}">
      <dsp:nvSpPr>
        <dsp:cNvPr id="0" name=""/>
        <dsp:cNvSpPr/>
      </dsp:nvSpPr>
      <dsp:spPr>
        <a:xfrm rot="5400000">
          <a:off x="5297265" y="-2805869"/>
          <a:ext cx="1026112" cy="9410555"/>
        </a:xfrm>
        <a:prstGeom prst="round2SameRect">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206248" tIns="18415" rIns="18415" bIns="18415" numCol="1" spcCol="1270" anchor="ctr" anchorCtr="0">
          <a:noAutofit/>
        </a:bodyPr>
        <a:lstStyle/>
        <a:p>
          <a:pPr marL="285750" lvl="1" indent="-285750" algn="l" defTabSz="1289050">
            <a:lnSpc>
              <a:spcPct val="90000"/>
            </a:lnSpc>
            <a:spcBef>
              <a:spcPct val="0"/>
            </a:spcBef>
            <a:spcAft>
              <a:spcPct val="15000"/>
            </a:spcAft>
            <a:buChar char="•"/>
          </a:pPr>
          <a:r>
            <a:rPr lang="de-DE" sz="2900" kern="1200" dirty="0"/>
            <a:t>Dynamische Routen mit Parametern</a:t>
          </a:r>
        </a:p>
        <a:p>
          <a:pPr marL="285750" lvl="1" indent="-285750" algn="l" defTabSz="1289050">
            <a:lnSpc>
              <a:spcPct val="90000"/>
            </a:lnSpc>
            <a:spcBef>
              <a:spcPct val="0"/>
            </a:spcBef>
            <a:spcAft>
              <a:spcPct val="15000"/>
            </a:spcAft>
            <a:buChar char="•"/>
          </a:pPr>
          <a:r>
            <a:rPr lang="de-DE" sz="2900" kern="1200" dirty="0"/>
            <a:t>Routen Konfiguration kann in Pfadvariablen enthalten</a:t>
          </a:r>
        </a:p>
      </dsp:txBody>
      <dsp:txXfrm rot="-5400000">
        <a:off x="1105044" y="1436443"/>
        <a:ext cx="9360464" cy="925930"/>
      </dsp:txXfrm>
    </dsp:sp>
    <dsp:sp modelId="{4F4E14E5-864A-7149-950C-0D8751F63536}">
      <dsp:nvSpPr>
        <dsp:cNvPr id="0" name=""/>
        <dsp:cNvSpPr/>
      </dsp:nvSpPr>
      <dsp:spPr>
        <a:xfrm rot="5400000">
          <a:off x="-236795" y="3007440"/>
          <a:ext cx="1578634" cy="1105044"/>
        </a:xfrm>
        <a:prstGeom prst="chevron">
          <a:avLst/>
        </a:prstGeom>
        <a:solidFill>
          <a:schemeClr val="accent1">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de-DE" sz="1100" kern="1200" dirty="0"/>
            <a:t>Rest-Parameter </a:t>
          </a:r>
          <a:r>
            <a:rPr lang="de-DE" sz="1100" kern="1200" dirty="0" err="1"/>
            <a:t>vs</a:t>
          </a:r>
          <a:r>
            <a:rPr lang="de-DE" sz="1100" kern="1200" dirty="0"/>
            <a:t> URL-Parameter</a:t>
          </a:r>
        </a:p>
      </dsp:txBody>
      <dsp:txXfrm rot="-5400000">
        <a:off x="0" y="3323167"/>
        <a:ext cx="1105044" cy="473590"/>
      </dsp:txXfrm>
    </dsp:sp>
    <dsp:sp modelId="{83429FCB-206E-7D4D-8739-0160ADC3C48D}">
      <dsp:nvSpPr>
        <dsp:cNvPr id="0" name=""/>
        <dsp:cNvSpPr/>
      </dsp:nvSpPr>
      <dsp:spPr>
        <a:xfrm rot="5400000">
          <a:off x="5297265" y="-1421576"/>
          <a:ext cx="1026112" cy="9410555"/>
        </a:xfrm>
        <a:prstGeom prst="round2SameRect">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206248" tIns="18415" rIns="18415" bIns="18415" numCol="1" spcCol="1270" anchor="ctr" anchorCtr="0">
          <a:noAutofit/>
        </a:bodyPr>
        <a:lstStyle/>
        <a:p>
          <a:pPr marL="285750" lvl="1" indent="-285750" algn="l" defTabSz="1289050">
            <a:lnSpc>
              <a:spcPct val="90000"/>
            </a:lnSpc>
            <a:spcBef>
              <a:spcPct val="0"/>
            </a:spcBef>
            <a:spcAft>
              <a:spcPct val="15000"/>
            </a:spcAft>
            <a:buChar char="•"/>
          </a:pPr>
          <a:r>
            <a:rPr lang="de-DE" sz="2900" kern="1200"/>
            <a:t>Parameter in Route für Pflichtparameter</a:t>
          </a:r>
        </a:p>
        <a:p>
          <a:pPr marL="285750" lvl="1" indent="-285750" algn="l" defTabSz="1289050">
            <a:lnSpc>
              <a:spcPct val="90000"/>
            </a:lnSpc>
            <a:spcBef>
              <a:spcPct val="0"/>
            </a:spcBef>
            <a:spcAft>
              <a:spcPct val="15000"/>
            </a:spcAft>
            <a:buChar char="•"/>
          </a:pPr>
          <a:r>
            <a:rPr lang="de-DE" sz="2900" kern="1200"/>
            <a:t>URL-Parameter für optionale Parameter</a:t>
          </a:r>
        </a:p>
      </dsp:txBody>
      <dsp:txXfrm rot="-5400000">
        <a:off x="1105044" y="2820736"/>
        <a:ext cx="9360464" cy="925930"/>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1960F03-EDCA-8748-B41F-0C34EF6988CC}">
      <dsp:nvSpPr>
        <dsp:cNvPr id="0" name=""/>
        <dsp:cNvSpPr/>
      </dsp:nvSpPr>
      <dsp:spPr>
        <a:xfrm>
          <a:off x="0" y="43636"/>
          <a:ext cx="10515600" cy="887445"/>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0970" tIns="140970" rIns="140970" bIns="140970" numCol="1" spcCol="1270" anchor="ctr" anchorCtr="0">
          <a:noAutofit/>
        </a:bodyPr>
        <a:lstStyle/>
        <a:p>
          <a:pPr marL="0" lvl="0" indent="0" algn="l" defTabSz="1644650">
            <a:lnSpc>
              <a:spcPct val="90000"/>
            </a:lnSpc>
            <a:spcBef>
              <a:spcPct val="0"/>
            </a:spcBef>
            <a:spcAft>
              <a:spcPct val="35000"/>
            </a:spcAft>
            <a:buNone/>
          </a:pPr>
          <a:r>
            <a:rPr lang="de-DE" sz="3700" kern="1200" dirty="0"/>
            <a:t>Arten</a:t>
          </a:r>
        </a:p>
      </dsp:txBody>
      <dsp:txXfrm>
        <a:off x="43321" y="86957"/>
        <a:ext cx="10428958" cy="800803"/>
      </dsp:txXfrm>
    </dsp:sp>
    <dsp:sp modelId="{60669C71-50A6-5549-8D43-B4D92557166D}">
      <dsp:nvSpPr>
        <dsp:cNvPr id="0" name=""/>
        <dsp:cNvSpPr/>
      </dsp:nvSpPr>
      <dsp:spPr>
        <a:xfrm>
          <a:off x="0" y="931081"/>
          <a:ext cx="10515600" cy="9956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33870" tIns="46990" rIns="263144" bIns="46990" numCol="1" spcCol="1270" anchor="t" anchorCtr="0">
          <a:noAutofit/>
        </a:bodyPr>
        <a:lstStyle/>
        <a:p>
          <a:pPr marL="285750" lvl="1" indent="-285750" algn="l" defTabSz="1289050">
            <a:lnSpc>
              <a:spcPct val="90000"/>
            </a:lnSpc>
            <a:spcBef>
              <a:spcPct val="0"/>
            </a:spcBef>
            <a:spcAft>
              <a:spcPct val="20000"/>
            </a:spcAft>
            <a:buChar char="•"/>
          </a:pPr>
          <a:r>
            <a:rPr lang="de-DE" sz="2900" kern="1200" dirty="0"/>
            <a:t>Template-</a:t>
          </a:r>
          <a:r>
            <a:rPr lang="de-DE" sz="2900" kern="1200" dirty="0" err="1"/>
            <a:t>Driven</a:t>
          </a:r>
          <a:endParaRPr lang="de-DE" sz="2900" kern="1200" dirty="0"/>
        </a:p>
        <a:p>
          <a:pPr marL="285750" lvl="1" indent="-285750" algn="l" defTabSz="1289050">
            <a:lnSpc>
              <a:spcPct val="90000"/>
            </a:lnSpc>
            <a:spcBef>
              <a:spcPct val="0"/>
            </a:spcBef>
            <a:spcAft>
              <a:spcPct val="20000"/>
            </a:spcAft>
            <a:buChar char="•"/>
          </a:pPr>
          <a:r>
            <a:rPr lang="de-DE" sz="2900" kern="1200" dirty="0"/>
            <a:t>Model-</a:t>
          </a:r>
          <a:r>
            <a:rPr lang="de-DE" sz="2900" kern="1200" dirty="0" err="1"/>
            <a:t>Driven</a:t>
          </a:r>
          <a:endParaRPr lang="de-DE" sz="2900" kern="1200" dirty="0"/>
        </a:p>
      </dsp:txBody>
      <dsp:txXfrm>
        <a:off x="0" y="931081"/>
        <a:ext cx="10515600" cy="995670"/>
      </dsp:txXfrm>
    </dsp:sp>
    <dsp:sp modelId="{EECA1152-9A59-5148-8C69-4A7DF7A45FB4}">
      <dsp:nvSpPr>
        <dsp:cNvPr id="0" name=""/>
        <dsp:cNvSpPr/>
      </dsp:nvSpPr>
      <dsp:spPr>
        <a:xfrm>
          <a:off x="0" y="1926751"/>
          <a:ext cx="10515600" cy="887445"/>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0970" tIns="140970" rIns="140970" bIns="140970" numCol="1" spcCol="1270" anchor="ctr" anchorCtr="0">
          <a:noAutofit/>
        </a:bodyPr>
        <a:lstStyle/>
        <a:p>
          <a:pPr marL="0" lvl="0" indent="0" algn="l" defTabSz="1644650">
            <a:lnSpc>
              <a:spcPct val="90000"/>
            </a:lnSpc>
            <a:spcBef>
              <a:spcPct val="0"/>
            </a:spcBef>
            <a:spcAft>
              <a:spcPct val="35000"/>
            </a:spcAft>
            <a:buNone/>
          </a:pPr>
          <a:r>
            <a:rPr lang="de-DE" sz="3700" kern="1200" dirty="0"/>
            <a:t>Interne Forms API</a:t>
          </a:r>
        </a:p>
      </dsp:txBody>
      <dsp:txXfrm>
        <a:off x="43321" y="1970072"/>
        <a:ext cx="10428958" cy="800803"/>
      </dsp:txXfrm>
    </dsp:sp>
    <dsp:sp modelId="{E40B39FC-EE0D-784C-A01A-5681D1E23909}">
      <dsp:nvSpPr>
        <dsp:cNvPr id="0" name=""/>
        <dsp:cNvSpPr/>
      </dsp:nvSpPr>
      <dsp:spPr>
        <a:xfrm>
          <a:off x="0" y="2814196"/>
          <a:ext cx="10515600" cy="149350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33870" tIns="46990" rIns="263144" bIns="46990" numCol="1" spcCol="1270" anchor="t" anchorCtr="0">
          <a:noAutofit/>
        </a:bodyPr>
        <a:lstStyle/>
        <a:p>
          <a:pPr marL="285750" lvl="1" indent="-285750" algn="l" defTabSz="1289050">
            <a:lnSpc>
              <a:spcPct val="90000"/>
            </a:lnSpc>
            <a:spcBef>
              <a:spcPct val="0"/>
            </a:spcBef>
            <a:spcAft>
              <a:spcPct val="20000"/>
            </a:spcAft>
            <a:buChar char="•"/>
          </a:pPr>
          <a:r>
            <a:rPr lang="de-DE" sz="2900" kern="1200" dirty="0"/>
            <a:t>Binding (bzw. </a:t>
          </a:r>
          <a:r>
            <a:rPr lang="de-DE" sz="2900" kern="1200" dirty="0" err="1"/>
            <a:t>ChangeDetection</a:t>
          </a:r>
          <a:r>
            <a:rPr lang="de-DE" sz="2900" kern="1200" dirty="0"/>
            <a:t>)</a:t>
          </a:r>
        </a:p>
        <a:p>
          <a:pPr marL="285750" lvl="1" indent="-285750" algn="l" defTabSz="1289050">
            <a:lnSpc>
              <a:spcPct val="90000"/>
            </a:lnSpc>
            <a:spcBef>
              <a:spcPct val="0"/>
            </a:spcBef>
            <a:spcAft>
              <a:spcPct val="20000"/>
            </a:spcAft>
            <a:buChar char="•"/>
          </a:pPr>
          <a:r>
            <a:rPr lang="de-DE" sz="2900" kern="1200" dirty="0"/>
            <a:t>Validierung</a:t>
          </a:r>
        </a:p>
        <a:p>
          <a:pPr marL="285750" lvl="1" indent="-285750" algn="l" defTabSz="1289050">
            <a:lnSpc>
              <a:spcPct val="90000"/>
            </a:lnSpc>
            <a:spcBef>
              <a:spcPct val="0"/>
            </a:spcBef>
            <a:spcAft>
              <a:spcPct val="20000"/>
            </a:spcAft>
            <a:buChar char="•"/>
          </a:pPr>
          <a:r>
            <a:rPr lang="de-DE" sz="2900" kern="1200" dirty="0"/>
            <a:t>Aggregation</a:t>
          </a:r>
        </a:p>
      </dsp:txBody>
      <dsp:txXfrm>
        <a:off x="0" y="2814196"/>
        <a:ext cx="10515600" cy="1493505"/>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9F004E1-655F-3647-9990-F6AAB2427B86}">
      <dsp:nvSpPr>
        <dsp:cNvPr id="0" name=""/>
        <dsp:cNvSpPr/>
      </dsp:nvSpPr>
      <dsp:spPr>
        <a:xfrm rot="5400000">
          <a:off x="4572817" y="-1705821"/>
          <a:ext cx="1137107" cy="4838937"/>
        </a:xfrm>
        <a:prstGeom prst="round2SameRect">
          <a:avLst/>
        </a:prstGeom>
        <a:solidFill>
          <a:schemeClr val="accent1">
            <a:alpha val="90000"/>
            <a:tint val="4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2390" tIns="36195" rIns="72390" bIns="36195" numCol="1" spcCol="1270" anchor="ctr" anchorCtr="0">
          <a:noAutofit/>
        </a:bodyPr>
        <a:lstStyle/>
        <a:p>
          <a:pPr marL="171450" lvl="1" indent="-171450" algn="l" defTabSz="844550">
            <a:lnSpc>
              <a:spcPct val="90000"/>
            </a:lnSpc>
            <a:spcBef>
              <a:spcPct val="0"/>
            </a:spcBef>
            <a:spcAft>
              <a:spcPct val="15000"/>
            </a:spcAft>
            <a:buChar char="•"/>
          </a:pPr>
          <a:r>
            <a:rPr lang="de-DE" sz="1900" kern="1200" dirty="0"/>
            <a:t>Liefert die Ressource</a:t>
          </a:r>
        </a:p>
      </dsp:txBody>
      <dsp:txXfrm rot="-5400000">
        <a:off x="2721903" y="200602"/>
        <a:ext cx="4783428" cy="1026089"/>
      </dsp:txXfrm>
    </dsp:sp>
    <dsp:sp modelId="{1F1D7829-A817-8440-A1B0-4B71A7BF8537}">
      <dsp:nvSpPr>
        <dsp:cNvPr id="0" name=""/>
        <dsp:cNvSpPr/>
      </dsp:nvSpPr>
      <dsp:spPr>
        <a:xfrm>
          <a:off x="0" y="2955"/>
          <a:ext cx="2721902" cy="1421384"/>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1930" tIns="100965" rIns="201930" bIns="100965" numCol="1" spcCol="1270" anchor="ctr" anchorCtr="0">
          <a:noAutofit/>
        </a:bodyPr>
        <a:lstStyle/>
        <a:p>
          <a:pPr marL="0" lvl="0" indent="0" algn="ctr" defTabSz="2355850">
            <a:lnSpc>
              <a:spcPct val="90000"/>
            </a:lnSpc>
            <a:spcBef>
              <a:spcPct val="0"/>
            </a:spcBef>
            <a:spcAft>
              <a:spcPct val="35000"/>
            </a:spcAft>
            <a:buNone/>
          </a:pPr>
          <a:r>
            <a:rPr lang="de-DE" sz="5300" kern="1200" dirty="0"/>
            <a:t>GET</a:t>
          </a:r>
        </a:p>
      </dsp:txBody>
      <dsp:txXfrm>
        <a:off x="69386" y="72341"/>
        <a:ext cx="2583130" cy="1282612"/>
      </dsp:txXfrm>
    </dsp:sp>
    <dsp:sp modelId="{C2DD22C4-3AC9-074B-B695-349CAEF10B59}">
      <dsp:nvSpPr>
        <dsp:cNvPr id="0" name=""/>
        <dsp:cNvSpPr/>
      </dsp:nvSpPr>
      <dsp:spPr>
        <a:xfrm rot="5400000">
          <a:off x="4572817" y="-213367"/>
          <a:ext cx="1137107" cy="4838937"/>
        </a:xfrm>
        <a:prstGeom prst="round2SameRect">
          <a:avLst/>
        </a:prstGeom>
        <a:solidFill>
          <a:schemeClr val="accent1">
            <a:alpha val="90000"/>
            <a:tint val="4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2390" tIns="36195" rIns="72390" bIns="36195" numCol="1" spcCol="1270" anchor="ctr" anchorCtr="0">
          <a:noAutofit/>
        </a:bodyPr>
        <a:lstStyle/>
        <a:p>
          <a:pPr marL="171450" lvl="1" indent="-171450" algn="l" defTabSz="844550">
            <a:lnSpc>
              <a:spcPct val="90000"/>
            </a:lnSpc>
            <a:spcBef>
              <a:spcPct val="0"/>
            </a:spcBef>
            <a:spcAft>
              <a:spcPct val="15000"/>
            </a:spcAft>
            <a:buChar char="•"/>
          </a:pPr>
          <a:r>
            <a:rPr lang="de-DE" sz="1900" kern="1200" dirty="0"/>
            <a:t>Löscht die Ressource</a:t>
          </a:r>
        </a:p>
      </dsp:txBody>
      <dsp:txXfrm rot="-5400000">
        <a:off x="2721903" y="1693056"/>
        <a:ext cx="4783428" cy="1026089"/>
      </dsp:txXfrm>
    </dsp:sp>
    <dsp:sp modelId="{F14CD864-DFCF-D843-9825-D32FA4D9A07D}">
      <dsp:nvSpPr>
        <dsp:cNvPr id="0" name=""/>
        <dsp:cNvSpPr/>
      </dsp:nvSpPr>
      <dsp:spPr>
        <a:xfrm>
          <a:off x="0" y="1495408"/>
          <a:ext cx="2721902" cy="1421384"/>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1930" tIns="100965" rIns="201930" bIns="100965" numCol="1" spcCol="1270" anchor="ctr" anchorCtr="0">
          <a:noAutofit/>
        </a:bodyPr>
        <a:lstStyle/>
        <a:p>
          <a:pPr marL="0" lvl="0" indent="0" algn="ctr" defTabSz="2355850">
            <a:lnSpc>
              <a:spcPct val="90000"/>
            </a:lnSpc>
            <a:spcBef>
              <a:spcPct val="0"/>
            </a:spcBef>
            <a:spcAft>
              <a:spcPct val="35000"/>
            </a:spcAft>
            <a:buNone/>
          </a:pPr>
          <a:r>
            <a:rPr lang="de-DE" sz="5300" kern="1200" dirty="0"/>
            <a:t>DELETE</a:t>
          </a:r>
        </a:p>
      </dsp:txBody>
      <dsp:txXfrm>
        <a:off x="69386" y="1564794"/>
        <a:ext cx="2583130" cy="1282612"/>
      </dsp:txXfrm>
    </dsp:sp>
    <dsp:sp modelId="{10C71567-6777-7946-8431-B7402FFE49C8}">
      <dsp:nvSpPr>
        <dsp:cNvPr id="0" name=""/>
        <dsp:cNvSpPr/>
      </dsp:nvSpPr>
      <dsp:spPr>
        <a:xfrm rot="5400000">
          <a:off x="4572817" y="1279086"/>
          <a:ext cx="1137107" cy="4838937"/>
        </a:xfrm>
        <a:prstGeom prst="round2SameRect">
          <a:avLst/>
        </a:prstGeom>
        <a:solidFill>
          <a:schemeClr val="accent1">
            <a:alpha val="90000"/>
            <a:tint val="4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2390" tIns="36195" rIns="72390" bIns="36195" numCol="1" spcCol="1270" anchor="ctr" anchorCtr="0">
          <a:noAutofit/>
        </a:bodyPr>
        <a:lstStyle/>
        <a:p>
          <a:pPr marL="171450" lvl="1" indent="-171450" algn="l" defTabSz="844550">
            <a:lnSpc>
              <a:spcPct val="90000"/>
            </a:lnSpc>
            <a:spcBef>
              <a:spcPct val="0"/>
            </a:spcBef>
            <a:spcAft>
              <a:spcPct val="15000"/>
            </a:spcAft>
            <a:buChar char="•"/>
          </a:pPr>
          <a:r>
            <a:rPr lang="de-DE" sz="1900" kern="1200" dirty="0"/>
            <a:t>Erzeugt aktualisiert die Ressource</a:t>
          </a:r>
        </a:p>
        <a:p>
          <a:pPr marL="171450" lvl="1" indent="-171450" algn="l" defTabSz="844550">
            <a:lnSpc>
              <a:spcPct val="90000"/>
            </a:lnSpc>
            <a:spcBef>
              <a:spcPct val="0"/>
            </a:spcBef>
            <a:spcAft>
              <a:spcPct val="15000"/>
            </a:spcAft>
            <a:buChar char="•"/>
          </a:pPr>
          <a:r>
            <a:rPr lang="de-DE" sz="1900" kern="1200" dirty="0"/>
            <a:t>Client spezifiziert </a:t>
          </a:r>
          <a:r>
            <a:rPr lang="de-DE" sz="1900" kern="1200" dirty="0" err="1"/>
            <a:t>resourceIdentifier</a:t>
          </a:r>
          <a:endParaRPr lang="de-DE" sz="1900" kern="1200" dirty="0"/>
        </a:p>
        <a:p>
          <a:pPr marL="171450" lvl="1" indent="-171450" algn="l" defTabSz="844550">
            <a:lnSpc>
              <a:spcPct val="90000"/>
            </a:lnSpc>
            <a:spcBef>
              <a:spcPct val="0"/>
            </a:spcBef>
            <a:spcAft>
              <a:spcPct val="15000"/>
            </a:spcAft>
            <a:buChar char="•"/>
          </a:pPr>
          <a:r>
            <a:rPr lang="de-DE" sz="1900" kern="1200" dirty="0"/>
            <a:t>PUT /</a:t>
          </a:r>
          <a:r>
            <a:rPr lang="de-DE" sz="1900" kern="1200" dirty="0" err="1"/>
            <a:t>resources</a:t>
          </a:r>
          <a:r>
            <a:rPr lang="de-DE" sz="1900" kern="1200" dirty="0"/>
            <a:t>/&lt;</a:t>
          </a:r>
          <a:r>
            <a:rPr lang="de-DE" sz="1900" kern="1200" dirty="0" err="1"/>
            <a:t>newResourceId</a:t>
          </a:r>
          <a:r>
            <a:rPr lang="de-DE" sz="1900" kern="1200" dirty="0"/>
            <a:t>&gt; HTTP/1.1 </a:t>
          </a:r>
        </a:p>
      </dsp:txBody>
      <dsp:txXfrm rot="-5400000">
        <a:off x="2721903" y="3185510"/>
        <a:ext cx="4783428" cy="1026089"/>
      </dsp:txXfrm>
    </dsp:sp>
    <dsp:sp modelId="{8921904E-BD22-9940-BE0F-A550A8A2EB25}">
      <dsp:nvSpPr>
        <dsp:cNvPr id="0" name=""/>
        <dsp:cNvSpPr/>
      </dsp:nvSpPr>
      <dsp:spPr>
        <a:xfrm>
          <a:off x="0" y="2987862"/>
          <a:ext cx="2721902" cy="1421384"/>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1930" tIns="100965" rIns="201930" bIns="100965" numCol="1" spcCol="1270" anchor="ctr" anchorCtr="0">
          <a:noAutofit/>
        </a:bodyPr>
        <a:lstStyle/>
        <a:p>
          <a:pPr marL="0" lvl="0" indent="0" algn="ctr" defTabSz="2355850">
            <a:lnSpc>
              <a:spcPct val="90000"/>
            </a:lnSpc>
            <a:spcBef>
              <a:spcPct val="0"/>
            </a:spcBef>
            <a:spcAft>
              <a:spcPct val="35000"/>
            </a:spcAft>
            <a:buNone/>
          </a:pPr>
          <a:r>
            <a:rPr lang="de-DE" sz="5300" kern="1200" dirty="0"/>
            <a:t>PUT</a:t>
          </a:r>
        </a:p>
      </dsp:txBody>
      <dsp:txXfrm>
        <a:off x="69386" y="3057248"/>
        <a:ext cx="2583130" cy="1282612"/>
      </dsp:txXfrm>
    </dsp:sp>
    <dsp:sp modelId="{ADB2FBED-06C8-0B47-813E-35C13DF85EC7}">
      <dsp:nvSpPr>
        <dsp:cNvPr id="0" name=""/>
        <dsp:cNvSpPr/>
      </dsp:nvSpPr>
      <dsp:spPr>
        <a:xfrm rot="5400000">
          <a:off x="4572817" y="2771539"/>
          <a:ext cx="1137107" cy="4838937"/>
        </a:xfrm>
        <a:prstGeom prst="round2SameRect">
          <a:avLst/>
        </a:prstGeom>
        <a:solidFill>
          <a:schemeClr val="accent1">
            <a:alpha val="90000"/>
            <a:tint val="4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2390" tIns="36195" rIns="72390" bIns="36195" numCol="1" spcCol="1270" anchor="ctr" anchorCtr="0">
          <a:noAutofit/>
        </a:bodyPr>
        <a:lstStyle/>
        <a:p>
          <a:pPr marL="171450" lvl="1" indent="-171450" algn="l" defTabSz="844550">
            <a:lnSpc>
              <a:spcPct val="90000"/>
            </a:lnSpc>
            <a:spcBef>
              <a:spcPct val="0"/>
            </a:spcBef>
            <a:spcAft>
              <a:spcPct val="15000"/>
            </a:spcAft>
            <a:buChar char="•"/>
          </a:pPr>
          <a:r>
            <a:rPr lang="de-DE" sz="1900" kern="1200" dirty="0"/>
            <a:t>Erzeugt ein neues Objekt unterhalb (</a:t>
          </a:r>
          <a:r>
            <a:rPr lang="de-DE" sz="1900" kern="1200" dirty="0" err="1"/>
            <a:t>Collection</a:t>
          </a:r>
          <a:r>
            <a:rPr lang="de-DE" sz="1900" kern="1200" dirty="0"/>
            <a:t>) der spezifizierten Ressource</a:t>
          </a:r>
        </a:p>
        <a:p>
          <a:pPr marL="171450" lvl="1" indent="-171450" algn="l" defTabSz="844550">
            <a:lnSpc>
              <a:spcPct val="90000"/>
            </a:lnSpc>
            <a:spcBef>
              <a:spcPct val="0"/>
            </a:spcBef>
            <a:spcAft>
              <a:spcPct val="15000"/>
            </a:spcAft>
            <a:buChar char="•"/>
          </a:pPr>
          <a:r>
            <a:rPr lang="de-DE" sz="1900" kern="1200" dirty="0"/>
            <a:t>POST /</a:t>
          </a:r>
          <a:r>
            <a:rPr lang="de-DE" sz="1900" kern="1200" dirty="0" err="1"/>
            <a:t>resources</a:t>
          </a:r>
          <a:r>
            <a:rPr lang="de-DE" sz="1900" kern="1200" dirty="0"/>
            <a:t> HTTP/1.1</a:t>
          </a:r>
        </a:p>
      </dsp:txBody>
      <dsp:txXfrm rot="-5400000">
        <a:off x="2721903" y="4677963"/>
        <a:ext cx="4783428" cy="1026089"/>
      </dsp:txXfrm>
    </dsp:sp>
    <dsp:sp modelId="{0BEFE39D-035F-6F43-B431-E59A9CFBC005}">
      <dsp:nvSpPr>
        <dsp:cNvPr id="0" name=""/>
        <dsp:cNvSpPr/>
      </dsp:nvSpPr>
      <dsp:spPr>
        <a:xfrm>
          <a:off x="0" y="4480316"/>
          <a:ext cx="2721902" cy="1421384"/>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1930" tIns="100965" rIns="201930" bIns="100965" numCol="1" spcCol="1270" anchor="ctr" anchorCtr="0">
          <a:noAutofit/>
        </a:bodyPr>
        <a:lstStyle/>
        <a:p>
          <a:pPr marL="0" lvl="0" indent="0" algn="ctr" defTabSz="2355850">
            <a:lnSpc>
              <a:spcPct val="90000"/>
            </a:lnSpc>
            <a:spcBef>
              <a:spcPct val="0"/>
            </a:spcBef>
            <a:spcAft>
              <a:spcPct val="35000"/>
            </a:spcAft>
            <a:buNone/>
          </a:pPr>
          <a:r>
            <a:rPr lang="de-DE" sz="5300" kern="1200" dirty="0"/>
            <a:t>POST</a:t>
          </a:r>
        </a:p>
      </dsp:txBody>
      <dsp:txXfrm>
        <a:off x="69386" y="4549702"/>
        <a:ext cx="2583130" cy="1282612"/>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A12C6BB-B581-A24C-A598-548E22C4160C}">
      <dsp:nvSpPr>
        <dsp:cNvPr id="0" name=""/>
        <dsp:cNvSpPr/>
      </dsp:nvSpPr>
      <dsp:spPr>
        <a:xfrm>
          <a:off x="0" y="392355"/>
          <a:ext cx="6262199" cy="1105650"/>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6016" tIns="541528" rIns="486016" bIns="184912" numCol="1" spcCol="1270" anchor="t" anchorCtr="0">
          <a:noAutofit/>
        </a:bodyPr>
        <a:lstStyle/>
        <a:p>
          <a:pPr marL="228600" lvl="1" indent="-228600" algn="l" defTabSz="1155700">
            <a:lnSpc>
              <a:spcPct val="90000"/>
            </a:lnSpc>
            <a:spcBef>
              <a:spcPct val="0"/>
            </a:spcBef>
            <a:spcAft>
              <a:spcPct val="15000"/>
            </a:spcAft>
            <a:buChar char="•"/>
          </a:pPr>
          <a:r>
            <a:rPr lang="de-DE" sz="2600" kern="1200"/>
            <a:t>Ausgabe der Versionsnummer</a:t>
          </a:r>
          <a:endParaRPr lang="en-US" sz="2600" kern="1200"/>
        </a:p>
      </dsp:txBody>
      <dsp:txXfrm>
        <a:off x="0" y="392355"/>
        <a:ext cx="6262199" cy="1105650"/>
      </dsp:txXfrm>
    </dsp:sp>
    <dsp:sp modelId="{1A7A9926-1BFE-DE44-B993-0CF46A5CEDEE}">
      <dsp:nvSpPr>
        <dsp:cNvPr id="0" name=""/>
        <dsp:cNvSpPr/>
      </dsp:nvSpPr>
      <dsp:spPr>
        <a:xfrm>
          <a:off x="313110" y="8595"/>
          <a:ext cx="4383539" cy="767520"/>
        </a:xfrm>
        <a:prstGeom prst="roundRect">
          <a:avLst/>
        </a:prstGeom>
        <a:solidFill>
          <a:schemeClr val="accent5">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687" tIns="0" rIns="165687" bIns="0" numCol="1" spcCol="1270" anchor="ctr" anchorCtr="0">
          <a:noAutofit/>
        </a:bodyPr>
        <a:lstStyle/>
        <a:p>
          <a:pPr marL="0" lvl="0" indent="0" algn="l" defTabSz="1155700">
            <a:lnSpc>
              <a:spcPct val="90000"/>
            </a:lnSpc>
            <a:spcBef>
              <a:spcPct val="0"/>
            </a:spcBef>
            <a:spcAft>
              <a:spcPct val="35000"/>
            </a:spcAft>
            <a:buNone/>
          </a:pPr>
          <a:r>
            <a:rPr lang="de-DE" sz="2600" kern="1200"/>
            <a:t>node –v</a:t>
          </a:r>
          <a:endParaRPr lang="en-US" sz="2600" kern="1200"/>
        </a:p>
      </dsp:txBody>
      <dsp:txXfrm>
        <a:off x="350577" y="46062"/>
        <a:ext cx="4308605" cy="692586"/>
      </dsp:txXfrm>
    </dsp:sp>
    <dsp:sp modelId="{4D6DC218-DFF5-2347-9AFF-E34732CA7773}">
      <dsp:nvSpPr>
        <dsp:cNvPr id="0" name=""/>
        <dsp:cNvSpPr/>
      </dsp:nvSpPr>
      <dsp:spPr>
        <a:xfrm>
          <a:off x="0" y="2022165"/>
          <a:ext cx="6262199" cy="1474199"/>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6016" tIns="541528" rIns="486016" bIns="184912" numCol="1" spcCol="1270" anchor="t" anchorCtr="0">
          <a:noAutofit/>
        </a:bodyPr>
        <a:lstStyle/>
        <a:p>
          <a:pPr marL="228600" lvl="1" indent="-228600" algn="l" defTabSz="1155700">
            <a:lnSpc>
              <a:spcPct val="90000"/>
            </a:lnSpc>
            <a:spcBef>
              <a:spcPct val="0"/>
            </a:spcBef>
            <a:spcAft>
              <a:spcPct val="15000"/>
            </a:spcAft>
            <a:buChar char="•"/>
          </a:pPr>
          <a:r>
            <a:rPr lang="de-DE" sz="2600" kern="1200"/>
            <a:t>Starten der REPL zur Eingabe von JavaScript-Befehlen</a:t>
          </a:r>
          <a:endParaRPr lang="en-US" sz="2600" kern="1200"/>
        </a:p>
      </dsp:txBody>
      <dsp:txXfrm>
        <a:off x="0" y="2022165"/>
        <a:ext cx="6262199" cy="1474199"/>
      </dsp:txXfrm>
    </dsp:sp>
    <dsp:sp modelId="{80B8595D-D10C-0244-912B-73BABA28A137}">
      <dsp:nvSpPr>
        <dsp:cNvPr id="0" name=""/>
        <dsp:cNvSpPr/>
      </dsp:nvSpPr>
      <dsp:spPr>
        <a:xfrm>
          <a:off x="313110" y="1638405"/>
          <a:ext cx="4383539" cy="767520"/>
        </a:xfrm>
        <a:prstGeom prst="roundRect">
          <a:avLst/>
        </a:prstGeom>
        <a:solidFill>
          <a:schemeClr val="accent5">
            <a:hueOff val="553124"/>
            <a:satOff val="6280"/>
            <a:lumOff val="5686"/>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687" tIns="0" rIns="165687" bIns="0" numCol="1" spcCol="1270" anchor="ctr" anchorCtr="0">
          <a:noAutofit/>
        </a:bodyPr>
        <a:lstStyle/>
        <a:p>
          <a:pPr marL="0" lvl="0" indent="0" algn="l" defTabSz="1155700">
            <a:lnSpc>
              <a:spcPct val="90000"/>
            </a:lnSpc>
            <a:spcBef>
              <a:spcPct val="0"/>
            </a:spcBef>
            <a:spcAft>
              <a:spcPct val="35000"/>
            </a:spcAft>
            <a:buNone/>
          </a:pPr>
          <a:r>
            <a:rPr lang="de-DE" sz="2600" kern="1200"/>
            <a:t>node</a:t>
          </a:r>
          <a:endParaRPr lang="en-US" sz="2600" kern="1200"/>
        </a:p>
      </dsp:txBody>
      <dsp:txXfrm>
        <a:off x="350577" y="1675872"/>
        <a:ext cx="4308605" cy="692586"/>
      </dsp:txXfrm>
    </dsp:sp>
    <dsp:sp modelId="{70AC1BE9-E752-CB45-9BE9-DF2E0B230545}">
      <dsp:nvSpPr>
        <dsp:cNvPr id="0" name=""/>
        <dsp:cNvSpPr/>
      </dsp:nvSpPr>
      <dsp:spPr>
        <a:xfrm>
          <a:off x="0" y="4020525"/>
          <a:ext cx="6262199" cy="1474199"/>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6016" tIns="541528" rIns="486016" bIns="184912" numCol="1" spcCol="1270" anchor="t" anchorCtr="0">
          <a:noAutofit/>
        </a:bodyPr>
        <a:lstStyle/>
        <a:p>
          <a:pPr marL="228600" lvl="1" indent="-228600" algn="l" defTabSz="1155700">
            <a:lnSpc>
              <a:spcPct val="90000"/>
            </a:lnSpc>
            <a:spcBef>
              <a:spcPct val="0"/>
            </a:spcBef>
            <a:spcAft>
              <a:spcPct val="15000"/>
            </a:spcAft>
            <a:buChar char="•"/>
          </a:pPr>
          <a:r>
            <a:rPr lang="de-DE" sz="2600" kern="1200"/>
            <a:t>Ausführen  der Skript-Datei </a:t>
          </a:r>
          <a:r>
            <a:rPr lang="de-DE" sz="2600" i="1" kern="1200"/>
            <a:t>programm.js </a:t>
          </a:r>
          <a:r>
            <a:rPr lang="de-DE" sz="2600" kern="1200"/>
            <a:t> </a:t>
          </a:r>
          <a:endParaRPr lang="en-US" sz="2600" kern="1200"/>
        </a:p>
      </dsp:txBody>
      <dsp:txXfrm>
        <a:off x="0" y="4020525"/>
        <a:ext cx="6262199" cy="1474199"/>
      </dsp:txXfrm>
    </dsp:sp>
    <dsp:sp modelId="{33EBE219-4BA6-DB46-B160-EEB4B61E8CB5}">
      <dsp:nvSpPr>
        <dsp:cNvPr id="0" name=""/>
        <dsp:cNvSpPr/>
      </dsp:nvSpPr>
      <dsp:spPr>
        <a:xfrm>
          <a:off x="313110" y="3636765"/>
          <a:ext cx="4383539" cy="767520"/>
        </a:xfrm>
        <a:prstGeom prst="roundRect">
          <a:avLst/>
        </a:prstGeom>
        <a:solidFill>
          <a:schemeClr val="accent5">
            <a:hueOff val="1106248"/>
            <a:satOff val="12561"/>
            <a:lumOff val="11372"/>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687" tIns="0" rIns="165687" bIns="0" numCol="1" spcCol="1270" anchor="ctr" anchorCtr="0">
          <a:noAutofit/>
        </a:bodyPr>
        <a:lstStyle/>
        <a:p>
          <a:pPr marL="0" lvl="0" indent="0" algn="l" defTabSz="1155700">
            <a:lnSpc>
              <a:spcPct val="90000"/>
            </a:lnSpc>
            <a:spcBef>
              <a:spcPct val="0"/>
            </a:spcBef>
            <a:spcAft>
              <a:spcPct val="35000"/>
            </a:spcAft>
            <a:buNone/>
          </a:pPr>
          <a:r>
            <a:rPr lang="de-DE" sz="2600" kern="1200"/>
            <a:t>node programm.js</a:t>
          </a:r>
          <a:endParaRPr lang="en-US" sz="2600" kern="1200"/>
        </a:p>
      </dsp:txBody>
      <dsp:txXfrm>
        <a:off x="350577" y="3674232"/>
        <a:ext cx="4308605" cy="692586"/>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607D71C-8DC4-4BB6-8305-5D6236EF6AF4}">
      <dsp:nvSpPr>
        <dsp:cNvPr id="0" name=""/>
        <dsp:cNvSpPr/>
      </dsp:nvSpPr>
      <dsp:spPr>
        <a:xfrm>
          <a:off x="432042" y="1839"/>
          <a:ext cx="3276375" cy="1105874"/>
        </a:xfrm>
        <a:prstGeom prst="roundRect">
          <a:avLst>
            <a:gd name="adj" fmla="val 10000"/>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40640" rIns="60960" bIns="40640" numCol="1" spcCol="1270" anchor="ctr" anchorCtr="0">
          <a:noAutofit/>
        </a:bodyPr>
        <a:lstStyle/>
        <a:p>
          <a:pPr marL="0" lvl="0" indent="0" algn="ctr" defTabSz="1422400">
            <a:lnSpc>
              <a:spcPct val="90000"/>
            </a:lnSpc>
            <a:spcBef>
              <a:spcPct val="0"/>
            </a:spcBef>
            <a:spcAft>
              <a:spcPct val="35000"/>
            </a:spcAft>
            <a:buNone/>
          </a:pPr>
          <a:r>
            <a:rPr lang="de-DE" sz="3200" kern="1200" dirty="0" err="1">
              <a:solidFill>
                <a:schemeClr val="tx1"/>
              </a:solidFill>
            </a:rPr>
            <a:t>project-root</a:t>
          </a:r>
          <a:endParaRPr lang="de-DE" sz="3200" kern="1200" dirty="0">
            <a:solidFill>
              <a:schemeClr val="tx1"/>
            </a:solidFill>
          </a:endParaRPr>
        </a:p>
      </dsp:txBody>
      <dsp:txXfrm>
        <a:off x="464432" y="34229"/>
        <a:ext cx="3211595" cy="1041094"/>
      </dsp:txXfrm>
    </dsp:sp>
    <dsp:sp modelId="{FE972E17-81E7-4DC9-8BB9-241D4556144A}">
      <dsp:nvSpPr>
        <dsp:cNvPr id="0" name=""/>
        <dsp:cNvSpPr/>
      </dsp:nvSpPr>
      <dsp:spPr>
        <a:xfrm>
          <a:off x="759679" y="1107714"/>
          <a:ext cx="327637" cy="829406"/>
        </a:xfrm>
        <a:custGeom>
          <a:avLst/>
          <a:gdLst/>
          <a:ahLst/>
          <a:cxnLst/>
          <a:rect l="0" t="0" r="0" b="0"/>
          <a:pathLst>
            <a:path>
              <a:moveTo>
                <a:pt x="0" y="0"/>
              </a:moveTo>
              <a:lnTo>
                <a:pt x="0" y="829406"/>
              </a:lnTo>
              <a:lnTo>
                <a:pt x="327637" y="829406"/>
              </a:lnTo>
            </a:path>
          </a:pathLst>
        </a:cu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C03CB49A-CA21-4561-9CA0-7967197F9B89}">
      <dsp:nvSpPr>
        <dsp:cNvPr id="0" name=""/>
        <dsp:cNvSpPr/>
      </dsp:nvSpPr>
      <dsp:spPr>
        <a:xfrm>
          <a:off x="1087317" y="1384182"/>
          <a:ext cx="1769399" cy="1105874"/>
        </a:xfrm>
        <a:prstGeom prst="roundRect">
          <a:avLst>
            <a:gd name="adj" fmla="val 10000"/>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2385" tIns="21590" rIns="32385" bIns="21590" numCol="1" spcCol="1270" anchor="ctr" anchorCtr="0">
          <a:noAutofit/>
        </a:bodyPr>
        <a:lstStyle/>
        <a:p>
          <a:pPr marL="0" lvl="0" indent="0" algn="ctr" defTabSz="755650">
            <a:lnSpc>
              <a:spcPct val="90000"/>
            </a:lnSpc>
            <a:spcBef>
              <a:spcPct val="0"/>
            </a:spcBef>
            <a:spcAft>
              <a:spcPct val="35000"/>
            </a:spcAft>
            <a:buNone/>
          </a:pPr>
          <a:r>
            <a:rPr lang="de-DE" sz="1700" kern="1200" dirty="0" err="1"/>
            <a:t>package.json</a:t>
          </a:r>
          <a:endParaRPr lang="de-DE" sz="1700" kern="1200" dirty="0"/>
        </a:p>
      </dsp:txBody>
      <dsp:txXfrm>
        <a:off x="1119707" y="1416572"/>
        <a:ext cx="1704619" cy="1041094"/>
      </dsp:txXfrm>
    </dsp:sp>
    <dsp:sp modelId="{EC0960B8-D78E-4984-805C-5C0B1C40DBDE}">
      <dsp:nvSpPr>
        <dsp:cNvPr id="0" name=""/>
        <dsp:cNvSpPr/>
      </dsp:nvSpPr>
      <dsp:spPr>
        <a:xfrm>
          <a:off x="759679" y="1107714"/>
          <a:ext cx="327637" cy="2211749"/>
        </a:xfrm>
        <a:custGeom>
          <a:avLst/>
          <a:gdLst/>
          <a:ahLst/>
          <a:cxnLst/>
          <a:rect l="0" t="0" r="0" b="0"/>
          <a:pathLst>
            <a:path>
              <a:moveTo>
                <a:pt x="0" y="0"/>
              </a:moveTo>
              <a:lnTo>
                <a:pt x="0" y="2211749"/>
              </a:lnTo>
              <a:lnTo>
                <a:pt x="327637" y="2211749"/>
              </a:lnTo>
            </a:path>
          </a:pathLst>
        </a:cu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8CE943E3-F1AB-4E0A-BBA8-1A2B8AFF0336}">
      <dsp:nvSpPr>
        <dsp:cNvPr id="0" name=""/>
        <dsp:cNvSpPr/>
      </dsp:nvSpPr>
      <dsp:spPr>
        <a:xfrm>
          <a:off x="1087317" y="2766526"/>
          <a:ext cx="1769399" cy="1105874"/>
        </a:xfrm>
        <a:prstGeom prst="roundRect">
          <a:avLst>
            <a:gd name="adj" fmla="val 10000"/>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2385" tIns="21590" rIns="32385" bIns="21590" numCol="1" spcCol="1270" anchor="t" anchorCtr="0">
          <a:noAutofit/>
        </a:bodyPr>
        <a:lstStyle/>
        <a:p>
          <a:pPr marL="0" lvl="0" indent="0" algn="l" defTabSz="755650">
            <a:lnSpc>
              <a:spcPct val="90000"/>
            </a:lnSpc>
            <a:spcBef>
              <a:spcPct val="0"/>
            </a:spcBef>
            <a:spcAft>
              <a:spcPct val="35000"/>
            </a:spcAft>
            <a:buNone/>
          </a:pPr>
          <a:r>
            <a:rPr lang="de-DE" sz="1700" kern="1200" dirty="0" err="1"/>
            <a:t>src</a:t>
          </a:r>
          <a:endParaRPr lang="de-DE" sz="1700" kern="1200" dirty="0"/>
        </a:p>
        <a:p>
          <a:pPr marL="114300" lvl="1" indent="-114300" algn="l" defTabSz="577850">
            <a:lnSpc>
              <a:spcPct val="90000"/>
            </a:lnSpc>
            <a:spcBef>
              <a:spcPct val="0"/>
            </a:spcBef>
            <a:spcAft>
              <a:spcPct val="15000"/>
            </a:spcAft>
            <a:buChar char="•"/>
          </a:pPr>
          <a:r>
            <a:rPr lang="de-DE" sz="1300" kern="1200" dirty="0"/>
            <a:t>script1</a:t>
          </a:r>
        </a:p>
        <a:p>
          <a:pPr marL="114300" lvl="1" indent="-114300" algn="l" defTabSz="577850">
            <a:lnSpc>
              <a:spcPct val="90000"/>
            </a:lnSpc>
            <a:spcBef>
              <a:spcPct val="0"/>
            </a:spcBef>
            <a:spcAft>
              <a:spcPct val="15000"/>
            </a:spcAft>
            <a:buChar char="•"/>
          </a:pPr>
          <a:r>
            <a:rPr lang="de-DE" sz="1300" kern="1200" dirty="0"/>
            <a:t>script2</a:t>
          </a:r>
        </a:p>
        <a:p>
          <a:pPr marL="114300" lvl="1" indent="-114300" algn="l" defTabSz="577850">
            <a:lnSpc>
              <a:spcPct val="90000"/>
            </a:lnSpc>
            <a:spcBef>
              <a:spcPct val="0"/>
            </a:spcBef>
            <a:spcAft>
              <a:spcPct val="15000"/>
            </a:spcAft>
            <a:buChar char="•"/>
          </a:pPr>
          <a:r>
            <a:rPr lang="de-DE" sz="1300" kern="1200" dirty="0"/>
            <a:t>…</a:t>
          </a:r>
        </a:p>
      </dsp:txBody>
      <dsp:txXfrm>
        <a:off x="1119707" y="2798916"/>
        <a:ext cx="1704619" cy="1041094"/>
      </dsp:txXfrm>
    </dsp:sp>
    <dsp:sp modelId="{5A45C53C-7725-48D9-A02E-81B437FBB969}">
      <dsp:nvSpPr>
        <dsp:cNvPr id="0" name=""/>
        <dsp:cNvSpPr/>
      </dsp:nvSpPr>
      <dsp:spPr>
        <a:xfrm>
          <a:off x="759679" y="1107714"/>
          <a:ext cx="327637" cy="3594093"/>
        </a:xfrm>
        <a:custGeom>
          <a:avLst/>
          <a:gdLst/>
          <a:ahLst/>
          <a:cxnLst/>
          <a:rect l="0" t="0" r="0" b="0"/>
          <a:pathLst>
            <a:path>
              <a:moveTo>
                <a:pt x="0" y="0"/>
              </a:moveTo>
              <a:lnTo>
                <a:pt x="0" y="3594093"/>
              </a:lnTo>
              <a:lnTo>
                <a:pt x="327637" y="3594093"/>
              </a:lnTo>
            </a:path>
          </a:pathLst>
        </a:cu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F47786B8-D1FB-42D9-A2B7-99A3BE6B2E5F}">
      <dsp:nvSpPr>
        <dsp:cNvPr id="0" name=""/>
        <dsp:cNvSpPr/>
      </dsp:nvSpPr>
      <dsp:spPr>
        <a:xfrm>
          <a:off x="1087317" y="4148869"/>
          <a:ext cx="1769399" cy="1105874"/>
        </a:xfrm>
        <a:prstGeom prst="roundRect">
          <a:avLst>
            <a:gd name="adj" fmla="val 10000"/>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2385" tIns="21590" rIns="32385" bIns="21590" numCol="1" spcCol="1270" anchor="t" anchorCtr="0">
          <a:noAutofit/>
        </a:bodyPr>
        <a:lstStyle/>
        <a:p>
          <a:pPr marL="0" lvl="0" indent="0" algn="l" defTabSz="755650">
            <a:lnSpc>
              <a:spcPct val="90000"/>
            </a:lnSpc>
            <a:spcBef>
              <a:spcPct val="0"/>
            </a:spcBef>
            <a:spcAft>
              <a:spcPct val="35000"/>
            </a:spcAft>
            <a:buNone/>
          </a:pPr>
          <a:r>
            <a:rPr lang="de-DE" sz="1700" kern="1200" dirty="0" err="1"/>
            <a:t>node</a:t>
          </a:r>
          <a:r>
            <a:rPr lang="de-DE" sz="1700" kern="1200" dirty="0"/>
            <a:t>-modules</a:t>
          </a:r>
        </a:p>
        <a:p>
          <a:pPr marL="114300" lvl="1" indent="-114300" algn="l" defTabSz="577850">
            <a:lnSpc>
              <a:spcPct val="90000"/>
            </a:lnSpc>
            <a:spcBef>
              <a:spcPct val="0"/>
            </a:spcBef>
            <a:spcAft>
              <a:spcPct val="15000"/>
            </a:spcAft>
            <a:buChar char="•"/>
          </a:pPr>
          <a:r>
            <a:rPr lang="de-DE" sz="1300" kern="1200" dirty="0"/>
            <a:t>module1</a:t>
          </a:r>
        </a:p>
        <a:p>
          <a:pPr marL="114300" lvl="1" indent="-114300" algn="l" defTabSz="577850">
            <a:lnSpc>
              <a:spcPct val="90000"/>
            </a:lnSpc>
            <a:spcBef>
              <a:spcPct val="0"/>
            </a:spcBef>
            <a:spcAft>
              <a:spcPct val="15000"/>
            </a:spcAft>
            <a:buChar char="•"/>
          </a:pPr>
          <a:r>
            <a:rPr lang="de-DE" sz="1300" kern="1200" dirty="0"/>
            <a:t>module2</a:t>
          </a:r>
        </a:p>
        <a:p>
          <a:pPr marL="114300" lvl="1" indent="-114300" algn="l" defTabSz="577850">
            <a:lnSpc>
              <a:spcPct val="90000"/>
            </a:lnSpc>
            <a:spcBef>
              <a:spcPct val="0"/>
            </a:spcBef>
            <a:spcAft>
              <a:spcPct val="15000"/>
            </a:spcAft>
            <a:buChar char="•"/>
          </a:pPr>
          <a:r>
            <a:rPr lang="de-DE" sz="1300" kern="1200" dirty="0"/>
            <a:t>…</a:t>
          </a:r>
        </a:p>
      </dsp:txBody>
      <dsp:txXfrm>
        <a:off x="1119707" y="4181259"/>
        <a:ext cx="1704619" cy="1041094"/>
      </dsp:txXfrm>
    </dsp:sp>
  </dsp:spTree>
</dsp:drawing>
</file>

<file path=ppt/diagrams/layout1.xml><?xml version="1.0" encoding="utf-8"?>
<dgm:layoutDef xmlns:dgm="http://schemas.openxmlformats.org/drawingml/2006/diagram" xmlns:a="http://schemas.openxmlformats.org/drawingml/2006/main" uniqueId="urn:microsoft.com/office/officeart/2005/8/layout/equation1">
  <dgm:title val=""/>
  <dgm:desc val=""/>
  <dgm:catLst>
    <dgm:cat type="relationship" pri="17000"/>
    <dgm:cat type="process" pri="2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choose name="Name0">
      <dgm:if name="Name1" func="var" arg="dir" op="equ" val="norm">
        <dgm:alg type="lin">
          <dgm:param type="fallback" val="2D"/>
        </dgm:alg>
      </dgm:if>
      <dgm:else name="Name2">
        <dgm:alg type="lin">
          <dgm:param type="linDir" val="fromR"/>
          <dgm:param type="fallback" val="2D"/>
        </dgm:alg>
      </dgm:else>
    </dgm:choose>
    <dgm:shape xmlns:r="http://schemas.openxmlformats.org/officeDocument/2006/relationships" r:blip="">
      <dgm:adjLst/>
    </dgm:shape>
    <dgm:presOf/>
    <dgm:constrLst>
      <dgm:constr type="w" for="ch" ptType="node" refType="w"/>
      <dgm:constr type="w" for="ch" ptType="sibTrans" refType="w" refFor="ch" refPtType="node" fact="0.58"/>
      <dgm:constr type="primFontSz" for="ch" ptType="node" op="equ" val="65"/>
      <dgm:constr type="primFontSz" for="ch" ptType="sibTrans" op="equ" val="55"/>
      <dgm:constr type="primFontSz" for="ch" ptType="sibTrans" refType="primFontSz" refFor="ch" refPtType="node" op="lte" fact="0.8"/>
      <dgm:constr type="w" for="ch" forName="spacerL" refType="w" refFor="ch" refPtType="sibTrans" fact="0.14"/>
      <dgm:constr type="w" for="ch" forName="spacerR" refType="w" refFor="ch" refPtType="sibTrans" fact="0.14"/>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sibTransForEach" axis="followSib" ptType="sibTrans" cnt="1">
        <dgm:layoutNode name="spacerL">
          <dgm:alg type="sp"/>
          <dgm:shape xmlns:r="http://schemas.openxmlformats.org/officeDocument/2006/relationships" r:blip="">
            <dgm:adjLst/>
          </dgm:shape>
          <dgm:presOf/>
          <dgm:constrLst/>
          <dgm:ruleLst/>
        </dgm:layoutNode>
        <dgm:layoutNode name="sibTrans">
          <dgm:alg type="tx"/>
          <dgm:choose name="Name3">
            <dgm:if name="Name4" axis="followSib" ptType="sibTrans" func="cnt" op="equ" val="0">
              <dgm:shape xmlns:r="http://schemas.openxmlformats.org/officeDocument/2006/relationships" type="mathEqual" r:blip="">
                <dgm:adjLst/>
              </dgm:shape>
            </dgm:if>
            <dgm:else name="Name5">
              <dgm:shape xmlns:r="http://schemas.openxmlformats.org/officeDocument/2006/relationships" type="mathPlus" r:blip="">
                <dgm:adjLst/>
              </dgm:shape>
            </dgm:else>
          </dgm:choose>
          <dgm:presOf axis="self"/>
          <dgm:constrLst>
            <dgm:constr type="h" refType="w"/>
            <dgm:constr type="lMarg"/>
            <dgm:constr type="rMarg"/>
            <dgm:constr type="tMarg"/>
            <dgm:constr type="bMarg"/>
          </dgm:constrLst>
          <dgm:ruleLst>
            <dgm:rule type="primFontSz" val="5" fact="NaN" max="NaN"/>
          </dgm:ruleLst>
        </dgm:layoutNode>
        <dgm:layoutNode name="spacerR">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08/layout/HalfCircleOrganizationChart">
  <dgm:title val=""/>
  <dgm:desc val=""/>
  <dgm:catLst>
    <dgm:cat type="hierarchy" pri="1500"/>
  </dgm:catLst>
  <dgm:sampData>
    <dgm:dataModel>
      <dgm:ptLst>
        <dgm:pt modelId="0" type="doc"/>
        <dgm:pt modelId="1">
          <dgm:prSet phldr="1"/>
        </dgm:pt>
        <dgm:pt modelId="11" type="asst">
          <dgm:prSet phldr="1"/>
        </dgm:pt>
        <dgm:pt modelId="12">
          <dgm:prSet phldr="1"/>
        </dgm:pt>
        <dgm:pt modelId="13">
          <dgm:prSet phldr="1"/>
        </dgm:pt>
        <dgm:pt modelId="14">
          <dgm:prSet phldr="1"/>
        </dgm:pt>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type="asst">
          <dgm:prSet phldr="1"/>
        </dgm:pt>
        <dgm:pt modelId="12">
          <dgm:prSet phldr="1"/>
        </dgm:pt>
        <dgm:pt modelId="13">
          <dgm:prSet phldr="1"/>
        </dgm:pt>
        <dgm:pt modelId="14">
          <dgm:prSet phldr="1"/>
        </dgm:pt>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Name0">
    <dgm:varLst>
      <dgm:orgChart val="1"/>
      <dgm:chPref val="1"/>
      <dgm:dir/>
      <dgm:animOne val="branch"/>
      <dgm:animLvl val="lvl"/>
      <dgm:resizeHandles/>
    </dgm:varLst>
    <dgm:choose name="Name1">
      <dgm:if name="Name2" func="var" arg="dir" op="equ" val="norm">
        <dgm:alg type="hierChild">
          <dgm:param type="linDir" val="fromL"/>
        </dgm:alg>
      </dgm:if>
      <dgm:else name="Name3">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2" refType="w" fact="10"/>
      <dgm:constr type="h" for="des" forName="rootComposite2"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forEach name="Name4" axis="ch">
      <dgm:forEach name="Name5" axis="self" ptType="node">
        <dgm:layoutNode name="hierRoot1">
          <dgm:varLst>
            <dgm:hierBranch val="init"/>
          </dgm:varLst>
          <dgm:choose name="Name6">
            <dgm:if name="Name7" func="var" arg="hierBranch" op="equ" val="l">
              <dgm:alg type="hierRoot">
                <dgm:param type="hierAlign" val="tR"/>
              </dgm:alg>
              <dgm:constrLst>
                <dgm:constr type="alignOff" val="0.65"/>
              </dgm:constrLst>
            </dgm:if>
            <dgm:if name="Name8" func="var" arg="hierBranch" op="equ" val="r">
              <dgm:alg type="hierRoot">
                <dgm:param type="hierAlign" val="tL"/>
              </dgm:alg>
              <dgm:constrLst>
                <dgm:constr type="alignOff" val="0.65"/>
              </dgm:constrLst>
            </dgm:if>
            <dgm:if name="Name9" func="var" arg="hierBranch" op="equ" val="hang">
              <dgm:alg type="hierRoot"/>
              <dgm:constrLst>
                <dgm:constr type="alignOff" val="0.65"/>
              </dgm:constrLst>
            </dgm:if>
            <dgm:else name="Name10">
              <dgm:alg type="hierRoot"/>
              <dgm:constrLst>
                <dgm:constr type="alignOff"/>
                <dgm:constr type="bendDist" for="des" ptType="parTrans" refType="sp" fact="0.5"/>
              </dgm:constrLst>
            </dgm:else>
          </dgm:choose>
          <dgm:shape xmlns:r="http://schemas.openxmlformats.org/officeDocument/2006/relationships" r:blip="">
            <dgm:adjLst/>
          </dgm:shape>
          <dgm:presOf/>
          <dgm:layoutNode name="rootComposite1">
            <dgm:alg type="composite"/>
            <dgm:shape xmlns:r="http://schemas.openxmlformats.org/officeDocument/2006/relationships" r:blip="">
              <dgm:adjLst/>
            </dgm:shape>
            <dgm:presOf axis="self" ptType="node" cnt="1"/>
            <dgm:choose name="Name11">
              <dgm:if name="Name12" func="var" arg="hierBranch" op="equ" val="init">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if>
              <dgm:if name="Name13" func="var" arg="hierBranch" op="equ" val="l">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if>
              <dgm:if name="Name14" func="var" arg="hierBranch" op="equ" val="r">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if>
              <dgm:else name="Name15">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else>
            </dgm:choose>
            <dgm:layoutNode name="rootText1" styleLbl="alignAcc1">
              <dgm:varLst>
                <dgm:chPref val="3"/>
              </dgm:varLst>
              <dgm:alg type="tx"/>
              <dgm:shape xmlns:r="http://schemas.openxmlformats.org/officeDocument/2006/relationships" type="rect" r:blip="" hideGeom="1">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topArc1" styleLbl="parChTrans1D1" moveWith="rootText1">
              <dgm:alg type="sp"/>
              <dgm:shape xmlns:r="http://schemas.openxmlformats.org/officeDocument/2006/relationships" type="arc" r:blip="" zOrderOff="-2">
                <dgm:adjLst>
                  <dgm:adj idx="1" val="-140"/>
                  <dgm:adj idx="2" val="-40"/>
                </dgm:adjLst>
              </dgm:shape>
              <dgm:presOf/>
            </dgm:layoutNode>
            <dgm:layoutNode name="bottomArc1" styleLbl="parChTrans1D1" moveWith="rootText1">
              <dgm:alg type="sp"/>
              <dgm:shape xmlns:r="http://schemas.openxmlformats.org/officeDocument/2006/relationships" type="arc" r:blip="" zOrderOff="-2">
                <dgm:adjLst>
                  <dgm:adj idx="1" val="40"/>
                  <dgm:adj idx="2" val="140"/>
                </dgm:adjLst>
              </dgm:shape>
              <dgm:presOf/>
            </dgm:layoutNode>
            <dgm:layoutNode name="topConnNode1" moveWith="rootText1">
              <dgm:alg type="sp"/>
              <dgm:shape xmlns:r="http://schemas.openxmlformats.org/officeDocument/2006/relationships" type="rect" r:blip="" hideGeom="1">
                <dgm:adjLst/>
              </dgm:shape>
              <dgm:presOf axis="self" ptType="node" cnt="1"/>
            </dgm:layoutNode>
          </dgm:layoutNode>
          <dgm:layoutNode name="hierChild2">
            <dgm:choose name="Name16">
              <dgm:if name="Name17" func="var" arg="hierBranch" op="equ" val="l">
                <dgm:alg type="hierChild">
                  <dgm:param type="chAlign" val="r"/>
                  <dgm:param type="linDir" val="fromT"/>
                </dgm:alg>
              </dgm:if>
              <dgm:if name="Name18" func="var" arg="hierBranch" op="equ" val="r">
                <dgm:alg type="hierChild">
                  <dgm:param type="chAlign" val="l"/>
                  <dgm:param type="linDir" val="fromT"/>
                </dgm:alg>
              </dgm:if>
              <dgm:if name="Name19" func="var" arg="hierBranch" op="equ" val="hang">
                <dgm:choose name="Name20">
                  <dgm:if name="Name21" func="var" arg="dir" op="equ" val="norm">
                    <dgm:alg type="hierChild">
                      <dgm:param type="chAlign" val="l"/>
                      <dgm:param type="linDir" val="fromL"/>
                      <dgm:param type="secChAlign" val="t"/>
                      <dgm:param type="secLinDir" val="fromT"/>
                    </dgm:alg>
                  </dgm:if>
                  <dgm:else name="Name22">
                    <dgm:alg type="hierChild">
                      <dgm:param type="chAlign" val="l"/>
                      <dgm:param type="linDir" val="fromR"/>
                      <dgm:param type="secChAlign" val="t"/>
                      <dgm:param type="secLinDir" val="fromT"/>
                    </dgm:alg>
                  </dgm:else>
                </dgm:choose>
              </dgm:if>
              <dgm:else name="Name23">
                <dgm:choose name="Name24">
                  <dgm:if name="Name25" func="var" arg="dir" op="equ" val="norm">
                    <dgm:alg type="hierChild"/>
                  </dgm:if>
                  <dgm:else name="Name26">
                    <dgm:alg type="hierChild">
                      <dgm:param type="linDir" val="fromR"/>
                    </dgm:alg>
                  </dgm:else>
                </dgm:choose>
              </dgm:else>
            </dgm:choose>
            <dgm:shape xmlns:r="http://schemas.openxmlformats.org/officeDocument/2006/relationships" r:blip="">
              <dgm:adjLst/>
            </dgm:shape>
            <dgm:presOf/>
            <dgm:forEach name="rep2a" axis="ch" ptType="nonAsst">
              <dgm:forEach name="Name27" axis="precedSib" ptType="parTrans" st="-1" cnt="1">
                <dgm:layoutNode name="Name28">
                  <dgm:choose name="Name29">
                    <dgm:if name="Name30" func="var" arg="hierBranch" op="equ" val="std">
                      <dgm:choose name="Name31">
                        <dgm:if name="Name32" axis="self" func="depth" op="lte" val="2">
                          <dgm:alg type="conn">
                            <dgm:param type="connRout" val="bend"/>
                            <dgm:param type="dim" val="1D"/>
                            <dgm:param type="endSty" val="noArr"/>
                            <dgm:param type="begPts" val="bCtr"/>
                            <dgm:param type="endPts" val="tCtr"/>
                            <dgm:param type="bendPt" val="end"/>
                            <dgm:param type="srcNode" val="bottomArc1"/>
                            <dgm:param type="dstNode" val="topArc2"/>
                          </dgm:alg>
                        </dgm:if>
                        <dgm:if name="Name33" axis="par" ptType="asst" func="cnt" op="equ" val="1">
                          <dgm:alg type="conn">
                            <dgm:param type="connRout" val="bend"/>
                            <dgm:param type="dim" val="1D"/>
                            <dgm:param type="endSty" val="noArr"/>
                            <dgm:param type="begPts" val="bCtr"/>
                            <dgm:param type="endPts" val="tCtr"/>
                            <dgm:param type="bendPt" val="end"/>
                            <dgm:param type="srcNode" val="bottomArc3"/>
                            <dgm:param type="dstNode" val="topArc2"/>
                          </dgm:alg>
                        </dgm:if>
                        <dgm:else name="Name34">
                          <dgm:alg type="conn">
                            <dgm:param type="connRout" val="bend"/>
                            <dgm:param type="dim" val="1D"/>
                            <dgm:param type="endSty" val="noArr"/>
                            <dgm:param type="begPts" val="bCtr"/>
                            <dgm:param type="endPts" val="tCtr"/>
                            <dgm:param type="bendPt" val="end"/>
                            <dgm:param type="srcNode" val="bottomArc2"/>
                            <dgm:param type="dstNode" val="topArc2"/>
                          </dgm:alg>
                        </dgm:else>
                      </dgm:choose>
                    </dgm:if>
                    <dgm:if name="Name35" func="var" arg="hierBranch" op="equ" val="init">
                      <dgm:choose name="Name36">
                        <dgm:if name="Name37" axis="self" func="depth" op="lte" val="2">
                          <dgm:choose name="Name38">
                            <dgm:if name="Name39" axis="self" func="depth" op="lte" val="2">
                              <dgm:alg type="conn">
                                <dgm:param type="connRout" val="bend"/>
                                <dgm:param type="dim" val="1D"/>
                                <dgm:param type="endSty" val="noArr"/>
                                <dgm:param type="begPts" val="bCtr"/>
                                <dgm:param type="endPts" val="tCtr"/>
                                <dgm:param type="bendPt" val="end"/>
                                <dgm:param type="srcNode" val="bottomArc1"/>
                                <dgm:param type="dstNode" val="topArc2"/>
                              </dgm:alg>
                            </dgm:if>
                            <dgm:if name="Name40" axis="par" ptType="asst" func="cnt" op="equ" val="1">
                              <dgm:alg type="conn">
                                <dgm:param type="connRout" val="bend"/>
                                <dgm:param type="dim" val="1D"/>
                                <dgm:param type="endSty" val="noArr"/>
                                <dgm:param type="begPts" val="bCtr"/>
                                <dgm:param type="endPts" val="tCtr"/>
                                <dgm:param type="bendPt" val="end"/>
                                <dgm:param type="srcNode" val="bottomArc3"/>
                                <dgm:param type="dstNode" val="topArc2"/>
                              </dgm:alg>
                            </dgm:if>
                            <dgm:else name="Name41">
                              <dgm:alg type="conn">
                                <dgm:param type="connRout" val="bend"/>
                                <dgm:param type="dim" val="1D"/>
                                <dgm:param type="endSty" val="noArr"/>
                                <dgm:param type="begPts" val="bCtr"/>
                                <dgm:param type="endPts" val="tCtr"/>
                                <dgm:param type="bendPt" val="end"/>
                                <dgm:param type="srcNode" val="bottomArc2"/>
                                <dgm:param type="dstNode" val="topArc2"/>
                              </dgm:alg>
                            </dgm:else>
                          </dgm:choose>
                        </dgm:if>
                        <dgm:else name="Name42">
                          <dgm:choose name="Name43">
                            <dgm:if name="Name44" axis="par des" func="maxDepth" op="lte" val="1">
                              <dgm:choose name="Name45">
                                <dgm:if name="Name46" axis="self" func="depth" op="lte" val="2">
                                  <dgm:alg type="conn">
                                    <dgm:param type="connRout" val="bend"/>
                                    <dgm:param type="dim" val="1D"/>
                                    <dgm:param type="endSty" val="noArr"/>
                                    <dgm:param type="begPts" val="bCtr"/>
                                    <dgm:param type="endPts" val="bL bR"/>
                                    <dgm:param type="srcNode" val="bottomArc1"/>
                                    <dgm:param type="dstNode" val="topConnNode2"/>
                                  </dgm:alg>
                                </dgm:if>
                                <dgm:if name="Name47" axis="par" ptType="asst" func="cnt" op="equ" val="1">
                                  <dgm:alg type="conn">
                                    <dgm:param type="connRout" val="bend"/>
                                    <dgm:param type="dim" val="1D"/>
                                    <dgm:param type="endSty" val="noArr"/>
                                    <dgm:param type="begPts" val="bCtr"/>
                                    <dgm:param type="endPts" val="bL bR"/>
                                    <dgm:param type="srcNode" val="bottomArc3"/>
                                    <dgm:param type="dstNode" val="topConnNode2"/>
                                  </dgm:alg>
                                </dgm:if>
                                <dgm:else name="Name48">
                                  <dgm:alg type="conn">
                                    <dgm:param type="connRout" val="bend"/>
                                    <dgm:param type="dim" val="1D"/>
                                    <dgm:param type="endSty" val="noArr"/>
                                    <dgm:param type="begPts" val="bCtr"/>
                                    <dgm:param type="endPts" val="bL bR"/>
                                    <dgm:param type="srcNode" val="bottomArc2"/>
                                    <dgm:param type="dstNode" val="topConnNode2"/>
                                  </dgm:alg>
                                </dgm:else>
                              </dgm:choose>
                            </dgm:if>
                            <dgm:else name="Name49">
                              <dgm:choose name="Name50">
                                <dgm:if name="Name51" axis="self" func="depth" op="lte" val="2">
                                  <dgm:alg type="conn">
                                    <dgm:param type="connRout" val="bend"/>
                                    <dgm:param type="dim" val="1D"/>
                                    <dgm:param type="endSty" val="noArr"/>
                                    <dgm:param type="begPts" val="bCtr"/>
                                    <dgm:param type="endPts" val="tCtr"/>
                                    <dgm:param type="bendPt" val="end"/>
                                    <dgm:param type="srcNode" val="bottomArc1"/>
                                    <dgm:param type="dstNode" val="topArc2"/>
                                  </dgm:alg>
                                </dgm:if>
                                <dgm:if name="Name52" axis="par" ptType="asst" func="cnt" op="equ" val="1">
                                  <dgm:alg type="conn">
                                    <dgm:param type="connRout" val="bend"/>
                                    <dgm:param type="dim" val="1D"/>
                                    <dgm:param type="endSty" val="noArr"/>
                                    <dgm:param type="begPts" val="bCtr"/>
                                    <dgm:param type="endPts" val="tCtr"/>
                                    <dgm:param type="bendPt" val="end"/>
                                    <dgm:param type="srcNode" val="bottomArc3"/>
                                    <dgm:param type="dstNode" val="topArc2"/>
                                  </dgm:alg>
                                </dgm:if>
                                <dgm:else name="Name53">
                                  <dgm:alg type="conn">
                                    <dgm:param type="connRout" val="bend"/>
                                    <dgm:param type="dim" val="1D"/>
                                    <dgm:param type="endSty" val="noArr"/>
                                    <dgm:param type="begPts" val="bCtr"/>
                                    <dgm:param type="endPts" val="tCtr"/>
                                    <dgm:param type="bendPt" val="end"/>
                                    <dgm:param type="srcNode" val="bottomArc2"/>
                                    <dgm:param type="dstNode" val="topArc2"/>
                                  </dgm:alg>
                                </dgm:else>
                              </dgm:choose>
                            </dgm:else>
                          </dgm:choose>
                        </dgm:else>
                      </dgm:choose>
                    </dgm:if>
                    <dgm:else name="Name54">
                      <dgm:choose name="Name55">
                        <dgm:if name="Name56" axis="self" func="depth" op="lte" val="2">
                          <dgm:alg type="conn">
                            <dgm:param type="connRout" val="bend"/>
                            <dgm:param type="dim" val="1D"/>
                            <dgm:param type="endSty" val="noArr"/>
                            <dgm:param type="begPts" val="bCtr"/>
                            <dgm:param type="endPts" val="bL bR"/>
                            <dgm:param type="srcNode" val="bottomArc1"/>
                            <dgm:param type="dstNode" val="topConnNode2"/>
                          </dgm:alg>
                        </dgm:if>
                        <dgm:if name="Name57" axis="par" ptType="asst" func="cnt" op="equ" val="1">
                          <dgm:alg type="conn">
                            <dgm:param type="connRout" val="bend"/>
                            <dgm:param type="dim" val="1D"/>
                            <dgm:param type="endSty" val="noArr"/>
                            <dgm:param type="begPts" val="bCtr"/>
                            <dgm:param type="endPts" val="bL bR"/>
                            <dgm:param type="srcNode" val="bottomArc3"/>
                            <dgm:param type="dstNode" val="topConnNode2"/>
                          </dgm:alg>
                        </dgm:if>
                        <dgm:else name="Name58">
                          <dgm:alg type="conn">
                            <dgm:param type="connRout" val="bend"/>
                            <dgm:param type="dim" val="1D"/>
                            <dgm:param type="endSty" val="noArr"/>
                            <dgm:param type="begPts" val="bCtr"/>
                            <dgm:param type="endPts" val="bL bR"/>
                            <dgm:param type="srcNode" val="bottomArc2"/>
                            <dgm:param type="dstNode" val="topConnNode2"/>
                          </dgm:alg>
                        </dgm:else>
                      </dgm:choose>
                    </dgm:else>
                  </dgm:choose>
                  <dgm:shape xmlns:r="http://schemas.openxmlformats.org/officeDocument/2006/relationships" type="conn" r:blip="" zOrderOff="-99999">
                    <dgm:adjLst/>
                  </dgm:shape>
                  <dgm:presOf axis="self"/>
                  <dgm:constrLst>
                    <dgm:constr type="begPad"/>
                    <dgm:constr type="endPad"/>
                  </dgm:constrLst>
                </dgm:layoutNode>
              </dgm:forEach>
              <dgm:layoutNode name="hierRoot2">
                <dgm:varLst>
                  <dgm:hierBranch val="init"/>
                </dgm:varLst>
                <dgm:choose name="Name59">
                  <dgm:if name="Name60" func="var" arg="hierBranch" op="equ" val="l">
                    <dgm:alg type="hierRoot">
                      <dgm:param type="hierAlign" val="tR"/>
                    </dgm:alg>
                    <dgm:shape xmlns:r="http://schemas.openxmlformats.org/officeDocument/2006/relationships" r:blip="">
                      <dgm:adjLst/>
                    </dgm:shape>
                    <dgm:presOf/>
                    <dgm:constrLst>
                      <dgm:constr type="alignOff" val="0.65"/>
                    </dgm:constrLst>
                  </dgm:if>
                  <dgm:if name="Name61" func="var" arg="hierBranch" op="equ" val="r">
                    <dgm:alg type="hierRoot">
                      <dgm:param type="hierAlign" val="tL"/>
                    </dgm:alg>
                    <dgm:shape xmlns:r="http://schemas.openxmlformats.org/officeDocument/2006/relationships" r:blip="">
                      <dgm:adjLst/>
                    </dgm:shape>
                    <dgm:presOf/>
                    <dgm:constrLst>
                      <dgm:constr type="alignOff" val="0.65"/>
                    </dgm:constrLst>
                  </dgm:if>
                  <dgm:if name="Name62"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63" func="var" arg="hierBranch" op="equ" val="init">
                    <dgm:choose name="Name64">
                      <dgm:if name="Name65" axis="des" func="maxDepth" op="lte" val="1">
                        <dgm:alg type="hierRoot">
                          <dgm:param type="hierAlign" val="tL"/>
                        </dgm:alg>
                        <dgm:shape xmlns:r="http://schemas.openxmlformats.org/officeDocument/2006/relationships" r:blip="">
                          <dgm:adjLst/>
                        </dgm:shape>
                        <dgm:presOf/>
                        <dgm:constrLst>
                          <dgm:constr type="alignOff" val="0.65"/>
                        </dgm:constrLst>
                      </dgm:if>
                      <dgm:else name="Name6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67">
                    <dgm:alg type="hierRoot"/>
                    <dgm:shape xmlns:r="http://schemas.openxmlformats.org/officeDocument/2006/relationships" r:blip="">
                      <dgm:adjLst/>
                    </dgm:shape>
                    <dgm:presOf/>
                    <dgm:constrLst>
                      <dgm:constr type="alignOff" val="0.65"/>
                    </dgm:constrLst>
                  </dgm:else>
                </dgm:choose>
                <dgm:layoutNode name="rootComposite2">
                  <dgm:alg type="composite"/>
                  <dgm:shape xmlns:r="http://schemas.openxmlformats.org/officeDocument/2006/relationships" r:blip="">
                    <dgm:adjLst/>
                  </dgm:shape>
                  <dgm:presOf axis="self" ptType="node" cnt="1"/>
                  <dgm:choose name="Name68">
                    <dgm:if name="Name69" func="var" arg="hierBranch" op="equ" val="init">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if>
                    <dgm:if name="Name70" func="var" arg="hierBranch" op="equ" val="l">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if>
                    <dgm:if name="Name71" func="var" arg="hierBranch" op="equ" val="r">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if>
                    <dgm:else name="Name72">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else>
                  </dgm:choose>
                  <dgm:layoutNode name="rootText2" styleLbl="alignAcc1">
                    <dgm:varLst>
                      <dgm:chPref val="3"/>
                    </dgm:varLst>
                    <dgm:alg type="tx"/>
                    <dgm:shape xmlns:r="http://schemas.openxmlformats.org/officeDocument/2006/relationships" type="rect" r:blip="" hideGeom="1">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topArc2" styleLbl="parChTrans1D1" moveWith="rootText2">
                    <dgm:alg type="sp"/>
                    <dgm:shape xmlns:r="http://schemas.openxmlformats.org/officeDocument/2006/relationships" type="arc" r:blip="" zOrderOff="-2">
                      <dgm:adjLst>
                        <dgm:adj idx="1" val="-140"/>
                        <dgm:adj idx="2" val="-40"/>
                      </dgm:adjLst>
                    </dgm:shape>
                    <dgm:presOf/>
                  </dgm:layoutNode>
                  <dgm:layoutNode name="bottomArc2" styleLbl="parChTrans1D1" moveWith="rootText2">
                    <dgm:alg type="sp"/>
                    <dgm:shape xmlns:r="http://schemas.openxmlformats.org/officeDocument/2006/relationships" type="arc" r:blip="" zOrderOff="-2">
                      <dgm:adjLst>
                        <dgm:adj idx="1" val="40"/>
                        <dgm:adj idx="2" val="140"/>
                      </dgm:adjLst>
                    </dgm:shape>
                    <dgm:presOf/>
                  </dgm:layoutNode>
                  <dgm:layoutNode name="topConnNode2" moveWith="rootText2">
                    <dgm:alg type="sp"/>
                    <dgm:shape xmlns:r="http://schemas.openxmlformats.org/officeDocument/2006/relationships" type="rect" r:blip="" hideGeom="1">
                      <dgm:adjLst/>
                    </dgm:shape>
                    <dgm:presOf axis="self" ptType="node" cnt="1"/>
                  </dgm:layoutNode>
                </dgm:layoutNode>
                <dgm:layoutNode name="hierChild4">
                  <dgm:choose name="Name73">
                    <dgm:if name="Name74" func="var" arg="hierBranch" op="equ" val="l">
                      <dgm:alg type="hierChild">
                        <dgm:param type="chAlign" val="r"/>
                        <dgm:param type="linDir" val="fromT"/>
                      </dgm:alg>
                    </dgm:if>
                    <dgm:if name="Name75" func="var" arg="hierBranch" op="equ" val="r">
                      <dgm:alg type="hierChild">
                        <dgm:param type="chAlign" val="l"/>
                        <dgm:param type="linDir" val="fromT"/>
                      </dgm:alg>
                    </dgm:if>
                    <dgm:if name="Name76" func="var" arg="hierBranch" op="equ" val="hang">
                      <dgm:choose name="Name77">
                        <dgm:if name="Name78" func="var" arg="dir" op="equ" val="norm">
                          <dgm:alg type="hierChild">
                            <dgm:param type="chAlign" val="l"/>
                            <dgm:param type="linDir" val="fromL"/>
                            <dgm:param type="secChAlign" val="t"/>
                            <dgm:param type="secLinDir" val="fromT"/>
                          </dgm:alg>
                        </dgm:if>
                        <dgm:else name="Name79">
                          <dgm:alg type="hierChild">
                            <dgm:param type="chAlign" val="l"/>
                            <dgm:param type="linDir" val="fromR"/>
                            <dgm:param type="secChAlign" val="t"/>
                            <dgm:param type="secLinDir" val="fromT"/>
                          </dgm:alg>
                        </dgm:else>
                      </dgm:choose>
                    </dgm:if>
                    <dgm:if name="Name80" func="var" arg="hierBranch" op="equ" val="std">
                      <dgm:choose name="Name81">
                        <dgm:if name="Name82" func="var" arg="dir" op="equ" val="norm">
                          <dgm:alg type="hierChild"/>
                        </dgm:if>
                        <dgm:else name="Name83">
                          <dgm:alg type="hierChild">
                            <dgm:param type="linDir" val="fromR"/>
                          </dgm:alg>
                        </dgm:else>
                      </dgm:choose>
                    </dgm:if>
                    <dgm:if name="Name84" func="var" arg="hierBranch" op="equ" val="init">
                      <dgm:choose name="Name85">
                        <dgm:if name="Name86" axis="des" func="maxDepth" op="lte" val="1">
                          <dgm:alg type="hierChild">
                            <dgm:param type="chAlign" val="l"/>
                            <dgm:param type="linDir" val="fromT"/>
                          </dgm:alg>
                        </dgm:if>
                        <dgm:else name="Name87">
                          <dgm:choose name="Name88">
                            <dgm:if name="Name89" func="var" arg="dir" op="equ" val="norm">
                              <dgm:alg type="hierChild"/>
                            </dgm:if>
                            <dgm:else name="Name90">
                              <dgm:alg type="hierChild">
                                <dgm:param type="linDir" val="fromR"/>
                              </dgm:alg>
                            </dgm:else>
                          </dgm:choose>
                        </dgm:else>
                      </dgm:choose>
                    </dgm:if>
                    <dgm:else name="Name91"/>
                  </dgm:choose>
                  <dgm:shape xmlns:r="http://schemas.openxmlformats.org/officeDocument/2006/relationships" r:blip="">
                    <dgm:adjLst/>
                  </dgm:shape>
                  <dgm:presOf/>
                  <dgm:forEach name="Name92" ref="rep2a"/>
                </dgm:layoutNode>
                <dgm:layoutNode name="hierChild5">
                  <dgm:choose name="Name93">
                    <dgm:if name="Name94" func="var" arg="dir" op="equ" val="norm">
                      <dgm:alg type="hierChild">
                        <dgm:param type="chAlign" val="l"/>
                        <dgm:param type="linDir" val="fromL"/>
                        <dgm:param type="secChAlign" val="t"/>
                        <dgm:param type="secLinDir" val="fromT"/>
                      </dgm:alg>
                    </dgm:if>
                    <dgm:else name="Name95">
                      <dgm:alg type="hierChild">
                        <dgm:param type="chAlign" val="l"/>
                        <dgm:param type="linDir" val="fromR"/>
                        <dgm:param type="secChAlign" val="t"/>
                        <dgm:param type="secLinDir" val="fromT"/>
                      </dgm:alg>
                    </dgm:else>
                  </dgm:choose>
                  <dgm:shape xmlns:r="http://schemas.openxmlformats.org/officeDocument/2006/relationships" r:blip="">
                    <dgm:adjLst/>
                  </dgm:shape>
                  <dgm:presOf/>
                  <dgm:forEach name="Name96" ref="rep2b"/>
                </dgm:layoutNode>
              </dgm:layoutNode>
            </dgm:forEach>
          </dgm:layoutNode>
          <dgm:layoutNode name="hierChild3">
            <dgm:choose name="Name97">
              <dgm:if name="Name98" func="var" arg="dir" op="equ" val="norm">
                <dgm:alg type="hierChild">
                  <dgm:param type="chAlign" val="l"/>
                  <dgm:param type="linDir" val="fromL"/>
                  <dgm:param type="secChAlign" val="t"/>
                  <dgm:param type="secLinDir" val="fromT"/>
                </dgm:alg>
              </dgm:if>
              <dgm:else name="Name99">
                <dgm:alg type="hierChild">
                  <dgm:param type="chAlign" val="l"/>
                  <dgm:param type="linDir" val="fromR"/>
                  <dgm:param type="secChAlign" val="t"/>
                  <dgm:param type="secLinDir" val="fromT"/>
                </dgm:alg>
              </dgm:else>
            </dgm:choose>
            <dgm:shape xmlns:r="http://schemas.openxmlformats.org/officeDocument/2006/relationships" r:blip="">
              <dgm:adjLst/>
            </dgm:shape>
            <dgm:presOf/>
            <dgm:forEach name="rep2b" axis="ch" ptType="asst">
              <dgm:forEach name="Name100" axis="precedSib" ptType="parTrans" st="-1" cnt="1">
                <dgm:layoutNode name="Name101">
                  <dgm:choose name="Name102">
                    <dgm:if name="Name103" axis="self" func="depth" op="lte" val="2">
                      <dgm:alg type="conn">
                        <dgm:param type="connRout" val="bend"/>
                        <dgm:param type="dim" val="1D"/>
                        <dgm:param type="endSty" val="noArr"/>
                        <dgm:param type="begPts" val="bCtr"/>
                        <dgm:param type="endPts" val="bL bR"/>
                        <dgm:param type="srcNode" val="bottomArc1"/>
                        <dgm:param type="dstNode" val="topConnNode3"/>
                      </dgm:alg>
                    </dgm:if>
                    <dgm:if name="Name104" axis="par" ptType="asst" func="cnt" op="equ" val="1">
                      <dgm:alg type="conn">
                        <dgm:param type="connRout" val="bend"/>
                        <dgm:param type="dim" val="1D"/>
                        <dgm:param type="endSty" val="noArr"/>
                        <dgm:param type="begPts" val="bCtr"/>
                        <dgm:param type="endPts" val="bL bR"/>
                        <dgm:param type="srcNode" val="bottomArc3"/>
                        <dgm:param type="dstNode" val="topConnNode3"/>
                      </dgm:alg>
                    </dgm:if>
                    <dgm:else name="Name105">
                      <dgm:alg type="conn">
                        <dgm:param type="connRout" val="bend"/>
                        <dgm:param type="dim" val="1D"/>
                        <dgm:param type="endSty" val="noArr"/>
                        <dgm:param type="begPts" val="bCtr"/>
                        <dgm:param type="endPts" val="bL bR"/>
                        <dgm:param type="srcNode" val="bottomArc2"/>
                        <dgm:param type="dstNode" val="topConnNode3"/>
                      </dgm:alg>
                    </dgm:else>
                  </dgm:choose>
                  <dgm:shape xmlns:r="http://schemas.openxmlformats.org/officeDocument/2006/relationships" type="conn" r:blip="" zOrderOff="-99999">
                    <dgm:adjLst/>
                  </dgm:shape>
                  <dgm:presOf axis="self"/>
                  <dgm:constrLst>
                    <dgm:constr type="begPad"/>
                    <dgm:constr type="endPad"/>
                  </dgm:constrLst>
                </dgm:layoutNode>
              </dgm:forEach>
              <dgm:layoutNode name="hierRoot3">
                <dgm:varLst>
                  <dgm:hierBranch val="init"/>
                </dgm:varLst>
                <dgm:choose name="Name106">
                  <dgm:if name="Name107" func="var" arg="hierBranch" op="equ" val="l">
                    <dgm:alg type="hierRoot">
                      <dgm:param type="hierAlign" val="tR"/>
                    </dgm:alg>
                    <dgm:shape xmlns:r="http://schemas.openxmlformats.org/officeDocument/2006/relationships" r:blip="">
                      <dgm:adjLst/>
                    </dgm:shape>
                    <dgm:presOf/>
                    <dgm:constrLst>
                      <dgm:constr type="alignOff" val="0.65"/>
                    </dgm:constrLst>
                  </dgm:if>
                  <dgm:if name="Name108" func="var" arg="hierBranch" op="equ" val="r">
                    <dgm:alg type="hierRoot">
                      <dgm:param type="hierAlign" val="tL"/>
                    </dgm:alg>
                    <dgm:shape xmlns:r="http://schemas.openxmlformats.org/officeDocument/2006/relationships" r:blip="">
                      <dgm:adjLst/>
                    </dgm:shape>
                    <dgm:presOf/>
                    <dgm:constrLst>
                      <dgm:constr type="alignOff" val="0.65"/>
                    </dgm:constrLst>
                  </dgm:if>
                  <dgm:if name="Name109" func="var" arg="hierBranch" op="equ" val="hang">
                    <dgm:alg type="hierRoot"/>
                    <dgm:shape xmlns:r="http://schemas.openxmlformats.org/officeDocument/2006/relationships" r:blip="">
                      <dgm:adjLst/>
                    </dgm:shape>
                    <dgm:presOf/>
                    <dgm:constrLst>
                      <dgm:constr type="alignOff" val="0.65"/>
                    </dgm:constrLst>
                  </dgm:if>
                  <dgm:if name="Name110"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1" func="var" arg="hierBranch" op="equ" val="init">
                    <dgm:choose name="Name112">
                      <dgm:if name="Name113" axis="des" func="maxDepth" op="lte" val="1">
                        <dgm:alg type="hierRoot">
                          <dgm:param type="hierAlign" val="tL"/>
                        </dgm:alg>
                        <dgm:shape xmlns:r="http://schemas.openxmlformats.org/officeDocument/2006/relationships" r:blip="">
                          <dgm:adjLst/>
                        </dgm:shape>
                        <dgm:presOf/>
                        <dgm:constrLst>
                          <dgm:constr type="alignOff" val="0.65"/>
                        </dgm:constrLst>
                      </dgm:if>
                      <dgm:else name="Name114">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15"/>
                </dgm:choose>
                <dgm:layoutNode name="rootComposite3">
                  <dgm:alg type="composite"/>
                  <dgm:shape xmlns:r="http://schemas.openxmlformats.org/officeDocument/2006/relationships" r:blip="">
                    <dgm:adjLst/>
                  </dgm:shape>
                  <dgm:presOf axis="self" ptType="node" cnt="1"/>
                  <dgm:choose name="Name116">
                    <dgm:if name="Name117" func="var" arg="hierBranch" op="equ" val="init">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if>
                    <dgm:if name="Name118" func="var" arg="hierBranch" op="equ" val="l">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if>
                    <dgm:if name="Name119" func="var" arg="hierBranch" op="equ" val="r">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if>
                    <dgm:else name="Name120">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else>
                  </dgm:choose>
                  <dgm:layoutNode name="rootText3" styleLbl="alignAcc1">
                    <dgm:varLst>
                      <dgm:chPref val="3"/>
                    </dgm:varLst>
                    <dgm:alg type="tx"/>
                    <dgm:shape xmlns:r="http://schemas.openxmlformats.org/officeDocument/2006/relationships" type="rect" r:blip="" hideGeom="1">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topArc3" styleLbl="parChTrans1D1" moveWith="rootText3">
                    <dgm:alg type="sp"/>
                    <dgm:shape xmlns:r="http://schemas.openxmlformats.org/officeDocument/2006/relationships" type="arc" r:blip="" zOrderOff="-2">
                      <dgm:adjLst>
                        <dgm:adj idx="1" val="-140"/>
                        <dgm:adj idx="2" val="-40"/>
                      </dgm:adjLst>
                    </dgm:shape>
                    <dgm:presOf/>
                  </dgm:layoutNode>
                  <dgm:layoutNode name="bottomArc3" styleLbl="parChTrans1D1" moveWith="rootText3">
                    <dgm:alg type="sp"/>
                    <dgm:shape xmlns:r="http://schemas.openxmlformats.org/officeDocument/2006/relationships" type="arc" r:blip="" zOrderOff="-2">
                      <dgm:adjLst>
                        <dgm:adj idx="1" val="40"/>
                        <dgm:adj idx="2" val="140"/>
                      </dgm:adjLst>
                    </dgm:shape>
                    <dgm:presOf/>
                  </dgm:layoutNode>
                  <dgm:layoutNode name="topConnNode3" moveWith="rootText3">
                    <dgm:alg type="sp"/>
                    <dgm:shape xmlns:r="http://schemas.openxmlformats.org/officeDocument/2006/relationships" type="rect" r:blip="" hideGeom="1">
                      <dgm:adjLst/>
                    </dgm:shape>
                    <dgm:presOf axis="self" ptType="node" cnt="1"/>
                  </dgm:layoutNode>
                </dgm:layoutNode>
                <dgm:layoutNode name="hierChild6">
                  <dgm:choose name="Name121">
                    <dgm:if name="Name122" func="var" arg="hierBranch" op="equ" val="l">
                      <dgm:alg type="hierChild">
                        <dgm:param type="chAlign" val="r"/>
                        <dgm:param type="linDir" val="fromT"/>
                      </dgm:alg>
                    </dgm:if>
                    <dgm:if name="Name123" func="var" arg="hierBranch" op="equ" val="r">
                      <dgm:alg type="hierChild">
                        <dgm:param type="chAlign" val="l"/>
                        <dgm:param type="linDir" val="fromT"/>
                      </dgm:alg>
                    </dgm:if>
                    <dgm:if name="Name124" func="var" arg="hierBranch" op="equ" val="hang">
                      <dgm:choose name="Name125">
                        <dgm:if name="Name126" func="var" arg="dir" op="equ" val="norm">
                          <dgm:alg type="hierChild">
                            <dgm:param type="chAlign" val="l"/>
                            <dgm:param type="linDir" val="fromL"/>
                            <dgm:param type="secChAlign" val="t"/>
                            <dgm:param type="secLinDir" val="fromT"/>
                          </dgm:alg>
                        </dgm:if>
                        <dgm:else name="Name127">
                          <dgm:alg type="hierChild">
                            <dgm:param type="chAlign" val="l"/>
                            <dgm:param type="linDir" val="fromR"/>
                            <dgm:param type="secChAlign" val="t"/>
                            <dgm:param type="secLinDir" val="fromT"/>
                          </dgm:alg>
                        </dgm:else>
                      </dgm:choose>
                    </dgm:if>
                    <dgm:if name="Name128" func="var" arg="hierBranch" op="equ" val="std">
                      <dgm:choose name="Name129">
                        <dgm:if name="Name130" func="var" arg="dir" op="equ" val="norm">
                          <dgm:alg type="hierChild"/>
                        </dgm:if>
                        <dgm:else name="Name131">
                          <dgm:alg type="hierChild">
                            <dgm:param type="linDir" val="fromR"/>
                          </dgm:alg>
                        </dgm:else>
                      </dgm:choose>
                    </dgm:if>
                    <dgm:if name="Name132" func="var" arg="hierBranch" op="equ" val="init">
                      <dgm:choose name="Name133">
                        <dgm:if name="Name134" axis="des" func="maxDepth" op="lte" val="1">
                          <dgm:alg type="hierChild">
                            <dgm:param type="chAlign" val="l"/>
                            <dgm:param type="linDir" val="fromT"/>
                          </dgm:alg>
                        </dgm:if>
                        <dgm:else name="Name135">
                          <dgm:alg type="hierChild"/>
                        </dgm:else>
                      </dgm:choose>
                    </dgm:if>
                    <dgm:else name="Name136"/>
                  </dgm:choose>
                  <dgm:shape xmlns:r="http://schemas.openxmlformats.org/officeDocument/2006/relationships" r:blip="">
                    <dgm:adjLst/>
                  </dgm:shape>
                  <dgm:presOf/>
                  <dgm:forEach name="Name137" ref="rep2a"/>
                </dgm:layoutNode>
                <dgm:layoutNode name="hierChild7">
                  <dgm:choose name="Name138">
                    <dgm:if name="Name139" func="var" arg="dir" op="equ" val="norm">
                      <dgm:alg type="hierChild">
                        <dgm:param type="chAlign" val="l"/>
                        <dgm:param type="linDir" val="fromL"/>
                        <dgm:param type="secChAlign" val="t"/>
                        <dgm:param type="secLinDir" val="fromT"/>
                      </dgm:alg>
                    </dgm:if>
                    <dgm:else name="Name140">
                      <dgm:alg type="hierChild">
                        <dgm:param type="chAlign" val="l"/>
                        <dgm:param type="linDir" val="fromR"/>
                        <dgm:param type="secChAlign" val="t"/>
                        <dgm:param type="secLinDir" val="fromT"/>
                      </dgm:alg>
                    </dgm:else>
                  </dgm:choose>
                  <dgm:shape xmlns:r="http://schemas.openxmlformats.org/officeDocument/2006/relationships" r:blip="">
                    <dgm:adjLst/>
                  </dgm:shape>
                  <dgm:presOf/>
                  <dgm:forEach name="Name141" ref="rep2b"/>
                </dgm:layoutNode>
              </dgm:layoutNode>
            </dgm:forEach>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8/layout/SquareAccentList">
  <dgm:title val=""/>
  <dgm:desc val=""/>
  <dgm:catLst>
    <dgm:cat type="list" pri="5500"/>
  </dgm:catLst>
  <dgm:samp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sampData>
  <dgm:style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styleData>
  <dgm:clr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clrData>
  <dgm:layoutNode name="layout">
    <dgm:varLst>
      <dgm:chMax/>
      <dgm:chPref/>
      <dgm:dir/>
      <dgm:resizeHandles/>
    </dgm:varLst>
    <dgm:choose name="Name0">
      <dgm:if name="Name1" func="var" arg="dir" op="equ" val="norm">
        <dgm:alg type="hierChild">
          <dgm:param type="linDir" val="fromL"/>
          <dgm:param type="vertAlign" val="t"/>
          <dgm:param type="nodeVertAlign" val="t"/>
          <dgm:param type="horzAlign" val="ctr"/>
          <dgm:param type="fallback" val="1D"/>
        </dgm:alg>
      </dgm:if>
      <dgm:else name="Name2">
        <dgm:alg type="hierChild">
          <dgm:param type="linDir" val="fromR"/>
          <dgm:param type="vertAlign" val="t"/>
          <dgm:param type="nodeVertAlign" val="t"/>
          <dgm:param type="horzAlign" val="ctr"/>
          <dgm:param type="fallback" val="1D"/>
        </dgm:alg>
      </dgm:else>
    </dgm:choose>
    <dgm:shape xmlns:r="http://schemas.openxmlformats.org/officeDocument/2006/relationships" r:blip="">
      <dgm:adjLst/>
    </dgm:shape>
    <dgm:presOf/>
    <dgm:constrLst>
      <dgm:constr type="primFontSz" for="des" forName="Parent" op="equ" val="65"/>
      <dgm:constr type="primFontSz" for="des" forName="Child" op="equ" val="65"/>
      <dgm:constr type="primFontSz" for="des" forName="Child" refType="primFontSz" refFor="des" refForName="Parent" op="lte"/>
      <dgm:constr type="w" for="des" forName="rootComposite" refType="h" refFor="des" refForName="rootComposite" fact="3.0396"/>
      <dgm:constr type="h" for="des" forName="rootComposite" refType="h"/>
      <dgm:constr type="w" for="des" forName="childComposite" refType="w" refFor="des" refForName="rootComposite"/>
      <dgm:constr type="h" for="des" forName="childComposite" refType="h" refFor="des" refForName="rootComposite" fact="0.5205"/>
      <dgm:constr type="sibSp" refType="w" refFor="des" refForName="rootComposite" fact="0.05"/>
      <dgm:constr type="sp" for="des" forName="root" refType="h" refFor="des" refForName="childComposite" fact="0.2855"/>
    </dgm:constrLst>
    <dgm:ruleLst/>
    <dgm:forEach name="Name3" axis="ch">
      <dgm:forEach name="Name4" axis="self" ptType="node" cnt="1">
        <dgm:layoutNode name="root">
          <dgm:varLst>
            <dgm:chMax/>
            <dgm:chPref/>
          </dgm:varLst>
          <dgm:alg type="hierRoot">
            <dgm:param type="hierAlign" val="tL"/>
          </dgm:alg>
          <dgm:shape xmlns:r="http://schemas.openxmlformats.org/officeDocument/2006/relationships" r:blip="">
            <dgm:adjLst/>
          </dgm:shape>
          <dgm:presOf/>
          <dgm:constrLst/>
          <dgm:ruleLst/>
          <dgm:layoutNode name="rootComposite">
            <dgm:varLst/>
            <dgm:alg type="composite"/>
            <dgm:shape xmlns:r="http://schemas.openxmlformats.org/officeDocument/2006/relationships" r:blip="">
              <dgm:adjLst/>
            </dgm:shape>
            <dgm:presOf axis="self" ptType="node" cnt="1"/>
            <dgm:choose name="Name5">
              <dgm:if name="Name6" func="var" arg="dir" op="equ" val="norm">
                <dgm:constrLst>
                  <dgm:constr type="l" for="ch" forName="Parent" refType="w" fact="0"/>
                  <dgm:constr type="t" for="ch" forName="Parent" refType="h" fact="0"/>
                  <dgm:constr type="w" for="ch" forName="Parent" refType="w"/>
                  <dgm:constr type="h" for="ch" forName="Parent" refType="h" fact="0.6424"/>
                  <dgm:constr type="l" for="ch" forName="ParentAccent" refType="w" fact="0"/>
                  <dgm:constr type="b" for="ch" forName="ParentAccent" refType="h"/>
                  <dgm:constr type="w" for="ch" forName="ParentAccent" refType="w"/>
                  <dgm:constr type="h" for="ch" forName="ParentAccent" refType="h" fact="0.3576"/>
                  <dgm:constr type="l" for="ch" forName="ParentSmallAccent" refType="w" fact="0"/>
                  <dgm:constr type="b" for="ch" forName="ParentSmallAccent" refType="h"/>
                  <dgm:constr type="w" for="ch" forName="ParentSmallAccent" refType="h" fact="0.2233"/>
                  <dgm:constr type="h" for="ch" forName="ParentSmallAccent" refType="h" fact="0.2233"/>
                </dgm:constrLst>
              </dgm:if>
              <dgm:else name="Name7">
                <dgm:constrLst>
                  <dgm:constr type="l" for="ch" forName="Parent" refType="w" fact="0"/>
                  <dgm:constr type="t" for="ch" forName="Parent" refType="h" fact="0"/>
                  <dgm:constr type="w" for="ch" forName="Parent" refType="w"/>
                  <dgm:constr type="h" for="ch" forName="Parent" refType="h" fact="0.6424"/>
                  <dgm:constr type="l" for="ch" forName="ParentAccent" refType="w" fact="0"/>
                  <dgm:constr type="b" for="ch" forName="ParentAccent" refType="h"/>
                  <dgm:constr type="w" for="ch" forName="ParentAccent" refType="w"/>
                  <dgm:constr type="h" for="ch" forName="ParentAccent" refType="h" fact="0.3576"/>
                  <dgm:constr type="r" for="ch" forName="ParentSmallAccent" refType="w"/>
                  <dgm:constr type="b" for="ch" forName="ParentSmallAccent" refType="h"/>
                  <dgm:constr type="w" for="ch" forName="ParentSmallAccent" refType="h" fact="0.2233"/>
                  <dgm:constr type="h" for="ch" forName="ParentSmallAccent" refType="h" fact="0.2233"/>
                </dgm:constrLst>
              </dgm:else>
            </dgm:choose>
            <dgm:ruleLst/>
            <dgm:layoutNode name="ParentAccent" styleLbl="alignNode1">
              <dgm:alg type="sp"/>
              <dgm:shape xmlns:r="http://schemas.openxmlformats.org/officeDocument/2006/relationships" type="rect" r:blip="">
                <dgm:adjLst/>
              </dgm:shape>
              <dgm:presOf/>
            </dgm:layoutNode>
            <dgm:layoutNode name="ParentSmallAccent" styleLbl="fgAcc1">
              <dgm:alg type="sp"/>
              <dgm:shape xmlns:r="http://schemas.openxmlformats.org/officeDocument/2006/relationships" type="rect" r:blip="">
                <dgm:adjLst/>
              </dgm:shape>
              <dgm:presOf/>
            </dgm:layoutNode>
            <dgm:layoutNode name="Parent" styleLbl="revTx">
              <dgm:varLst>
                <dgm:chMax/>
                <dgm:chPref val="4"/>
                <dgm:bulletEnabled val="1"/>
              </dgm:varLst>
              <dgm:choose name="Name8">
                <dgm:if name="Name9" func="var" arg="dir" op="equ" val="norm">
                  <dgm:alg type="tx">
                    <dgm:param type="txAnchorVertCh" val="mid"/>
                    <dgm:param type="parTxLTRAlign" val="l"/>
                  </dgm:alg>
                </dgm:if>
                <dgm:else name="Name10">
                  <dgm:alg type="tx">
                    <dgm:param type="txAnchorVertCh" val="mid"/>
                    <dgm:param type="parTxLTRAlign" val="r"/>
                  </dgm:alg>
                </dgm:else>
              </dgm:choose>
              <dgm:shape xmlns:r="http://schemas.openxmlformats.org/officeDocument/2006/relationships" type="rect" r:blip="">
                <dgm:adjLst/>
              </dgm:shape>
              <dgm:presOf axis="self" ptType="node"/>
              <dgm:constrLst>
                <dgm:constr type="tMarg" refType="primFontSz" fact="0.1"/>
                <dgm:constr type="bMarg" refType="primFontSz" fact="0.1"/>
                <dgm:constr type="lMarg" refType="primFontSz" fact="0.15"/>
                <dgm:constr type="rMarg" refType="primFontSz" fact="0.15"/>
              </dgm:constrLst>
              <dgm:ruleLst>
                <dgm:rule type="primFontSz" val="5" fact="NaN" max="NaN"/>
                <dgm:rule type="primFontSz" val="65" fact="NaN" max="NaN"/>
              </dgm:ruleLst>
            </dgm:layoutNode>
          </dgm:layoutNode>
          <dgm:layoutNode name="childShape">
            <dgm:varLst>
              <dgm:chMax val="0"/>
              <dgm:chPref val="0"/>
            </dgm:varLst>
            <dgm:alg type="hierChild">
              <dgm:param type="chAlign" val="r"/>
              <dgm:param type="linDir" val="fromT"/>
              <dgm:param type="fallback" val="2D"/>
            </dgm:alg>
            <dgm:shape xmlns:r="http://schemas.openxmlformats.org/officeDocument/2006/relationships" r:blip="">
              <dgm:adjLst/>
            </dgm:shape>
            <dgm:presOf/>
            <dgm:constrLst/>
            <dgm:ruleLst/>
            <dgm:forEach name="Name11" axis="ch">
              <dgm:forEach name="Name12" axis="self" ptType="node">
                <dgm:layoutNode name="childComposite">
                  <dgm:varLst>
                    <dgm:chMax val="0"/>
                    <dgm:chPref val="0"/>
                  </dgm:varLst>
                  <dgm:alg type="composite"/>
                  <dgm:shape xmlns:r="http://schemas.openxmlformats.org/officeDocument/2006/relationships" r:blip="">
                    <dgm:adjLst/>
                  </dgm:shape>
                  <dgm:presOf/>
                  <dgm:choose name="Name13">
                    <dgm:if name="Name14" func="var" arg="dir" op="equ" val="norm">
                      <dgm:constrLst>
                        <dgm:constr type="w" for="ch" forName="ChildAccent" refType="h" fact="0.429"/>
                        <dgm:constr type="h" for="ch" forName="ChildAccent" refType="h" fact="0.429"/>
                        <dgm:constr type="l" for="ch" forName="ChildAccent" refType="w" fact="0"/>
                        <dgm:constr type="t" for="ch" forName="ChildAccent" refType="h" fact="0.2855"/>
                        <dgm:constr type="w" for="ch" forName="Child" refType="w" fact="0.93"/>
                        <dgm:constr type="h" for="ch" forName="Child" refType="h"/>
                        <dgm:constr type="l" for="ch" forName="Child" refType="w" fact="0.07"/>
                        <dgm:constr type="t" for="ch" forName="Child" refType="h" fact="0"/>
                      </dgm:constrLst>
                    </dgm:if>
                    <dgm:else name="Name15">
                      <dgm:constrLst>
                        <dgm:constr type="w" for="ch" forName="ChildAccent" refType="h" fact="0.429"/>
                        <dgm:constr type="h" for="ch" forName="ChildAccent" refType="h" fact="0.429"/>
                        <dgm:constr type="r" for="ch" forName="ChildAccent" refType="w"/>
                        <dgm:constr type="t" for="ch" forName="ChildAccent" refType="h" fact="0.2855"/>
                        <dgm:constr type="w" for="ch" forName="Child" refType="w" fact="0.93"/>
                        <dgm:constr type="h" for="ch" forName="Child" refType="h"/>
                        <dgm:constr type="r" for="ch" forName="Child" refType="w" fact="0.93"/>
                        <dgm:constr type="t" for="ch" forName="Child" refType="h" fact="0"/>
                      </dgm:constrLst>
                    </dgm:else>
                  </dgm:choose>
                  <dgm:ruleLst/>
                  <dgm:layoutNode name="ChildAccent" styleLbl="solidFgAcc1">
                    <dgm:alg type="sp"/>
                    <dgm:shape xmlns:r="http://schemas.openxmlformats.org/officeDocument/2006/relationships" type="rect" r:blip="">
                      <dgm:adjLst/>
                    </dgm:shape>
                    <dgm:presOf/>
                  </dgm:layoutNode>
                  <dgm:layoutNode name="Child" styleLbl="revTx">
                    <dgm:varLst>
                      <dgm:chMax val="0"/>
                      <dgm:chPref val="0"/>
                      <dgm:bulletEnabled val="1"/>
                    </dgm:varLst>
                    <dgm:choose name="Name16">
                      <dgm:if name="Name17" func="var" arg="dir" op="equ" val="norm">
                        <dgm:alg type="tx">
                          <dgm:param type="txAnchorVertCh" val="mid"/>
                          <dgm:param type="parTxLTRAlign" val="l"/>
                        </dgm:alg>
                      </dgm:if>
                      <dgm:else name="Name18">
                        <dgm:alg type="tx">
                          <dgm:param type="txAnchorVertCh" val="mid"/>
                          <dgm:param type="parTxLTRAlign" val="r"/>
                        </dgm:alg>
                      </dgm:else>
                    </dgm:choose>
                    <dgm:shape xmlns:r="http://schemas.openxmlformats.org/officeDocument/2006/relationships" type="rect" r:blip="">
                      <dgm:adjLst/>
                    </dgm:shape>
                    <dgm:presOf axis="desOrSelf" ptType="node node"/>
                    <dgm:ruleLst>
                      <dgm:rule type="primFontSz" val="5" fact="NaN" max="NaN"/>
                    </dgm:ruleLst>
                  </dgm:layoutNode>
                </dgm:layoutNode>
              </dgm:forEach>
            </dgm:forEach>
          </dgm:layoutNode>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15.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6.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3d7">
  <dgm:title val=""/>
  <dgm:desc val=""/>
  <dgm:catLst>
    <dgm:cat type="3D" pri="11700"/>
  </dgm:catLst>
  <dgm:scene3d>
    <a:camera prst="perspectiveLeft" zoom="91000"/>
    <a:lightRig rig="threePt" dir="t">
      <a:rot lat="0" lon="0" rev="20640000"/>
    </a:lightRig>
  </dgm:scene3d>
  <dgm:styleLbl name="node0">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lnNode1">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vennNode1">
    <dgm:scene3d>
      <a:camera prst="orthographicFront"/>
      <a:lightRig rig="threePt" dir="t"/>
    </dgm:scene3d>
    <dgm:sp3d extrusionH="50600" prstMaterial="clear">
      <a:bevelT w="101600" h="80600" prst="relaxedInset"/>
      <a:bevelB w="80600" h="80600" prst="relaxedInset"/>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extrusionH="50600" prstMaterial="metal">
      <a:bevelT w="101600" h="80600" prst="relaxedInset"/>
      <a:bevelB w="80600" h="80600" prst="relaxedInset"/>
    </dgm:sp3d>
    <dgm:txPr/>
    <dgm:style>
      <a:lnRef idx="1">
        <a:scrgbClr r="0" g="0" b="0"/>
      </a:lnRef>
      <a:fillRef idx="1">
        <a:scrgbClr r="0" g="0" b="0"/>
      </a:fillRef>
      <a:effectRef idx="1">
        <a:scrgbClr r="0" g="0" b="0"/>
      </a:effectRef>
      <a:fontRef idx="minor">
        <a:schemeClr val="dk1"/>
      </a:fontRef>
    </dgm:style>
  </dgm:styleLbl>
  <dgm:styleLbl name="node1">
    <dgm:scene3d>
      <a:camera prst="orthographicFront"/>
      <a:lightRig rig="threePt" dir="t"/>
    </dgm:scene3d>
    <dgm:sp3d extrusionH="50600" prstMaterial="metal">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node2">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node3">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node4">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fgImgPlace1">
    <dgm:scene3d>
      <a:camera prst="orthographicFront"/>
      <a:lightRig rig="threePt" dir="t"/>
    </dgm:scene3d>
    <dgm:sp3d z="57200" extrusionH="10600" prstMaterial="plastic">
      <a:bevelT w="101600" h="8600" prst="relaxedInset"/>
      <a:bevelB w="8600" h="8600" prst="relaxedInset"/>
    </dgm:sp3d>
    <dgm:txPr/>
    <dgm:style>
      <a:lnRef idx="0">
        <a:scrgbClr r="0" g="0" b="0"/>
      </a:lnRef>
      <a:fillRef idx="1">
        <a:scrgbClr r="0" g="0" b="0"/>
      </a:fillRef>
      <a:effectRef idx="1">
        <a:scrgbClr r="0" g="0" b="0"/>
      </a:effectRef>
      <a:fontRef idx="minor"/>
    </dgm:style>
  </dgm:styleLbl>
  <dgm:styleLbl name="alignImgPlace1">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dgm:style>
  </dgm:styleLbl>
  <dgm:styleLbl name="bgImgPlace1">
    <dgm:scene3d>
      <a:camera prst="orthographicFront"/>
      <a:lightRig rig="threePt" dir="t"/>
    </dgm:scene3d>
    <dgm:sp3d z="-211800" extrusionH="10600" prstMaterial="plastic">
      <a:bevelT w="101600" h="8600" prst="relaxedInset"/>
      <a:bevelB w="8600" h="8600" prst="relaxedInset"/>
    </dgm:sp3d>
    <dgm:txPr/>
    <dgm:style>
      <a:lnRef idx="0">
        <a:scrgbClr r="0" g="0" b="0"/>
      </a:lnRef>
      <a:fillRef idx="1">
        <a:scrgbClr r="0" g="0" b="0"/>
      </a:fillRef>
      <a:effectRef idx="1">
        <a:scrgbClr r="0" g="0" b="0"/>
      </a:effectRef>
      <a:fontRef idx="minor"/>
    </dgm:style>
  </dgm:styleLbl>
  <dgm:styleLbl name="sibTrans2D1">
    <dgm:scene3d>
      <a:camera prst="orthographicFront"/>
      <a:lightRig rig="threePt" dir="t"/>
    </dgm:scene3d>
    <dgm:sp3d z="-110000">
      <a:bevelT w="40600" h="20600" prst="relaxedInset"/>
    </dgm:sp3d>
    <dgm:txPr/>
    <dgm:style>
      <a:lnRef idx="0">
        <a:scrgbClr r="0" g="0" b="0"/>
      </a:lnRef>
      <a:fillRef idx="1">
        <a:scrgbClr r="0" g="0" b="0"/>
      </a:fillRef>
      <a:effectRef idx="2">
        <a:scrgbClr r="0" g="0" b="0"/>
      </a:effectRef>
      <a:fontRef idx="minor"/>
    </dgm:style>
  </dgm:styleLbl>
  <dgm:styleLbl name="fgSibTrans2D1">
    <dgm:scene3d>
      <a:camera prst="orthographicFront"/>
      <a:lightRig rig="threePt" dir="t"/>
    </dgm:scene3d>
    <dgm:sp3d z="10600">
      <a:bevelT w="40600" h="20600" prst="relaxedInset"/>
    </dgm:sp3d>
    <dgm:txPr/>
    <dgm:style>
      <a:lnRef idx="0">
        <a:scrgbClr r="0" g="0" b="0"/>
      </a:lnRef>
      <a:fillRef idx="1">
        <a:scrgbClr r="0" g="0" b="0"/>
      </a:fillRef>
      <a:effectRef idx="2">
        <a:scrgbClr r="0" g="0" b="0"/>
      </a:effectRef>
      <a:fontRef idx="minor"/>
    </dgm:style>
  </dgm:styleLbl>
  <dgm:styleLbl name="bgSibTrans2D1">
    <dgm:scene3d>
      <a:camera prst="orthographicFront"/>
      <a:lightRig rig="threePt" dir="t"/>
    </dgm:scene3d>
    <dgm:sp3d z="-211800">
      <a:bevelT w="40600" h="20600" prst="relaxedInset"/>
    </dgm:sp3d>
    <dgm:txPr/>
    <dgm:style>
      <a:lnRef idx="0">
        <a:scrgbClr r="0" g="0" b="0"/>
      </a:lnRef>
      <a:fillRef idx="1">
        <a:scrgbClr r="0" g="0" b="0"/>
      </a:fillRef>
      <a:effectRef idx="2">
        <a:scrgbClr r="0" g="0" b="0"/>
      </a:effectRef>
      <a:fontRef idx="minor"/>
    </dgm:style>
  </dgm:styleLbl>
  <dgm:styleLbl name="sibTrans1D1">
    <dgm:scene3d>
      <a:camera prst="orthographicFront"/>
      <a:lightRig rig="threePt" dir="t"/>
    </dgm:scene3d>
    <dgm:sp3d z="-110000"/>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0000"/>
    <dgm:txPr/>
    <dgm:style>
      <a:lnRef idx="1">
        <a:scrgbClr r="0" g="0" b="0"/>
      </a:lnRef>
      <a:fillRef idx="1">
        <a:scrgbClr r="0" g="0" b="0"/>
      </a:fillRef>
      <a:effectRef idx="0">
        <a:scrgbClr r="0" g="0" b="0"/>
      </a:effectRef>
      <a:fontRef idx="minor"/>
    </dgm:style>
  </dgm:styleLbl>
  <dgm:styleLbl name="asst0">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asst1">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asst2">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asst3">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asst4">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parChTrans2D1">
    <dgm:scene3d>
      <a:camera prst="orthographicFront"/>
      <a:lightRig rig="threePt" dir="t"/>
    </dgm:scene3d>
    <dgm:sp3d z="-110000">
      <a:bevelT w="40600" h="20600" prst="relaxedInset"/>
    </dgm:sp3d>
    <dgm:txPr/>
    <dgm:style>
      <a:lnRef idx="0">
        <a:scrgbClr r="0" g="0" b="0"/>
      </a:lnRef>
      <a:fillRef idx="1">
        <a:scrgbClr r="0" g="0" b="0"/>
      </a:fillRef>
      <a:effectRef idx="0">
        <a:scrgbClr r="0" g="0" b="0"/>
      </a:effectRef>
      <a:fontRef idx="minor"/>
    </dgm:style>
  </dgm:styleLbl>
  <dgm:styleLbl name="parChTrans2D2">
    <dgm:scene3d>
      <a:camera prst="orthographicFront"/>
      <a:lightRig rig="threePt" dir="t"/>
    </dgm:scene3d>
    <dgm:sp3d z="-110000">
      <a:bevelT w="40600" h="20600" prst="relaxedInset"/>
    </dgm:sp3d>
    <dgm:txPr/>
    <dgm:style>
      <a:lnRef idx="0">
        <a:scrgbClr r="0" g="0" b="0"/>
      </a:lnRef>
      <a:fillRef idx="1">
        <a:scrgbClr r="0" g="0" b="0"/>
      </a:fillRef>
      <a:effectRef idx="0">
        <a:scrgbClr r="0" g="0" b="0"/>
      </a:effectRef>
      <a:fontRef idx="minor"/>
    </dgm:style>
  </dgm:styleLbl>
  <dgm:styleLbl name="parChTrans2D3">
    <dgm:scene3d>
      <a:camera prst="orthographicFront"/>
      <a:lightRig rig="threePt" dir="t"/>
    </dgm:scene3d>
    <dgm:sp3d z="-110000"/>
    <dgm:txPr/>
    <dgm:style>
      <a:lnRef idx="0">
        <a:scrgbClr r="0" g="0" b="0"/>
      </a:lnRef>
      <a:fillRef idx="1">
        <a:scrgbClr r="0" g="0" b="0"/>
      </a:fillRef>
      <a:effectRef idx="0">
        <a:scrgbClr r="0" g="0" b="0"/>
      </a:effectRef>
      <a:fontRef idx="minor"/>
    </dgm:style>
  </dgm:styleLbl>
  <dgm:styleLbl name="parChTrans2D4">
    <dgm:scene3d>
      <a:camera prst="orthographicFront"/>
      <a:lightRig rig="threePt" dir="t"/>
    </dgm:scene3d>
    <dgm:sp3d z="-110000"/>
    <dgm:txPr/>
    <dgm:style>
      <a:lnRef idx="0">
        <a:scrgbClr r="0" g="0" b="0"/>
      </a:lnRef>
      <a:fillRef idx="1">
        <a:scrgbClr r="0" g="0" b="0"/>
      </a:fillRef>
      <a:effectRef idx="0">
        <a:scrgbClr r="0" g="0" b="0"/>
      </a:effectRef>
      <a:fontRef idx="minor"/>
    </dgm:style>
  </dgm:styleLbl>
  <dgm:styleLbl name="parChTrans1D1">
    <dgm:scene3d>
      <a:camera prst="orthographicFront"/>
      <a:lightRig rig="threePt" dir="t"/>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z="-110000"/>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z="-161800" extrusionH="10600" prstMaterial="matte">
      <a:bevelT w="90600" h="18600" prst="softRound"/>
      <a:bevelB w="48600" h="8600" prst="relaxedInset"/>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extrusionH="50600">
      <a:bevelT w="101600" h="80600"/>
      <a:bevelB w="80600" h="80600"/>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extrusionH="50600">
      <a:bevelT w="101600" h="80600"/>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z="-161800" extrusionH="10600" prstMaterial="matte">
      <a:bevelT w="90600" h="18600" prst="softRound"/>
      <a:bevelB w="48600" h="8600" prst="relaxedInset"/>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z="57200" extrusionH="600" contourW="3000">
      <a:bevelT w="48600" h="18600" prst="relaxedInset"/>
      <a:bevelB w="48600" h="8600" prst="relaxedInset"/>
    </dgm:sp3d>
    <dgm:txPr/>
    <dgm:style>
      <a:lnRef idx="0">
        <a:scrgbClr r="0" g="0" b="0"/>
      </a:lnRef>
      <a:fillRef idx="1">
        <a:scrgbClr r="0" g="0" b="0"/>
      </a:fillRef>
      <a:effectRef idx="0">
        <a:scrgbClr r="0" g="0" b="0"/>
      </a:effectRef>
      <a:fontRef idx="minor"/>
    </dgm:style>
  </dgm:styleLbl>
  <dgm:styleLbl name="solidAlignAcc1">
    <dgm:scene3d>
      <a:camera prst="orthographicFront"/>
      <a:lightRig rig="threePt" dir="t"/>
    </dgm:scene3d>
    <dgm:sp3d extrusionH="50600" contourW="3000">
      <a:bevelT w="101600" h="80600" prst="relaxedInset"/>
      <a:bevelB w="80600" h="80600" prst="relaxedInset"/>
    </dgm:sp3d>
    <dgm:txPr/>
    <dgm:style>
      <a:lnRef idx="0">
        <a:scrgbClr r="0" g="0" b="0"/>
      </a:lnRef>
      <a:fillRef idx="1">
        <a:scrgbClr r="0" g="0" b="0"/>
      </a:fillRef>
      <a:effectRef idx="0">
        <a:scrgbClr r="0" g="0" b="0"/>
      </a:effectRef>
      <a:fontRef idx="minor"/>
    </dgm:style>
  </dgm:styleLbl>
  <dgm:styleLbl name="solidBgAcc1">
    <dgm:scene3d>
      <a:camera prst="orthographicFront"/>
      <a:lightRig rig="threePt" dir="t"/>
    </dgm:scene3d>
    <dgm:sp3d z="-161800" extrusionH="10600" contourW="3000">
      <a:bevelT w="48600" h="8600" prst="softRound"/>
      <a:bevelB w="48600" h="8600" prst="relaxedInset"/>
    </dgm:sp3d>
    <dgm:txPr/>
    <dgm:style>
      <a:lnRef idx="0">
        <a:scrgbClr r="0" g="0" b="0"/>
      </a:lnRef>
      <a:fillRef idx="1">
        <a:scrgbClr r="0" g="0" b="0"/>
      </a:fillRef>
      <a:effectRef idx="0">
        <a:scrgbClr r="0" g="0" b="0"/>
      </a:effectRef>
      <a:fontRef idx="minor"/>
    </dgm:style>
  </dgm:styleLbl>
  <dgm:styleLbl name="fgAccFollowNode1">
    <dgm:scene3d>
      <a:camera prst="orthographicFront"/>
      <a:lightRig rig="threePt" dir="t"/>
    </dgm:scene3d>
    <dgm:sp3d z="57200" extrusionH="600" contourW="3000">
      <a:bevelT w="48600" h="18600" prst="relaxedInset"/>
      <a:bevelB w="48600" h="8600" prst="relaxedInset"/>
    </dgm:sp3d>
    <dgm:txPr/>
    <dgm:style>
      <a:lnRef idx="0">
        <a:scrgbClr r="0" g="0" b="0"/>
      </a:lnRef>
      <a:fillRef idx="1">
        <a:scrgbClr r="0" g="0" b="0"/>
      </a:fillRef>
      <a:effectRef idx="0">
        <a:scrgbClr r="0" g="0" b="0"/>
      </a:effectRef>
      <a:fontRef idx="minor"/>
    </dgm:style>
  </dgm:styleLbl>
  <dgm:styleLbl name="alignAccFollowNode1">
    <dgm:scene3d>
      <a:camera prst="orthographicFront"/>
      <a:lightRig rig="threePt" dir="t"/>
    </dgm:scene3d>
    <dgm:sp3d extrusionH="50600" contourW="3000">
      <a:bevelT w="101600" h="80600" prst="relaxedInset"/>
      <a:bevelB w="80600" h="80600" prst="relaxedInset"/>
    </dgm:sp3d>
    <dgm:txPr/>
    <dgm:style>
      <a:lnRef idx="0">
        <a:scrgbClr r="0" g="0" b="0"/>
      </a:lnRef>
      <a:fillRef idx="1">
        <a:scrgbClr r="0" g="0" b="0"/>
      </a:fillRef>
      <a:effectRef idx="0">
        <a:scrgbClr r="0" g="0" b="0"/>
      </a:effectRef>
      <a:fontRef idx="minor"/>
    </dgm:style>
  </dgm:styleLbl>
  <dgm:styleLbl name="bgAccFollowNode1">
    <dgm:scene3d>
      <a:camera prst="orthographicFront"/>
      <a:lightRig rig="threePt" dir="t"/>
    </dgm:scene3d>
    <dgm:sp3d z="-161800" extrusionH="10600" contourW="3000">
      <a:bevelT w="48600" h="8600" prst="relaxedInset"/>
      <a:bevelB w="48600" h="8600" prst="relaxedInset"/>
    </dgm:sp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z="-161800" extrusionH="600" contourW="3000">
      <a:bevelT w="48600" h="18600" prst="relaxedInset"/>
      <a:bevelB w="48600" h="8600" prst="relaxedInset"/>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extrusionH="50600">
      <a:bevelT w="80600" h="80600" prst="relaxedInset"/>
      <a:bevelB w="80600" h="80600" prst="relaxedInset"/>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z="57200" extrusionH="600" contourW="3000" prstMaterial="plastic">
      <a:bevelT w="80600" h="18600" prst="relaxedInset"/>
      <a:bevelB w="80600" h="8600" prst="relaxedInset"/>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3d6">
  <dgm:title val=""/>
  <dgm:desc val=""/>
  <dgm:catLst>
    <dgm:cat type="3D" pri="11600"/>
  </dgm:catLst>
  <dgm:scene3d>
    <a:camera prst="perspectiveRelaxedModerately" zoom="92000"/>
    <a:lightRig rig="balanced" dir="t">
      <a:rot lat="0" lon="0" rev="12700000"/>
    </a:lightRig>
  </dgm:scene3d>
  <dgm:styleLbl name="node0">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lnNode1">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vennNode1">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tx1"/>
      </a:fontRef>
    </dgm:style>
  </dgm:styleLbl>
  <dgm:styleLbl name="alignNode1">
    <dgm:scene3d>
      <a:camera prst="orthographicFront"/>
      <a:lightRig rig="threePt" dir="t"/>
    </dgm:scene3d>
    <dgm:sp3d prstMaterial="plastic">
      <a:bevelT w="50800" h="50800"/>
      <a:bevelB w="50800" h="50800"/>
    </dgm:sp3d>
    <dgm:txPr/>
    <dgm:style>
      <a:lnRef idx="1">
        <a:scrgbClr r="0" g="0" b="0"/>
      </a:lnRef>
      <a:fillRef idx="1">
        <a:scrgbClr r="0" g="0" b="0"/>
      </a:fillRef>
      <a:effectRef idx="2">
        <a:scrgbClr r="0" g="0" b="0"/>
      </a:effectRef>
      <a:fontRef idx="minor">
        <a:schemeClr val="lt1"/>
      </a:fontRef>
    </dgm:style>
  </dgm:styleLbl>
  <dgm:styleLbl name="node1">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node2">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node3">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node4">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fgImgPlace1">
    <dgm:scene3d>
      <a:camera prst="orthographicFront"/>
      <a:lightRig rig="threePt" dir="t"/>
    </dgm:scene3d>
    <dgm:sp3d z="50080" prstMaterial="plastic">
      <a:bevelT w="50800" h="50800"/>
      <a:bevelB w="50800" h="50800"/>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z="-54000" prstMaterial="plastic">
      <a:bevelT w="50800" h="50800"/>
      <a:bevelB w="50800" h="50800"/>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z="-25400" prstMaterial="plastic">
      <a:bevelT w="25400" h="25400"/>
      <a:bevelB w="25400" h="25400"/>
    </dgm:sp3d>
    <dgm:txPr/>
    <dgm:style>
      <a:lnRef idx="1">
        <a:scrgbClr r="0" g="0" b="0"/>
      </a:lnRef>
      <a:fillRef idx="1">
        <a:scrgbClr r="0" g="0" b="0"/>
      </a:fillRef>
      <a:effectRef idx="2">
        <a:scrgbClr r="0" g="0" b="0"/>
      </a:effectRef>
      <a:fontRef idx="minor">
        <a:schemeClr val="lt1"/>
      </a:fontRef>
    </dgm:style>
  </dgm:styleLbl>
  <dgm:styleLbl name="fgSibTrans2D1">
    <dgm:scene3d>
      <a:camera prst="orthographicFront"/>
      <a:lightRig rig="threePt" dir="t"/>
    </dgm:scene3d>
    <dgm:sp3d z="50080" prstMaterial="plastic">
      <a:bevelT w="25400" h="25400"/>
      <a:bevelB w="25400" h="25400"/>
    </dgm:sp3d>
    <dgm:txPr/>
    <dgm:style>
      <a:lnRef idx="1">
        <a:scrgbClr r="0" g="0" b="0"/>
      </a:lnRef>
      <a:fillRef idx="1">
        <a:scrgbClr r="0" g="0" b="0"/>
      </a:fillRef>
      <a:effectRef idx="2">
        <a:scrgbClr r="0" g="0" b="0"/>
      </a:effectRef>
      <a:fontRef idx="minor">
        <a:schemeClr val="lt1"/>
      </a:fontRef>
    </dgm:style>
  </dgm:styleLbl>
  <dgm:styleLbl name="bgSibTrans2D1">
    <dgm:scene3d>
      <a:camera prst="orthographicFront"/>
      <a:lightRig rig="threePt" dir="t"/>
    </dgm:scene3d>
    <dgm:sp3d z="-54080" prstMaterial="plastic">
      <a:bevelT w="25400" h="25400"/>
      <a:bevelB w="25400" h="25400"/>
    </dgm:sp3d>
    <dgm:txPr/>
    <dgm:style>
      <a:lnRef idx="1">
        <a:scrgbClr r="0" g="0" b="0"/>
      </a:lnRef>
      <a:fillRef idx="1">
        <a:scrgbClr r="0" g="0" b="0"/>
      </a:fillRef>
      <a:effectRef idx="2">
        <a:scrgbClr r="0" g="0" b="0"/>
      </a:effectRef>
      <a:fontRef idx="minor">
        <a:schemeClr val="lt1"/>
      </a:fontRef>
    </dgm:style>
  </dgm:styleLbl>
  <dgm:styleLbl name="sibTrans1D1">
    <dgm:scene3d>
      <a:camera prst="orthographicFront"/>
      <a:lightRig rig="threePt" dir="t"/>
    </dgm:scene3d>
    <dgm:sp3d z="-25400" prstMaterial="plastic"/>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75000" prstMaterial="plastic"/>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asst1">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asst2">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asst3">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parChTrans2D1">
    <dgm:scene3d>
      <a:camera prst="orthographicFront"/>
      <a:lightRig rig="threePt" dir="t"/>
    </dgm:scene3d>
    <dgm:sp3d z="-25400" prstMaterial="plastic">
      <a:bevelT w="25400" h="25400"/>
      <a:bevelB w="25400" h="25400"/>
    </dgm:sp3d>
    <dgm:txPr/>
    <dgm:style>
      <a:lnRef idx="0">
        <a:scrgbClr r="0" g="0" b="0"/>
      </a:lnRef>
      <a:fillRef idx="1">
        <a:scrgbClr r="0" g="0" b="0"/>
      </a:fillRef>
      <a:effectRef idx="2">
        <a:scrgbClr r="0" g="0" b="0"/>
      </a:effectRef>
      <a:fontRef idx="minor">
        <a:schemeClr val="lt1"/>
      </a:fontRef>
    </dgm:style>
  </dgm:styleLbl>
  <dgm:styleLbl name="parChTrans2D2">
    <dgm:scene3d>
      <a:camera prst="orthographicFront"/>
      <a:lightRig rig="threePt" dir="t"/>
    </dgm:scene3d>
    <dgm:sp3d z="-25400" prstMaterial="plastic">
      <a:bevelT w="25400" h="25400"/>
      <a:bevelB w="25400" h="25400"/>
    </dgm:sp3d>
    <dgm:txPr/>
    <dgm:style>
      <a:lnRef idx="0">
        <a:scrgbClr r="0" g="0" b="0"/>
      </a:lnRef>
      <a:fillRef idx="1">
        <a:scrgbClr r="0" g="0" b="0"/>
      </a:fillRef>
      <a:effectRef idx="2">
        <a:scrgbClr r="0" g="0" b="0"/>
      </a:effectRef>
      <a:fontRef idx="minor">
        <a:schemeClr val="lt1"/>
      </a:fontRef>
    </dgm:style>
  </dgm:styleLbl>
  <dgm:styleLbl name="parChTrans2D3">
    <dgm:scene3d>
      <a:camera prst="orthographicFront"/>
      <a:lightRig rig="threePt" dir="t"/>
    </dgm:scene3d>
    <dgm:sp3d z="-25400" prstMaterial="plastic">
      <a:bevelT w="25400" h="25400"/>
      <a:bevelB w="25400" h="25400"/>
    </dgm:sp3d>
    <dgm:txPr/>
    <dgm:style>
      <a:lnRef idx="0">
        <a:scrgbClr r="0" g="0" b="0"/>
      </a:lnRef>
      <a:fillRef idx="1">
        <a:scrgbClr r="0" g="0" b="0"/>
      </a:fillRef>
      <a:effectRef idx="2">
        <a:scrgbClr r="0" g="0" b="0"/>
      </a:effectRef>
      <a:fontRef idx="minor">
        <a:schemeClr val="lt1"/>
      </a:fontRef>
    </dgm:style>
  </dgm:styleLbl>
  <dgm:styleLbl name="parChTrans2D4">
    <dgm:scene3d>
      <a:camera prst="orthographicFront"/>
      <a:lightRig rig="threePt" dir="t"/>
    </dgm:scene3d>
    <dgm:sp3d z="-25400" prstMaterial="plastic">
      <a:bevelT w="25400" h="25400"/>
      <a:bevelB w="25400" h="25400"/>
    </dgm:sp3d>
    <dgm:txPr/>
    <dgm:style>
      <a:lnRef idx="0">
        <a:scrgbClr r="0" g="0" b="0"/>
      </a:lnRef>
      <a:fillRef idx="1">
        <a:scrgbClr r="0" g="0" b="0"/>
      </a:fillRef>
      <a:effectRef idx="2">
        <a:scrgbClr r="0" g="0" b="0"/>
      </a:effectRef>
      <a:fontRef idx="minor">
        <a:schemeClr val="lt1"/>
      </a:fontRef>
    </dgm:style>
  </dgm:styleLbl>
  <dgm:styleLbl name="parChTrans1D1">
    <dgm:scene3d>
      <a:camera prst="orthographicFront"/>
      <a:lightRig rig="threePt" dir="t"/>
    </dgm:scene3d>
    <dgm:sp3d z="-25400" prstMaterial="plastic"/>
    <dgm:txPr/>
    <dgm:style>
      <a:lnRef idx="2">
        <a:scrgbClr r="0" g="0" b="0"/>
      </a:lnRef>
      <a:fillRef idx="0">
        <a:scrgbClr r="0" g="0" b="0"/>
      </a:fillRef>
      <a:effectRef idx="0">
        <a:scrgbClr r="0" g="0" b="0"/>
      </a:effectRef>
      <a:fontRef idx="minor">
        <a:schemeClr val="tx1"/>
      </a:fontRef>
    </dgm:style>
  </dgm:styleLbl>
  <dgm:styleLbl name="parChTrans1D2">
    <dgm:scene3d>
      <a:camera prst="orthographicFront"/>
      <a:lightRig rig="threePt" dir="t"/>
    </dgm:scene3d>
    <dgm:sp3d z="-25400" prstMaterial="plastic"/>
    <dgm:txPr/>
    <dgm:style>
      <a:lnRef idx="2">
        <a:scrgbClr r="0" g="0" b="0"/>
      </a:lnRef>
      <a:fillRef idx="0">
        <a:scrgbClr r="0" g="0" b="0"/>
      </a:fillRef>
      <a:effectRef idx="0">
        <a:scrgbClr r="0" g="0" b="0"/>
      </a:effectRef>
      <a:fontRef idx="minor">
        <a:schemeClr val="tx1"/>
      </a:fontRef>
    </dgm:style>
  </dgm:styleLbl>
  <dgm:styleLbl name="parChTrans1D3">
    <dgm:scene3d>
      <a:camera prst="orthographicFront"/>
      <a:lightRig rig="threePt" dir="t"/>
    </dgm:scene3d>
    <dgm:sp3d z="-25400" prstMaterial="plastic"/>
    <dgm:txPr/>
    <dgm:style>
      <a:lnRef idx="2">
        <a:scrgbClr r="0" g="0" b="0"/>
      </a:lnRef>
      <a:fillRef idx="0">
        <a:scrgbClr r="0" g="0" b="0"/>
      </a:fillRef>
      <a:effectRef idx="0">
        <a:scrgbClr r="0" g="0" b="0"/>
      </a:effectRef>
      <a:fontRef idx="minor">
        <a:schemeClr val="tx1"/>
      </a:fontRef>
    </dgm:style>
  </dgm:styleLbl>
  <dgm:styleLbl name="parChTrans1D4">
    <dgm:scene3d>
      <a:camera prst="orthographicFront"/>
      <a:lightRig rig="threePt" dir="t"/>
    </dgm:scene3d>
    <dgm:sp3d z="-25400" prstMaterial="plastic"/>
    <dgm:txPr/>
    <dgm:style>
      <a:lnRef idx="2">
        <a:scrgbClr r="0" g="0" b="0"/>
      </a:lnRef>
      <a:fillRef idx="0">
        <a:scrgbClr r="0" g="0" b="0"/>
      </a:fillRef>
      <a:effectRef idx="0">
        <a:scrgbClr r="0" g="0" b="0"/>
      </a:effectRef>
      <a:fontRef idx="minor">
        <a:schemeClr val="tx1"/>
      </a:fontRef>
    </dgm:style>
  </dgm:styleLbl>
  <dgm:styleLbl name="fgAcc1">
    <dgm:scene3d>
      <a:camera prst="orthographicFront"/>
      <a:lightRig rig="threePt" dir="t"/>
    </dgm:scene3d>
    <dgm:sp3d z="50080" prstMaterial="plastic">
      <a:bevelT w="25400" h="25400"/>
      <a:bevelB w="25400" h="25400"/>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z="-152400" prstMaterial="plastic">
      <a:bevelT w="25400" h="25400"/>
      <a:bevelB w="25400" h="25400"/>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prstMaterial="plastic">
      <a:bevelT w="25400" h="25400"/>
      <a:bevelB w="25400" h="25400"/>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prstMaterial="plastic">
      <a:bevelT w="50800" h="50800"/>
      <a:bevelB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threePt" dir="t"/>
    </dgm:scene3d>
    <dgm:sp3d z="-152400" prstMaterial="plastic">
      <a:bevelT w="25400" h="25400"/>
      <a:bevelB w="25400" h="25400"/>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z="152400" prstMaterial="plastic">
      <a:bevelT w="25400" h="25400"/>
      <a:bevelB w="25400" h="25400"/>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prstMaterial="plastic">
      <a:bevelT w="25400" h="25400"/>
      <a:bevelB w="25400" h="25400"/>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dgm:scene3d>
    <dgm:sp3d z="-152400" prstMaterial="plastic">
      <a:bevelT w="25400" h="25400"/>
      <a:bevelB w="25400" h="254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threePt" dir="t"/>
    </dgm:scene3d>
    <dgm:sp3d z="50080" prstMaterial="plastic">
      <a:bevelT w="25400" h="25400"/>
      <a:bevelB w="25400" h="25400"/>
    </dgm:sp3d>
    <dgm:txPr/>
    <dgm:style>
      <a:lnRef idx="0">
        <a:scrgbClr r="0" g="0" b="0"/>
      </a:lnRef>
      <a:fillRef idx="1">
        <a:scrgbClr r="0" g="0" b="0"/>
      </a:fillRef>
      <a:effectRef idx="2">
        <a:scrgbClr r="0" g="0" b="0"/>
      </a:effectRef>
      <a:fontRef idx="minor"/>
    </dgm:style>
  </dgm:styleLbl>
  <dgm:styleLbl name="alignAccFollowNode1">
    <dgm:scene3d>
      <a:camera prst="orthographicFront"/>
      <a:lightRig rig="threePt" dir="t"/>
    </dgm:scene3d>
    <dgm:sp3d prstMaterial="plastic">
      <a:bevelT w="25400" h="25400"/>
      <a:bevelB w="25400" h="25400"/>
    </dgm:sp3d>
    <dgm:txPr/>
    <dgm:style>
      <a:lnRef idx="0">
        <a:scrgbClr r="0" g="0" b="0"/>
      </a:lnRef>
      <a:fillRef idx="1">
        <a:scrgbClr r="0" g="0" b="0"/>
      </a:fillRef>
      <a:effectRef idx="2">
        <a:scrgbClr r="0" g="0" b="0"/>
      </a:effectRef>
      <a:fontRef idx="minor"/>
    </dgm:style>
  </dgm:styleLbl>
  <dgm:styleLbl name="bgAccFollowNode1">
    <dgm:scene3d>
      <a:camera prst="orthographicFront"/>
      <a:lightRig rig="threePt" dir="t"/>
    </dgm:scene3d>
    <dgm:sp3d z="-152400" prstMaterial="plastic">
      <a:bevelT w="25400" h="25400"/>
      <a:bevelB w="25400" h="25400"/>
    </dgm:sp3d>
    <dgm:txPr/>
    <dgm:style>
      <a:lnRef idx="0">
        <a:scrgbClr r="0" g="0" b="0"/>
      </a:lnRef>
      <a:fillRef idx="1">
        <a:scrgbClr r="0" g="0" b="0"/>
      </a:fillRef>
      <a:effectRef idx="2">
        <a:scrgbClr r="0" g="0" b="0"/>
      </a:effectRef>
      <a:fontRef idx="minor"/>
    </dgm:style>
  </dgm:styleLbl>
  <dgm:styleLbl name="fgAcc0">
    <dgm:scene3d>
      <a:camera prst="orthographicFront"/>
      <a:lightRig rig="threePt" dir="t"/>
    </dgm:scene3d>
    <dgm:sp3d z="50080" prstMaterial="plastic">
      <a:bevelT w="25400" h="25400"/>
      <a:bevelB w="25400" h="25400"/>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z="50080" prstMaterial="plastic">
      <a:bevelT w="25400" h="25400"/>
      <a:bevelB w="25400" h="25400"/>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z="50080" prstMaterial="plastic">
      <a:bevelT w="25400" h="25400"/>
      <a:bevelB w="25400" h="25400"/>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z="50080" prstMaterial="plastic">
      <a:bevelT w="25400" h="25400"/>
      <a:bevelB w="25400" h="25400"/>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z="-152400" prstMaterial="plastic">
      <a:bevelT w="25400" h="25400"/>
      <a:bevelB w="25400" h="25400"/>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z="-10400" extrusionH="12700" prstMaterial="plastic"/>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z="50080" prstMaterial="plastic">
      <a:bevelT w="50800" h="50800"/>
      <a:bevelB w="50800" h="50800"/>
    </dgm:sp3d>
    <dgm:txPr/>
    <dgm:style>
      <a:lnRef idx="0">
        <a:scrgbClr r="0" g="0" b="0"/>
      </a:lnRef>
      <a:fillRef idx="1">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1">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3d3">
  <dgm:title val=""/>
  <dgm:desc val=""/>
  <dgm:catLst>
    <dgm:cat type="3D" pri="11300"/>
  </dgm:catLst>
  <dgm:scene3d>
    <a:camera prst="orthographicFront"/>
    <a:lightRig rig="threePt" dir="t"/>
  </dgm:scene3d>
  <dgm:styleLbl name="node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l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vennNode1">
    <dgm:scene3d>
      <a:camera prst="orthographicFront">
        <a:rot lat="0" lon="0" rev="0"/>
      </a:camera>
      <a:lightRig rig="contrasting" dir="t">
        <a:rot lat="0" lon="0" rev="1200000"/>
      </a:lightRig>
    </dgm:scene3d>
    <dgm:sp3d contourW="12700" prstMaterial="clear">
      <a:bevelT w="177800" h="254000"/>
      <a:bevelB w="152400"/>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f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alignImgPlace1">
    <dgm:scene3d>
      <a:camera prst="orthographicFront">
        <a:rot lat="0" lon="0" rev="0"/>
      </a:camera>
      <a:lightRig rig="contrasting" dir="t">
        <a:rot lat="0" lon="0" rev="1200000"/>
      </a:lightRig>
    </dgm:scene3d>
    <dgm:sp3d contourW="12700" prstMaterial="flat">
      <a:bevelT w="177800" h="254000"/>
      <a:bevelB w="152400"/>
    </dgm:sp3d>
    <dgm:txPr/>
    <dgm:style>
      <a:lnRef idx="0">
        <a:scrgbClr r="0" g="0" b="0"/>
      </a:lnRef>
      <a:fillRef idx="1">
        <a:scrgbClr r="0" g="0" b="0"/>
      </a:fillRef>
      <a:effectRef idx="1">
        <a:scrgbClr r="0" g="0" b="0"/>
      </a:effectRef>
      <a:fontRef idx="minor"/>
    </dgm:style>
  </dgm:styleLbl>
  <dgm:styleLbl name="b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sibTrans2D1">
    <dgm:scene3d>
      <a:camera prst="orthographicFront">
        <a:rot lat="0" lon="0" rev="0"/>
      </a:camera>
      <a:lightRig rig="contrasting" dir="t">
        <a:rot lat="0" lon="0" rev="1200000"/>
      </a:lightRig>
    </dgm:scene3d>
    <dgm:sp3d z="-182000" contourW="19050" prstMaterial="metal">
      <a:bevelT w="88900" h="203200"/>
      <a:bevelB w="165100" h="254000"/>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ibTrans1D1">
    <dgm:scene3d>
      <a:camera prst="orthographicFront">
        <a:rot lat="0" lon="0" rev="0"/>
      </a:camera>
      <a:lightRig rig="contrasting" dir="t">
        <a:rot lat="0" lon="0" rev="1200000"/>
      </a:lightRig>
    </dgm:scene3d>
    <dgm:sp3d z="-110000"/>
    <dgm:txPr/>
    <dgm:style>
      <a:lnRef idx="1">
        <a:scrgbClr r="0" g="0" b="0"/>
      </a:lnRef>
      <a:fillRef idx="0">
        <a:scrgbClr r="0" g="0" b="0"/>
      </a:fillRef>
      <a:effectRef idx="0">
        <a:scrgbClr r="0" g="0" b="0"/>
      </a:effectRef>
      <a:fontRef idx="minor"/>
    </dgm:style>
  </dgm:styleLbl>
  <dgm:styleLbl name="callout">
    <dgm:scene3d>
      <a:camera prst="orthographicFront">
        <a:rot lat="0" lon="0" rev="0"/>
      </a:camera>
      <a:lightRig rig="contrasting" dir="t">
        <a:rot lat="0" lon="0" rev="1200000"/>
      </a:lightRig>
    </dgm:scene3d>
    <dgm:sp3d z="10000"/>
    <dgm:txPr/>
    <dgm:style>
      <a:lnRef idx="2">
        <a:scrgbClr r="0" g="0" b="0"/>
      </a:lnRef>
      <a:fillRef idx="1">
        <a:scrgbClr r="0" g="0" b="0"/>
      </a:fillRef>
      <a:effectRef idx="0">
        <a:scrgbClr r="0" g="0" b="0"/>
      </a:effectRef>
      <a:fontRef idx="minor"/>
    </dgm:style>
  </dgm:styleLbl>
  <dgm:styleLbl name="asst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parChTrans2D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1D1">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con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tr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FgAcc1">
    <dgm:scene3d>
      <a:camera prst="orthographicFront">
        <a:rot lat="0" lon="0" rev="0"/>
      </a:camera>
      <a:lightRig rig="contrasting" dir="t">
        <a:rot lat="0" lon="0" rev="1200000"/>
      </a:lightRig>
    </dgm:scene3d>
    <dgm:sp3d z="300000" contourW="12700" prstMaterial="flat">
      <a:bevelT w="177800" h="254000"/>
      <a:bevelB w="152400"/>
    </dgm:sp3d>
    <dgm:txPr/>
    <dgm:style>
      <a:lnRef idx="0">
        <a:scrgbClr r="0" g="0" b="0"/>
      </a:lnRef>
      <a:fillRef idx="1">
        <a:scrgbClr r="0" g="0" b="0"/>
      </a:fillRef>
      <a:effectRef idx="0">
        <a:scrgbClr r="0" g="0" b="0"/>
      </a:effectRef>
      <a:fontRef idx="minor"/>
    </dgm:style>
  </dgm:styleLbl>
  <dgm:styleLbl name="solid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Follow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0">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2">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3">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4">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hp">
    <dgm:scene3d>
      <a:camera prst="orthographicFront">
        <a:rot lat="0" lon="0" rev="0"/>
      </a:camera>
      <a:lightRig rig="contrasting" dir="t">
        <a:rot lat="0" lon="0" rev="1200000"/>
      </a:lightRig>
    </dgm:scene3d>
    <dgm:sp3d z="-300000" prstMaterial="plastic"/>
    <dgm:txPr/>
    <dgm:style>
      <a:lnRef idx="1">
        <a:scrgbClr r="0" g="0" b="0"/>
      </a:lnRef>
      <a:fillRef idx="1">
        <a:scrgbClr r="0" g="0" b="0"/>
      </a:fillRef>
      <a:effectRef idx="0">
        <a:scrgbClr r="0" g="0" b="0"/>
      </a:effectRef>
      <a:fontRef idx="minor"/>
    </dgm:style>
  </dgm:styleLbl>
  <dgm:styleLbl name="dkBgShp">
    <dgm:scene3d>
      <a:camera prst="orthographicFront">
        <a:rot lat="0" lon="0" rev="0"/>
      </a:camera>
      <a:lightRig rig="contrasting" dir="t">
        <a:rot lat="0" lon="0" rev="1200000"/>
      </a:lightRig>
    </dgm:scene3d>
    <dgm:sp3d contourW="12700" prstMaterial="flat">
      <a:bevelT w="100800" h="154000"/>
      <a:bevelB w="152400"/>
    </dgm:sp3d>
    <dgm:txPr/>
    <dgm:style>
      <a:lnRef idx="0">
        <a:scrgbClr r="0" g="0" b="0"/>
      </a:lnRef>
      <a:fillRef idx="1">
        <a:scrgbClr r="0" g="0" b="0"/>
      </a:fillRef>
      <a:effectRef idx="0">
        <a:scrgbClr r="0" g="0" b="0"/>
      </a:effectRef>
      <a:fontRef idx="minor"/>
    </dgm:style>
  </dgm:styleLbl>
  <dgm:styleLbl name="trBgShp">
    <dgm:scene3d>
      <a:camera prst="orthographicFront">
        <a:rot lat="0" lon="0" rev="0"/>
      </a:camera>
      <a:lightRig rig="contrasting" dir="t">
        <a:rot lat="0" lon="0" rev="1200000"/>
      </a:lightRig>
    </dgm:scene3d>
    <dgm:sp3d z="-152400" prstMaterial="matte"/>
    <dgm:txPr/>
    <dgm:style>
      <a:lnRef idx="1">
        <a:scrgbClr r="0" g="0" b="0"/>
      </a:lnRef>
      <a:fillRef idx="1">
        <a:scrgbClr r="0" g="0" b="0"/>
      </a:fillRef>
      <a:effectRef idx="0">
        <a:scrgbClr r="0" g="0" b="0"/>
      </a:effectRef>
      <a:fontRef idx="minor"/>
    </dgm:style>
  </dgm:styleLbl>
  <dgm:styleLbl name="fgShp">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1">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57"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pPr algn="ctr"/>
            <a:r>
              <a:rPr lang="de-DE" sz="4400" b="0" u="none" strike="noStrike">
                <a:solidFill>
                  <a:srgbClr val="000000"/>
                </a:solidFill>
                <a:uFillTx/>
                <a:latin typeface="Arial"/>
              </a:rPr>
              <a:t>Folie mittels Klicken verschieben</a:t>
            </a:r>
          </a:p>
        </p:txBody>
      </p:sp>
      <p:sp>
        <p:nvSpPr>
          <p:cNvPr id="158"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de-DE" sz="2000" b="0" u="none" strike="noStrike">
                <a:solidFill>
                  <a:srgbClr val="000000"/>
                </a:solidFill>
                <a:uFillTx/>
                <a:latin typeface="Arial"/>
              </a:rPr>
              <a:t>Format der Notizen mittels Klicken bearbeiten</a:t>
            </a:r>
          </a:p>
        </p:txBody>
      </p:sp>
      <p:sp>
        <p:nvSpPr>
          <p:cNvPr id="159"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de-DE" sz="1400" b="0" u="none" strike="noStrike">
                <a:solidFill>
                  <a:srgbClr val="000000"/>
                </a:solidFill>
                <a:uFillTx/>
                <a:latin typeface="Times New Roman"/>
              </a:rPr>
              <a:t> </a:t>
            </a:r>
          </a:p>
        </p:txBody>
      </p:sp>
      <p:sp>
        <p:nvSpPr>
          <p:cNvPr id="160" name="PlaceHolder 4"/>
          <p:cNvSpPr>
            <a:spLocks noGrp="1"/>
          </p:cNvSpPr>
          <p:nvPr>
            <p:ph type="dt" idx="64"/>
          </p:nvPr>
        </p:nvSpPr>
        <p:spPr>
          <a:xfrm>
            <a:off x="4278960" y="0"/>
            <a:ext cx="3280680" cy="534240"/>
          </a:xfrm>
          <a:prstGeom prst="rect">
            <a:avLst/>
          </a:prstGeom>
          <a:noFill/>
          <a:ln w="0">
            <a:noFill/>
          </a:ln>
        </p:spPr>
        <p:txBody>
          <a:bodyPr lIns="0" tIns="0" rIns="0" bIns="0" anchor="t">
            <a:noAutofit/>
          </a:bodyPr>
          <a:lstStyle>
            <a:lvl1pPr indent="0" algn="r">
              <a:buNone/>
              <a:defRPr lang="de-DE" sz="1400" b="0" u="none" strike="noStrike">
                <a:solidFill>
                  <a:srgbClr val="000000"/>
                </a:solidFill>
                <a:uFillTx/>
                <a:latin typeface="Times New Roman"/>
              </a:defRPr>
            </a:lvl1pPr>
          </a:lstStyle>
          <a:p>
            <a:pPr indent="0" algn="r">
              <a:buNone/>
            </a:pPr>
            <a:r>
              <a:rPr lang="de-DE" sz="1400" b="0" u="none" strike="noStrike">
                <a:solidFill>
                  <a:srgbClr val="000000"/>
                </a:solidFill>
                <a:uFillTx/>
                <a:latin typeface="Times New Roman"/>
              </a:rPr>
              <a:t> </a:t>
            </a:r>
          </a:p>
        </p:txBody>
      </p:sp>
      <p:sp>
        <p:nvSpPr>
          <p:cNvPr id="161" name="PlaceHolder 5"/>
          <p:cNvSpPr>
            <a:spLocks noGrp="1"/>
          </p:cNvSpPr>
          <p:nvPr>
            <p:ph type="ftr" idx="65"/>
          </p:nvPr>
        </p:nvSpPr>
        <p:spPr>
          <a:xfrm>
            <a:off x="0" y="10157400"/>
            <a:ext cx="3280680" cy="534240"/>
          </a:xfrm>
          <a:prstGeom prst="rect">
            <a:avLst/>
          </a:prstGeom>
          <a:noFill/>
          <a:ln w="0">
            <a:noFill/>
          </a:ln>
        </p:spPr>
        <p:txBody>
          <a:bodyPr lIns="0" tIns="0" rIns="0" bIns="0" anchor="b">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162" name="PlaceHolder 6"/>
          <p:cNvSpPr>
            <a:spLocks noGrp="1"/>
          </p:cNvSpPr>
          <p:nvPr>
            <p:ph type="sldNum" idx="66"/>
          </p:nvPr>
        </p:nvSpPr>
        <p:spPr>
          <a:xfrm>
            <a:off x="4278960" y="10157400"/>
            <a:ext cx="3280680" cy="534240"/>
          </a:xfrm>
          <a:prstGeom prst="rect">
            <a:avLst/>
          </a:prstGeom>
          <a:noFill/>
          <a:ln w="0">
            <a:noFill/>
          </a:ln>
        </p:spPr>
        <p:txBody>
          <a:bodyPr lIns="0" tIns="0" rIns="0" bIns="0" anchor="b">
            <a:noAutofit/>
          </a:bodyPr>
          <a:lstStyle>
            <a:lvl1pPr indent="0" algn="r">
              <a:buNone/>
              <a:defRPr lang="de-DE" sz="1400" b="0" u="none" strike="noStrike">
                <a:solidFill>
                  <a:srgbClr val="000000"/>
                </a:solidFill>
                <a:uFillTx/>
                <a:latin typeface="Times New Roman"/>
              </a:defRPr>
            </a:lvl1pPr>
          </a:lstStyle>
          <a:p>
            <a:pPr indent="0" algn="r">
              <a:buNone/>
            </a:pPr>
            <a:fld id="{E03A42B5-A651-4DFC-840B-32E00FB75273}" type="slidenum">
              <a:rPr lang="de-DE" sz="1400" b="0" u="none" strike="noStrike">
                <a:solidFill>
                  <a:srgbClr val="000000"/>
                </a:solidFill>
                <a:uFillTx/>
                <a:latin typeface="Times New Roman"/>
              </a:rPr>
              <a:t>‹Nr.›</a:t>
            </a:fld>
            <a:endParaRPr lang="de-DE" sz="1400" b="0" u="none" strike="noStrike">
              <a:solidFill>
                <a:srgbClr val="000000"/>
              </a:solidFill>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4" name="PlaceHolder 1"/>
          <p:cNvSpPr>
            <a:spLocks noGrp="1" noRot="1" noChangeAspect="1"/>
          </p:cNvSpPr>
          <p:nvPr>
            <p:ph type="sldImg"/>
          </p:nvPr>
        </p:nvSpPr>
        <p:spPr>
          <a:xfrm>
            <a:off x="685800" y="1143000"/>
            <a:ext cx="5484960" cy="3084840"/>
          </a:xfrm>
          <a:prstGeom prst="rect">
            <a:avLst/>
          </a:prstGeom>
          <a:ln w="0">
            <a:noFill/>
          </a:ln>
        </p:spPr>
      </p:sp>
      <p:sp>
        <p:nvSpPr>
          <p:cNvPr id="1265"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Titelfolie: „TypeScript Primer – Einführung in TypeScript“.</a:t>
            </a:r>
          </a:p>
          <a:p/>
          <a:p>
            <a:r>
              <a:t>Hier beginnt das Kapitel zu TypeScript, der Programmiersprache, mit der wir im gesamten Kurs arbeiten, weil Angular selbst in TypeScript geschrieben ist und alle Angular-Projekte TypeScript statt reinem JavaScript verwenden. TypeScript ist eine Erweiterung von JavaScript um ein optionales Typsystem: Man kann Variablen, Funktionsparametern und Rückgabewerten einen festen Typ zuweisen (z. B. „diese Variable ist immer eine Zahl“), wodurch viele Fehler schon während des Schreibens erkannt werden und nicht erst beim Ausführen im Browser. Begriff für die Dolmetscherin: „TypeScript“ ist ein Eigenname (Produktname), wird nicht übersetzt, ggf. als Fingeralphabet oder feste Gebärde einführen.</a:t>
            </a:r>
          </a:p>
        </p:txBody>
      </p:sp>
      <p:sp>
        <p:nvSpPr>
          <p:cNvPr id="1266" name="PlaceHolder 3"/>
          <p:cNvSpPr>
            <a:spLocks noGrp="1"/>
          </p:cNvSpPr>
          <p:nvPr>
            <p:ph type="sldNum" idx="67"/>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902F1A6B-D142-4EA5-A108-9EF038E29D90}" type="slidenum">
              <a:rPr lang="de-DE" sz="1200" b="0" u="none" strike="noStrike">
                <a:solidFill>
                  <a:srgbClr val="000000"/>
                </a:solidFill>
                <a:uFillTx/>
                <a:latin typeface="Times New Roman"/>
              </a:rPr>
              <a:t>1</a:t>
            </a:fld>
            <a:endParaRPr lang="de-DE" sz="1200" b="0" u="none" strike="noStrike">
              <a:solidFill>
                <a:srgbClr val="000000"/>
              </a:solidFill>
              <a:uFillTx/>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7" name="PlaceHolder 1"/>
          <p:cNvSpPr>
            <a:spLocks noGrp="1" noRot="1" noChangeAspect="1"/>
          </p:cNvSpPr>
          <p:nvPr>
            <p:ph type="sldImg"/>
          </p:nvPr>
        </p:nvSpPr>
        <p:spPr>
          <a:xfrm>
            <a:off x="685800" y="1143000"/>
            <a:ext cx="5484960" cy="3084840"/>
          </a:xfrm>
          <a:prstGeom prst="rect">
            <a:avLst/>
          </a:prstGeom>
          <a:ln w="0">
            <a:noFill/>
          </a:ln>
        </p:spPr>
      </p:sp>
      <p:sp>
        <p:nvSpPr>
          <p:cNvPr id="1268"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„TypeScript is just JavaScript“ (vier zentrale Kernaussagen zu TypeScript, in Englisch, da es feste Aussagen aus der offiziellen TypeScript-Dokumentation sind).</a:t>
            </a:r>
          </a:p>
          <a:p/>
          <a:p>
            <a:r>
              <a:t>1. „TypeScript is just JavaScript“: Jeder gültige JavaScript-Code ist automatisch auch gültiger TypeScript-Code – man muss nicht alles neu lernen, TypeScript baut direkt auf JavaScript auf. 2. „TypeScript supports other JS libraries“: Bestehende JavaScript-Bibliotheken lassen sich weiterhin benutzen, TypeScript ist damit kompatibel. 3. „JavaScript is TypeScript“ (umgekehrte Betonung derselben Idee wie Punkt 1). 4. „TypeScript is portable“: Der am Ende erzeugte JavaScript-Code läuft überall dort, wo auch normales JavaScript läuft (Browser, Server mit Node.js usw.), TypeScript ist also kein eigenes, isoliertes Ökosystem.</a:t>
            </a:r>
          </a:p>
        </p:txBody>
      </p:sp>
      <p:sp>
        <p:nvSpPr>
          <p:cNvPr id="1269" name="PlaceHolder 3"/>
          <p:cNvSpPr>
            <a:spLocks noGrp="1"/>
          </p:cNvSpPr>
          <p:nvPr>
            <p:ph type="sldNum" idx="68"/>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73E3C36D-5466-4241-982E-2E9E6A5250A8}" type="slidenum">
              <a:rPr lang="de-DE" sz="1200" b="0" u="none" strike="noStrike">
                <a:solidFill>
                  <a:srgbClr val="000000"/>
                </a:solidFill>
                <a:uFillTx/>
                <a:latin typeface="Times New Roman"/>
              </a:rPr>
              <a:t>7</a:t>
            </a:fld>
            <a:endParaRPr lang="de-DE" sz="1200" b="0" u="none" strike="noStrike">
              <a:solidFill>
                <a:srgbClr val="000000"/>
              </a:solidFill>
              <a:uFillTx/>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70" name="PlaceHolder 1"/>
          <p:cNvSpPr>
            <a:spLocks noGrp="1" noRot="1" noChangeAspect="1"/>
          </p:cNvSpPr>
          <p:nvPr>
            <p:ph type="sldImg"/>
          </p:nvPr>
        </p:nvSpPr>
        <p:spPr>
          <a:xfrm>
            <a:off x="685800" y="1143000"/>
            <a:ext cx="5484960" cy="3084840"/>
          </a:xfrm>
          <a:prstGeom prst="rect">
            <a:avLst/>
          </a:prstGeom>
          <a:ln w="0">
            <a:noFill/>
          </a:ln>
        </p:spPr>
      </p:sp>
      <p:sp>
        <p:nvSpPr>
          <p:cNvPr id="1271"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„Type Hierarchy“ (Typ-Hierarchie).</a:t>
            </a:r>
          </a:p>
          <a:p/>
          <a:p>
            <a:r>
              <a:t>Diese Folie zeigt vermutlich grafisch, wie die verschiedenen Datentypen in TypeScript zueinander stehen (z. B. „any“ als Basistyp, der alles zulässt, darunter konkrete Typen wie „number“, „string“, „boolean“, Objekte, Arrays, usw.). Wichtig für das Verständnis: TypeScript prüft anhand dieser Hierarchie, ob eine Zuweisung erlaubt ist oder einen Fehler auslöst.</a:t>
            </a:r>
          </a:p>
        </p:txBody>
      </p:sp>
      <p:sp>
        <p:nvSpPr>
          <p:cNvPr id="1272" name="PlaceHolder 3"/>
          <p:cNvSpPr>
            <a:spLocks noGrp="1"/>
          </p:cNvSpPr>
          <p:nvPr>
            <p:ph type="sldNum" idx="69"/>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DC6DE11F-4E5D-4CC3-BD3B-3978DE8BC536}" type="slidenum">
              <a:rPr lang="de-DE" sz="1200" b="0" u="none" strike="noStrike">
                <a:solidFill>
                  <a:srgbClr val="000000"/>
                </a:solidFill>
                <a:uFillTx/>
                <a:latin typeface="Times New Roman"/>
              </a:rPr>
              <a:t>10</a:t>
            </a:fld>
            <a:endParaRPr lang="de-DE" sz="1200" b="0" u="none" strike="noStrike">
              <a:solidFill>
                <a:srgbClr val="000000"/>
              </a:solidFill>
              <a:uFillTx/>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73" name="PlaceHolder 1"/>
          <p:cNvSpPr>
            <a:spLocks noGrp="1" noRot="1" noChangeAspect="1"/>
          </p:cNvSpPr>
          <p:nvPr>
            <p:ph type="sldImg"/>
          </p:nvPr>
        </p:nvSpPr>
        <p:spPr>
          <a:xfrm>
            <a:off x="685800" y="1143000"/>
            <a:ext cx="5484960" cy="3084840"/>
          </a:xfrm>
          <a:prstGeom prst="rect">
            <a:avLst/>
          </a:prstGeom>
          <a:ln w="0">
            <a:noFill/>
          </a:ln>
        </p:spPr>
      </p:sp>
      <p:sp>
        <p:nvSpPr>
          <p:cNvPr id="1274"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„Schnittstellen – Interfaces“.</a:t>
            </a:r>
          </a:p>
          <a:p/>
          <a:p>
            <a:r>
              <a:t>Ein Interface beschreibt nur, welche Eigenschaften und Methoden-Signaturen etwas haben muss (die „externe Sicht“), aber nicht, wie diese intern umgesetzt sind. Es legt also einen Vertrag fest, den eine Klasse einhalten muss, ohne selbst Programmlogik zu enthalten.</a:t>
            </a:r>
          </a:p>
        </p:txBody>
      </p:sp>
      <p:sp>
        <p:nvSpPr>
          <p:cNvPr id="1275" name="PlaceHolder 3"/>
          <p:cNvSpPr>
            <a:spLocks noGrp="1"/>
          </p:cNvSpPr>
          <p:nvPr>
            <p:ph type="sldNum" idx="70"/>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chemeClr val="dk1"/>
                </a:solidFill>
                <a:uFillTx/>
                <a:latin typeface="Arial"/>
              </a:defRPr>
            </a:lvl1pPr>
          </a:lstStyle>
          <a:p>
            <a:pPr indent="0" algn="r">
              <a:lnSpc>
                <a:spcPct val="100000"/>
              </a:lnSpc>
              <a:buNone/>
              <a:tabLst>
                <a:tab pos="0" algn="l"/>
              </a:tabLst>
            </a:pPr>
            <a:fld id="{DF9B3933-6D97-4A47-B86C-0466C1C1768E}" type="slidenum">
              <a:rPr lang="de-DE" sz="1200" b="0" u="none" strike="noStrike">
                <a:solidFill>
                  <a:schemeClr val="dk1"/>
                </a:solidFill>
                <a:uFillTx/>
                <a:latin typeface="Arial"/>
              </a:rPr>
              <a:t>40</a:t>
            </a:fld>
            <a:endParaRPr lang="de-DE" sz="1200" b="0" u="none" strike="noStrike">
              <a:solidFill>
                <a:srgbClr val="000000"/>
              </a:solidFill>
              <a:uFillTx/>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76" name="PlaceHolder 1"/>
          <p:cNvSpPr>
            <a:spLocks noGrp="1" noRot="1" noChangeAspect="1"/>
          </p:cNvSpPr>
          <p:nvPr>
            <p:ph type="sldImg"/>
          </p:nvPr>
        </p:nvSpPr>
        <p:spPr>
          <a:xfrm>
            <a:off x="685800" y="1143000"/>
            <a:ext cx="5484960" cy="3084840"/>
          </a:xfrm>
          <a:prstGeom prst="rect">
            <a:avLst/>
          </a:prstGeom>
          <a:ln w="0">
            <a:noFill/>
          </a:ln>
        </p:spPr>
      </p:sp>
      <p:sp>
        <p:nvSpPr>
          <p:cNvPr id="1277"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Überleitungsfolie „Beispiel Interface“ – kündigt die folgenden zwei Codebeispiele zu Interfaces an.</a:t>
            </a:r>
          </a:p>
        </p:txBody>
      </p:sp>
      <p:sp>
        <p:nvSpPr>
          <p:cNvPr id="1278" name="PlaceHolder 3"/>
          <p:cNvSpPr>
            <a:spLocks noGrp="1"/>
          </p:cNvSpPr>
          <p:nvPr>
            <p:ph type="sldNum" idx="71"/>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chemeClr val="dk1"/>
                </a:solidFill>
                <a:uFillTx/>
                <a:latin typeface="Arial"/>
              </a:defRPr>
            </a:lvl1pPr>
          </a:lstStyle>
          <a:p>
            <a:pPr indent="0" algn="r">
              <a:lnSpc>
                <a:spcPct val="100000"/>
              </a:lnSpc>
              <a:buNone/>
              <a:tabLst>
                <a:tab pos="0" algn="l"/>
              </a:tabLst>
            </a:pPr>
            <a:fld id="{AE17C355-1F96-4E6E-8215-2CB69B9D0FF1}" type="slidenum">
              <a:rPr lang="de-DE" sz="1200" b="0" u="none" strike="noStrike">
                <a:solidFill>
                  <a:schemeClr val="dk1"/>
                </a:solidFill>
                <a:uFillTx/>
                <a:latin typeface="Arial"/>
              </a:rPr>
              <a:t>43</a:t>
            </a:fld>
            <a:endParaRPr lang="de-DE" sz="1200" b="0" u="none" strike="noStrike">
              <a:solidFill>
                <a:srgbClr val="000000"/>
              </a:solidFill>
              <a:uFillTx/>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79" name="PlaceHolder 1"/>
          <p:cNvSpPr>
            <a:spLocks noGrp="1" noRot="1" noChangeAspect="1"/>
          </p:cNvSpPr>
          <p:nvPr>
            <p:ph type="sldImg"/>
          </p:nvPr>
        </p:nvSpPr>
        <p:spPr>
          <a:xfrm>
            <a:off x="685800" y="1143000"/>
            <a:ext cx="5484960" cy="3084840"/>
          </a:xfrm>
          <a:prstGeom prst="rect">
            <a:avLst/>
          </a:prstGeom>
          <a:ln w="0">
            <a:noFill/>
          </a:ln>
        </p:spPr>
      </p:sp>
      <p:sp>
        <p:nvSpPr>
          <p:cNvPr id="1280"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„Sichtbarkeit“ – die drei Zugriffsstufen für Eigenschaften/Methoden. „public“: von überall zugreifbar. „protected“: nur von der eigenen Klasse und ihren Unterklassen (Vererbung) zugreifbar. „private“: nur innerhalb der eigenen Klasse selbst zugreifbar, nicht einmal von Unterklassen.</a:t>
            </a:r>
          </a:p>
        </p:txBody>
      </p:sp>
      <p:sp>
        <p:nvSpPr>
          <p:cNvPr id="1281" name="PlaceHolder 3"/>
          <p:cNvSpPr>
            <a:spLocks noGrp="1"/>
          </p:cNvSpPr>
          <p:nvPr>
            <p:ph type="sldNum" idx="72"/>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chemeClr val="dk1"/>
                </a:solidFill>
                <a:uFillTx/>
                <a:latin typeface="Arial"/>
              </a:defRPr>
            </a:lvl1pPr>
          </a:lstStyle>
          <a:p>
            <a:pPr indent="0" algn="r">
              <a:lnSpc>
                <a:spcPct val="100000"/>
              </a:lnSpc>
              <a:buNone/>
              <a:tabLst>
                <a:tab pos="0" algn="l"/>
              </a:tabLst>
            </a:pPr>
            <a:fld id="{AB2AD8DC-9C85-4430-9816-F231AC4EBF42}" type="slidenum">
              <a:rPr lang="de-DE" sz="1200" b="0" u="none" strike="noStrike">
                <a:solidFill>
                  <a:schemeClr val="dk1"/>
                </a:solidFill>
                <a:uFillTx/>
                <a:latin typeface="Arial"/>
              </a:rPr>
              <a:t>52</a:t>
            </a:fld>
            <a:endParaRPr lang="de-DE" sz="1200" b="0" u="none" strike="noStrike">
              <a:solidFill>
                <a:srgbClr val="000000"/>
              </a:solidFill>
              <a:uFillTx/>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2" name="PlaceHolder 1"/>
          <p:cNvSpPr>
            <a:spLocks noGrp="1" noRot="1" noChangeAspect="1"/>
          </p:cNvSpPr>
          <p:nvPr>
            <p:ph type="sldImg"/>
          </p:nvPr>
        </p:nvSpPr>
        <p:spPr>
          <a:xfrm>
            <a:off x="685800" y="1143000"/>
            <a:ext cx="5484960" cy="3084840"/>
          </a:xfrm>
          <a:prstGeom prst="rect">
            <a:avLst/>
          </a:prstGeom>
          <a:ln w="0">
            <a:noFill/>
          </a:ln>
        </p:spPr>
      </p:sp>
      <p:sp>
        <p:nvSpPr>
          <p:cNvPr id="1283"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Zwischenfolie ohne eigenen Text – vermutlich ergänzendes Diagramm oder Bild zum vorherigen Getter/Setter-Thema.</a:t>
            </a:r>
          </a:p>
        </p:txBody>
      </p:sp>
      <p:sp>
        <p:nvSpPr>
          <p:cNvPr id="1284" name="PlaceHolder 3"/>
          <p:cNvSpPr>
            <a:spLocks noGrp="1"/>
          </p:cNvSpPr>
          <p:nvPr>
            <p:ph type="sldNum" idx="73"/>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chemeClr val="dk1"/>
                </a:solidFill>
                <a:uFillTx/>
                <a:latin typeface="Arial"/>
              </a:defRPr>
            </a:lvl1pPr>
          </a:lstStyle>
          <a:p>
            <a:pPr indent="0" algn="r">
              <a:lnSpc>
                <a:spcPct val="100000"/>
              </a:lnSpc>
              <a:buNone/>
              <a:tabLst>
                <a:tab pos="0" algn="l"/>
              </a:tabLst>
            </a:pPr>
            <a:fld id="{DC4EE87C-AE95-45FF-94CA-FBAB221F952C}" type="slidenum">
              <a:rPr lang="de-DE" sz="1200" b="0" u="none" strike="noStrike">
                <a:solidFill>
                  <a:schemeClr val="dk1"/>
                </a:solidFill>
                <a:uFillTx/>
                <a:latin typeface="Arial"/>
              </a:rPr>
              <a:t>57</a:t>
            </a:fld>
            <a:endParaRPr lang="de-DE" sz="1200" b="0" u="none" strike="noStrike">
              <a:solidFill>
                <a:srgbClr val="000000"/>
              </a:solidFill>
              <a:uFillTx/>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5" name="PlaceHolder 1"/>
          <p:cNvSpPr>
            <a:spLocks noGrp="1" noRot="1" noChangeAspect="1"/>
          </p:cNvSpPr>
          <p:nvPr>
            <p:ph type="sldImg"/>
          </p:nvPr>
        </p:nvSpPr>
        <p:spPr>
          <a:xfrm>
            <a:off x="685800" y="1143000"/>
            <a:ext cx="5484960" cy="3084840"/>
          </a:xfrm>
          <a:prstGeom prst="rect">
            <a:avLst/>
          </a:prstGeom>
          <a:ln w="0">
            <a:noFill/>
          </a:ln>
        </p:spPr>
      </p:sp>
      <p:sp>
        <p:nvSpPr>
          <p:cNvPr id="1286"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Überleitungsfolie „Vererbung“ – leitet das Thema Klassenvererbung ein.</a:t>
            </a:r>
          </a:p>
        </p:txBody>
      </p:sp>
      <p:sp>
        <p:nvSpPr>
          <p:cNvPr id="1287" name="PlaceHolder 3"/>
          <p:cNvSpPr>
            <a:spLocks noGrp="1"/>
          </p:cNvSpPr>
          <p:nvPr>
            <p:ph type="sldNum" idx="74"/>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chemeClr val="dk1"/>
                </a:solidFill>
                <a:uFillTx/>
                <a:latin typeface="Arial"/>
              </a:defRPr>
            </a:lvl1pPr>
          </a:lstStyle>
          <a:p>
            <a:pPr indent="0" algn="r">
              <a:lnSpc>
                <a:spcPct val="100000"/>
              </a:lnSpc>
              <a:buNone/>
              <a:tabLst>
                <a:tab pos="0" algn="l"/>
              </a:tabLst>
            </a:pPr>
            <a:fld id="{F9ED2B1D-6EB8-40F5-9588-8B45348A3605}" type="slidenum">
              <a:rPr lang="de-DE" sz="1200" b="0" u="none" strike="noStrike">
                <a:solidFill>
                  <a:schemeClr val="dk1"/>
                </a:solidFill>
                <a:uFillTx/>
                <a:latin typeface="Arial"/>
              </a:rPr>
              <a:t>59</a:t>
            </a:fld>
            <a:endParaRPr lang="de-DE" sz="1200" b="0" u="none" strike="noStrike">
              <a:solidFill>
                <a:srgbClr val="000000"/>
              </a:solidFill>
              <a:uFillTx/>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8" name="PlaceHolder 1"/>
          <p:cNvSpPr>
            <a:spLocks noGrp="1" noRot="1" noChangeAspect="1"/>
          </p:cNvSpPr>
          <p:nvPr>
            <p:ph type="sldImg"/>
          </p:nvPr>
        </p:nvSpPr>
        <p:spPr>
          <a:xfrm>
            <a:off x="685800" y="1143000"/>
            <a:ext cx="5484960" cy="3084840"/>
          </a:xfrm>
          <a:prstGeom prst="rect">
            <a:avLst/>
          </a:prstGeom>
          <a:ln w="0">
            <a:noFill/>
          </a:ln>
        </p:spPr>
      </p:sp>
      <p:sp>
        <p:nvSpPr>
          <p:cNvPr id="1289"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Übung 4 (Erstelle Initiales Projekt): Terminal öffnen, falls nötig das Angular CLI global installieren, in einen passenden Ordner navigieren und dort ein neues Angular-Projekt per „ng new“ anlegen – der erste eigene, praktische Schritt im Kurs mit einem lauffähigen Projekt.</a:t>
            </a:r>
          </a:p>
        </p:txBody>
      </p:sp>
      <p:sp>
        <p:nvSpPr>
          <p:cNvPr id="1290" name="PlaceHolder 3"/>
          <p:cNvSpPr>
            <a:spLocks noGrp="1"/>
          </p:cNvSpPr>
          <p:nvPr>
            <p:ph type="sldNum" idx="75"/>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E2C8369E-A6DA-428B-9DE1-8EA362EBA4E5}" type="slidenum">
              <a:rPr lang="de-DE" sz="1200" b="0" u="none" strike="noStrike">
                <a:solidFill>
                  <a:srgbClr val="000000"/>
                </a:solidFill>
                <a:uFillTx/>
                <a:latin typeface="Times New Roman"/>
              </a:rPr>
              <a:t>81</a:t>
            </a:fld>
            <a:endParaRPr lang="de-DE" sz="1200" b="0" u="none" strike="noStrike">
              <a:solidFill>
                <a:srgbClr val="000000"/>
              </a:solidFill>
              <a:uFillTx/>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1" name="PlaceHolder 1"/>
          <p:cNvSpPr>
            <a:spLocks noGrp="1" noRot="1" noChangeAspect="1"/>
          </p:cNvSpPr>
          <p:nvPr>
            <p:ph type="sldImg"/>
          </p:nvPr>
        </p:nvSpPr>
        <p:spPr>
          <a:xfrm>
            <a:off x="685800" y="1143000"/>
            <a:ext cx="5484960" cy="3084840"/>
          </a:xfrm>
          <a:prstGeom prst="rect">
            <a:avLst/>
          </a:prstGeom>
          <a:ln w="0">
            <a:noFill/>
          </a:ln>
        </p:spPr>
      </p:sp>
      <p:sp>
        <p:nvSpPr>
          <p:cNvPr id="1292"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Bildfolie „Die aktualisierte Seite“ – zeigt vermutlich einen Screenshot des Browsers nach den zuvor beschriebenen Änderungen, zur Bestätigung, dass alles funktioniert hat.</a:t>
            </a:r>
          </a:p>
        </p:txBody>
      </p:sp>
      <p:sp>
        <p:nvSpPr>
          <p:cNvPr id="1293" name="PlaceHolder 3"/>
          <p:cNvSpPr>
            <a:spLocks noGrp="1"/>
          </p:cNvSpPr>
          <p:nvPr>
            <p:ph type="sldNum" idx="76"/>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366E1368-8591-4C64-873B-004456A25F77}" type="slidenum">
              <a:rPr lang="de-DE" sz="1200" b="0" u="none" strike="noStrike">
                <a:solidFill>
                  <a:srgbClr val="000000"/>
                </a:solidFill>
                <a:uFillTx/>
                <a:latin typeface="Times New Roman"/>
              </a:rPr>
              <a:t>83</a:t>
            </a:fld>
            <a:endParaRPr lang="de-DE" sz="1200" b="0" u="none" strike="noStrike">
              <a:solidFill>
                <a:srgbClr val="000000"/>
              </a:solidFill>
              <a:uFillTx/>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4" name="PlaceHolder 1"/>
          <p:cNvSpPr>
            <a:spLocks noGrp="1" noRot="1" noChangeAspect="1"/>
          </p:cNvSpPr>
          <p:nvPr>
            <p:ph type="sldImg"/>
          </p:nvPr>
        </p:nvSpPr>
        <p:spPr>
          <a:xfrm>
            <a:off x="685800" y="1143000"/>
            <a:ext cx="5484960" cy="3084840"/>
          </a:xfrm>
          <a:prstGeom prst="rect">
            <a:avLst/>
          </a:prstGeom>
          <a:ln w="0">
            <a:noFill/>
          </a:ln>
        </p:spPr>
      </p:sp>
      <p:sp>
        <p:nvSpPr>
          <p:cNvPr id="1295"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Überleitungsfolie „Einfache Erweiterungen“ – leitet weitere, kleinere Beispiele/Übungen zum bisher gezeigten Komponenten-Grundgerüst ein.</a:t>
            </a:r>
          </a:p>
        </p:txBody>
      </p:sp>
      <p:sp>
        <p:nvSpPr>
          <p:cNvPr id="1296" name="PlaceHolder 3"/>
          <p:cNvSpPr>
            <a:spLocks noGrp="1"/>
          </p:cNvSpPr>
          <p:nvPr>
            <p:ph type="sldNum" idx="77"/>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EBFFE163-5129-4352-820B-6A8DC9ACC0EE}" type="slidenum">
              <a:rPr lang="de-DE" sz="1200" b="0" u="none" strike="noStrike">
                <a:solidFill>
                  <a:srgbClr val="000000"/>
                </a:solidFill>
                <a:uFillTx/>
                <a:latin typeface="Times New Roman"/>
              </a:rPr>
              <a:t>93</a:t>
            </a:fld>
            <a:endParaRPr lang="de-DE" sz="1200" b="0" u="none" strike="noStrike">
              <a:solidFill>
                <a:srgbClr val="000000"/>
              </a:solidFill>
              <a:uFillTx/>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7" name="PlaceHolder 1"/>
          <p:cNvSpPr>
            <a:spLocks noGrp="1" noRot="1" noChangeAspect="1"/>
          </p:cNvSpPr>
          <p:nvPr>
            <p:ph type="sldImg"/>
          </p:nvPr>
        </p:nvSpPr>
        <p:spPr>
          <a:xfrm>
            <a:off x="685800" y="1143000"/>
            <a:ext cx="5484813" cy="3084513"/>
          </a:xfrm>
          <a:prstGeom prst="rect">
            <a:avLst/>
          </a:prstGeom>
          <a:ln w="0">
            <a:noFill/>
          </a:ln>
        </p:spPr>
      </p:sp>
      <p:sp>
        <p:nvSpPr>
          <p:cNvPr id="1298"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„Export von benutzerdefinierten Typen“.</a:t>
            </a:r>
          </a:p>
          <a:p/>
          <a:p>
            <a:r>
              <a:t>Eine Komponente kann eigene Hilfstypen (z. B. Interfaces) definieren. Ein „export“ ist dabei nur notwendig, wenn dieser Typ auch von anderen Komponenten oder Dateien verwendet werden soll – bleibt er ausschließlich innerhalb der eigenen Datei relevant, braucht es keinen Export.</a:t>
            </a:r>
          </a:p>
        </p:txBody>
      </p:sp>
      <p:sp>
        <p:nvSpPr>
          <p:cNvPr id="1299" name="PlaceHolder 3"/>
          <p:cNvSpPr>
            <a:spLocks noGrp="1"/>
          </p:cNvSpPr>
          <p:nvPr>
            <p:ph type="sldNum" idx="78"/>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13ACCC8B-EA29-4C90-AA8A-36E61D9FE428}" type="slidenum">
              <a:rPr lang="de-DE" sz="1200" b="0" u="none" strike="noStrike">
                <a:solidFill>
                  <a:srgbClr val="000000"/>
                </a:solidFill>
                <a:uFillTx/>
                <a:latin typeface="Times New Roman"/>
              </a:rPr>
              <a:t>95</a:t>
            </a:fld>
            <a:endParaRPr lang="de-DE" sz="1200" b="0" u="none" strike="noStrike">
              <a:solidFill>
                <a:srgbClr val="000000"/>
              </a:solidFill>
              <a:uFillTx/>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0" name="PlaceHolder 1"/>
          <p:cNvSpPr>
            <a:spLocks noGrp="1" noRot="1" noChangeAspect="1"/>
          </p:cNvSpPr>
          <p:nvPr>
            <p:ph type="sldImg"/>
          </p:nvPr>
        </p:nvSpPr>
        <p:spPr>
          <a:xfrm>
            <a:off x="685800" y="1143000"/>
            <a:ext cx="5484813" cy="3084513"/>
          </a:xfrm>
          <a:prstGeom prst="rect">
            <a:avLst/>
          </a:prstGeom>
          <a:ln w="0">
            <a:noFill/>
          </a:ln>
        </p:spPr>
      </p:sp>
      <p:sp>
        <p:nvSpPr>
          <p:cNvPr id="1301"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Codebeispiel „Output“.</a:t>
            </a:r>
          </a:p>
          <a:p/>
          <a:p>
            <a:r>
              <a:t>Die Komponente „release-card“ hat einen Pflicht-Input „release = input.required&lt;Release&gt;()“ und einen Output „releaseLiked = output&lt;Release&gt;()“. Eine Methode „likeRelease()“ löst dieses Event per „emit(this.release())“ aus, wenn z. B. ein Like-Button geklickt wird.</a:t>
            </a:r>
          </a:p>
        </p:txBody>
      </p:sp>
      <p:sp>
        <p:nvSpPr>
          <p:cNvPr id="1302" name="PlaceHolder 3"/>
          <p:cNvSpPr>
            <a:spLocks noGrp="1"/>
          </p:cNvSpPr>
          <p:nvPr>
            <p:ph type="sldNum" idx="79"/>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FB9BA525-306A-4B68-BE46-0D42FD7B966A}" type="slidenum">
              <a:rPr lang="de-DE" sz="1200" b="0" u="none" strike="noStrike">
                <a:solidFill>
                  <a:srgbClr val="000000"/>
                </a:solidFill>
                <a:uFillTx/>
                <a:latin typeface="Times New Roman"/>
              </a:rPr>
              <a:t>125</a:t>
            </a:fld>
            <a:endParaRPr lang="de-DE" sz="1200" b="0" u="none" strike="noStrike">
              <a:solidFill>
                <a:srgbClr val="000000"/>
              </a:solidFill>
              <a:uFillTx/>
              <a:latin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3" name="PlaceHolder 1"/>
          <p:cNvSpPr>
            <a:spLocks noGrp="1" noRot="1" noChangeAspect="1"/>
          </p:cNvSpPr>
          <p:nvPr>
            <p:ph type="sldImg"/>
          </p:nvPr>
        </p:nvSpPr>
        <p:spPr>
          <a:xfrm>
            <a:off x="685800" y="1143000"/>
            <a:ext cx="5484813" cy="3084513"/>
          </a:xfrm>
          <a:prstGeom prst="rect">
            <a:avLst/>
          </a:prstGeom>
          <a:ln w="0">
            <a:noFill/>
          </a:ln>
        </p:spPr>
      </p:sp>
      <p:sp>
        <p:nvSpPr>
          <p:cNvPr id="1304"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Überleitungsfolie „Expression“ – kündigt konkrete Besonderheiten der Template-Ausdruckssprache an, z. B. den Safe-Navigation-Operator auf der nächsten Folie.</a:t>
            </a:r>
          </a:p>
        </p:txBody>
      </p:sp>
      <p:sp>
        <p:nvSpPr>
          <p:cNvPr id="1305" name="PlaceHolder 3"/>
          <p:cNvSpPr>
            <a:spLocks noGrp="1"/>
          </p:cNvSpPr>
          <p:nvPr>
            <p:ph type="sldNum" idx="80"/>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106025AC-F27B-464C-8A88-67A1F7FBFB24}" type="slidenum">
              <a:rPr lang="de-DE" sz="1200" b="0" u="none" strike="noStrike">
                <a:solidFill>
                  <a:srgbClr val="000000"/>
                </a:solidFill>
                <a:uFillTx/>
                <a:latin typeface="Times New Roman"/>
              </a:rPr>
              <a:t>131</a:t>
            </a:fld>
            <a:endParaRPr lang="de-DE" sz="1200" b="0" u="none" strike="noStrike">
              <a:solidFill>
                <a:srgbClr val="000000"/>
              </a:solidFill>
              <a:uFillTx/>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6" name="PlaceHolder 1"/>
          <p:cNvSpPr>
            <a:spLocks noGrp="1" noRot="1" noChangeAspect="1"/>
          </p:cNvSpPr>
          <p:nvPr>
            <p:ph type="sldImg"/>
          </p:nvPr>
        </p:nvSpPr>
        <p:spPr>
          <a:xfrm>
            <a:off x="685800" y="1143000"/>
            <a:ext cx="5484960" cy="3084840"/>
          </a:xfrm>
          <a:prstGeom prst="rect">
            <a:avLst/>
          </a:prstGeom>
          <a:ln w="0">
            <a:noFill/>
          </a:ln>
        </p:spPr>
      </p:sp>
      <p:sp>
        <p:nvSpPr>
          <p:cNvPr id="1307"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Codebeispiel „Factory-Pattern“ (Legacy-Kopie).</a:t>
            </a:r>
          </a:p>
          <a:p/>
          <a:p>
            <a:r>
              <a:t>Zwischenlösung: Statt die Abhängigkeit direkt selbst zu erzeugen, holt sich „MyService“ sie über eine zentrale „Factory.getMyDao()“. Das entkoppelt die Erzeugung etwas, ist aber immer noch eine aktive Beschaffung durch das Objekt selbst, verglichen mit echter, passiver Dependency Injection.</a:t>
            </a:r>
          </a:p>
        </p:txBody>
      </p:sp>
      <p:sp>
        <p:nvSpPr>
          <p:cNvPr id="1308" name="PlaceHolder 3"/>
          <p:cNvSpPr>
            <a:spLocks noGrp="1"/>
          </p:cNvSpPr>
          <p:nvPr>
            <p:ph type="sldNum" idx="81"/>
          </p:nvPr>
        </p:nvSpPr>
        <p:spPr>
          <a:xfrm>
            <a:off x="3884760" y="8685360"/>
            <a:ext cx="2970360" cy="45720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fld id="{62D7D82D-31E1-416A-B7B0-96AEDF910FCE}" type="slidenum">
              <a:rPr lang="de-DE" sz="1200" b="0" u="none" strike="noStrike">
                <a:solidFill>
                  <a:schemeClr val="dk1"/>
                </a:solidFill>
                <a:uFillTx/>
                <a:latin typeface="+mn-lt"/>
                <a:ea typeface="+mn-ea"/>
              </a:rPr>
              <a:t>151</a:t>
            </a:fld>
            <a:endParaRPr lang="de-DE" sz="1200" b="0" u="none" strike="noStrike">
              <a:solidFill>
                <a:srgbClr val="000000"/>
              </a:solidFill>
              <a:uFillTx/>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9" name="PlaceHolder 1"/>
          <p:cNvSpPr>
            <a:spLocks noGrp="1" noRot="1" noChangeAspect="1"/>
          </p:cNvSpPr>
          <p:nvPr>
            <p:ph type="sldImg"/>
          </p:nvPr>
        </p:nvSpPr>
        <p:spPr>
          <a:xfrm>
            <a:off x="685800" y="1143000"/>
            <a:ext cx="5484960" cy="3084840"/>
          </a:xfrm>
          <a:prstGeom prst="rect">
            <a:avLst/>
          </a:prstGeom>
          <a:ln w="0">
            <a:noFill/>
          </a:ln>
        </p:spPr>
      </p:sp>
      <p:sp>
        <p:nvSpPr>
          <p:cNvPr id="1310"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„Dependency Injection“ – zusammenfassendes Prinzip.</a:t>
            </a:r>
          </a:p>
          <a:p/>
          <a:p>
            <a:r>
              <a:t>Beim DI-Muster werden benötigte Objekte zur Laufzeit von außen „injiziert“ (hineingegeben), statt dass ein Objekt sie selbst aktiv erzeugt (wie bei der Factory-Variante). Objekte werden dadurch passiv; ihre Abhängigkeiten sind explizit über die Schnittstelle (z. B. Konstruktor-Parameter) erkennbar, und man kann beliebige andere, passende Objekte einsetzen – z. B. Mocks für Tests.</a:t>
            </a:r>
          </a:p>
        </p:txBody>
      </p:sp>
      <p:sp>
        <p:nvSpPr>
          <p:cNvPr id="1311" name="PlaceHolder 3"/>
          <p:cNvSpPr>
            <a:spLocks noGrp="1"/>
          </p:cNvSpPr>
          <p:nvPr>
            <p:ph type="sldNum" idx="82"/>
          </p:nvPr>
        </p:nvSpPr>
        <p:spPr>
          <a:xfrm>
            <a:off x="3884760" y="8685360"/>
            <a:ext cx="2970360" cy="45720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fld id="{260027F7-3A31-435C-9F26-911B2B18A527}" type="slidenum">
              <a:rPr lang="de-DE" sz="1200" b="0" u="none" strike="noStrike">
                <a:solidFill>
                  <a:schemeClr val="dk1"/>
                </a:solidFill>
                <a:uFillTx/>
                <a:latin typeface="+mn-lt"/>
                <a:ea typeface="+mn-ea"/>
              </a:rPr>
              <a:t>152</a:t>
            </a:fld>
            <a:endParaRPr lang="de-DE" sz="1200" b="0" u="none" strike="noStrike">
              <a:solidFill>
                <a:srgbClr val="000000"/>
              </a:solidFill>
              <a:uFillTx/>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2" name="PlaceHolder 1"/>
          <p:cNvSpPr>
            <a:spLocks noGrp="1" noRot="1" noChangeAspect="1"/>
          </p:cNvSpPr>
          <p:nvPr>
            <p:ph type="sldImg"/>
          </p:nvPr>
        </p:nvSpPr>
        <p:spPr>
          <a:xfrm>
            <a:off x="685800" y="1143000"/>
            <a:ext cx="5484960" cy="3084840"/>
          </a:xfrm>
          <a:prstGeom prst="rect">
            <a:avLst/>
          </a:prstGeom>
          <a:ln w="0">
            <a:noFill/>
          </a:ln>
        </p:spPr>
      </p:sp>
      <p:sp>
        <p:nvSpPr>
          <p:cNvPr id="1313"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Kapitelübergangsfolie „Pipes – Daten für UI aufbereiten“ – leitet das Thema Pipes ein: kleine, wiederverwendbare Transformations-Bausteine für die Anzeige von Daten im Template.</a:t>
            </a:r>
          </a:p>
        </p:txBody>
      </p:sp>
      <p:sp>
        <p:nvSpPr>
          <p:cNvPr id="1314" name="PlaceHolder 3"/>
          <p:cNvSpPr>
            <a:spLocks noGrp="1"/>
          </p:cNvSpPr>
          <p:nvPr>
            <p:ph type="sldNum" idx="83"/>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093D0FC8-0CDE-4394-AB4E-8C1ABCF25E8D}" type="slidenum">
              <a:rPr lang="de-DE" sz="1200" b="0" u="none" strike="noStrike">
                <a:solidFill>
                  <a:srgbClr val="000000"/>
                </a:solidFill>
                <a:uFillTx/>
                <a:latin typeface="Times New Roman"/>
              </a:rPr>
              <a:t>163</a:t>
            </a:fld>
            <a:endParaRPr lang="de-DE" sz="1200" b="0" u="none" strike="noStrike">
              <a:solidFill>
                <a:srgbClr val="000000"/>
              </a:solidFill>
              <a:uFillTx/>
              <a:latin typeface="Times New Roman"/>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5" name="PlaceHolder 1"/>
          <p:cNvSpPr>
            <a:spLocks noGrp="1" noRot="1" noChangeAspect="1"/>
          </p:cNvSpPr>
          <p:nvPr>
            <p:ph type="sldImg"/>
          </p:nvPr>
        </p:nvSpPr>
        <p:spPr>
          <a:xfrm>
            <a:off x="685800" y="1143000"/>
            <a:ext cx="5484960" cy="3084840"/>
          </a:xfrm>
          <a:prstGeom prst="rect">
            <a:avLst/>
          </a:prstGeom>
          <a:ln w="0">
            <a:noFill/>
          </a:ln>
        </p:spPr>
      </p:sp>
      <p:sp>
        <p:nvSpPr>
          <p:cNvPr id="1316"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Kapitelübergangsfolie „Asynchrone &amp; Reaktive Programmierung“ – leitet ein neues, größeres Kapitel ein: Wie geht man in JavaScript/TypeScript mit Operationen um, deren Ergebnis nicht sofort, sondern erst später vorliegt (z. B. Server-Antworten)?</a:t>
            </a:r>
          </a:p>
        </p:txBody>
      </p:sp>
      <p:sp>
        <p:nvSpPr>
          <p:cNvPr id="1317" name="PlaceHolder 3"/>
          <p:cNvSpPr>
            <a:spLocks noGrp="1"/>
          </p:cNvSpPr>
          <p:nvPr>
            <p:ph type="sldNum" idx="84"/>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4F08CFCD-CA8A-4460-8CB5-14AF7168E188}" type="slidenum">
              <a:rPr lang="de-DE" sz="1200" b="0" u="none" strike="noStrike">
                <a:solidFill>
                  <a:srgbClr val="000000"/>
                </a:solidFill>
                <a:uFillTx/>
                <a:latin typeface="Times New Roman"/>
              </a:rPr>
              <a:t>173</a:t>
            </a:fld>
            <a:endParaRPr lang="de-DE" sz="1200" b="0" u="none" strike="noStrike">
              <a:solidFill>
                <a:srgbClr val="000000"/>
              </a:solidFill>
              <a:uFillTx/>
              <a:latin typeface="Times New Roman"/>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8" name="PlaceHolder 1"/>
          <p:cNvSpPr>
            <a:spLocks noGrp="1" noRot="1" noChangeAspect="1"/>
          </p:cNvSpPr>
          <p:nvPr>
            <p:ph type="sldImg"/>
          </p:nvPr>
        </p:nvSpPr>
        <p:spPr>
          <a:xfrm>
            <a:off x="685800" y="1143000"/>
            <a:ext cx="5484960" cy="3084840"/>
          </a:xfrm>
          <a:prstGeom prst="rect">
            <a:avLst/>
          </a:prstGeom>
          <a:ln w="0">
            <a:noFill/>
          </a:ln>
        </p:spPr>
      </p:sp>
      <p:sp>
        <p:nvSpPr>
          <p:cNvPr id="1319"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„Lösung sind Promises“.</a:t>
            </a:r>
          </a:p>
          <a:p/>
          <a:p>
            <a:r>
              <a:t>Ein „Promise“ ist ein Stellvertreter-Objekt für ein Ergebnis, das aktuell noch unbekannt ist (z. B. bei einem HTTP-Aufruf). Statt einen Callback als Parameter zu übergeben, gibt die asynchrone Funktion direkt ein Promise zurück, an das man Weiterverarbeitung anhängen kann – das macht verschachtelten, asynchronen Code deutlich besser lesbar.</a:t>
            </a:r>
          </a:p>
        </p:txBody>
      </p:sp>
      <p:sp>
        <p:nvSpPr>
          <p:cNvPr id="1320" name="PlaceHolder 3"/>
          <p:cNvSpPr>
            <a:spLocks noGrp="1"/>
          </p:cNvSpPr>
          <p:nvPr>
            <p:ph type="sldNum" idx="85"/>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86935B25-39FE-4671-B772-2F99FFAC88EF}" type="slidenum">
              <a:rPr lang="de-DE" sz="1200" b="0" u="none" strike="noStrike">
                <a:solidFill>
                  <a:srgbClr val="000000"/>
                </a:solidFill>
                <a:uFillTx/>
                <a:latin typeface="Times New Roman"/>
              </a:rPr>
              <a:t>178</a:t>
            </a:fld>
            <a:endParaRPr lang="de-DE" sz="1200" b="0" u="none" strike="noStrike">
              <a:solidFill>
                <a:srgbClr val="000000"/>
              </a:solidFill>
              <a:uFillTx/>
              <a:latin typeface="Times New Roman"/>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1" name="PlaceHolder 1"/>
          <p:cNvSpPr>
            <a:spLocks noGrp="1" noRot="1" noChangeAspect="1"/>
          </p:cNvSpPr>
          <p:nvPr>
            <p:ph type="sldImg"/>
          </p:nvPr>
        </p:nvSpPr>
        <p:spPr>
          <a:xfrm>
            <a:off x="685800" y="1143000"/>
            <a:ext cx="5484960" cy="3084840"/>
          </a:xfrm>
          <a:prstGeom prst="rect">
            <a:avLst/>
          </a:prstGeom>
          <a:ln w="0">
            <a:noFill/>
          </a:ln>
        </p:spPr>
      </p:sp>
      <p:sp>
        <p:nvSpPr>
          <p:cNvPr id="1322"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„Observable als Promise++“.</a:t>
            </a:r>
          </a:p>
          <a:p/>
          <a:p>
            <a:r>
              <a:t>Ein Observable ist wie ein Promise, kann aber statt genau einem einzelnen Ergebnis einen ganzen Strom (Stream) von mehreren Werten über die Zeit liefern, inklusive möglicher Fehler und eines Endsignals. Die Zeitlinien-Grafik zeigt genau das: mehrere Ereignisse a, b, c, d nacheinander, bis ein Endsignal „X“ den Stream abschließt. Rechts wird zusätzlich das klassische „Observer“-Entwurfsmuster dargestellt, auf dem Observables letztlich aufbauen (Listener werden bei Änderungen benachrichtigt).</a:t>
            </a:r>
          </a:p>
        </p:txBody>
      </p:sp>
      <p:sp>
        <p:nvSpPr>
          <p:cNvPr id="1323" name="PlaceHolder 3"/>
          <p:cNvSpPr>
            <a:spLocks noGrp="1"/>
          </p:cNvSpPr>
          <p:nvPr>
            <p:ph type="sldNum" idx="86"/>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C95C9872-ADA6-4BA6-B660-5D2F4A268EFD}" type="slidenum">
              <a:rPr lang="de-DE" sz="1200" b="0" u="none" strike="noStrike">
                <a:solidFill>
                  <a:srgbClr val="000000"/>
                </a:solidFill>
                <a:uFillTx/>
                <a:latin typeface="Times New Roman"/>
              </a:rPr>
              <a:t>180</a:t>
            </a:fld>
            <a:endParaRPr lang="de-DE" sz="1200" b="0" u="none" strike="noStrike">
              <a:solidFill>
                <a:srgbClr val="000000"/>
              </a:solidFill>
              <a:uFillTx/>
              <a:latin typeface="Times New Roman"/>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4" name="PlaceHolder 1"/>
          <p:cNvSpPr>
            <a:spLocks noGrp="1" noRot="1" noChangeAspect="1"/>
          </p:cNvSpPr>
          <p:nvPr>
            <p:ph type="sldImg"/>
          </p:nvPr>
        </p:nvSpPr>
        <p:spPr>
          <a:xfrm>
            <a:off x="685800" y="1143000"/>
            <a:ext cx="5484960" cy="3084840"/>
          </a:xfrm>
          <a:prstGeom prst="rect">
            <a:avLst/>
          </a:prstGeom>
          <a:ln w="0">
            <a:noFill/>
          </a:ln>
        </p:spPr>
      </p:sp>
      <p:sp>
        <p:nvSpPr>
          <p:cNvPr id="1325"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„Automatisches Unsubscribe“.</a:t>
            </a:r>
          </a:p>
          <a:p/>
          <a:p>
            <a:r>
              <a:t>Die „async“-Pipe im Template (z. B. „{{ anObservable | async }}“ oder als Input „[trainings]="releaseObservable$ | async"“) übernimmt das Abmelden (Unsubscribe) automatisch, wenn die Komponente zerstört wird – man muss sich in diesem Fall nicht mehr selbst darum kümmern. Alternativ, wie später gezeigt, übernimmt das auch „toSignal()“.</a:t>
            </a:r>
          </a:p>
        </p:txBody>
      </p:sp>
      <p:sp>
        <p:nvSpPr>
          <p:cNvPr id="1326" name="PlaceHolder 3"/>
          <p:cNvSpPr>
            <a:spLocks noGrp="1"/>
          </p:cNvSpPr>
          <p:nvPr>
            <p:ph type="sldNum" idx="87"/>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AB42394A-A242-4514-A1E4-60D49E33317C}" type="slidenum">
              <a:rPr lang="de-DE" sz="1200" b="0" u="none" strike="noStrike">
                <a:solidFill>
                  <a:srgbClr val="000000"/>
                </a:solidFill>
                <a:uFillTx/>
                <a:latin typeface="Times New Roman"/>
              </a:rPr>
              <a:t>185</a:t>
            </a:fld>
            <a:endParaRPr lang="de-DE" sz="1200" b="0" u="none" strike="noStrike">
              <a:solidFill>
                <a:srgbClr val="000000"/>
              </a:solidFill>
              <a:uFillTx/>
              <a:latin typeface="Times New Roman"/>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7" name="PlaceHolder 1"/>
          <p:cNvSpPr>
            <a:spLocks noGrp="1" noRot="1" noChangeAspect="1"/>
          </p:cNvSpPr>
          <p:nvPr>
            <p:ph type="sldImg"/>
          </p:nvPr>
        </p:nvSpPr>
        <p:spPr>
          <a:xfrm>
            <a:off x="685800" y="1143000"/>
            <a:ext cx="5484813" cy="3084513"/>
          </a:xfrm>
          <a:prstGeom prst="rect">
            <a:avLst/>
          </a:prstGeom>
          <a:ln w="0">
            <a:noFill/>
          </a:ln>
        </p:spPr>
      </p:sp>
      <p:sp>
        <p:nvSpPr>
          <p:cNvPr id="1328"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„Location-Strategy“.</a:t>
            </a:r>
          </a:p>
          <a:p/>
          <a:p>
            <a:r>
              <a:t>Die „LocationStrategy“ bestimmt, wie die Route technisch in der Browser-URL abgebildet wird: „PathLocationStrategy“ (heutiger Standard) nutzt normale, saubere Pfade und ist besser für die SEO-Indizierung durch Suchmaschinen geeignet. „HashLocationStrategy“ (mit „#“ in der URL) war früher, z. B. bei AngularJS 1, Standard und ist technisch einfacher, aber weniger suchmaschinenfreundlich.</a:t>
            </a:r>
          </a:p>
        </p:txBody>
      </p:sp>
      <p:sp>
        <p:nvSpPr>
          <p:cNvPr id="1329" name="PlaceHolder 3"/>
          <p:cNvSpPr>
            <a:spLocks noGrp="1"/>
          </p:cNvSpPr>
          <p:nvPr>
            <p:ph type="sldNum" idx="88"/>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A961A550-A992-4133-82BB-B9FC97A3FB3F}" type="slidenum">
              <a:rPr lang="de-DE" sz="1200" b="0" u="none" strike="noStrike">
                <a:solidFill>
                  <a:srgbClr val="000000"/>
                </a:solidFill>
                <a:uFillTx/>
                <a:latin typeface="Times New Roman"/>
              </a:rPr>
              <a:t>197</a:t>
            </a:fld>
            <a:endParaRPr lang="de-DE" sz="1200" b="0" u="none" strike="noStrike">
              <a:solidFill>
                <a:srgbClr val="000000"/>
              </a:solidFill>
              <a:uFillTx/>
              <a:latin typeface="Times New Roman"/>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0" name="PlaceHolder 1"/>
          <p:cNvSpPr>
            <a:spLocks noGrp="1" noRot="1" noChangeAspect="1"/>
          </p:cNvSpPr>
          <p:nvPr>
            <p:ph type="sldImg"/>
          </p:nvPr>
        </p:nvSpPr>
        <p:spPr>
          <a:xfrm>
            <a:off x="685800" y="1143000"/>
            <a:ext cx="5484960" cy="3084840"/>
          </a:xfrm>
          <a:prstGeom prst="rect">
            <a:avLst/>
          </a:prstGeom>
          <a:ln w="0">
            <a:noFill/>
          </a:ln>
        </p:spPr>
      </p:sp>
      <p:sp>
        <p:nvSpPr>
          <p:cNvPr id="1331"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Übung 20 (Routen für Listenansicht): Die Anwendung wird auf Routing vorbereitet, indem eine Datei „src/app/app.routes.ts“ angelegt wird, in der eine exportierte Konstante vom Typ „Routes“ definiert wird – Grundlage für die folgenden Routing-Übungen mit der Kundenliste.</a:t>
            </a:r>
          </a:p>
        </p:txBody>
      </p:sp>
      <p:sp>
        <p:nvSpPr>
          <p:cNvPr id="1332" name="PlaceHolder 3"/>
          <p:cNvSpPr>
            <a:spLocks noGrp="1"/>
          </p:cNvSpPr>
          <p:nvPr>
            <p:ph type="sldNum" idx="89"/>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71F6CFBE-D8F2-4321-80DA-539BAEA5936F}" type="slidenum">
              <a:rPr lang="de-DE" sz="1200" b="0" u="none" strike="noStrike">
                <a:solidFill>
                  <a:srgbClr val="000000"/>
                </a:solidFill>
                <a:uFillTx/>
                <a:latin typeface="Times New Roman"/>
              </a:rPr>
              <a:t>198</a:t>
            </a:fld>
            <a:endParaRPr lang="de-DE" sz="1200" b="0" u="none" strike="noStrike">
              <a:solidFill>
                <a:srgbClr val="000000"/>
              </a:solidFill>
              <a:uFillTx/>
              <a:latin typeface="Times New Roman"/>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3" name="PlaceHolder 1"/>
          <p:cNvSpPr>
            <a:spLocks noGrp="1" noRot="1" noChangeAspect="1"/>
          </p:cNvSpPr>
          <p:nvPr>
            <p:ph type="sldImg"/>
          </p:nvPr>
        </p:nvSpPr>
        <p:spPr>
          <a:xfrm>
            <a:off x="685800" y="1143000"/>
            <a:ext cx="5484960" cy="3084840"/>
          </a:xfrm>
          <a:prstGeom prst="rect">
            <a:avLst/>
          </a:prstGeom>
          <a:ln w="0">
            <a:noFill/>
          </a:ln>
        </p:spPr>
      </p:sp>
      <p:sp>
        <p:nvSpPr>
          <p:cNvPr id="1334"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Codefolie „Weiterverarbeitung von Routenparametern“.</a:t>
            </a:r>
          </a:p>
          <a:p/>
          <a:p>
            <a:r>
              <a:t>Die Komponente „ArtistDetailsComponent“ empfängt die ID direkt als Signal-Input „id = input.required&lt;string&gt;();“. Darauf aufbauend wird z. B. per „toSignal(toObservable(this.id).pipe(...))“ automatisch neu nachgeladen, sobald sich die ID (also die Route) ändert – ganz ohne manuelles Abonnieren von Router-Events.</a:t>
            </a:r>
          </a:p>
        </p:txBody>
      </p:sp>
      <p:sp>
        <p:nvSpPr>
          <p:cNvPr id="1335" name="PlaceHolder 3"/>
          <p:cNvSpPr>
            <a:spLocks noGrp="1"/>
          </p:cNvSpPr>
          <p:nvPr>
            <p:ph type="sldNum" idx="90"/>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F2849473-C1ED-4B95-950E-BD390A4C0E24}" type="slidenum">
              <a:rPr lang="de-DE" sz="1200" b="0" u="none" strike="noStrike">
                <a:solidFill>
                  <a:srgbClr val="000000"/>
                </a:solidFill>
                <a:uFillTx/>
                <a:latin typeface="Times New Roman"/>
              </a:rPr>
              <a:t>203</a:t>
            </a:fld>
            <a:endParaRPr lang="de-DE" sz="1200" b="0" u="none" strike="noStrike">
              <a:solidFill>
                <a:srgbClr val="000000"/>
              </a:solidFill>
              <a:uFillTx/>
              <a:latin typeface="Times New Roman"/>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6" name="PlaceHolder 1"/>
          <p:cNvSpPr>
            <a:spLocks noGrp="1" noRot="1" noChangeAspect="1"/>
          </p:cNvSpPr>
          <p:nvPr>
            <p:ph type="sldImg"/>
          </p:nvPr>
        </p:nvSpPr>
        <p:spPr>
          <a:xfrm>
            <a:off x="685800" y="1143000"/>
            <a:ext cx="5484960" cy="3084840"/>
          </a:xfrm>
          <a:prstGeom prst="rect">
            <a:avLst/>
          </a:prstGeom>
          <a:ln w="0">
            <a:noFill/>
          </a:ln>
        </p:spPr>
      </p:sp>
      <p:sp>
        <p:nvSpPr>
          <p:cNvPr id="1337"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Übung 21 (Routing mit Parametern): Eine Route für die Detailansicht wird konfiguriert, „/customer/:id“, die auf „CustomerDetailComponent“ verweist. Zusätzlich wird „CustomerService“ um eine Methode „getById(...): Observable&lt;Customer&gt;“ erweitert, damit die Detailkomponente gezielt nur einen Kunden anhand seiner ID nachladen kann.</a:t>
            </a:r>
          </a:p>
        </p:txBody>
      </p:sp>
      <p:sp>
        <p:nvSpPr>
          <p:cNvPr id="1338" name="PlaceHolder 3"/>
          <p:cNvSpPr>
            <a:spLocks noGrp="1"/>
          </p:cNvSpPr>
          <p:nvPr>
            <p:ph type="sldNum" idx="91"/>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B8EE83A3-155B-4977-82A2-70FF65A42A87}" type="slidenum">
              <a:rPr lang="de-DE" sz="1200" b="0" u="none" strike="noStrike">
                <a:solidFill>
                  <a:srgbClr val="000000"/>
                </a:solidFill>
                <a:uFillTx/>
                <a:latin typeface="Times New Roman"/>
              </a:rPr>
              <a:t>206</a:t>
            </a:fld>
            <a:endParaRPr lang="de-DE" sz="1200" b="0" u="none" strike="noStrike">
              <a:solidFill>
                <a:srgbClr val="000000"/>
              </a:solidFill>
              <a:uFillTx/>
              <a:latin typeface="Times New Roman"/>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9" name="PlaceHolder 1"/>
          <p:cNvSpPr>
            <a:spLocks noGrp="1" noRot="1" noChangeAspect="1"/>
          </p:cNvSpPr>
          <p:nvPr>
            <p:ph type="sldImg"/>
          </p:nvPr>
        </p:nvSpPr>
        <p:spPr>
          <a:xfrm>
            <a:off x="685800" y="1143000"/>
            <a:ext cx="5484813" cy="3084513"/>
          </a:xfrm>
          <a:prstGeom prst="rect">
            <a:avLst/>
          </a:prstGeom>
          <a:ln w="0">
            <a:noFill/>
          </a:ln>
        </p:spPr>
      </p:sp>
      <p:sp>
        <p:nvSpPr>
          <p:cNvPr id="1340"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Kapitelübergangsfolie „Formulare und Eingabefelder – Bearbeiten von Daten“ – leitet das Kapitel zu Formularen ein, nachdem bisher hauptsächlich Daten angezeigt wurden.</a:t>
            </a:r>
          </a:p>
        </p:txBody>
      </p:sp>
      <p:sp>
        <p:nvSpPr>
          <p:cNvPr id="1341" name="PlaceHolder 3"/>
          <p:cNvSpPr>
            <a:spLocks noGrp="1"/>
          </p:cNvSpPr>
          <p:nvPr>
            <p:ph type="sldNum" idx="92"/>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3E966093-29F4-4A03-9CD1-3C2BAC67A9CB}" type="slidenum">
              <a:rPr lang="de-DE" sz="1200" b="0" u="none" strike="noStrike">
                <a:solidFill>
                  <a:srgbClr val="000000"/>
                </a:solidFill>
                <a:uFillTx/>
                <a:latin typeface="Times New Roman"/>
              </a:rPr>
              <a:t>207</a:t>
            </a:fld>
            <a:endParaRPr lang="de-DE" sz="1200" b="0" u="none" strike="noStrike">
              <a:solidFill>
                <a:srgbClr val="000000"/>
              </a:solidFill>
              <a:uFillTx/>
              <a:latin typeface="Times New Roman"/>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2" name="PlaceHolder 1"/>
          <p:cNvSpPr>
            <a:spLocks noGrp="1"/>
          </p:cNvSpPr>
          <p:nvPr>
            <p:ph type="sldNum" idx="93"/>
          </p:nvPr>
        </p:nvSpPr>
        <p:spPr>
          <a:xfrm>
            <a:off x="4021200" y="9721800"/>
            <a:ext cx="3075120" cy="5097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r>
              <a:rPr lang="de-DE" sz="1200" b="0" u="none" strike="noStrike">
                <a:solidFill>
                  <a:schemeClr val="dk1"/>
                </a:solidFill>
                <a:uFillTx/>
                <a:latin typeface="+mn-lt"/>
                <a:ea typeface="+mn-ea"/>
              </a:rPr>
              <a:t>Kapitel 1, </a:t>
            </a:r>
            <a:fld id="{C193C9AB-263E-4D8E-B51F-CD7B715A87EB}" type="slidenum">
              <a:rPr lang="de-DE" sz="1200" b="0" u="none" strike="noStrike">
                <a:solidFill>
                  <a:schemeClr val="dk1"/>
                </a:solidFill>
                <a:uFillTx/>
                <a:latin typeface="+mn-lt"/>
                <a:ea typeface="+mn-ea"/>
              </a:rPr>
              <a:t>230</a:t>
            </a:fld>
            <a:endParaRPr lang="de-DE" sz="1200" b="0" u="none" strike="noStrike">
              <a:solidFill>
                <a:srgbClr val="000000"/>
              </a:solidFill>
              <a:uFillTx/>
              <a:latin typeface="Times New Roman"/>
            </a:endParaRPr>
          </a:p>
        </p:txBody>
      </p:sp>
      <p:sp>
        <p:nvSpPr>
          <p:cNvPr id="1343" name="PlaceHolder 2"/>
          <p:cNvSpPr>
            <a:spLocks noGrp="1" noRot="1" noChangeAspect="1"/>
          </p:cNvSpPr>
          <p:nvPr>
            <p:ph type="sldImg"/>
          </p:nvPr>
        </p:nvSpPr>
        <p:spPr>
          <a:xfrm>
            <a:off x="-263520" y="617400"/>
            <a:ext cx="7610760" cy="4281480"/>
          </a:xfrm>
          <a:prstGeom prst="rect">
            <a:avLst/>
          </a:prstGeom>
          <a:ln w="0">
            <a:noFill/>
          </a:ln>
        </p:spPr>
      </p:sp>
      <p:sp>
        <p:nvSpPr>
          <p:cNvPr id="1344" name="PlaceHolder 3"/>
          <p:cNvSpPr>
            <a:spLocks noGrp="1"/>
          </p:cNvSpPr>
          <p:nvPr>
            <p:ph type="body"/>
          </p:nvPr>
        </p:nvSpPr>
        <p:spPr>
          <a:xfrm>
            <a:off x="709560" y="4861080"/>
            <a:ext cx="5678640" cy="4604040"/>
          </a:xfrm>
          <a:prstGeom prst="rect">
            <a:avLst/>
          </a:prstGeom>
          <a:noFill/>
          <a:ln w="0">
            <a:noFill/>
          </a:ln>
        </p:spPr>
        <p:txBody>
          <a:bodyPr lIns="91440" tIns="45720" rIns="91440" bIns="45720" anchor="t">
            <a:noAutofit/>
          </a:bodyPr>
          <a:lstStyle/>
          <a:p>
            <a:r>
              <a:t>Folie „Das HTTP-Protokoll“.</a:t>
            </a:r>
          </a:p>
          <a:p/>
          <a:p>
            <a:r>
              <a:t>HTTP ist eine umfassende, offizielle Spezifikation des W3C-Konsortiums (World Wide Web Consortium), auf der praktisch die gesamte Kommunikation im Web basiert.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5" name="PlaceHolder 1"/>
          <p:cNvSpPr>
            <a:spLocks noGrp="1"/>
          </p:cNvSpPr>
          <p:nvPr>
            <p:ph type="sldNum" idx="94"/>
          </p:nvPr>
        </p:nvSpPr>
        <p:spPr>
          <a:xfrm>
            <a:off x="4021200" y="9721800"/>
            <a:ext cx="3075120" cy="5097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r>
              <a:rPr lang="de-DE" sz="1200" b="0" u="none" strike="noStrike">
                <a:solidFill>
                  <a:schemeClr val="dk1"/>
                </a:solidFill>
                <a:uFillTx/>
                <a:latin typeface="+mn-lt"/>
                <a:ea typeface="+mn-ea"/>
              </a:rPr>
              <a:t>Kapitel 1, </a:t>
            </a:r>
            <a:fld id="{12E5EAE8-0FF0-4146-AF4C-742E660B32FF}" type="slidenum">
              <a:rPr lang="de-DE" sz="1200" b="0" u="none" strike="noStrike">
                <a:solidFill>
                  <a:schemeClr val="dk1"/>
                </a:solidFill>
                <a:uFillTx/>
                <a:latin typeface="+mn-lt"/>
                <a:ea typeface="+mn-ea"/>
              </a:rPr>
              <a:t>231</a:t>
            </a:fld>
            <a:endParaRPr lang="de-DE" sz="1200" b="0" u="none" strike="noStrike">
              <a:solidFill>
                <a:srgbClr val="000000"/>
              </a:solidFill>
              <a:uFillTx/>
              <a:latin typeface="Times New Roman"/>
            </a:endParaRPr>
          </a:p>
        </p:txBody>
      </p:sp>
      <p:sp>
        <p:nvSpPr>
          <p:cNvPr id="1346" name="PlaceHolder 2"/>
          <p:cNvSpPr>
            <a:spLocks noGrp="1" noRot="1" noChangeAspect="1"/>
          </p:cNvSpPr>
          <p:nvPr>
            <p:ph type="sldImg"/>
          </p:nvPr>
        </p:nvSpPr>
        <p:spPr>
          <a:xfrm>
            <a:off x="-263520" y="617400"/>
            <a:ext cx="7610760" cy="4281480"/>
          </a:xfrm>
          <a:prstGeom prst="rect">
            <a:avLst/>
          </a:prstGeom>
          <a:ln w="0">
            <a:noFill/>
          </a:ln>
        </p:spPr>
      </p:sp>
      <p:sp>
        <p:nvSpPr>
          <p:cNvPr id="1347" name="PlaceHolder 3"/>
          <p:cNvSpPr>
            <a:spLocks noGrp="1"/>
          </p:cNvSpPr>
          <p:nvPr>
            <p:ph type="body"/>
          </p:nvPr>
        </p:nvSpPr>
        <p:spPr>
          <a:xfrm>
            <a:off x="709560" y="4861080"/>
            <a:ext cx="5678640" cy="4604040"/>
          </a:xfrm>
          <a:prstGeom prst="rect">
            <a:avLst/>
          </a:prstGeom>
          <a:noFill/>
          <a:ln w="0">
            <a:noFill/>
          </a:ln>
        </p:spPr>
        <p:txBody>
          <a:bodyPr lIns="91440" tIns="45720" rIns="91440" bIns="45720" anchor="t">
            <a:noAutofit/>
          </a:bodyPr>
          <a:lstStyle/>
          <a:p>
            <a:r>
              <a:t>Folie „Elemente der HTTP-Spezifikation“.</a:t>
            </a:r>
          </a:p>
          <a:p/>
          <a:p>
            <a:r>
              <a:t>Wichtige Grundbausteine: URIs (bestehend aus Pfad und Parametern) identifizieren Ressourcen, HTTP-Request und HTTP-Response sind jeweils Daten-Container mit Header und Body, dazu kommen Encodierung und ein umfassender Satz standardisierter Header-Eigenschaften wie „Content-Length“ oder „Accepts“.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8" name="PlaceHolder 1"/>
          <p:cNvSpPr>
            <a:spLocks noGrp="1"/>
          </p:cNvSpPr>
          <p:nvPr>
            <p:ph type="sldNum" idx="95"/>
          </p:nvPr>
        </p:nvSpPr>
        <p:spPr>
          <a:xfrm>
            <a:off x="4021200" y="9721800"/>
            <a:ext cx="3075120" cy="5097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r>
              <a:rPr lang="de-DE" sz="1200" b="0" u="none" strike="noStrike">
                <a:solidFill>
                  <a:schemeClr val="dk1"/>
                </a:solidFill>
                <a:uFillTx/>
                <a:latin typeface="+mn-lt"/>
                <a:ea typeface="+mn-ea"/>
              </a:rPr>
              <a:t>Kapitel 1, </a:t>
            </a:r>
            <a:fld id="{5EF2D36B-00F2-496B-90E2-925A89319A50}" type="slidenum">
              <a:rPr lang="de-DE" sz="1200" b="0" u="none" strike="noStrike">
                <a:solidFill>
                  <a:schemeClr val="dk1"/>
                </a:solidFill>
                <a:uFillTx/>
                <a:latin typeface="+mn-lt"/>
                <a:ea typeface="+mn-ea"/>
              </a:rPr>
              <a:t>232</a:t>
            </a:fld>
            <a:endParaRPr lang="de-DE" sz="1200" b="0" u="none" strike="noStrike">
              <a:solidFill>
                <a:srgbClr val="000000"/>
              </a:solidFill>
              <a:uFillTx/>
              <a:latin typeface="Times New Roman"/>
            </a:endParaRPr>
          </a:p>
        </p:txBody>
      </p:sp>
      <p:sp>
        <p:nvSpPr>
          <p:cNvPr id="1349" name="PlaceHolder 2"/>
          <p:cNvSpPr>
            <a:spLocks noGrp="1" noRot="1" noChangeAspect="1"/>
          </p:cNvSpPr>
          <p:nvPr>
            <p:ph type="sldImg"/>
          </p:nvPr>
        </p:nvSpPr>
        <p:spPr>
          <a:xfrm>
            <a:off x="-263520" y="617400"/>
            <a:ext cx="7610760" cy="4281480"/>
          </a:xfrm>
          <a:prstGeom prst="rect">
            <a:avLst/>
          </a:prstGeom>
          <a:ln w="0">
            <a:noFill/>
          </a:ln>
        </p:spPr>
      </p:sp>
      <p:sp>
        <p:nvSpPr>
          <p:cNvPr id="1350" name="PlaceHolder 3"/>
          <p:cNvSpPr>
            <a:spLocks noGrp="1"/>
          </p:cNvSpPr>
          <p:nvPr>
            <p:ph type="body"/>
          </p:nvPr>
        </p:nvSpPr>
        <p:spPr>
          <a:xfrm>
            <a:off x="709560" y="4861080"/>
            <a:ext cx="5678640" cy="4604040"/>
          </a:xfrm>
          <a:prstGeom prst="rect">
            <a:avLst/>
          </a:prstGeom>
          <a:noFill/>
          <a:ln w="0">
            <a:noFill/>
          </a:ln>
        </p:spPr>
        <p:txBody>
          <a:bodyPr lIns="91440" tIns="45720" rIns="91440" bIns="45720" anchor="t">
            <a:noAutofit/>
          </a:bodyPr>
          <a:lstStyle/>
          <a:p>
            <a:r>
              <a:t>Folie „Elemente der HTTP-Spezifikation II“.</a:t>
            </a:r>
          </a:p>
          <a:p/>
          <a:p>
            <a:r>
              <a:t>Die wichtigsten HTTP-Methoden: PUT, GET, POST, DELETE, OPTIONS, HEAD – jede mit einer eigenen, klaren Bedeutung (z. B. GET zum Lesen, POST zum Anlegen). Dazu gehören Statuscodes, die den Erfolg oder Fehler eines Aufrufs kennzeichnen, z. B. „404 Not Found“ oder „204 Created“ (Anmerkung: 201 ist eigentlich „Created“, 204 ist „No Content“ – ggf. während des Vortrags korrigieren).</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 name="PlaceHolder 1"/>
          <p:cNvSpPr>
            <a:spLocks noGrp="1"/>
          </p:cNvSpPr>
          <p:nvPr>
            <p:ph type="sldNum" idx="96"/>
          </p:nvPr>
        </p:nvSpPr>
        <p:spPr>
          <a:xfrm>
            <a:off x="4021200" y="9721800"/>
            <a:ext cx="3075120" cy="5097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r>
              <a:rPr lang="de-DE" sz="1200" b="0" u="none" strike="noStrike">
                <a:solidFill>
                  <a:schemeClr val="dk1"/>
                </a:solidFill>
                <a:uFillTx/>
                <a:latin typeface="+mn-lt"/>
                <a:ea typeface="+mn-ea"/>
              </a:rPr>
              <a:t>Kapitel 1, </a:t>
            </a:r>
            <a:fld id="{FB31001D-8DC8-45DC-8D2D-2BE5A86B4C77}" type="slidenum">
              <a:rPr lang="de-DE" sz="1200" b="0" u="none" strike="noStrike">
                <a:solidFill>
                  <a:schemeClr val="dk1"/>
                </a:solidFill>
                <a:uFillTx/>
                <a:latin typeface="+mn-lt"/>
                <a:ea typeface="+mn-ea"/>
              </a:rPr>
              <a:t>233</a:t>
            </a:fld>
            <a:endParaRPr lang="de-DE" sz="1200" b="0" u="none" strike="noStrike">
              <a:solidFill>
                <a:srgbClr val="000000"/>
              </a:solidFill>
              <a:uFillTx/>
              <a:latin typeface="Times New Roman"/>
            </a:endParaRPr>
          </a:p>
        </p:txBody>
      </p:sp>
      <p:sp>
        <p:nvSpPr>
          <p:cNvPr id="1352" name="PlaceHolder 2"/>
          <p:cNvSpPr>
            <a:spLocks noGrp="1" noRot="1" noChangeAspect="1"/>
          </p:cNvSpPr>
          <p:nvPr>
            <p:ph type="sldImg"/>
          </p:nvPr>
        </p:nvSpPr>
        <p:spPr>
          <a:xfrm>
            <a:off x="-263520" y="617400"/>
            <a:ext cx="7610760" cy="4281480"/>
          </a:xfrm>
          <a:prstGeom prst="rect">
            <a:avLst/>
          </a:prstGeom>
          <a:ln w="0">
            <a:noFill/>
          </a:ln>
        </p:spPr>
      </p:sp>
      <p:sp>
        <p:nvSpPr>
          <p:cNvPr id="1353" name="PlaceHolder 3"/>
          <p:cNvSpPr>
            <a:spLocks noGrp="1"/>
          </p:cNvSpPr>
          <p:nvPr>
            <p:ph type="body"/>
          </p:nvPr>
        </p:nvSpPr>
        <p:spPr>
          <a:xfrm>
            <a:off x="709560" y="4861080"/>
            <a:ext cx="5678640" cy="4604040"/>
          </a:xfrm>
          <a:prstGeom prst="rect">
            <a:avLst/>
          </a:prstGeom>
          <a:noFill/>
          <a:ln w="0">
            <a:noFill/>
          </a:ln>
        </p:spPr>
        <p:txBody>
          <a:bodyPr lIns="91440" tIns="45720" rIns="91440" bIns="45720" anchor="t">
            <a:noAutofit/>
          </a:bodyPr>
          <a:lstStyle/>
          <a:p>
            <a:r>
              <a:t>Folie „MimeTypes“.</a:t>
            </a:r>
          </a:p>
          <a:p/>
          <a:p>
            <a:r>
              <a:t>Ein MimeType beschreibt den Datentyp eines übertragenen Inhalts im Internet als strukturierte Zeichenkette (z. B. „application/json“) – zu unterscheiden von einem XML-Schema, das die Struktur der Daten selbst beschreibt. Es sind auch eigene, projektspezifische MimeType-Erweiterungen möglich.</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4" name="PlaceHolder 1"/>
          <p:cNvSpPr>
            <a:spLocks noGrp="1"/>
          </p:cNvSpPr>
          <p:nvPr>
            <p:ph type="sldNum" idx="97"/>
          </p:nvPr>
        </p:nvSpPr>
        <p:spPr>
          <a:xfrm>
            <a:off x="4021200" y="9721800"/>
            <a:ext cx="3075120" cy="5097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r>
              <a:rPr lang="de-DE" sz="1200" b="0" u="none" strike="noStrike">
                <a:solidFill>
                  <a:schemeClr val="dk1"/>
                </a:solidFill>
                <a:uFillTx/>
                <a:latin typeface="+mn-lt"/>
                <a:ea typeface="+mn-ea"/>
              </a:rPr>
              <a:t>Kapitel 1, </a:t>
            </a:r>
            <a:fld id="{E65059C6-CAEF-4C4A-9238-5A91B7A7FB68}" type="slidenum">
              <a:rPr lang="de-DE" sz="1200" b="0" u="none" strike="noStrike">
                <a:solidFill>
                  <a:schemeClr val="dk1"/>
                </a:solidFill>
                <a:uFillTx/>
                <a:latin typeface="+mn-lt"/>
                <a:ea typeface="+mn-ea"/>
              </a:rPr>
              <a:t>234</a:t>
            </a:fld>
            <a:endParaRPr lang="de-DE" sz="1200" b="0" u="none" strike="noStrike">
              <a:solidFill>
                <a:srgbClr val="000000"/>
              </a:solidFill>
              <a:uFillTx/>
              <a:latin typeface="Times New Roman"/>
            </a:endParaRPr>
          </a:p>
        </p:txBody>
      </p:sp>
      <p:sp>
        <p:nvSpPr>
          <p:cNvPr id="1355" name="PlaceHolder 2"/>
          <p:cNvSpPr>
            <a:spLocks noGrp="1" noRot="1" noChangeAspect="1"/>
          </p:cNvSpPr>
          <p:nvPr>
            <p:ph type="sldImg"/>
          </p:nvPr>
        </p:nvSpPr>
        <p:spPr>
          <a:xfrm>
            <a:off x="-263520" y="617400"/>
            <a:ext cx="7610760" cy="4281480"/>
          </a:xfrm>
          <a:prstGeom prst="rect">
            <a:avLst/>
          </a:prstGeom>
          <a:ln w="0">
            <a:noFill/>
          </a:ln>
        </p:spPr>
      </p:sp>
      <p:sp>
        <p:nvSpPr>
          <p:cNvPr id="1356" name="PlaceHolder 3"/>
          <p:cNvSpPr>
            <a:spLocks noGrp="1"/>
          </p:cNvSpPr>
          <p:nvPr>
            <p:ph type="body"/>
          </p:nvPr>
        </p:nvSpPr>
        <p:spPr>
          <a:xfrm>
            <a:off x="709560" y="4861080"/>
            <a:ext cx="5678640" cy="4604040"/>
          </a:xfrm>
          <a:prstGeom prst="rect">
            <a:avLst/>
          </a:prstGeom>
          <a:noFill/>
          <a:ln w="0">
            <a:noFill/>
          </a:ln>
        </p:spPr>
        <p:txBody>
          <a:bodyPr lIns="91440" tIns="45720" rIns="91440" bIns="45720" anchor="t">
            <a:noAutofit/>
          </a:bodyPr>
          <a:lstStyle/>
          <a:p>
            <a:r>
              <a:t>Folie „REST und HTTP“.</a:t>
            </a:r>
          </a:p>
          <a:p/>
          <a:p>
            <a:r>
              <a:t>Wichtige begriffliche Klarstellung: REST hat streng genommen nichts direkt mit HTTP zu tun – REST ist eine abstrakte Architektur (ein Satz von Prinzipien), HTTP ist ein konkretes Kommunikationsprotokoll. In der Praxis passt HTTP aber besonders gut als „Referenz-Implementierung“ für REST-Prinzipien, weshalb beide Begriffe im Alltag oft zusammen verwendet werden.</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„Einrichten von TypeScript – Installation“.</a:t>
            </a:r>
          </a:p>
          <a:p/>
          <a:p>
            <a:r>
              <a:t>Bevor man TypeScript nutzen kann, muss es als Werkzeug auf dem Rechner installiert werden. Diese Folie leitet den praktischen Teil ein: Wie bekomme ich TypeScript und die Hilfswerkzeuge auf meinen Computer, damit ich Übungen im Kurs überhaupt ausführen kann.</a:t>
            </a:r>
          </a:p>
        </p:txBody>
      </p:sp>
      <p:sp>
        <p:nvSpPr>
          <p:cNvPr id="4" name="Slide Number Placeholder 3"/>
          <p:cNvSpPr>
            <a:spLocks noGrp="1"/>
          </p:cNvSpPr>
          <p:nvPr>
            <p:ph type="sldNum" idx="66"/>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„Benötigte Komponenten“.</a:t>
            </a:r>
          </a:p>
          <a:p/>
          <a:p>
            <a:r>
              <a:t>Es werden zwei Werkzeuge installiert: 1) das Paket „typescript“ selbst, über den Befehl „npm install typescript --save-dev“. „npm“ (Node Package Manager) ist das Standard-Werkzeug, mit dem man JavaScript- und TypeScript-Bibliotheken herunterlädt; „--save-dev“ bedeutet, das Paket wird nur für die Entwicklung gebraucht, nicht für die spätere fertige Anwendung. Alternativ kann man TypeScript auch global auf dem Rechner installieren mit „npm install -g typescript“ (dann steht der Befehl „tsc“ überall zur Verfügung, nicht nur in einem Projekt). 2) Der „Lite-Server“: ein sehr einfacher lokaler Webserver, der die HTML-Datei im Browser anzeigt und automatisch neu lädt, wenn sich Dateien ändern. Fachbegriff: „npm“ als Eigenname buchstabieren oder feste Kursgebärde nutzen; „package“ = Paket/Softwarepaket.</a:t>
            </a:r>
          </a:p>
        </p:txBody>
      </p:sp>
      <p:sp>
        <p:nvSpPr>
          <p:cNvPr id="4" name="Slide Number Placeholder 3"/>
          <p:cNvSpPr>
            <a:spLocks noGrp="1"/>
          </p:cNvSpPr>
          <p:nvPr>
            <p:ph type="sldNum" idx="66"/>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„Konfiguration des TypeScript-Compilers“.</a:t>
            </a:r>
          </a:p>
          <a:p/>
          <a:p>
            <a:r>
              <a:t>Ein „Compiler“ übersetzt hier den TypeScript-Code in normales JavaScript, das der Browser tatsächlich ausführen kann (Browser verstehen kein TypeScript direkt). Mit dem Befehl „tsc --init“ wird eine Konfigurationsdatei namens „tsconfig.json“ erzeugt. In dieser Datei stehen alle Einstellungen für den Compiler, zum Beispiel: in welche JavaScript-Version übersetzt werden soll, wie streng die Typprüfung ist, welcher Ordner die Ausgabe bekommt usw. Man muss diese Datei nicht von Hand schreiben, sie wird generiert und dann angepasst.</a:t>
            </a:r>
          </a:p>
        </p:txBody>
      </p:sp>
      <p:sp>
        <p:nvSpPr>
          <p:cNvPr id="4" name="Slide Number Placeholder 3"/>
          <p:cNvSpPr>
            <a:spLocks noGrp="1"/>
          </p:cNvSpPr>
          <p:nvPr>
            <p:ph type="sldNum" idx="66"/>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„Scripts der package.json“.</a:t>
            </a:r>
          </a:p>
          <a:p/>
          <a:p>
            <a:r>
              <a:t>Die Datei „package.json“ beschreibt ein Node-/npm-Projekt: welche Pakete gebraucht werden und welche Kurzbefehle (Scripts) es gibt. Hier sind drei Scripts zu sehen: „serve“ startet den Lite-Server, „compile“ übersetzt den TypeScript-Code einmalig in JavaScript in den Ordner „dist“, und „compile-watch“ macht das Gleiche, bleibt aber aktiv und übersetzt automatisch neu, sobald eine Datei gespeichert wird (das „-w“ steht für „watch“, also „beobachten“). Diese Scripts ruft man später mit „npm run &lt;name&gt;“ auf, z. B. „npm run compile-watch“.</a:t>
            </a:r>
          </a:p>
        </p:txBody>
      </p:sp>
      <p:sp>
        <p:nvSpPr>
          <p:cNvPr id="4" name="Slide Number Placeholder 3"/>
          <p:cNvSpPr>
            <a:spLocks noGrp="1"/>
          </p:cNvSpPr>
          <p:nvPr>
            <p:ph type="sldNum" idx="66"/>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„Benutzung“.</a:t>
            </a:r>
          </a:p>
          <a:p/>
          <a:p>
            <a:r>
              <a:t>Mit dem Befehl „npm start“ werden mehrere Dinge gleichzeitig angestoßen: der TypeScript-Compiler im Watch-Modus (übersetzt bei jeder Änderung automatisch neu) sowie der Lite-Server mit „Browser-Sync“. „Browser-Sync“ bedeutet, dass der Browser automatisch die Seite neu lädt, sobald sich der übersetzte JavaScript-Code geändert hat – man muss also nicht mehr selbst im Browser aktualisieren. Zusätzlich öffnet der Befehl automatisch den Standard-Browser mit der Beispielseite.</a:t>
            </a:r>
          </a:p>
        </p:txBody>
      </p:sp>
      <p:sp>
        <p:nvSpPr>
          <p:cNvPr id="4" name="Slide Number Placeholder 3"/>
          <p:cNvSpPr>
            <a:spLocks noGrp="1"/>
          </p:cNvSpPr>
          <p:nvPr>
            <p:ph type="sldNum" idx="66"/>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Zwischenfolie ohne eigenen Text (vermutlich ein Bild/Diagramm zur Einordnung von TypeScript, z. B. Verhältnis TypeScript zu JavaScript). Kurz die Bildidee mündlich zusammenfassen, sofern im Vortrag ergänzt: TypeScript liegt als zusätzliche Schicht über JavaScript und wird zu JavaScript kompiliert.</a:t>
            </a:r>
          </a:p>
        </p:txBody>
      </p:sp>
      <p:sp>
        <p:nvSpPr>
          <p:cNvPr id="4" name="Slide Number Placeholder 3"/>
          <p:cNvSpPr>
            <a:spLocks noGrp="1"/>
          </p:cNvSpPr>
          <p:nvPr>
            <p:ph type="sldNum" idx="66"/>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„Warum TypeScript“.</a:t>
            </a:r>
          </a:p>
          <a:p/>
          <a:p>
            <a:r>
              <a:t>Hier werden die Beweggründe erläutert, warum man TypeScript statt reinem JavaScript einsetzt: vor allem die statische Typisierung (Fehler wie „ich übergebe versehentlich einen Text statt einer Zahl“ werden schon beim Schreiben des Codes im Editor erkannt, nicht erst zur Laufzeit beim Nutzer), bessere Werkzeugunterstützung in der Entwicklungsumgebung (Auto-Vervollständigung, Refactoring), und dadurch insgesamt wartbarerer Code bei größeren Projekten – was bei einer Anwendung mit vielen Komponenten wie unserer Rechnungs-/Kunden-App im Kurs sehr hilfreich ist.</a:t>
            </a:r>
          </a:p>
        </p:txBody>
      </p:sp>
      <p:sp>
        <p:nvSpPr>
          <p:cNvPr id="4" name="Slide Number Placeholder 3"/>
          <p:cNvSpPr>
            <a:spLocks noGrp="1"/>
          </p:cNvSpPr>
          <p:nvPr>
            <p:ph type="sldNum" idx="66"/>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„Spezielle Typen“: null und undefined.</a:t>
            </a:r>
          </a:p>
          <a:p/>
          <a:p>
            <a:r>
              <a:t>„null“ bedeutet: Eine Eigenschaft ist bewusst gesetzt worden, aber auf „kein Wert“ (man hat also aktiv entschieden: hier ist nichts). „undefined“ bedeutet: Eine Eigenschaft oder Funktion wurde gar nicht erst vergeben/definiert – der Wert wurde also nie gesetzt. Das ist ein feiner, aber wichtiger Unterschied: „null“ = absichtlich leer, „undefined“ = noch nie befüllt. Beide Konzepte tauchen im Kurs später wieder auf, z. B. wenn eine Kundenauswahl noch nicht getroffen wurde (undefined) oder explizit zurückgesetzt wird (null).</a:t>
            </a:r>
          </a:p>
        </p:txBody>
      </p:sp>
      <p:sp>
        <p:nvSpPr>
          <p:cNvPr id="4" name="Slide Number Placeholder 3"/>
          <p:cNvSpPr>
            <a:spLocks noGrp="1"/>
          </p:cNvSpPr>
          <p:nvPr>
            <p:ph type="sldNum" idx="66"/>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„Variablen Deklaration“ – die grundsätzliche Syntax, wie man in TypeScript eine Variable anlegt.</a:t>
            </a:r>
          </a:p>
          <a:p/>
          <a:p>
            <a:r>
              <a:t>Gezeigt werden vier Schreibweisen mit dem Schlüsselwort „var“ (der älteste, heute nicht mehr empfohlene Weg, siehe spätere Folien zu Scoping-Problemen): mit Namen und Typ und Wert, nur Name und Typ (ohne Startwert), nur Name und Wert (Typ wird automatisch erkannt), oder nur der Name allein. Die eckigen Klammern in der Syntax-Notation bedeuten „optional“, sie sind nicht Teil des echten Codes.</a:t>
            </a:r>
          </a:p>
        </p:txBody>
      </p:sp>
      <p:sp>
        <p:nvSpPr>
          <p:cNvPr id="4" name="Slide Number Placeholder 3"/>
          <p:cNvSpPr>
            <a:spLocks noGrp="1"/>
          </p:cNvSpPr>
          <p:nvPr>
            <p:ph type="sldNum" idx="66"/>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„Typisierte Deklaration von Variablen“.</a:t>
            </a:r>
          </a:p>
          <a:p/>
          <a:p>
            <a:r>
              <a:t>Zwei Möglichkeiten, einer Variable einen Typ zu geben: Explizite Typisierung, z. B. „let name: string“ – hier wird der Typ direkt hingeschrieben. Oder „Type Inference“ (Typ-Ableitung): Man schreibt gar keinen Typ hin, sondern TypeScript erkennt den Typ automatisch anhand des zugewiesenen Wertes, z. B. wenn man „let state = true“ schreibt, weiß TypeScript automatisch: das ist ein „boolean“ (Wahrheitswert).</a:t>
            </a:r>
          </a:p>
        </p:txBody>
      </p:sp>
      <p:sp>
        <p:nvSpPr>
          <p:cNvPr id="4" name="Slide Number Placeholder 3"/>
          <p:cNvSpPr>
            <a:spLocks noGrp="1"/>
          </p:cNvSpPr>
          <p:nvPr>
            <p:ph type="sldNum" idx="66"/>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„Deklaration von Variablen mit const und let“.</a:t>
            </a:r>
          </a:p>
          <a:p/>
          <a:p>
            <a:r>
              <a:t>Das sind die beiden modernen Schlüsselwörter, die „var“ ersetzt haben. „let“ deklariert eine Variable, deren Wert später noch verändert werden darf. „const“ deklariert eine Konstante, deren Wert nach der ersten Zuweisung nicht mehr geändert werden kann – ein erneuter Zuweisungsversuch führt zu einem Fehler. Als Faustregel im Kurs: „const“ ist der Standard-Fall, „let“ nutzt man nur, wenn sich der Wert wirklich ändern muss.</a:t>
            </a:r>
          </a:p>
        </p:txBody>
      </p:sp>
      <p:sp>
        <p:nvSpPr>
          <p:cNvPr id="4" name="Slide Number Placeholder 3"/>
          <p:cNvSpPr>
            <a:spLocks noGrp="1"/>
          </p:cNvSpPr>
          <p:nvPr>
            <p:ph type="sldNum" idx="66"/>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„Variable Samples“ – konkretes Codebeispiel.</a:t>
            </a:r>
          </a:p>
          <a:p/>
          <a:p>
            <a:r>
              <a:t>Zeile für Zeile: „var message: string = "Hello Typescript";“ legt eine Variable „message“ vom Typ Text an und gibt ihr direkt einen Startwert. „console.log(message);“ gibt den Inhalt der Variable in der Entwicklerkonsole des Browsers aus (das gängige Werkzeug zum Debuggen/Ausprobieren). Darunter eine Funktion „f()“, die eine eigene, zweite Variable ebenfalls „message“ nennt – das zeigt, dass Variablen innerhalb einer Funktion einen eigenen, abgeschotteten Gültigkeitsbereich haben können (Vorbereitung auf die nächsten Folien zum Thema Scoping).</a:t>
            </a:r>
          </a:p>
        </p:txBody>
      </p:sp>
      <p:sp>
        <p:nvSpPr>
          <p:cNvPr id="4" name="Slide Number Placeholder 3"/>
          <p:cNvSpPr>
            <a:spLocks noGrp="1"/>
          </p:cNvSpPr>
          <p:nvPr>
            <p:ph type="sldNum" idx="66"/>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„Var-Scoping Macken“ (erste von drei Folien zu Problemen mit dem alten „var“-Schlüsselwort).</a:t>
            </a:r>
          </a:p>
          <a:p/>
          <a:p>
            <a:r>
              <a:t>„Scoping“ bedeutet „Gültigkeitsbereich“ – also die Frage, in welchem Bereich des Codes eine Variable überhaupt sichtbar/nutzbar ist. Das Beispiel zeigt eine Funktion, in der eine Variable „x“ nur innerhalb eines „if“-Blocks mit „var“ angelegt wird, aber danach außerhalb dieses Blocks trotzdem noch gelesen werden kann und zurückgegeben wird. Das ist unerwartet, wenn man von anderen Programmiersprachen kommt, und eine typische Fehlerquelle: „var“ ignoriert Block-Grenzen (geschweifte Klammern) und ist nur auf die gesamte Funktion beschränkt, nicht auf den einzelnen „if“-Block.</a:t>
            </a:r>
          </a:p>
        </p:txBody>
      </p:sp>
      <p:sp>
        <p:nvSpPr>
          <p:cNvPr id="4" name="Slide Number Placeholder 3"/>
          <p:cNvSpPr>
            <a:spLocks noGrp="1"/>
          </p:cNvSpPr>
          <p:nvPr>
            <p:ph type="sldNum" idx="66"/>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„Var-Scoping Macken 2“.</a:t>
            </a:r>
          </a:p>
          <a:p/>
          <a:p>
            <a:r>
              <a:t>Ähnliches Beispiel mit einer verschachtelten Schleife über eine Matrix (zweidimensionales Zahlenfeld): Die Schleifenvariablen „i“ und „row“ werden mit „var“ in der Schleife deklariert, bleiben aber auch nach der Schleife im gesamten Funktionskörper sichtbar. Das kann zu versehentlichem Überschreiben von Werten führen, wenn man nicht aufpasst, weil man eigentlich erwarten würde, dass diese Variable nur innerhalb der Schleife existiert.</a:t>
            </a:r>
          </a:p>
        </p:txBody>
      </p:sp>
      <p:sp>
        <p:nvSpPr>
          <p:cNvPr id="4" name="Slide Number Placeholder 3"/>
          <p:cNvSpPr>
            <a:spLocks noGrp="1"/>
          </p:cNvSpPr>
          <p:nvPr>
            <p:ph type="sldNum" idx="66"/>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„Var-Scoping Macken 3“ – das klassischste Beispiel für dieses Problem.</a:t>
            </a:r>
          </a:p>
          <a:p/>
          <a:p>
            <a:r>
              <a:t>Eine Schleife mit „var i“ ruft zehnmal „setTimeout“ auf, was jeweils nach einer kurzen Verzögerung „console.log(i)“ ausführen soll. Man würde erwarten, dass die Zahlen 0 bis 9 ausgegeben werden. Tatsächlich gibt der Code aber zehnmal die Zahl „10“ aus, weil alle zehn Funktionen sich dieselbe, einzige „i“-Variable teilen (var kennt keinen Block-Scope), und wenn die Zeitverzögerung abläuft, ist die Schleife schon fertig durchlaufen und „i“ steht bei 10. Diese drei Folien begründen, warum man „var“ heute nicht mehr benutzt und stattdessen „let“/„const“ verwendet – das wird auf den nächsten Folien gezeigt.</a:t>
            </a:r>
          </a:p>
        </p:txBody>
      </p:sp>
      <p:sp>
        <p:nvSpPr>
          <p:cNvPr id="4" name="Slide Number Placeholder 3"/>
          <p:cNvSpPr>
            <a:spLocks noGrp="1"/>
          </p:cNvSpPr>
          <p:nvPr>
            <p:ph type="sldNum" idx="66"/>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„Block Scoping“ – jetzt mit dem modernen Schlüsselwort „let“.</a:t>
            </a:r>
          </a:p>
          <a:p/>
          <a:p>
            <a:r>
              <a:t>Anders als „var“ ist eine mit „let“ deklarierte Variable wirklich nur innerhalb des Blocks (der geschweiften Klammern, z. B. eines „if“) sichtbar, in dem sie angelegt wurde. Im Beispiel wird außerhalb des „if“-Blocks versucht, auf eine dort mit „let b“ deklarierte Variable zuzugreifen – das führt zu einem Compile-Fehler, weil „b“ außerhalb ihres Blocks gar nicht existiert. Das ist genau das erwartbare, „sichere“ Verhalten, das bei „var“ auf den vorherigen Folien gefehlt hat.</a:t>
            </a:r>
          </a:p>
        </p:txBody>
      </p:sp>
      <p:sp>
        <p:nvSpPr>
          <p:cNvPr id="4" name="Slide Number Placeholder 3"/>
          <p:cNvSpPr>
            <a:spLocks noGrp="1"/>
          </p:cNvSpPr>
          <p:nvPr>
            <p:ph type="sldNum" idx="66"/>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„Block Scoping 2“.</a:t>
            </a:r>
          </a:p>
          <a:p/>
          <a:p>
            <a:r>
              <a:t>Zeigt eine Besonderheit: Wenn eine Variable mit „let“ zwar später im Code deklariert wird, aber schon vorher in einer Funktion referenziert wird, bekommt man (anders als bei „var“, wo es „undefined“ wäre) grundsätzlich einen Fehler, wenn man wirklich vor der Deklaration zugreift. Kurz erläutern anhand des Beispiels, was tatsächlich ausgegeben wird, und den Unterschied zum „var“-Verhalten von vorher betonen.</a:t>
            </a:r>
          </a:p>
        </p:txBody>
      </p:sp>
      <p:sp>
        <p:nvSpPr>
          <p:cNvPr id="4" name="Slide Number Placeholder 3"/>
          <p:cNvSpPr>
            <a:spLocks noGrp="1"/>
          </p:cNvSpPr>
          <p:nvPr>
            <p:ph type="sldNum" idx="66"/>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„Block Scoping 3“ – die Lösung des Problems von Folie 18 (setTimeout-Beispiel) mit „let“ statt „var“.</a:t>
            </a:r>
          </a:p>
          <a:p/>
          <a:p>
            <a:r>
              <a:t>Wird die Schleifenvariable mit „let“ statt „var“ deklariert, bekommt jeder Schleifendurchlauf seine eigene, unabhängige Kopie der Variable. Dadurch geben die verzögerten „console.log“-Aufrufe tatsächlich die erwarteten Werte 0 bis 9 aus. Das ist einer der Hauptgründe, warum „let“ heute Standard ist.</a:t>
            </a:r>
          </a:p>
        </p:txBody>
      </p:sp>
      <p:sp>
        <p:nvSpPr>
          <p:cNvPr id="4" name="Slide Number Placeholder 3"/>
          <p:cNvSpPr>
            <a:spLocks noGrp="1"/>
          </p:cNvSpPr>
          <p:nvPr>
            <p:ph type="sldNum" idx="66"/>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„const“.</a:t>
            </a:r>
          </a:p>
          <a:p/>
          <a:p>
            <a:r>
              <a:t>Vertiefung zum Schlüsselwort „const“: Eine Variable, die mit „const“ deklariert wurde, kann nach der ersten Zuweisung nicht mehr neu zugewiesen werden. Wichtig zu erklären: Bei Objekten und Arrays bedeutet das nicht, dass der Inhalt unveränderlich ist – man darf weiterhin Eigenschaften eines Objekts ändern oder Elemente in ein Array einfügen, nur die Variable selbst darf nicht auf ein komplett anderes Objekt umgebogen werden.</a:t>
            </a:r>
          </a:p>
        </p:txBody>
      </p:sp>
      <p:sp>
        <p:nvSpPr>
          <p:cNvPr id="4" name="Slide Number Placeholder 3"/>
          <p:cNvSpPr>
            <a:spLocks noGrp="1"/>
          </p:cNvSpPr>
          <p:nvPr>
            <p:ph type="sldNum" idx="66"/>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„Kontrollstrukturen“ (Teil 1): if / else if / else.</a:t>
            </a:r>
          </a:p>
          <a:p/>
          <a:p>
            <a:r>
              <a:t>Die klassische Verzweigung: Wenn eine Bedingung wahr ist, wird der erste Block ausgeführt; ist sie falsch, wird die nächste Bedingung („else if“) geprüft; trifft keine der Bedingungen zu, greift der „else“-Block als Auffangfall. Das ist die Grundlage jeder Entscheidungslogik im Code, z. B. später bei der Frage „ist ein Kunde ausgewählt oder nicht“.</a:t>
            </a:r>
          </a:p>
        </p:txBody>
      </p:sp>
      <p:sp>
        <p:nvSpPr>
          <p:cNvPr id="4" name="Slide Number Placeholder 3"/>
          <p:cNvSpPr>
            <a:spLocks noGrp="1"/>
          </p:cNvSpPr>
          <p:nvPr>
            <p:ph type="sldNum" idx="66"/>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„Kontrollstrukturen“ (Teil 2): while und do-while Schleifen.</a:t>
            </a:r>
          </a:p>
          <a:p/>
          <a:p>
            <a:r>
              <a:t>Bei „while“ wird die Bedingung vor jedem Durchlauf geprüft – ist sie von Anfang an falsch, läuft die Schleife kein einziges Mal. Bei „do-while“ wird der Schleifenkörper zuerst mindestens einmal ausgeführt und die Bedingung erst danach geprüft. Kurzer Hinweis: Diese Schleifenarten werden in den späteren, Angular-spezifischen Kapiteln kaum noch direkt gebraucht, weil dort meist über Listen mit „@for“ iteriert wird (siehe späteres Kapitel zum Control Flow).</a:t>
            </a:r>
          </a:p>
        </p:txBody>
      </p:sp>
      <p:sp>
        <p:nvSpPr>
          <p:cNvPr id="4" name="Slide Number Placeholder 3"/>
          <p:cNvSpPr>
            <a:spLocks noGrp="1"/>
          </p:cNvSpPr>
          <p:nvPr>
            <p:ph type="sldNum" idx="66"/>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„Number Datentyp“.</a:t>
            </a:r>
          </a:p>
          <a:p/>
          <a:p>
            <a:r>
              <a:t>Einführung in den Zahlentyp von TypeScript/JavaScript. Wichtig zu erwähnen: Anders als in manchen anderen Sprachen gibt es nicht getrennt „Ganzzahl“ und „Kommazahl“, sondern nur einen einzigen Typ „number“ für alle Zahlen.</a:t>
            </a:r>
          </a:p>
        </p:txBody>
      </p:sp>
      <p:sp>
        <p:nvSpPr>
          <p:cNvPr id="4" name="Slide Number Placeholder 3"/>
          <p:cNvSpPr>
            <a:spLocks noGrp="1"/>
          </p:cNvSpPr>
          <p:nvPr>
            <p:ph type="sldNum" idx="66"/>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„Number Funktionen“.</a:t>
            </a:r>
          </a:p>
          <a:p/>
          <a:p>
            <a:r>
              <a:t>Zeigt Hilfsmethoden auf Zahlen, hier „toFixed()“: Diese Methode rundet eine Zahl auf eine feste Anzahl Nachkommastellen und gibt das Ergebnis als Text zurück (nützlich z. B. für Geldbeträge in der Rechnungs-App des Kurses, damit immer genau zwei Nachkommastellen angezeigt werden).</a:t>
            </a:r>
          </a:p>
        </p:txBody>
      </p:sp>
      <p:sp>
        <p:nvSpPr>
          <p:cNvPr id="4" name="Slide Number Placeholder 3"/>
          <p:cNvSpPr>
            <a:spLocks noGrp="1"/>
          </p:cNvSpPr>
          <p:nvPr>
            <p:ph type="sldNum" idx="66"/>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„String Funktionen“.</a:t>
            </a:r>
          </a:p>
          <a:p/>
          <a:p>
            <a:r>
              <a:t>Zeigt Hilfsmethoden auf Texten (Strings), hier „indexOf()“: Diese Methode sucht eine Zeichenfolge innerhalb eines Textes und gibt die Position (den Index) zurück, an der sie zuerst gefunden wurde, oder „-1“, wenn nichts gefunden wurde.</a:t>
            </a:r>
          </a:p>
        </p:txBody>
      </p:sp>
      <p:sp>
        <p:nvSpPr>
          <p:cNvPr id="4" name="Slide Number Placeholder 3"/>
          <p:cNvSpPr>
            <a:spLocks noGrp="1"/>
          </p:cNvSpPr>
          <p:nvPr>
            <p:ph type="sldNum" idx="66"/>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„Funktionen deklarieren“ – allgemeine Syntax einer Funktion mit optional typisierten Parametern.</a:t>
            </a:r>
          </a:p>
          <a:p/>
          <a:p>
            <a:r>
              <a:t>Die eckigen Klammern zeigen wieder optionale Bestandteile: ein Parameter kann einen Typ bekommen („:type“), muss es aber nicht. Das Fragezeichen bei einem Parameter (siehe „param2?“) bedeutet, dieser Parameter ist optional, also beim Aufruf der Funktion nicht zwingend erforderlich.</a:t>
            </a:r>
          </a:p>
        </p:txBody>
      </p:sp>
      <p:sp>
        <p:nvSpPr>
          <p:cNvPr id="4" name="Slide Number Placeholder 3"/>
          <p:cNvSpPr>
            <a:spLocks noGrp="1"/>
          </p:cNvSpPr>
          <p:nvPr>
            <p:ph type="sldNum" idx="66"/>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„Varargs AKA Rest Parameters“.</a:t>
            </a:r>
          </a:p>
          <a:p/>
          <a:p>
            <a:r>
              <a:t>„Rest Parameters“ (mit drei Punkten vor dem Namen, „...nums“) erlauben es, einer Funktion eine beliebige Anzahl von Werten desselben Typs zu übergeben, die dann intern als Array (Liste) zusammengefasst werden. Im Beispiel „sumUp“ können also beliebig viele Zahlen übergeben werden, und die Funktion addiert sie alle in einer Schleife zusammen.</a:t>
            </a:r>
          </a:p>
        </p:txBody>
      </p:sp>
      <p:sp>
        <p:nvSpPr>
          <p:cNvPr id="4" name="Slide Number Placeholder 3"/>
          <p:cNvSpPr>
            <a:spLocks noGrp="1"/>
          </p:cNvSpPr>
          <p:nvPr>
            <p:ph type="sldNum" idx="66"/>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„Default Parameter“.</a:t>
            </a:r>
          </a:p>
          <a:p/>
          <a:p>
            <a:r>
              <a:t>Ein Funktionsparameter kann einen Standardwert bekommen, der automatisch verwendet wird, wenn beim Aufruf kein eigener Wert für diesen Parameter übergeben wird. Das erspart in vielen Fällen zusätzliche Prüfungen im Funktionskörper, ob ein Parameter überhaupt gesetzt wurde.</a:t>
            </a:r>
          </a:p>
        </p:txBody>
      </p:sp>
      <p:sp>
        <p:nvSpPr>
          <p:cNvPr id="4" name="Slide Number Placeholder 3"/>
          <p:cNvSpPr>
            <a:spLocks noGrp="1"/>
          </p:cNvSpPr>
          <p:nvPr>
            <p:ph type="sldNum" idx="66"/>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„Anonyme Funktionen“.</a:t>
            </a:r>
          </a:p>
          <a:p/>
          <a:p>
            <a:r>
              <a:t>Eine Funktion kann ohne eigenen Namen als Wert einer Variable zugewiesen werden (klassische Schreibweise „function(...) {...}“). Darunter die moderne „Arrow Function“-Syntax „(param1, param2) =&gt; statement“ – ein Pfeil ersetzt das Schlüsselwort „function“ und ist kürzer. Arrow Functions werden im weiteren Kurs sehr häufig verwendet, z. B. bei Callback-Funktionen und später bei Angular-Signalen.</a:t>
            </a:r>
          </a:p>
        </p:txBody>
      </p:sp>
      <p:sp>
        <p:nvSpPr>
          <p:cNvPr id="4" name="Slide Number Placeholder 3"/>
          <p:cNvSpPr>
            <a:spLocks noGrp="1"/>
          </p:cNvSpPr>
          <p:nvPr>
            <p:ph type="sldNum" idx="66"/>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„Funktionen überladen“.</a:t>
            </a:r>
          </a:p>
          <a:p/>
          <a:p>
            <a:r>
              <a:t>TypeScript erlaubt „Overloading“: Man kann für dieselbe Funktion mehrere Signaturen (Kombinationen von Parametertypen) deklarieren, z. B. einmal mit einer Zahl, einmal mit einem Text als Parameter. Wichtig: Es gibt nur einen echten Funktionskörper („1 Body for all“), der intern selbst unterscheiden muss, welcher Typ tatsächlich übergeben wurde.</a:t>
            </a:r>
          </a:p>
        </p:txBody>
      </p:sp>
      <p:sp>
        <p:nvSpPr>
          <p:cNvPr id="4" name="Slide Number Placeholder 3"/>
          <p:cNvSpPr>
            <a:spLocks noGrp="1"/>
          </p:cNvSpPr>
          <p:nvPr>
            <p:ph type="sldNum" idx="66"/>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„Container“ – Übersicht der drei Sammlungstypen. „array“: eine Liste von Werten desselben Typs. „tuple“: eine feste, geordnete Menge unterschiedlicher Basistypen (z. B. genau ein Text und eine Zahl zusammen). „enum“: eine feste, benannte Menge erlaubter Werte (Aufzählungstyp).</a:t>
            </a:r>
          </a:p>
        </p:txBody>
      </p:sp>
      <p:sp>
        <p:nvSpPr>
          <p:cNvPr id="4" name="Slide Number Placeholder 3"/>
          <p:cNvSpPr>
            <a:spLocks noGrp="1"/>
          </p:cNvSpPr>
          <p:nvPr>
            <p:ph type="sldNum" idx="66"/>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zu Arrays: Deklaration und Zugriff über den Index.</a:t>
            </a:r>
          </a:p>
          <a:p/>
          <a:p>
            <a:r>
              <a:t>Ein Array wird mit „number[]“ typisiert. Über eckige Klammern mit einer Zahl (dem Index, beginnend bei 0) greift man auf ein einzelnes Element zu, z. B. „nummern[1]“ liefert das zweite Element (Index 1 = zweite Position). Die Zahlenreihe oben in der Folie zeigt genau diese Index-Zählung von 0 bis 6.</a:t>
            </a:r>
          </a:p>
        </p:txBody>
      </p:sp>
      <p:sp>
        <p:nvSpPr>
          <p:cNvPr id="4" name="Slide Number Placeholder 3"/>
          <p:cNvSpPr>
            <a:spLocks noGrp="1"/>
          </p:cNvSpPr>
          <p:nvPr>
            <p:ph type="sldNum" idx="66"/>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Ein leeres Array fester Größe wird mit „new Array(4)“ angelegt, danach befüllt eine Schleife jedes Element mit dem Zehnfachen seines Index (0, 10, 20, 30) und gibt es aus. Zeigt den typischen Aufbau: Array anlegen, per Schleife befüllen, ausgeben.</a:t>
            </a:r>
          </a:p>
        </p:txBody>
      </p:sp>
      <p:sp>
        <p:nvSpPr>
          <p:cNvPr id="4" name="Slide Number Placeholder 3"/>
          <p:cNvSpPr>
            <a:spLocks noGrp="1"/>
          </p:cNvSpPr>
          <p:nvPr>
            <p:ph type="sldNum" idx="66"/>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„Array Schnittstellen Auszug“ – Übersicht wichtiger, eingebauter Array-Methoden: „concat“ (zwei Arrays zusammenfügen), „indexOf“/„lastIndexOf“ (Position eines Wertes suchen), „push“/„unshift“ (Element hinten/vorne einfügen) usw. Der Link unten verweist auf eine externe Referenzseite mit der vollständigen Liste.</a:t>
            </a:r>
          </a:p>
        </p:txBody>
      </p:sp>
      <p:sp>
        <p:nvSpPr>
          <p:cNvPr id="4" name="Slide Number Placeholder 3"/>
          <p:cNvSpPr>
            <a:spLocks noGrp="1"/>
          </p:cNvSpPr>
          <p:nvPr>
            <p:ph type="sldNum" idx="66"/>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Konkretes Beispiel zu „concat()“: Zwei bestehende Arrays (Buchstaben und Zahlen) werden zu einem neuen, gemeinsamen Array zusammengefügt. Wichtig: „concat“ verändert die Original-Arrays nicht, sondern erzeugt ein drittes, neues Array.</a:t>
            </a:r>
          </a:p>
        </p:txBody>
      </p:sp>
      <p:sp>
        <p:nvSpPr>
          <p:cNvPr id="4" name="Slide Number Placeholder 3"/>
          <p:cNvSpPr>
            <a:spLocks noGrp="1"/>
          </p:cNvSpPr>
          <p:nvPr>
            <p:ph type="sldNum" idx="66"/>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„Pop und push“ mit einer visuellen Fahrzeugliste. „push“ fügt ein neues Element hinten an und gibt die neue Länge des Arrays zurück. „pop“ entfernt das letzte Element und gibt genau dieses entfernte Element zurück. Die Bild-Abfolge zeigt, wie sich die Liste („VW Golf, BMW 323i, Mercedes CLK, Opel Vectra“) durch push (Tesla Cybertruck kommt hinzu) und anschließendes pop wieder verändert.</a:t>
            </a:r>
          </a:p>
        </p:txBody>
      </p:sp>
      <p:sp>
        <p:nvSpPr>
          <p:cNvPr id="4" name="Slide Number Placeholder 3"/>
          <p:cNvSpPr>
            <a:spLocks noGrp="1"/>
          </p:cNvSpPr>
          <p:nvPr>
            <p:ph type="sldNum" idx="66"/>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„Union Types“.</a:t>
            </a:r>
          </a:p>
          <a:p/>
          <a:p>
            <a:r>
              <a:t>Eine Variable kann mit einem „|“ (Oder) mehrere mögliche Typen bekommen, z. B. „string|number“ bedeutet: entweder Text oder Zahl. Im Beispiel wird derselben Variable erst eine Zahl, dann ein Text zugewiesen – beides ist erlaubt, weil beide Typen im Union Type enthalten sind.</a:t>
            </a:r>
          </a:p>
        </p:txBody>
      </p:sp>
      <p:sp>
        <p:nvSpPr>
          <p:cNvPr id="4" name="Slide Number Placeholder 3"/>
          <p:cNvSpPr>
            <a:spLocks noGrp="1"/>
          </p:cNvSpPr>
          <p:nvPr>
            <p:ph type="sldNum" idx="66"/>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„Enum“.</a:t>
            </a:r>
          </a:p>
          <a:p/>
          <a:p>
            <a:r>
              <a:t>Ein Enum definiert eine feste Menge benannter Werte, hier „Up, Down, Left, Right“ für eine Richtung. Da „Up = 1“ gesetzt ist, zählen die folgenden Werte automatisch weiter (Down=2, Left=3, Right=4). Eine Variable vom Typ „Direction“ kann dann nur einen dieser vier Werte annehmen.</a:t>
            </a:r>
          </a:p>
        </p:txBody>
      </p:sp>
      <p:sp>
        <p:nvSpPr>
          <p:cNvPr id="4" name="Slide Number Placeholder 3"/>
          <p:cNvSpPr>
            <a:spLocks noGrp="1"/>
          </p:cNvSpPr>
          <p:nvPr>
            <p:ph type="sldNum" idx="66"/>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„Nonsens Code“ – bewusstes Negativbeispiel.</a:t>
            </a:r>
          </a:p>
          <a:p/>
          <a:p>
            <a:r>
              <a:t>Die Bedingung „x !== Direction.Up || x !== Direction.Down“ ist logisch immer wahr (ein Wert kann nicht gleichzeitig beide sein, also ist immer mindestens eine Seite der Oder-Bedingung erfüllt) – TypeScript erkennt das sogar automatisch als Compile-Fehler/Warnung. Zeigt, wie hilfreich die Typprüfung beim Aufdecken von Logikfehlern ist.</a:t>
            </a:r>
          </a:p>
        </p:txBody>
      </p:sp>
      <p:sp>
        <p:nvSpPr>
          <p:cNvPr id="4" name="Slide Number Placeholder 3"/>
          <p:cNvSpPr>
            <a:spLocks noGrp="1"/>
          </p:cNvSpPr>
          <p:nvPr>
            <p:ph type="sldNum" idx="66"/>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Ein Interface „Schmutzfink“ verlangt eine Eigenschaft „name“ (Text) und eine Methode „suhlen“, die einen Text zurückgibt. Direkt danach wird ein passendes Objekt als einfaches „Literal“ (geschweifte Klammern mit Werten) erzeugt und ausgegeben, ohne dafür extra eine Klasse zu schreiben.</a:t>
            </a:r>
          </a:p>
        </p:txBody>
      </p:sp>
      <p:sp>
        <p:nvSpPr>
          <p:cNvPr id="4" name="Slide Number Placeholder 3"/>
          <p:cNvSpPr>
            <a:spLocks noGrp="1"/>
          </p:cNvSpPr>
          <p:nvPr>
            <p:ph type="sldNum" idx="66"/>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Gleiches Beispiel, aber die Objekt-Erstellung wird zuerst in eine Variable „schweinchenDick“ vom Typ „Schmutzfink“ gespeichert und danach ausgegeben. Zeigt: Ein Interface kann als Typ für eine Variable verwendet werden, unabhängig davon, ob das Objekt aus einer Klasse oder direkt als Literal stammt.</a:t>
            </a:r>
          </a:p>
        </p:txBody>
      </p:sp>
      <p:sp>
        <p:nvSpPr>
          <p:cNvPr id="4" name="Slide Number Placeholder 3"/>
          <p:cNvSpPr>
            <a:spLocks noGrp="1"/>
          </p:cNvSpPr>
          <p:nvPr>
            <p:ph type="sldNum" idx="66"/>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„Inline Interface Def“.</a:t>
            </a:r>
          </a:p>
          <a:p/>
          <a:p>
            <a:r>
              <a:t>Man kann einen Interface-artigen Typ auch direkt „inline“ als Parameter-Typ einer Funktion definieren, ohne vorher ein eigenes, benanntes Interface anzulegen – hier verlangt „printName“ nur, dass das übergebene Objekt eine Eigenschaft „name“ hat.</a:t>
            </a:r>
          </a:p>
        </p:txBody>
      </p:sp>
      <p:sp>
        <p:nvSpPr>
          <p:cNvPr id="4" name="Slide Number Placeholder 3"/>
          <p:cNvSpPr>
            <a:spLocks noGrp="1"/>
          </p:cNvSpPr>
          <p:nvPr>
            <p:ph type="sldNum" idx="66"/>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„Optional und Readonly“.</a:t>
            </a:r>
          </a:p>
          <a:p/>
          <a:p>
            <a:r>
              <a:t>„readonly“ bei einer Eigenschaft bedeutet, sie darf nach der Objekterstellung nicht mehr verändert werden. Das Fragezeichen bei „weight?“ macht die Eigenschaft optional – ein Objekt vom Typ „Animal“ muss also einen Namen haben, ein Gewicht ist aber nicht zwingend erforderlich.</a:t>
            </a:r>
          </a:p>
        </p:txBody>
      </p:sp>
      <p:sp>
        <p:nvSpPr>
          <p:cNvPr id="4" name="Slide Number Placeholder 3"/>
          <p:cNvSpPr>
            <a:spLocks noGrp="1"/>
          </p:cNvSpPr>
          <p:nvPr>
            <p:ph type="sldNum" idx="66"/>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„Klassen deklarieren“ – die Grundsyntax einer Klasse: Schlüsselwort „class“, ein Name, und der Klassenkörper in geschweiften Klammern, in dem Eigenschaften und Methoden stehen.</a:t>
            </a:r>
          </a:p>
        </p:txBody>
      </p:sp>
      <p:sp>
        <p:nvSpPr>
          <p:cNvPr id="4" name="Slide Number Placeholder 3"/>
          <p:cNvSpPr>
            <a:spLocks noGrp="1"/>
          </p:cNvSpPr>
          <p:nvPr>
            <p:ph type="sldNum" idx="66"/>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„Member von Klassen“ – kündigt die Themen Eigenschaften, Konstruktor und Methoden einer Klasse an.</a:t>
            </a:r>
          </a:p>
        </p:txBody>
      </p:sp>
      <p:sp>
        <p:nvSpPr>
          <p:cNvPr id="4" name="Slide Number Placeholder 3"/>
          <p:cNvSpPr>
            <a:spLocks noGrp="1"/>
          </p:cNvSpPr>
          <p:nvPr>
            <p:ph type="sldNum" idx="66"/>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Klasse „Schwein“: Eine Eigenschaft „name“, ein „constructor“ (wird automatisch beim Erzeugen mit „new“ aufgerufen und setzt hier den Namen), und eine Methode „gibLaut()“, die einen Text mit dem Namen zurückgibt. Zeigt den kompletten, typischen Aufbau einer einfachen Klasse.</a:t>
            </a:r>
          </a:p>
        </p:txBody>
      </p:sp>
      <p:sp>
        <p:nvSpPr>
          <p:cNvPr id="4" name="Slide Number Placeholder 3"/>
          <p:cNvSpPr>
            <a:spLocks noGrp="1"/>
          </p:cNvSpPr>
          <p:nvPr>
            <p:ph type="sldNum" idx="66"/>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„Klassen: readonly“.</a:t>
            </a:r>
          </a:p>
          <a:p/>
          <a:p>
            <a:r>
              <a:t>Auch bei Klassen-Eigenschaften ist „readonly“ möglich. Zusätzlich zeigt die Folie eine Abkürzung („Parameter properties“): Schreibt man z. B. „constructor(readonly attr: type)“ direkt im Konstruktor-Kopf, wird daraus automatisch eine Klassen-Eigenschaft erzeugt und gesetzt – ohne dass man sie separat deklarieren und im Konstruktor zuweisen muss.</a:t>
            </a:r>
          </a:p>
        </p:txBody>
      </p:sp>
      <p:sp>
        <p:nvSpPr>
          <p:cNvPr id="4" name="Slide Number Placeholder 3"/>
          <p:cNvSpPr>
            <a:spLocks noGrp="1"/>
          </p:cNvSpPr>
          <p:nvPr>
            <p:ph type="sldNum" idx="66"/>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zu Sichtbarkeit: Die Eigenschaft „name“ der Klasse „Schwein“ wird als „private“ deklariert – ein Zugriff von außerhalb der Klasse würde also einen Compile-Fehler erzeugen.</a:t>
            </a:r>
          </a:p>
        </p:txBody>
      </p:sp>
      <p:sp>
        <p:nvSpPr>
          <p:cNvPr id="4" name="Slide Number Placeholder 3"/>
          <p:cNvSpPr>
            <a:spLocks noGrp="1"/>
          </p:cNvSpPr>
          <p:nvPr>
            <p:ph type="sldNum" idx="66"/>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 (praktischer Teil, kein Angular-Projekt, reine TypeScript-Übung): Es soll eine Klasse „Student“ so gebaut werden, dass der gezeigte Beispielcode funktioniert – ein Objekt wird ohne Parameter erzeugt, und eine Methode „getLabel(matrikelnummer)“ liefert einen zusammengesetzten Text zurück. Ziel: den bisherigen Stoff zu Klassen und Methoden selbst anwenden.</a:t>
            </a:r>
          </a:p>
        </p:txBody>
      </p:sp>
      <p:sp>
        <p:nvSpPr>
          <p:cNvPr id="4" name="Slide Number Placeholder 3"/>
          <p:cNvSpPr>
            <a:spLocks noGrp="1"/>
          </p:cNvSpPr>
          <p:nvPr>
            <p:ph type="sldNum" idx="66"/>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2, Fortsetzung von Übung 1: Jetzt soll die Klasse „Student“ einen Konstruktor mit Name und Matrikelnummer bekommen, sodass beide Werte direkt beim Erzeugen des Objekts übergeben werden und „getLabel()“ ohne weitere Parameter beide Werte im Text zusammensetzt.</a:t>
            </a:r>
          </a:p>
        </p:txBody>
      </p:sp>
      <p:sp>
        <p:nvSpPr>
          <p:cNvPr id="4" name="Slide Number Placeholder 3"/>
          <p:cNvSpPr>
            <a:spLocks noGrp="1"/>
          </p:cNvSpPr>
          <p:nvPr>
            <p:ph type="sldNum" idx="66"/>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„Getter Setter“.</a:t>
            </a:r>
          </a:p>
          <a:p/>
          <a:p>
            <a:r>
              <a:t>Eine private Eigenschaft „_name“ (der Unterstrich ist reine Namenskonvention, kein Sprachfeature) wird über eine „get name()“-Methode von außen lesbar gemacht, ohne dass man Klammern beim Aufruf schreiben muss (man schreibt „objekt.name“, nicht „objekt.name()“). Passend dazu kann es eine „set name(wert)“-Methode geben, die eine kontrollierte Zuweisung erlaubt, z. B. mit zusätzlicher Prüfung des neuen Wertes.</a:t>
            </a:r>
          </a:p>
        </p:txBody>
      </p:sp>
      <p:sp>
        <p:nvSpPr>
          <p:cNvPr id="4" name="Slide Number Placeholder 3"/>
          <p:cNvSpPr>
            <a:spLocks noGrp="1"/>
          </p:cNvSpPr>
          <p:nvPr>
            <p:ph type="sldNum" idx="66"/>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Die Klasse „Schwein“ „implements“ jetzt das Interface „Schmutzfink“ von vorher – das bedeutet, sie verpflichtet sich, die dort geforderte Methode „suhlen()“ tatsächlich zu besitzen. Der Compiler prüft das automatisch und meldet einen Fehler, falls eine geforderte Methode fehlt.</a:t>
            </a:r>
          </a:p>
        </p:txBody>
      </p:sp>
      <p:sp>
        <p:nvSpPr>
          <p:cNvPr id="4" name="Slide Number Placeholder 3"/>
          <p:cNvSpPr>
            <a:spLocks noGrp="1"/>
          </p:cNvSpPr>
          <p:nvPr>
            <p:ph type="sldNum" idx="66"/>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„Klassen: Vererbung“.</a:t>
            </a:r>
          </a:p>
          <a:p/>
          <a:p>
            <a:r>
              <a:t>Eine Klasse kann von einer anderen Klasse erben (analog zum „implements“ bei Interfaces, hier aber mit „extends“ und echter, wiederverwendbarer Implementierung statt nur einem Vertrag). Methoden können dabei auch „abstract“ sein: Die Basisklasse gibt nur die Signatur vor, jede konkrete Unterklasse muss die Methode selbst implementieren.</a:t>
            </a:r>
          </a:p>
        </p:txBody>
      </p:sp>
      <p:sp>
        <p:nvSpPr>
          <p:cNvPr id="4" name="Slide Number Placeholder 3"/>
          <p:cNvSpPr>
            <a:spLocks noGrp="1"/>
          </p:cNvSpPr>
          <p:nvPr>
            <p:ph type="sldNum" idx="66"/>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Fortgeführtes Codebeispiel der Klasse „Schwein“, die weiterhin das Interface „Schmutzfink“ implementiert – zeigt den vollständigen Methodenkörper von „suhlen()“ im Detail.</a:t>
            </a:r>
          </a:p>
        </p:txBody>
      </p:sp>
      <p:sp>
        <p:nvSpPr>
          <p:cNvPr id="4" name="Slide Number Placeholder 3"/>
          <p:cNvSpPr>
            <a:spLocks noGrp="1"/>
          </p:cNvSpPr>
          <p:nvPr>
            <p:ph type="sldNum" idx="66"/>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„Klassen im Detail: Attribute und Methoden“.</a:t>
            </a:r>
          </a:p>
          <a:p/>
          <a:p>
            <a:r>
              <a:t>Erklärt „Overriding“: Eine Unterklasse kann eine Methode der Oberklasse mit derselben Signatur neu implementieren (überschreiben). Wird die Methode dann auf einem Objekt der Unterklasse aufgerufen, wird automatisch die überschriebene Version ausgeführt, nicht die der Oberklasse.</a:t>
            </a:r>
          </a:p>
        </p:txBody>
      </p:sp>
      <p:sp>
        <p:nvSpPr>
          <p:cNvPr id="4" name="Slide Number Placeholder 3"/>
          <p:cNvSpPr>
            <a:spLocks noGrp="1"/>
          </p:cNvSpPr>
          <p:nvPr>
            <p:ph type="sldNum" idx="66"/>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„Namespaces – Code Gruppen“ – kündigt das Thema Namensräume an.</a:t>
            </a:r>
          </a:p>
        </p:txBody>
      </p:sp>
      <p:sp>
        <p:nvSpPr>
          <p:cNvPr id="4" name="Slide Number Placeholder 3"/>
          <p:cNvSpPr>
            <a:spLocks noGrp="1"/>
          </p:cNvSpPr>
          <p:nvPr>
            <p:ph type="sldNum" idx="66"/>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„Namespaces“.</a:t>
            </a:r>
          </a:p>
          <a:p/>
          <a:p>
            <a:r>
              <a:t>Namespaces gruppieren zusammengehörige Deklarationen (Klassen, Interfaces etc.) unter einem gemeinsamen Namen, damit man sie außerhalb nur über diesen Namen ansprechen kann. Das verringert das Risiko von Namenskonflikten, wenn z. B. zwei Bibliotheken zufällig eine Klasse mit demselben Namen definieren. Hinweis: In modernen Angular-Projekten werden heute praktisch nur noch ES-Module (import/export, siehe nächste Folien) verwendet, Namespaces sind eher ein Randthema/Legacy-Konzept.</a:t>
            </a:r>
          </a:p>
        </p:txBody>
      </p:sp>
      <p:sp>
        <p:nvSpPr>
          <p:cNvPr id="4" name="Slide Number Placeholder 3"/>
          <p:cNvSpPr>
            <a:spLocks noGrp="1"/>
          </p:cNvSpPr>
          <p:nvPr>
            <p:ph type="sldNum" idx="66"/>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über drei Dateien: „Animal.ts“ definiert im Namespace „Animals“ ein Interface „Animal“. „Pig.ts“ referenziert diese Datei per Kommentar-Syntax „/// &lt;reference path=... /&gt;“ und implementiert im selben Namespace eine Klasse „Pig“. „Main.ts“ referenziert beide Dateien und kann dann über „Animals.Pig“ auf die Klasse zugreifen.</a:t>
            </a:r>
          </a:p>
        </p:txBody>
      </p:sp>
      <p:sp>
        <p:nvSpPr>
          <p:cNvPr id="4" name="Slide Number Placeholder 3"/>
          <p:cNvSpPr>
            <a:spLocks noGrp="1"/>
          </p:cNvSpPr>
          <p:nvPr>
            <p:ph type="sldNum" idx="66"/>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„Weitere Exporte“.</a:t>
            </a:r>
          </a:p>
          <a:p/>
          <a:p>
            <a:r>
              <a:t>Zeigt die Unterschiede zwischen normalen (nicht exportierten, nur innerhalb der Datei sichtbaren) und mit „export“ versehenen Deklarationen: Variablen, Funktionen und Klassen können jeweils exportiert werden, um sie in anderen Dateien nutzbar zu machen.</a:t>
            </a:r>
          </a:p>
        </p:txBody>
      </p:sp>
      <p:sp>
        <p:nvSpPr>
          <p:cNvPr id="4" name="Slide Number Placeholder 3"/>
          <p:cNvSpPr>
            <a:spLocks noGrp="1"/>
          </p:cNvSpPr>
          <p:nvPr>
            <p:ph type="sldNum" idx="66"/>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„Named importieren“.</a:t>
            </a:r>
          </a:p>
          <a:p/>
          <a:p>
            <a:r>
              <a:t>Mit „import {publicA, publicB} from "./lib";“ werden gezielt einzelne, namentlich benannte Exporte aus einer anderen Datei geholt. Das ist die heute übliche Art, wie auch in Angular-Projekten Klassen, Funktionen oder Komponenten aus anderen Dateien importiert werden.</a:t>
            </a:r>
          </a:p>
        </p:txBody>
      </p:sp>
      <p:sp>
        <p:nvSpPr>
          <p:cNvPr id="4" name="Slide Number Placeholder 3"/>
          <p:cNvSpPr>
            <a:spLocks noGrp="1"/>
          </p:cNvSpPr>
          <p:nvPr>
            <p:ph type="sldNum" idx="66"/>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„Imports“ – wichtige Regeln. Import/Export-Anweisungen werden vom System „gehoisted“ (nach oben gezogen), das heißt die Reihenfolge im Quelltext spielt für die Verfügbarkeit keine Rolle. Sie dürfen aber nicht variabel oder bedingt (z. B. innerhalb eines „if“) sein – Module werden bereits beim Laden fest aufgelöst, nicht erst zur Laufzeit abhängig von Bedingungen.</a:t>
            </a:r>
          </a:p>
        </p:txBody>
      </p:sp>
      <p:sp>
        <p:nvSpPr>
          <p:cNvPr id="4" name="Slide Number Placeholder 3"/>
          <p:cNvSpPr>
            <a:spLocks noGrp="1"/>
          </p:cNvSpPr>
          <p:nvPr>
            <p:ph type="sldNum" idx="66"/>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3 (Module): Die zuvor erstellte Klasse „Student“ soll in eine eigene Datei „student.ts“ ausgelagert und von dort per „export“ exportiert werden. In einer anderen Datei wird sie dann per „import“ wieder eingebunden und genutzt – eine erste praktische Anwendung des Modul-Konzepts, das später bei jeder Angular-Komponente wieder auftaucht.</a:t>
            </a:r>
          </a:p>
        </p:txBody>
      </p:sp>
      <p:sp>
        <p:nvSpPr>
          <p:cNvPr id="4" name="Slide Number Placeholder 3"/>
          <p:cNvSpPr>
            <a:spLocks noGrp="1"/>
          </p:cNvSpPr>
          <p:nvPr>
            <p:ph type="sldNum" idx="66"/>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„Angular“ – hier endet das reine TypeScript-Kapitel und der Angular-Teil des Kurses beginnt.</a:t>
            </a:r>
          </a:p>
        </p:txBody>
      </p:sp>
      <p:sp>
        <p:nvSpPr>
          <p:cNvPr id="4" name="Slide Number Placeholder 3"/>
          <p:cNvSpPr>
            <a:spLocks noGrp="1"/>
          </p:cNvSpPr>
          <p:nvPr>
            <p:ph type="sldNum" idx="66"/>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„Architektur Überblick“ – kündigt eine grafische Übersicht der Angular-Architektur an (vermutlich Komponenten, Services, Module/Standalone-Struktur als Bild).</a:t>
            </a:r>
          </a:p>
        </p:txBody>
      </p:sp>
      <p:sp>
        <p:nvSpPr>
          <p:cNvPr id="4" name="Slide Number Placeholder 3"/>
          <p:cNvSpPr>
            <a:spLocks noGrp="1"/>
          </p:cNvSpPr>
          <p:nvPr>
            <p:ph type="sldNum" idx="66"/>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„Literatur und Quellen“ – Verweis auf weiterführende Dokumentation und Bücher zu Angular, insbesondere die offizielle Dokumentation unter angular.dev.</a:t>
            </a:r>
          </a:p>
        </p:txBody>
      </p:sp>
      <p:sp>
        <p:nvSpPr>
          <p:cNvPr id="4" name="Slide Number Placeholder 3"/>
          <p:cNvSpPr>
            <a:spLocks noGrp="1"/>
          </p:cNvSpPr>
          <p:nvPr>
            <p:ph type="sldNum" idx="66"/>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„Installation und Setup“ – leitet den praktischen Einstieg in Angular-Projekte ein.</a:t>
            </a:r>
          </a:p>
        </p:txBody>
      </p:sp>
      <p:sp>
        <p:nvSpPr>
          <p:cNvPr id="4" name="Slide Number Placeholder 3"/>
          <p:cNvSpPr>
            <a:spLocks noGrp="1"/>
          </p:cNvSpPr>
          <p:nvPr>
            <p:ph type="sldNum" idx="66"/>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„JavaScript-Grundinstallation“ – vermutlich Hinweis auf benötigte Basis-Software wie Node.js, bevor Angular installiert werden kann.</a:t>
            </a:r>
          </a:p>
        </p:txBody>
      </p:sp>
      <p:sp>
        <p:nvSpPr>
          <p:cNvPr id="4" name="Slide Number Placeholder 3"/>
          <p:cNvSpPr>
            <a:spLocks noGrp="1"/>
          </p:cNvSpPr>
          <p:nvPr>
            <p:ph type="sldNum" idx="66"/>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„Installation des Angular Command Line Interfaces“.</a:t>
            </a:r>
          </a:p>
          <a:p/>
          <a:p>
            <a:r>
              <a:t>Mit „npm install -g @angular/cli“ wird das Angular-Kommandozeilenwerkzeug „ng“ global auf dem Rechner installiert (in jedem Ordner nutzbar). Danach kann mit „ng new &lt;projektname&gt;“ ein komplett neues Angular-Projekt inklusive aller nötigen Grundeinstellungen automatisch erzeugt werden.</a:t>
            </a:r>
          </a:p>
        </p:txBody>
      </p:sp>
      <p:sp>
        <p:nvSpPr>
          <p:cNvPr id="4" name="Slide Number Placeholder 3"/>
          <p:cNvSpPr>
            <a:spLocks noGrp="1"/>
          </p:cNvSpPr>
          <p:nvPr>
            <p:ph type="sldNum" idx="66"/>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„Überblick über ng command line“ – Zusammenfassung der wichtigsten CLI-Befehle: „ng serve“ (Entwicklungsserver auf Basis von Vite/esbuild), „ng generate“ (Code-Gerüste wie Komponenten erzeugen, standardmäßig standalone), „ng build“ (Produktions-Build mit dem modernen Application Builder), „ng test“ (Unit-Tests, neue Projekte nutzen Vitest, Bestandsprojekte oft noch Karma/Jasmine), „ng e2e“ (End-to-End-Tests, Runner wie Cypress/Playwright müssen per „ng add“ ergänzt werden), und „ng update“ (automatisierte Versions-Updates inklusive Code-Migrationen).</a:t>
            </a:r>
          </a:p>
        </p:txBody>
      </p:sp>
      <p:sp>
        <p:nvSpPr>
          <p:cNvPr id="4" name="Slide Number Placeholder 3"/>
          <p:cNvSpPr>
            <a:spLocks noGrp="1"/>
          </p:cNvSpPr>
          <p:nvPr>
            <p:ph type="sldNum" idx="66"/>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„Ein erstes Projekt“ – leitet den praktischen Teil ein, in dem gemeinsam ein erstes Angular-Projekt angelegt wird.</a:t>
            </a:r>
          </a:p>
        </p:txBody>
      </p:sp>
      <p:sp>
        <p:nvSpPr>
          <p:cNvPr id="4" name="Slide Number Placeholder 3"/>
          <p:cNvSpPr>
            <a:spLocks noGrp="1"/>
          </p:cNvSpPr>
          <p:nvPr>
            <p:ph type="sldNum" idx="66"/>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„Anlegen des Projekts“.</a:t>
            </a:r>
          </a:p>
          <a:p/>
          <a:p>
            <a:r>
              <a:t>„ng new org.somepackage.angular“ erzeugt ein vollständiges Node-Projekt mit Ordnerstruktur, installiert automatisch alle benötigten Abhängigkeiten (u. a. Angular selbst) und richtet direkt ein lauffähiges Startprojekt ein.</a:t>
            </a:r>
          </a:p>
        </p:txBody>
      </p:sp>
      <p:sp>
        <p:nvSpPr>
          <p:cNvPr id="4" name="Slide Number Placeholder 3"/>
          <p:cNvSpPr>
            <a:spLocks noGrp="1"/>
          </p:cNvSpPr>
          <p:nvPr>
            <p:ph type="sldNum" idx="66"/>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„Projektstruktur“ – kündigt einen Überblick über die durch „ng new“ erzeugten Ordner und Dateien an.</a:t>
            </a:r>
          </a:p>
        </p:txBody>
      </p:sp>
      <p:sp>
        <p:nvSpPr>
          <p:cNvPr id="4" name="Slide Number Placeholder 3"/>
          <p:cNvSpPr>
            <a:spLocks noGrp="1"/>
          </p:cNvSpPr>
          <p:nvPr>
            <p:ph type="sldNum" idx="66"/>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„Die Anwendung unter localhost:4200“ – zeigt vermutlich einen Screenshot der Standard-Startseite eines frisch erzeugten Angular-Projekts im Browser.</a:t>
            </a:r>
          </a:p>
        </p:txBody>
      </p:sp>
      <p:sp>
        <p:nvSpPr>
          <p:cNvPr id="4" name="Slide Number Placeholder 3"/>
          <p:cNvSpPr>
            <a:spLocks noGrp="1"/>
          </p:cNvSpPr>
          <p:nvPr>
            <p:ph type="sldNum" idx="66"/>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zum automatischen Neuladen bei Änderungen.</a:t>
            </a:r>
          </a:p>
          <a:p/>
          <a:p>
            <a:r>
              <a:t>Mit der Option „ng serve -o“ (open) öffnet sich der Browser automatisch. Das Beispiel zeigt, wie eine Änderung des Seitentitels in „src/index.html“ und der Willkommens-Nachricht in „src/app/app.component.html“ sofort im Browser sichtbar wird, ohne manuelles Neuladen – der Dev-Server erkennt Dateiänderungen automatisch.</a:t>
            </a:r>
          </a:p>
        </p:txBody>
      </p:sp>
      <p:sp>
        <p:nvSpPr>
          <p:cNvPr id="4" name="Slide Number Placeholder 3"/>
          <p:cNvSpPr>
            <a:spLocks noGrp="1"/>
          </p:cNvSpPr>
          <p:nvPr>
            <p:ph type="sldNum" idx="66"/>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„Projektüberblick“ – kündigt eine detailliertere Betrachtung der wichtigsten Projektdateien an, beginnend mit der nächsten Folie zu Standalone Components.</a:t>
            </a:r>
          </a:p>
        </p:txBody>
      </p:sp>
      <p:sp>
        <p:nvSpPr>
          <p:cNvPr id="4" name="Slide Number Placeholder 3"/>
          <p:cNvSpPr>
            <a:spLocks noGrp="1"/>
          </p:cNvSpPr>
          <p:nvPr>
            <p:ph type="sldNum" idx="66"/>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„Standalone Components“.</a:t>
            </a:r>
          </a:p>
          <a:p/>
          <a:p>
            <a:r>
              <a:t>Seit Angular 19 müssen Komponenten, Direktiven und Pipes nicht mehr explizit mit „standalone: true“ gekennzeichnet werden – das ist heute der automatische Standardfall. Es wird also kein NgModule mehr benötigt, um eine Komponente „bekannt zu machen“; jede Komponente listet ihre eigenen Abhängigkeiten (andere Komponenten, Direktiven, Pipes wie z. B. RouterLink oder FormsModule) direkt im „imports: []“-Array der @Component-Annotation auf. Für den neuen Control Flow (@if/@for, folgt später) ist dabei gar kein CommonModule-Import mehr nötig. Vorteile: weniger Boilerplate-Code, besseres Tree-Shaking (nur wirklich benötigter Code landet im fertigen Bundle) und einfacheres Lazy Loading. Das klassische NgModule-Konzept wird im Kurs erst ganz am Ende als Legacy-Kapitel (Übung 25) noch einmal gezeigt, für alle, die in Bestandsprojekten damit arbeiten müssen.</a:t>
            </a:r>
          </a:p>
        </p:txBody>
      </p:sp>
      <p:sp>
        <p:nvSpPr>
          <p:cNvPr id="4" name="Slide Number Placeholder 3"/>
          <p:cNvSpPr>
            <a:spLocks noGrp="1"/>
          </p:cNvSpPr>
          <p:nvPr>
            <p:ph type="sldNum" idx="66"/>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„Übersicht der Dateien eines Projekts“.</a:t>
            </a:r>
          </a:p>
          <a:p/>
          <a:p>
            <a:r>
              <a:t>Geht Datei für Datei durch die wichtigsten generierten Dateien: „src/index.html“ ist die eine, echte HTML-Seite der Anwendung. „src/main.ts“ startet die Anwendung über „bootstrapApplication“ (ersetzt die frühere „app.module.ts“, die Modul-Variante ist als Legacy-Referenz im Projekt 25 erhalten). Weitere Zeilen erklären u. a. die Datei für Unit-Tests, die je nach Projekt entweder mit Vitest oder mit Jasmine/Karma geschrieben werden.</a:t>
            </a:r>
          </a:p>
        </p:txBody>
      </p:sp>
      <p:sp>
        <p:nvSpPr>
          <p:cNvPr id="4" name="Slide Number Placeholder 3"/>
          <p:cNvSpPr>
            <a:spLocks noGrp="1"/>
          </p:cNvSpPr>
          <p:nvPr>
            <p:ph type="sldNum" idx="66"/>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zur Referenz auf die Bootstrap-Komponente in der Index-Seite – zeigt vermutlich, wie in „index.html“ der custom-HTML-Tag der Wurzelkomponente (z. B. „&lt;app-root&gt;“) eingebunden ist, in den Angular später den gerenderten Inhalt einsetzt.</a:t>
            </a:r>
          </a:p>
        </p:txBody>
      </p:sp>
      <p:sp>
        <p:nvSpPr>
          <p:cNvPr id="4" name="Slide Number Placeholder 3"/>
          <p:cNvSpPr>
            <a:spLocks noGrp="1"/>
          </p:cNvSpPr>
          <p:nvPr>
            <p:ph type="sldNum" idx="66"/>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„Component-Annotation“.</a:t>
            </a:r>
          </a:p>
          <a:p/>
          <a:p>
            <a:r>
              <a:t>Eine Angular-Komponente ist im Kern eine ganz normale TypeScript-Klasse, die zusätzlich mit der „@Component“-Annotation (auch „Decorator“ genannt) versehen wird. Eine Annotation ist eine Art Zusatzinformation, die Angular an die Klasse „anheftet“ und die z. B. beschreibt, welches HTML-Template und welcher CSS-Selektor zu dieser Komponente gehören.</a:t>
            </a:r>
          </a:p>
        </p:txBody>
      </p:sp>
      <p:sp>
        <p:nvSpPr>
          <p:cNvPr id="4" name="Slide Number Placeholder 3"/>
          <p:cNvSpPr>
            <a:spLocks noGrp="1"/>
          </p:cNvSpPr>
          <p:nvPr>
            <p:ph type="sldNum" idx="66"/>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„Aufgabe der Component“.</a:t>
            </a:r>
          </a:p>
          <a:p/>
          <a:p>
            <a:r>
              <a:t>Die Eigenschaften der Komponenten-Klasse (also die Variablen, die man in TypeScript definiert) bilden die Schnittstelle zum zugehörigen HTML-Template. Werte werden entweder über „Interpolation“ (geschweifte doppelte Klammern „{{ }}“ im HTML) oder über spezielle Direktiven/Bindings im Template mit dem Code verbunden.</a:t>
            </a:r>
          </a:p>
        </p:txBody>
      </p:sp>
      <p:sp>
        <p:nvSpPr>
          <p:cNvPr id="4" name="Slide Number Placeholder 3"/>
          <p:cNvSpPr>
            <a:spLocks noGrp="1"/>
          </p:cNvSpPr>
          <p:nvPr>
            <p:ph type="sldNum" idx="66"/>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einer vollständigen Component-Klasse.</a:t>
            </a:r>
          </a:p>
          <a:p/>
          <a:p>
            <a:r>
              <a:t>Zeile für Zeile: Der Import holt die benötigten Bausteine „ApplicationRef, Component, OnDestroy, OnInit“ aus der Angular-Core-Bibliothek. Die „@Component“-Annotation legt den HTML-Selektor „app-root“ (den Tag-Namen, unter dem die Komponente später verwendet wird), sowie Referenzen auf die zugehörige Template- und CSS-Datei fest. Darunter folgt die eigentliche Klasse mit einer Beispielvariable und deren Wertzuweisung, wie die Anmerkungen auf der Folie zeigen.</a:t>
            </a:r>
          </a:p>
        </p:txBody>
      </p:sp>
      <p:sp>
        <p:nvSpPr>
          <p:cNvPr id="4" name="Slide Number Placeholder 3"/>
          <p:cNvSpPr>
            <a:spLocks noGrp="1"/>
          </p:cNvSpPr>
          <p:nvPr>
            <p:ph type="sldNum" idx="66"/>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„Das HTML-Template einer Component“ – kündigt an, dass jetzt die zweite Hälfte einer Komponente betrachtet wird: nicht mehr die TypeScript-Klasse, sondern das zugehörige HTML-Template.</a:t>
            </a:r>
          </a:p>
        </p:txBody>
      </p:sp>
      <p:sp>
        <p:nvSpPr>
          <p:cNvPr id="4" name="Slide Number Placeholder 3"/>
          <p:cNvSpPr>
            <a:spLocks noGrp="1"/>
          </p:cNvSpPr>
          <p:nvPr>
            <p:ph type="sldNum" idx="66"/>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„Kompletter Ablauf“ – fasst den gesamten Startvorgang einer Angular-Anwendung zusammen: Zuerst ruft „main.ts“ „bootstrapApplication“ mit der Wurzelkomponente (AppComponent) auf. Diese Komponenten-Klasse trägt den @Component-Decorator, der wiederum auf die zugehörige Template-Datei verweist. Erst durch dieses Zusammenspiel weiß Angular, welches HTML zu welcher Klasse gehört und wo die Anwendung im DOM eingehängt wird.</a:t>
            </a:r>
          </a:p>
        </p:txBody>
      </p:sp>
      <p:sp>
        <p:nvSpPr>
          <p:cNvPr id="4" name="Slide Number Placeholder 3"/>
          <p:cNvSpPr>
            <a:spLocks noGrp="1"/>
          </p:cNvSpPr>
          <p:nvPr>
            <p:ph type="sldNum" idx="66"/>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„Bootstrapping einer Standalone-App“ (main.ts).</a:t>
            </a:r>
          </a:p>
          <a:p/>
          <a:p>
            <a:r>
              <a:t>Zeile für Zeile: „bootstrapApplication“ wird aus „@angular/platform-browser“ importiert und startet die Anwendung mit der AppComponent als Wurzel. Im „providers“-Array werden globale Dienste bereitgestellt: „provideZonelessChangeDetection()“ aktiviert die moderne, Zone.js-freie Change-Detection (Angular erkennt Änderungen direkt über Signals statt über automatische Zonen-Überwachung), „provideRouter(routes)“ registriert das Routing, „provideHttpClient()“ stellt den HTTP-Client bereit. Wichtig zu betonen: Es gibt keine „app.module.ts“ mehr – das klassische NgModule-Bootstrapping wird nur noch im Legacy-Kapitel (Übung 25) gezeigt.</a:t>
            </a:r>
          </a:p>
        </p:txBody>
      </p:sp>
      <p:sp>
        <p:nvSpPr>
          <p:cNvPr id="4" name="Slide Number Placeholder 3"/>
          <p:cNvSpPr>
            <a:spLocks noGrp="1"/>
          </p:cNvSpPr>
          <p:nvPr>
            <p:ph type="sldNum" idx="66"/>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„Mehrere Komponenten“.</a:t>
            </a:r>
          </a:p>
          <a:p/>
          <a:p>
            <a:r>
              <a:t>Auf einer einzigen HTML-Seite können auch mehrere, komplett voneinander unabhängige Angular-„Anwendungen“ (Wurzelkomponenten) gleichzeitig existieren. Diese sind vollständig voneinander isoliert; ein direkter Datenaustausch zwischen ihnen ist nicht automatisch vorgesehen, sondern müsste über zusätzliche Mechanismen (z. B. globale Services oder Browser-APIs) erfolgen.</a:t>
            </a:r>
          </a:p>
        </p:txBody>
      </p:sp>
      <p:sp>
        <p:nvSpPr>
          <p:cNvPr id="4" name="Slide Number Placeholder 3"/>
          <p:cNvSpPr>
            <a:spLocks noGrp="1"/>
          </p:cNvSpPr>
          <p:nvPr>
            <p:ph type="sldNum" idx="66"/>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„Auflistungen“.</a:t>
            </a:r>
          </a:p>
          <a:p/>
          <a:p>
            <a:r>
              <a:t>Wichtiger Hinweis: Innerhalb der einfachen „{{ }}“-Interpolation kann man keine Schleife (kein „for“) schreiben, das ist reine Ausdruckssprache. Für das Anzeigen von Listen brauchte man früher spezielle Konstrukte wie „*ngFor“ – heute übernimmt das der neue, eingebaute „@for“-Block direkt im Template (siehe spätere Folien zum Control Flow).</a:t>
            </a:r>
          </a:p>
        </p:txBody>
      </p:sp>
      <p:sp>
        <p:nvSpPr>
          <p:cNvPr id="4" name="Slide Number Placeholder 3"/>
          <p:cNvSpPr>
            <a:spLocks noGrp="1"/>
          </p:cNvSpPr>
          <p:nvPr>
            <p:ph type="sldNum" idx="66"/>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„UI-Programmierung“ – leitet den Abschnitt zum dynamischen Verbinden von Komponenten-Daten mit dem Template ein (Data Binding).</a:t>
            </a:r>
          </a:p>
        </p:txBody>
      </p:sp>
      <p:sp>
        <p:nvSpPr>
          <p:cNvPr id="4" name="Slide Number Placeholder 3"/>
          <p:cNvSpPr>
            <a:spLocks noGrp="1"/>
          </p:cNvSpPr>
          <p:nvPr>
            <p:ph type="sldNum" idx="66"/>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„Data Binding“.</a:t>
            </a:r>
          </a:p>
          <a:p/>
          <a:p>
            <a:r>
              <a:t>Ein Angular-Template ist nicht statisch, sondern dynamisch: Die Komponenten-Klasse stellt über ihre Felder (Instanzvariablen) Daten bereit, und das Template zeigt diese Daten an. Ändert sich der Wert in der Klasse, aktualisiert sich automatisch auch die Anzeige im Template – das ist der Kern des „Data Binding“-Konzepts.</a:t>
            </a:r>
          </a:p>
        </p:txBody>
      </p:sp>
      <p:sp>
        <p:nvSpPr>
          <p:cNvPr id="4" name="Slide Number Placeholder 3"/>
          <p:cNvSpPr>
            <a:spLocks noGrp="1"/>
          </p:cNvSpPr>
          <p:nvPr>
            <p:ph type="sldNum" idx="66"/>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„Die ngModel-Direktive“.</a:t>
            </a:r>
          </a:p>
          <a:p/>
          <a:p>
            <a:r>
              <a:t>Bisher wurden Werte nur einseitig mit „{{ }}“ von der Klasse ins Template angezeigt. „ngModel“ (aus dem FormsModule) ermöglicht dagegen zweiseitiges Binding: Ändert der Nutzer den Wert in einem Formularfeld, wird automatisch auch die Variable in der Komponenten-Klasse aktualisiert – und umgekehrt.</a:t>
            </a:r>
          </a:p>
        </p:txBody>
      </p:sp>
      <p:sp>
        <p:nvSpPr>
          <p:cNvPr id="4" name="Slide Number Placeholder 3"/>
          <p:cNvSpPr>
            <a:spLocks noGrp="1"/>
          </p:cNvSpPr>
          <p:nvPr>
            <p:ph type="sldNum" idx="66"/>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„Data Binding“.</a:t>
            </a:r>
          </a:p>
          <a:p/>
          <a:p>
            <a:r>
              <a:t>Zeigt eine Komponente „music-app“ mit einem inline definierten Template (per Template-String statt separater HTML-Datei), das den Import eines eigenen Typs „Track“ nutzt. Zeile für Zeile durchgehen, wie die Überschrift und weitere Elemente per Interpolation die Klassendaten anzeigen.</a:t>
            </a:r>
          </a:p>
        </p:txBody>
      </p:sp>
      <p:sp>
        <p:nvSpPr>
          <p:cNvPr id="4" name="Slide Number Placeholder 3"/>
          <p:cNvSpPr>
            <a:spLocks noGrp="1"/>
          </p:cNvSpPr>
          <p:nvPr>
            <p:ph type="sldNum" idx="66"/>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5 (Databinding): Ein eigenes Datenmodell soll angelegt werden – eine neue Datei „customer.model.ts“ im Ordner „src/app/customer“ (im Kursprojekt „customer“ statt des alten „trainings“-Ordners) mit einer exportierten Klasse „Customer“ und passenden Eigenschaften. Ziel: erstmals eigene Fachdaten modellieren, die später in der Komponente angezeigt werden.</a:t>
            </a:r>
          </a:p>
        </p:txBody>
      </p:sp>
      <p:sp>
        <p:nvSpPr>
          <p:cNvPr id="4" name="Slide Number Placeholder 3"/>
          <p:cNvSpPr>
            <a:spLocks noGrp="1"/>
          </p:cNvSpPr>
          <p:nvPr>
            <p:ph type="sldNum" idx="66"/>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„Direktiven“ – Überblicksfolie. Direktiven sind das allgemeine Konzept, zu dem auch Komponenten selbst gehören; man unterscheidet zusätzlich strukturelle Direktiven (verändern die Struktur des DOM, z. B. Elemente hinzufügen/entfernen) und Attribut-Direktiven (verändern nur das Erscheinungsbild/Verhalten eines bestehenden Elements). Meist ist mit „Direktiven“ im engeren Sinn die zweite und dritte Kategorie gemeint.</a:t>
            </a:r>
          </a:p>
        </p:txBody>
      </p:sp>
      <p:sp>
        <p:nvSpPr>
          <p:cNvPr id="4" name="Slide Number Placeholder 3"/>
          <p:cNvSpPr>
            <a:spLocks noGrp="1"/>
          </p:cNvSpPr>
          <p:nvPr>
            <p:ph type="sldNum" idx="66"/>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„Direktiven“ (Fortsetzung).</a:t>
            </a:r>
          </a:p>
          <a:p/>
          <a:p>
            <a:r>
              <a:t>Direktiven sind Erweiterungen von normalem HTML, die Angular während des Bootstrap-Vorgangs im Template erkennt und entsprechend interpretiert bzw. ausführt – Angular „durchsucht“ das Template gezielt nach diesen speziellen Markierungen.</a:t>
            </a:r>
          </a:p>
        </p:txBody>
      </p:sp>
      <p:sp>
        <p:nvSpPr>
          <p:cNvPr id="4" name="Slide Number Placeholder 3"/>
          <p:cNvSpPr>
            <a:spLocks noGrp="1"/>
          </p:cNvSpPr>
          <p:nvPr>
            <p:ph type="sldNum" idx="66"/>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„@for“.</a:t>
            </a:r>
          </a:p>
          <a:p/>
          <a:p>
            <a:r>
              <a:t>„@for (track of tracks; track track.id) { ... }“ iteriert über eine Liste „tracks“ und zeigt für jeden Eintrag ein „&lt;li&gt;“-Element mit dem Namen an. Der Ausdruck „track track.id“ ist der Pflicht-„track“-Ausdruck (eindeutiger Bezeichner pro Element), der Angular hilft, bei Listenänderungen effizient nur die wirklich geänderten Einträge im DOM zu aktualisieren. Der optionale „@empty“-Block wird angezeigt, wenn die Liste leer ist.</a:t>
            </a:r>
          </a:p>
        </p:txBody>
      </p:sp>
      <p:sp>
        <p:nvSpPr>
          <p:cNvPr id="4" name="Slide Number Placeholder 3"/>
          <p:cNvSpPr>
            <a:spLocks noGrp="1"/>
          </p:cNvSpPr>
          <p:nvPr>
            <p:ph type="sldNum" idx="66"/>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„Direktiven des Angular-Frameworks“ – Kategorisierung: Components sind selbst eine Art Direktive (an ein HTML-Element gebunden, mit eigenem Template). Structural Directives verändern die DOM-Struktur (früher z. B. „*ngIf“/„*ngFor“, heute der eingebaute Control Flow).</a:t>
            </a:r>
          </a:p>
        </p:txBody>
      </p:sp>
      <p:sp>
        <p:nvSpPr>
          <p:cNvPr id="4" name="Slide Number Placeholder 3"/>
          <p:cNvSpPr>
            <a:spLocks noGrp="1"/>
          </p:cNvSpPr>
          <p:nvPr>
            <p:ph type="sldNum" idx="66"/>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„Built-in Control Flow: @if, @for, @switch“.</a:t>
            </a:r>
          </a:p>
          <a:p/>
          <a:p>
            <a:r>
              <a:t>Drei Kernkonstrukte: „@if/@else“ zeigt Inhalte abhängig von einer Bedingung, „@for“ iteriert über eine Liste (mit Pflicht-„track“-Ausdruck) und hat einen optionalen „@empty“-Fall für leere Listen, „@switch/@case/@default“ wählt abhängig von einem Wert zwischen mehreren Varianten. Wichtig: Für all das ist kein Import von CommonModule mehr nötig, anders als bei den alten „*ngIf“/„*ngFor“-Direktiven.</a:t>
            </a:r>
          </a:p>
        </p:txBody>
      </p:sp>
      <p:sp>
        <p:nvSpPr>
          <p:cNvPr id="4" name="Slide Number Placeholder 3"/>
          <p:cNvSpPr>
            <a:spLocks noGrp="1"/>
          </p:cNvSpPr>
          <p:nvPr>
            <p:ph type="sldNum" idx="66"/>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„Noch ein paar Beispiele“ zum Control Flow.</a:t>
            </a:r>
          </a:p>
          <a:p/>
          <a:p>
            <a:r>
              <a:t>Zeigt „@if/@else“ am Beispiel eines Abspiel-Buttons und stellt daneben die „Legacy“-Variante mit dem alten „*ngIf“ (das noch CommonModule benötigte) zum direkten Vergleich.</a:t>
            </a:r>
          </a:p>
        </p:txBody>
      </p:sp>
      <p:sp>
        <p:nvSpPr>
          <p:cNvPr id="4" name="Slide Number Placeholder 3"/>
          <p:cNvSpPr>
            <a:spLocks noGrp="1"/>
          </p:cNvSpPr>
          <p:nvPr>
            <p:ph type="sldNum" idx="66"/>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„Attribut Direktiven“.</a:t>
            </a:r>
          </a:p>
          <a:p/>
          <a:p>
            <a:r>
              <a:t>Im Gegensatz zu strukturellen Direktiven verändern Attribut-Direktiven nicht die DOM-Struktur (es werden keine Elemente hinzugefügt/entfernt), sondern nur Eigenschaften/Verhalten eines bestehenden Elements, wie im Beispiel „[formGroup]“ und „formControlName“ bei einem Formularfeld.</a:t>
            </a:r>
          </a:p>
        </p:txBody>
      </p:sp>
      <p:sp>
        <p:nvSpPr>
          <p:cNvPr id="4" name="Slide Number Placeholder 3"/>
          <p:cNvSpPr>
            <a:spLocks noGrp="1"/>
          </p:cNvSpPr>
          <p:nvPr>
            <p:ph type="sldNum" idx="66"/>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6: Das Template von AppComponent soll erweitert werden, um eine Liste aller Customer-Objekte anzuzeigen – die erste praktische Anwendung von „@for“ auf die zuvor selbst angelegten Kundendaten.</a:t>
            </a:r>
          </a:p>
        </p:txBody>
      </p:sp>
      <p:sp>
        <p:nvSpPr>
          <p:cNvPr id="4" name="Slide Number Placeholder 3"/>
          <p:cNvSpPr>
            <a:spLocks noGrp="1"/>
          </p:cNvSpPr>
          <p:nvPr>
            <p:ph type="sldNum" idx="66"/>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„Child Components – Divide and conquer“ – leitet das Thema „Aufteilen der Anwendung in mehrere, kleinere Komponenten“ ein.</a:t>
            </a:r>
          </a:p>
        </p:txBody>
      </p:sp>
      <p:sp>
        <p:nvSpPr>
          <p:cNvPr id="4" name="Slide Number Placeholder 3"/>
          <p:cNvSpPr>
            <a:spLocks noGrp="1"/>
          </p:cNvSpPr>
          <p:nvPr>
            <p:ph type="sldNum" idx="66"/>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„Goals“ (Ziele von Child Components).</a:t>
            </a:r>
          </a:p>
          <a:p/>
          <a:p>
            <a:r>
              <a:t>Die Darstellung einer Liste soll in eine eigene, spezialisierte Komponente ausgelagert werden, um komplexere Darstellungen zu ermöglichen, ein wachsendes User Interface sauber aufzuteilen und Wiederverwendbarkeit von Komponenten zu erreichen.</a:t>
            </a:r>
          </a:p>
        </p:txBody>
      </p:sp>
      <p:sp>
        <p:nvSpPr>
          <p:cNvPr id="4" name="Slide Number Placeholder 3"/>
          <p:cNvSpPr>
            <a:spLocks noGrp="1"/>
          </p:cNvSpPr>
          <p:nvPr>
            <p:ph type="sldNum" idx="66"/>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„Verschachtelung“.</a:t>
            </a:r>
          </a:p>
          <a:p/>
          <a:p>
            <a:r>
              <a:t>Das gesamte User Interface einer Angular-Anwendung ist letztlich ein Baum aus Komponenten: Die „Anwendung“ selbst ist nur die Top-Level-Komponente, unter der beliebig viele weitere Komponenten geschachtelt (Vater-Kind-Beziehung) eingebunden werden können.</a:t>
            </a:r>
          </a:p>
        </p:txBody>
      </p:sp>
      <p:sp>
        <p:nvSpPr>
          <p:cNvPr id="4" name="Slide Number Placeholder 3"/>
          <p:cNvSpPr>
            <a:spLocks noGrp="1"/>
          </p:cNvSpPr>
          <p:nvPr>
            <p:ph type="sldNum" idx="66"/>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„Komponente als Direktive einbinden“.</a:t>
            </a:r>
          </a:p>
          <a:p/>
          <a:p>
            <a:r>
              <a:t>Auch Komponenten sind letztlich eine Art Direktive und müssen daher, wie alle Direktiven, in der verwendenden Komponente bekannt gemacht werden – heute passiert das per „imports: []“ direkt in der @Component-Annotation der Komponente, die die Kind-Komponente nutzen möchte.</a:t>
            </a:r>
          </a:p>
        </p:txBody>
      </p:sp>
      <p:sp>
        <p:nvSpPr>
          <p:cNvPr id="4" name="Slide Number Placeholder 3"/>
          <p:cNvSpPr>
            <a:spLocks noGrp="1"/>
          </p:cNvSpPr>
          <p:nvPr>
            <p:ph type="sldNum" idx="66"/>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„Mittels ng generate“.</a:t>
            </a:r>
          </a:p>
          <a:p/>
          <a:p>
            <a:r>
              <a:t>Das Angular CLI kann für eine neue Komponente automatisch alle nötigen Dateien anlegen: die Klasse mit passender Annotation, ein HTML-Template, eine (leere) Styling-Datei und eine Testdatei. Der Befehl dafür lautet „ng generate component pfad/name“ (oft abgekürzt als „ng g c“).</a:t>
            </a:r>
          </a:p>
        </p:txBody>
      </p:sp>
      <p:sp>
        <p:nvSpPr>
          <p:cNvPr id="4" name="Slide Number Placeholder 3"/>
          <p:cNvSpPr>
            <a:spLocks noGrp="1"/>
          </p:cNvSpPr>
          <p:nvPr>
            <p:ph type="sldNum" idx="66"/>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7 (Komponenten schachteln): Eine „CustomerListComponent“ soll per „ng generate component customer/customer-list“ erzeugt und anschließend in die bestehende AppComponent eingebunden werden – der erste Schritt, die Kundenliste als eigene, wiederverwendbare Komponente auszulagern.</a:t>
            </a:r>
          </a:p>
        </p:txBody>
      </p:sp>
      <p:sp>
        <p:nvSpPr>
          <p:cNvPr id="4" name="Slide Number Placeholder 3"/>
          <p:cNvSpPr>
            <a:spLocks noGrp="1"/>
          </p:cNvSpPr>
          <p:nvPr>
            <p:ph type="sldNum" idx="66"/>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„Input einer Component“.</a:t>
            </a:r>
          </a:p>
          <a:p/>
          <a:p>
            <a:r>
              <a:t>Wenn Komponenten im Template verschachtelt werden, deklariert man dabei im HTML das Root-Element einer weiteren Komponente. Damit diese Kind-Komponente aber überhaupt Daten von außen bekommt, braucht sie einen „Input“ – das wird auf den nächsten Folien vertieft.</a:t>
            </a:r>
          </a:p>
        </p:txBody>
      </p:sp>
      <p:sp>
        <p:nvSpPr>
          <p:cNvPr id="4" name="Slide Number Placeholder 3"/>
          <p:cNvSpPr>
            <a:spLocks noGrp="1"/>
          </p:cNvSpPr>
          <p:nvPr>
            <p:ph type="sldNum" idx="66"/>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Input.</a:t>
            </a:r>
          </a:p>
          <a:p/>
          <a:p>
            <a:r>
              <a:t>In der äußeren Liste wird für jede Person per „@for“ eine „people-detail“-Kindkomponente erzeugt und ihr über „[person]="person"“ das aktuelle Listenelement als Eingabewert übergeben (Property Binding). In der Kindkomponente wird dieser Wert über „person = input&lt;Person&gt;()“ (Signal Input) entgegengenommen; im Template liest man ihn wie eine Funktion: „person().firstname“.</a:t>
            </a:r>
          </a:p>
        </p:txBody>
      </p:sp>
      <p:sp>
        <p:nvSpPr>
          <p:cNvPr id="4" name="Slide Number Placeholder 3"/>
          <p:cNvSpPr>
            <a:spLocks noGrp="1"/>
          </p:cNvSpPr>
          <p:nvPr>
            <p:ph type="sldNum" idx="66"/>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„Inputs“.</a:t>
            </a:r>
          </a:p>
          <a:p/>
          <a:p>
            <a:r>
              <a:t>Daten lassen sich über „Property Binding“ (eckige Klammern, „[propertyName]="expression"“) an eine Komponente übergeben. Die innere (Kind-)Komponente muss dafür eine passende Input-Eigenschaft mit demselben Namen deklarieren, in die der übergebene Wert automatisch hineinfließt.</a:t>
            </a:r>
          </a:p>
        </p:txBody>
      </p:sp>
      <p:sp>
        <p:nvSpPr>
          <p:cNvPr id="4" name="Slide Number Placeholder 3"/>
          <p:cNvSpPr>
            <a:spLocks noGrp="1"/>
          </p:cNvSpPr>
          <p:nvPr>
            <p:ph type="sldNum" idx="66"/>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8 (Inputs): Die „CustomerListComponent“ soll erweitert werden, damit sie ein Array von Customer-Objekten als Input entgegennimmt. Die bisherige Listendarstellung, die vorher direkt in AppComponent stand, wird in diese Kindkomponente verschoben und arbeitet jetzt mit dem übergebenen Input statt mit eigenen, fest hinterlegten Daten.</a:t>
            </a:r>
          </a:p>
        </p:txBody>
      </p:sp>
      <p:sp>
        <p:nvSpPr>
          <p:cNvPr id="4" name="Slide Number Placeholder 3"/>
          <p:cNvSpPr>
            <a:spLocks noGrp="1"/>
          </p:cNvSpPr>
          <p:nvPr>
            <p:ph type="sldNum" idx="66"/>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„Events – Output aus Components“ – leitet die Gegenrichtung zu Inputs ein: Wie kommunizieren Kind-Komponenten zurück zur Eltern-Komponente?</a:t>
            </a:r>
          </a:p>
        </p:txBody>
      </p:sp>
      <p:sp>
        <p:nvSpPr>
          <p:cNvPr id="4" name="Slide Number Placeholder 3"/>
          <p:cNvSpPr>
            <a:spLocks noGrp="1"/>
          </p:cNvSpPr>
          <p:nvPr>
            <p:ph type="sldNum" idx="66"/>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„Event Binding“.</a:t>
            </a:r>
          </a:p>
          <a:p/>
          <a:p>
            <a:r>
              <a:t>Data-Binding über Inputs ist unidirektional: Daten fließen nur von außen (Eltern-Komponente) nach innen (Kind-Komponente). Damit auch Informationen den umgekehrten Weg, von innen nach außen, gehen können, müssen Komponenten aktiv Events nach außen werfen können.</a:t>
            </a:r>
          </a:p>
        </p:txBody>
      </p:sp>
      <p:sp>
        <p:nvSpPr>
          <p:cNvPr id="4" name="Slide Number Placeholder 3"/>
          <p:cNvSpPr>
            <a:spLocks noGrp="1"/>
          </p:cNvSpPr>
          <p:nvPr>
            <p:ph type="sldNum" idx="66"/>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„Event Handler“.</a:t>
            </a:r>
          </a:p>
          <a:p/>
          <a:p>
            <a:r>
              <a:t>Anders als beim klassischen Browser-Eventmodell (das meist nur ein festes Event-Objekt an feste Handler übergibt) können in Angular-Templates beliebige Methoden mit selbst gewählten Parametern als Event-Handler aufgerufen werden – man schreibt direkt Angular-Ausdrücke in die runden Klammern des Event-Bindings.</a:t>
            </a:r>
          </a:p>
        </p:txBody>
      </p:sp>
      <p:sp>
        <p:nvSpPr>
          <p:cNvPr id="4" name="Slide Number Placeholder 3"/>
          <p:cNvSpPr>
            <a:spLocks noGrp="1"/>
          </p:cNvSpPr>
          <p:nvPr>
            <p:ph type="sldNum" idx="66"/>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Event Handler.</a:t>
            </a:r>
          </a:p>
          <a:p/>
          <a:p>
            <a:r>
              <a:t>Eine Klasse „UiAppComponent“ hat eine Liste von Auswahl-Elementen und eine Methode „setItem(item)“, die beim Klick auf ein Listenelement aufgerufen wird (Event Binding im Template, „(click)="setItem(item)"“) und den geklickten Wert weiterverarbeitet.</a:t>
            </a:r>
          </a:p>
        </p:txBody>
      </p:sp>
      <p:sp>
        <p:nvSpPr>
          <p:cNvPr id="4" name="Slide Number Placeholder 3"/>
          <p:cNvSpPr>
            <a:spLocks noGrp="1"/>
          </p:cNvSpPr>
          <p:nvPr>
            <p:ph type="sldNum" idx="66"/>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9 (Events): In „CustomerListComponent“ soll auf Klicks auf die einzelnen Listen-Elemente reagiert werden, indem eine Methode „listItemClicked“ in der Komponenten-Klasse per Event Binding aufgerufen wird.</a:t>
            </a:r>
          </a:p>
        </p:txBody>
      </p:sp>
      <p:sp>
        <p:nvSpPr>
          <p:cNvPr id="4" name="Slide Number Placeholder 3"/>
          <p:cNvSpPr>
            <a:spLocks noGrp="1"/>
          </p:cNvSpPr>
          <p:nvPr>
            <p:ph type="sldNum" idx="66"/>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„Output – Events aus Komponenten“.</a:t>
            </a:r>
          </a:p>
          <a:p/>
          <a:p>
            <a:r>
              <a:t>Eine Komponente kann Events nach außen werfen: Die entsprechende Eigenschaft wird mit der Funktion „output&lt;T&gt;()“ angelegt, wobei der Typ-Parameter „T“ den Typ des Events festlegt. Events werden dann über „emit(wert)“ ausgelöst. Hinweis für erfahrene Teilnehmer: Das ist der moderne, schlanke Ersatz für das ältere „@Output()“ zusammen mit „new EventEmitter&lt;T&gt;()“.</a:t>
            </a:r>
          </a:p>
        </p:txBody>
      </p:sp>
      <p:sp>
        <p:nvSpPr>
          <p:cNvPr id="4" name="Slide Number Placeholder 3"/>
          <p:cNvSpPr>
            <a:spLocks noGrp="1"/>
          </p:cNvSpPr>
          <p:nvPr>
            <p:ph type="sldNum" idx="66"/>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„Nutzende Komponente“.</a:t>
            </a:r>
          </a:p>
          <a:p/>
          <a:p>
            <a:r>
              <a:t>Zeigt, wie die äußere Komponente die „release-card“ einbindet und deren Output per runder Klammer abfängt: „(releaseLiked)="..."“. Wichtig zu betonen: Die dabei aufgerufene Methode gehört zur äußeren, aufrufenden Komponente, nicht zur „release-card“ selbst – die Kindkomponente „weiß“ nichts davon, was die Eltern-Komponente mit dem Event macht.</a:t>
            </a:r>
          </a:p>
        </p:txBody>
      </p:sp>
      <p:sp>
        <p:nvSpPr>
          <p:cNvPr id="4" name="Slide Number Placeholder 3"/>
          <p:cNvSpPr>
            <a:spLocks noGrp="1"/>
          </p:cNvSpPr>
          <p:nvPr>
            <p:ph type="sldNum" idx="66"/>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„Lokaler State mit Signals“.</a:t>
            </a:r>
          </a:p>
          <a:p/>
          <a:p>
            <a:r>
              <a:t>„signal&lt;Customer | undefined&gt;(undefined)“ legt einen reaktiven, lokalen Zustand in der Komponente an. Über „.set(customer)“ (oder „.update(...)“) wird der Wert geändert, und jede Stelle im Template, die dieses Signal per Aufruf „selectedCustomer()“ liest, aktualisiert sich automatisch bei einer Änderung. Das ist die moderne Alternative zu einer einfachen Klassenvariable.</a:t>
            </a:r>
          </a:p>
        </p:txBody>
      </p:sp>
      <p:sp>
        <p:nvSpPr>
          <p:cNvPr id="4" name="Slide Number Placeholder 3"/>
          <p:cNvSpPr>
            <a:spLocks noGrp="1"/>
          </p:cNvSpPr>
          <p:nvPr>
            <p:ph type="sldNum" idx="66"/>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10 (Output): In „CustomerListComponent“ soll ein Output „customerSelected = output&lt;Customer&gt;()“ erzeugt werden. Beim Klick auf einen Listeneintrag wird dieses Event mit dem angeklickten Customer ausgelöst (emittiert), damit die Eltern-Komponente erfährt, welcher Kunde gerade ausgewählt wurde.</a:t>
            </a:r>
          </a:p>
        </p:txBody>
      </p:sp>
      <p:sp>
        <p:nvSpPr>
          <p:cNvPr id="4" name="Slide Number Placeholder 3"/>
          <p:cNvSpPr>
            <a:spLocks noGrp="1"/>
          </p:cNvSpPr>
          <p:nvPr>
            <p:ph type="sldNum" idx="66"/>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Übersichtsfolie zum Zusammenspiel aller bisherigen Konzepte: „AppComponent“ hält den Zustand „selectedCustomer = signal&lt;Customer | undefined&gt;()“, reagiert per „(customerSelected)="newCustomerSelected($event)"“ auf das Output-Event der Liste, und reicht den ausgewählten Kunden über „[customer2Show]="selectedCustomer()"“ an eine „DetailComponent“ weiter, die ihn über einen Input „customer2Show = input&lt;Customer&gt;()“ entgegennimmt und im Template mit „{{customer2Show()?.name}}“ anzeigt (inklusive Safe-Navigation-Operator, siehe spätere Folie).</a:t>
            </a:r>
          </a:p>
        </p:txBody>
      </p:sp>
      <p:sp>
        <p:nvSpPr>
          <p:cNvPr id="4" name="Slide Number Placeholder 3"/>
          <p:cNvSpPr>
            <a:spLocks noGrp="1"/>
          </p:cNvSpPr>
          <p:nvPr>
            <p:ph type="sldNum" idx="66"/>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„Expression Language“ – leitet den Abschnitt zur Ausdruckssprache innerhalb von Angular-Templates ein (also alles, was in „{{ }}“ oder eckigen/runden Klammern stehen darf).</a:t>
            </a:r>
          </a:p>
        </p:txBody>
      </p:sp>
      <p:sp>
        <p:nvSpPr>
          <p:cNvPr id="4" name="Slide Number Placeholder 3"/>
          <p:cNvSpPr>
            <a:spLocks noGrp="1"/>
          </p:cNvSpPr>
          <p:nvPr>
            <p:ph type="sldNum" idx="66"/>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wir fast alles schon kennen“ – macht deutlich, dass die Angular-Template-Ausdruckssprache größtenteils normalem, bereits bekanntem TypeScript/JavaScript entspricht, mit einigen speziellen Ergänzungen (die auf den folgenden Folien gezeigt werden).</a:t>
            </a:r>
          </a:p>
        </p:txBody>
      </p:sp>
      <p:sp>
        <p:nvSpPr>
          <p:cNvPr id="4" name="Slide Number Placeholder 3"/>
          <p:cNvSpPr>
            <a:spLocks noGrp="1"/>
          </p:cNvSpPr>
          <p:nvPr>
            <p:ph type="sldNum" idx="66"/>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„Safe Navigator“.</a:t>
            </a:r>
          </a:p>
          <a:p/>
          <a:p>
            <a:r>
              <a:t>Der Operator „?.“ (Fragezeichen-Punkt) erlaubt einen sicheren Zugriff auf eine Eigenschaft, auch wenn das Objekt davor „null“ oder „undefined“ sein könnte: Statt einer Exception wird dann einfach ein Leerstring angezeigt. Das funktioniert auch verkettet, z. B. „bean?.complexProperty?.name“, wenn mehrere Ebenen unsicher sein könnten.</a:t>
            </a:r>
          </a:p>
        </p:txBody>
      </p:sp>
      <p:sp>
        <p:nvSpPr>
          <p:cNvPr id="4" name="Slide Number Placeholder 3"/>
          <p:cNvSpPr>
            <a:spLocks noGrp="1"/>
          </p:cNvSpPr>
          <p:nvPr>
            <p:ph type="sldNum" idx="66"/>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„Performance Impact“.</a:t>
            </a:r>
          </a:p>
          <a:p/>
          <a:p>
            <a:r>
              <a:t>Ein Funktionsaufruf direkt im Template, z. B. „@if (isUserActive(user)) { ... }“, wird bei jeder Change-Detection-Runde erneut ausgeführt – das kann bei komplexer Logik zum Performance-Problem werden. Besser: Die Berechnung in ein „computed(...)“-Signal in der Komponente auslagern, das sich nur dann neu berechnet, wenn sich seine tatsächlichen Abhängigkeiten ändern, und im Template nur das fertige, bereits berechnete Signal auslesen.</a:t>
            </a:r>
          </a:p>
        </p:txBody>
      </p:sp>
      <p:sp>
        <p:nvSpPr>
          <p:cNvPr id="4" name="Slide Number Placeholder 3"/>
          <p:cNvSpPr>
            <a:spLocks noGrp="1"/>
          </p:cNvSpPr>
          <p:nvPr>
            <p:ph type="sldNum" idx="66"/>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„One Way Property Bindings bei Images“.</a:t>
            </a:r>
          </a:p>
          <a:p/>
          <a:p>
            <a:r>
              <a:t>Eigenschaften von HTML-Elementen, die keine eigenen Angular-Attribute sind (z. B. „src“ eines Bildes oder „disabled“ eines Buttons), können ebenfalls per eckigen Klammern „[...]“ dynamisch an einen Ausdruck der Komponente gebunden werden, z. B. „[src]="release.cover"“.</a:t>
            </a:r>
          </a:p>
        </p:txBody>
      </p:sp>
      <p:sp>
        <p:nvSpPr>
          <p:cNvPr id="4" name="Slide Number Placeholder 3"/>
          <p:cNvSpPr>
            <a:spLocks noGrp="1"/>
          </p:cNvSpPr>
          <p:nvPr>
            <p:ph type="sldNum" idx="66"/>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„Event Binding“ (Vertiefung).</a:t>
            </a:r>
          </a:p>
          <a:p/>
          <a:p>
            <a:r>
              <a:t>Event Binding ist ebenfalls unidirektional, aber in die andere Richtung: von innen (dem HTML-Element bzw. der Kind-Komponente) nach oben im Komponenten-Baum. „$event“ ist dabei das Handle auf das eigentliche Event-Objekt (z. B. die Tastatureingabe bei „(keyup)"“), über das man z. B. den eingegebenen Wert auslesen kann.</a:t>
            </a:r>
          </a:p>
        </p:txBody>
      </p:sp>
      <p:sp>
        <p:nvSpPr>
          <p:cNvPr id="4" name="Slide Number Placeholder 3"/>
          <p:cNvSpPr>
            <a:spLocks noGrp="1"/>
          </p:cNvSpPr>
          <p:nvPr>
            <p:ph type="sldNum" idx="66"/>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„Style Bindings“.</a:t>
            </a:r>
          </a:p>
          <a:p/>
          <a:p>
            <a:r>
              <a:t>Class-Bindings erlauben es, eine CSS-Klasse dynamisch abhängig von einem Ausdruck zu setzen: „[class.selected]="isSelected(track)"“ setzt die Klasse „selected“ nur, wenn der Ausdruck wahr ist. Analog gibt es Style-Bindings wie „[style.visibility]="..."“, um einzelne CSS-Eigenschaften direkt zu steuern.</a:t>
            </a:r>
          </a:p>
        </p:txBody>
      </p:sp>
      <p:sp>
        <p:nvSpPr>
          <p:cNvPr id="4" name="Slide Number Placeholder 3"/>
          <p:cNvSpPr>
            <a:spLocks noGrp="1"/>
          </p:cNvSpPr>
          <p:nvPr>
            <p:ph type="sldNum" idx="66"/>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„Data Binding in Formularen“.</a:t>
            </a:r>
          </a:p>
          <a:p/>
          <a:p>
            <a:r>
              <a:t>Ziel ist es, Formularfelder direkt an Eigenschaften der Komponente zu binden. Manuell müsste man dafür Property Binding (Anzeige des Wertes) und Event Binding (Reaktion auf Eingaben, um die Eigenschaft wieder zu aktualisieren) getrennt kombinieren, wie das Beispiel mit „[value]“ und „(input)“ zeigt – das führt zur nächsten Folie mit einer bequemeren, kombinierten Schreibweise.</a:t>
            </a:r>
          </a:p>
        </p:txBody>
      </p:sp>
      <p:sp>
        <p:nvSpPr>
          <p:cNvPr id="4" name="Slide Number Placeholder 3"/>
          <p:cNvSpPr>
            <a:spLocks noGrp="1"/>
          </p:cNvSpPr>
          <p:nvPr>
            <p:ph type="sldNum" idx="66"/>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„Deferrable Views: @defer“.</a:t>
            </a:r>
          </a:p>
          <a:p/>
          <a:p>
            <a:r>
              <a:t>„@defer (on idle) { ... }“ lädt den Inhalt (hier eine „customer-details“-Komponente) erst dann, wenn der Browser gerade nichts Wichtigeres zu tun hat. Solange noch nicht geladen wurde, zeigt „@placeholder“ einen Platzhaltertext, „@loading“ (mit Mindestanzeigedauer) einen Ladehinweis während des tatsächlichen Ladevorgangs, und „@error“ greift, falls das Laden fehlschlägt. Vorteil: Die referenzierte Komponente landet in einem eigenen, separat nachladbaren Bundle und muss nicht sofort beim ersten Seitenaufruf mitgeladen werden.</a:t>
            </a:r>
          </a:p>
        </p:txBody>
      </p:sp>
      <p:sp>
        <p:nvSpPr>
          <p:cNvPr id="4" name="Slide Number Placeholder 3"/>
          <p:cNvSpPr>
            <a:spLocks noGrp="1"/>
          </p:cNvSpPr>
          <p:nvPr>
            <p:ph type="sldNum" idx="66"/>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11 (Bindings auf Images und mehr): Das Datenmodell „Customer“ bekommt eine optionale Eigenschaft „imageUrl: string“, die auch im Konstruktor als Parameter aufgenommen wird – Vorbereitung, um später ein Kundenbild per Property Binding anzuzeigen.</a:t>
            </a:r>
          </a:p>
        </p:txBody>
      </p:sp>
      <p:sp>
        <p:nvSpPr>
          <p:cNvPr id="4" name="Slide Number Placeholder 3"/>
          <p:cNvSpPr>
            <a:spLocks noGrp="1"/>
          </p:cNvSpPr>
          <p:nvPr>
            <p:ph type="sldNum" idx="66"/>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12 (Class Binding): In „Customer“ wird ein Feld „discontinued: boolean“ ergänzt (ebenfalls über den Konstruktor gesetzt). In AppComponent bzw. der Listendarstellung soll dieses Feld genutzt werden, um z. B. per Class Binding einen speziellen visuellen Stil für nicht mehr aktive Kunden anzuzeigen.</a:t>
            </a:r>
          </a:p>
        </p:txBody>
      </p:sp>
      <p:sp>
        <p:nvSpPr>
          <p:cNvPr id="4" name="Slide Number Placeholder 3"/>
          <p:cNvSpPr>
            <a:spLocks noGrp="1"/>
          </p:cNvSpPr>
          <p:nvPr>
            <p:ph type="sldNum" idx="66"/>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13 (Formulare): In der Detail-Ansicht soll es möglich werden, den Namen eines Customers direkt zu bearbeiten. Dafür wird „FormsModule“ aus „@angular/forms“ im „imports“-Array der zuständigen Standalone-Komponente eingebunden (nicht mehr in einem NgModule wie früher), damit z. B. „ngModel“ genutzt werden kann.</a:t>
            </a:r>
          </a:p>
        </p:txBody>
      </p:sp>
      <p:sp>
        <p:nvSpPr>
          <p:cNvPr id="4" name="Slide Number Placeholder 3"/>
          <p:cNvSpPr>
            <a:spLocks noGrp="1"/>
          </p:cNvSpPr>
          <p:nvPr>
            <p:ph type="sldNum" idx="66"/>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„Services“ – leitet das Thema Services ein: Wiederverwendbare, von der Anzeige getrennte Logik-Bausteine.</a:t>
            </a:r>
          </a:p>
        </p:txBody>
      </p:sp>
      <p:sp>
        <p:nvSpPr>
          <p:cNvPr id="4" name="Slide Number Placeholder 3"/>
          <p:cNvSpPr>
            <a:spLocks noGrp="1"/>
          </p:cNvSpPr>
          <p:nvPr>
            <p:ph type="sldNum" idx="66"/>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„Eigenschaften eines Services“ – kündigt eine genauere Betrachtung an, was einen Service als Konzept ausmacht (kein reines UI, sondern Logik/Datenzugriff).</a:t>
            </a:r>
          </a:p>
        </p:txBody>
      </p:sp>
      <p:sp>
        <p:nvSpPr>
          <p:cNvPr id="4" name="Slide Number Placeholder 3"/>
          <p:cNvSpPr>
            <a:spLocks noGrp="1"/>
          </p:cNvSpPr>
          <p:nvPr>
            <p:ph type="sldNum" idx="66"/>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„Services? Was“ – vermutlich eine einleitende, motivierende Fragestellung, warum man Logik überhaupt aus Komponenten in separate Services auslagert.</a:t>
            </a:r>
          </a:p>
        </p:txBody>
      </p:sp>
      <p:sp>
        <p:nvSpPr>
          <p:cNvPr id="4" name="Slide Number Placeholder 3"/>
          <p:cNvSpPr>
            <a:spLocks noGrp="1"/>
          </p:cNvSpPr>
          <p:nvPr>
            <p:ph type="sldNum" idx="66"/>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„Aufgaben eines Services“.</a:t>
            </a:r>
          </a:p>
          <a:p/>
          <a:p>
            <a:r>
              <a:t>Die Standard-Services des Angular-Frameworks stellen nützliche, wiederverwendbare Routinen bereit – ein zentrales Beispiel ist die Kommunikation mit einem Server/Backend, die typischerweise nicht direkt in einer Komponente, sondern in einem eigenen Service gekapselt wird.</a:t>
            </a:r>
          </a:p>
        </p:txBody>
      </p:sp>
      <p:sp>
        <p:nvSpPr>
          <p:cNvPr id="4" name="Slide Number Placeholder 3"/>
          <p:cNvSpPr>
            <a:spLocks noGrp="1"/>
          </p:cNvSpPr>
          <p:nvPr>
            <p:ph type="sldNum" idx="66"/>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„Ein simpler Service“.</a:t>
            </a:r>
          </a:p>
          <a:p/>
          <a:p>
            <a:r>
              <a:t>Das Angular CLI kann per „ng generate service &lt;ServiceName&gt;“ automatisch einen neuen Service anlegen. Ein Service selbst ist im Kern eine ganz normale Klasse, die mit der „@Injectable“-Annotation versehen wird, damit sie über Dependency Injection (folgt später) in anderen Klassen genutzt werden kann.</a:t>
            </a:r>
          </a:p>
        </p:txBody>
      </p:sp>
      <p:sp>
        <p:nvSpPr>
          <p:cNvPr id="4" name="Slide Number Placeholder 3"/>
          <p:cNvSpPr>
            <a:spLocks noGrp="1"/>
          </p:cNvSpPr>
          <p:nvPr>
            <p:ph type="sldNum" idx="66"/>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„Methode in Services“.</a:t>
            </a:r>
          </a:p>
          <a:p/>
          <a:p>
            <a:r>
              <a:t>Die Klasse „ArtistService“ importiert den Typ „Artist“ und stellt eine Methode „getAllArtists()“ bereit, die (in diesem einfachen Anfangsbeispiel) noch ein leeres Array zurückgibt – als Ausgangspunkt, der später mit echten Daten befüllt wird.</a:t>
            </a:r>
          </a:p>
        </p:txBody>
      </p:sp>
      <p:sp>
        <p:nvSpPr>
          <p:cNvPr id="4" name="Slide Number Placeholder 3"/>
          <p:cNvSpPr>
            <a:spLocks noGrp="1"/>
          </p:cNvSpPr>
          <p:nvPr>
            <p:ph type="sldNum" idx="66"/>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„API Stabilität“.</a:t>
            </a:r>
          </a:p>
          <a:p/>
          <a:p>
            <a:r>
              <a:t>Ein Service versteckt die Details der eigentlichen Datenhaltung vor den Komponenten – die Komponente kennt nur die Methoden des Services, nicht ob die Daten aus einem Mock-Array, einer Datenbank oder einem HTTP-Aufruf stammen. So bleibt die API stabil, auch wenn sich die tatsächliche Datenquelle später ändert. Best Practice: Mock-Daten in eine eigene Datei auslagern, parallel zum Service.</a:t>
            </a:r>
          </a:p>
        </p:txBody>
      </p:sp>
      <p:sp>
        <p:nvSpPr>
          <p:cNvPr id="4" name="Slide Number Placeholder 3"/>
          <p:cNvSpPr>
            <a:spLocks noGrp="1"/>
          </p:cNvSpPr>
          <p:nvPr>
            <p:ph type="sldNum" idx="66"/>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„Objektnetze in OO-Systemen“ – leitet die Frage ein, wie Objekte in einem objektorientierten System überhaupt an ihre benötigten Abhängigkeiten (z. B. ein DAO/Service) kommen. Die folgenden drei Folien zeigen dazu drei klassische Ansätze aus der objektorientierten Programmierung (in Java-Syntax als Beispiel).</a:t>
            </a:r>
          </a:p>
        </p:txBody>
      </p:sp>
      <p:sp>
        <p:nvSpPr>
          <p:cNvPr id="4" name="Slide Number Placeholder 3"/>
          <p:cNvSpPr>
            <a:spLocks noGrp="1"/>
          </p:cNvSpPr>
          <p:nvPr>
            <p:ph type="sldNum" idx="66"/>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„Assignment by Third Party“.</a:t>
            </a:r>
          </a:p>
          <a:p/>
          <a:p>
            <a:r>
              <a:t>Ein Objekt „MyService“ wird von außen erzeugt, und seine Abhängigkeit (das DAO) wird ihm anschließend von einer dritten Partei (hier der main-Methode) über eine Setter-Methode „setDAO(...)“ zugewiesen. Das Objekt selbst erzeugt seine Abhängigkeit also nicht, sie wird ihm gegeben – die Grundidee hinter Dependency Injection, hier aber noch manuell.</a:t>
            </a:r>
          </a:p>
        </p:txBody>
      </p:sp>
      <p:sp>
        <p:nvSpPr>
          <p:cNvPr id="4" name="Slide Number Placeholder 3"/>
          <p:cNvSpPr>
            <a:spLocks noGrp="1"/>
          </p:cNvSpPr>
          <p:nvPr>
            <p:ph type="sldNum" idx="66"/>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„Creating itself – DIRECT“ (Legacy-Kopie eines früheren DI-Konfigurations-Beispiels).</a:t>
            </a:r>
          </a:p>
          <a:p/>
          <a:p>
            <a:r>
              <a:t>Das Gegenmodell zur vorherigen Folie: „MyService“ erzeugt sein DAO direkt selbst im Konstruktor mit „new MyDao()“. Nachteil: Die Abhängigkeit ist fest verdrahtet und kann später nicht mehr ausgetauscht werden (z. B. nicht durch einen Mock für Tests).</a:t>
            </a:r>
          </a:p>
        </p:txBody>
      </p:sp>
      <p:sp>
        <p:nvSpPr>
          <p:cNvPr id="4" name="Slide Number Placeholder 3"/>
          <p:cNvSpPr>
            <a:spLocks noGrp="1"/>
          </p:cNvSpPr>
          <p:nvPr>
            <p:ph type="sldNum" idx="66"/>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„Beispiel: Service“ – kündigt an, dass jetzt konkret gezeigt wird, wie Dependency Injection tatsächlich innerhalb von Angular funktioniert.</a:t>
            </a:r>
          </a:p>
        </p:txBody>
      </p:sp>
      <p:sp>
        <p:nvSpPr>
          <p:cNvPr id="4" name="Slide Number Placeholder 3"/>
          <p:cNvSpPr>
            <a:spLocks noGrp="1"/>
          </p:cNvSpPr>
          <p:nvPr>
            <p:ph type="sldNum" idx="66"/>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 Konfig“.</a:t>
            </a:r>
          </a:p>
          <a:p/>
          <a:p>
            <a:r>
              <a:t>Angular muss wissen, welches konkrete Objekt für welche Abhängigkeit eingesetzt werden soll – das wird über sogenannte „Providers“ konfiguriert. Die Kette lautet: Injector fragt einen Provider, der wiederum die tatsächliche Instanz liefert. Die Konfiguration kann direkt am Service selbst erfolgen (z. B. „@Injectable({ providedIn: 'root' })“) oder global in „main.ts“.</a:t>
            </a:r>
          </a:p>
        </p:txBody>
      </p:sp>
      <p:sp>
        <p:nvSpPr>
          <p:cNvPr id="4" name="Slide Number Placeholder 3"/>
          <p:cNvSpPr>
            <a:spLocks noGrp="1"/>
          </p:cNvSpPr>
          <p:nvPr>
            <p:ph type="sldNum" idx="66"/>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„Wie geht DI in Angular“.</a:t>
            </a:r>
          </a:p>
          <a:p/>
          <a:p>
            <a:r>
              <a:t>Die einfachste Form ist die direkte Angabe der Klasse selbst im providers-Array (Kurzform für „{ provide: Klasse, useClass: Klasse }“). Allgemeiner ist das vollständige Provider-Objekt: „provide“ legt fest, unter welchem Namen (Klasse oder InjectionToken) etwas zur Verfügung steht, und ein „Rezept“ (useClass, useValue, useFactory oder useExisting) legt fest, wie die tatsächliche Instanz erzeugt wird.</a:t>
            </a:r>
          </a:p>
        </p:txBody>
      </p:sp>
      <p:sp>
        <p:nvSpPr>
          <p:cNvPr id="4" name="Slide Number Placeholder 3"/>
          <p:cNvSpPr>
            <a:spLocks noGrp="1"/>
          </p:cNvSpPr>
          <p:nvPr>
            <p:ph type="sldNum" idx="66"/>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„Moderne Dependency Injection mit inject()“.</a:t>
            </a:r>
          </a:p>
          <a:p/>
          <a:p>
            <a:r>
              <a:t>Statt eine Abhängigkeit über den Konstruktor entgegenzunehmen (die frühere Standard-Schreibweise, siehe Kommentar auf der Folie), wird sie hier direkt als Klassenfeld mit der Funktion „inject(CustomerService)“ angefordert: „private readonly customerService = inject(CustomerService);“. Vorteile: weniger Boilerplate, einfachere Vererbung, und „inject()“ funktioniert auch außerhalb von Klassen in Funktionen wie funktionalen Guards oder Interceptors, wo ein Konstruktor gar nicht zur Verfügung steht.</a:t>
            </a:r>
          </a:p>
        </p:txBody>
      </p:sp>
      <p:sp>
        <p:nvSpPr>
          <p:cNvPr id="4" name="Slide Number Placeholder 3"/>
          <p:cNvSpPr>
            <a:spLocks noGrp="1"/>
          </p:cNvSpPr>
          <p:nvPr>
            <p:ph type="sldNum" idx="66"/>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„Kontextbasierte Injektion“.</a:t>
            </a:r>
          </a:p>
          <a:p/>
          <a:p>
            <a:r>
              <a:t>Injektoren bilden einen Baum: Jede Komponente bekommt einen eigenen Child-Injector, der vom Injector der Eltern-Komponente abstammt. Innerhalb eines Injectors ist eine Instanz jeweils ein Singleton (nur einmal vorhanden). Ein Child-Injector kann dabei eigene Provider definieren, die die des Elternteils überschreiben oder ergänzen – nützlich, um z. B. in einem Unterbaum der Anwendung eine andere Implementierung eines Services einzusetzen.</a:t>
            </a:r>
          </a:p>
        </p:txBody>
      </p:sp>
      <p:sp>
        <p:nvSpPr>
          <p:cNvPr id="4" name="Slide Number Placeholder 3"/>
          <p:cNvSpPr>
            <a:spLocks noGrp="1"/>
          </p:cNvSpPr>
          <p:nvPr>
            <p:ph type="sldNum" idx="66"/>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14: Ein Service „CustomerService“ soll per „ng generate service customer/customer“ erzeugt werden. Zusätzlich werden Mock-Daten in einer eigenen Datei angelegt, die der Service zurückgibt – analog zum vorher gezeigten Best-Practice-Muster (Mock-Daten getrennt vom Service).</a:t>
            </a:r>
          </a:p>
        </p:txBody>
      </p:sp>
      <p:sp>
        <p:nvSpPr>
          <p:cNvPr id="4" name="Slide Number Placeholder 3"/>
          <p:cNvSpPr>
            <a:spLocks noGrp="1"/>
          </p:cNvSpPr>
          <p:nvPr>
            <p:ph type="sldNum" idx="66"/>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15: Der zuvor erzeugte „CustomerService“ soll in „AppComponent“ injiziert werden. Der Service selbst wird über „@Injectable({ providedIn: 'root' })“ zur Verfügung gestellt (das ist bereits der Standard, den „ng generate service“ automatisch einstellt) – Ziel: erstmals einen selbst erstellten Service tatsächlich per Dependency Injection nutzen.</a:t>
            </a:r>
          </a:p>
        </p:txBody>
      </p:sp>
      <p:sp>
        <p:nvSpPr>
          <p:cNvPr id="4" name="Slide Number Placeholder 3"/>
          <p:cNvSpPr>
            <a:spLocks noGrp="1"/>
          </p:cNvSpPr>
          <p:nvPr>
            <p:ph type="sldNum" idx="66"/>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„Komponenten Lebenszyklus“.</a:t>
            </a:r>
          </a:p>
          <a:p/>
          <a:p>
            <a:r>
              <a:t>Jede Komponente durchläuft während ihrer Existenz mehrere feste Phasen (Lifecycle Hooks): zuerst der Konstruktor-Aufruf, danach u. a. „ngOnChanges“, „ngOnInit“, „ngDoCheck“, „ngAfterContentInit“, „ngAfterContentChecked“ und weitere. Diese Hooks kann man implementieren, um zu bestimmten Zeitpunkten eigenen Code auszuführen.</a:t>
            </a:r>
          </a:p>
        </p:txBody>
      </p:sp>
      <p:sp>
        <p:nvSpPr>
          <p:cNvPr id="4" name="Slide Number Placeholder 3"/>
          <p:cNvSpPr>
            <a:spLocks noGrp="1"/>
          </p:cNvSpPr>
          <p:nvPr>
            <p:ph type="sldNum" idx="66"/>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soll das?“ – Begründung für Lifecycle Hooks.</a:t>
            </a:r>
          </a:p>
          <a:p/>
          <a:p>
            <a:r>
              <a:t>Bestimmte Informationen stehen beim Erzeugen einer Komponente im Konstruktor noch gar nicht zur Verfügung, z. B. eine ID aus dem Routing, oder Kind-Komponenten, die erst nach der eigenen Instanziierung vollständig initialisiert werden. Für solche Fälle gibt es passende, spätere Lifecycle-Zeitpunkte wie „ngOnInit“.</a:t>
            </a:r>
          </a:p>
        </p:txBody>
      </p:sp>
      <p:sp>
        <p:nvSpPr>
          <p:cNvPr id="4" name="Slide Number Placeholder 3"/>
          <p:cNvSpPr>
            <a:spLocks noGrp="1"/>
          </p:cNvSpPr>
          <p:nvPr>
            <p:ph type="sldNum" idx="66"/>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„Best Practices: OnInit“.</a:t>
            </a:r>
          </a:p>
          <a:p/>
          <a:p>
            <a:r>
              <a:t>Statt Initialisierungslogik in den Konstruktor zu packen, wird sie in die Methode „ngOnInit()“ verschoben (dafür muss die Klasse das Interface „OnInit“ aus „@angular/core“ implementieren). So ist sicher, dass z. B. Inputs bereits gesetzt sind, wenn die Initialisierung tatsächlich läuft.</a:t>
            </a:r>
          </a:p>
        </p:txBody>
      </p:sp>
      <p:sp>
        <p:nvSpPr>
          <p:cNvPr id="4" name="Slide Number Placeholder 3"/>
          <p:cNvSpPr>
            <a:spLocks noGrp="1"/>
          </p:cNvSpPr>
          <p:nvPr>
            <p:ph type="sldNum" idx="66"/>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16 (OnInit): Die Dateninitialisierung in „AppComponent“ soll vom Konstruktor in den „ngOnInit“-Hook verschoben werden, inklusive Implementierung des Interfaces „OnInit“ aus „@angular/core“.</a:t>
            </a:r>
          </a:p>
        </p:txBody>
      </p:sp>
      <p:sp>
        <p:nvSpPr>
          <p:cNvPr id="4" name="Slide Number Placeholder 3"/>
          <p:cNvSpPr>
            <a:spLocks noGrp="1"/>
          </p:cNvSpPr>
          <p:nvPr>
            <p:ph type="sldNum" idx="66"/>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„Allgemein“ zu Pipes.</a:t>
            </a:r>
          </a:p>
          <a:p/>
          <a:p>
            <a:r>
              <a:t>Pipes dienen der Daten-Transformation speziell für die Anzeige im UI: kleine, wiederverwendbare Operationen, angelehnt an das Konzept der funktionalen Programmierung (eine Eingabe wird zu einer Ausgabe transformiert, ohne Nebeneffekte). Daten und deren Darstellung/Formatierung werden so klar getrennt.</a:t>
            </a:r>
          </a:p>
        </p:txBody>
      </p:sp>
      <p:sp>
        <p:nvSpPr>
          <p:cNvPr id="4" name="Slide Number Placeholder 3"/>
          <p:cNvSpPr>
            <a:spLocks noGrp="1"/>
          </p:cNvSpPr>
          <p:nvPr>
            <p:ph type="sldNum" idx="66"/>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sind Pipes?“.</a:t>
            </a:r>
          </a:p>
          <a:p/>
          <a:p>
            <a:r>
              <a:t>Pipes formatieren das Ergebnis eines Ausdrucks, z. B. einer Interpolation: „{{dateOfBirth | date}}“ formatiert ein Geburtsdatum lesbar als Datum. Der senkrechte Strich „|“ im Template ist die Pipe-Syntax, nicht mit Union Types aus TypeScript zu verwechseln (auch wenn dasselbe Symbol verwendet wird).</a:t>
            </a:r>
          </a:p>
        </p:txBody>
      </p:sp>
      <p:sp>
        <p:nvSpPr>
          <p:cNvPr id="4" name="Slide Number Placeholder 3"/>
          <p:cNvSpPr>
            <a:spLocks noGrp="1"/>
          </p:cNvSpPr>
          <p:nvPr>
            <p:ph type="sldNum" idx="66"/>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„Decimal Pipe“.</a:t>
            </a:r>
          </a:p>
          <a:p/>
          <a:p>
            <a:r>
              <a:t>Die eingebaute „decimal“-Pipe formatiert Zahlenwerte, z. B. mit einem Parameter für die gewünschte Anzahl Nachkommastellen: „{{ track.size | decimal:2 }}“ zeigt den Wert mit genau zwei Nachkommastellen.</a:t>
            </a:r>
          </a:p>
        </p:txBody>
      </p:sp>
      <p:sp>
        <p:nvSpPr>
          <p:cNvPr id="4" name="Slide Number Placeholder 3"/>
          <p:cNvSpPr>
            <a:spLocks noGrp="1"/>
          </p:cNvSpPr>
          <p:nvPr>
            <p:ph type="sldNum" idx="66"/>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„Date Pipe“.</a:t>
            </a:r>
          </a:p>
          <a:p/>
          <a:p>
            <a:r>
              <a:t>Die eingebaute „date“-Pipe funktioniert für Datum-Strings, Date-Objekte und Zeitstempel (Zahlen) gleichermaßen und nimmt als Parameter entweder eine Kurzform (z. B. „short“) oder ein eigenes Format-Muster entgegen, um das Datum passend darzustellen.</a:t>
            </a:r>
          </a:p>
        </p:txBody>
      </p:sp>
      <p:sp>
        <p:nvSpPr>
          <p:cNvPr id="4" name="Slide Number Placeholder 3"/>
          <p:cNvSpPr>
            <a:spLocks noGrp="1"/>
          </p:cNvSpPr>
          <p:nvPr>
            <p:ph type="sldNum" idx="66"/>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17 (Pipe): Das Datenmodell „Customer“ bekommt ein neues Feld „lastOrderDate“ vom Typ „Date“ (auch im Konstruktor). Die Mock-Daten werden entsprechend angepasst und das neue Datum im Template z. B. mit der „date“-Pipe formatiert dargestellt.</a:t>
            </a:r>
          </a:p>
        </p:txBody>
      </p:sp>
      <p:sp>
        <p:nvSpPr>
          <p:cNvPr id="4" name="Slide Number Placeholder 3"/>
          <p:cNvSpPr>
            <a:spLocks noGrp="1"/>
          </p:cNvSpPr>
          <p:nvPr>
            <p:ph type="sldNum" idx="66"/>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„Pipes sind Klassen“.</a:t>
            </a:r>
          </a:p>
          <a:p/>
          <a:p>
            <a:r>
              <a:t>Auch eine Pipe ist im Kern eine normale TypeScript-Klasse: Sie implementiert das Interface „PipeTransform“ aus „@angular/core“ (mit einer „transform“-Methode) und wird zusätzlich mit dem „@Pipe“-Decorator markiert, der u. a. den Namen festlegt, unter dem die Pipe im Template verwendet werden kann.</a:t>
            </a:r>
          </a:p>
        </p:txBody>
      </p:sp>
      <p:sp>
        <p:nvSpPr>
          <p:cNvPr id="4" name="Slide Number Placeholder 3"/>
          <p:cNvSpPr>
            <a:spLocks noGrp="1"/>
          </p:cNvSpPr>
          <p:nvPr>
            <p:ph type="sldNum" idx="66"/>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„Verwendung von Pipes in Komponenten“.</a:t>
            </a:r>
          </a:p>
          <a:p/>
          <a:p>
            <a:r>
              <a:t>Zeigt, wie sowohl eine eingebaute Pipe (importierte „DatePipe“ aus „@angular/common“) als auch eine selbst geschriebene, eigene Pipe („HasLikesPipe“) gemeinsam im „imports“-Array der Standalone-Komponente „release-card“ eingebunden werden – ohne dass dafür ein NgModule nötig ist.</a:t>
            </a:r>
          </a:p>
        </p:txBody>
      </p:sp>
      <p:sp>
        <p:nvSpPr>
          <p:cNvPr id="4" name="Slide Number Placeholder 3"/>
          <p:cNvSpPr>
            <a:spLocks noGrp="1"/>
          </p:cNvSpPr>
          <p:nvPr>
            <p:ph type="sldNum" idx="66"/>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18 (Eigene Pipe): Eine eigene Pipe „currentActiveCustomers“ soll geschrieben werden, generiert per ng generate pipe customer/current-active-customers-pipe, die z. B. aus der Kundenliste nur die noch aktiven Kunden herausfiltert (Implementierung der „transform“-Methode).</a:t>
            </a:r>
          </a:p>
        </p:txBody>
      </p:sp>
      <p:sp>
        <p:nvSpPr>
          <p:cNvPr id="4" name="Slide Number Placeholder 3"/>
          <p:cNvSpPr>
            <a:spLocks noGrp="1"/>
          </p:cNvSpPr>
          <p:nvPr>
            <p:ph type="sldNum" idx="66"/>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Diagrammfolie zum Zusammenspiel von Datenformaten und Pipe.</a:t>
            </a:r>
          </a:p>
          <a:p/>
          <a:p>
            <a:r>
              <a:t>Zeigt anhand des Feldes „nextRun“, wie ein Datum als reiner Text/JSON-Wert (z. B. „2023-12-23“ aus einer „training.json“) über eine Pipe „takePlaceSoonPipe“ mit einer „transform(value: Date)“-Methode in eine für Menschen passend aufbereitete Darstellung überführt wird.</a:t>
            </a:r>
          </a:p>
        </p:txBody>
      </p:sp>
      <p:sp>
        <p:nvSpPr>
          <p:cNvPr id="4" name="Slide Number Placeholder 3"/>
          <p:cNvSpPr>
            <a:spLocks noGrp="1"/>
          </p:cNvSpPr>
          <p:nvPr>
            <p:ph type="sldNum" idx="66"/>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„Welche Eigenschaft hat die Variable X“ – Einstiegsbeispiel zu synchronem Code: Eine einfache Zuweisung und Ausgabe sowie eine Iteration über ein Array mit „forEach“ laufen beide vollständig synchron, Zeile für Zeile, ohne Wartezeit – als Kontrast zum nächsten, asynchronen Beispiel.</a:t>
            </a:r>
          </a:p>
        </p:txBody>
      </p:sp>
      <p:sp>
        <p:nvSpPr>
          <p:cNvPr id="4" name="Slide Number Placeholder 3"/>
          <p:cNvSpPr>
            <a:spLocks noGrp="1"/>
          </p:cNvSpPr>
          <p:nvPr>
            <p:ph type="sldNum" idx="66"/>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„Und hier?“ – Gegenbeispiel mit asynchronem Code.</a:t>
            </a:r>
          </a:p>
          <a:p/>
          <a:p>
            <a:r>
              <a:t>Eine „asyncFunction“ bekommt einen Callback übergeben, der erst aufgerufen wird, wenn ein Ergebnis vorliegt. Die begleitende Zeit-/Thread-Grafik verdeutlicht: Der Callback läuft zeitlich später und möglicherweise nach anderem Code, nicht direkt im normalen, linearen Programmablauf.</a:t>
            </a:r>
          </a:p>
        </p:txBody>
      </p:sp>
      <p:sp>
        <p:nvSpPr>
          <p:cNvPr id="4" name="Slide Number Placeholder 3"/>
          <p:cNvSpPr>
            <a:spLocks noGrp="1"/>
          </p:cNvSpPr>
          <p:nvPr>
            <p:ph type="sldNum" idx="66"/>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„Threading im Browser“.</a:t>
            </a:r>
          </a:p>
          <a:p/>
          <a:p>
            <a:r>
              <a:t>JavaScript ist per Definition Single-Threaded: Es gibt einen zentralen „Event-Loop“-Thread mit einer Warteschlange (Queue) von Aufgaben, die der Interpreter der Reihe nach abarbeitet. Ein Beispiel dafür ist ein Ajax-Aufruf (HTTP-Anfrage): JavaScript wartet nicht blockierend auf die Antwort, sondern macht mit anderem Code weiter und die Antwort landet später als neue Aufgabe in der Queue.</a:t>
            </a:r>
          </a:p>
        </p:txBody>
      </p:sp>
      <p:sp>
        <p:nvSpPr>
          <p:cNvPr id="4" name="Slide Number Placeholder 3"/>
          <p:cNvSpPr>
            <a:spLocks noGrp="1"/>
          </p:cNvSpPr>
          <p:nvPr>
            <p:ph type="sldNum" idx="66"/>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„Callback API“.</a:t>
            </a:r>
          </a:p>
          <a:p/>
          <a:p>
            <a:r>
              <a:t>Eine asynchrone Funktion bekommt zusätzlich zu ihren normalen Parametern noch einen Callback (eine Funktion) übergeben, die aufgerufen wird, sobald das Ergebnis feststeht. Nachteil, den die Folie andeutet: Bei mehreren, verschachtelten asynchronen Schritten führt das zu tief verschachteltem, schwer lesbarem Code (bekannt als „Callback Hell“).</a:t>
            </a:r>
          </a:p>
        </p:txBody>
      </p:sp>
      <p:sp>
        <p:nvSpPr>
          <p:cNvPr id="4" name="Slide Number Placeholder 3"/>
          <p:cNvSpPr>
            <a:spLocks noGrp="1"/>
          </p:cNvSpPr>
          <p:nvPr>
            <p:ph type="sldNum" idx="66"/>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„Promise Beispiel“.</a:t>
            </a:r>
          </a:p>
          <a:p/>
          <a:p>
            <a:r>
              <a:t>„doSomethingAsynchronous()“ liefert ein Promise zurück. Über „.then((result) =&gt; { ... })“ wird eine Funktion registriert, die erst ausgeführt wird, wenn das Ergebnis tatsächlich vorliegt – hier wird das Ergebnis dann zusätzlich noch gefiltert.</a:t>
            </a:r>
          </a:p>
        </p:txBody>
      </p:sp>
      <p:sp>
        <p:nvSpPr>
          <p:cNvPr id="4" name="Slide Number Placeholder 3"/>
          <p:cNvSpPr>
            <a:spLocks noGrp="1"/>
          </p:cNvSpPr>
          <p:nvPr>
            <p:ph type="sldNum" idx="66"/>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„Methoden für Zwischenverarbeitung“.</a:t>
            </a:r>
          </a:p>
          <a:p/>
          <a:p>
            <a:r>
              <a:t>Auf einem Observable-Stream lassen sich, ähnlich wie bei Array-Methoden, Operatoren anwenden: „map“ transformiert jeden Wert, „debounce“ verzögert/verringert die Häufigkeit von Ereignissen, „filter“ sortiert unerwünschte Werte aus. Wichtig: Jede solche Operation gibt wieder ein neues Observable zurück, sodass sich mehrere Operatoren aneinanderreihen (verketten) lassen.</a:t>
            </a:r>
          </a:p>
        </p:txBody>
      </p:sp>
      <p:sp>
        <p:nvSpPr>
          <p:cNvPr id="4" name="Slide Number Placeholder 3"/>
          <p:cNvSpPr>
            <a:spLocks noGrp="1"/>
          </p:cNvSpPr>
          <p:nvPr>
            <p:ph type="sldNum" idx="66"/>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„Observables sind lazy“.</a:t>
            </a:r>
          </a:p>
          <a:p/>
          <a:p>
            <a:r>
              <a:t>Ein Observable passiert von sich aus gar nichts, solange sich niemand dafür interessiert – es braucht einen „Abnehmer“. Das geschieht typischerweise über „subscribe(dataHandler, errorHandler?)“, was ein „Subscription“-Objekt zurückgibt, über das man den Strom später wieder beenden kann.</a:t>
            </a:r>
          </a:p>
        </p:txBody>
      </p:sp>
      <p:sp>
        <p:nvSpPr>
          <p:cNvPr id="4" name="Slide Number Placeholder 3"/>
          <p:cNvSpPr>
            <a:spLocks noGrp="1"/>
          </p:cNvSpPr>
          <p:nvPr>
            <p:ph type="sldNum" idx="66"/>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„Intermediate vs Terminal“ – kündigt die Unterscheidung zwischen Zwischen-Operatoren (die wieder ein Observable liefern, z. B. „map“, „filter“) und abschließenden Operationen (die den Stream tatsächlich „konsumieren“, z. B. „subscribe“) an.</a:t>
            </a:r>
          </a:p>
        </p:txBody>
      </p:sp>
      <p:sp>
        <p:nvSpPr>
          <p:cNvPr id="4" name="Slide Number Placeholder 3"/>
          <p:cNvSpPr>
            <a:spLocks noGrp="1"/>
          </p:cNvSpPr>
          <p:nvPr>
            <p:ph type="sldNum" idx="66"/>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„Unsubscribe nicht vergessen“.</a:t>
            </a:r>
          </a:p>
          <a:p/>
          <a:p>
            <a:r>
              <a:t>„subscribe()“ liefert eine „Subscription“ zurück, die eine „unsubscribe()“-Methode besitzt. Wird der Stream vollständig abgeschlossen („completed“), werden interne Handler automatisch aufgeräumt – ansonsten muss man selbst aktiv „unsubscribe()“ aufrufen, um Speicherlecks (z. B. wenn eine Komponente zerstört wird, der Stream aber weiterläuft) zu vermeiden.</a:t>
            </a:r>
          </a:p>
        </p:txBody>
      </p:sp>
      <p:sp>
        <p:nvSpPr>
          <p:cNvPr id="4" name="Slide Number Placeholder 3"/>
          <p:cNvSpPr>
            <a:spLocks noGrp="1"/>
          </p:cNvSpPr>
          <p:nvPr>
            <p:ph type="sldNum" idx="66"/>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„Reactive Extensions – RxJS“.</a:t>
            </a:r>
          </a:p>
          <a:p/>
          <a:p>
            <a:r>
              <a:t>RxJS ist die konkrete Implementierung des Observable-Konzepts, die Angular intern verwendet. Ursprünglich von Microsoft entwickelt, mittlerweile für viele Programmiersprachen verfügbar (siehe reactivex.io als sprachübergreifendes Konzept).</a:t>
            </a:r>
          </a:p>
        </p:txBody>
      </p:sp>
      <p:sp>
        <p:nvSpPr>
          <p:cNvPr id="4" name="Slide Number Placeholder 3"/>
          <p:cNvSpPr>
            <a:spLocks noGrp="1"/>
          </p:cNvSpPr>
          <p:nvPr>
            <p:ph type="sldNum" idx="66"/>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„RxJS Interop: toSignal()“.</a:t>
            </a:r>
          </a:p>
          <a:p/>
          <a:p>
            <a:r>
              <a:t>„toSignal(this.customerService.getAll(), { initialValue: [] })“ wandelt ein bestehendes Observable direkt in ein Signal um; die Subscription wird dabei automatisch beendet, sobald die Komponente zerstört wird. Im Template braucht man dann keine „async“-Pipe mehr, sondern liest das Ergebnis wie ein normales Signal per Funktionsaufruf – die Brücke zwischen der klassischen RxJS-Welt und dem neuen Signal-basierten Ansatz.</a:t>
            </a:r>
          </a:p>
        </p:txBody>
      </p:sp>
      <p:sp>
        <p:nvSpPr>
          <p:cNvPr id="4" name="Slide Number Placeholder 3"/>
          <p:cNvSpPr>
            <a:spLocks noGrp="1"/>
          </p:cNvSpPr>
          <p:nvPr>
            <p:ph type="sldNum" idx="66"/>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19 (Async CustomerService): Der „CustomerService“ soll eine Observable-basierte API bekommen. Dafür wird intern ein „ReplaySubject“ als Feld angelegt, im Konstruktor wird per „next(...)“ einmalig der Datenbestand hineingegeben, und nach außen wird nur das Observable dieses Subjects zurückgegeben – ein klassisches Muster, um synchron vorliegende Mock-Daten wie eine asynchrone Quelle zu behandeln.</a:t>
            </a:r>
          </a:p>
        </p:txBody>
      </p:sp>
      <p:sp>
        <p:nvSpPr>
          <p:cNvPr id="4" name="Slide Number Placeholder 3"/>
          <p:cNvSpPr>
            <a:spLocks noGrp="1"/>
          </p:cNvSpPr>
          <p:nvPr>
            <p:ph type="sldNum" idx="66"/>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„Routing und Navigation“ – leitet das Thema ein, wie eine Angular-Anwendung mehrere „Seiten“ (Ansichten) über URLs anbieten kann, ohne dass der Browser dabei tatsächlich neu lädt.</a:t>
            </a:r>
          </a:p>
        </p:txBody>
      </p:sp>
      <p:sp>
        <p:nvSpPr>
          <p:cNvPr id="4" name="Slide Number Placeholder 3"/>
          <p:cNvSpPr>
            <a:spLocks noGrp="1"/>
          </p:cNvSpPr>
          <p:nvPr>
            <p:ph type="sldNum" idx="66"/>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„Arbeitsweise“ des Routers.</a:t>
            </a:r>
          </a:p>
          <a:p/>
          <a:p>
            <a:r>
              <a:t>Routen definieren die möglichen Pfade der Anwendung; jede Route verbindet einen Pfad mit einer Komponente, die dann angezeigt wird. Es können auch Weiterleitungen (Redirects) definiert werden, z. B. von der Startseite auf eine Standardansicht.</a:t>
            </a:r>
          </a:p>
        </p:txBody>
      </p:sp>
      <p:sp>
        <p:nvSpPr>
          <p:cNvPr id="4" name="Slide Number Placeholder 3"/>
          <p:cNvSpPr>
            <a:spLocks noGrp="1"/>
          </p:cNvSpPr>
          <p:nvPr>
            <p:ph type="sldNum" idx="66"/>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„Features von Routen“.</a:t>
            </a:r>
          </a:p>
          <a:p/>
          <a:p>
            <a:r>
              <a:t>Routing ermöglicht „Deep Linking“ (jede Ansicht hat eine eigene, direkt aufrufbare URL), nutzt die normale Browser-Historie (Vor-/Zurück-Buttons funktionieren), und Links werden über symbolische Namen/Pfade angesprochen statt über hart codierte, vollständige URLs. Es gibt außerdem verschiedene Navigationsstrategien (Pfad- oder Hash-basiert, siehe spätere Folie zur Location-Strategy).</a:t>
            </a:r>
          </a:p>
        </p:txBody>
      </p:sp>
      <p:sp>
        <p:nvSpPr>
          <p:cNvPr id="4" name="Slide Number Placeholder 3"/>
          <p:cNvSpPr>
            <a:spLocks noGrp="1"/>
          </p:cNvSpPr>
          <p:nvPr>
            <p:ph type="sldNum" idx="66"/>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„Routendefinition“.</a:t>
            </a:r>
          </a:p>
          <a:p/>
          <a:p>
            <a:r>
              <a:t>Eine Route besteht mindestens aus einem relativen Pfad (ohne führenden Schrägstrich) und der Komponente, die für diesen Pfad angezeigt werden soll. Der Typ „Routes“ wird aus „@angular/router“ importiert und als exportierte Konstante (typischerweise in „app.routes.ts“) definiert.</a:t>
            </a:r>
          </a:p>
        </p:txBody>
      </p:sp>
      <p:sp>
        <p:nvSpPr>
          <p:cNvPr id="4" name="Slide Number Placeholder 3"/>
          <p:cNvSpPr>
            <a:spLocks noGrp="1"/>
          </p:cNvSpPr>
          <p:nvPr>
            <p:ph type="sldNum" idx="66"/>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„Ablauf“ beim Routing.</a:t>
            </a:r>
          </a:p>
          <a:p/>
          <a:p>
            <a:r>
              <a:t>Der Router überwacht die URL des Browsers auf Änderungen, sucht bei jeder Änderung die passende, konfigurierte Route heraus und zeigt dann die zugehörige Komponente an – vollständig ohne echten Seiten-Neuladevorgang.</a:t>
            </a:r>
          </a:p>
        </p:txBody>
      </p:sp>
      <p:sp>
        <p:nvSpPr>
          <p:cNvPr id="4" name="Slide Number Placeholder 3"/>
          <p:cNvSpPr>
            <a:spLocks noGrp="1"/>
          </p:cNvSpPr>
          <p:nvPr>
            <p:ph type="sldNum" idx="66"/>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„Verlinken von Routen“.</a:t>
            </a:r>
          </a:p>
          <a:p/>
          <a:p>
            <a:r>
              <a:t>Die Direktive „routerLink“ erzeugt einen Link, der bei Klick zur angegebenen Route navigiert, ohne die Seite neu zu laden. Die eigentliche Zielkomponente wird dabei in ein spezielles „&lt;router-outlet&gt;“-Element gerendert, das als Platzhalter für die jeweils aktive Route dient.</a:t>
            </a:r>
          </a:p>
        </p:txBody>
      </p:sp>
      <p:sp>
        <p:nvSpPr>
          <p:cNvPr id="4" name="Slide Number Placeholder 3"/>
          <p:cNvSpPr>
            <a:spLocks noGrp="1"/>
          </p:cNvSpPr>
          <p:nvPr>
            <p:ph type="sldNum" idx="66"/>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„Default / Fallback Route“.</a:t>
            </a:r>
          </a:p>
          <a:p/>
          <a:p>
            <a:r>
              <a:t>Wird keine passende, konfigurierte Route für die aktuelle URL gefunden (z. B. Einstieg über eine ungültige URL), kann eine Fallback-Route konfiguriert werden: Ein Pfad mit „**“ fängt alle nicht anderweitig behandelten URLs ab, häufig kombiniert mit „redirectTo“, um z. B. auf die Startseite umzuleiten.</a:t>
            </a:r>
          </a:p>
        </p:txBody>
      </p:sp>
      <p:sp>
        <p:nvSpPr>
          <p:cNvPr id="4" name="Slide Number Placeholder 3"/>
          <p:cNvSpPr>
            <a:spLocks noGrp="1"/>
          </p:cNvSpPr>
          <p:nvPr>
            <p:ph type="sldNum" idx="66"/>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„Routenkonfiguration“.</a:t>
            </a:r>
          </a:p>
          <a:p/>
          <a:p>
            <a:r>
              <a:t>„provideRouter(routes, ...features)“ erzeugt die notwendigen Provider für den Router-Service und wird einmalig beim Start der Anwendung in „bootstrapApplication“ (main.ts) aufgerufen. Zusätzliche „features“ (z. B. „withComponentInputBinding()“, siehe spätere Folie) erweitern das Standardverhalten des Routers.</a:t>
            </a:r>
          </a:p>
        </p:txBody>
      </p:sp>
      <p:sp>
        <p:nvSpPr>
          <p:cNvPr id="4" name="Slide Number Placeholder 3"/>
          <p:cNvSpPr>
            <a:spLocks noGrp="1"/>
          </p:cNvSpPr>
          <p:nvPr>
            <p:ph type="sldNum" idx="66"/>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Routen-Definition“ (app.routes.ts).</a:t>
            </a:r>
          </a:p>
          <a:p/>
          <a:p>
            <a:r>
              <a:t>Die exportierte Konstante „routes“ vom Typ „Routes“ enthält u. a. eine einfache Route mit fest zugewiesener Komponente und eine „lazy“-Route, die ihre Komponente erst bei Bedarf per „loadComponent: () =&gt; import(...)“ dynamisch nachlädt – ein wichtiger Mechanismus, um die initiale Ladezeit der Anwendung klein zu halten.</a:t>
            </a:r>
          </a:p>
        </p:txBody>
      </p:sp>
      <p:sp>
        <p:nvSpPr>
          <p:cNvPr id="4" name="Slide Number Placeholder 3"/>
          <p:cNvSpPr>
            <a:spLocks noGrp="1"/>
          </p:cNvSpPr>
          <p:nvPr>
            <p:ph type="sldNum" idx="66"/>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„Pfadparameter für dynamische Information“ – leitet ein, wie man in einer Route nicht nur feste, sondern auch variable Bestandteile (z. B. eine ID) im Pfad abbilden kann.</a:t>
            </a:r>
          </a:p>
        </p:txBody>
      </p:sp>
      <p:sp>
        <p:nvSpPr>
          <p:cNvPr id="4" name="Slide Number Placeholder 3"/>
          <p:cNvSpPr>
            <a:spLocks noGrp="1"/>
          </p:cNvSpPr>
          <p:nvPr>
            <p:ph type="sldNum" idx="66"/>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Pfadparameter“.</a:t>
            </a:r>
          </a:p>
          <a:p/>
          <a:p>
            <a:r>
              <a:t>Die Route „artist/:id“ enthält einen Doppelpunkt-Parameter „:id“ – dieser Teil der URL ist variabel und wird beim tatsächlichen Aufruf (z. B. „artist/42“) durch einen konkreten Wert ersetzt, der dann in der zugehörigen Komponente ausgelesen werden kann.</a:t>
            </a:r>
          </a:p>
        </p:txBody>
      </p:sp>
      <p:sp>
        <p:nvSpPr>
          <p:cNvPr id="4" name="Slide Number Placeholder 3"/>
          <p:cNvSpPr>
            <a:spLocks noGrp="1"/>
          </p:cNvSpPr>
          <p:nvPr>
            <p:ph type="sldNum" idx="66"/>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„Details zu den Routen“.</a:t>
            </a:r>
          </a:p>
          <a:p/>
          <a:p>
            <a:r>
              <a:t>Modern werden Routen-Parameter, Query-Parameter und statische Route-Daten nicht mehr manuell über den „ActivatedRoute“-Service ausgelesen, sondern direkt als Input der Zielkomponente bereitgestellt – aktiviert über die Router-Feature-Option „withComponentInputBinding()“.</a:t>
            </a:r>
          </a:p>
        </p:txBody>
      </p:sp>
      <p:sp>
        <p:nvSpPr>
          <p:cNvPr id="4" name="Slide Number Placeholder 3"/>
          <p:cNvSpPr>
            <a:spLocks noGrp="1"/>
          </p:cNvSpPr>
          <p:nvPr>
            <p:ph type="sldNum" idx="66"/>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Component Input Binding“.</a:t>
            </a:r>
          </a:p>
          <a:p/>
          <a:p>
            <a:r>
              <a:t>„provideRouter(routes, withComponentInputBinding())“ wird in „main.ts“ aktiviert. Damit reicht in der Route „{ path: 'artist/:id', component: ArtistDetailsComponent }“ der Parameter „:id“ automatisch als Input an die Komponente weiter, ohne zusätzlichen Code in der Route-Definition.</a:t>
            </a:r>
          </a:p>
        </p:txBody>
      </p:sp>
      <p:sp>
        <p:nvSpPr>
          <p:cNvPr id="4" name="Slide Number Placeholder 3"/>
          <p:cNvSpPr>
            <a:spLocks noGrp="1"/>
          </p:cNvSpPr>
          <p:nvPr>
            <p:ph type="sldNum" idx="66"/>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„Navigation im HTML“.</a:t>
            </a:r>
          </a:p>
          <a:p/>
          <a:p>
            <a:r>
              <a:t>Zeigt verschiedene Schreibweisen der „routerLink“-Direktive: ein einfacher, absoluter Pfad „['/artist']“, ein zusammengesetzter Pfad mit dynamischem Parameter „['/artist', artist.id]“, und ein relativer Pfad „[artist.id]“ (bezogen auf die aktuelle Route) – je nach gewünschtem Navigationsziel.</a:t>
            </a:r>
          </a:p>
        </p:txBody>
      </p:sp>
      <p:sp>
        <p:nvSpPr>
          <p:cNvPr id="4" name="Slide Number Placeholder 3"/>
          <p:cNvSpPr>
            <a:spLocks noGrp="1"/>
          </p:cNvSpPr>
          <p:nvPr>
            <p:ph type="sldNum" idx="66"/>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„Navigation im Code – Component Klasse“.</a:t>
            </a:r>
          </a:p>
          <a:p/>
          <a:p>
            <a:r>
              <a:t>Statt eines Links im Template kann eine Navigation auch direkt aus TypeScript-Code ausgelöst werden: Der „Router“ wird per „inject(Router)“ geholt, und eine Methode wie „save()“ ruft nach dem Speichern „this.router.navigate(['artist'])“ auf, um programmatisch zur Listenansicht zurückzuspringen.</a:t>
            </a:r>
          </a:p>
        </p:txBody>
      </p:sp>
      <p:sp>
        <p:nvSpPr>
          <p:cNvPr id="4" name="Slide Number Placeholder 3"/>
          <p:cNvSpPr>
            <a:spLocks noGrp="1"/>
          </p:cNvSpPr>
          <p:nvPr>
            <p:ph type="sldNum" idx="66"/>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„Rückblick auf Standard-HTML“.</a:t>
            </a:r>
          </a:p>
          <a:p/>
          <a:p>
            <a:r>
              <a:t>Erinnerung an reines HTML-Formularverhalten: ein „&lt;form&gt;“ mit Feldern wie „input“ oder „select“, „fieldset“ zur visuellen Gruppierung, eine gewisse Basis-Validierung direkt über HTML5-Attribute, und das klassische Absenden der Daten entweder per vollständigem Seiten-Reload oder per AJAX. Dient als Kontrast zu den erweiterten Möglichkeiten von Angular-Formularen.</a:t>
            </a:r>
          </a:p>
        </p:txBody>
      </p:sp>
      <p:sp>
        <p:nvSpPr>
          <p:cNvPr id="4" name="Slide Number Placeholder 3"/>
          <p:cNvSpPr>
            <a:spLocks noGrp="1"/>
          </p:cNvSpPr>
          <p:nvPr>
            <p:ph type="sldNum" idx="66"/>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„Formulare in Angular“ – leitet über zum eigentlichen, Angular-spezifischen Formular-Konzept (Reactive Forms).</a:t>
            </a:r>
          </a:p>
        </p:txBody>
      </p:sp>
      <p:sp>
        <p:nvSpPr>
          <p:cNvPr id="4" name="Slide Number Placeholder 3"/>
          <p:cNvSpPr>
            <a:spLocks noGrp="1"/>
          </p:cNvSpPr>
          <p:nvPr>
            <p:ph type="sldNum" idx="66"/>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„Formulare, Gruppen, Felder“.</a:t>
            </a:r>
          </a:p>
          <a:p/>
          <a:p>
            <a:r>
              <a:t>Ein Formular besteht aus einer Gruppe von Feldern plus einer Submit-Aktion. Eine Gruppe enthält dabei eine Liste von Feldern, und ihr eigener Zustand hängt vom Zustand der enthaltenen Felder ab – z. B. ist die gesamte Gruppe „invalid“, sobald mindestens ein enthaltenes Feld ungültig ist. Ein einzelnes Feld besteht dabei im Kern aus einem Wert plus weiterem Zustand (siehe spätere Folien zu Validierung).</a:t>
            </a:r>
          </a:p>
        </p:txBody>
      </p:sp>
      <p:sp>
        <p:nvSpPr>
          <p:cNvPr id="4" name="Slide Number Placeholder 3"/>
          <p:cNvSpPr>
            <a:spLocks noGrp="1"/>
          </p:cNvSpPr>
          <p:nvPr>
            <p:ph type="sldNum" idx="66"/>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„Formulare Bauen mit ReactiveFormsModule“.</a:t>
            </a:r>
          </a:p>
          <a:p/>
          <a:p>
            <a:r>
              <a:t>Zur Beschreibung eines Formulars nutzt man eigene Model-Klassen: „FormGroup“ und „FormControl“. Gruppen bilden dabei einen Baum, in dem einzelne „FormControl“-Felder die Blätter sind; das gesamte Formular selbst ist letztlich wieder nur eine „FormGroup“. Wichtig: Seit Angular 14 ist dieser Formular-Baum streng typisiert, sodass TypeScript den genauen Aufbau (welche Felder, welche Typen) bereits beim Schreiben des Codes prüfen kann.</a:t>
            </a:r>
          </a:p>
        </p:txBody>
      </p:sp>
      <p:sp>
        <p:nvSpPr>
          <p:cNvPr id="4" name="Slide Number Placeholder 3"/>
          <p:cNvSpPr>
            <a:spLocks noGrp="1"/>
          </p:cNvSpPr>
          <p:nvPr>
            <p:ph type="sldNum" idx="66"/>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„HowTo“ (Reactive Forms).</a:t>
            </a:r>
          </a:p>
          <a:p/>
          <a:p>
            <a:r>
              <a:t>Zeigt den vollständigen Ablauf: Import von „FormGroup“, „FormControl“ und „ReactiveFormsModule“ aus „@angular/forms“, Einbindung von „ReactiveFormsModule“ im „imports“-Array der Standalone-Komponente, und im Template die Verbindung über „[formGroup]="form"“ am „&lt;form&gt;“-Tag sowie „[formControl]“ bzw. „formControlName“ an den einzelnen Eingabefeldern. Das „(ngSubmit)“-Event fängt das Absenden des Formulars ab.</a:t>
            </a:r>
          </a:p>
        </p:txBody>
      </p:sp>
      <p:sp>
        <p:nvSpPr>
          <p:cNvPr id="4" name="Slide Number Placeholder 3"/>
          <p:cNvSpPr>
            <a:spLocks noGrp="1"/>
          </p:cNvSpPr>
          <p:nvPr>
            <p:ph type="sldNum" idx="66"/>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22 (FormBuilder): Die Anwendung wird für die Formulare-API vorbereitet, indem „ReactiveFormsModule“ im „imports“-Array von „CustomerDetailsComponent“ eingebunden wird. Anschließend wird dort ein echtes Formular implementiert, um Kundendaten bearbeiten zu können.</a:t>
            </a:r>
          </a:p>
        </p:txBody>
      </p:sp>
      <p:sp>
        <p:nvSpPr>
          <p:cNvPr id="4" name="Slide Number Placeholder 3"/>
          <p:cNvSpPr>
            <a:spLocks noGrp="1"/>
          </p:cNvSpPr>
          <p:nvPr>
            <p:ph type="sldNum" idx="66"/>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„Validierung – Prüfen der Formulareingaben“ – leitet den Unterabschnitt zur Formularvalidierung ein.</a:t>
            </a:r>
          </a:p>
        </p:txBody>
      </p:sp>
      <p:sp>
        <p:nvSpPr>
          <p:cNvPr id="4" name="Slide Number Placeholder 3"/>
          <p:cNvSpPr>
            <a:spLocks noGrp="1"/>
          </p:cNvSpPr>
          <p:nvPr>
            <p:ph type="sldNum" idx="66"/>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zur doppelten Validierung.</a:t>
            </a:r>
          </a:p>
          <a:p/>
          <a:p>
            <a:r>
              <a:t>Eine zweifache Validierung (Client und Server) ist nicht redundant, sondern hat unterschiedliche Zwecke: Client-seitige Validierung verbessert die Nutzererfahrung (sofortiges Feedback), Server-seitige Validierung ist aus Sicherheitsgründen zwingend notwendig (der Client kann nie vollständig vertraut werden). Bei den Validatoren selbst unterscheidet man eingebaute (built-in) und selbst geschriebene (custom) Validatoren.</a:t>
            </a:r>
          </a:p>
        </p:txBody>
      </p:sp>
      <p:sp>
        <p:nvSpPr>
          <p:cNvPr id="4" name="Slide Number Placeholder 3"/>
          <p:cNvSpPr>
            <a:spLocks noGrp="1"/>
          </p:cNvSpPr>
          <p:nvPr>
            <p:ph type="sldNum" idx="66"/>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„Verwendung“ von Validatoren.</a:t>
            </a:r>
          </a:p>
          <a:p/>
          <a:p>
            <a:r>
              <a:t>Beim Anlegen einer „FormGroup“ werden den einzelnen „FormControl“-Feldern direkt Validatoren mitgegeben, z. B. „Validators.required“ (Pflichtfeld), „Validators.maxLength(10)“ (maximale Zeichenlänge) oder „Validators.pattern('[0-9]{5}')“ (reguläre Ausdrücke, hier für eine fünfstellige Postleitzahl).</a:t>
            </a:r>
          </a:p>
        </p:txBody>
      </p:sp>
      <p:sp>
        <p:nvSpPr>
          <p:cNvPr id="4" name="Slide Number Placeholder 3"/>
          <p:cNvSpPr>
            <a:spLocks noGrp="1"/>
          </p:cNvSpPr>
          <p:nvPr>
            <p:ph type="sldNum" idx="66"/>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„Validierungsfehler“ – Zustandsmodell eines Feldes.</a:t>
            </a:r>
          </a:p>
          <a:p/>
          <a:p>
            <a:r>
              <a:t>Jedes Feld (und auch jede Gruppe/das ganze Formular) hat mehrere unabhängige Zustände: „untouched“/„touched“ (wurde das Feld schon einmal fokussiert), „pristine“/„dirty“ (wurde der Wert schon verändert), „valid“/„errors“ (ist der aktuelle Wert gültig) sowie natürlich der „value“ selbst. Angular setzt passend dazu automatisch CSS-Klassen wie „ng-valid“/„ng-invalid“ an den Elementen, worüber man visuelles Feedback stylen kann.</a:t>
            </a:r>
          </a:p>
        </p:txBody>
      </p:sp>
      <p:sp>
        <p:nvSpPr>
          <p:cNvPr id="4" name="Slide Number Placeholder 3"/>
          <p:cNvSpPr>
            <a:spLocks noGrp="1"/>
          </p:cNvSpPr>
          <p:nvPr>
            <p:ph type="sldNum" idx="66"/>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„Zugriff auf Fehlerzustand“.</a:t>
            </a:r>
          </a:p>
          <a:p/>
          <a:p>
            <a:r>
              <a:t>Zeigt, wie man anhand der Feldzustände dynamisch CSS-Klassen setzt, z. B. „[class.has-error]="form.controls.email.dirty &amp;&amp; !form.controls.email.valid"“ – ein Fehler-Stil wird also nur angezeigt, wenn der Nutzer das Feld bereits verändert hat UND es aktuell ungültig ist (nicht sofort beim ersten Anzeigen des leeren Formulars).</a:t>
            </a:r>
          </a:p>
        </p:txBody>
      </p:sp>
      <p:sp>
        <p:nvSpPr>
          <p:cNvPr id="4" name="Slide Number Placeholder 3"/>
          <p:cNvSpPr>
            <a:spLocks noGrp="1"/>
          </p:cNvSpPr>
          <p:nvPr>
            <p:ph type="sldNum" idx="66"/>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„ErrorsMap“.</a:t>
            </a:r>
          </a:p>
          <a:p/>
          <a:p>
            <a:r>
              <a:t>Über das „errors“-Objekt eines Feldes lässt sich gezielt prüfen, welcher konkrete Validierungsfehler vorliegt, z. B. „form.controls.password.errors?.required“ für eine fehlende Pflichteingabe. So können pro Feld mehrere, unterschiedliche Fehlermeldungen abhängig vom genauen Fehlertyp angezeigt werden.</a:t>
            </a:r>
          </a:p>
        </p:txBody>
      </p:sp>
      <p:sp>
        <p:nvSpPr>
          <p:cNvPr id="4" name="Slide Number Placeholder 3"/>
          <p:cNvSpPr>
            <a:spLocks noGrp="1"/>
          </p:cNvSpPr>
          <p:nvPr>
            <p:ph type="sldNum" idx="66"/>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22, Fortsetzung (Validierung): In „CustomerDetailComponent“ sollen Vor- und Nachname als Pflichtfelder validiert werden, die Postleitzahl als Text, der aber nur Ziffern enthalten darf. Für jedes ungültige Feld soll eine passende Fehlermeldung angezeigt und das Absenden eines ungültigen Formulars verhindert werden.</a:t>
            </a:r>
          </a:p>
        </p:txBody>
      </p:sp>
      <p:sp>
        <p:nvSpPr>
          <p:cNvPr id="4" name="Slide Number Placeholder 3"/>
          <p:cNvSpPr>
            <a:spLocks noGrp="1"/>
          </p:cNvSpPr>
          <p:nvPr>
            <p:ph type="sldNum" idx="66"/>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„Kind Komponenten – Modulare, wiederverwendbare Komponenten“ – vertieft nach den Formularen erneut das Thema Komponenten-Architektur und -Kommunikation.</a:t>
            </a:r>
          </a:p>
        </p:txBody>
      </p:sp>
      <p:sp>
        <p:nvSpPr>
          <p:cNvPr id="4" name="Slide Number Placeholder 3"/>
          <p:cNvSpPr>
            <a:spLocks noGrp="1"/>
          </p:cNvSpPr>
          <p:nvPr>
            <p:ph type="sldNum" idx="66"/>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„Best Practice“ – Unterscheidung „Smart“ vs. „Dumb“ Components.</a:t>
            </a:r>
          </a:p>
          <a:p/>
          <a:p>
            <a:r>
              <a:t>„Smarte“ Komponenten wissen etwas über ihre Umgebung, z. B. haben sie Abhängigkeiten zu Services (Dependency Injection). „Dumme“ Komponenten haben dagegen ausschließlich Inputs und Outputs, ohne eigene Service-Abhängigkeiten – sie sind dadurch besonders leicht wiederverwendbar und testbar, da sie nichts über ihre Umgebung „wissen müssen“.</a:t>
            </a:r>
          </a:p>
        </p:txBody>
      </p:sp>
      <p:sp>
        <p:nvSpPr>
          <p:cNvPr id="4" name="Slide Number Placeholder 3"/>
          <p:cNvSpPr>
            <a:spLocks noGrp="1"/>
          </p:cNvSpPr>
          <p:nvPr>
            <p:ph type="sldNum" idx="66"/>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„Rückblick: Input Output“ – Zusammenfassung.</a:t>
            </a:r>
          </a:p>
          <a:p/>
          <a:p>
            <a:r>
              <a:t>Vom Vater zum Kind fließen Daten über Property Binding (Signal-Input „input()“), Reaktionen auf Änderungen erfolgen heute idiomatisch über „computed()“ oder „effect()“ statt über den älteren Lifecycle-Hook „ngOnChanges“. Vom Kind zum Vater fließen Informationen umgekehrt über Event Binding mit „output()“.</a:t>
            </a:r>
          </a:p>
        </p:txBody>
      </p:sp>
      <p:sp>
        <p:nvSpPr>
          <p:cNvPr id="4" name="Slide Number Placeholder 3"/>
          <p:cNvSpPr>
            <a:spLocks noGrp="1"/>
          </p:cNvSpPr>
          <p:nvPr>
            <p:ph type="sldNum" idx="66"/>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„viewChild() – Signal Query“.</a:t>
            </a:r>
          </a:p>
          <a:p/>
          <a:p>
            <a:r>
              <a:t>Eine Eltern-Komponente kann sich direkt eine Referenz auf eine bestimmte Kind-Komponente holen: „listComponent = viewChild(ListComponent);“ liefert ein Signal vom Typ „Signal&lt;ListComponent | undefined&gt;“. Über dieses Signal kann die Eltern-Komponente z. B. direkt eine Methode der Kind-Komponente aufrufen (hier „refresh()“), was eine einfachere, direkte Interaktion ermöglicht als reines Input/Output.</a:t>
            </a:r>
          </a:p>
        </p:txBody>
      </p:sp>
      <p:sp>
        <p:nvSpPr>
          <p:cNvPr id="4" name="Slide Number Placeholder 3"/>
          <p:cNvSpPr>
            <a:spLocks noGrp="1"/>
          </p:cNvSpPr>
          <p:nvPr>
            <p:ph type="sldNum" idx="66"/>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„Kommunikation über ThirdParty“.</a:t>
            </a:r>
          </a:p>
          <a:p/>
          <a:p>
            <a:r>
              <a:t>Alternativ zu direkter Eltern-Kind-Kommunikation kann ein gemeinsamer Service als Kommunikationskanal dienen, der Observables bereitstellt – das erlaubt auch komplexere Kommunikationsstrukturen (z. B. 1:n zwischen mehreren Komponenten). Wird der Service dabei über die Eltern-Komponente als Provider bereitgestellt (statt global), spricht man von „Scoped Service“-Instanziierung: Jede Instanz der Eltern-Komponente bekommt ihre eigene Service-Instanz.</a:t>
            </a:r>
          </a:p>
        </p:txBody>
      </p:sp>
      <p:sp>
        <p:nvSpPr>
          <p:cNvPr id="4" name="Slide Number Placeholder 3"/>
          <p:cNvSpPr>
            <a:spLocks noGrp="1"/>
          </p:cNvSpPr>
          <p:nvPr>
            <p:ph type="sldNum" idx="66"/>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„Kommunikations-Service“.</a:t>
            </a:r>
          </a:p>
          <a:p/>
          <a:p>
            <a:r>
              <a:t>Ein „@Injectable()“-Service „Communication“ enthält zwei „Subject“-Instanzen als Kommunikationskanäle in beide Richtungen (listToDetail, detailToList). Eine Komponente „ListComponent“ injiziert diesen Service und abonniert per „.pipe(takeUntilDestroyed()).subscribe(...)“ den passenden Kanal – „takeUntilDestroyed()“ meldet die Subscription automatisch ab, sobald die Komponente zerstört wird, ohne dass man das manuell verwalten muss.</a:t>
            </a:r>
          </a:p>
        </p:txBody>
      </p:sp>
      <p:sp>
        <p:nvSpPr>
          <p:cNvPr id="4" name="Slide Number Placeholder 3"/>
          <p:cNvSpPr>
            <a:spLocks noGrp="1"/>
          </p:cNvSpPr>
          <p:nvPr>
            <p:ph type="sldNum" idx="66"/>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23: „CustomerService“ bekommt eine Methode „update“. Beim Speichern des Formulars in „CustomerDetailsComponent“ wird diese Methode aufgerufen, um das ursprüngliche Customer-Objekt in der Datenliste durch die bearbeitete Version zu ersetzen.</a:t>
            </a:r>
          </a:p>
        </p:txBody>
      </p:sp>
      <p:sp>
        <p:nvSpPr>
          <p:cNvPr id="4" name="Slide Number Placeholder 3"/>
          <p:cNvSpPr>
            <a:spLocks noGrp="1"/>
          </p:cNvSpPr>
          <p:nvPr>
            <p:ph type="sldNum" idx="66"/>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„Remote-Kommunikation“ – leitet ein neues großes Kapitel zur Kommunikation mit einem entfernten Server (Backend) ein.</a:t>
            </a:r>
          </a:p>
        </p:txBody>
      </p:sp>
      <p:sp>
        <p:nvSpPr>
          <p:cNvPr id="4" name="Slide Number Placeholder 3"/>
          <p:cNvSpPr>
            <a:spLocks noGrp="1"/>
          </p:cNvSpPr>
          <p:nvPr>
            <p:ph type="sldNum" idx="66"/>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„Exkurs REST“ – kündigt eine kurze theoretische Einordnung von REST als Architekturstil an, bevor die konkrete technische Umsetzung mit HttpClient folgt.</a:t>
            </a:r>
          </a:p>
        </p:txBody>
      </p:sp>
      <p:sp>
        <p:nvSpPr>
          <p:cNvPr id="4" name="Slide Number Placeholder 3"/>
          <p:cNvSpPr>
            <a:spLocks noGrp="1"/>
          </p:cNvSpPr>
          <p:nvPr>
            <p:ph type="sldNum" idx="66"/>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Zwischenfolie ohne eigenen Text – vermutlich eine ergänzende Grafik zum REST/HTTP-Zusammenhang der vorherigen Folie.</a:t>
            </a:r>
          </a:p>
        </p:txBody>
      </p:sp>
      <p:sp>
        <p:nvSpPr>
          <p:cNvPr id="4" name="Slide Number Placeholder 3"/>
          <p:cNvSpPr>
            <a:spLocks noGrp="1"/>
          </p:cNvSpPr>
          <p:nvPr>
            <p:ph type="sldNum" idx="66"/>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„Der HTTP Client“ – leitet über zur konkreten technischen Umsetzung in Angular mit dem „HttpClient“-Service.</a:t>
            </a:r>
          </a:p>
        </p:txBody>
      </p:sp>
      <p:sp>
        <p:nvSpPr>
          <p:cNvPr id="4" name="Slide Number Placeholder 3"/>
          <p:cNvSpPr>
            <a:spLocks noGrp="1"/>
          </p:cNvSpPr>
          <p:nvPr>
            <p:ph type="sldNum" idx="66"/>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„Der Service HttpClient“.</a:t>
            </a:r>
          </a:p>
          <a:p/>
          <a:p>
            <a:r>
              <a:t>„HttpClient“ ist selbst ein ganz normaler Angular-Service und steht daher über Dependency Injection zur Verfügung, z. B. per „inject(HttpClient)“. Damit er überhaupt genutzt werden kann, muss „provideHttpClient()“ einmalig in „main.ts“ registriert werden, optional erweiterbar um Features wie „withFetch()“ (nutzt die native Fetch-API statt XHR) oder „withInterceptors([...])“ für funktionale HTTP-Interceptors.</a:t>
            </a:r>
          </a:p>
        </p:txBody>
      </p:sp>
      <p:sp>
        <p:nvSpPr>
          <p:cNvPr id="4" name="Slide Number Placeholder 3"/>
          <p:cNvSpPr>
            <a:spLocks noGrp="1"/>
          </p:cNvSpPr>
          <p:nvPr>
            <p:ph type="sldNum" idx="66"/>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„JSON Daten extrahieren“.</a:t>
            </a:r>
          </a:p>
          <a:p/>
          <a:p>
            <a:r>
              <a:t>„this.http.get&lt;{ data: Release[] }&gt;('api/release')“ ruft einen Endpunkt auf und erwartet eine bestimmte JSON-Struktur zurück. Über „.pipe(map(response =&gt; response.data), catchError(...))“ wird zunächst nur das eigentliche Datenfeld herausgezogen und Fehler werden gesondert behandelt. Der Rückgabewert der Methode ist ein „Observable&lt;Release[]&gt;“, das die Komponente dann abonnieren (oder per „toSignal“ in ein Signal umwandeln) kann.</a:t>
            </a:r>
          </a:p>
        </p:txBody>
      </p:sp>
      <p:sp>
        <p:nvSpPr>
          <p:cNvPr id="4" name="Slide Number Placeholder 3"/>
          <p:cNvSpPr>
            <a:spLocks noGrp="1"/>
          </p:cNvSpPr>
          <p:nvPr>
            <p:ph type="sldNum" idx="66"/>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„Exception Handler“.</a:t>
            </a:r>
          </a:p>
          <a:p/>
          <a:p>
            <a:r>
              <a:t>Eine zentrale Methode „handleError(error: HttpErrorResponse)“ erzeugt aus dem HTTP-Fehlerobjekt eine sprechende Fehlermeldung: Ist eine „message“ vorhanden, wird diese genutzt, andernfalls wird aus Statuscode und Statustext (z. B. „404 - Not Found“) eine eigene Meldung zusammengesetzt. Eine solche zentrale Fehlerbehandlung wird typischerweise in mehreren HTTP-Aufrufen per „catchError“ wiederverwendet.</a:t>
            </a:r>
          </a:p>
        </p:txBody>
      </p:sp>
      <p:sp>
        <p:nvSpPr>
          <p:cNvPr id="4" name="Slide Number Placeholder 3"/>
          <p:cNvSpPr>
            <a:spLocks noGrp="1"/>
          </p:cNvSpPr>
          <p:nvPr>
            <p:ph type="sldNum" idx="66"/>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„Header“.</a:t>
            </a:r>
          </a:p>
          <a:p/>
          <a:p>
            <a:r>
              <a:t>Eigene HTTP-Header lassen sich über „new HttpHeaders({...})“ erzeugen und beim Aufruf mitgeben, z. B. um explizit „Content-Type: application/json“ zu setzen. Im Beispiel wird ein „post“-Aufruf mit diesen Headern abgeschickt und die Antwort wieder per „map“/„catchError“ weiterverarbeitet.</a:t>
            </a:r>
          </a:p>
        </p:txBody>
      </p:sp>
      <p:sp>
        <p:nvSpPr>
          <p:cNvPr id="4" name="Slide Number Placeholder 3"/>
          <p:cNvSpPr>
            <a:spLocks noGrp="1"/>
          </p:cNvSpPr>
          <p:nvPr>
            <p:ph type="sldNum" idx="66"/>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24, Teil 1 (Starten des Servers): Eine mitgelieferte „server-js.zip“ wird entpackt, im Server-Verzeichnis wird per „npm install“ installiert und der Server per „node server.js“ gestartet. Das Backend läuft danach lokal unter „localhost:3000“; eine „dev.proxy.json“-Datei sorgt dafür, dass der Angular-Dev-Server Anfragen passend an dieses Backend weiterleitet, ohne CORS-Probleme.</a:t>
            </a:r>
          </a:p>
        </p:txBody>
      </p:sp>
      <p:sp>
        <p:nvSpPr>
          <p:cNvPr id="4" name="Slide Number Placeholder 3"/>
          <p:cNvSpPr>
            <a:spLocks noGrp="1"/>
          </p:cNvSpPr>
          <p:nvPr>
            <p:ph type="sldNum" idx="66"/>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24, Teil 2 (Endpunkte): Übersicht der verfügbaren REST-Endpunkte des Beispiel-Backends: „GET api/customer“ (alle Kunden), „GET api/customer/:id“ (ein Kunde), „POST api/customer“ (neuen Kunden anlegen), sowie „PUT/PATCH/DELETE api/customer/:id“ für vollständiges Update, Teil-Update bzw. Löschen.</a:t>
            </a:r>
          </a:p>
        </p:txBody>
      </p:sp>
      <p:sp>
        <p:nvSpPr>
          <p:cNvPr id="4" name="Slide Number Placeholder 3"/>
          <p:cNvSpPr>
            <a:spLocks noGrp="1"/>
          </p:cNvSpPr>
          <p:nvPr>
            <p:ph type="sldNum" idx="66"/>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24, Teil 3 (http): „CustomerService“ soll jetzt tatsächlich „inject(HttpClient)“ verwenden und die bisherigen Mock-Daten durch echte Backend-Aufrufe ersetzen. Dafür wird „provideHttpClient()“ in „main.ts“ registriert und der Dev-Server mit dem Proxy gestartet, damit die Liste initial wirklich vom Backend geladen wird.</a:t>
            </a:r>
          </a:p>
        </p:txBody>
      </p:sp>
      <p:sp>
        <p:nvSpPr>
          <p:cNvPr id="4" name="Slide Number Placeholder 3"/>
          <p:cNvSpPr>
            <a:spLocks noGrp="1"/>
          </p:cNvSpPr>
          <p:nvPr>
            <p:ph type="sldNum" idx="66"/>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„Ausblick: Resource API“.</a:t>
            </a:r>
          </a:p>
          <a:p/>
          <a:p>
            <a:r>
              <a:t>Zeigt eine mögliche Zukunftsrichtung: „CustomerDetailsComponent“ erhält die ID als Signal-Input und lädt darauf basierend automatisch neu, sobald sich die ID ändert – ganz ohne manuelles Abonnieren, über eine sogenannte Resource (z. B. „httpResource“/„rxResource“, teilweise noch experimentell in aktuellen Angular-Versionen).</a:t>
            </a:r>
          </a:p>
        </p:txBody>
      </p:sp>
      <p:sp>
        <p:nvSpPr>
          <p:cNvPr id="4" name="Slide Number Placeholder 3"/>
          <p:cNvSpPr>
            <a:spLocks noGrp="1"/>
          </p:cNvSpPr>
          <p:nvPr>
            <p:ph type="sldNum" idx="66"/>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„Eigene Direktiven“.</a:t>
            </a:r>
          </a:p>
          <a:p/>
          <a:p>
            <a:r>
              <a:t>Eigene Direktiven lassen sich einfach per „ng generate directive &lt;directive-name&gt;“ erzeugen. Eine Direktive ist ebenfalls eine annotierte TypeScript-Klasse; der „selector“ definiert dabei aber kein neues HTML-Element wie bei Komponenten, sondern ein neues HTML-Attribut, das man auf bestehende Elemente setzen kann, um deren DOM-Verhalten oder -Erscheinung zu verändern.</a:t>
            </a:r>
          </a:p>
        </p:txBody>
      </p:sp>
      <p:sp>
        <p:nvSpPr>
          <p:cNvPr id="4" name="Slide Number Placeholder 3"/>
          <p:cNvSpPr>
            <a:spLocks noGrp="1"/>
          </p:cNvSpPr>
          <p:nvPr>
            <p:ph type="sldNum" idx="66"/>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„Eigene Directive: Beispiel“.</a:t>
            </a:r>
          </a:p>
          <a:p/>
          <a:p>
            <a:r>
              <a:t>Zeigt eine einfache Attribut-Direktive „[appHighlight]“, die per „ElementRef“ und „inject()“ Zugriff auf das zugehörige DOM-Element bekommt (z. B. um dessen Hintergrundfarbe zu ändern) – ein vollständiges Beispiel dazu findet sich in der offiziellen Angular-Dokumentation unter angular.dev/guide/directives/attribute-directives.</a:t>
            </a:r>
          </a:p>
        </p:txBody>
      </p:sp>
      <p:sp>
        <p:nvSpPr>
          <p:cNvPr id="4" name="Slide Number Placeholder 3"/>
          <p:cNvSpPr>
            <a:spLocks noGrp="1"/>
          </p:cNvSpPr>
          <p:nvPr>
            <p:ph type="sldNum" idx="66"/>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„Legacy: Angular Module (NgModule)“ – markiert deutlich den Beginn des Legacy-Kapitels. Wichtiger Hinweis an die Gruppe: Alles Folgende ist NICHT mehr der heutige Standard, sondern zeigt, wie Angular-Projekte vor der Standalone-Umstellung (bis Angular 14) organisiert waren. Relevant vor allem für alle, die in bestehenden, älteren Projekten arbeiten müssen (siehe auch Projektordner 25_modules_legacy).</a:t>
            </a:r>
          </a:p>
        </p:txBody>
      </p:sp>
      <p:sp>
        <p:nvSpPr>
          <p:cNvPr id="4" name="Slide Number Placeholder 3"/>
          <p:cNvSpPr>
            <a:spLocks noGrp="1"/>
          </p:cNvSpPr>
          <p:nvPr>
            <p:ph type="sldNum" idx="66"/>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ist ein Modul“.</a:t>
            </a:r>
          </a:p>
          <a:p/>
          <a:p>
            <a:r>
              <a:t>Das klassische NgModule-Konzept: Angular-spezifischer Code musste in Modulen organisiert werden, nach ähnlichen Grundgedanken wie normale ES6-Module (Kapselung, Wiederverwendbarkeit). Module ermöglichten das gezielte Einbinden externer Bibliotheken und eine genaue Steuerung, was innerhalb der Anwendung überall sichtbar bzw. verwendbar war.</a:t>
            </a:r>
          </a:p>
        </p:txBody>
      </p:sp>
      <p:sp>
        <p:nvSpPr>
          <p:cNvPr id="4" name="Slide Number Placeholder 3"/>
          <p:cNvSpPr>
            <a:spLocks noGrp="1"/>
          </p:cNvSpPr>
          <p:nvPr>
            <p:ph type="sldNum" idx="66"/>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„Übersicht der Dateien eines Moduls“.</a:t>
            </a:r>
          </a:p>
          <a:p/>
          <a:p>
            <a:r>
              <a:t>Im Gegensatz zur heutigen Standalone-Struktur gab es zusätzlich eine Datei „src/app/app.module.ts“, die das Hauptmodul der Anwendung definierte. Komponenten selbst (TypeScript-Klasse und Template) blieben strukturell ähnlich wie heute, mussten aber zusätzlich in genau einem Modul deklariert werden.</a:t>
            </a:r>
          </a:p>
        </p:txBody>
      </p:sp>
      <p:sp>
        <p:nvSpPr>
          <p:cNvPr id="4" name="Slide Number Placeholder 3"/>
          <p:cNvSpPr>
            <a:spLocks noGrp="1"/>
          </p:cNvSpPr>
          <p:nvPr>
            <p:ph type="sldNum" idx="66"/>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„Referenz auf Module in Index-Seite“ – zeigt vermutlich, dass sich an der eigentlichen „index.html“ kaum etwas ändert; der Unterschied liegt im Start-/Bootstrapping-Mechanismus, der über das Modul läuft statt direkt über „bootstrapApplication“.</a:t>
            </a:r>
          </a:p>
        </p:txBody>
      </p:sp>
      <p:sp>
        <p:nvSpPr>
          <p:cNvPr id="4" name="Slide Number Placeholder 3"/>
          <p:cNvSpPr>
            <a:spLocks noGrp="1"/>
          </p:cNvSpPr>
          <p:nvPr>
            <p:ph type="sldNum" idx="66"/>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„Component-Annotation“ (Legacy-Wiederholung, identisch zum modernen Standalone-Kapitel).</a:t>
            </a:r>
          </a:p>
          <a:p/>
          <a:p>
            <a:r>
              <a:t>Auch im Modul-basierten Ansatz ist eine Komponente eine TypeScript-Klasse mit @Component-Annotation – dieser Grundbaustein hat sich durch die Standalone-Migration nicht verändert, nur die Art, wie die Komponente „bekannt gemacht“ wird (Modul-Deklaration statt „imports: []“).</a:t>
            </a:r>
          </a:p>
        </p:txBody>
      </p:sp>
      <p:sp>
        <p:nvSpPr>
          <p:cNvPr id="4" name="Slide Number Placeholder 3"/>
          <p:cNvSpPr>
            <a:spLocks noGrp="1"/>
          </p:cNvSpPr>
          <p:nvPr>
            <p:ph type="sldNum" idx="66"/>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„Aufgabe der Component“ (Legacy-Wiederholung) – wiederholt die grundlegende Rolle einer Komponente: Ihre Eigenschaften sind die Schnittstelle zum Template, Funktionen dienen als Event-Handler. Auch das bleibt zwischen Modul- und Standalone-Ansatz identisch.</a:t>
            </a:r>
          </a:p>
        </p:txBody>
      </p:sp>
      <p:sp>
        <p:nvSpPr>
          <p:cNvPr id="4" name="Slide Number Placeholder 3"/>
          <p:cNvSpPr>
            <a:spLocks noGrp="1"/>
          </p:cNvSpPr>
          <p:nvPr>
            <p:ph type="sldNum" idx="66"/>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„Angular-Module: Die Component“ (Legacy).</a:t>
            </a:r>
          </a:p>
          <a:p/>
          <a:p>
            <a:r>
              <a:t>Zeigt dieselbe Beispiel-Komponente wie im modernen Kapitel, aber im Kontext, dass diese Klasse zusätzlich noch irgendwo in einem NgModule deklariert werden muss (siehe folgende Folien), statt eigenständig per „imports: []“ zu funktionieren.</a:t>
            </a:r>
          </a:p>
        </p:txBody>
      </p:sp>
      <p:sp>
        <p:nvSpPr>
          <p:cNvPr id="4" name="Slide Number Placeholder 3"/>
          <p:cNvSpPr>
            <a:spLocks noGrp="1"/>
          </p:cNvSpPr>
          <p:nvPr>
            <p:ph type="sldNum" idx="66"/>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„Angular-Module: Das HTML-Template“ – zeigt vermutlich, dass das Template selbst technisch unverändert bleibt; der Unterschied zum Standalone-Ansatz betrifft nur, welche Direktiven/Komponenten im Template ohne zusätzliche Deklaration im Modul überhaupt genutzt werden können.</a:t>
            </a:r>
          </a:p>
        </p:txBody>
      </p:sp>
      <p:sp>
        <p:nvSpPr>
          <p:cNvPr id="4" name="Slide Number Placeholder 3"/>
          <p:cNvSpPr>
            <a:spLocks noGrp="1"/>
          </p:cNvSpPr>
          <p:nvPr>
            <p:ph type="sldNum" idx="66"/>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„Angular-Module: Module-Deklaration“ – leitet die konkrete Struktur einer „@NgModule“-Annotation ein (declarations, imports, providers, bootstrap), die auf der übernächsten Folie im Detail gezeigt wird.</a:t>
            </a:r>
          </a:p>
        </p:txBody>
      </p:sp>
      <p:sp>
        <p:nvSpPr>
          <p:cNvPr id="4" name="Slide Number Placeholder 3"/>
          <p:cNvSpPr>
            <a:spLocks noGrp="1"/>
          </p:cNvSpPr>
          <p:nvPr>
            <p:ph type="sldNum" idx="66"/>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„Ablauf bis hier her“ (Legacy).</a:t>
            </a:r>
          </a:p>
          <a:p/>
          <a:p>
            <a:r>
              <a:t>Fasst den Modul-basierten Startvorgang zusammen: „bootstrapModule“ wird mit einem Modul (AppModule) aufgerufen, das Modul ist eine Referenz auf eine Klasse mit einem Decorator, und dieser Modul-Decorator listet die zur Anwendung gehörenden Komponenten auf – Angular erfährt so, welche Komponenten überhaupt zur Anwendung gehören.</a:t>
            </a:r>
          </a:p>
        </p:txBody>
      </p:sp>
      <p:sp>
        <p:nvSpPr>
          <p:cNvPr id="4" name="Slide Number Placeholder 3"/>
          <p:cNvSpPr>
            <a:spLocks noGrp="1"/>
          </p:cNvSpPr>
          <p:nvPr>
            <p:ph type="sldNum" idx="66"/>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„Angular-Module: Module-Deklaration“ (zweiter Teil) – zeigt vermutlich die vollständige, visuelle Struktur einer typischen „AppModule“-Klasse mit allen Decorator-Feldern im Detail.</a:t>
            </a:r>
          </a:p>
        </p:txBody>
      </p:sp>
      <p:sp>
        <p:nvSpPr>
          <p:cNvPr id="4" name="Slide Number Placeholder 3"/>
          <p:cNvSpPr>
            <a:spLocks noGrp="1"/>
          </p:cNvSpPr>
          <p:nvPr>
            <p:ph type="sldNum" idx="66"/>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„Kompletter Ablauf“ (Legacy, Gegenstück zur modernen Bootstrapping-Folie).</a:t>
            </a:r>
          </a:p>
          <a:p/>
          <a:p>
            <a:r>
              <a:t>„bootstrapModule“ wird mit dem AppModule aufgerufen; das Modul hat einen Decorator mit einem Feld „bootstrap“, das die Referenz auf die eigentliche Wurzelkomponente (z. B. AppComponent) enthält – erst darüber weiß Angular, welche Komponente tatsächlich im DOM gerendert werden soll.</a:t>
            </a:r>
          </a:p>
        </p:txBody>
      </p:sp>
      <p:sp>
        <p:nvSpPr>
          <p:cNvPr id="4" name="Slide Number Placeholder 3"/>
          <p:cNvSpPr>
            <a:spLocks noGrp="1"/>
          </p:cNvSpPr>
          <p:nvPr>
            <p:ph type="sldNum" idx="66"/>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„Deklaration, Imports und Exports“ (Legacy).</a:t>
            </a:r>
          </a:p>
          <a:p/>
          <a:p>
            <a:r>
              <a:t>Ein „@NgModule({...})“-Beispiel: „declarations“ listet die zum Modul gehörenden Komponenten auf (hier ReleaseListComponent, ReleaseCardComponent), „imports“ bindet andere Module ein (z. B. BrowserModule), „exports“ macht ausgewählte, eigene Komponenten auch für andere, dieses Modul importierende Module nutzbar.</a:t>
            </a:r>
          </a:p>
        </p:txBody>
      </p:sp>
      <p:sp>
        <p:nvSpPr>
          <p:cNvPr id="4" name="Slide Number Placeholder 3"/>
          <p:cNvSpPr>
            <a:spLocks noGrp="1"/>
          </p:cNvSpPr>
          <p:nvPr>
            <p:ph type="sldNum" idx="66"/>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„Module generieren“ (Legacy).</a:t>
            </a:r>
          </a:p>
          <a:p/>
          <a:p>
            <a:r>
              <a:t>Das Angular CLI konnte auch komplette Module automatisch anlegen: „ng generate module name“ erzeugt eine Modul-Klasse mit Annotation. Wichtiger Stolperstein, der explizit erwähnt wird: Ein neues Modul wird NICHT automatisch im nächsthöher gelegenen Modul registriert – das musste man händisch ergänzen.</a:t>
            </a:r>
          </a:p>
        </p:txBody>
      </p:sp>
      <p:sp>
        <p:nvSpPr>
          <p:cNvPr id="4" name="Slide Number Placeholder 3"/>
          <p:cNvSpPr>
            <a:spLocks noGrp="1"/>
          </p:cNvSpPr>
          <p:nvPr>
            <p:ph type="sldNum" idx="66"/>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„Legacy: DI Konfig“.</a:t>
            </a:r>
          </a:p>
          <a:p/>
          <a:p>
            <a:r>
              <a:t>Gleiches Grundprinzip wie im modernen Kapitel (Injector → Provider → Instance), aber die Konfiguration erfolgte hier zusätzlich zur Möglichkeit direkt am Service auch klassisch am Modul selbst, über das „providers“-Array in der „@NgModule“-Annotation.</a:t>
            </a:r>
          </a:p>
        </p:txBody>
      </p:sp>
      <p:sp>
        <p:nvSpPr>
          <p:cNvPr id="4" name="Slide Number Placeholder 3"/>
          <p:cNvSpPr>
            <a:spLocks noGrp="1"/>
          </p:cNvSpPr>
          <p:nvPr>
            <p:ph type="sldNum" idx="66"/>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„Legacy: Wie geht DI in Angular“ – inhaltlich identisch zur modernen DI-Folie (direkte Klassenangabe als Kurzform, vollständiges Provider-Objekt mit „provide“ und Erzeugungsrezept), nur im Kontext der Modul-Konfiguration statt der heutigen, meist service- oder komponentenbasierten Konfiguration.</a:t>
            </a:r>
          </a:p>
        </p:txBody>
      </p:sp>
      <p:sp>
        <p:nvSpPr>
          <p:cNvPr id="4" name="Slide Number Placeholder 3"/>
          <p:cNvSpPr>
            <a:spLocks noGrp="1"/>
          </p:cNvSpPr>
          <p:nvPr>
            <p:ph type="sldNum" idx="66"/>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„Legacy: Deklaration an Modulen“.</a:t>
            </a:r>
          </a:p>
          <a:p/>
          <a:p>
            <a:r>
              <a:t>Auch Pipes mussten früher in einem Modul deklariert (und bei Bedarf exportiert) werden, wie hier am Beispiel „HasLikesPipe“ innerhalb eines „AppModule“ gezeigt – im Gegensatz zum heutigen, direkten Import in der jeweiligen Standalone-Komponente.</a:t>
            </a:r>
          </a:p>
        </p:txBody>
      </p:sp>
      <p:sp>
        <p:nvSpPr>
          <p:cNvPr id="4" name="Slide Number Placeholder 3"/>
          <p:cNvSpPr>
            <a:spLocks noGrp="1"/>
          </p:cNvSpPr>
          <p:nvPr>
            <p:ph type="sldNum" idx="66"/>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„Legacy: Routenkonfiguration“.</a:t>
            </a:r>
          </a:p>
          <a:p/>
          <a:p>
            <a:r>
              <a:t>Das „RouterModule“ musste explizit in „AppModule“ importiert werden, um die Provider für den Router-Service bereitzustellen; der zugehörige Aufruf „RouterModule.forRoot(...)“ durfte dabei nur genau einmal im gesamten AppModule verwendet werden – ein häufiger Fehlerquellenhinweis in Legacy-Projekten.</a:t>
            </a:r>
          </a:p>
        </p:txBody>
      </p:sp>
      <p:sp>
        <p:nvSpPr>
          <p:cNvPr id="4" name="Slide Number Placeholder 3"/>
          <p:cNvSpPr>
            <a:spLocks noGrp="1"/>
          </p:cNvSpPr>
          <p:nvPr>
            <p:ph type="sldNum" idx="66"/>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„Legacy: Beispiel: Routen-Definition“.</a:t>
            </a:r>
          </a:p>
          <a:p/>
          <a:p>
            <a:r>
              <a:t>Zeigt dieselbe Grundidee wie die moderne „app.routes.ts“, aber eingebettet in „RouterModule.forRoot(appRoutes)“ innerhalb der „@NgModule“-Annotation, inklusive Redirect-Route und Fallback-Route mit „**“ auf eine „PageNotFoundComponent“.</a:t>
            </a:r>
          </a:p>
        </p:txBody>
      </p:sp>
      <p:sp>
        <p:nvSpPr>
          <p:cNvPr id="4" name="Slide Number Placeholder 3"/>
          <p:cNvSpPr>
            <a:spLocks noGrp="1"/>
          </p:cNvSpPr>
          <p:nvPr>
            <p:ph type="sldNum" idx="66"/>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„Legacy: Location-Strategy“ – inhaltlich identisch zur modernen Folie zu PathLocationStrategy/HashLocationStrategy; im NgModule-Kontext musste dafür zusätzlich ein „&lt;base href="."&gt;“-Tag in der „index.html“ korrekt gesetzt sein.</a:t>
            </a:r>
          </a:p>
        </p:txBody>
      </p:sp>
      <p:sp>
        <p:nvSpPr>
          <p:cNvPr id="4" name="Slide Number Placeholder 3"/>
          <p:cNvSpPr>
            <a:spLocks noGrp="1"/>
          </p:cNvSpPr>
          <p:nvPr>
            <p:ph type="sldNum" idx="66"/>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„Legacy: ActivatedRoute und params.subscribe“.</a:t>
            </a:r>
          </a:p>
          <a:p/>
          <a:p>
            <a:r>
              <a:t>Der klassische Weg, um an Routenparameter zu kommen: „ActivatedRoute“ wird per Konstruktor injiziert, und man abonniert manuell „route.params“ per „.subscribe(...)“, um bei jeder Änderung der Route den neuen Parameterwert zu erhalten. Wichtig: Diese Subscription musste in „ngOnDestroy“ selbst wieder abgemeldet werden (daher „implements OnInit, OnDestroy“) – im Gegensatz zum modernen, automatischen Component Input Binding.</a:t>
            </a:r>
          </a:p>
        </p:txBody>
      </p:sp>
      <p:sp>
        <p:nvSpPr>
          <p:cNvPr id="4" name="Slide Number Placeholder 3"/>
          <p:cNvSpPr>
            <a:spLocks noGrp="1"/>
          </p:cNvSpPr>
          <p:nvPr>
            <p:ph type="sldNum" idx="66"/>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„Legacy: Der Service HttpClient“.</a:t>
            </a:r>
          </a:p>
          <a:p/>
          <a:p>
            <a:r>
              <a:t>Auch früher war „HttpClient“ ein normaler, injizierbarer Service, allerdings musste dafür zusätzlich das „HttpModule“ (bzw. später „HttpClientModule“) explizit in „AppModule“ importiert werden – ein zusätzlicher Schritt, der beim modernen „provideHttpClient()“ in „main.ts“ entfällt.</a:t>
            </a:r>
          </a:p>
        </p:txBody>
      </p:sp>
      <p:sp>
        <p:nvSpPr>
          <p:cNvPr id="4" name="Slide Number Placeholder 3"/>
          <p:cNvSpPr>
            <a:spLocks noGrp="1"/>
          </p:cNvSpPr>
          <p:nvPr>
            <p:ph type="sldNum" idx="66"/>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25 (Legacy – Angular Module): Das mitgelieferte, NgModule-basierte Beispielprojekt „25_modules_legacy“ wird geöffnet, Backend und App gestartet und der Aufbau analysiert (main.ts mit „bootstrapModule“, AppModule mit declarations/imports/providers/bootstrap). Zusätzlich soll eine eigene, klassisch deklarierte Komponente im Modul erstellt werden, eine Standalone-Komponente per „imports: []“ in ein NgModule eingebunden werden (Mischbetrieb beider Ansätze), und optional kann das Projekt per „ng generate @angular/core:standalone“ automatisiert migriert werden.</a:t>
            </a:r>
          </a:p>
        </p:txBody>
      </p:sp>
      <p:sp>
        <p:nvSpPr>
          <p:cNvPr id="4" name="Slide Number Placeholder 3"/>
          <p:cNvSpPr>
            <a:spLocks noGrp="1"/>
          </p:cNvSpPr>
          <p:nvPr>
            <p:ph type="sldNum" idx="66"/>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„Anhang“ – markiert das Ende des eigentlichen Angular-Teils; es folgt ergänzendes Hintergrundwissen zu node.js und npm, das für das Verständnis der Werkzeugkette hilfreich, aber kein Angular-spezifisches Thema mehr ist.</a:t>
            </a:r>
          </a:p>
        </p:txBody>
      </p:sp>
      <p:sp>
        <p:nvSpPr>
          <p:cNvPr id="4" name="Slide Number Placeholder 3"/>
          <p:cNvSpPr>
            <a:spLocks noGrp="1"/>
          </p:cNvSpPr>
          <p:nvPr>
            <p:ph type="sldNum" idx="66"/>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„node.js“ – leitet den Anhang zu node.js ein, der Laufzeitumgebung, auf der das gesamte Angular-Tooling (CLI, npm) letztlich basiert.</a:t>
            </a:r>
          </a:p>
        </p:txBody>
      </p:sp>
      <p:sp>
        <p:nvSpPr>
          <p:cNvPr id="4" name="Slide Number Placeholder 3"/>
          <p:cNvSpPr>
            <a:spLocks noGrp="1"/>
          </p:cNvSpPr>
          <p:nvPr>
            <p:ph type="sldNum" idx="66"/>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ist node.js?“.</a:t>
            </a:r>
          </a:p>
          <a:p/>
          <a:p>
            <a:r>
              <a:t>node.js ist ein Interpreter für server-seitiges JavaScript, basierend auf Googles V8-Engine (derselben Engine, die auch im Chrome-Browser JavaScript ausführt). Wichtig: Mit node.js selbst lassen sich keine Browser-Anwendungen mit UI betreiben – es gibt dort keine Benutzeroberfläche und keine User-Events, node.js läuft rein serverseitig bzw. als Kommandozeilenwerkzeug.</a:t>
            </a:r>
          </a:p>
        </p:txBody>
      </p:sp>
      <p:sp>
        <p:nvSpPr>
          <p:cNvPr id="4" name="Slide Number Placeholder 3"/>
          <p:cNvSpPr>
            <a:spLocks noGrp="1"/>
          </p:cNvSpPr>
          <p:nvPr>
            <p:ph type="sldNum" idx="66"/>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„Ein kompletter http-Server“.</a:t>
            </a:r>
          </a:p>
          <a:p/>
          <a:p>
            <a:r>
              <a:t>Zeigt, wie man mit node.js, ganz ohne zusätzliche Frameworks, allein mit den Modulen „http“ und „fs“ (Dateisystem) einen minimalen eigenen Webserver schreiben kann, der eingehende Anfragen selbst behandelt und z. B. abhängig von der angeforderten URL unterschiedliche Antworten liefert.</a:t>
            </a:r>
          </a:p>
        </p:txBody>
      </p:sp>
      <p:sp>
        <p:nvSpPr>
          <p:cNvPr id="4" name="Slide Number Placeholder 3"/>
          <p:cNvSpPr>
            <a:spLocks noGrp="1"/>
          </p:cNvSpPr>
          <p:nvPr>
            <p:ph type="sldNum" idx="66"/>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„Installation: node.js“ – zeigt vermutlich Screenshots des Installationsvorgangs von node.js auf dem jeweiligen Betriebssystem.</a:t>
            </a:r>
          </a:p>
        </p:txBody>
      </p:sp>
      <p:sp>
        <p:nvSpPr>
          <p:cNvPr id="4" name="Slide Number Placeholder 3"/>
          <p:cNvSpPr>
            <a:spLocks noGrp="1"/>
          </p:cNvSpPr>
          <p:nvPr>
            <p:ph type="sldNum" idx="66"/>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„Testen der Installation“ – zeigt vermutlich, wie man per Kommandozeile (z. B. „node -v“) prüft, ob node.js korrekt installiert wurde.</a:t>
            </a:r>
          </a:p>
        </p:txBody>
      </p:sp>
      <p:sp>
        <p:nvSpPr>
          <p:cNvPr id="4" name="Slide Number Placeholder 3"/>
          <p:cNvSpPr>
            <a:spLocks noGrp="1"/>
          </p:cNvSpPr>
          <p:nvPr>
            <p:ph type="sldNum" idx="66"/>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„Node und Browser-basierte Anwendungen“.</a:t>
            </a:r>
          </a:p>
          <a:p/>
          <a:p>
            <a:r>
              <a:t>Auch wenn node.js selbst nicht im Browser läuft, wird es in der Webentwicklung dennoch häufig genutzt: als lokaler Web-Server, der JavaScript-Dateien und andere statische Ressourcen an den Browser ausliefert – genau das, was z. B. der „ng serve“-Entwicklungsserver im Hintergrund letztlich auch tut.</a:t>
            </a:r>
          </a:p>
        </p:txBody>
      </p:sp>
      <p:sp>
        <p:nvSpPr>
          <p:cNvPr id="4" name="Slide Number Placeholder 3"/>
          <p:cNvSpPr>
            <a:spLocks noGrp="1"/>
          </p:cNvSpPr>
          <p:nvPr>
            <p:ph type="sldNum" idx="66"/>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„npm – Der Node Package Manager“ – leitet den letzten Anhangs-Abschnitt zum Paketmanager npm ein, der im Kurs von Anfang an ständig genutzt wurde (z. B. für „npm install“).</a:t>
            </a:r>
          </a:p>
        </p:txBody>
      </p:sp>
      <p:sp>
        <p:nvSpPr>
          <p:cNvPr id="4" name="Slide Number Placeholder 3"/>
          <p:cNvSpPr>
            <a:spLocks noGrp="1"/>
          </p:cNvSpPr>
          <p:nvPr>
            <p:ph type="sldNum" idx="66"/>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ist npm?“.</a:t>
            </a:r>
          </a:p>
          <a:p/>
          <a:p>
            <a:r>
              <a:t>npm ist primär ein Paketmanager (zum Verwalten und Installieren von Bibliotheken/Abhängigkeiten) und wird automatisch mit jeder node.js-Installation mitgeliefert, prüfbar per „npm -v“. Die zentrale, öffentliche npm-Registry im Internet enthält alle veröffentlichten Pakete und basiert intern auf einer CouchDB-Datenbank.</a:t>
            </a:r>
          </a:p>
        </p:txBody>
      </p:sp>
      <p:sp>
        <p:nvSpPr>
          <p:cNvPr id="4" name="Slide Number Placeholder 3"/>
          <p:cNvSpPr>
            <a:spLocks noGrp="1"/>
          </p:cNvSpPr>
          <p:nvPr>
            <p:ph type="sldNum" idx="66"/>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„npm Kommandos“.</a:t>
            </a:r>
          </a:p>
          <a:p/>
          <a:p>
            <a:r>
              <a:t>npm wird primär über die Kommandozeile bedient (eine grafische Oberfläche existiert nur als separates, zusätzliches Werkzeug). Ein integriertes Hilfesystem ist über „npm -h“ bzw. „npm &lt;command&gt; -h“ erreichbar, ergänzt durch die ausführliche Online-Dokumentation.</a:t>
            </a:r>
          </a:p>
        </p:txBody>
      </p:sp>
      <p:sp>
        <p:nvSpPr>
          <p:cNvPr id="4" name="Slide Number Placeholder 3"/>
          <p:cNvSpPr>
            <a:spLocks noGrp="1"/>
          </p:cNvSpPr>
          <p:nvPr>
            <p:ph type="sldNum" idx="66"/>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„Node-Modules“ – leitet ein, wie eine über npm installierte Bibliothek intern aufgebaut ist.</a:t>
            </a:r>
          </a:p>
        </p:txBody>
      </p:sp>
      <p:sp>
        <p:nvSpPr>
          <p:cNvPr id="4" name="Slide Number Placeholder 3"/>
          <p:cNvSpPr>
            <a:spLocks noGrp="1"/>
          </p:cNvSpPr>
          <p:nvPr>
            <p:ph type="sldNum" idx="66"/>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„Node Modules“.</a:t>
            </a:r>
          </a:p>
          <a:p/>
          <a:p>
            <a:r>
              <a:t>Jede über npm geladene Bibliothek ist selbst als eigenständiges Node-Module aufgebaut: Sie besitzt eine eigene „package.json“ (beschreibt das Projekt/Modul) sowie ihre eigenen, abhängigen Bibliotheken in einem Unterordner – Node-Module können also selbst wieder von weiteren Node-Modulen abhängen.</a:t>
            </a:r>
          </a:p>
        </p:txBody>
      </p:sp>
      <p:sp>
        <p:nvSpPr>
          <p:cNvPr id="4" name="Slide Number Placeholder 3"/>
          <p:cNvSpPr>
            <a:spLocks noGrp="1"/>
          </p:cNvSpPr>
          <p:nvPr>
            <p:ph type="sldNum" idx="66"/>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„Die package.json“.</a:t>
            </a:r>
          </a:p>
          <a:p/>
          <a:p>
            <a:r>
              <a:t>Diese zentrale Projektdatei im JSON-Format enthält u. a. den Projektnamen, die aktuelle Versionsnummer, Meta-Informationen wie Autor, Schlüsselwörter und Lizenz, die Liste der Abhängigkeiten (Dependencies) sowie den bereits bekannten „scripts“-Block mit den Kurzbefehlen des Projekts.</a:t>
            </a:r>
          </a:p>
        </p:txBody>
      </p:sp>
      <p:sp>
        <p:nvSpPr>
          <p:cNvPr id="4" name="Slide Number Placeholder 3"/>
          <p:cNvSpPr>
            <a:spLocks noGrp="1"/>
          </p:cNvSpPr>
          <p:nvPr>
            <p:ph type="sldNum" idx="66"/>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„Initialisierung eines Projekts“.</a:t>
            </a:r>
          </a:p>
          <a:p/>
          <a:p>
            <a:r>
              <a:t>Jedes eigene npm-Projekt ist letztlich selbst wieder ein Node-Module. Mit „npm init“ wird interaktiv abgefragt, welche Informationen (Name, Version, Beschreibung usw.) in die neu zu erstellende „package.json“ eingetragen werden sollen.</a:t>
            </a:r>
          </a:p>
        </p:txBody>
      </p:sp>
      <p:sp>
        <p:nvSpPr>
          <p:cNvPr id="4" name="Slide Number Placeholder 3"/>
          <p:cNvSpPr>
            <a:spLocks noGrp="1"/>
          </p:cNvSpPr>
          <p:nvPr>
            <p:ph type="sldNum" idx="66"/>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„Projektstruktur“ – zeigt vermutlich den typischen Ordneraufbau eines einfachen, node-basierten Projekts (z. B. „node_modules“, „package.json“, eigene Quellcode-Dateien) als Referenz für den Anhang.</a:t>
            </a:r>
          </a:p>
        </p:txBody>
      </p:sp>
      <p:sp>
        <p:nvSpPr>
          <p:cNvPr id="4" name="Slide Number Placeholder 3"/>
          <p:cNvSpPr>
            <a:spLocks noGrp="1"/>
          </p:cNvSpPr>
          <p:nvPr>
            <p:ph type="sldNum" idx="66"/>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Ein einfaches Projekt“.</a:t>
            </a:r>
          </a:p>
          <a:p/>
          <a:p>
            <a:r>
              <a:t>Zeigt eine minimale, vollständige „package.json“ mit Name, Version, Beschreibung, dem Haupteinstiegspunkt „main: index.js“ und einem einfachen, noch nicht konfigurierten „test“-Script als Platzhalter.</a:t>
            </a:r>
          </a:p>
        </p:txBody>
      </p:sp>
      <p:sp>
        <p:nvSpPr>
          <p:cNvPr id="4" name="Slide Number Placeholder 3"/>
          <p:cNvSpPr>
            <a:spLocks noGrp="1"/>
          </p:cNvSpPr>
          <p:nvPr>
            <p:ph type="sldNum" idx="66"/>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Ein einfaches Node-Module“.</a:t>
            </a:r>
          </a:p>
          <a:p/>
          <a:p>
            <a:r>
              <a:t>Eine Datei „index.js“ exportiert über „module.exports = { ... }“ ein Objekt mit einer Funktion „log“. In der interaktiven node-Konsole (REPL) lässt sich dieses Modul per „require('./index.js')“ laden und die exportierte Funktion direkt aufrufen – das Grundprinzip von „require“/„module.exports“, dem klassischen node.js-Modulsystem (im Unterschied zu den ES-Modulen mit „import“/„export“, die im TypeScript-Kapitel gezeigt wurden).</a:t>
            </a:r>
          </a:p>
        </p:txBody>
      </p:sp>
      <p:sp>
        <p:nvSpPr>
          <p:cNvPr id="4" name="Slide Number Placeholder 3"/>
          <p:cNvSpPr>
            <a:spLocks noGrp="1"/>
          </p:cNvSpPr>
          <p:nvPr>
            <p:ph type="sldNum" idx="66"/>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„Installieren von Abhängigkeiten“ – Abschlussfolie des Anhangs.</a:t>
            </a:r>
          </a:p>
          <a:p/>
          <a:p>
            <a:r>
              <a:t>Abhängigkeiten werden per „npm install“ von einer npm-Registry geladen; ohne weitere Konfiguration ist das die offizielle Standard-Registry im Internet, wofür eine Internetverbindung notwendig ist. Es können aber auch alternative, z. B. firmeninterne Registries konfiguriert werden.</a:t>
            </a:r>
          </a:p>
        </p:txBody>
      </p:sp>
      <p:sp>
        <p:nvSpPr>
          <p:cNvPr id="4" name="Slide Number Placeholder 3"/>
          <p:cNvSpPr>
            <a:spLocks noGrp="1"/>
          </p:cNvSpPr>
          <p:nvPr>
            <p:ph type="sldNum" idx="66"/>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6.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7.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8.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9.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0.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5.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6.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7.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8.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9.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0.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5.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6.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7.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8.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0.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6.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5"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
        <p:nvSpPr>
          <p:cNvPr id="2" name="PlaceHolder 3"/>
          <p:cNvSpPr>
            <a:spLocks noGrp="1"/>
          </p:cNvSpPr>
          <p:nvPr>
            <p:ph type="ftr" idx="1"/>
          </p:nvPr>
        </p:nvSpPr>
        <p:spPr/>
        <p:txBody>
          <a:bodyPr/>
          <a:lstStyle/>
          <a:p>
            <a:r>
              <a:t>Footer</a:t>
            </a:r>
          </a:p>
        </p:txBody>
      </p:sp>
      <p:sp>
        <p:nvSpPr>
          <p:cNvPr id="3" name="PlaceHolder 4"/>
          <p:cNvSpPr>
            <a:spLocks noGrp="1"/>
          </p:cNvSpPr>
          <p:nvPr>
            <p:ph type="sldNum" idx="2"/>
          </p:nvPr>
        </p:nvSpPr>
        <p:spPr/>
        <p:txBody>
          <a:bodyPr/>
          <a:lstStyle/>
          <a:p>
            <a:fld id="{19390CDF-68FB-40AB-9801-3E67394F7774}" type="slidenum">
              <a:t>‹Nr.›</a:t>
            </a:fld>
            <a:endParaRPr/>
          </a:p>
        </p:txBody>
      </p:sp>
      <p:sp>
        <p:nvSpPr>
          <p:cNvPr id="6" name="PlaceHolder 5"/>
          <p:cNvSpPr>
            <a:spLocks noGrp="1"/>
          </p:cNvSpPr>
          <p:nvPr>
            <p:ph type="dt" idx="3"/>
          </p:nvPr>
        </p:nvSpPr>
        <p:spPr/>
        <p:txBody>
          <a:body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lstStyle/>
          <a:p>
            <a:r>
              <a:t>Footer</a:t>
            </a:r>
          </a:p>
        </p:txBody>
      </p:sp>
      <p:sp>
        <p:nvSpPr>
          <p:cNvPr id="3" name="PlaceHolder 2"/>
          <p:cNvSpPr>
            <a:spLocks noGrp="1"/>
          </p:cNvSpPr>
          <p:nvPr>
            <p:ph type="sldNum" idx="5"/>
          </p:nvPr>
        </p:nvSpPr>
        <p:spPr/>
        <p:txBody>
          <a:bodyPr/>
          <a:lstStyle/>
          <a:p>
            <a:fld id="{A94D7BE0-166B-4B5B-B4D4-7B63E620277C}" type="slidenum">
              <a:t>‹Nr.›</a:t>
            </a:fld>
            <a:endParaRPr/>
          </a:p>
        </p:txBody>
      </p:sp>
      <p:sp>
        <p:nvSpPr>
          <p:cNvPr id="4" name="PlaceHolder 3"/>
          <p:cNvSpPr>
            <a:spLocks noGrp="1"/>
          </p:cNvSpPr>
          <p:nvPr>
            <p:ph type="dt" idx="6"/>
          </p:nvPr>
        </p:nvSpPr>
        <p:spPr/>
        <p:txBody>
          <a:body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lstStyle/>
          <a:p>
            <a:r>
              <a:t>Footer</a:t>
            </a:r>
          </a:p>
        </p:txBody>
      </p:sp>
      <p:sp>
        <p:nvSpPr>
          <p:cNvPr id="3" name="PlaceHolder 2"/>
          <p:cNvSpPr>
            <a:spLocks noGrp="1"/>
          </p:cNvSpPr>
          <p:nvPr>
            <p:ph type="sldNum" idx="8"/>
          </p:nvPr>
        </p:nvSpPr>
        <p:spPr/>
        <p:txBody>
          <a:bodyPr/>
          <a:lstStyle/>
          <a:p>
            <a:fld id="{9899A245-3009-4043-94C4-40DF8241A7AE}" type="slidenum">
              <a:t>‹Nr.›</a:t>
            </a:fld>
            <a:endParaRPr/>
          </a:p>
        </p:txBody>
      </p:sp>
      <p:sp>
        <p:nvSpPr>
          <p:cNvPr id="4" name="PlaceHolder 3"/>
          <p:cNvSpPr>
            <a:spLocks noGrp="1"/>
          </p:cNvSpPr>
          <p:nvPr>
            <p:ph type="dt" idx="9"/>
          </p:nvPr>
        </p:nvSpPr>
        <p:spPr/>
        <p:txBody>
          <a:body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17"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8"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4" name="PlaceHolder 3"/>
          <p:cNvSpPr>
            <a:spLocks noGrp="1"/>
          </p:cNvSpPr>
          <p:nvPr>
            <p:ph type="ftr" idx="10"/>
          </p:nvPr>
        </p:nvSpPr>
        <p:spPr/>
        <p:txBody>
          <a:bodyPr/>
          <a:lstStyle/>
          <a:p>
            <a:r>
              <a:t>Footer</a:t>
            </a:r>
          </a:p>
        </p:txBody>
      </p:sp>
      <p:sp>
        <p:nvSpPr>
          <p:cNvPr id="5" name="PlaceHolder 4"/>
          <p:cNvSpPr>
            <a:spLocks noGrp="1"/>
          </p:cNvSpPr>
          <p:nvPr>
            <p:ph type="sldNum" idx="11"/>
          </p:nvPr>
        </p:nvSpPr>
        <p:spPr/>
        <p:txBody>
          <a:bodyPr/>
          <a:lstStyle/>
          <a:p>
            <a:fld id="{E066FBC3-F825-4BBD-B06E-2008213662DB}" type="slidenum">
              <a:t>‹Nr.›</a:t>
            </a:fld>
            <a:endParaRPr/>
          </a:p>
        </p:txBody>
      </p:sp>
      <p:sp>
        <p:nvSpPr>
          <p:cNvPr id="6" name="PlaceHolder 5"/>
          <p:cNvSpPr>
            <a:spLocks noGrp="1"/>
          </p:cNvSpPr>
          <p:nvPr>
            <p:ph type="dt" idx="12"/>
          </p:nvPr>
        </p:nvSpPr>
        <p:spPr/>
        <p:txBody>
          <a:body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Abschnitts-&#10;überschrift">
    <p:spTree>
      <p:nvGrpSpPr>
        <p:cNvPr id="1" name=""/>
        <p:cNvGrpSpPr/>
        <p:nvPr/>
      </p:nvGrpSpPr>
      <p:grpSpPr>
        <a:xfrm>
          <a:off x="0" y="0"/>
          <a:ext cx="0" cy="0"/>
          <a:chOff x="0" y="0"/>
          <a:chExt cx="0" cy="0"/>
        </a:xfrm>
      </p:grpSpPr>
      <p:sp>
        <p:nvSpPr>
          <p:cNvPr id="2" name="PlaceHolder 1"/>
          <p:cNvSpPr>
            <a:spLocks noGrp="1"/>
          </p:cNvSpPr>
          <p:nvPr>
            <p:ph type="ftr" idx="13"/>
          </p:nvPr>
        </p:nvSpPr>
        <p:spPr/>
        <p:txBody>
          <a:bodyPr/>
          <a:lstStyle/>
          <a:p>
            <a:r>
              <a:t>Footer</a:t>
            </a:r>
          </a:p>
        </p:txBody>
      </p:sp>
      <p:sp>
        <p:nvSpPr>
          <p:cNvPr id="3" name="PlaceHolder 2"/>
          <p:cNvSpPr>
            <a:spLocks noGrp="1"/>
          </p:cNvSpPr>
          <p:nvPr>
            <p:ph type="sldNum" idx="14"/>
          </p:nvPr>
        </p:nvSpPr>
        <p:spPr/>
        <p:txBody>
          <a:bodyPr/>
          <a:lstStyle/>
          <a:p>
            <a:fld id="{13D2C350-8113-4B3C-8C3B-15F97E3C414D}" type="slidenum">
              <a:t>‹Nr.›</a:t>
            </a:fld>
            <a:endParaRPr/>
          </a:p>
        </p:txBody>
      </p:sp>
      <p:sp>
        <p:nvSpPr>
          <p:cNvPr id="4" name="PlaceHolder 3"/>
          <p:cNvSpPr>
            <a:spLocks noGrp="1"/>
          </p:cNvSpPr>
          <p:nvPr>
            <p:ph type="dt" idx="15"/>
          </p:nvPr>
        </p:nvSpPr>
        <p:spPr/>
        <p:txBody>
          <a:body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29"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30"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5" name="PlaceHolder 4"/>
          <p:cNvSpPr>
            <a:spLocks noGrp="1"/>
          </p:cNvSpPr>
          <p:nvPr>
            <p:ph type="ftr" idx="16"/>
          </p:nvPr>
        </p:nvSpPr>
        <p:spPr/>
        <p:txBody>
          <a:bodyPr/>
          <a:lstStyle/>
          <a:p>
            <a:r>
              <a:t>Footer</a:t>
            </a:r>
          </a:p>
        </p:txBody>
      </p:sp>
      <p:sp>
        <p:nvSpPr>
          <p:cNvPr id="6" name="PlaceHolder 5"/>
          <p:cNvSpPr>
            <a:spLocks noGrp="1"/>
          </p:cNvSpPr>
          <p:nvPr>
            <p:ph type="sldNum" idx="17"/>
          </p:nvPr>
        </p:nvSpPr>
        <p:spPr/>
        <p:txBody>
          <a:bodyPr/>
          <a:lstStyle/>
          <a:p>
            <a:fld id="{1D1CB5FD-EB45-4A72-99B1-445155ECB964}" type="slidenum">
              <a:t>‹Nr.›</a:t>
            </a:fld>
            <a:endParaRPr/>
          </a:p>
        </p:txBody>
      </p:sp>
      <p:sp>
        <p:nvSpPr>
          <p:cNvPr id="7" name="PlaceHolder 6"/>
          <p:cNvSpPr>
            <a:spLocks noGrp="1"/>
          </p:cNvSpPr>
          <p:nvPr>
            <p:ph type="dt" idx="18"/>
          </p:nvPr>
        </p:nvSpPr>
        <p:spPr/>
        <p:txBody>
          <a:body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ergleich">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lstStyle/>
          <a:p>
            <a:r>
              <a:t>Footer</a:t>
            </a:r>
          </a:p>
        </p:txBody>
      </p:sp>
      <p:sp>
        <p:nvSpPr>
          <p:cNvPr id="3" name="PlaceHolder 2"/>
          <p:cNvSpPr>
            <a:spLocks noGrp="1"/>
          </p:cNvSpPr>
          <p:nvPr>
            <p:ph type="sldNum" idx="20"/>
          </p:nvPr>
        </p:nvSpPr>
        <p:spPr/>
        <p:txBody>
          <a:bodyPr/>
          <a:lstStyle/>
          <a:p>
            <a:fld id="{63D63E70-C50D-4D68-B9B9-BDDECE703BA3}" type="slidenum">
              <a:t>‹Nr.›</a:t>
            </a:fld>
            <a:endParaRPr/>
          </a:p>
        </p:txBody>
      </p:sp>
      <p:sp>
        <p:nvSpPr>
          <p:cNvPr id="4" name="PlaceHolder 3"/>
          <p:cNvSpPr>
            <a:spLocks noGrp="1"/>
          </p:cNvSpPr>
          <p:nvPr>
            <p:ph type="dt" idx="21"/>
          </p:nvPr>
        </p:nvSpPr>
        <p:spPr/>
        <p:txBody>
          <a:body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3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3" name="PlaceHolder 2"/>
          <p:cNvSpPr>
            <a:spLocks noGrp="1"/>
          </p:cNvSpPr>
          <p:nvPr>
            <p:ph type="ftr" idx="22"/>
          </p:nvPr>
        </p:nvSpPr>
        <p:spPr/>
        <p:txBody>
          <a:bodyPr/>
          <a:lstStyle/>
          <a:p>
            <a:r>
              <a:t>Footer</a:t>
            </a:r>
          </a:p>
        </p:txBody>
      </p:sp>
      <p:sp>
        <p:nvSpPr>
          <p:cNvPr id="4" name="PlaceHolder 3"/>
          <p:cNvSpPr>
            <a:spLocks noGrp="1"/>
          </p:cNvSpPr>
          <p:nvPr>
            <p:ph type="sldNum" idx="23"/>
          </p:nvPr>
        </p:nvSpPr>
        <p:spPr/>
        <p:txBody>
          <a:bodyPr/>
          <a:lstStyle/>
          <a:p>
            <a:fld id="{A92B85BB-5157-4E64-ABCC-A4203A5B313B}" type="slidenum">
              <a:t>‹Nr.›</a:t>
            </a:fld>
            <a:endParaRPr/>
          </a:p>
        </p:txBody>
      </p:sp>
      <p:sp>
        <p:nvSpPr>
          <p:cNvPr id="5" name="PlaceHolder 4"/>
          <p:cNvSpPr>
            <a:spLocks noGrp="1"/>
          </p:cNvSpPr>
          <p:nvPr>
            <p:ph type="dt" idx="24"/>
          </p:nvPr>
        </p:nvSpPr>
        <p:spPr/>
        <p:txBody>
          <a:body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PlaceHolder 1"/>
          <p:cNvSpPr>
            <a:spLocks noGrp="1"/>
          </p:cNvSpPr>
          <p:nvPr>
            <p:ph type="ftr" idx="25"/>
          </p:nvPr>
        </p:nvSpPr>
        <p:spPr/>
        <p:txBody>
          <a:bodyPr/>
          <a:lstStyle/>
          <a:p>
            <a:r>
              <a:t>Footer</a:t>
            </a:r>
          </a:p>
        </p:txBody>
      </p:sp>
      <p:sp>
        <p:nvSpPr>
          <p:cNvPr id="3" name="PlaceHolder 2"/>
          <p:cNvSpPr>
            <a:spLocks noGrp="1"/>
          </p:cNvSpPr>
          <p:nvPr>
            <p:ph type="sldNum" idx="26"/>
          </p:nvPr>
        </p:nvSpPr>
        <p:spPr/>
        <p:txBody>
          <a:bodyPr/>
          <a:lstStyle/>
          <a:p>
            <a:fld id="{30453E86-0B0E-488A-9531-048EEE9ACBE0}" type="slidenum">
              <a:t>‹Nr.›</a:t>
            </a:fld>
            <a:endParaRPr/>
          </a:p>
        </p:txBody>
      </p:sp>
      <p:sp>
        <p:nvSpPr>
          <p:cNvPr id="4" name="PlaceHolder 3"/>
          <p:cNvSpPr>
            <a:spLocks noGrp="1"/>
          </p:cNvSpPr>
          <p:nvPr>
            <p:ph type="dt" idx="27"/>
          </p:nvPr>
        </p:nvSpPr>
        <p:spPr/>
        <p:txBody>
          <a:body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Inhalt mit Überschrift">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lstStyle/>
          <a:p>
            <a:r>
              <a:t>Footer</a:t>
            </a:r>
          </a:p>
        </p:txBody>
      </p:sp>
      <p:sp>
        <p:nvSpPr>
          <p:cNvPr id="3" name="PlaceHolder 2"/>
          <p:cNvSpPr>
            <a:spLocks noGrp="1"/>
          </p:cNvSpPr>
          <p:nvPr>
            <p:ph type="sldNum" idx="29"/>
          </p:nvPr>
        </p:nvSpPr>
        <p:spPr/>
        <p:txBody>
          <a:bodyPr/>
          <a:lstStyle/>
          <a:p>
            <a:fld id="{33E71D19-6705-4AA0-B983-13F3A0C810A6}" type="slidenum">
              <a:t>‹Nr.›</a:t>
            </a:fld>
            <a:endParaRPr/>
          </a:p>
        </p:txBody>
      </p:sp>
      <p:sp>
        <p:nvSpPr>
          <p:cNvPr id="4" name="PlaceHolder 3"/>
          <p:cNvSpPr>
            <a:spLocks noGrp="1"/>
          </p:cNvSpPr>
          <p:nvPr>
            <p:ph type="dt" idx="30"/>
          </p:nvPr>
        </p:nvSpPr>
        <p:spPr/>
        <p:txBody>
          <a:body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Bild mit Überschrift">
    <p:spTree>
      <p:nvGrpSpPr>
        <p:cNvPr id="1" name=""/>
        <p:cNvGrpSpPr/>
        <p:nvPr/>
      </p:nvGrpSpPr>
      <p:grpSpPr>
        <a:xfrm>
          <a:off x="0" y="0"/>
          <a:ext cx="0" cy="0"/>
          <a:chOff x="0" y="0"/>
          <a:chExt cx="0" cy="0"/>
        </a:xfrm>
      </p:grpSpPr>
      <p:sp>
        <p:nvSpPr>
          <p:cNvPr id="2" name="PlaceHolder 1"/>
          <p:cNvSpPr>
            <a:spLocks noGrp="1"/>
          </p:cNvSpPr>
          <p:nvPr>
            <p:ph type="ftr" idx="31"/>
          </p:nvPr>
        </p:nvSpPr>
        <p:spPr/>
        <p:txBody>
          <a:bodyPr/>
          <a:lstStyle/>
          <a:p>
            <a:r>
              <a:t>Footer</a:t>
            </a:r>
          </a:p>
        </p:txBody>
      </p:sp>
      <p:sp>
        <p:nvSpPr>
          <p:cNvPr id="3" name="PlaceHolder 2"/>
          <p:cNvSpPr>
            <a:spLocks noGrp="1"/>
          </p:cNvSpPr>
          <p:nvPr>
            <p:ph type="sldNum" idx="32"/>
          </p:nvPr>
        </p:nvSpPr>
        <p:spPr/>
        <p:txBody>
          <a:bodyPr/>
          <a:lstStyle/>
          <a:p>
            <a:fld id="{14E50CD5-16FE-4DCA-BBEC-A35E5CB59D42}" type="slidenum">
              <a:t>‹Nr.›</a:t>
            </a:fld>
            <a:endParaRPr/>
          </a:p>
        </p:txBody>
      </p:sp>
      <p:sp>
        <p:nvSpPr>
          <p:cNvPr id="4" name="PlaceHolder 3"/>
          <p:cNvSpPr>
            <a:spLocks noGrp="1"/>
          </p:cNvSpPr>
          <p:nvPr>
            <p:ph type="dt" idx="33"/>
          </p:nvPr>
        </p:nvSpPr>
        <p:spPr/>
        <p:txBody>
          <a:body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Standard">
    <p:spTree>
      <p:nvGrpSpPr>
        <p:cNvPr id="1" name=""/>
        <p:cNvGrpSpPr/>
        <p:nvPr/>
      </p:nvGrpSpPr>
      <p:grpSpPr>
        <a:xfrm>
          <a:off x="0" y="0"/>
          <a:ext cx="0" cy="0"/>
          <a:chOff x="0" y="0"/>
          <a:chExt cx="0" cy="0"/>
        </a:xfrm>
      </p:grpSpPr>
      <p:sp>
        <p:nvSpPr>
          <p:cNvPr id="55"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56"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
        <p:nvSpPr>
          <p:cNvPr id="4" name="PlaceHolder 3"/>
          <p:cNvSpPr>
            <a:spLocks noGrp="1"/>
          </p:cNvSpPr>
          <p:nvPr>
            <p:ph type="ftr" idx="34"/>
          </p:nvPr>
        </p:nvSpPr>
        <p:spPr/>
        <p:txBody>
          <a:bodyPr/>
          <a:lstStyle/>
          <a:p>
            <a:r>
              <a:t>Footer</a:t>
            </a:r>
          </a:p>
        </p:txBody>
      </p:sp>
      <p:sp>
        <p:nvSpPr>
          <p:cNvPr id="5" name="PlaceHolder 4"/>
          <p:cNvSpPr>
            <a:spLocks noGrp="1"/>
          </p:cNvSpPr>
          <p:nvPr>
            <p:ph type="sldNum" idx="35"/>
          </p:nvPr>
        </p:nvSpPr>
        <p:spPr/>
        <p:txBody>
          <a:bodyPr/>
          <a:lstStyle/>
          <a:p>
            <a:fld id="{521B02B5-1DE0-42EE-AC41-11A516F14A0A}" type="slidenum">
              <a:t>‹Nr.›</a:t>
            </a:fld>
            <a:endParaRPr/>
          </a:p>
        </p:txBody>
      </p:sp>
      <p:sp>
        <p:nvSpPr>
          <p:cNvPr id="6" name="PlaceHolder 5"/>
          <p:cNvSpPr>
            <a:spLocks noGrp="1"/>
          </p:cNvSpPr>
          <p:nvPr>
            <p:ph type="dt" idx="36"/>
          </p:nvPr>
        </p:nvSpPr>
        <p:spPr/>
        <p:txBody>
          <a:body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Standard 1">
    <p:spTree>
      <p:nvGrpSpPr>
        <p:cNvPr id="1" name=""/>
        <p:cNvGrpSpPr/>
        <p:nvPr/>
      </p:nvGrpSpPr>
      <p:grpSpPr>
        <a:xfrm>
          <a:off x="0" y="0"/>
          <a:ext cx="0" cy="0"/>
          <a:chOff x="0" y="0"/>
          <a:chExt cx="0" cy="0"/>
        </a:xfrm>
      </p:grpSpPr>
      <p:sp>
        <p:nvSpPr>
          <p:cNvPr id="2" name="PlaceHolder 1"/>
          <p:cNvSpPr>
            <a:spLocks noGrp="1"/>
          </p:cNvSpPr>
          <p:nvPr>
            <p:ph type="ftr" idx="37"/>
          </p:nvPr>
        </p:nvSpPr>
        <p:spPr/>
        <p:txBody>
          <a:bodyPr/>
          <a:lstStyle/>
          <a:p>
            <a:r>
              <a:t>Footer</a:t>
            </a:r>
          </a:p>
        </p:txBody>
      </p:sp>
      <p:sp>
        <p:nvSpPr>
          <p:cNvPr id="3" name="PlaceHolder 2"/>
          <p:cNvSpPr>
            <a:spLocks noGrp="1"/>
          </p:cNvSpPr>
          <p:nvPr>
            <p:ph type="sldNum" idx="38"/>
          </p:nvPr>
        </p:nvSpPr>
        <p:spPr/>
        <p:txBody>
          <a:bodyPr/>
          <a:lstStyle/>
          <a:p>
            <a:fld id="{2327E5C3-E989-4432-A9CD-67E06BB764B2}" type="slidenum">
              <a:t>‹Nr.›</a:t>
            </a:fld>
            <a:endParaRPr/>
          </a:p>
        </p:txBody>
      </p:sp>
      <p:sp>
        <p:nvSpPr>
          <p:cNvPr id="4" name="PlaceHolder 3"/>
          <p:cNvSpPr>
            <a:spLocks noGrp="1"/>
          </p:cNvSpPr>
          <p:nvPr>
            <p:ph type="dt" idx="39"/>
          </p:nvPr>
        </p:nvSpPr>
        <p:spPr/>
        <p:txBody>
          <a:body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Standard 2">
    <p:spTree>
      <p:nvGrpSpPr>
        <p:cNvPr id="1" name=""/>
        <p:cNvGrpSpPr/>
        <p:nvPr/>
      </p:nvGrpSpPr>
      <p:grpSpPr>
        <a:xfrm>
          <a:off x="0" y="0"/>
          <a:ext cx="0" cy="0"/>
          <a:chOff x="0" y="0"/>
          <a:chExt cx="0" cy="0"/>
        </a:xfrm>
      </p:grpSpPr>
      <p:sp>
        <p:nvSpPr>
          <p:cNvPr id="2" name="PlaceHolder 1"/>
          <p:cNvSpPr>
            <a:spLocks noGrp="1"/>
          </p:cNvSpPr>
          <p:nvPr>
            <p:ph type="ftr" idx="40"/>
          </p:nvPr>
        </p:nvSpPr>
        <p:spPr/>
        <p:txBody>
          <a:bodyPr/>
          <a:lstStyle/>
          <a:p>
            <a:r>
              <a:t>Footer</a:t>
            </a:r>
          </a:p>
        </p:txBody>
      </p:sp>
      <p:sp>
        <p:nvSpPr>
          <p:cNvPr id="3" name="PlaceHolder 2"/>
          <p:cNvSpPr>
            <a:spLocks noGrp="1"/>
          </p:cNvSpPr>
          <p:nvPr>
            <p:ph type="sldNum" idx="41"/>
          </p:nvPr>
        </p:nvSpPr>
        <p:spPr/>
        <p:txBody>
          <a:bodyPr/>
          <a:lstStyle/>
          <a:p>
            <a:fld id="{EDBDE414-D6C1-4C58-805E-FD8DD2AE59D7}" type="slidenum">
              <a:t>‹Nr.›</a:t>
            </a:fld>
            <a:endParaRPr/>
          </a:p>
        </p:txBody>
      </p:sp>
      <p:sp>
        <p:nvSpPr>
          <p:cNvPr id="4" name="PlaceHolder 3"/>
          <p:cNvSpPr>
            <a:spLocks noGrp="1"/>
          </p:cNvSpPr>
          <p:nvPr>
            <p:ph type="dt" idx="42"/>
          </p:nvPr>
        </p:nvSpPr>
        <p:spPr/>
        <p:txBody>
          <a:body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Inhalt">
    <p:spTree>
      <p:nvGrpSpPr>
        <p:cNvPr id="1" name=""/>
        <p:cNvGrpSpPr/>
        <p:nvPr/>
      </p:nvGrpSpPr>
      <p:grpSpPr>
        <a:xfrm>
          <a:off x="0" y="0"/>
          <a:ext cx="0" cy="0"/>
          <a:chOff x="0" y="0"/>
          <a:chExt cx="0" cy="0"/>
        </a:xfrm>
      </p:grpSpPr>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1_Titelfolie">
    <p:spTree>
      <p:nvGrpSpPr>
        <p:cNvPr id="1" name=""/>
        <p:cNvGrpSpPr/>
        <p:nvPr/>
      </p:nvGrpSpPr>
      <p:grpSpPr>
        <a:xfrm>
          <a:off x="0" y="0"/>
          <a:ext cx="0" cy="0"/>
          <a:chOff x="0" y="0"/>
          <a:chExt cx="0" cy="0"/>
        </a:xfrm>
      </p:grpSpPr>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1_Titel und Inhalt">
    <p:spTree>
      <p:nvGrpSpPr>
        <p:cNvPr id="1" name=""/>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Standard 3">
    <p:spTree>
      <p:nvGrpSpPr>
        <p:cNvPr id="1" name=""/>
        <p:cNvGrpSpPr/>
        <p:nvPr/>
      </p:nvGrpSpPr>
      <p:grpSpPr>
        <a:xfrm>
          <a:off x="0" y="0"/>
          <a:ext cx="0" cy="0"/>
          <a:chOff x="0" y="0"/>
          <a:chExt cx="0" cy="0"/>
        </a:xfrm>
      </p:grpSpPr>
      <p:sp>
        <p:nvSpPr>
          <p:cNvPr id="67"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Standard 4">
    <p:spTree>
      <p:nvGrpSpPr>
        <p:cNvPr id="1" name=""/>
        <p:cNvGrpSpPr/>
        <p:nvPr/>
      </p:nvGrpSpPr>
      <p:grpSpPr>
        <a:xfrm>
          <a:off x="0" y="0"/>
          <a:ext cx="0" cy="0"/>
          <a:chOff x="0" y="0"/>
          <a:chExt cx="0" cy="0"/>
        </a:xfrm>
      </p:grpSpPr>
      <p:sp>
        <p:nvSpPr>
          <p:cNvPr id="7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72"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73"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Standard 5">
    <p:spTree>
      <p:nvGrpSpPr>
        <p:cNvPr id="1" name=""/>
        <p:cNvGrpSpPr/>
        <p:nvPr/>
      </p:nvGrpSpPr>
      <p:grpSpPr>
        <a:xfrm>
          <a:off x="0" y="0"/>
          <a:ext cx="0" cy="0"/>
          <a:chOff x="0" y="0"/>
          <a:chExt cx="0" cy="0"/>
        </a:xfrm>
      </p:grpSpPr>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x" preserve="1">
  <p:cSld name="Standard 6">
    <p:spTree>
      <p:nvGrpSpPr>
        <p:cNvPr id="1" name=""/>
        <p:cNvGrpSpPr/>
        <p:nvPr/>
      </p:nvGrpSpPr>
      <p:grpSpPr>
        <a:xfrm>
          <a:off x="0" y="0"/>
          <a:ext cx="0" cy="0"/>
          <a:chOff x="0" y="0"/>
          <a:chExt cx="0" cy="0"/>
        </a:xfrm>
      </p:grpSpPr>
      <p:sp>
        <p:nvSpPr>
          <p:cNvPr id="76"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77"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Standard 7">
    <p:spTree>
      <p:nvGrpSpPr>
        <p:cNvPr id="1" name=""/>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Standard 8">
    <p:spTree>
      <p:nvGrpSpPr>
        <p:cNvPr id="1" name=""/>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Standard 9">
    <p:spTree>
      <p:nvGrpSpPr>
        <p:cNvPr id="1" name=""/>
        <p:cNvGrpSpPr/>
        <p:nvPr/>
      </p:nvGrpSpPr>
      <p:grpSpPr>
        <a:xfrm>
          <a:off x="0" y="0"/>
          <a:ext cx="0" cy="0"/>
          <a:chOff x="0" y="0"/>
          <a:chExt cx="0" cy="0"/>
        </a:xfrm>
      </p:grpSpPr>
      <p:sp>
        <p:nvSpPr>
          <p:cNvPr id="79"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80"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Standard 10">
    <p:spTree>
      <p:nvGrpSpPr>
        <p:cNvPr id="1" name=""/>
        <p:cNvGrpSpPr/>
        <p:nvPr/>
      </p:nvGrpSpPr>
      <p:grpSpPr>
        <a:xfrm>
          <a:off x="0" y="0"/>
          <a:ext cx="0" cy="0"/>
          <a:chOff x="0" y="0"/>
          <a:chExt cx="0" cy="0"/>
        </a:xfrm>
      </p:grpSpPr>
      <p:sp>
        <p:nvSpPr>
          <p:cNvPr id="82"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Standard 11">
    <p:spTree>
      <p:nvGrpSpPr>
        <p:cNvPr id="1" name=""/>
        <p:cNvGrpSpPr/>
        <p:nvPr/>
      </p:nvGrpSpPr>
      <p:grpSpPr>
        <a:xfrm>
          <a:off x="0" y="0"/>
          <a:ext cx="0" cy="0"/>
          <a:chOff x="0" y="0"/>
          <a:chExt cx="0" cy="0"/>
        </a:xfrm>
      </p:grpSpPr>
      <p:sp>
        <p:nvSpPr>
          <p:cNvPr id="86"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87"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88"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Standard 12">
    <p:spTree>
      <p:nvGrpSpPr>
        <p:cNvPr id="1" name=""/>
        <p:cNvGrpSpPr/>
        <p:nvPr/>
      </p:nvGrpSpPr>
      <p:grpSpPr>
        <a:xfrm>
          <a:off x="0" y="0"/>
          <a:ext cx="0" cy="0"/>
          <a:chOff x="0" y="0"/>
          <a:chExt cx="0" cy="0"/>
        </a:xfrm>
      </p:grpSpPr>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x" preserve="1">
  <p:cSld name="Standard 13">
    <p:spTree>
      <p:nvGrpSpPr>
        <p:cNvPr id="1" name=""/>
        <p:cNvGrpSpPr/>
        <p:nvPr/>
      </p:nvGrpSpPr>
      <p:grpSpPr>
        <a:xfrm>
          <a:off x="0" y="0"/>
          <a:ext cx="0" cy="0"/>
          <a:chOff x="0" y="0"/>
          <a:chExt cx="0" cy="0"/>
        </a:xfrm>
      </p:grpSpPr>
      <p:sp>
        <p:nvSpPr>
          <p:cNvPr id="9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92"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Standard 14">
    <p:spTree>
      <p:nvGrpSpPr>
        <p:cNvPr id="1" name=""/>
        <p:cNvGrpSpPr/>
        <p:nvPr/>
      </p:nvGrpSpPr>
      <p:grpSpPr>
        <a:xfrm>
          <a:off x="0" y="0"/>
          <a:ext cx="0" cy="0"/>
          <a:chOff x="0" y="0"/>
          <a:chExt cx="0" cy="0"/>
        </a:xfrm>
      </p:grpSpPr>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vertTx" preserve="1">
  <p:cSld name="Standard 15">
    <p:spTree>
      <p:nvGrpSpPr>
        <p:cNvPr id="1" name=""/>
        <p:cNvGrpSpPr/>
        <p:nvPr/>
      </p:nvGrpSpPr>
      <p:grpSpPr>
        <a:xfrm>
          <a:off x="0" y="0"/>
          <a:ext cx="0" cy="0"/>
          <a:chOff x="0" y="0"/>
          <a:chExt cx="0" cy="0"/>
        </a:xfrm>
      </p:grpSpPr>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itle" preserve="1">
  <p:cSld name="Standard 16">
    <p:spTree>
      <p:nvGrpSpPr>
        <p:cNvPr id="1" name=""/>
        <p:cNvGrpSpPr/>
        <p:nvPr/>
      </p:nvGrpSpPr>
      <p:grpSpPr>
        <a:xfrm>
          <a:off x="0" y="0"/>
          <a:ext cx="0" cy="0"/>
          <a:chOff x="0" y="0"/>
          <a:chExt cx="0" cy="0"/>
        </a:xfrm>
      </p:grpSpPr>
      <p:sp>
        <p:nvSpPr>
          <p:cNvPr id="9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95"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titleOnly" preserve="1">
  <p:cSld name="Standard 17">
    <p:spTree>
      <p:nvGrpSpPr>
        <p:cNvPr id="1" name=""/>
        <p:cNvGrpSpPr/>
        <p:nvPr/>
      </p:nvGrpSpPr>
      <p:grpSpPr>
        <a:xfrm>
          <a:off x="0" y="0"/>
          <a:ext cx="0" cy="0"/>
          <a:chOff x="0" y="0"/>
          <a:chExt cx="0" cy="0"/>
        </a:xfrm>
      </p:grpSpPr>
      <p:sp>
        <p:nvSpPr>
          <p:cNvPr id="97"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reserve="1">
  <p:cSld name="Standard 18">
    <p:spTree>
      <p:nvGrpSpPr>
        <p:cNvPr id="1" name=""/>
        <p:cNvGrpSpPr/>
        <p:nvPr/>
      </p:nvGrpSpPr>
      <p:grpSpPr>
        <a:xfrm>
          <a:off x="0" y="0"/>
          <a:ext cx="0" cy="0"/>
          <a:chOff x="0" y="0"/>
          <a:chExt cx="0" cy="0"/>
        </a:xfrm>
      </p:grpSpPr>
      <p:sp>
        <p:nvSpPr>
          <p:cNvPr id="10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02"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103"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blank" preserve="1">
  <p:cSld name="Standard 19">
    <p:spTree>
      <p:nvGrpSpPr>
        <p:cNvPr id="1" name=""/>
        <p:cNvGrpSpPr/>
        <p:nvPr/>
      </p:nvGrpSpPr>
      <p:grpSpPr>
        <a:xfrm>
          <a:off x="0" y="0"/>
          <a:ext cx="0" cy="0"/>
          <a:chOff x="0" y="0"/>
          <a:chExt cx="0" cy="0"/>
        </a:xfrm>
      </p:grpSpPr>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x" preserve="1">
  <p:cSld name="Standard 20">
    <p:spTree>
      <p:nvGrpSpPr>
        <p:cNvPr id="1" name=""/>
        <p:cNvGrpSpPr/>
        <p:nvPr/>
      </p:nvGrpSpPr>
      <p:grpSpPr>
        <a:xfrm>
          <a:off x="0" y="0"/>
          <a:ext cx="0" cy="0"/>
          <a:chOff x="0" y="0"/>
          <a:chExt cx="0" cy="0"/>
        </a:xfrm>
      </p:grpSpPr>
      <p:sp>
        <p:nvSpPr>
          <p:cNvPr id="106"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07"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vertTitleAndTx" preserve="1">
  <p:cSld name="Standard 21">
    <p:spTree>
      <p:nvGrpSpPr>
        <p:cNvPr id="1" name=""/>
        <p:cNvGrpSpPr/>
        <p:nvPr/>
      </p:nvGrpSpPr>
      <p:grpSpPr>
        <a:xfrm>
          <a:off x="0" y="0"/>
          <a:ext cx="0" cy="0"/>
          <a:chOff x="0" y="0"/>
          <a:chExt cx="0" cy="0"/>
        </a:xfrm>
      </p:grpSpPr>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vertTx" preserve="1">
  <p:cSld name="Standard 22">
    <p:spTree>
      <p:nvGrpSpPr>
        <p:cNvPr id="1" name=""/>
        <p:cNvGrpSpPr/>
        <p:nvPr/>
      </p:nvGrpSpPr>
      <p:grpSpPr>
        <a:xfrm>
          <a:off x="0" y="0"/>
          <a:ext cx="0" cy="0"/>
          <a:chOff x="0" y="0"/>
          <a:chExt cx="0" cy="0"/>
        </a:xfrm>
      </p:grpSpPr>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itle" preserve="1">
  <p:cSld name="Standard 23">
    <p:spTree>
      <p:nvGrpSpPr>
        <p:cNvPr id="1" name=""/>
        <p:cNvGrpSpPr/>
        <p:nvPr/>
      </p:nvGrpSpPr>
      <p:grpSpPr>
        <a:xfrm>
          <a:off x="0" y="0"/>
          <a:ext cx="0" cy="0"/>
          <a:chOff x="0" y="0"/>
          <a:chExt cx="0" cy="0"/>
        </a:xfrm>
      </p:grpSpPr>
      <p:sp>
        <p:nvSpPr>
          <p:cNvPr id="109"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10"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x" preserve="1">
  <p:cSld name="Standard 24">
    <p:spTree>
      <p:nvGrpSpPr>
        <p:cNvPr id="1" name=""/>
        <p:cNvGrpSpPr/>
        <p:nvPr/>
      </p:nvGrpSpPr>
      <p:grpSpPr>
        <a:xfrm>
          <a:off x="0" y="0"/>
          <a:ext cx="0" cy="0"/>
          <a:chOff x="0" y="0"/>
          <a:chExt cx="0" cy="0"/>
        </a:xfrm>
      </p:grpSpPr>
      <p:sp>
        <p:nvSpPr>
          <p:cNvPr id="113"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14"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vertTitleAndTx" preserve="1">
  <p:cSld name="Standard 24">
    <p:spTree>
      <p:nvGrpSpPr>
        <p:cNvPr id="1" name=""/>
        <p:cNvGrpSpPr/>
        <p:nvPr/>
      </p:nvGrpSpPr>
      <p:grpSpPr>
        <a:xfrm>
          <a:off x="0" y="0"/>
          <a:ext cx="0" cy="0"/>
          <a:chOff x="0" y="0"/>
          <a:chExt cx="0" cy="0"/>
        </a:xfrm>
      </p:grpSpPr>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vertTx" preserve="1">
  <p:cSld name="Standard 24">
    <p:spTree>
      <p:nvGrpSpPr>
        <p:cNvPr id="1" name=""/>
        <p:cNvGrpSpPr/>
        <p:nvPr/>
      </p:nvGrpSpPr>
      <p:grpSpPr>
        <a:xfrm>
          <a:off x="0" y="0"/>
          <a:ext cx="0" cy="0"/>
          <a:chOff x="0" y="0"/>
          <a:chExt cx="0" cy="0"/>
        </a:xfrm>
      </p:grpSpPr>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title" preserve="1">
  <p:cSld name="Standard 24">
    <p:spTree>
      <p:nvGrpSpPr>
        <p:cNvPr id="1" name=""/>
        <p:cNvGrpSpPr/>
        <p:nvPr/>
      </p:nvGrpSpPr>
      <p:grpSpPr>
        <a:xfrm>
          <a:off x="0" y="0"/>
          <a:ext cx="0" cy="0"/>
          <a:chOff x="0" y="0"/>
          <a:chExt cx="0" cy="0"/>
        </a:xfrm>
      </p:grpSpPr>
      <p:sp>
        <p:nvSpPr>
          <p:cNvPr id="115"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16"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titleOnly" preserve="1">
  <p:cSld name="Standard 24">
    <p:spTree>
      <p:nvGrpSpPr>
        <p:cNvPr id="1" name=""/>
        <p:cNvGrpSpPr/>
        <p:nvPr/>
      </p:nvGrpSpPr>
      <p:grpSpPr>
        <a:xfrm>
          <a:off x="0" y="0"/>
          <a:ext cx="0" cy="0"/>
          <a:chOff x="0" y="0"/>
          <a:chExt cx="0" cy="0"/>
        </a:xfrm>
      </p:grpSpPr>
      <p:sp>
        <p:nvSpPr>
          <p:cNvPr id="117"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twoObj" preserve="1">
  <p:cSld name="Standard 24">
    <p:spTree>
      <p:nvGrpSpPr>
        <p:cNvPr id="1" name=""/>
        <p:cNvGrpSpPr/>
        <p:nvPr/>
      </p:nvGrpSpPr>
      <p:grpSpPr>
        <a:xfrm>
          <a:off x="0" y="0"/>
          <a:ext cx="0" cy="0"/>
          <a:chOff x="0" y="0"/>
          <a:chExt cx="0" cy="0"/>
        </a:xfrm>
      </p:grpSpPr>
      <p:sp>
        <p:nvSpPr>
          <p:cNvPr id="11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19"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120"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blank" preserve="1">
  <p:cSld name="Standard 24">
    <p:spTree>
      <p:nvGrpSpPr>
        <p:cNvPr id="1" name=""/>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obj" preserve="1">
  <p:cSld name="Standard 24">
    <p:spTree>
      <p:nvGrpSpPr>
        <p:cNvPr id="1" name=""/>
        <p:cNvGrpSpPr/>
        <p:nvPr/>
      </p:nvGrpSpPr>
      <p:grpSpPr>
        <a:xfrm>
          <a:off x="0" y="0"/>
          <a:ext cx="0" cy="0"/>
          <a:chOff x="0" y="0"/>
          <a:chExt cx="0" cy="0"/>
        </a:xfrm>
      </p:grpSpPr>
      <p:sp>
        <p:nvSpPr>
          <p:cNvPr id="12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22"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blank" preserve="1">
  <p:cSld name="Standard 25">
    <p:spTree>
      <p:nvGrpSpPr>
        <p:cNvPr id="1" name=""/>
        <p:cNvGrpSpPr/>
        <p:nvPr/>
      </p:nvGrpSpPr>
      <p:grpSpPr>
        <a:xfrm>
          <a:off x="0" y="0"/>
          <a:ext cx="0" cy="0"/>
          <a:chOff x="0" y="0"/>
          <a:chExt cx="0" cy="0"/>
        </a:xfrm>
      </p:grpSpPr>
      <p:sp>
        <p:nvSpPr>
          <p:cNvPr id="2" name="PlaceHolder 1"/>
          <p:cNvSpPr>
            <a:spLocks noGrp="1"/>
          </p:cNvSpPr>
          <p:nvPr>
            <p:ph type="ftr" idx="43"/>
          </p:nvPr>
        </p:nvSpPr>
        <p:spPr/>
        <p:txBody>
          <a:bodyPr/>
          <a:lstStyle/>
          <a:p>
            <a:r>
              <a:t>Footer</a:t>
            </a:r>
          </a:p>
        </p:txBody>
      </p:sp>
      <p:sp>
        <p:nvSpPr>
          <p:cNvPr id="3" name="PlaceHolder 2"/>
          <p:cNvSpPr>
            <a:spLocks noGrp="1"/>
          </p:cNvSpPr>
          <p:nvPr>
            <p:ph type="sldNum" idx="44"/>
          </p:nvPr>
        </p:nvSpPr>
        <p:spPr/>
        <p:txBody>
          <a:bodyPr/>
          <a:lstStyle/>
          <a:p>
            <a:fld id="{BEBF8D7C-49D0-4B9D-9D81-D5B94D29C6D7}" type="slidenum">
              <a:t>‹Nr.›</a:t>
            </a:fld>
            <a:endParaRPr/>
          </a:p>
        </p:txBody>
      </p:sp>
      <p:sp>
        <p:nvSpPr>
          <p:cNvPr id="4" name="PlaceHolder 3"/>
          <p:cNvSpPr>
            <a:spLocks noGrp="1"/>
          </p:cNvSpPr>
          <p:nvPr>
            <p:ph type="dt" idx="45"/>
          </p:nvPr>
        </p:nvSpPr>
        <p:spPr/>
        <p:txBody>
          <a:bodyPr/>
          <a:lstStyle/>
          <a:p>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twoObj" preserve="1">
  <p:cSld name="Standard 26">
    <p:spTree>
      <p:nvGrpSpPr>
        <p:cNvPr id="1" name=""/>
        <p:cNvGrpSpPr/>
        <p:nvPr/>
      </p:nvGrpSpPr>
      <p:grpSpPr>
        <a:xfrm>
          <a:off x="0" y="0"/>
          <a:ext cx="0" cy="0"/>
          <a:chOff x="0" y="0"/>
          <a:chExt cx="0" cy="0"/>
        </a:xfrm>
      </p:grpSpPr>
      <p:sp>
        <p:nvSpPr>
          <p:cNvPr id="13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35"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136"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5" name="PlaceHolder 4"/>
          <p:cNvSpPr>
            <a:spLocks noGrp="1"/>
          </p:cNvSpPr>
          <p:nvPr>
            <p:ph type="ftr" idx="46"/>
          </p:nvPr>
        </p:nvSpPr>
        <p:spPr/>
        <p:txBody>
          <a:bodyPr/>
          <a:lstStyle/>
          <a:p>
            <a:r>
              <a:t>Footer</a:t>
            </a:r>
          </a:p>
        </p:txBody>
      </p:sp>
      <p:sp>
        <p:nvSpPr>
          <p:cNvPr id="6" name="PlaceHolder 5"/>
          <p:cNvSpPr>
            <a:spLocks noGrp="1"/>
          </p:cNvSpPr>
          <p:nvPr>
            <p:ph type="sldNum" idx="47"/>
          </p:nvPr>
        </p:nvSpPr>
        <p:spPr/>
        <p:txBody>
          <a:bodyPr/>
          <a:lstStyle/>
          <a:p>
            <a:fld id="{888A3E24-124D-4835-B5EF-5CF0E31FD673}" type="slidenum">
              <a:t>‹Nr.›</a:t>
            </a:fld>
            <a:endParaRPr/>
          </a:p>
        </p:txBody>
      </p:sp>
      <p:sp>
        <p:nvSpPr>
          <p:cNvPr id="7" name="PlaceHolder 6"/>
          <p:cNvSpPr>
            <a:spLocks noGrp="1"/>
          </p:cNvSpPr>
          <p:nvPr>
            <p:ph type="dt" idx="48"/>
          </p:nvPr>
        </p:nvSpPr>
        <p:spPr/>
        <p:txBody>
          <a:bodyPr/>
          <a:lstStyle/>
          <a:p>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blank" preserve="1">
  <p:cSld name="Standard 27">
    <p:spTree>
      <p:nvGrpSpPr>
        <p:cNvPr id="1" name=""/>
        <p:cNvGrpSpPr/>
        <p:nvPr/>
      </p:nvGrpSpPr>
      <p:grpSpPr>
        <a:xfrm>
          <a:off x="0" y="0"/>
          <a:ext cx="0" cy="0"/>
          <a:chOff x="0" y="0"/>
          <a:chExt cx="0" cy="0"/>
        </a:xfrm>
      </p:grpSpPr>
      <p:sp>
        <p:nvSpPr>
          <p:cNvPr id="2" name="PlaceHolder 1"/>
          <p:cNvSpPr>
            <a:spLocks noGrp="1"/>
          </p:cNvSpPr>
          <p:nvPr>
            <p:ph type="ftr" idx="49"/>
          </p:nvPr>
        </p:nvSpPr>
        <p:spPr/>
        <p:txBody>
          <a:bodyPr/>
          <a:lstStyle/>
          <a:p>
            <a:r>
              <a:t>Footer</a:t>
            </a:r>
          </a:p>
        </p:txBody>
      </p:sp>
      <p:sp>
        <p:nvSpPr>
          <p:cNvPr id="3" name="PlaceHolder 2"/>
          <p:cNvSpPr>
            <a:spLocks noGrp="1"/>
          </p:cNvSpPr>
          <p:nvPr>
            <p:ph type="sldNum" idx="50"/>
          </p:nvPr>
        </p:nvSpPr>
        <p:spPr/>
        <p:txBody>
          <a:bodyPr/>
          <a:lstStyle/>
          <a:p>
            <a:fld id="{C7967EB3-12F5-46FD-9FE7-1D0C59A38566}" type="slidenum">
              <a:t>‹Nr.›</a:t>
            </a:fld>
            <a:endParaRPr/>
          </a:p>
        </p:txBody>
      </p:sp>
      <p:sp>
        <p:nvSpPr>
          <p:cNvPr id="4" name="PlaceHolder 3"/>
          <p:cNvSpPr>
            <a:spLocks noGrp="1"/>
          </p:cNvSpPr>
          <p:nvPr>
            <p:ph type="dt" idx="51"/>
          </p:nvPr>
        </p:nvSpPr>
        <p:spPr/>
        <p:txBody>
          <a:bodyPr/>
          <a:lstStyle/>
          <a:p>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titleOnly" preserve="1">
  <p:cSld name="Standard 28">
    <p:spTree>
      <p:nvGrpSpPr>
        <p:cNvPr id="1" name=""/>
        <p:cNvGrpSpPr/>
        <p:nvPr/>
      </p:nvGrpSpPr>
      <p:grpSpPr>
        <a:xfrm>
          <a:off x="0" y="0"/>
          <a:ext cx="0" cy="0"/>
          <a:chOff x="0" y="0"/>
          <a:chExt cx="0" cy="0"/>
        </a:xfrm>
      </p:grpSpPr>
      <p:sp>
        <p:nvSpPr>
          <p:cNvPr id="145"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3" name="PlaceHolder 2"/>
          <p:cNvSpPr>
            <a:spLocks noGrp="1"/>
          </p:cNvSpPr>
          <p:nvPr>
            <p:ph type="ftr" idx="52"/>
          </p:nvPr>
        </p:nvSpPr>
        <p:spPr/>
        <p:txBody>
          <a:bodyPr/>
          <a:lstStyle/>
          <a:p>
            <a:r>
              <a:t>Footer</a:t>
            </a:r>
          </a:p>
        </p:txBody>
      </p:sp>
      <p:sp>
        <p:nvSpPr>
          <p:cNvPr id="4" name="PlaceHolder 3"/>
          <p:cNvSpPr>
            <a:spLocks noGrp="1"/>
          </p:cNvSpPr>
          <p:nvPr>
            <p:ph type="sldNum" idx="53"/>
          </p:nvPr>
        </p:nvSpPr>
        <p:spPr/>
        <p:txBody>
          <a:bodyPr/>
          <a:lstStyle/>
          <a:p>
            <a:fld id="{3740CFE4-F1E1-48EB-9FE5-EEEDBA398261}" type="slidenum">
              <a:t>‹Nr.›</a:t>
            </a:fld>
            <a:endParaRPr/>
          </a:p>
        </p:txBody>
      </p:sp>
      <p:sp>
        <p:nvSpPr>
          <p:cNvPr id="5" name="PlaceHolder 4"/>
          <p:cNvSpPr>
            <a:spLocks noGrp="1"/>
          </p:cNvSpPr>
          <p:nvPr>
            <p:ph type="dt" idx="54"/>
          </p:nvPr>
        </p:nvSpPr>
        <p:spPr/>
        <p:txBody>
          <a:bodyPr/>
          <a:lstStyle/>
          <a:p>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blank" preserve="1">
  <p:cSld name="Standard 29">
    <p:spTree>
      <p:nvGrpSpPr>
        <p:cNvPr id="1" name=""/>
        <p:cNvGrpSpPr/>
        <p:nvPr/>
      </p:nvGrpSpPr>
      <p:grpSpPr>
        <a:xfrm>
          <a:off x="0" y="0"/>
          <a:ext cx="0" cy="0"/>
          <a:chOff x="0" y="0"/>
          <a:chExt cx="0" cy="0"/>
        </a:xfrm>
      </p:grpSpPr>
      <p:sp>
        <p:nvSpPr>
          <p:cNvPr id="2" name="PlaceHolder 1"/>
          <p:cNvSpPr>
            <a:spLocks noGrp="1"/>
          </p:cNvSpPr>
          <p:nvPr>
            <p:ph type="ftr" idx="55"/>
          </p:nvPr>
        </p:nvSpPr>
        <p:spPr/>
        <p:txBody>
          <a:bodyPr/>
          <a:lstStyle/>
          <a:p>
            <a:r>
              <a:t>Footer</a:t>
            </a:r>
          </a:p>
        </p:txBody>
      </p:sp>
      <p:sp>
        <p:nvSpPr>
          <p:cNvPr id="3" name="PlaceHolder 2"/>
          <p:cNvSpPr>
            <a:spLocks noGrp="1"/>
          </p:cNvSpPr>
          <p:nvPr>
            <p:ph type="sldNum" idx="56"/>
          </p:nvPr>
        </p:nvSpPr>
        <p:spPr/>
        <p:txBody>
          <a:bodyPr/>
          <a:lstStyle/>
          <a:p>
            <a:fld id="{07F6CA89-C0AE-40AE-9D31-D1249FBCB458}" type="slidenum">
              <a:t>‹Nr.›</a:t>
            </a:fld>
            <a:endParaRPr/>
          </a:p>
        </p:txBody>
      </p:sp>
      <p:sp>
        <p:nvSpPr>
          <p:cNvPr id="4" name="PlaceHolder 3"/>
          <p:cNvSpPr>
            <a:spLocks noGrp="1"/>
          </p:cNvSpPr>
          <p:nvPr>
            <p:ph type="dt" idx="57"/>
          </p:nvPr>
        </p:nvSpPr>
        <p:spPr/>
        <p:txBody>
          <a:bodyPr/>
          <a:lstStyle/>
          <a:p>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blank" preserve="1">
  <p:cSld name="Standard 30">
    <p:spTree>
      <p:nvGrpSpPr>
        <p:cNvPr id="1" name=""/>
        <p:cNvGrpSpPr/>
        <p:nvPr/>
      </p:nvGrpSpPr>
      <p:grpSpPr>
        <a:xfrm>
          <a:off x="0" y="0"/>
          <a:ext cx="0" cy="0"/>
          <a:chOff x="0" y="0"/>
          <a:chExt cx="0" cy="0"/>
        </a:xfrm>
      </p:grpSpPr>
      <p:sp>
        <p:nvSpPr>
          <p:cNvPr id="2" name="PlaceHolder 1"/>
          <p:cNvSpPr>
            <a:spLocks noGrp="1"/>
          </p:cNvSpPr>
          <p:nvPr>
            <p:ph type="ftr" idx="58"/>
          </p:nvPr>
        </p:nvSpPr>
        <p:spPr/>
        <p:txBody>
          <a:bodyPr/>
          <a:lstStyle/>
          <a:p>
            <a:r>
              <a:t>Footer</a:t>
            </a:r>
          </a:p>
        </p:txBody>
      </p:sp>
      <p:sp>
        <p:nvSpPr>
          <p:cNvPr id="3" name="PlaceHolder 2"/>
          <p:cNvSpPr>
            <a:spLocks noGrp="1"/>
          </p:cNvSpPr>
          <p:nvPr>
            <p:ph type="sldNum" idx="59"/>
          </p:nvPr>
        </p:nvSpPr>
        <p:spPr/>
        <p:txBody>
          <a:bodyPr/>
          <a:lstStyle/>
          <a:p>
            <a:fld id="{51430697-F0C5-42AB-813E-76D6339E4FDE}" type="slidenum">
              <a:t>‹Nr.›</a:t>
            </a:fld>
            <a:endParaRPr/>
          </a:p>
        </p:txBody>
      </p:sp>
      <p:sp>
        <p:nvSpPr>
          <p:cNvPr id="4" name="PlaceHolder 3"/>
          <p:cNvSpPr>
            <a:spLocks noGrp="1"/>
          </p:cNvSpPr>
          <p:nvPr>
            <p:ph type="dt" idx="60"/>
          </p:nvPr>
        </p:nvSpPr>
        <p:spPr/>
        <p:txBody>
          <a:bodyPr/>
          <a:lstStyle/>
          <a:p>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blank" preserve="1">
  <p:cSld name="Standard 31">
    <p:spTree>
      <p:nvGrpSpPr>
        <p:cNvPr id="1" name=""/>
        <p:cNvGrpSpPr/>
        <p:nvPr/>
      </p:nvGrpSpPr>
      <p:grpSpPr>
        <a:xfrm>
          <a:off x="0" y="0"/>
          <a:ext cx="0" cy="0"/>
          <a:chOff x="0" y="0"/>
          <a:chExt cx="0" cy="0"/>
        </a:xfrm>
      </p:grpSpPr>
      <p:sp>
        <p:nvSpPr>
          <p:cNvPr id="2" name="PlaceHolder 1"/>
          <p:cNvSpPr>
            <a:spLocks noGrp="1"/>
          </p:cNvSpPr>
          <p:nvPr>
            <p:ph type="ftr" idx="61"/>
          </p:nvPr>
        </p:nvSpPr>
        <p:spPr/>
        <p:txBody>
          <a:bodyPr/>
          <a:lstStyle/>
          <a:p>
            <a:r>
              <a:t>Footer</a:t>
            </a:r>
          </a:p>
        </p:txBody>
      </p:sp>
      <p:sp>
        <p:nvSpPr>
          <p:cNvPr id="3" name="PlaceHolder 2"/>
          <p:cNvSpPr>
            <a:spLocks noGrp="1"/>
          </p:cNvSpPr>
          <p:nvPr>
            <p:ph type="sldNum" idx="62"/>
          </p:nvPr>
        </p:nvSpPr>
        <p:spPr/>
        <p:txBody>
          <a:bodyPr/>
          <a:lstStyle/>
          <a:p>
            <a:fld id="{D19CF876-1D8C-4401-9C2E-F6FFA0E6CDBD}" type="slidenum">
              <a:t>‹Nr.›</a:t>
            </a:fld>
            <a:endParaRPr/>
          </a:p>
        </p:txBody>
      </p:sp>
      <p:sp>
        <p:nvSpPr>
          <p:cNvPr id="4" name="PlaceHolder 3"/>
          <p:cNvSpPr>
            <a:spLocks noGrp="1"/>
          </p:cNvSpPr>
          <p:nvPr>
            <p:ph type="dt" idx="63"/>
          </p:nvPr>
        </p:nvSpPr>
        <p:spPr/>
        <p:txBody>
          <a:body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5.xml"/></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theme" Target="../theme/theme6.xml"/></Relationships>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theme" Target="../theme/theme7.xml"/></Relationships>
</file>

<file path=ppt/slideMasters/_rels/slideMaster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theme" Target="../theme/theme8.xml"/></Relationships>
</file>

<file path=ppt/slideMasters/_rels/slideMaster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theme" Target="../theme/theme9.xml"/></Relationships>
</file>

<file path=ppt/slideMasters/_rels/slideMaster1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theme" Target="../theme/theme10.xml"/></Relationships>
</file>

<file path=ppt/slideMasters/_rels/slideMaster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theme" Target="../theme/theme11.xml"/></Relationships>
</file>

<file path=ppt/slideMasters/_rels/slideMaster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theme" Target="../theme/theme12.xml"/></Relationships>
</file>

<file path=ppt/slideMasters/_rels/slideMaster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theme" Target="../theme/theme13.xml"/></Relationships>
</file>

<file path=ppt/slideMasters/_rels/slideMaster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theme" Target="../theme/theme14.xml"/></Relationships>
</file>

<file path=ppt/slideMasters/_rels/slideMaster1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theme" Target="../theme/theme15.xml"/></Relationships>
</file>

<file path=ppt/slideMasters/_rels/slideMaster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theme" Target="../theme/theme16.xml"/><Relationship Id="rId3" Type="http://schemas.openxmlformats.org/officeDocument/2006/relationships/image" Target="../media/image1.wmf"/></Relationships>
</file>

<file path=ppt/slideMasters/_rels/slideMaster1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theme" Target="../theme/theme17.xml"/></Relationships>
</file>

<file path=ppt/slideMasters/_rels/slideMaster1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theme" Target="../theme/theme18.xml"/></Relationships>
</file>

<file path=ppt/slideMasters/_rels/slideMaster1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theme" Target="../theme/theme19.xml"/></Relationships>
</file>

<file path=ppt/slideMasters/_rels/slideMaster20.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theme" Target="../theme/theme20.xml"/></Relationships>
</file>

<file path=ppt/slideMasters/_rels/slideMaster21.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theme" Target="../theme/theme21.xml"/></Relationships>
</file>

<file path=ppt/slideMasters/_rels/slideMaster2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theme" Target="../theme/theme22.xml"/></Relationships>
</file>

<file path=ppt/slideMasters/_rels/slideMaster2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theme" Target="../theme/theme23.xml"/></Relationships>
</file>

<file path=ppt/slideMasters/_rels/slideMaster24.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theme" Target="../theme/theme24.xml"/></Relationships>
</file>

<file path=ppt/slideMasters/_rels/slideMaster2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theme" Target="../theme/theme25.xml"/></Relationships>
</file>

<file path=ppt/slideMasters/_rels/slideMaster2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theme" Target="../theme/theme26.xml"/></Relationships>
</file>

<file path=ppt/slideMasters/_rels/slideMaster27.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theme" Target="../theme/theme27.xml"/></Relationships>
</file>

<file path=ppt/slideMasters/_rels/slideMaster28.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theme" Target="../theme/theme28.xml"/></Relationships>
</file>

<file path=ppt/slideMasters/_rels/slideMaster29.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theme" Target="../theme/theme29.xml"/></Relationships>
</file>

<file path=ppt/slideMasters/_rels/slideMaster30.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theme" Target="../theme/theme30.xml"/></Relationships>
</file>

<file path=ppt/slideMasters/_rels/slideMaster31.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theme" Target="../theme/theme31.xml"/></Relationships>
</file>

<file path=ppt/slideMasters/_rels/slideMaster32.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theme" Target="../theme/theme32.xml"/></Relationships>
</file>

<file path=ppt/slideMasters/_rels/slideMaster33.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theme" Target="../theme/theme33.xml"/></Relationships>
</file>

<file path=ppt/slideMasters/_rels/slideMaster34.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theme" Target="../theme/theme34.xml"/></Relationships>
</file>

<file path=ppt/slideMasters/_rels/slideMaster35.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theme" Target="../theme/theme35.xml"/></Relationships>
</file>

<file path=ppt/slideMasters/_rels/slideMaster36.xml.rels><?xml version='1.0' encoding='UTF-8' standalone='yes'?>
<Relationships xmlns="http://schemas.openxmlformats.org/package/2006/relationships"><Relationship Id="rId1" Type="http://schemas.openxmlformats.org/officeDocument/2006/relationships/slideLayout" Target="../slideLayouts/slideLayout36.xml"/><Relationship Id="rId2" Type="http://schemas.openxmlformats.org/officeDocument/2006/relationships/theme" Target="../theme/theme36.xml"/></Relationships>
</file>

<file path=ppt/slideMasters/_rels/slideMaster37.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theme" Target="../theme/theme37.xml"/></Relationships>
</file>

<file path=ppt/slideMasters/_rels/slideMaster38.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theme" Target="../theme/theme38.xml"/></Relationships>
</file>

<file path=ppt/slideMasters/_rels/slideMaster39.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slideLayout" Target="../slideLayouts/slideLayout40.xml"/><Relationship Id="rId3" Type="http://schemas.openxmlformats.org/officeDocument/2006/relationships/slideLayout" Target="../slideLayouts/slideLayout41.xml"/><Relationship Id="rId4" Type="http://schemas.openxmlformats.org/officeDocument/2006/relationships/slideLayout" Target="../slideLayouts/slideLayout42.xml"/><Relationship Id="rId5" Type="http://schemas.openxmlformats.org/officeDocument/2006/relationships/slideLayout" Target="../slideLayouts/slideLayout43.xml"/><Relationship Id="rId6" Type="http://schemas.openxmlformats.org/officeDocument/2006/relationships/slideLayout" Target="../slideLayouts/slideLayout44.xml"/><Relationship Id="rId7" Type="http://schemas.openxmlformats.org/officeDocument/2006/relationships/slideLayout" Target="../slideLayouts/slideLayout45.xml"/><Relationship Id="rId8" Type="http://schemas.openxmlformats.org/officeDocument/2006/relationships/slideLayout" Target="../slideLayouts/slideLayout46.xml"/><Relationship Id="rId9" Type="http://schemas.openxmlformats.org/officeDocument/2006/relationships/theme" Target="../theme/theme39.xml"/></Relationships>
</file>

<file path=ppt/slideMasters/_rels/slideMaster40.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theme" Target="../theme/theme40.xml"/></Relationships>
</file>

<file path=ppt/slideMasters/_rels/slideMaster41.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theme" Target="../theme/theme41.xml"/></Relationships>
</file>

<file path=ppt/slideMasters/_rels/slideMaster42.xml.rels><?xml version='1.0' encoding='UTF-8' standalone='yes'?>
<Relationships xmlns="http://schemas.openxmlformats.org/package/2006/relationships"><Relationship Id="rId1" Type="http://schemas.openxmlformats.org/officeDocument/2006/relationships/slideLayout" Target="../slideLayouts/slideLayout49.xml"/><Relationship Id="rId2" Type="http://schemas.openxmlformats.org/officeDocument/2006/relationships/theme" Target="../theme/theme42.xml"/></Relationships>
</file>

<file path=ppt/slideMasters/_rels/slideMaster43.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theme" Target="../theme/theme43.xml"/></Relationships>
</file>

<file path=ppt/slideMasters/_rels/slideMaster44.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theme" Target="../theme/theme44.xml"/></Relationships>
</file>

<file path=ppt/slideMasters/_rels/slideMaster45.xml.rels><?xml version='1.0' encoding='UTF-8' standalone='yes'?>
<Relationships xmlns="http://schemas.openxmlformats.org/package/2006/relationships"><Relationship Id="rId1" Type="http://schemas.openxmlformats.org/officeDocument/2006/relationships/slideLayout" Target="../slideLayouts/slideLayout52.xml"/><Relationship Id="rId2" Type="http://schemas.openxmlformats.org/officeDocument/2006/relationships/theme" Target="../theme/theme45.xml"/></Relationships>
</file>

<file path=ppt/slideMasters/_rels/slideMaster46.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theme" Target="../theme/theme4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5" name="PlaceHolder 2"/>
          <p:cNvSpPr>
            <a:spLocks noGrp="1"/>
          </p:cNvSpPr>
          <p:nvPr>
            <p:ph type="ftr" idx="1"/>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&lt;Fußzeile&gt;</a:t>
            </a:r>
          </a:p>
        </p:txBody>
      </p:sp>
      <p:sp>
        <p:nvSpPr>
          <p:cNvPr id="2" name="PlaceHolder 3"/>
          <p:cNvSpPr>
            <a:spLocks noGrp="1"/>
          </p:cNvSpPr>
          <p:nvPr>
            <p:ph type="sldNum" idx="2"/>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7EDCDE1F-064D-45D8-92DA-DEA6CE3A573F}"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3" name="PlaceHolder 4"/>
          <p:cNvSpPr>
            <a:spLocks noGrp="1"/>
          </p:cNvSpPr>
          <p:nvPr>
            <p:ph type="dt" idx="3"/>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&lt;Datum/Uhrzeit&gt;</a:t>
            </a:r>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PlaceHolder 1"/>
          <p:cNvSpPr>
            <a:spLocks noGrp="1"/>
          </p:cNvSpPr>
          <p:nvPr>
            <p:ph type="ftr" idx="4"/>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7" name="PlaceHolder 2"/>
          <p:cNvSpPr>
            <a:spLocks noGrp="1"/>
          </p:cNvSpPr>
          <p:nvPr>
            <p:ph type="sldNum" idx="5"/>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A40AFB40-93BA-40D6-9AE1-6E3DEA508D4D}"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8" name="PlaceHolder 3"/>
          <p:cNvSpPr>
            <a:spLocks noGrp="1"/>
          </p:cNvSpPr>
          <p:nvPr>
            <p:ph type="dt" idx="6"/>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5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PlaceHolder 1"/>
          <p:cNvSpPr>
            <a:spLocks noGrp="1"/>
          </p:cNvSpPr>
          <p:nvPr>
            <p:ph type="ftr" idx="7"/>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0" name="PlaceHolder 2"/>
          <p:cNvSpPr>
            <a:spLocks noGrp="1"/>
          </p:cNvSpPr>
          <p:nvPr>
            <p:ph type="sldNum" idx="8"/>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7A1A2AD5-7CE6-4695-819E-27F0AD6B920A}"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1" name="PlaceHolder 3"/>
          <p:cNvSpPr>
            <a:spLocks noGrp="1"/>
          </p:cNvSpPr>
          <p:nvPr>
            <p:ph type="dt" idx="9"/>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5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13"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14" name="PlaceHolder 3"/>
          <p:cNvSpPr>
            <a:spLocks noGrp="1"/>
          </p:cNvSpPr>
          <p:nvPr>
            <p:ph type="ftr" idx="10"/>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&lt;Fußzeile&gt;</a:t>
            </a:r>
          </a:p>
        </p:txBody>
      </p:sp>
      <p:sp>
        <p:nvSpPr>
          <p:cNvPr id="15" name="PlaceHolder 4"/>
          <p:cNvSpPr>
            <a:spLocks noGrp="1"/>
          </p:cNvSpPr>
          <p:nvPr>
            <p:ph type="sldNum" idx="11"/>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73426B34-798F-4F14-82E8-8C8BA85C059F}"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6" name="PlaceHolder 5"/>
          <p:cNvSpPr>
            <a:spLocks noGrp="1"/>
          </p:cNvSpPr>
          <p:nvPr>
            <p:ph type="dt" idx="12"/>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&lt;Datum/Uhrzeit&gt;</a:t>
            </a:r>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PlaceHolder 1"/>
          <p:cNvSpPr>
            <a:spLocks noGrp="1"/>
          </p:cNvSpPr>
          <p:nvPr>
            <p:ph type="ftr" idx="13"/>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20" name="PlaceHolder 2"/>
          <p:cNvSpPr>
            <a:spLocks noGrp="1"/>
          </p:cNvSpPr>
          <p:nvPr>
            <p:ph type="sldNum" idx="14"/>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65A0A3F1-5BC9-4863-B447-3B539A9F63D1}"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21" name="PlaceHolder 3"/>
          <p:cNvSpPr>
            <a:spLocks noGrp="1"/>
          </p:cNvSpPr>
          <p:nvPr>
            <p:ph type="dt" idx="15"/>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5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23" name="PlaceHolder 2"/>
          <p:cNvSpPr>
            <a:spLocks noGrp="1"/>
          </p:cNvSpPr>
          <p:nvPr>
            <p:ph type="body"/>
          </p:nvPr>
        </p:nvSpPr>
        <p:spPr>
          <a:xfrm>
            <a:off x="83808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24" name="PlaceHolder 3"/>
          <p:cNvSpPr>
            <a:spLocks noGrp="1"/>
          </p:cNvSpPr>
          <p:nvPr>
            <p:ph type="body"/>
          </p:nvPr>
        </p:nvSpPr>
        <p:spPr>
          <a:xfrm>
            <a:off x="622620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25" name="PlaceHolder 4"/>
          <p:cNvSpPr>
            <a:spLocks noGrp="1"/>
          </p:cNvSpPr>
          <p:nvPr>
            <p:ph type="ftr" idx="16"/>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&lt;Fußzeile&gt;</a:t>
            </a:r>
          </a:p>
        </p:txBody>
      </p:sp>
      <p:sp>
        <p:nvSpPr>
          <p:cNvPr id="26" name="PlaceHolder 5"/>
          <p:cNvSpPr>
            <a:spLocks noGrp="1"/>
          </p:cNvSpPr>
          <p:nvPr>
            <p:ph type="sldNum" idx="17"/>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DAA5A512-A50A-4B30-A4A7-B31661A94D45}"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27" name="PlaceHolder 6"/>
          <p:cNvSpPr>
            <a:spLocks noGrp="1"/>
          </p:cNvSpPr>
          <p:nvPr>
            <p:ph type="dt" idx="18"/>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&lt;Datum/Uhrzeit&gt;</a:t>
            </a:r>
          </a:p>
        </p:txBody>
      </p:sp>
    </p:spTree>
  </p:cSld>
  <p:clrMap bg1="lt1" tx1="dk1" bg2="lt2" tx2="dk2" accent1="accent1" accent2="accent2" accent3="accent3" accent4="accent4" accent5="accent5" accent6="accent6" hlink="hlink" folHlink="folHlink"/>
  <p:sldLayoutIdLst>
    <p:sldLayoutId id="214748365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 name="PlaceHolder 1"/>
          <p:cNvSpPr>
            <a:spLocks noGrp="1"/>
          </p:cNvSpPr>
          <p:nvPr>
            <p:ph type="ftr" idx="19"/>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32" name="PlaceHolder 2"/>
          <p:cNvSpPr>
            <a:spLocks noGrp="1"/>
          </p:cNvSpPr>
          <p:nvPr>
            <p:ph type="sldNum" idx="20"/>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84852220-14B6-49EA-859B-FD1F174BE844}"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33" name="PlaceHolder 3"/>
          <p:cNvSpPr>
            <a:spLocks noGrp="1"/>
          </p:cNvSpPr>
          <p:nvPr>
            <p:ph type="dt" idx="21"/>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6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35" name="PlaceHolder 2"/>
          <p:cNvSpPr>
            <a:spLocks noGrp="1"/>
          </p:cNvSpPr>
          <p:nvPr>
            <p:ph type="ftr" idx="22"/>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36" name="PlaceHolder 3"/>
          <p:cNvSpPr>
            <a:spLocks noGrp="1"/>
          </p:cNvSpPr>
          <p:nvPr>
            <p:ph type="sldNum" idx="23"/>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8A177E5E-1FDE-4ADC-AB11-4937811558F8}"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37" name="PlaceHolder 4"/>
          <p:cNvSpPr>
            <a:spLocks noGrp="1"/>
          </p:cNvSpPr>
          <p:nvPr>
            <p:ph type="dt" idx="24"/>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6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9" name="PlaceHolder 1"/>
          <p:cNvSpPr>
            <a:spLocks noGrp="1"/>
          </p:cNvSpPr>
          <p:nvPr>
            <p:ph type="ftr" idx="25"/>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40" name="PlaceHolder 2"/>
          <p:cNvSpPr>
            <a:spLocks noGrp="1"/>
          </p:cNvSpPr>
          <p:nvPr>
            <p:ph type="sldNum" idx="26"/>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7975E75F-F4E2-4042-A9E8-E6A00428F09C}"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41" name="PlaceHolder 3"/>
          <p:cNvSpPr>
            <a:spLocks noGrp="1"/>
          </p:cNvSpPr>
          <p:nvPr>
            <p:ph type="dt" idx="27"/>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42" name="PlaceHolder 4"/>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r>
              <a:rPr lang="de-DE" sz="4400" b="0" u="none" strike="noStrike">
                <a:solidFill>
                  <a:srgbClr val="000000"/>
                </a:solidFill>
                <a:uFillTx/>
                <a:latin typeface="Arial"/>
              </a:rPr>
              <a:t>Format des Titeltextes durch Klicken bearbeiten</a:t>
            </a:r>
          </a:p>
        </p:txBody>
      </p:sp>
      <p:sp>
        <p:nvSpPr>
          <p:cNvPr id="43"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6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4" name="PlaceHolder 1"/>
          <p:cNvSpPr>
            <a:spLocks noGrp="1"/>
          </p:cNvSpPr>
          <p:nvPr>
            <p:ph type="ftr" idx="28"/>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45" name="PlaceHolder 2"/>
          <p:cNvSpPr>
            <a:spLocks noGrp="1"/>
          </p:cNvSpPr>
          <p:nvPr>
            <p:ph type="sldNum" idx="29"/>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C2616926-B109-41EC-B90C-4E2EBD7769EC}"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46" name="PlaceHolder 3"/>
          <p:cNvSpPr>
            <a:spLocks noGrp="1"/>
          </p:cNvSpPr>
          <p:nvPr>
            <p:ph type="dt" idx="30"/>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6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7" name="PlaceHolder 1"/>
          <p:cNvSpPr>
            <a:spLocks noGrp="1"/>
          </p:cNvSpPr>
          <p:nvPr>
            <p:ph type="ftr" idx="31"/>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48" name="PlaceHolder 2"/>
          <p:cNvSpPr>
            <a:spLocks noGrp="1"/>
          </p:cNvSpPr>
          <p:nvPr>
            <p:ph type="sldNum" idx="32"/>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F69B8401-CEA1-43F1-972D-BFA2E691A39D}"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49" name="PlaceHolder 3"/>
          <p:cNvSpPr>
            <a:spLocks noGrp="1"/>
          </p:cNvSpPr>
          <p:nvPr>
            <p:ph type="dt" idx="33"/>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6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0"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51" name="PlaceHolder 2"/>
          <p:cNvSpPr>
            <a:spLocks noGrp="1"/>
          </p:cNvSpPr>
          <p:nvPr>
            <p:ph type="ftr" idx="34"/>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52" name="PlaceHolder 3"/>
          <p:cNvSpPr>
            <a:spLocks noGrp="1"/>
          </p:cNvSpPr>
          <p:nvPr>
            <p:ph type="sldNum" idx="35"/>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A0A90529-C760-4A87-8707-D17A79675334}"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53" name="PlaceHolder 4"/>
          <p:cNvSpPr>
            <a:spLocks noGrp="1"/>
          </p:cNvSpPr>
          <p:nvPr>
            <p:ph type="dt" idx="36"/>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54"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7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7" name="PlaceHolder 1"/>
          <p:cNvSpPr>
            <a:spLocks noGrp="1"/>
          </p:cNvSpPr>
          <p:nvPr>
            <p:ph type="ftr" idx="37"/>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58" name="PlaceHolder 2"/>
          <p:cNvSpPr>
            <a:spLocks noGrp="1"/>
          </p:cNvSpPr>
          <p:nvPr>
            <p:ph type="sldNum" idx="38"/>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70A5C449-E965-47FA-B4AD-55776F076001}"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59" name="PlaceHolder 3"/>
          <p:cNvSpPr>
            <a:spLocks noGrp="1"/>
          </p:cNvSpPr>
          <p:nvPr>
            <p:ph type="dt" idx="39"/>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7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0" name="PlaceHolder 1"/>
          <p:cNvSpPr>
            <a:spLocks noGrp="1"/>
          </p:cNvSpPr>
          <p:nvPr>
            <p:ph type="ftr" idx="40"/>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61" name="PlaceHolder 2"/>
          <p:cNvSpPr>
            <a:spLocks noGrp="1"/>
          </p:cNvSpPr>
          <p:nvPr>
            <p:ph type="sldNum" idx="41"/>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E1EB6307-0625-4651-81C6-919C0463DA69}"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62" name="PlaceHolder 3"/>
          <p:cNvSpPr>
            <a:spLocks noGrp="1"/>
          </p:cNvSpPr>
          <p:nvPr>
            <p:ph type="dt" idx="42"/>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7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3"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r>
              <a:rPr lang="de-DE" sz="4400" b="0" u="none" strike="noStrike">
                <a:solidFill>
                  <a:srgbClr val="000000"/>
                </a:solidFill>
                <a:uFillTx/>
                <a:latin typeface="Arial"/>
              </a:rPr>
              <a:t>Format des Titeltextes durch Klicken bearbeiten</a:t>
            </a:r>
          </a:p>
        </p:txBody>
      </p:sp>
      <p:sp>
        <p:nvSpPr>
          <p:cNvPr id="64"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7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65" name="Bild 12"/>
          <p:cNvPicPr/>
          <p:nvPr/>
        </p:nvPicPr>
        <p:blipFill>
          <a:blip r:embed="rId3"/>
          <a:stretch/>
        </p:blipFill>
        <p:spPr>
          <a:xfrm>
            <a:off x="7247520" y="333360"/>
            <a:ext cx="4375800" cy="841680"/>
          </a:xfrm>
          <a:prstGeom prst="rect">
            <a:avLst/>
          </a:prstGeom>
          <a:noFill/>
          <a:ln w="0">
            <a:noFill/>
          </a:ln>
        </p:spPr>
      </p:pic>
    </p:spTree>
  </p:cSld>
  <p:clrMap bg1="lt1" tx1="dk1" bg2="lt2" tx2="dk2" accent1="accent1" accent2="accent2" accent3="accent3" accent4="accent4" accent5="accent5" accent6="accent6" hlink="hlink" folHlink="folHlink"/>
  <p:sldLayoutIdLst>
    <p:sldLayoutId id="214748367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8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6"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68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69" name="PlaceHolder 2"/>
          <p:cNvSpPr>
            <a:spLocks noGrp="1"/>
          </p:cNvSpPr>
          <p:nvPr>
            <p:ph type="body"/>
          </p:nvPr>
        </p:nvSpPr>
        <p:spPr>
          <a:xfrm>
            <a:off x="83808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70" name="PlaceHolder 3"/>
          <p:cNvSpPr>
            <a:spLocks noGrp="1"/>
          </p:cNvSpPr>
          <p:nvPr>
            <p:ph type="body"/>
          </p:nvPr>
        </p:nvSpPr>
        <p:spPr>
          <a:xfrm>
            <a:off x="622620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8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8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75"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8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9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9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69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69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3"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84" name="PlaceHolder 2"/>
          <p:cNvSpPr>
            <a:spLocks noGrp="1"/>
          </p:cNvSpPr>
          <p:nvPr>
            <p:ph type="body"/>
          </p:nvPr>
        </p:nvSpPr>
        <p:spPr>
          <a:xfrm>
            <a:off x="83808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85" name="PlaceHolder 3"/>
          <p:cNvSpPr>
            <a:spLocks noGrp="1"/>
          </p:cNvSpPr>
          <p:nvPr>
            <p:ph type="body"/>
          </p:nvPr>
        </p:nvSpPr>
        <p:spPr>
          <a:xfrm>
            <a:off x="622620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9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0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9"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90"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0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0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0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3"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70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6"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71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99" name="PlaceHolder 2"/>
          <p:cNvSpPr>
            <a:spLocks noGrp="1"/>
          </p:cNvSpPr>
          <p:nvPr>
            <p:ph type="body"/>
          </p:nvPr>
        </p:nvSpPr>
        <p:spPr>
          <a:xfrm>
            <a:off x="83808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100" name="PlaceHolder 3"/>
          <p:cNvSpPr>
            <a:spLocks noGrp="1"/>
          </p:cNvSpPr>
          <p:nvPr>
            <p:ph type="body"/>
          </p:nvPr>
        </p:nvSpPr>
        <p:spPr>
          <a:xfrm>
            <a:off x="622620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1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1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105"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1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1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2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72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112"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25" r:id="rId1"/>
    <p:sldLayoutId id="2147483726" r:id="rId2"/>
    <p:sldLayoutId id="2147483727" r:id="rId3"/>
    <p:sldLayoutId id="2147483728" r:id="rId4"/>
    <p:sldLayoutId id="2147483729" r:id="rId5"/>
    <p:sldLayoutId id="2147483730" r:id="rId6"/>
    <p:sldLayoutId id="2147483731" r:id="rId7"/>
    <p:sldLayoutId id="2147483732" r:id="rId8"/>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3" name="PlaceHolder 1"/>
          <p:cNvSpPr>
            <a:spLocks noGrp="1"/>
          </p:cNvSpPr>
          <p:nvPr>
            <p:ph type="ftr" idx="43"/>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24" name="PlaceHolder 2"/>
          <p:cNvSpPr>
            <a:spLocks noGrp="1"/>
          </p:cNvSpPr>
          <p:nvPr>
            <p:ph type="sldNum" idx="44"/>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2D223364-210D-4700-912A-BF025006D24A}"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25" name="PlaceHolder 3"/>
          <p:cNvSpPr>
            <a:spLocks noGrp="1"/>
          </p:cNvSpPr>
          <p:nvPr>
            <p:ph type="dt" idx="45"/>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126" name="PlaceHolder 4"/>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r>
              <a:rPr lang="de-DE" sz="4400" b="0" u="none" strike="noStrike">
                <a:solidFill>
                  <a:srgbClr val="000000"/>
                </a:solidFill>
                <a:uFillTx/>
                <a:latin typeface="Arial"/>
              </a:rPr>
              <a:t>Format des Titeltextes durch Klicken bearbeiten</a:t>
            </a:r>
          </a:p>
        </p:txBody>
      </p:sp>
      <p:sp>
        <p:nvSpPr>
          <p:cNvPr id="127"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34"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129" name="PlaceHolder 2"/>
          <p:cNvSpPr>
            <a:spLocks noGrp="1"/>
          </p:cNvSpPr>
          <p:nvPr>
            <p:ph type="body"/>
          </p:nvPr>
        </p:nvSpPr>
        <p:spPr>
          <a:xfrm>
            <a:off x="83808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130" name="PlaceHolder 3"/>
          <p:cNvSpPr>
            <a:spLocks noGrp="1"/>
          </p:cNvSpPr>
          <p:nvPr>
            <p:ph type="body"/>
          </p:nvPr>
        </p:nvSpPr>
        <p:spPr>
          <a:xfrm>
            <a:off x="622620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131" name="PlaceHolder 4"/>
          <p:cNvSpPr>
            <a:spLocks noGrp="1"/>
          </p:cNvSpPr>
          <p:nvPr>
            <p:ph type="ftr" idx="46"/>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&lt;Fußzeile&gt;</a:t>
            </a:r>
          </a:p>
        </p:txBody>
      </p:sp>
      <p:sp>
        <p:nvSpPr>
          <p:cNvPr id="132" name="PlaceHolder 5"/>
          <p:cNvSpPr>
            <a:spLocks noGrp="1"/>
          </p:cNvSpPr>
          <p:nvPr>
            <p:ph type="sldNum" idx="47"/>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B857EEA9-1313-44F5-9DAF-709DA7ADFBBF}"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33" name="PlaceHolder 6"/>
          <p:cNvSpPr>
            <a:spLocks noGrp="1"/>
          </p:cNvSpPr>
          <p:nvPr>
            <p:ph type="dt" idx="48"/>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&lt;Datum/Uhrzeit&gt;</a:t>
            </a:r>
          </a:p>
        </p:txBody>
      </p:sp>
    </p:spTree>
  </p:cSld>
  <p:clrMap bg1="lt1" tx1="dk1" bg2="lt2" tx2="dk2" accent1="accent1" accent2="accent2" accent3="accent3" accent4="accent4" accent5="accent5" accent6="accent6" hlink="hlink" folHlink="folHlink"/>
  <p:sldLayoutIdLst>
    <p:sldLayoutId id="2147483736"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7" name="PlaceHolder 1"/>
          <p:cNvSpPr>
            <a:spLocks noGrp="1"/>
          </p:cNvSpPr>
          <p:nvPr>
            <p:ph type="ftr" idx="49"/>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38" name="PlaceHolder 2"/>
          <p:cNvSpPr>
            <a:spLocks noGrp="1"/>
          </p:cNvSpPr>
          <p:nvPr>
            <p:ph type="sldNum" idx="50"/>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4BF7FB92-C127-4605-A4A8-381EF524AA21}"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39" name="PlaceHolder 3"/>
          <p:cNvSpPr>
            <a:spLocks noGrp="1"/>
          </p:cNvSpPr>
          <p:nvPr>
            <p:ph type="dt" idx="51"/>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738"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0"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141" name="PlaceHolder 2"/>
          <p:cNvSpPr>
            <a:spLocks noGrp="1"/>
          </p:cNvSpPr>
          <p:nvPr>
            <p:ph type="ftr" idx="52"/>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42" name="PlaceHolder 3"/>
          <p:cNvSpPr>
            <a:spLocks noGrp="1"/>
          </p:cNvSpPr>
          <p:nvPr>
            <p:ph type="sldNum" idx="53"/>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323E7EC8-4BEE-4A36-A99F-1B5812070A00}"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43" name="PlaceHolder 4"/>
          <p:cNvSpPr>
            <a:spLocks noGrp="1"/>
          </p:cNvSpPr>
          <p:nvPr>
            <p:ph type="dt" idx="54"/>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144"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40"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6" name="PlaceHolder 1"/>
          <p:cNvSpPr>
            <a:spLocks noGrp="1"/>
          </p:cNvSpPr>
          <p:nvPr>
            <p:ph type="ftr" idx="55"/>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47" name="PlaceHolder 2"/>
          <p:cNvSpPr>
            <a:spLocks noGrp="1"/>
          </p:cNvSpPr>
          <p:nvPr>
            <p:ph type="sldNum" idx="56"/>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6CE38AB7-7647-47F3-9D3C-4CB5B2AE5CED}"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48" name="PlaceHolder 3"/>
          <p:cNvSpPr>
            <a:spLocks noGrp="1"/>
          </p:cNvSpPr>
          <p:nvPr>
            <p:ph type="dt" idx="57"/>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149" name="PlaceHolder 4"/>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r>
              <a:rPr lang="de-DE" sz="4400" b="0" u="none" strike="noStrike">
                <a:solidFill>
                  <a:srgbClr val="000000"/>
                </a:solidFill>
                <a:uFillTx/>
                <a:latin typeface="Arial"/>
              </a:rPr>
              <a:t>Format des Titeltextes durch Klicken bearbeiten</a:t>
            </a:r>
          </a:p>
        </p:txBody>
      </p:sp>
      <p:sp>
        <p:nvSpPr>
          <p:cNvPr id="150"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42"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1" name="PlaceHolder 1"/>
          <p:cNvSpPr>
            <a:spLocks noGrp="1"/>
          </p:cNvSpPr>
          <p:nvPr>
            <p:ph type="ftr" idx="58"/>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52" name="PlaceHolder 2"/>
          <p:cNvSpPr>
            <a:spLocks noGrp="1"/>
          </p:cNvSpPr>
          <p:nvPr>
            <p:ph type="sldNum" idx="59"/>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0B27F9D4-DBC2-431F-BC28-0C7E0789188A}"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53" name="PlaceHolder 3"/>
          <p:cNvSpPr>
            <a:spLocks noGrp="1"/>
          </p:cNvSpPr>
          <p:nvPr>
            <p:ph type="dt" idx="60"/>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744"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4" name="PlaceHolder 1"/>
          <p:cNvSpPr>
            <a:spLocks noGrp="1"/>
          </p:cNvSpPr>
          <p:nvPr>
            <p:ph type="ftr" idx="61"/>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55" name="PlaceHolder 2"/>
          <p:cNvSpPr>
            <a:spLocks noGrp="1"/>
          </p:cNvSpPr>
          <p:nvPr>
            <p:ph type="sldNum" idx="62"/>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4EFBA9FB-91B4-4562-BDC2-AF4C0F54DB44}"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56" name="PlaceHolder 3"/>
          <p:cNvSpPr>
            <a:spLocks noGrp="1"/>
          </p:cNvSpPr>
          <p:nvPr>
            <p:ph type="dt" idx="63"/>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746"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2.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3.jpeg"/><Relationship Id="rId3" Type="http://schemas.openxmlformats.org/officeDocument/2006/relationships/notesSlide" Target="../notesSlides/notesSlide3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2.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diagramData" Target="../diagrams/data1.xml"/><Relationship Id="rId3" Type="http://schemas.openxmlformats.org/officeDocument/2006/relationships/diagramLayout" Target="../diagrams/layout1.xml"/><Relationship Id="rId4" Type="http://schemas.openxmlformats.org/officeDocument/2006/relationships/diagramQuickStyle" Target="../diagrams/quickStyle1.xml"/><Relationship Id="rId5" Type="http://schemas.openxmlformats.org/officeDocument/2006/relationships/diagramColors" Target="../diagrams/colors1.xml"/><Relationship Id="rId6" Type="http://schemas.microsoft.com/office/2007/relationships/diagramDrawing" Target="../diagrams/drawing1.xml"/><Relationship Id="rId7" Type="http://schemas.openxmlformats.org/officeDocument/2006/relationships/notesSlide" Target="../notesSlides/notesSlide3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diagramData" Target="../diagrams/data2.xml"/><Relationship Id="rId3" Type="http://schemas.openxmlformats.org/officeDocument/2006/relationships/diagramLayout" Target="../diagrams/layout2.xml"/><Relationship Id="rId4" Type="http://schemas.openxmlformats.org/officeDocument/2006/relationships/diagramQuickStyle" Target="../diagrams/quickStyle2.xml"/><Relationship Id="rId5" Type="http://schemas.openxmlformats.org/officeDocument/2006/relationships/diagramColors" Target="../diagrams/colors2.xml"/><Relationship Id="rId6" Type="http://schemas.microsoft.com/office/2007/relationships/diagramDrawing" Target="../diagrams/drawing2.xml"/><Relationship Id="rId7" Type="http://schemas.openxmlformats.org/officeDocument/2006/relationships/notesSlide" Target="../notesSlides/notesSlide3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3.xml"/><Relationship Id="rId3" Type="http://schemas.openxmlformats.org/officeDocument/2006/relationships/diagramData" Target="../diagrams/data3.xml"/><Relationship Id="rId4" Type="http://schemas.openxmlformats.org/officeDocument/2006/relationships/diagramLayout" Target="../diagrams/layout3.xml"/><Relationship Id="rId5" Type="http://schemas.openxmlformats.org/officeDocument/2006/relationships/diagramQuickStyle" Target="../diagrams/quickStyle3.xml"/><Relationship Id="rId6" Type="http://schemas.openxmlformats.org/officeDocument/2006/relationships/diagramColors" Target="../diagrams/colors3.xml"/><Relationship Id="rId7" Type="http://schemas.microsoft.com/office/2007/relationships/diagramDrawing" Target="../diagrams/drawing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image" Target="../media/image9.jpeg"/><Relationship Id="rId3" Type="http://schemas.openxmlformats.org/officeDocument/2006/relationships/notesSlide" Target="../notesSlides/notesSlide4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image" Target="../media/image9.jpeg"/><Relationship Id="rId3" Type="http://schemas.openxmlformats.org/officeDocument/2006/relationships/notesSlide" Target="../notesSlides/notesSlide4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image" Target="../media/image9.jpeg"/><Relationship Id="rId3" Type="http://schemas.openxmlformats.org/officeDocument/2006/relationships/notesSlide" Target="../notesSlides/notesSlide4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10.png"/><Relationship Id="rId3" Type="http://schemas.openxmlformats.org/officeDocument/2006/relationships/notesSlide" Target="../notesSlides/notesSlide5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image" Target="../media/image11.jpeg"/><Relationship Id="rId3" Type="http://schemas.openxmlformats.org/officeDocument/2006/relationships/notesSlide" Target="../notesSlides/notesSlide5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image" Target="../media/image11.jpeg"/><Relationship Id="rId3" Type="http://schemas.openxmlformats.org/officeDocument/2006/relationships/notesSlide" Target="../notesSlides/notesSlide5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4.xml"/><Relationship Id="rId3" Type="http://schemas.openxmlformats.org/officeDocument/2006/relationships/diagramLayout" Target="../diagrams/layout4.xml"/><Relationship Id="rId4" Type="http://schemas.openxmlformats.org/officeDocument/2006/relationships/diagramQuickStyle" Target="../diagrams/quickStyle4.xml"/><Relationship Id="rId5" Type="http://schemas.openxmlformats.org/officeDocument/2006/relationships/diagramColors" Target="../diagrams/colors4.xml"/><Relationship Id="rId6" Type="http://schemas.microsoft.com/office/2007/relationships/diagramDrawing" Target="../diagrams/drawing4.xml"/><Relationship Id="rId7" Type="http://schemas.openxmlformats.org/officeDocument/2006/relationships/notesSlide" Target="../notesSlides/notesSlide5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6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image" Target="../media/image12.jpeg"/><Relationship Id="rId3" Type="http://schemas.openxmlformats.org/officeDocument/2006/relationships/notesSlide" Target="../notesSlides/notesSlide6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image" Target="../media/image13.png"/><Relationship Id="rId3" Type="http://schemas.openxmlformats.org/officeDocument/2006/relationships/notesSlide" Target="../notesSlides/notesSlide6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6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image" Target="../media/image14.png"/><Relationship Id="rId3" Type="http://schemas.openxmlformats.org/officeDocument/2006/relationships/notesSlide" Target="../notesSlides/notesSlide6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xml"/><Relationship Id="rId3" Type="http://schemas.openxmlformats.org/officeDocument/2006/relationships/image" Target="../media/image15.jpe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7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7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7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7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5.xml"/><Relationship Id="rId3" Type="http://schemas.openxmlformats.org/officeDocument/2006/relationships/diagramLayout" Target="../diagrams/layout5.xml"/><Relationship Id="rId4" Type="http://schemas.openxmlformats.org/officeDocument/2006/relationships/diagramQuickStyle" Target="../diagrams/quickStyle5.xml"/><Relationship Id="rId5" Type="http://schemas.openxmlformats.org/officeDocument/2006/relationships/diagramColors" Target="../diagrams/colors5.xml"/><Relationship Id="rId6" Type="http://schemas.microsoft.com/office/2007/relationships/diagramDrawing" Target="../diagrams/drawing5.xml"/><Relationship Id="rId7" Type="http://schemas.openxmlformats.org/officeDocument/2006/relationships/notesSlide" Target="../notesSlides/notesSlide7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xml"/><Relationship Id="rId3" Type="http://schemas.openxmlformats.org/officeDocument/2006/relationships/image" Target="../media/image16.jpe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8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8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7.xml"/><Relationship Id="rId3" Type="http://schemas.openxmlformats.org/officeDocument/2006/relationships/image" Target="../media/image17.jpe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8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8.xml"/><Relationship Id="rId3" Type="http://schemas.openxmlformats.org/officeDocument/2006/relationships/image" Target="../media/image18.jpe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8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8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8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8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8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88.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89.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90.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9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9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19.png"/><Relationship Id="rId3" Type="http://schemas.openxmlformats.org/officeDocument/2006/relationships/notesSlide" Target="../notesSlides/notesSlide9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0.png"/><Relationship Id="rId3" Type="http://schemas.openxmlformats.org/officeDocument/2006/relationships/notesSlide" Target="../notesSlides/notesSlide9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1.png"/><Relationship Id="rId3" Type="http://schemas.openxmlformats.org/officeDocument/2006/relationships/image" Target="../media/image22.jpeg"/><Relationship Id="rId4" Type="http://schemas.openxmlformats.org/officeDocument/2006/relationships/notesSlide" Target="../notesSlides/notesSlide95.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3.svg"/><Relationship Id="rId3" Type="http://schemas.openxmlformats.org/officeDocument/2006/relationships/notesSlide" Target="../notesSlides/notesSlide96.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6.xml"/><Relationship Id="rId3" Type="http://schemas.openxmlformats.org/officeDocument/2006/relationships/diagramLayout" Target="../diagrams/layout6.xml"/><Relationship Id="rId4" Type="http://schemas.openxmlformats.org/officeDocument/2006/relationships/diagramQuickStyle" Target="../diagrams/quickStyle6.xml"/><Relationship Id="rId5" Type="http://schemas.openxmlformats.org/officeDocument/2006/relationships/diagramColors" Target="../diagrams/colors6.xml"/><Relationship Id="rId6" Type="http://schemas.microsoft.com/office/2007/relationships/diagramDrawing" Target="../diagrams/drawing6.xml"/><Relationship Id="rId7" Type="http://schemas.openxmlformats.org/officeDocument/2006/relationships/notesSlide" Target="../notesSlides/notesSlide9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98.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hyperlink" Target="https://karma-runner.github.io/" TargetMode="External"/><Relationship Id="rId3" Type="http://schemas.openxmlformats.org/officeDocument/2006/relationships/notesSlide" Target="../notesSlides/notesSlide99.xml"/></Relationships>
</file>

<file path=ppt/slides/_rels/slide77.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50.xml"/><Relationship Id="rId4" Type="http://schemas.openxmlformats.org/officeDocument/2006/relationships/image" Target="../media/image24.png"/><Relationship Id="rId5" Type="http://schemas.openxmlformats.org/officeDocument/2006/relationships/notesSlide" Target="../notesSlides/notesSlide100.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0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5.png"/><Relationship Id="rId3" Type="http://schemas.openxmlformats.org/officeDocument/2006/relationships/notesSlide" Target="../notesSlides/notesSlide10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6.png"/><Relationship Id="rId3" Type="http://schemas.openxmlformats.org/officeDocument/2006/relationships/notesSlide" Target="../notesSlides/notesSlide10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9.xml"/><Relationship Id="rId3" Type="http://schemas.openxmlformats.org/officeDocument/2006/relationships/hyperlink" Target="file:///Volumes/share/Seminar/angular2/angular2/sildes/index.html#/intro/prerequisites" TargetMode="External"/><Relationship Id="rId4" Type="http://schemas.openxmlformats.org/officeDocument/2006/relationships/hyperlink" Target="http://localhost:4200/" TargetMode="External"/><Relationship Id="rId5" Type="http://schemas.openxmlformats.org/officeDocument/2006/relationships/image" Target="../media/image27.sv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0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10.xml"/><Relationship Id="rId3" Type="http://schemas.openxmlformats.org/officeDocument/2006/relationships/image" Target="../media/image28.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10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0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0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9.png"/><Relationship Id="rId3" Type="http://schemas.openxmlformats.org/officeDocument/2006/relationships/notesSlide" Target="../notesSlides/notesSlide10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0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30.png"/><Relationship Id="rId3" Type="http://schemas.openxmlformats.org/officeDocument/2006/relationships/notesSlide" Target="../notesSlides/notesSlide11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1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6.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11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8.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9.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0.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4.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5.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8.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9.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31.jpeg"/><Relationship Id="rId3" Type="http://schemas.openxmlformats.org/officeDocument/2006/relationships/notesSlide" Target="../notesSlides/notesSlide130.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32.jpeg"/><Relationship Id="rId3" Type="http://schemas.openxmlformats.org/officeDocument/2006/relationships/notesSlide" Target="../notesSlides/notesSlide13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4.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5.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6.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13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8.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9.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140.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3.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4.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5.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6.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8.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149.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image" Target="../media/image33.svg"/><Relationship Id="rId3" Type="http://schemas.openxmlformats.org/officeDocument/2006/relationships/notesSlide" Target="../notesSlides/notesSlide150.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xml"/><Relationship Id="rId3" Type="http://schemas.openxmlformats.org/officeDocument/2006/relationships/diagramData" Target="../diagrams/data7.xml"/><Relationship Id="rId4" Type="http://schemas.openxmlformats.org/officeDocument/2006/relationships/diagramLayout" Target="../diagrams/layout7.xml"/><Relationship Id="rId5" Type="http://schemas.openxmlformats.org/officeDocument/2006/relationships/diagramQuickStyle" Target="../diagrams/quickStyle7.xml"/><Relationship Id="rId6" Type="http://schemas.openxmlformats.org/officeDocument/2006/relationships/diagramColors" Target="../diagrams/colors7.xml"/><Relationship Id="rId7" Type="http://schemas.microsoft.com/office/2007/relationships/diagramDrawing" Target="../diagrams/drawing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image" Target="../media/image34.jpeg"/><Relationship Id="rId3" Type="http://schemas.openxmlformats.org/officeDocument/2006/relationships/notesSlide" Target="../notesSlides/notesSlide15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4.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5.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6.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8.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9.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0.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35.svg"/><Relationship Id="rId3" Type="http://schemas.openxmlformats.org/officeDocument/2006/relationships/notesSlide" Target="../notesSlides/notesSlide16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8.xml"/><Relationship Id="rId3" Type="http://schemas.openxmlformats.org/officeDocument/2006/relationships/diagramLayout" Target="../diagrams/layout8.xml"/><Relationship Id="rId4" Type="http://schemas.openxmlformats.org/officeDocument/2006/relationships/diagramQuickStyle" Target="../diagrams/quickStyle8.xml"/><Relationship Id="rId5" Type="http://schemas.openxmlformats.org/officeDocument/2006/relationships/diagramColors" Target="../diagrams/colors8.xml"/><Relationship Id="rId6" Type="http://schemas.microsoft.com/office/2007/relationships/diagramDrawing" Target="../diagrams/drawing8.xml"/><Relationship Id="rId7" Type="http://schemas.openxmlformats.org/officeDocument/2006/relationships/notesSlide" Target="../notesSlides/notesSlide16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9.xml"/><Relationship Id="rId3" Type="http://schemas.openxmlformats.org/officeDocument/2006/relationships/diagramLayout" Target="../diagrams/layout9.xml"/><Relationship Id="rId4" Type="http://schemas.openxmlformats.org/officeDocument/2006/relationships/diagramQuickStyle" Target="../diagrams/quickStyle9.xml"/><Relationship Id="rId5" Type="http://schemas.openxmlformats.org/officeDocument/2006/relationships/diagramColors" Target="../diagrams/colors9.xml"/><Relationship Id="rId6" Type="http://schemas.microsoft.com/office/2007/relationships/diagramDrawing" Target="../diagrams/drawing9.xml"/><Relationship Id="rId7" Type="http://schemas.openxmlformats.org/officeDocument/2006/relationships/notesSlide" Target="../notesSlides/notesSlide164.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5.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6.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8.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10.xml"/><Relationship Id="rId3" Type="http://schemas.openxmlformats.org/officeDocument/2006/relationships/diagramLayout" Target="../diagrams/layout10.xml"/><Relationship Id="rId4" Type="http://schemas.openxmlformats.org/officeDocument/2006/relationships/diagramQuickStyle" Target="../diagrams/quickStyle10.xml"/><Relationship Id="rId5" Type="http://schemas.openxmlformats.org/officeDocument/2006/relationships/diagramColors" Target="../diagrams/colors10.xml"/><Relationship Id="rId6" Type="http://schemas.microsoft.com/office/2007/relationships/diagramDrawing" Target="../diagrams/drawing10.xml"/><Relationship Id="rId7" Type="http://schemas.openxmlformats.org/officeDocument/2006/relationships/notesSlide" Target="../notesSlides/notesSlide169.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0.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notesSlide" Target="../notesSlides/notesSlide17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4.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5.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8.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9.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0.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1.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1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3.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4.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5.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6.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8.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9.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0.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1.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43.jpe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3.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4.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5.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6.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xml"/><Relationship Id="rId3" Type="http://schemas.openxmlformats.org/officeDocument/2006/relationships/hyperlink" Target="https://rxmarbles.com/" TargetMode="Externa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8.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diagramData" Target="../diagrams/data11.xml"/><Relationship Id="rId3" Type="http://schemas.openxmlformats.org/officeDocument/2006/relationships/diagramLayout" Target="../diagrams/layout11.xml"/><Relationship Id="rId4" Type="http://schemas.openxmlformats.org/officeDocument/2006/relationships/diagramQuickStyle" Target="../diagrams/quickStyle11.xml"/><Relationship Id="rId5" Type="http://schemas.openxmlformats.org/officeDocument/2006/relationships/diagramColors" Target="../diagrams/colors11.xml"/><Relationship Id="rId6" Type="http://schemas.microsoft.com/office/2007/relationships/diagramDrawing" Target="../diagrams/drawing11.xml"/><Relationship Id="rId7" Type="http://schemas.openxmlformats.org/officeDocument/2006/relationships/notesSlide" Target="../notesSlides/notesSlide199.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0.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hyperlink" Target="http://reactivex.io/" TargetMode="External"/><Relationship Id="rId3" Type="http://schemas.openxmlformats.org/officeDocument/2006/relationships/notesSlide" Target="../notesSlides/notesSlide20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0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12.xml"/><Relationship Id="rId3" Type="http://schemas.openxmlformats.org/officeDocument/2006/relationships/diagramLayout" Target="../diagrams/layout12.xml"/><Relationship Id="rId4" Type="http://schemas.openxmlformats.org/officeDocument/2006/relationships/diagramQuickStyle" Target="../diagrams/quickStyle12.xml"/><Relationship Id="rId5" Type="http://schemas.openxmlformats.org/officeDocument/2006/relationships/diagramColors" Target="../diagrams/colors12.xml"/><Relationship Id="rId6" Type="http://schemas.microsoft.com/office/2007/relationships/diagramDrawing" Target="../diagrams/drawing12.xml"/><Relationship Id="rId7" Type="http://schemas.openxmlformats.org/officeDocument/2006/relationships/notesSlide" Target="../notesSlides/notesSlide213.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4.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6.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8.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5.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 Id="rId3" Type="http://schemas.openxmlformats.org/officeDocument/2006/relationships/image" Target="../media/image44.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9.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13.xml"/><Relationship Id="rId3" Type="http://schemas.openxmlformats.org/officeDocument/2006/relationships/diagramLayout" Target="../diagrams/layout13.xml"/><Relationship Id="rId4" Type="http://schemas.openxmlformats.org/officeDocument/2006/relationships/diagramQuickStyle" Target="../diagrams/quickStyle13.xml"/><Relationship Id="rId5" Type="http://schemas.openxmlformats.org/officeDocument/2006/relationships/diagramColors" Target="../diagrams/colors13.xml"/><Relationship Id="rId6" Type="http://schemas.microsoft.com/office/2007/relationships/diagramDrawing" Target="../diagrams/drawing13.xml"/><Relationship Id="rId7" Type="http://schemas.openxmlformats.org/officeDocument/2006/relationships/notesSlide" Target="../notesSlides/notesSlide220.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1.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3.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4.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45.jpeg"/><Relationship Id="rId3" Type="http://schemas.openxmlformats.org/officeDocument/2006/relationships/notesSlide" Target="../notesSlides/notesSlide225.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6.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8.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9.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0.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1.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46.jpeg"/><Relationship Id="rId3" Type="http://schemas.openxmlformats.org/officeDocument/2006/relationships/notesSlide" Target="../notesSlides/notesSlide23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3.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4.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5.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6.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23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8.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47.jpeg"/><Relationship Id="rId3" Type="http://schemas.openxmlformats.org/officeDocument/2006/relationships/notesSlide" Target="../notesSlides/notesSlide239.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48.jpeg"/><Relationship Id="rId3" Type="http://schemas.openxmlformats.org/officeDocument/2006/relationships/notesSlide" Target="../notesSlides/notesSlide240.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xml"/><Relationship Id="rId3" Type="http://schemas.openxmlformats.org/officeDocument/2006/relationships/image" Target="../media/image49.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8.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9.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0.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1.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diagramData" Target="../diagrams/data14.xml"/><Relationship Id="rId3" Type="http://schemas.openxmlformats.org/officeDocument/2006/relationships/diagramLayout" Target="../diagrams/layout14.xml"/><Relationship Id="rId4" Type="http://schemas.openxmlformats.org/officeDocument/2006/relationships/diagramQuickStyle" Target="../diagrams/quickStyle14.xml"/><Relationship Id="rId5" Type="http://schemas.openxmlformats.org/officeDocument/2006/relationships/diagramColors" Target="../diagrams/colors14.xml"/><Relationship Id="rId6" Type="http://schemas.microsoft.com/office/2007/relationships/diagramDrawing" Target="../diagrams/drawing14.xml"/><Relationship Id="rId7"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hyperlink" Target="http://de.wikipedia.org/wiki/Cross-Origin_Resource_Sharing" TargetMode="External"/><Relationship Id="rId3" Type="http://schemas.openxmlformats.org/officeDocument/2006/relationships/image" Target="../media/image50.jpeg"/><Relationship Id="rId4"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hyperlink" Target="https://angular.io/guide/attribute-directives" TargetMode="External"/><Relationship Id="rId3"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29.png"/><Relationship Id="rId3"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30.png"/><Relationship Id="rId3"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51.png"/><Relationship Id="rId3"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51.png"/><Relationship Id="rId3"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0.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2.jpeg"/><Relationship Id="rId3" Type="http://schemas.openxmlformats.org/officeDocument/2006/relationships/notesSlide" Target="../notesSlides/notesSlide276.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9.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52.png"/><Relationship Id="rId3"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15.xml"/><Relationship Id="rId3" Type="http://schemas.openxmlformats.org/officeDocument/2006/relationships/diagramLayout" Target="../diagrams/layout15.xml"/><Relationship Id="rId4" Type="http://schemas.openxmlformats.org/officeDocument/2006/relationships/diagramQuickStyle" Target="../diagrams/quickStyle15.xml"/><Relationship Id="rId5" Type="http://schemas.openxmlformats.org/officeDocument/2006/relationships/diagramColors" Target="../diagrams/colors15.xml"/><Relationship Id="rId6" Type="http://schemas.microsoft.com/office/2007/relationships/diagramDrawing" Target="../diagrams/drawing15.xml"/><Relationship Id="rId7" Type="http://schemas.openxmlformats.org/officeDocument/2006/relationships/notesSlide" Target="../notesSlides/notesSlide281.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82.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53.jpeg"/><Relationship Id="rId3" Type="http://schemas.openxmlformats.org/officeDocument/2006/relationships/notesSlide" Target="../notesSlides/notesSlide283.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hyperlink" Target="https://docs.npmjs.com/misc/registry" TargetMode="External"/><Relationship Id="rId3" Type="http://schemas.openxmlformats.org/officeDocument/2006/relationships/notesSlide" Target="../notesSlides/notesSlide284.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hyperlink" Target="https://docs.npmjs.com/" TargetMode="External"/><Relationship Id="rId3" Type="http://schemas.openxmlformats.org/officeDocument/2006/relationships/notesSlide" Target="../notesSlides/notesSlide285.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54.jpeg"/><Relationship Id="rId3" Type="http://schemas.openxmlformats.org/officeDocument/2006/relationships/notesSlide" Target="../notesSlides/notesSlide286.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8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88.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89.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diagramData" Target="../diagrams/data16.xml"/><Relationship Id="rId3" Type="http://schemas.openxmlformats.org/officeDocument/2006/relationships/diagramLayout" Target="../diagrams/layout16.xml"/><Relationship Id="rId4" Type="http://schemas.openxmlformats.org/officeDocument/2006/relationships/diagramQuickStyle" Target="../diagrams/quickStyle16.xml"/><Relationship Id="rId5" Type="http://schemas.openxmlformats.org/officeDocument/2006/relationships/diagramColors" Target="../diagrams/colors16.xml"/><Relationship Id="rId6" Type="http://schemas.microsoft.com/office/2007/relationships/diagramDrawing" Target="../diagrams/drawing16.xml"/><Relationship Id="rId7" Type="http://schemas.openxmlformats.org/officeDocument/2006/relationships/notesSlide" Target="../notesSlides/notesSlide290.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91.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92.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9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63" name="Rectangle 8">
            <a:extLst>
              <a:ext uri="{C183D7F6-B498-43B3-948B-1728B52AA6E4}">
                <adec:decorative xmlns:adec="http://schemas.microsoft.com/office/drawing/2017/decorative" val="1"/>
              </a:ext>
            </a:extLst>
          </p:cNvPr>
          <p:cNvSpPr/>
          <p:nvPr/>
        </p:nvSpPr>
        <p:spPr>
          <a:xfrm>
            <a:off x="0" y="0"/>
            <a:ext cx="12190680" cy="685656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64" name="Picture 4" descr="Writing an appointment on a paper agenda"/>
          <p:cNvPicPr/>
          <p:nvPr/>
        </p:nvPicPr>
        <p:blipFill>
          <a:blip r:embed="rId3">
            <a:alphaModFix amt="50000"/>
          </a:blip>
          <a:srcRect t="15730"/>
          <a:stretch/>
        </p:blipFill>
        <p:spPr>
          <a:xfrm>
            <a:off x="0" y="0"/>
            <a:ext cx="12190680" cy="6856560"/>
          </a:xfrm>
          <a:prstGeom prst="rect">
            <a:avLst/>
          </a:prstGeom>
          <a:noFill/>
          <a:ln w="0">
            <a:noFill/>
          </a:ln>
        </p:spPr>
      </p:pic>
      <p:sp>
        <p:nvSpPr>
          <p:cNvPr id="165" name="PlaceHolder 1"/>
          <p:cNvSpPr>
            <a:spLocks noGrp="1"/>
          </p:cNvSpPr>
          <p:nvPr>
            <p:ph type="title"/>
          </p:nvPr>
        </p:nvSpPr>
        <p:spPr>
          <a:xfrm>
            <a:off x="1523880" y="1122480"/>
            <a:ext cx="9142560" cy="2899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6000" b="0" u="none" strike="noStrike">
                <a:solidFill>
                  <a:srgbClr val="FFFFFF"/>
                </a:solidFill>
                <a:uFillTx/>
                <a:latin typeface="Calibri Light"/>
              </a:rPr>
              <a:t>Typescript Primer</a:t>
            </a:r>
            <a:endParaRPr lang="de-DE" sz="6000" b="0" u="none" strike="noStrike">
              <a:solidFill>
                <a:srgbClr val="FFFFFF"/>
              </a:solidFill>
              <a:uFillTx/>
              <a:latin typeface="Arial"/>
            </a:endParaRPr>
          </a:p>
        </p:txBody>
      </p:sp>
      <p:sp>
        <p:nvSpPr>
          <p:cNvPr id="166" name="PlaceHolder 2"/>
          <p:cNvSpPr>
            <a:spLocks noGrp="1"/>
          </p:cNvSpPr>
          <p:nvPr>
            <p:ph type="subTitle"/>
          </p:nvPr>
        </p:nvSpPr>
        <p:spPr>
          <a:xfrm>
            <a:off x="1523880" y="4159440"/>
            <a:ext cx="9142560" cy="1096920"/>
          </a:xfrm>
          <a:prstGeom prst="rect">
            <a:avLst/>
          </a:prstGeom>
          <a:noFill/>
          <a:ln w="0">
            <a:noFill/>
          </a:ln>
        </p:spPr>
        <p:txBody>
          <a:bodyPr lIns="91440" tIns="45720" rIns="91440" bIns="45720" anchor="t">
            <a:normAutofit/>
          </a:bodyPr>
          <a:lstStyle/>
          <a:p>
            <a:pPr indent="0" algn="ctr" defTabSz="914400">
              <a:lnSpc>
                <a:spcPct val="90000"/>
              </a:lnSpc>
              <a:spcBef>
                <a:spcPts val="1001"/>
              </a:spcBef>
              <a:buNone/>
              <a:tabLst>
                <a:tab pos="0" algn="l"/>
              </a:tabLst>
            </a:pPr>
            <a:r>
              <a:rPr lang="de-DE" sz="2400" b="0" u="none" strike="noStrike">
                <a:solidFill>
                  <a:srgbClr val="FFFFFF"/>
                </a:solidFill>
                <a:uFillTx/>
                <a:latin typeface="Calibri"/>
              </a:rPr>
              <a:t>Einführung in Typescript</a:t>
            </a:r>
            <a:endParaRPr lang="de-DE" sz="2400" b="0" u="none" strike="noStrike">
              <a:solidFill>
                <a:srgbClr val="FFFFFF"/>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2000"/>
                                  </p:stCondLst>
                                  <p:iterate type="lt">
                                    <p:tmAbs val="100"/>
                                  </p:iterate>
                                  <p:childTnLst>
                                    <p:set>
                                      <p:cBhvr>
                                        <p:cTn id="6" dur="1" fill="hold">
                                          <p:stCondLst>
                                            <p:cond delay="0"/>
                                          </p:stCondLst>
                                        </p:cTn>
                                        <p:tgtEl>
                                          <p:spTgt spid="166">
                                            <p:txEl>
                                              <p:pRg st="0" end="0"/>
                                            </p:txEl>
                                          </p:spTgt>
                                        </p:tgtEl>
                                        <p:attrNameLst>
                                          <p:attrName>style.visibility</p:attrName>
                                        </p:attrNameLst>
                                      </p:cBhvr>
                                      <p:to>
                                        <p:strVal val="visible"/>
                                      </p:to>
                                    </p:set>
                                    <p:animEffect transition="in" filter="fade">
                                      <p:cBhvr additive="repl">
                                        <p:cTn id="7" dur="400"/>
                                        <p:tgtEl>
                                          <p:spTgt spid="166">
                                            <p:txEl>
                                              <p:pRg st="0" end="0"/>
                                            </p:txEl>
                                          </p:spTgt>
                                        </p:tgtEl>
                                      </p:cBhvr>
                                    </p:animEffect>
                                  </p:childTnLst>
                                </p:cTn>
                              </p:par>
                              <p:par>
                                <p:cTn id="8" presetID="10" presetClass="entr" fill="hold" nodeType="withEffect">
                                  <p:stCondLst>
                                    <p:cond delay="1000"/>
                                  </p:stCondLst>
                                  <p:iterate type="lt">
                                    <p:tmAbs val="100"/>
                                  </p:iterate>
                                  <p:childTnLst>
                                    <p:set>
                                      <p:cBhvr>
                                        <p:cTn id="9" dur="1" fill="hold">
                                          <p:stCondLst>
                                            <p:cond delay="0"/>
                                          </p:stCondLst>
                                        </p:cTn>
                                        <p:tgtEl>
                                          <p:spTgt spid="165"/>
                                        </p:tgtEl>
                                        <p:attrNameLst>
                                          <p:attrName>style.visibility</p:attrName>
                                        </p:attrNameLst>
                                      </p:cBhvr>
                                      <p:to>
                                        <p:strVal val="visible"/>
                                      </p:to>
                                    </p:set>
                                    <p:animEffect transition="in" filter="fade">
                                      <p:cBhvr additive="repl">
                                        <p:cTn id="10" dur="400"/>
                                        <p:tgtEl>
                                          <p:spTgt spid="1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67" name="Rectangle 10">
            <a:extLst>
              <a:ext uri="{C183D7F6-B498-43B3-948B-1728B52AA6E4}">
                <adec:decorative xmlns:adec="http://schemas.microsoft.com/office/drawing/2017/decorative" val="1"/>
              </a:ext>
            </a:extLst>
          </p:cNvPr>
          <p:cNvSpPr/>
          <p:nvPr/>
        </p:nvSpPr>
        <p:spPr>
          <a:xfrm>
            <a:off x="0" y="0"/>
            <a:ext cx="12190680" cy="685656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68" name="Picture 6" descr="CPU mit Binärzahlen und Blaupause"/>
          <p:cNvPicPr/>
          <p:nvPr/>
        </p:nvPicPr>
        <p:blipFill>
          <a:blip r:embed="rId2">
            <a:alphaModFix amt="50000"/>
          </a:blip>
          <a:stretch/>
        </p:blipFill>
        <p:spPr>
          <a:xfrm>
            <a:off x="0" y="0"/>
            <a:ext cx="12190680" cy="6856560"/>
          </a:xfrm>
          <a:prstGeom prst="rect">
            <a:avLst/>
          </a:prstGeom>
          <a:noFill/>
          <a:ln w="0">
            <a:noFill/>
          </a:ln>
        </p:spPr>
      </p:pic>
      <p:sp>
        <p:nvSpPr>
          <p:cNvPr id="169" name="PlaceHolder 1"/>
          <p:cNvSpPr>
            <a:spLocks noGrp="1"/>
          </p:cNvSpPr>
          <p:nvPr>
            <p:ph type="title"/>
          </p:nvPr>
        </p:nvSpPr>
        <p:spPr>
          <a:xfrm>
            <a:off x="1523880" y="1122480"/>
            <a:ext cx="9142560" cy="2899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Einrichten von Typescript </a:t>
            </a:r>
            <a:endParaRPr lang="de-DE" sz="6000" b="0" u="none" strike="noStrike">
              <a:solidFill>
                <a:srgbClr val="FFFFFF"/>
              </a:solidFill>
              <a:uFillTx/>
              <a:latin typeface="Arial"/>
            </a:endParaRPr>
          </a:p>
        </p:txBody>
      </p:sp>
      <p:sp>
        <p:nvSpPr>
          <p:cNvPr id="170" name="PlaceHolder 2"/>
          <p:cNvSpPr>
            <a:spLocks noGrp="1"/>
          </p:cNvSpPr>
          <p:nvPr>
            <p:ph/>
          </p:nvPr>
        </p:nvSpPr>
        <p:spPr>
          <a:xfrm>
            <a:off x="1523880" y="4159440"/>
            <a:ext cx="9142560" cy="1096920"/>
          </a:xfrm>
          <a:prstGeom prst="rect">
            <a:avLst/>
          </a:prstGeom>
          <a:noFill/>
          <a:ln w="0">
            <a:noFill/>
          </a:ln>
        </p:spPr>
        <p:txBody>
          <a:bodyPr lIns="91440" tIns="45720" rIns="91440" bIns="45720" anchor="t">
            <a:normAutofit/>
          </a:bodyPr>
          <a:lstStyle/>
          <a:p>
            <a:pPr indent="0" algn="ctr" defTabSz="914400">
              <a:lnSpc>
                <a:spcPct val="90000"/>
              </a:lnSpc>
              <a:spcBef>
                <a:spcPts val="1001"/>
              </a:spcBef>
              <a:buNone/>
              <a:tabLst>
                <a:tab pos="0" algn="l"/>
              </a:tabLst>
            </a:pPr>
            <a:r>
              <a:rPr lang="en-US" sz="2400" b="0" u="none" strike="noStrike">
                <a:solidFill>
                  <a:srgbClr val="FFFFFF"/>
                </a:solidFill>
                <a:uFillTx/>
                <a:latin typeface="Calibri"/>
              </a:rPr>
              <a:t>Installation</a:t>
            </a:r>
            <a:endParaRPr lang="de-DE" sz="2400" b="0" u="none" strike="noStrike">
              <a:solidFill>
                <a:srgbClr val="FFFFFF"/>
              </a:solidFill>
              <a:uFillTx/>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Benötigte Komponenten</a:t>
            </a:r>
            <a:endParaRPr lang="de-DE" sz="4400" b="0" u="none" strike="noStrike">
              <a:solidFill>
                <a:srgbClr val="000000"/>
              </a:solidFill>
              <a:uFillTx/>
              <a:latin typeface="Arial"/>
            </a:endParaRPr>
          </a:p>
        </p:txBody>
      </p:sp>
      <p:sp>
        <p:nvSpPr>
          <p:cNvPr id="17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err="1">
                <a:solidFill>
                  <a:schemeClr val="dk1"/>
                </a:solidFill>
                <a:uFillTx/>
                <a:latin typeface="Calibri"/>
              </a:rPr>
              <a:t>TypeScript</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err="1">
                <a:solidFill>
                  <a:schemeClr val="dk1"/>
                </a:solidFill>
                <a:uFillTx/>
                <a:latin typeface="Courier New"/>
              </a:rPr>
              <a:t>npm</a:t>
            </a:r>
            <a:r>
              <a:rPr lang="de-DE" sz="2400" b="0" u="none" strike="noStrike" dirty="0">
                <a:solidFill>
                  <a:schemeClr val="dk1"/>
                </a:solidFill>
                <a:uFillTx/>
                <a:latin typeface="Courier New"/>
              </a:rPr>
              <a:t> </a:t>
            </a:r>
            <a:r>
              <a:rPr lang="de-DE" sz="2400" b="0" u="none" strike="noStrike" dirty="0" err="1">
                <a:solidFill>
                  <a:schemeClr val="dk1"/>
                </a:solidFill>
                <a:uFillTx/>
                <a:latin typeface="Courier New"/>
              </a:rPr>
              <a:t>install</a:t>
            </a:r>
            <a:r>
              <a:rPr lang="de-DE" sz="2400" b="0" u="none" strike="noStrike" dirty="0">
                <a:solidFill>
                  <a:schemeClr val="dk1"/>
                </a:solidFill>
                <a:uFillTx/>
                <a:latin typeface="Courier New"/>
              </a:rPr>
              <a:t> </a:t>
            </a:r>
            <a:r>
              <a:rPr lang="de-DE" sz="2400" b="0" u="none" strike="noStrike" dirty="0" err="1">
                <a:solidFill>
                  <a:schemeClr val="dk1"/>
                </a:solidFill>
                <a:uFillTx/>
                <a:latin typeface="Courier New"/>
              </a:rPr>
              <a:t>typescript</a:t>
            </a:r>
            <a:r>
              <a:rPr lang="de-DE" sz="2400" b="0" u="none" strike="noStrike" dirty="0">
                <a:solidFill>
                  <a:schemeClr val="dk1"/>
                </a:solidFill>
                <a:uFillTx/>
                <a:latin typeface="Courier New"/>
              </a:rPr>
              <a:t> --save-</a:t>
            </a:r>
            <a:r>
              <a:rPr lang="de-DE" sz="2400" b="0" u="none" strike="noStrike" dirty="0" err="1">
                <a:solidFill>
                  <a:schemeClr val="dk1"/>
                </a:solidFill>
                <a:uFillTx/>
                <a:latin typeface="Courier New"/>
              </a:rPr>
              <a:t>dev</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Oder global</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ourier New"/>
              </a:rPr>
              <a:t>[</a:t>
            </a:r>
            <a:r>
              <a:rPr lang="de-DE" sz="2400" b="0" u="none" strike="noStrike" dirty="0" err="1">
                <a:solidFill>
                  <a:schemeClr val="dk1"/>
                </a:solidFill>
                <a:uFillTx/>
                <a:latin typeface="Courier New"/>
              </a:rPr>
              <a:t>sudo</a:t>
            </a:r>
            <a:r>
              <a:rPr lang="de-DE" sz="2400" b="0" u="none" strike="noStrike" dirty="0">
                <a:solidFill>
                  <a:schemeClr val="dk1"/>
                </a:solidFill>
                <a:uFillTx/>
                <a:latin typeface="Courier New"/>
              </a:rPr>
              <a:t>] </a:t>
            </a:r>
            <a:r>
              <a:rPr lang="de-DE" sz="2400" b="0" u="none" strike="noStrike" dirty="0" err="1">
                <a:solidFill>
                  <a:schemeClr val="dk1"/>
                </a:solidFill>
                <a:uFillTx/>
                <a:latin typeface="Courier New"/>
              </a:rPr>
              <a:t>npm</a:t>
            </a:r>
            <a:r>
              <a:rPr lang="de-DE" sz="2400" b="0" u="none" strike="noStrike" dirty="0">
                <a:solidFill>
                  <a:schemeClr val="dk1"/>
                </a:solidFill>
                <a:uFillTx/>
                <a:latin typeface="Courier New"/>
              </a:rPr>
              <a:t> </a:t>
            </a:r>
            <a:r>
              <a:rPr lang="de-DE" sz="2400" b="0" u="none" strike="noStrike" dirty="0" err="1">
                <a:solidFill>
                  <a:schemeClr val="dk1"/>
                </a:solidFill>
                <a:uFillTx/>
                <a:latin typeface="Courier New"/>
              </a:rPr>
              <a:t>install</a:t>
            </a:r>
            <a:r>
              <a:rPr lang="de-DE" sz="2400" b="0" u="none" strike="noStrike" dirty="0">
                <a:solidFill>
                  <a:schemeClr val="dk1"/>
                </a:solidFill>
                <a:uFillTx/>
                <a:latin typeface="Courier New"/>
              </a:rPr>
              <a:t> –</a:t>
            </a:r>
            <a:r>
              <a:rPr lang="de-DE" sz="2400" b="0" u="none" strike="noStrike" dirty="0" err="1">
                <a:solidFill>
                  <a:schemeClr val="dk1"/>
                </a:solidFill>
                <a:uFillTx/>
                <a:latin typeface="Courier New"/>
              </a:rPr>
              <a:t>g</a:t>
            </a:r>
            <a:r>
              <a:rPr lang="de-DE" sz="2400" b="0" u="none" strike="noStrike" dirty="0">
                <a:solidFill>
                  <a:schemeClr val="dk1"/>
                </a:solidFill>
                <a:uFillTx/>
                <a:latin typeface="Courier New"/>
              </a:rPr>
              <a:t> </a:t>
            </a:r>
            <a:r>
              <a:rPr lang="de-DE" sz="2400" b="0" u="none" strike="noStrike" dirty="0" err="1">
                <a:solidFill>
                  <a:schemeClr val="dk1"/>
                </a:solidFill>
                <a:uFillTx/>
                <a:latin typeface="Courier New"/>
              </a:rPr>
              <a:t>typescript</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Lite-Server</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err="1">
                <a:solidFill>
                  <a:schemeClr val="dk1"/>
                </a:solidFill>
                <a:uFillTx/>
                <a:latin typeface="Courier New"/>
              </a:rPr>
              <a:t>npm</a:t>
            </a:r>
            <a:r>
              <a:rPr lang="de-DE" sz="2400" b="0" u="none" strike="noStrike" dirty="0">
                <a:solidFill>
                  <a:schemeClr val="dk1"/>
                </a:solidFill>
                <a:uFillTx/>
                <a:latin typeface="Courier New"/>
              </a:rPr>
              <a:t> </a:t>
            </a:r>
            <a:r>
              <a:rPr lang="de-DE" sz="2400" b="0" u="none" strike="noStrike" dirty="0" err="1">
                <a:solidFill>
                  <a:schemeClr val="dk1"/>
                </a:solidFill>
                <a:uFillTx/>
                <a:latin typeface="Courier New"/>
              </a:rPr>
              <a:t>install</a:t>
            </a:r>
            <a:r>
              <a:rPr lang="de-DE" sz="2400" b="0" u="none" strike="noStrike" dirty="0">
                <a:solidFill>
                  <a:schemeClr val="dk1"/>
                </a:solidFill>
                <a:uFillTx/>
                <a:latin typeface="Courier New"/>
              </a:rPr>
              <a:t> </a:t>
            </a:r>
            <a:r>
              <a:rPr lang="de-DE" sz="2400" b="0" u="none" strike="noStrike" dirty="0" err="1">
                <a:solidFill>
                  <a:schemeClr val="dk1"/>
                </a:solidFill>
                <a:uFillTx/>
                <a:latin typeface="Courier New"/>
              </a:rPr>
              <a:t>lite</a:t>
            </a:r>
            <a:r>
              <a:rPr lang="de-DE" sz="2400" b="0" u="none" strike="noStrike" dirty="0">
                <a:solidFill>
                  <a:schemeClr val="dk1"/>
                </a:solidFill>
                <a:uFillTx/>
                <a:latin typeface="Courier New"/>
              </a:rPr>
              <a:t>-server --save-</a:t>
            </a:r>
            <a:r>
              <a:rPr lang="de-DE" sz="2400" b="0" u="none" strike="noStrike" dirty="0" err="1">
                <a:solidFill>
                  <a:schemeClr val="dk1"/>
                </a:solidFill>
                <a:uFillTx/>
                <a:latin typeface="Courier New"/>
              </a:rPr>
              <a:t>dev</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Parallelisierung von </a:t>
            </a:r>
            <a:r>
              <a:rPr lang="de-DE" sz="2800" b="0" u="none" strike="noStrike" dirty="0" err="1">
                <a:solidFill>
                  <a:schemeClr val="dk1"/>
                </a:solidFill>
                <a:uFillTx/>
                <a:latin typeface="Calibri"/>
              </a:rPr>
              <a:t>npm</a:t>
            </a:r>
            <a:r>
              <a:rPr lang="de-DE" sz="2800" b="0" u="none" strike="noStrike" dirty="0">
                <a:solidFill>
                  <a:schemeClr val="dk1"/>
                </a:solidFill>
                <a:uFillTx/>
                <a:latin typeface="Calibri"/>
              </a:rPr>
              <a:t>-Kommandos</a:t>
            </a:r>
            <a:endParaRPr lang="de-DE" sz="2800" b="0" u="none" strike="noStrike" dirty="0">
              <a:solidFill>
                <a:srgbClr val="000000"/>
              </a:solidFill>
              <a:uFillTx/>
              <a:latin typeface="Arial"/>
            </a:endParaRPr>
          </a:p>
          <a:p>
            <a:pPr marL="444600" lvl="2" indent="-270000" defTabSz="914400">
              <a:lnSpc>
                <a:spcPct val="90000"/>
              </a:lnSpc>
              <a:spcBef>
                <a:spcPts val="601"/>
              </a:spcBef>
              <a:buClr>
                <a:srgbClr val="B51621"/>
              </a:buClr>
              <a:buFont typeface="Arial"/>
              <a:buChar char="•"/>
            </a:pPr>
            <a:r>
              <a:rPr lang="de-DE" sz="2000" b="0" u="none" strike="noStrike" dirty="0" err="1">
                <a:solidFill>
                  <a:schemeClr val="dk1"/>
                </a:solidFill>
                <a:uFillTx/>
                <a:latin typeface="Courier New"/>
              </a:rPr>
              <a:t>npm</a:t>
            </a:r>
            <a:r>
              <a:rPr lang="de-DE" sz="2000" b="0" u="none" strike="noStrike" dirty="0">
                <a:solidFill>
                  <a:schemeClr val="dk1"/>
                </a:solidFill>
                <a:uFillTx/>
                <a:latin typeface="Courier New"/>
              </a:rPr>
              <a:t> </a:t>
            </a:r>
            <a:r>
              <a:rPr lang="de-DE" sz="2000" b="0" u="none" strike="noStrike" dirty="0" err="1">
                <a:solidFill>
                  <a:schemeClr val="dk1"/>
                </a:solidFill>
                <a:uFillTx/>
                <a:latin typeface="Courier New"/>
              </a:rPr>
              <a:t>install</a:t>
            </a:r>
            <a:r>
              <a:rPr lang="de-DE" sz="2000" b="0" u="none" strike="noStrike" dirty="0">
                <a:solidFill>
                  <a:schemeClr val="dk1"/>
                </a:solidFill>
                <a:uFillTx/>
                <a:latin typeface="Courier New"/>
              </a:rPr>
              <a:t> </a:t>
            </a:r>
            <a:r>
              <a:rPr lang="de-DE" sz="2000" b="0" u="none" strike="noStrike" dirty="0" err="1">
                <a:solidFill>
                  <a:schemeClr val="dk1"/>
                </a:solidFill>
                <a:uFillTx/>
                <a:latin typeface="Courier New"/>
              </a:rPr>
              <a:t>concurrenty</a:t>
            </a:r>
            <a:r>
              <a:rPr lang="de-DE" sz="2000" b="0" u="none" strike="noStrike" dirty="0">
                <a:solidFill>
                  <a:schemeClr val="dk1"/>
                </a:solidFill>
                <a:uFillTx/>
                <a:latin typeface="Courier New"/>
              </a:rPr>
              <a:t> --save-</a:t>
            </a:r>
            <a:r>
              <a:rPr lang="de-DE" sz="2000" b="0" u="none" strike="noStrike" dirty="0" err="1">
                <a:solidFill>
                  <a:schemeClr val="dk1"/>
                </a:solidFill>
                <a:uFillTx/>
                <a:latin typeface="Courier New"/>
              </a:rPr>
              <a:t>dev</a:t>
            </a:r>
            <a:endParaRPr lang="de-DE" sz="20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2800" b="0" u="none" strike="noStrike" dirty="0">
              <a:solidFill>
                <a:srgbClr val="000000"/>
              </a:solidFill>
              <a:uFillTx/>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Konfiguration des TypeScript-Compilers</a:t>
            </a:r>
            <a:endParaRPr lang="de-DE" sz="4400" b="0" u="none" strike="noStrike">
              <a:solidFill>
                <a:srgbClr val="000000"/>
              </a:solidFill>
              <a:uFillTx/>
              <a:latin typeface="Arial"/>
            </a:endParaRPr>
          </a:p>
        </p:txBody>
      </p:sp>
      <p:sp>
        <p:nvSpPr>
          <p:cNvPr id="17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Initialisierung mit </a:t>
            </a:r>
            <a:r>
              <a:rPr lang="de-DE" sz="2800" b="0" u="none" strike="noStrike">
                <a:solidFill>
                  <a:schemeClr val="dk1"/>
                </a:solidFill>
                <a:uFillTx/>
                <a:latin typeface="Courier New"/>
              </a:rPr>
              <a:t>tsc --init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Erzeugt die Datei </a:t>
            </a:r>
            <a:r>
              <a:rPr lang="de-DE" sz="2400" b="0" i="1" u="none" strike="noStrike">
                <a:solidFill>
                  <a:schemeClr val="dk1"/>
                </a:solidFill>
                <a:uFillTx/>
                <a:latin typeface="Courier New"/>
              </a:rPr>
              <a:t>tsconfig.json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Darin werden alle möglichen Konfigurationen angelegt</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wobei die allermeisten auskommentiert sind</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Für die folgenden Beispiele wird insbesondere der strict-Mode aktiviert</a:t>
            </a:r>
            <a:endParaRPr lang="de-DE" sz="2800" b="0" u="none" strike="noStrike">
              <a:solidFill>
                <a:srgbClr val="000000"/>
              </a:solidFill>
              <a:uFillTx/>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Scripts der package.json</a:t>
            </a:r>
            <a:endParaRPr lang="de-DE" sz="4400" b="0" u="none" strike="noStrike">
              <a:solidFill>
                <a:srgbClr val="000000"/>
              </a:solidFill>
              <a:uFillTx/>
              <a:latin typeface="Arial"/>
            </a:endParaRPr>
          </a:p>
        </p:txBody>
      </p:sp>
      <p:sp>
        <p:nvSpPr>
          <p:cNvPr id="17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indent="0" defTabSz="914400">
              <a:lnSpc>
                <a:spcPct val="90000"/>
              </a:lnSpc>
              <a:spcBef>
                <a:spcPts val="1001"/>
              </a:spcBef>
              <a:buNone/>
              <a:tabLst>
                <a:tab pos="0" algn="l"/>
              </a:tabLst>
            </a:pPr>
            <a:r>
              <a:rPr lang="de-DE" sz="2800" b="0" u="none" strike="noStrike">
                <a:solidFill>
                  <a:schemeClr val="dk1"/>
                </a:solidFill>
                <a:uFillTx/>
                <a:latin typeface="Courier New"/>
              </a:rPr>
              <a:t>"scripts":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"serve": "lite-server",</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"compile": "tsc --outDir ./dist  -p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"compile-watch": "tsc -w --outDir ./dist  -p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"test": "echo \"Error: no test specified\" &amp;&amp; exit 1",</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"start": "concurrently \"npm run compile-watch\" \"npm run serve\""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Benutzung</a:t>
            </a:r>
            <a:endParaRPr lang="de-DE" sz="4400" b="0" u="none" strike="noStrike">
              <a:solidFill>
                <a:srgbClr val="000000"/>
              </a:solidFill>
              <a:uFillTx/>
              <a:latin typeface="Arial"/>
            </a:endParaRPr>
          </a:p>
        </p:txBody>
      </p:sp>
      <p:sp>
        <p:nvSpPr>
          <p:cNvPr id="17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Starten mit </a:t>
            </a:r>
            <a:r>
              <a:rPr lang="de-DE" sz="2800" b="0" u="none" strike="noStrike">
                <a:solidFill>
                  <a:schemeClr val="dk1"/>
                </a:solidFill>
                <a:uFillTx/>
                <a:latin typeface="Courier New"/>
              </a:rPr>
              <a:t>npm start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Startet den TypeScript-Transpiler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Startet den Lite Server mit Browser-Sync</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Startet den Default-Browser und stellt die </a:t>
            </a:r>
            <a:r>
              <a:rPr lang="de-DE" sz="2400" b="0" i="1" u="none" strike="noStrike">
                <a:solidFill>
                  <a:schemeClr val="dk1"/>
                </a:solidFill>
                <a:uFillTx/>
                <a:latin typeface="Courier New"/>
              </a:rPr>
              <a:t>index.html</a:t>
            </a:r>
            <a:r>
              <a:rPr lang="de-DE" sz="2400" b="0" u="none" strike="noStrike">
                <a:solidFill>
                  <a:schemeClr val="dk1"/>
                </a:solidFill>
                <a:uFillTx/>
                <a:latin typeface="Calibri"/>
              </a:rPr>
              <a:t>-Seite dar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Parallelisierung</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Sämtliche Dateien mit der Endung </a:t>
            </a:r>
            <a:r>
              <a:rPr lang="de-DE" sz="2400" b="0" u="none" strike="noStrike">
                <a:solidFill>
                  <a:schemeClr val="dk1"/>
                </a:solidFill>
                <a:uFillTx/>
                <a:latin typeface="Courier New"/>
              </a:rPr>
              <a:t>.ts</a:t>
            </a:r>
            <a:r>
              <a:rPr lang="de-DE" sz="2400" b="0" u="none" strike="noStrike">
                <a:solidFill>
                  <a:schemeClr val="dk1"/>
                </a:solidFill>
                <a:uFillTx/>
                <a:latin typeface="Calibri"/>
              </a:rPr>
              <a:t> im Ordner </a:t>
            </a:r>
            <a:r>
              <a:rPr lang="de-DE" sz="2400" b="0" i="1" u="none" strike="noStrike">
                <a:solidFill>
                  <a:schemeClr val="dk1"/>
                </a:solidFill>
                <a:uFillTx/>
                <a:latin typeface="Courier New"/>
              </a:rPr>
              <a:t>src</a:t>
            </a:r>
            <a:r>
              <a:rPr lang="de-DE" sz="2400" b="0" u="none" strike="noStrike">
                <a:solidFill>
                  <a:schemeClr val="dk1"/>
                </a:solidFill>
                <a:uFillTx/>
                <a:latin typeface="Calibri"/>
              </a:rPr>
              <a:t> werden automatisch nach </a:t>
            </a:r>
            <a:r>
              <a:rPr lang="de-DE" sz="2400" b="0" i="1" u="none" strike="noStrike">
                <a:solidFill>
                  <a:schemeClr val="dk1"/>
                </a:solidFill>
                <a:uFillTx/>
                <a:latin typeface="Courier New"/>
              </a:rPr>
              <a:t>dist</a:t>
            </a:r>
            <a:r>
              <a:rPr lang="de-DE" sz="2400" b="0" u="none" strike="noStrike">
                <a:solidFill>
                  <a:schemeClr val="dk1"/>
                </a:solidFill>
                <a:uFillTx/>
                <a:latin typeface="Calibri"/>
              </a:rPr>
              <a:t> transpiliert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Änderungen der </a:t>
            </a:r>
            <a:r>
              <a:rPr lang="de-DE" sz="2400" b="0" u="none" strike="noStrike">
                <a:solidFill>
                  <a:schemeClr val="dk1"/>
                </a:solidFill>
                <a:uFillTx/>
                <a:latin typeface="Courier New"/>
              </a:rPr>
              <a:t>.ts</a:t>
            </a:r>
            <a:r>
              <a:rPr lang="de-DE" sz="2400" b="0" u="none" strike="noStrike">
                <a:solidFill>
                  <a:schemeClr val="dk1"/>
                </a:solidFill>
                <a:uFillTx/>
                <a:latin typeface="Calibri"/>
              </a:rPr>
              <a:t>-Dateien werden automatisch erkannt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Der Server aktualisiert den Browser  mit den geänderten Informationen</a:t>
            </a:r>
            <a:endParaRPr lang="de-DE" sz="2400" b="0" u="none" strike="noStrike">
              <a:solidFill>
                <a:srgbClr val="000000"/>
              </a:solidFill>
              <a:uFillTx/>
              <a:latin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9" name="Picture 2" descr="TypeScript Figure"/>
          <p:cNvPicPr/>
          <p:nvPr/>
        </p:nvPicPr>
        <p:blipFill>
          <a:blip r:embed="rId3"/>
          <a:stretch/>
        </p:blipFill>
        <p:spPr>
          <a:xfrm>
            <a:off x="5128200" y="2191680"/>
            <a:ext cx="2293920" cy="2103480"/>
          </a:xfrm>
          <a:prstGeom prst="rect">
            <a:avLst/>
          </a:prstGeom>
          <a:noFill/>
          <a:ln w="0">
            <a:noFill/>
          </a:ln>
        </p:spPr>
      </p:pic>
      <p:sp>
        <p:nvSpPr>
          <p:cNvPr id="180" name="Rechteck 3"/>
          <p:cNvSpPr/>
          <p:nvPr/>
        </p:nvSpPr>
        <p:spPr>
          <a:xfrm>
            <a:off x="1147680" y="1172880"/>
            <a:ext cx="32886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1" u="none" strike="noStrike">
                <a:solidFill>
                  <a:srgbClr val="000000"/>
                </a:solidFill>
                <a:uFillTx/>
                <a:latin typeface="Arial"/>
              </a:rPr>
              <a:t>TypeScript is just JavaScript</a:t>
            </a:r>
            <a:endParaRPr lang="de-DE" sz="1800" b="0" u="none" strike="noStrike">
              <a:solidFill>
                <a:srgbClr val="000000"/>
              </a:solidFill>
              <a:uFillTx/>
              <a:latin typeface="Arial"/>
            </a:endParaRPr>
          </a:p>
        </p:txBody>
      </p:sp>
      <p:sp>
        <p:nvSpPr>
          <p:cNvPr id="181" name="Rechteck 4"/>
          <p:cNvSpPr/>
          <p:nvPr/>
        </p:nvSpPr>
        <p:spPr>
          <a:xfrm>
            <a:off x="583560" y="5315760"/>
            <a:ext cx="431712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800" b="1" u="none" strike="noStrike">
                <a:solidFill>
                  <a:srgbClr val="000000"/>
                </a:solidFill>
                <a:uFillTx/>
                <a:latin typeface="Arial"/>
              </a:rPr>
              <a:t>TypeScript supports other JS libraries</a:t>
            </a:r>
            <a:endParaRPr lang="de-DE" sz="1800" b="0" u="none" strike="noStrike">
              <a:solidFill>
                <a:srgbClr val="000000"/>
              </a:solidFill>
              <a:uFillTx/>
              <a:latin typeface="Arial"/>
            </a:endParaRPr>
          </a:p>
        </p:txBody>
      </p:sp>
      <p:sp>
        <p:nvSpPr>
          <p:cNvPr id="182" name="Rechteck 5"/>
          <p:cNvSpPr/>
          <p:nvPr/>
        </p:nvSpPr>
        <p:spPr>
          <a:xfrm>
            <a:off x="8200080" y="5315760"/>
            <a:ext cx="28818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1" u="none" strike="noStrike">
                <a:solidFill>
                  <a:srgbClr val="000000"/>
                </a:solidFill>
                <a:uFillTx/>
                <a:latin typeface="Arial"/>
              </a:rPr>
              <a:t>JavaScript is TypeScript</a:t>
            </a:r>
            <a:r>
              <a:rPr lang="de-DE" sz="1800" b="0" u="none" strike="noStrike">
                <a:solidFill>
                  <a:srgbClr val="000000"/>
                </a:solidFill>
                <a:uFillTx/>
                <a:latin typeface="Arial"/>
              </a:rPr>
              <a:t>.</a:t>
            </a:r>
          </a:p>
        </p:txBody>
      </p:sp>
      <p:sp>
        <p:nvSpPr>
          <p:cNvPr id="183" name="Rechteck 6"/>
          <p:cNvSpPr/>
          <p:nvPr/>
        </p:nvSpPr>
        <p:spPr>
          <a:xfrm>
            <a:off x="8616600" y="1373400"/>
            <a:ext cx="262728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1" u="none" strike="noStrike">
                <a:solidFill>
                  <a:srgbClr val="000000"/>
                </a:solidFill>
                <a:uFillTx/>
                <a:latin typeface="Arial"/>
              </a:rPr>
              <a:t>TypeScript is portable</a:t>
            </a:r>
            <a:r>
              <a:rPr lang="de-DE" sz="1800" b="0" u="none" strike="noStrike">
                <a:solidFill>
                  <a:srgbClr val="000000"/>
                </a:solidFill>
                <a:uFillTx/>
                <a:latin typeface="Arial"/>
              </a:rPr>
              <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Diagram1"/>
          <p:cNvGraphicFramePr/>
          <p:nvPr>
            <p:extLst>
              <p:ext uri="{D42A27DB-BD31-4B8C-83A1-F6EECF244321}">
                <p14:modId xmlns:p14="http://schemas.microsoft.com/office/powerpoint/2010/main" val="4050351227"/>
              </p:ext>
            </p:extLst>
          </p:nvPr>
        </p:nvGraphicFramePr>
        <p:xfrm>
          <a:off x="2031840" y="719640"/>
          <a:ext cx="8126640" cy="54172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PlaceHolder 1"/>
          <p:cNvSpPr>
            <a:spLocks noGrp="1"/>
          </p:cNvSpPr>
          <p:nvPr>
            <p:ph type="title"/>
          </p:nvPr>
        </p:nvSpPr>
        <p:spPr>
          <a:xfrm>
            <a:off x="862920" y="1011960"/>
            <a:ext cx="3414600" cy="4794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en-US" sz="4400" b="0" u="none" strike="noStrike">
                <a:solidFill>
                  <a:srgbClr val="FFFFFF"/>
                </a:solidFill>
                <a:uFillTx/>
                <a:latin typeface="Calibri Light"/>
              </a:rPr>
              <a:t>Warum Typescript</a:t>
            </a:r>
            <a:endParaRPr lang="de-DE" sz="4400" b="0" u="none" strike="noStrike">
              <a:solidFill>
                <a:srgbClr val="000000"/>
              </a:solidFill>
              <a:uFillTx/>
              <a:latin typeface="Arial"/>
            </a:endParaRPr>
          </a:p>
        </p:txBody>
      </p:sp>
      <p:graphicFrame>
        <p:nvGraphicFramePr>
          <p:cNvPr id="2" name="Diagram2"/>
          <p:cNvGraphicFramePr/>
          <p:nvPr>
            <p:extLst>
              <p:ext uri="{D42A27DB-BD31-4B8C-83A1-F6EECF244321}">
                <p14:modId xmlns:p14="http://schemas.microsoft.com/office/powerpoint/2010/main" val="805620712"/>
              </p:ext>
            </p:extLst>
          </p:nvPr>
        </p:nvGraphicFramePr>
        <p:xfrm>
          <a:off x="5194440" y="470880"/>
          <a:ext cx="6512040" cy="588384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 name="PlaceHolder 1"/>
          <p:cNvSpPr>
            <a:spLocks noGrp="1"/>
          </p:cNvSpPr>
          <p:nvPr>
            <p:ph type="title"/>
          </p:nvPr>
        </p:nvSpPr>
        <p:spPr>
          <a:xfrm>
            <a:off x="4965480" y="629280"/>
            <a:ext cx="6585120" cy="128484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en-US" sz="4400" b="0" u="none" strike="noStrike">
                <a:solidFill>
                  <a:schemeClr val="dk1"/>
                </a:solidFill>
                <a:uFillTx/>
                <a:latin typeface="Calibri Light"/>
              </a:rPr>
              <a:t>Type Hierarchy</a:t>
            </a:r>
            <a:endParaRPr lang="de-DE" sz="4400" b="0" u="none" strike="noStrike">
              <a:solidFill>
                <a:srgbClr val="000000"/>
              </a:solidFill>
              <a:uFillTx/>
              <a:latin typeface="Arial"/>
            </a:endParaRPr>
          </a:p>
        </p:txBody>
      </p:sp>
      <p:graphicFrame>
        <p:nvGraphicFramePr>
          <p:cNvPr id="3" name="Diagram3"/>
          <p:cNvGraphicFramePr/>
          <p:nvPr>
            <p:extLst>
              <p:ext uri="{D42A27DB-BD31-4B8C-83A1-F6EECF244321}">
                <p14:modId xmlns:p14="http://schemas.microsoft.com/office/powerpoint/2010/main" val="2526847042"/>
              </p:ext>
            </p:extLst>
          </p:nvPr>
        </p:nvGraphicFramePr>
        <p:xfrm>
          <a:off x="4965480" y="2438280"/>
          <a:ext cx="6585120" cy="378396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86" name="Rectangle 7">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useBgFill="1">
        <p:nvSpPr>
          <p:cNvPr id="187" name="Rectangle 9">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88" name="Rectangle 11">
            <a:extLst>
              <a:ext uri="{C183D7F6-B498-43B3-948B-1728B52AA6E4}">
                <adec:decorative xmlns:adec="http://schemas.microsoft.com/office/drawing/2017/decorative" val="1"/>
              </a:ext>
            </a:extLst>
          </p:cNvPr>
          <p:cNvSpPr/>
          <p:nvPr/>
        </p:nvSpPr>
        <p:spPr>
          <a:xfrm rot="5400000" flipH="1">
            <a:off x="-1411560" y="1411560"/>
            <a:ext cx="6856560" cy="4036320"/>
          </a:xfrm>
          <a:prstGeom prst="rect">
            <a:avLst/>
          </a:prstGeom>
          <a:gradFill rotWithShape="0">
            <a:gsLst>
              <a:gs pos="8000">
                <a:srgbClr val="000000"/>
              </a:gs>
              <a:gs pos="100000">
                <a:srgbClr val="16735A"/>
              </a:gs>
            </a:gsLst>
            <a:lin ang="19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89" name="Rectangle 13">
            <a:extLst>
              <a:ext uri="{C183D7F6-B498-43B3-948B-1728B52AA6E4}">
                <adec:decorative xmlns:adec="http://schemas.microsoft.com/office/drawing/2017/decorative" val="1"/>
              </a:ext>
            </a:extLst>
          </p:cNvPr>
          <p:cNvSpPr/>
          <p:nvPr/>
        </p:nvSpPr>
        <p:spPr>
          <a:xfrm rot="5400000" flipH="1">
            <a:off x="-1411560" y="1421640"/>
            <a:ext cx="6856560" cy="4036320"/>
          </a:xfrm>
          <a:prstGeom prst="rect">
            <a:avLst/>
          </a:prstGeom>
          <a:gradFill rotWithShape="0">
            <a:gsLst>
              <a:gs pos="0">
                <a:srgbClr val="000000">
                  <a:alpha val="0"/>
                </a:srgbClr>
              </a:gs>
              <a:gs pos="99000">
                <a:srgbClr val="1D9A78">
                  <a:alpha val="46000"/>
                </a:srgbClr>
              </a:gs>
            </a:gsLst>
            <a:lin ang="18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90" name="Rectangle 15">
            <a:extLst>
              <a:ext uri="{C183D7F6-B498-43B3-948B-1728B52AA6E4}">
                <adec:decorative xmlns:adec="http://schemas.microsoft.com/office/drawing/2017/decorative" val="1"/>
              </a:ext>
            </a:extLst>
          </p:cNvPr>
          <p:cNvSpPr/>
          <p:nvPr/>
        </p:nvSpPr>
        <p:spPr>
          <a:xfrm rot="5400000" flipH="1">
            <a:off x="765000" y="3589560"/>
            <a:ext cx="2500560" cy="4036320"/>
          </a:xfrm>
          <a:prstGeom prst="rect">
            <a:avLst/>
          </a:prstGeom>
          <a:gradFill rotWithShape="0">
            <a:gsLst>
              <a:gs pos="2000">
                <a:srgbClr val="1D9A78">
                  <a:alpha val="29000"/>
                </a:srgbClr>
              </a:gs>
              <a:gs pos="100000">
                <a:srgbClr val="000000">
                  <a:alpha val="30000"/>
                </a:srgbClr>
              </a:gs>
            </a:gsLst>
            <a:lin ang="2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91" name="Freeform: Shape 17">
            <a:extLst>
              <a:ext uri="{C183D7F6-B498-43B3-948B-1728B52AA6E4}">
                <adec:decorative xmlns:adec="http://schemas.microsoft.com/office/drawing/2017/decorative" val="1"/>
              </a:ext>
            </a:extLst>
          </p:cNvPr>
          <p:cNvSpPr/>
          <p:nvPr/>
        </p:nvSpPr>
        <p:spPr>
          <a:xfrm rot="20635800">
            <a:off x="-501480" y="969480"/>
            <a:ext cx="3898800" cy="4177440"/>
          </a:xfrm>
          <a:custGeom>
            <a:avLst/>
            <a:gdLst>
              <a:gd name="textAreaLeft" fmla="*/ 0 w 3898800"/>
              <a:gd name="textAreaRight" fmla="*/ 3900240 w 3898800"/>
              <a:gd name="textAreaTop" fmla="*/ 0 h 4177440"/>
              <a:gd name="textAreaBottom" fmla="*/ 4178880 h 4177440"/>
            </a:gdLst>
            <a:ahLst/>
            <a:cxnLst/>
            <a:rect l="textAreaLeft" t="textAreaTop" r="textAreaRight" b="textAreaBottom"/>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rotWithShape="0">
            <a:gsLst>
              <a:gs pos="29000">
                <a:srgbClr val="000000">
                  <a:alpha val="0"/>
                </a:srgbClr>
              </a:gs>
              <a:gs pos="100000">
                <a:srgbClr val="1D9A78">
                  <a:alpha val="43000"/>
                </a:srgbClr>
              </a:gs>
            </a:gsLst>
            <a:lin ang="834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92" name="Rectangle 19">
            <a:extLst>
              <a:ext uri="{C183D7F6-B498-43B3-948B-1728B52AA6E4}">
                <adec:decorative xmlns:adec="http://schemas.microsoft.com/office/drawing/2017/decorative" val="1"/>
              </a:ext>
            </a:extLst>
          </p:cNvPr>
          <p:cNvSpPr/>
          <p:nvPr/>
        </p:nvSpPr>
        <p:spPr>
          <a:xfrm rot="5400000" flipH="1">
            <a:off x="-1411560" y="1401480"/>
            <a:ext cx="6856560" cy="4036320"/>
          </a:xfrm>
          <a:prstGeom prst="rect">
            <a:avLst/>
          </a:prstGeom>
          <a:gradFill rotWithShape="0">
            <a:gsLst>
              <a:gs pos="0">
                <a:srgbClr val="000000">
                  <a:alpha val="0"/>
                </a:srgbClr>
              </a:gs>
              <a:gs pos="99000">
                <a:srgbClr val="5AE0BB">
                  <a:alpha val="11000"/>
                </a:srgbClr>
              </a:gs>
            </a:gsLst>
            <a:lin ang="1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93" name="PlaceHolder 1"/>
          <p:cNvSpPr>
            <a:spLocks noGrp="1"/>
          </p:cNvSpPr>
          <p:nvPr>
            <p:ph type="title"/>
          </p:nvPr>
        </p:nvSpPr>
        <p:spPr>
          <a:xfrm>
            <a:off x="466560" y="586800"/>
            <a:ext cx="3200040" cy="3386160"/>
          </a:xfrm>
          <a:prstGeom prst="rect">
            <a:avLst/>
          </a:prstGeom>
          <a:noFill/>
          <a:ln w="0">
            <a:noFill/>
          </a:ln>
        </p:spPr>
        <p:txBody>
          <a:bodyPr lIns="91440" tIns="45720" rIns="91440" bIns="45720" anchor="b">
            <a:normAutofit/>
          </a:bodyPr>
          <a:lstStyle/>
          <a:p>
            <a:pPr indent="0" algn="r" defTabSz="914400">
              <a:lnSpc>
                <a:spcPct val="90000"/>
              </a:lnSpc>
              <a:buNone/>
              <a:tabLst>
                <a:tab pos="0" algn="l"/>
              </a:tabLst>
            </a:pPr>
            <a:r>
              <a:rPr lang="de-DE" sz="4000" b="0" u="none" strike="noStrike">
                <a:solidFill>
                  <a:srgbClr val="FFFFFF"/>
                </a:solidFill>
                <a:uFillTx/>
                <a:latin typeface="Calibri Light"/>
              </a:rPr>
              <a:t>Spezielle Typen</a:t>
            </a:r>
            <a:endParaRPr lang="de-DE" sz="4000" b="0" u="none" strike="noStrike">
              <a:solidFill>
                <a:srgbClr val="000000"/>
              </a:solidFill>
              <a:uFillTx/>
              <a:latin typeface="Arial"/>
            </a:endParaRPr>
          </a:p>
        </p:txBody>
      </p:sp>
      <p:sp>
        <p:nvSpPr>
          <p:cNvPr id="194" name="PlaceHolder 2"/>
          <p:cNvSpPr>
            <a:spLocks noGrp="1"/>
          </p:cNvSpPr>
          <p:nvPr>
            <p:ph/>
          </p:nvPr>
        </p:nvSpPr>
        <p:spPr>
          <a:xfrm>
            <a:off x="4810320" y="649440"/>
            <a:ext cx="6553800" cy="554472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1700" b="0" u="none" strike="noStrike">
                <a:solidFill>
                  <a:schemeClr val="dk1"/>
                </a:solidFill>
                <a:uFillTx/>
                <a:latin typeface="Courier New"/>
              </a:rPr>
              <a:t>null</a:t>
            </a:r>
            <a:endParaRPr lang="de-DE" sz="17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700" b="0" u="none" strike="noStrike">
                <a:solidFill>
                  <a:schemeClr val="dk1"/>
                </a:solidFill>
                <a:uFillTx/>
                <a:latin typeface="Calibri"/>
              </a:rPr>
              <a:t>Eine Eigenschaft ist nicht gesetzt</a:t>
            </a:r>
            <a:endParaRPr lang="de-DE" sz="17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700" b="0" u="none" strike="noStrike">
                <a:solidFill>
                  <a:schemeClr val="dk1"/>
                </a:solidFill>
                <a:uFillTx/>
                <a:latin typeface="Courier New"/>
              </a:rPr>
              <a:t>undefined</a:t>
            </a:r>
            <a:endParaRPr lang="de-DE" sz="17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700" b="0" u="none" strike="noStrike">
                <a:solidFill>
                  <a:schemeClr val="dk1"/>
                </a:solidFill>
                <a:uFillTx/>
                <a:latin typeface="Calibri"/>
              </a:rPr>
              <a:t>Eine Eigenschaft oder Funktion ist nicht vorhanden</a:t>
            </a:r>
            <a:endParaRPr lang="de-DE" sz="17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700" b="0" u="none" strike="noStrike">
                <a:solidFill>
                  <a:schemeClr val="dk1"/>
                </a:solidFill>
                <a:uFillTx/>
                <a:latin typeface="Calibri"/>
              </a:rPr>
              <a:t>Damit unterschiedlich zu null</a:t>
            </a:r>
            <a:endParaRPr lang="de-DE" sz="17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700" b="0" u="none" strike="noStrike">
                <a:solidFill>
                  <a:schemeClr val="dk1"/>
                </a:solidFill>
                <a:uFillTx/>
                <a:latin typeface="Courier New"/>
              </a:rPr>
              <a:t>any</a:t>
            </a:r>
            <a:endParaRPr lang="de-DE" sz="17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700" b="0" u="none" strike="noStrike">
                <a:solidFill>
                  <a:schemeClr val="dk1"/>
                </a:solidFill>
                <a:uFillTx/>
                <a:latin typeface="Calibri"/>
              </a:rPr>
              <a:t>Eine untypisierte Variable, die jeden Wert zugewiesen bekommen kann</a:t>
            </a:r>
            <a:endParaRPr lang="de-DE" sz="17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700" b="0" u="none" strike="noStrike">
                <a:solidFill>
                  <a:schemeClr val="dk1"/>
                </a:solidFill>
                <a:uFillTx/>
                <a:latin typeface="Calibri"/>
              </a:rPr>
              <a:t>Damit ist bei Bedarf auch eine untypisierte Programmierung auch in TypeScript möglich</a:t>
            </a:r>
            <a:endParaRPr lang="de-DE" sz="17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700" b="0" u="none" strike="noStrike">
                <a:solidFill>
                  <a:schemeClr val="dk1"/>
                </a:solidFill>
                <a:uFillTx/>
                <a:latin typeface="Courier New"/>
              </a:rPr>
              <a:t>void</a:t>
            </a:r>
            <a:endParaRPr lang="de-DE" sz="17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700" b="0" u="none" strike="noStrike">
                <a:solidFill>
                  <a:schemeClr val="dk1"/>
                </a:solidFill>
                <a:uFillTx/>
                <a:latin typeface="Calibri"/>
              </a:rPr>
              <a:t>Eine Funktion, die keinen expliziten </a:t>
            </a:r>
            <a:r>
              <a:rPr lang="de-DE" sz="1700" b="0" u="none" strike="noStrike">
                <a:solidFill>
                  <a:schemeClr val="dk1"/>
                </a:solidFill>
                <a:uFillTx/>
                <a:latin typeface="Courier New"/>
              </a:rPr>
              <a:t>return</a:t>
            </a:r>
            <a:r>
              <a:rPr lang="de-DE" sz="1700" b="0" u="none" strike="noStrike">
                <a:solidFill>
                  <a:schemeClr val="dk1"/>
                </a:solidFill>
                <a:uFillTx/>
                <a:latin typeface="Calibri"/>
              </a:rPr>
              <a:t>-Wert aufweist</a:t>
            </a:r>
            <a:endParaRPr lang="de-DE" sz="17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700" b="0" u="none" strike="noStrike">
                <a:solidFill>
                  <a:schemeClr val="dk1"/>
                </a:solidFill>
                <a:uFillTx/>
                <a:latin typeface="Courier New"/>
              </a:rPr>
              <a:t>never</a:t>
            </a:r>
            <a:endParaRPr lang="de-DE" sz="17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700" b="0" u="none" strike="noStrike">
                <a:solidFill>
                  <a:schemeClr val="dk1"/>
                </a:solidFill>
                <a:uFillTx/>
                <a:latin typeface="Calibri"/>
              </a:rPr>
              <a:t>Der Rückgabetyp einer Funktion, die kein implizites oder explizites </a:t>
            </a:r>
            <a:r>
              <a:rPr lang="de-DE" sz="1700" b="0" u="none" strike="noStrike">
                <a:solidFill>
                  <a:schemeClr val="dk1"/>
                </a:solidFill>
                <a:uFillTx/>
                <a:latin typeface="Courier New"/>
              </a:rPr>
              <a:t>return</a:t>
            </a:r>
            <a:r>
              <a:rPr lang="de-DE" sz="1700" b="0" u="none" strike="noStrike">
                <a:solidFill>
                  <a:schemeClr val="dk1"/>
                </a:solidFill>
                <a:uFillTx/>
                <a:latin typeface="Calibri"/>
              </a:rPr>
              <a:t>-Statement aufweist</a:t>
            </a:r>
            <a:endParaRPr lang="de-DE" sz="17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1700" b="0" u="none" strike="noStrike">
                <a:solidFill>
                  <a:schemeClr val="dk1"/>
                </a:solidFill>
                <a:uFillTx/>
                <a:latin typeface="Calibri"/>
              </a:rPr>
              <a:t>Endlose Ausführung oder garantiertes Werfen einer </a:t>
            </a:r>
            <a:r>
              <a:rPr lang="de-DE" sz="1700" b="0" u="none" strike="noStrike">
                <a:solidFill>
                  <a:schemeClr val="dk1"/>
                </a:solidFill>
                <a:uFillTx/>
                <a:latin typeface="Courier New"/>
              </a:rPr>
              <a:t>Exception</a:t>
            </a:r>
            <a:endParaRPr lang="de-DE" sz="1700" b="0" u="none" strike="noStrike">
              <a:solidFill>
                <a:srgbClr val="000000"/>
              </a:solidFill>
              <a:uFillTx/>
              <a:latin typeface="Arial"/>
            </a:endParaRPr>
          </a:p>
          <a:p>
            <a:pPr indent="0" defTabSz="914400">
              <a:lnSpc>
                <a:spcPct val="90000"/>
              </a:lnSpc>
              <a:spcBef>
                <a:spcPts val="499"/>
              </a:spcBef>
              <a:buNone/>
              <a:tabLst>
                <a:tab pos="0" algn="l"/>
              </a:tabLst>
            </a:pPr>
            <a:endParaRPr lang="de-DE" sz="1700" b="0" u="none" strike="noStrike">
              <a:solidFill>
                <a:srgbClr val="000000"/>
              </a:solidFill>
              <a:uFillTx/>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5" name="PlaceHolder 1"/>
          <p:cNvSpPr>
            <a:spLocks noGrp="1"/>
          </p:cNvSpPr>
          <p:nvPr>
            <p:ph type="title"/>
          </p:nvPr>
        </p:nvSpPr>
        <p:spPr>
          <a:xfrm>
            <a:off x="838080" y="963720"/>
            <a:ext cx="3493080" cy="4928760"/>
          </a:xfrm>
          <a:prstGeom prst="rect">
            <a:avLst/>
          </a:prstGeom>
          <a:noFill/>
          <a:ln w="0">
            <a:noFill/>
          </a:ln>
        </p:spPr>
        <p:txBody>
          <a:bodyPr lIns="91440" tIns="45720" rIns="91440" bIns="45720" anchor="ctr">
            <a:normAutofit/>
          </a:bodyPr>
          <a:lstStyle/>
          <a:p>
            <a:pPr indent="0" algn="r" defTabSz="914400">
              <a:lnSpc>
                <a:spcPct val="90000"/>
              </a:lnSpc>
              <a:buNone/>
              <a:tabLst>
                <a:tab pos="0" algn="l"/>
              </a:tabLst>
            </a:pPr>
            <a:r>
              <a:rPr lang="de-DE" sz="4400" b="0" u="none" strike="noStrike">
                <a:solidFill>
                  <a:schemeClr val="accent1"/>
                </a:solidFill>
                <a:uFillTx/>
                <a:latin typeface="Calibri Light"/>
              </a:rPr>
              <a:t>Variablen Deklaration</a:t>
            </a:r>
            <a:endParaRPr lang="de-DE" sz="4400" b="0" u="none" strike="noStrike">
              <a:solidFill>
                <a:srgbClr val="000000"/>
              </a:solidFill>
              <a:uFillTx/>
              <a:latin typeface="Arial"/>
            </a:endParaRPr>
          </a:p>
        </p:txBody>
      </p:sp>
      <p:sp>
        <p:nvSpPr>
          <p:cNvPr id="196" name="PlaceHolder 2"/>
          <p:cNvSpPr>
            <a:spLocks noGrp="1"/>
          </p:cNvSpPr>
          <p:nvPr>
            <p:ph/>
          </p:nvPr>
        </p:nvSpPr>
        <p:spPr>
          <a:xfrm>
            <a:off x="4975920" y="963720"/>
            <a:ext cx="6376320" cy="492876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400" b="0" u="none" strike="noStrike">
                <a:solidFill>
                  <a:schemeClr val="dk1"/>
                </a:solidFill>
                <a:uFillTx/>
                <a:latin typeface="Calibri"/>
              </a:rPr>
              <a:t>var [identifier] : [type-annotation] = value ;</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400" b="0" u="none" strike="noStrike">
                <a:solidFill>
                  <a:schemeClr val="dk1"/>
                </a:solidFill>
                <a:uFillTx/>
                <a:latin typeface="Calibri"/>
              </a:rPr>
              <a:t>var [identifier] : [type-annotation] ;</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400" b="0" u="none" strike="noStrike">
                <a:solidFill>
                  <a:schemeClr val="dk1"/>
                </a:solidFill>
                <a:uFillTx/>
                <a:latin typeface="Calibri"/>
              </a:rPr>
              <a:t>var [identifier] = value ;</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400" b="0" u="none" strike="noStrike">
                <a:solidFill>
                  <a:schemeClr val="dk1"/>
                </a:solidFill>
                <a:uFillTx/>
                <a:latin typeface="Calibri"/>
              </a:rPr>
              <a:t>var [identifier]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400" b="0" u="none" strike="noStrike">
              <a:solidFill>
                <a:srgbClr val="000000"/>
              </a:solidFill>
              <a:uFillTx/>
              <a:latin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97" name="Rectangle 7">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98" name="Rectangle 9">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99" name="Rectangle 11">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00" name="Rectangle 13">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01" name="Rectangle 15">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02"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Typisierte Deklaration von Variablen</a:t>
            </a:r>
            <a:endParaRPr lang="de-DE" sz="4000" b="0" u="none" strike="noStrike">
              <a:solidFill>
                <a:srgbClr val="000000"/>
              </a:solidFill>
              <a:uFillTx/>
              <a:latin typeface="Arial"/>
            </a:endParaRPr>
          </a:p>
        </p:txBody>
      </p:sp>
      <p:sp>
        <p:nvSpPr>
          <p:cNvPr id="203"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1600" b="0" u="none" strike="noStrike">
                <a:solidFill>
                  <a:schemeClr val="dk1"/>
                </a:solidFill>
                <a:uFillTx/>
                <a:latin typeface="Calibri"/>
              </a:rPr>
              <a:t>Explizite Typisierung</a:t>
            </a:r>
            <a:endParaRPr lang="de-DE" sz="1600" b="0" u="none" strike="noStrike">
              <a:solidFill>
                <a:srgbClr val="000000"/>
              </a:solidFill>
              <a:uFillTx/>
              <a:latin typeface="Arial"/>
            </a:endParaRPr>
          </a:p>
          <a:p>
            <a:pPr marL="539640" indent="0" defTabSz="914400">
              <a:lnSpc>
                <a:spcPct val="90000"/>
              </a:lnSpc>
              <a:spcBef>
                <a:spcPts val="499"/>
              </a:spcBef>
              <a:buNone/>
              <a:tabLst>
                <a:tab pos="0" algn="l"/>
              </a:tabLst>
            </a:pPr>
            <a:r>
              <a:rPr lang="de-DE" sz="1600" b="0" u="none" strike="noStrike">
                <a:solidFill>
                  <a:schemeClr val="dk1"/>
                </a:solidFill>
                <a:uFillTx/>
                <a:latin typeface="Courier New"/>
              </a:rPr>
              <a:t>let name : string</a:t>
            </a:r>
            <a:endParaRPr lang="de-DE" sz="1600" b="0" u="none" strike="noStrike">
              <a:solidFill>
                <a:srgbClr val="000000"/>
              </a:solidFill>
              <a:uFillTx/>
              <a:latin typeface="Arial"/>
            </a:endParaRPr>
          </a:p>
          <a:p>
            <a:pPr marL="539640" indent="0" defTabSz="914400">
              <a:lnSpc>
                <a:spcPct val="90000"/>
              </a:lnSpc>
              <a:spcBef>
                <a:spcPts val="499"/>
              </a:spcBef>
              <a:buNone/>
              <a:tabLst>
                <a:tab pos="0" algn="l"/>
              </a:tabLst>
            </a:pPr>
            <a:r>
              <a:rPr lang="de-DE" sz="1600" b="0" u="none" strike="noStrike">
                <a:solidFill>
                  <a:schemeClr val="dk1"/>
                </a:solidFill>
                <a:uFillTx/>
                <a:latin typeface="Courier New"/>
              </a:rPr>
              <a:t>let state : boolean</a:t>
            </a:r>
            <a:endParaRPr lang="de-DE" sz="16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1600" b="0" u="none" strike="noStrike">
                <a:solidFill>
                  <a:schemeClr val="dk1"/>
                </a:solidFill>
                <a:uFillTx/>
                <a:latin typeface="Calibri"/>
              </a:rPr>
              <a:t>Type Inference</a:t>
            </a:r>
            <a:endParaRPr lang="de-DE" sz="16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tabLst>
                <a:tab pos="0" algn="l"/>
              </a:tabLst>
            </a:pPr>
            <a:r>
              <a:rPr lang="de-DE" sz="1600" b="0" u="none" strike="noStrike">
                <a:solidFill>
                  <a:schemeClr val="dk1"/>
                </a:solidFill>
                <a:uFillTx/>
                <a:latin typeface="Calibri"/>
              </a:rPr>
              <a:t>Hier wird der Typ durch die Zuweisung eines Wertes definiert</a:t>
            </a:r>
            <a:endParaRPr lang="de-DE" sz="1600" b="0" u="none" strike="noStrike">
              <a:solidFill>
                <a:srgbClr val="000000"/>
              </a:solidFill>
              <a:uFillTx/>
              <a:latin typeface="Arial"/>
            </a:endParaRPr>
          </a:p>
          <a:p>
            <a:pPr marL="539640" indent="0" defTabSz="914400">
              <a:lnSpc>
                <a:spcPct val="90000"/>
              </a:lnSpc>
              <a:spcBef>
                <a:spcPts val="499"/>
              </a:spcBef>
              <a:buNone/>
              <a:tabLst>
                <a:tab pos="0" algn="l"/>
              </a:tabLst>
            </a:pPr>
            <a:r>
              <a:rPr lang="de-DE" sz="1600" b="0" u="none" strike="noStrike">
                <a:solidFill>
                  <a:schemeClr val="dk1"/>
                </a:solidFill>
                <a:uFillTx/>
                <a:latin typeface="Courier New"/>
              </a:rPr>
              <a:t>let name = "Hello"</a:t>
            </a:r>
            <a:endParaRPr lang="de-DE" sz="1600" b="0" u="none" strike="noStrike">
              <a:solidFill>
                <a:srgbClr val="000000"/>
              </a:solidFill>
              <a:uFillTx/>
              <a:latin typeface="Arial"/>
            </a:endParaRPr>
          </a:p>
          <a:p>
            <a:pPr marL="539640" indent="0" defTabSz="914400">
              <a:lnSpc>
                <a:spcPct val="90000"/>
              </a:lnSpc>
              <a:spcBef>
                <a:spcPts val="499"/>
              </a:spcBef>
              <a:buNone/>
              <a:tabLst>
                <a:tab pos="0" algn="l"/>
              </a:tabLst>
            </a:pPr>
            <a:r>
              <a:rPr lang="de-DE" sz="1600" b="0" u="none" strike="noStrike">
                <a:solidFill>
                  <a:schemeClr val="dk1"/>
                </a:solidFill>
                <a:uFillTx/>
                <a:latin typeface="Courier New"/>
              </a:rPr>
              <a:t>let state = true</a:t>
            </a:r>
            <a:endParaRPr lang="de-DE" sz="16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1600" b="0" u="none" strike="noStrike">
                <a:solidFill>
                  <a:schemeClr val="dk1"/>
                </a:solidFill>
                <a:uFillTx/>
                <a:latin typeface="Calibri"/>
              </a:rPr>
              <a:t>Contextual Type</a:t>
            </a:r>
            <a:endParaRPr lang="de-DE" sz="16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tabLst>
                <a:tab pos="0" algn="l"/>
              </a:tabLst>
            </a:pPr>
            <a:r>
              <a:rPr lang="de-DE" sz="1600" b="0" u="none" strike="noStrike">
                <a:solidFill>
                  <a:schemeClr val="dk1"/>
                </a:solidFill>
                <a:uFillTx/>
                <a:latin typeface="Calibri"/>
              </a:rPr>
              <a:t>Auch bei Zuweisungen versucht TypeScript, untypisierte Deklarationen zu erkennen</a:t>
            </a:r>
            <a:endParaRPr lang="de-DE" sz="1600" b="0" u="none" strike="noStrike">
              <a:solidFill>
                <a:srgbClr val="000000"/>
              </a:solidFill>
              <a:uFillTx/>
              <a:latin typeface="Arial"/>
            </a:endParaRPr>
          </a:p>
          <a:p>
            <a:pPr marL="646200" indent="0" defTabSz="914400">
              <a:lnSpc>
                <a:spcPct val="90000"/>
              </a:lnSpc>
              <a:spcBef>
                <a:spcPts val="499"/>
              </a:spcBef>
              <a:buNone/>
              <a:tabLst>
                <a:tab pos="0" algn="l"/>
              </a:tabLst>
            </a:pPr>
            <a:r>
              <a:rPr lang="de-DE" sz="1600" b="0" u="none" strike="noStrike">
                <a:solidFill>
                  <a:schemeClr val="dk1"/>
                </a:solidFill>
                <a:uFillTx/>
                <a:latin typeface="Courier New"/>
              </a:rPr>
              <a:t>window.onmousedown = function(mouseEvent) {</a:t>
            </a:r>
            <a:endParaRPr lang="de-DE" sz="1600" b="0" u="none" strike="noStrike">
              <a:solidFill>
                <a:srgbClr val="000000"/>
              </a:solidFill>
              <a:uFillTx/>
              <a:latin typeface="Arial"/>
            </a:endParaRPr>
          </a:p>
          <a:p>
            <a:pPr marL="646200" indent="0" defTabSz="914400">
              <a:lnSpc>
                <a:spcPct val="90000"/>
              </a:lnSpc>
              <a:spcBef>
                <a:spcPts val="499"/>
              </a:spcBef>
              <a:buNone/>
              <a:tabLst>
                <a:tab pos="0" algn="l"/>
              </a:tabLst>
            </a:pPr>
            <a:r>
              <a:rPr lang="de-DE" sz="1600" b="0" u="none" strike="noStrike">
                <a:solidFill>
                  <a:schemeClr val="dk1"/>
                </a:solidFill>
                <a:uFillTx/>
                <a:latin typeface="Courier New"/>
              </a:rPr>
              <a:t>    console.log(mouseEvent.button);  //&lt;- Error, </a:t>
            </a:r>
            <a:endParaRPr lang="de-DE" sz="1600" b="0" u="none" strike="noStrike">
              <a:solidFill>
                <a:srgbClr val="000000"/>
              </a:solidFill>
              <a:uFillTx/>
              <a:latin typeface="Arial"/>
            </a:endParaRPr>
          </a:p>
          <a:p>
            <a:pPr marL="646200" indent="0" defTabSz="914400">
              <a:lnSpc>
                <a:spcPct val="90000"/>
              </a:lnSpc>
              <a:spcBef>
                <a:spcPts val="499"/>
              </a:spcBef>
              <a:buNone/>
              <a:tabLst>
                <a:tab pos="0" algn="l"/>
              </a:tabLst>
            </a:pPr>
            <a:r>
              <a:rPr lang="de-DE" sz="1600" b="0" u="none" strike="noStrike">
                <a:solidFill>
                  <a:schemeClr val="dk1"/>
                </a:solidFill>
                <a:uFillTx/>
                <a:latin typeface="Courier New"/>
              </a:rPr>
              <a:t>};</a:t>
            </a:r>
            <a:endParaRPr lang="de-DE" sz="1600" b="0" u="none" strike="noStrike">
              <a:solidFill>
                <a:srgbClr val="000000"/>
              </a:solidFill>
              <a:uFillTx/>
              <a:latin typeface="Arial"/>
            </a:endParaRPr>
          </a:p>
          <a:p>
            <a:pPr marL="539640" indent="0" defTabSz="914400">
              <a:lnSpc>
                <a:spcPct val="90000"/>
              </a:lnSpc>
              <a:spcBef>
                <a:spcPts val="499"/>
              </a:spcBef>
              <a:buNone/>
              <a:tabLst>
                <a:tab pos="0" algn="l"/>
              </a:tabLst>
            </a:pPr>
            <a:endParaRPr lang="de-DE" sz="1600" b="0" u="none" strike="noStrike">
              <a:solidFill>
                <a:srgbClr val="000000"/>
              </a:solidFill>
              <a:uFillTx/>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204" name="Rectangle 10">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05" name="Rectangle 12">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06" name="Rectangle 14">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07" name="Rectangle 16">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08" name="Rectangle 18">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09"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fontScale="92500"/>
          </a:bodyPr>
          <a:lstStyle/>
          <a:p>
            <a:pPr indent="0" defTabSz="914400">
              <a:lnSpc>
                <a:spcPct val="90000"/>
              </a:lnSpc>
              <a:buNone/>
              <a:tabLst>
                <a:tab pos="0" algn="l"/>
              </a:tabLst>
            </a:pPr>
            <a:r>
              <a:rPr lang="de-DE" sz="4000" b="0" u="none" strike="noStrike">
                <a:solidFill>
                  <a:srgbClr val="FFFFFF"/>
                </a:solidFill>
                <a:uFillTx/>
                <a:latin typeface="Calibri Light"/>
              </a:rPr>
              <a:t>Deklaration von Variablen mit const und let</a:t>
            </a:r>
            <a:endParaRPr lang="de-DE" sz="4000" b="0" u="none" strike="noStrike">
              <a:solidFill>
                <a:srgbClr val="000000"/>
              </a:solidFill>
              <a:uFillTx/>
              <a:latin typeface="Arial"/>
            </a:endParaRPr>
          </a:p>
        </p:txBody>
      </p:sp>
      <p:sp>
        <p:nvSpPr>
          <p:cNvPr id="210"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ourier New"/>
              </a:rPr>
              <a:t>let | const&lt;name&gt;</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ourier New"/>
              </a:rPr>
              <a:t>const name</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ourier New"/>
              </a:rPr>
              <a:t>let state</a:t>
            </a:r>
            <a:endParaRPr lang="de-DE" sz="2000" b="0" u="none" strike="noStrike">
              <a:solidFill>
                <a:srgbClr val="000000"/>
              </a:solidFill>
              <a:uFillTx/>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Variable Samples</a:t>
            </a:r>
            <a:endParaRPr lang="de-DE" sz="4400" b="0" u="none" strike="noStrike">
              <a:solidFill>
                <a:srgbClr val="000000"/>
              </a:solidFill>
              <a:uFillTx/>
              <a:latin typeface="Arial"/>
            </a:endParaRPr>
          </a:p>
        </p:txBody>
      </p:sp>
      <p:sp>
        <p:nvSpPr>
          <p:cNvPr id="21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2800" b="0" u="none" strike="noStrike">
                <a:solidFill>
                  <a:srgbClr val="569CD6"/>
                </a:solidFill>
                <a:uFillTx/>
                <a:latin typeface="Menlo"/>
              </a:rPr>
              <a:t>var</a:t>
            </a:r>
            <a:r>
              <a:rPr lang="de-DE" sz="2800" b="0" u="none" strike="noStrike">
                <a:solidFill>
                  <a:srgbClr val="D4D4D4"/>
                </a:solidFill>
                <a:uFillTx/>
                <a:latin typeface="Menlo"/>
              </a:rPr>
              <a:t> </a:t>
            </a:r>
            <a:r>
              <a:rPr lang="de-DE" sz="2800" b="0" u="none" strike="noStrike">
                <a:solidFill>
                  <a:srgbClr val="9CDCFE"/>
                </a:solidFill>
                <a:uFillTx/>
                <a:latin typeface="Menlo"/>
              </a:rPr>
              <a:t>message</a:t>
            </a:r>
            <a:r>
              <a:rPr lang="de-DE" sz="2800" b="0" u="none" strike="noStrike">
                <a:solidFill>
                  <a:srgbClr val="D4D4D4"/>
                </a:solidFill>
                <a:uFillTx/>
                <a:latin typeface="Menlo"/>
              </a:rPr>
              <a:t>:</a:t>
            </a:r>
            <a:r>
              <a:rPr lang="de-DE" sz="2800" b="0" u="none" strike="noStrike">
                <a:solidFill>
                  <a:srgbClr val="4EC9B0"/>
                </a:solidFill>
                <a:uFillTx/>
                <a:latin typeface="Menlo"/>
              </a:rPr>
              <a:t>string</a:t>
            </a:r>
            <a:r>
              <a:rPr lang="de-DE" sz="2800" b="0" u="none" strike="noStrike">
                <a:solidFill>
                  <a:srgbClr val="D4D4D4"/>
                </a:solidFill>
                <a:uFillTx/>
                <a:latin typeface="Menlo"/>
              </a:rPr>
              <a:t> = </a:t>
            </a:r>
            <a:r>
              <a:rPr lang="de-DE" sz="2800" b="0" u="none" strike="noStrike">
                <a:solidFill>
                  <a:srgbClr val="CE9178"/>
                </a:solidFill>
                <a:uFillTx/>
                <a:latin typeface="Menlo"/>
              </a:rPr>
              <a:t>"Hello Typscript"</a:t>
            </a: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EC9B0"/>
                </a:solidFill>
                <a:uFillTx/>
                <a:latin typeface="Menlo"/>
              </a:rPr>
              <a:t>console</a:t>
            </a:r>
            <a:r>
              <a:rPr lang="de-DE" sz="2800" b="0" u="none" strike="noStrike">
                <a:solidFill>
                  <a:srgbClr val="D4D4D4"/>
                </a:solidFill>
                <a:uFillTx/>
                <a:latin typeface="Menlo"/>
              </a:rPr>
              <a:t>.</a:t>
            </a:r>
            <a:r>
              <a:rPr lang="de-DE" sz="2800" b="0" u="none" strike="noStrike">
                <a:solidFill>
                  <a:srgbClr val="DCDCAA"/>
                </a:solidFill>
                <a:uFillTx/>
                <a:latin typeface="Menlo"/>
              </a:rPr>
              <a:t>log</a:t>
            </a:r>
            <a:r>
              <a:rPr lang="de-DE" sz="2800" b="0" u="none" strike="noStrike">
                <a:solidFill>
                  <a:srgbClr val="D4D4D4"/>
                </a:solidFill>
                <a:uFillTx/>
                <a:latin typeface="Menlo"/>
              </a:rPr>
              <a:t>(</a:t>
            </a:r>
            <a:r>
              <a:rPr lang="de-DE" sz="2800" b="0" u="none" strike="noStrike">
                <a:solidFill>
                  <a:srgbClr val="9CDCFE"/>
                </a:solidFill>
                <a:uFillTx/>
                <a:latin typeface="Menlo"/>
              </a:rPr>
              <a:t>message</a:t>
            </a: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569CD6"/>
                </a:solidFill>
                <a:uFillTx/>
                <a:latin typeface="Menlo"/>
              </a:rPr>
              <a:t>function</a:t>
            </a:r>
            <a:r>
              <a:rPr lang="de-DE" sz="2800" b="0" u="none" strike="noStrike">
                <a:solidFill>
                  <a:srgbClr val="D4D4D4"/>
                </a:solidFill>
                <a:uFillTx/>
                <a:latin typeface="Menlo"/>
              </a:rPr>
              <a:t> </a:t>
            </a:r>
            <a:r>
              <a:rPr lang="de-DE" sz="2800" b="0" u="none" strike="noStrike">
                <a:solidFill>
                  <a:srgbClr val="DCDCAA"/>
                </a:solidFill>
                <a:uFillTx/>
                <a:latin typeface="Menlo"/>
              </a:rPr>
              <a:t>f</a:t>
            </a: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569CD6"/>
                </a:solidFill>
                <a:uFillTx/>
                <a:latin typeface="Menlo"/>
              </a:rPr>
              <a:t>var</a:t>
            </a:r>
            <a:r>
              <a:rPr lang="de-DE" sz="2400" b="0" u="none" strike="noStrike">
                <a:solidFill>
                  <a:srgbClr val="D4D4D4"/>
                </a:solidFill>
                <a:uFillTx/>
                <a:latin typeface="Menlo"/>
              </a:rPr>
              <a:t> </a:t>
            </a:r>
            <a:r>
              <a:rPr lang="de-DE" sz="2400" b="0" u="none" strike="noStrike">
                <a:solidFill>
                  <a:srgbClr val="9CDCFE"/>
                </a:solidFill>
                <a:uFillTx/>
                <a:latin typeface="Menlo"/>
              </a:rPr>
              <a:t>message</a:t>
            </a:r>
            <a:r>
              <a:rPr lang="de-DE" sz="2400" b="0" u="none" strike="noStrike">
                <a:solidFill>
                  <a:srgbClr val="D4D4D4"/>
                </a:solidFill>
                <a:uFillTx/>
                <a:latin typeface="Menlo"/>
              </a:rPr>
              <a:t> = </a:t>
            </a:r>
            <a:r>
              <a:rPr lang="de-DE" sz="2400" b="0" u="none" strike="noStrike">
                <a:solidFill>
                  <a:srgbClr val="CE9178"/>
                </a:solidFill>
                <a:uFillTx/>
                <a:latin typeface="Menlo"/>
              </a:rPr>
              <a:t>"Hello, world!"</a:t>
            </a:r>
            <a:r>
              <a:rPr lang="de-DE" sz="2400" b="0" u="none" strike="noStrike">
                <a:solidFill>
                  <a:srgbClr val="D4D4D4"/>
                </a:solidFill>
                <a:uFillTx/>
                <a:latin typeface="Menlo"/>
              </a:rPr>
              <a:t>;</a:t>
            </a:r>
            <a:br>
              <a:rPr sz="2400"/>
            </a:br>
            <a:r>
              <a:rPr lang="de-DE" sz="2400" b="0" u="none" strike="noStrike">
                <a:solidFill>
                  <a:srgbClr val="C586C0"/>
                </a:solidFill>
                <a:uFillTx/>
                <a:latin typeface="Menlo"/>
              </a:rPr>
              <a:t>return</a:t>
            </a:r>
            <a:r>
              <a:rPr lang="de-DE" sz="2400" b="0" u="none" strike="noStrike">
                <a:solidFill>
                  <a:srgbClr val="D4D4D4"/>
                </a:solidFill>
                <a:uFillTx/>
                <a:latin typeface="Menlo"/>
              </a:rPr>
              <a:t> </a:t>
            </a:r>
            <a:r>
              <a:rPr lang="de-DE" sz="2400" b="0" u="none" strike="noStrike">
                <a:solidFill>
                  <a:srgbClr val="9CDCFE"/>
                </a:solidFill>
                <a:uFillTx/>
                <a:latin typeface="Menlo"/>
              </a:rPr>
              <a:t>message</a:t>
            </a: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Var-Scoping Macken</a:t>
            </a:r>
            <a:endParaRPr lang="de-DE" sz="4400" b="0" u="none" strike="noStrike">
              <a:solidFill>
                <a:srgbClr val="000000"/>
              </a:solidFill>
              <a:uFillTx/>
              <a:latin typeface="Arial"/>
            </a:endParaRPr>
          </a:p>
        </p:txBody>
      </p:sp>
      <p:sp>
        <p:nvSpPr>
          <p:cNvPr id="21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2800" b="0" u="none" strike="noStrike">
                <a:solidFill>
                  <a:srgbClr val="569CD6"/>
                </a:solidFill>
                <a:uFillTx/>
                <a:latin typeface="Menlo"/>
              </a:rPr>
              <a:t>function</a:t>
            </a:r>
            <a:r>
              <a:rPr lang="de-DE" sz="2800" b="0" u="none" strike="noStrike">
                <a:solidFill>
                  <a:srgbClr val="D4D4D4"/>
                </a:solidFill>
                <a:uFillTx/>
                <a:latin typeface="Menlo"/>
              </a:rPr>
              <a:t> </a:t>
            </a:r>
            <a:r>
              <a:rPr lang="de-DE" sz="2800" b="0" u="none" strike="noStrike">
                <a:solidFill>
                  <a:srgbClr val="DCDCAA"/>
                </a:solidFill>
                <a:uFillTx/>
                <a:latin typeface="Menlo"/>
              </a:rPr>
              <a:t>weirdScoping</a:t>
            </a:r>
            <a:r>
              <a:rPr lang="de-DE" sz="2800" b="0" u="none" strike="noStrike">
                <a:solidFill>
                  <a:srgbClr val="D4D4D4"/>
                </a:solidFill>
                <a:uFillTx/>
                <a:latin typeface="Menlo"/>
              </a:rPr>
              <a:t>(</a:t>
            </a:r>
            <a:r>
              <a:rPr lang="de-DE" sz="2800" b="0" u="none" strike="noStrike">
                <a:solidFill>
                  <a:srgbClr val="9CDCFE"/>
                </a:solidFill>
                <a:uFillTx/>
                <a:latin typeface="Menlo"/>
              </a:rPr>
              <a:t>someFlag</a:t>
            </a:r>
            <a:r>
              <a:rPr lang="de-DE" sz="2800" b="0" u="none" strike="noStrike">
                <a:solidFill>
                  <a:srgbClr val="D4D4D4"/>
                </a:solidFill>
                <a:uFillTx/>
                <a:latin typeface="Menlo"/>
              </a:rPr>
              <a:t>: </a:t>
            </a:r>
            <a:r>
              <a:rPr lang="de-DE" sz="2800" b="0" u="none" strike="noStrike">
                <a:solidFill>
                  <a:srgbClr val="4EC9B0"/>
                </a:solidFill>
                <a:uFillTx/>
                <a:latin typeface="Menlo"/>
              </a:rPr>
              <a:t>boolean</a:t>
            </a: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C586C0"/>
                </a:solidFill>
                <a:uFillTx/>
                <a:latin typeface="Menlo"/>
              </a:rPr>
              <a:t>	if</a:t>
            </a:r>
            <a:r>
              <a:rPr lang="de-DE" sz="2400" b="0" u="none" strike="noStrike">
                <a:solidFill>
                  <a:srgbClr val="D4D4D4"/>
                </a:solidFill>
                <a:uFillTx/>
                <a:latin typeface="Menlo"/>
              </a:rPr>
              <a:t> (</a:t>
            </a:r>
            <a:r>
              <a:rPr lang="de-DE" sz="2400" b="0" u="none" strike="noStrike">
                <a:solidFill>
                  <a:srgbClr val="9CDCFE"/>
                </a:solidFill>
                <a:uFillTx/>
                <a:latin typeface="Menlo"/>
              </a:rPr>
              <a:t>someFlag</a:t>
            </a: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569CD6"/>
                </a:solidFill>
                <a:uFillTx/>
                <a:latin typeface="Menlo"/>
              </a:rPr>
              <a:t>		var</a:t>
            </a:r>
            <a:r>
              <a:rPr lang="de-DE" sz="2400" b="0" u="none" strike="noStrike">
                <a:solidFill>
                  <a:srgbClr val="D4D4D4"/>
                </a:solidFill>
                <a:uFillTx/>
                <a:latin typeface="Menlo"/>
              </a:rPr>
              <a:t> </a:t>
            </a:r>
            <a:r>
              <a:rPr lang="de-DE" sz="2400" b="0" u="none" strike="noStrike">
                <a:solidFill>
                  <a:srgbClr val="9CDCFE"/>
                </a:solidFill>
                <a:uFillTx/>
                <a:latin typeface="Menlo"/>
              </a:rPr>
              <a:t>x</a:t>
            </a:r>
            <a:r>
              <a:rPr lang="de-DE" sz="2400" b="0" u="none" strike="noStrike">
                <a:solidFill>
                  <a:srgbClr val="D4D4D4"/>
                </a:solidFill>
                <a:uFillTx/>
                <a:latin typeface="Menlo"/>
              </a:rPr>
              <a:t> = </a:t>
            </a:r>
            <a:r>
              <a:rPr lang="de-DE" sz="2400" b="0" u="none" strike="noStrike">
                <a:solidFill>
                  <a:srgbClr val="B5CEA8"/>
                </a:solidFill>
                <a:uFillTx/>
                <a:latin typeface="Menlo"/>
              </a:rPr>
              <a:t>10</a:t>
            </a: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D4D4D4"/>
                </a:solidFill>
                <a:uFillTx/>
                <a:latin typeface="Menlo"/>
              </a:rPr>
              <a:t>	}</a:t>
            </a:r>
            <a:br>
              <a:rPr sz="2800"/>
            </a:br>
            <a:r>
              <a:rPr lang="de-DE" sz="2800" b="0" u="none" strike="noStrike">
                <a:solidFill>
                  <a:srgbClr val="D4D4D4"/>
                </a:solidFill>
                <a:uFillTx/>
                <a:latin typeface="Menlo"/>
              </a:rPr>
              <a:t>	</a:t>
            </a:r>
            <a:r>
              <a:rPr lang="de-DE" sz="2800" b="0" u="none" strike="noStrike">
                <a:solidFill>
                  <a:srgbClr val="C586C0"/>
                </a:solidFill>
                <a:uFillTx/>
                <a:latin typeface="Menlo"/>
              </a:rPr>
              <a:t>return</a:t>
            </a:r>
            <a:r>
              <a:rPr lang="de-DE" sz="2800" b="0" u="none" strike="noStrike">
                <a:solidFill>
                  <a:srgbClr val="D4D4D4"/>
                </a:solidFill>
                <a:uFillTx/>
                <a:latin typeface="Menlo"/>
              </a:rPr>
              <a:t> </a:t>
            </a:r>
            <a:r>
              <a:rPr lang="de-DE" sz="2800" b="0" u="none" strike="noStrike">
                <a:solidFill>
                  <a:srgbClr val="9CDCFE"/>
                </a:solidFill>
                <a:uFillTx/>
                <a:latin typeface="Menlo"/>
              </a:rPr>
              <a:t>x</a:t>
            </a: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DCDCAA"/>
                </a:solidFill>
                <a:uFillTx/>
                <a:latin typeface="Menlo"/>
              </a:rPr>
              <a:t>weirdScoping</a:t>
            </a:r>
            <a:r>
              <a:rPr lang="de-DE" sz="2800" b="0" u="none" strike="noStrike">
                <a:solidFill>
                  <a:srgbClr val="D4D4D4"/>
                </a:solidFill>
                <a:uFillTx/>
                <a:latin typeface="Menlo"/>
              </a:rPr>
              <a:t>(</a:t>
            </a:r>
            <a:r>
              <a:rPr lang="de-DE" sz="2800" b="0" u="none" strike="noStrike">
                <a:solidFill>
                  <a:srgbClr val="569CD6"/>
                </a:solidFill>
                <a:uFillTx/>
                <a:latin typeface="Menlo"/>
              </a:rPr>
              <a:t>false</a:t>
            </a: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Var-Scoping Macken 2</a:t>
            </a:r>
            <a:endParaRPr lang="de-DE" sz="4400" b="0" u="none" strike="noStrike">
              <a:solidFill>
                <a:srgbClr val="000000"/>
              </a:solidFill>
              <a:uFillTx/>
              <a:latin typeface="Arial"/>
            </a:endParaRPr>
          </a:p>
        </p:txBody>
      </p:sp>
      <p:sp>
        <p:nvSpPr>
          <p:cNvPr id="21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indent="0" defTabSz="914400">
              <a:lnSpc>
                <a:spcPct val="90000"/>
              </a:lnSpc>
              <a:spcBef>
                <a:spcPts val="1001"/>
              </a:spcBef>
              <a:buNone/>
              <a:tabLst>
                <a:tab pos="0" algn="l"/>
              </a:tabLst>
            </a:pPr>
            <a:r>
              <a:rPr lang="de-DE" sz="2800" b="0" u="none" strike="noStrike">
                <a:solidFill>
                  <a:srgbClr val="569CD6"/>
                </a:solidFill>
                <a:uFillTx/>
                <a:latin typeface="Menlo"/>
              </a:rPr>
              <a:t>function</a:t>
            </a:r>
            <a:r>
              <a:rPr lang="de-DE" sz="2800" b="0" u="none" strike="noStrike">
                <a:solidFill>
                  <a:srgbClr val="D4D4D4"/>
                </a:solidFill>
                <a:uFillTx/>
                <a:latin typeface="Menlo"/>
              </a:rPr>
              <a:t> </a:t>
            </a:r>
            <a:r>
              <a:rPr lang="de-DE" sz="2800" b="0" u="none" strike="noStrike">
                <a:solidFill>
                  <a:srgbClr val="DCDCAA"/>
                </a:solidFill>
                <a:uFillTx/>
                <a:latin typeface="Menlo"/>
              </a:rPr>
              <a:t>sumOf</a:t>
            </a:r>
            <a:r>
              <a:rPr lang="de-DE" sz="2800" b="0" u="none" strike="noStrike">
                <a:solidFill>
                  <a:srgbClr val="D4D4D4"/>
                </a:solidFill>
                <a:uFillTx/>
                <a:latin typeface="Menlo"/>
              </a:rPr>
              <a:t>(</a:t>
            </a:r>
            <a:r>
              <a:rPr lang="de-DE" sz="2800" b="0" u="none" strike="noStrike">
                <a:solidFill>
                  <a:srgbClr val="9CDCFE"/>
                </a:solidFill>
                <a:uFillTx/>
                <a:latin typeface="Menlo"/>
              </a:rPr>
              <a:t>matrix</a:t>
            </a:r>
            <a:r>
              <a:rPr lang="de-DE" sz="2800" b="0" u="none" strike="noStrike">
                <a:solidFill>
                  <a:srgbClr val="D4D4D4"/>
                </a:solidFill>
                <a:uFillTx/>
                <a:latin typeface="Menlo"/>
              </a:rPr>
              <a:t>: </a:t>
            </a:r>
            <a:r>
              <a:rPr lang="de-DE" sz="2800" b="0" u="none" strike="noStrike">
                <a:solidFill>
                  <a:srgbClr val="4EC9B0"/>
                </a:solidFill>
                <a:uFillTx/>
                <a:latin typeface="Menlo"/>
              </a:rPr>
              <a:t>number</a:t>
            </a: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569CD6"/>
                </a:solidFill>
                <a:uFillTx/>
                <a:latin typeface="Menlo"/>
              </a:rPr>
              <a:t>var</a:t>
            </a:r>
            <a:r>
              <a:rPr lang="de-DE" sz="2400" b="0" u="none" strike="noStrike">
                <a:solidFill>
                  <a:srgbClr val="D4D4D4"/>
                </a:solidFill>
                <a:uFillTx/>
                <a:latin typeface="Menlo"/>
              </a:rPr>
              <a:t> </a:t>
            </a:r>
            <a:r>
              <a:rPr lang="de-DE" sz="2400" b="0" u="none" strike="noStrike">
                <a:solidFill>
                  <a:srgbClr val="9CDCFE"/>
                </a:solidFill>
                <a:uFillTx/>
                <a:latin typeface="Menlo"/>
              </a:rPr>
              <a:t>sum</a:t>
            </a:r>
            <a:r>
              <a:rPr lang="de-DE" sz="2400" b="0" u="none" strike="noStrike">
                <a:solidFill>
                  <a:srgbClr val="D4D4D4"/>
                </a:solidFill>
                <a:uFillTx/>
                <a:latin typeface="Menlo"/>
              </a:rPr>
              <a:t> = </a:t>
            </a:r>
            <a:r>
              <a:rPr lang="de-DE" sz="2400" b="0" u="none" strike="noStrike">
                <a:solidFill>
                  <a:srgbClr val="B5CEA8"/>
                </a:solidFill>
                <a:uFillTx/>
                <a:latin typeface="Menlo"/>
              </a:rPr>
              <a:t>0</a:t>
            </a: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C586C0"/>
                </a:solidFill>
                <a:uFillTx/>
                <a:latin typeface="Menlo"/>
              </a:rPr>
              <a:t>for</a:t>
            </a:r>
            <a:r>
              <a:rPr lang="de-DE" sz="2400" b="0" u="none" strike="noStrike">
                <a:solidFill>
                  <a:srgbClr val="D4D4D4"/>
                </a:solidFill>
                <a:uFillTx/>
                <a:latin typeface="Menlo"/>
              </a:rPr>
              <a:t> (</a:t>
            </a:r>
            <a:r>
              <a:rPr lang="de-DE" sz="2400" b="0" u="none" strike="noStrike">
                <a:solidFill>
                  <a:srgbClr val="569CD6"/>
                </a:solidFill>
                <a:uFillTx/>
                <a:latin typeface="Menlo"/>
              </a:rPr>
              <a:t>var</a:t>
            </a:r>
            <a:r>
              <a:rPr lang="de-DE" sz="2400" b="0" u="none" strike="noStrike">
                <a:solidFill>
                  <a:srgbClr val="D4D4D4"/>
                </a:solidFill>
                <a:uFillTx/>
                <a:latin typeface="Menlo"/>
              </a:rPr>
              <a:t> </a:t>
            </a:r>
            <a:r>
              <a:rPr lang="de-DE" sz="2400" b="0" u="none" strike="noStrike">
                <a:solidFill>
                  <a:srgbClr val="9CDCFE"/>
                </a:solidFill>
                <a:uFillTx/>
                <a:latin typeface="Menlo"/>
              </a:rPr>
              <a:t>i</a:t>
            </a:r>
            <a:r>
              <a:rPr lang="de-DE" sz="2400" b="0" u="none" strike="noStrike">
                <a:solidFill>
                  <a:srgbClr val="D4D4D4"/>
                </a:solidFill>
                <a:uFillTx/>
                <a:latin typeface="Menlo"/>
              </a:rPr>
              <a:t> = </a:t>
            </a:r>
            <a:r>
              <a:rPr lang="de-DE" sz="2400" b="0" u="none" strike="noStrike">
                <a:solidFill>
                  <a:srgbClr val="B5CEA8"/>
                </a:solidFill>
                <a:uFillTx/>
                <a:latin typeface="Menlo"/>
              </a:rPr>
              <a:t>0</a:t>
            </a:r>
            <a:r>
              <a:rPr lang="de-DE" sz="2400" b="0" u="none" strike="noStrike">
                <a:solidFill>
                  <a:srgbClr val="D4D4D4"/>
                </a:solidFill>
                <a:uFillTx/>
                <a:latin typeface="Menlo"/>
              </a:rPr>
              <a:t>; </a:t>
            </a:r>
            <a:r>
              <a:rPr lang="de-DE" sz="2400" b="0" u="none" strike="noStrike">
                <a:solidFill>
                  <a:srgbClr val="9CDCFE"/>
                </a:solidFill>
                <a:uFillTx/>
                <a:latin typeface="Menlo"/>
              </a:rPr>
              <a:t>i</a:t>
            </a:r>
            <a:r>
              <a:rPr lang="de-DE" sz="2400" b="0" u="none" strike="noStrike">
                <a:solidFill>
                  <a:srgbClr val="D4D4D4"/>
                </a:solidFill>
                <a:uFillTx/>
                <a:latin typeface="Menlo"/>
              </a:rPr>
              <a:t> &lt; </a:t>
            </a:r>
            <a:r>
              <a:rPr lang="de-DE" sz="2400" b="0" u="none" strike="noStrike">
                <a:solidFill>
                  <a:srgbClr val="9CDCFE"/>
                </a:solidFill>
                <a:uFillTx/>
                <a:latin typeface="Menlo"/>
              </a:rPr>
              <a:t>matrix</a:t>
            </a:r>
            <a:r>
              <a:rPr lang="de-DE" sz="2400" b="0" u="none" strike="noStrike">
                <a:solidFill>
                  <a:srgbClr val="D4D4D4"/>
                </a:solidFill>
                <a:uFillTx/>
                <a:latin typeface="Menlo"/>
              </a:rPr>
              <a:t>.</a:t>
            </a:r>
            <a:r>
              <a:rPr lang="de-DE" sz="2400" b="0" u="none" strike="noStrike">
                <a:solidFill>
                  <a:srgbClr val="9CDCFE"/>
                </a:solidFill>
                <a:uFillTx/>
                <a:latin typeface="Menlo"/>
              </a:rPr>
              <a:t>length</a:t>
            </a:r>
            <a:r>
              <a:rPr lang="de-DE" sz="2400" b="0" u="none" strike="noStrike">
                <a:solidFill>
                  <a:srgbClr val="D4D4D4"/>
                </a:solidFill>
                <a:uFillTx/>
                <a:latin typeface="Menlo"/>
              </a:rPr>
              <a:t>; </a:t>
            </a:r>
            <a:r>
              <a:rPr lang="de-DE" sz="2400" b="0" u="none" strike="noStrike">
                <a:solidFill>
                  <a:srgbClr val="9CDCFE"/>
                </a:solidFill>
                <a:uFillTx/>
                <a:latin typeface="Menlo"/>
              </a:rPr>
              <a:t>i</a:t>
            </a: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569CD6"/>
                </a:solidFill>
                <a:uFillTx/>
                <a:latin typeface="Menlo"/>
              </a:rPr>
              <a:t>	var</a:t>
            </a:r>
            <a:r>
              <a:rPr lang="de-DE" sz="2400" b="0" u="none" strike="noStrike">
                <a:solidFill>
                  <a:srgbClr val="D4D4D4"/>
                </a:solidFill>
                <a:uFillTx/>
                <a:latin typeface="Menlo"/>
              </a:rPr>
              <a:t> </a:t>
            </a:r>
            <a:r>
              <a:rPr lang="de-DE" sz="2400" b="0" u="none" strike="noStrike">
                <a:solidFill>
                  <a:srgbClr val="9CDCFE"/>
                </a:solidFill>
                <a:uFillTx/>
                <a:latin typeface="Menlo"/>
              </a:rPr>
              <a:t>row</a:t>
            </a:r>
            <a:r>
              <a:rPr lang="de-DE" sz="2400" b="0" u="none" strike="noStrike">
                <a:solidFill>
                  <a:srgbClr val="D4D4D4"/>
                </a:solidFill>
                <a:uFillTx/>
                <a:latin typeface="Menlo"/>
              </a:rPr>
              <a:t> = </a:t>
            </a:r>
            <a:r>
              <a:rPr lang="de-DE" sz="2400" b="0" u="none" strike="noStrike">
                <a:solidFill>
                  <a:srgbClr val="9CDCFE"/>
                </a:solidFill>
                <a:uFillTx/>
                <a:latin typeface="Menlo"/>
              </a:rPr>
              <a:t>matrix</a:t>
            </a:r>
            <a:r>
              <a:rPr lang="de-DE" sz="2400" b="0" u="none" strike="noStrike">
                <a:solidFill>
                  <a:srgbClr val="D4D4D4"/>
                </a:solidFill>
                <a:uFillTx/>
                <a:latin typeface="Menlo"/>
              </a:rPr>
              <a:t>[</a:t>
            </a:r>
            <a:r>
              <a:rPr lang="de-DE" sz="2400" b="0" u="none" strike="noStrike">
                <a:solidFill>
                  <a:srgbClr val="9CDCFE"/>
                </a:solidFill>
                <a:uFillTx/>
                <a:latin typeface="Menlo"/>
              </a:rPr>
              <a:t>i</a:t>
            </a: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C586C0"/>
                </a:solidFill>
                <a:uFillTx/>
                <a:latin typeface="Menlo"/>
              </a:rPr>
              <a:t>	for</a:t>
            </a:r>
            <a:r>
              <a:rPr lang="de-DE" sz="2400" b="0" u="none" strike="noStrike">
                <a:solidFill>
                  <a:srgbClr val="D4D4D4"/>
                </a:solidFill>
                <a:uFillTx/>
                <a:latin typeface="Menlo"/>
              </a:rPr>
              <a:t> (</a:t>
            </a:r>
            <a:r>
              <a:rPr lang="de-DE" sz="2400" b="0" u="none" strike="noStrike">
                <a:solidFill>
                  <a:srgbClr val="569CD6"/>
                </a:solidFill>
                <a:uFillTx/>
                <a:latin typeface="Menlo"/>
              </a:rPr>
              <a:t>var</a:t>
            </a:r>
            <a:r>
              <a:rPr lang="de-DE" sz="2400" b="0" u="none" strike="noStrike">
                <a:solidFill>
                  <a:srgbClr val="D4D4D4"/>
                </a:solidFill>
                <a:uFillTx/>
                <a:latin typeface="Menlo"/>
              </a:rPr>
              <a:t> </a:t>
            </a:r>
            <a:r>
              <a:rPr lang="de-DE" sz="2400" b="0" u="none" strike="noStrike">
                <a:solidFill>
                  <a:srgbClr val="9CDCFE"/>
                </a:solidFill>
                <a:uFillTx/>
                <a:latin typeface="Menlo"/>
              </a:rPr>
              <a:t>i</a:t>
            </a:r>
            <a:r>
              <a:rPr lang="de-DE" sz="2400" b="0" u="none" strike="noStrike">
                <a:solidFill>
                  <a:srgbClr val="D4D4D4"/>
                </a:solidFill>
                <a:uFillTx/>
                <a:latin typeface="Menlo"/>
              </a:rPr>
              <a:t> = </a:t>
            </a:r>
            <a:r>
              <a:rPr lang="de-DE" sz="2400" b="0" u="none" strike="noStrike">
                <a:solidFill>
                  <a:srgbClr val="B5CEA8"/>
                </a:solidFill>
                <a:uFillTx/>
                <a:latin typeface="Menlo"/>
              </a:rPr>
              <a:t>0</a:t>
            </a:r>
            <a:r>
              <a:rPr lang="de-DE" sz="2400" b="0" u="none" strike="noStrike">
                <a:solidFill>
                  <a:srgbClr val="D4D4D4"/>
                </a:solidFill>
                <a:uFillTx/>
                <a:latin typeface="Menlo"/>
              </a:rPr>
              <a:t>; </a:t>
            </a:r>
            <a:r>
              <a:rPr lang="de-DE" sz="2400" b="0" u="none" strike="noStrike">
                <a:solidFill>
                  <a:srgbClr val="9CDCFE"/>
                </a:solidFill>
                <a:uFillTx/>
                <a:latin typeface="Menlo"/>
              </a:rPr>
              <a:t>i</a:t>
            </a:r>
            <a:r>
              <a:rPr lang="de-DE" sz="2400" b="0" u="none" strike="noStrike">
                <a:solidFill>
                  <a:srgbClr val="D4D4D4"/>
                </a:solidFill>
                <a:uFillTx/>
                <a:latin typeface="Menlo"/>
              </a:rPr>
              <a:t> &lt; </a:t>
            </a:r>
            <a:r>
              <a:rPr lang="de-DE" sz="2400" b="0" u="none" strike="noStrike">
                <a:solidFill>
                  <a:srgbClr val="9CDCFE"/>
                </a:solidFill>
                <a:uFillTx/>
                <a:latin typeface="Menlo"/>
              </a:rPr>
              <a:t>row</a:t>
            </a:r>
            <a:r>
              <a:rPr lang="de-DE" sz="2400" b="0" u="none" strike="noStrike">
                <a:solidFill>
                  <a:srgbClr val="D4D4D4"/>
                </a:solidFill>
                <a:uFillTx/>
                <a:latin typeface="Menlo"/>
              </a:rPr>
              <a:t>.</a:t>
            </a:r>
            <a:r>
              <a:rPr lang="de-DE" sz="2400" b="0" u="none" strike="noStrike">
                <a:solidFill>
                  <a:srgbClr val="9CDCFE"/>
                </a:solidFill>
                <a:uFillTx/>
                <a:latin typeface="Menlo"/>
              </a:rPr>
              <a:t>length</a:t>
            </a:r>
            <a:r>
              <a:rPr lang="de-DE" sz="2400" b="0" u="none" strike="noStrike">
                <a:solidFill>
                  <a:srgbClr val="D4D4D4"/>
                </a:solidFill>
                <a:uFillTx/>
                <a:latin typeface="Menlo"/>
              </a:rPr>
              <a:t>; </a:t>
            </a:r>
            <a:r>
              <a:rPr lang="de-DE" sz="2400" b="0" u="none" strike="noStrike">
                <a:solidFill>
                  <a:srgbClr val="9CDCFE"/>
                </a:solidFill>
                <a:uFillTx/>
                <a:latin typeface="Menlo"/>
              </a:rPr>
              <a:t>i</a:t>
            </a: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CDCFE"/>
                </a:solidFill>
                <a:uFillTx/>
                <a:latin typeface="Menlo"/>
              </a:rPr>
              <a:t>		sum</a:t>
            </a:r>
            <a:r>
              <a:rPr lang="de-DE" sz="2400" b="0" u="none" strike="noStrike">
                <a:solidFill>
                  <a:srgbClr val="D4D4D4"/>
                </a:solidFill>
                <a:uFillTx/>
                <a:latin typeface="Menlo"/>
              </a:rPr>
              <a:t> += </a:t>
            </a:r>
            <a:r>
              <a:rPr lang="de-DE" sz="2400" b="0" u="none" strike="noStrike">
                <a:solidFill>
                  <a:srgbClr val="9CDCFE"/>
                </a:solidFill>
                <a:uFillTx/>
                <a:latin typeface="Menlo"/>
              </a:rPr>
              <a:t>row</a:t>
            </a:r>
            <a:r>
              <a:rPr lang="de-DE" sz="2400" b="0" u="none" strike="noStrike">
                <a:solidFill>
                  <a:srgbClr val="D4D4D4"/>
                </a:solidFill>
                <a:uFillTx/>
                <a:latin typeface="Menlo"/>
              </a:rPr>
              <a:t>[</a:t>
            </a:r>
            <a:r>
              <a:rPr lang="de-DE" sz="2400" b="0" u="none" strike="noStrike">
                <a:solidFill>
                  <a:srgbClr val="9CDCFE"/>
                </a:solidFill>
                <a:uFillTx/>
                <a:latin typeface="Menlo"/>
              </a:rPr>
              <a:t>i</a:t>
            </a: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br>
              <a:rPr sz="2400"/>
            </a:br>
            <a:r>
              <a:rPr lang="de-DE" sz="2400" b="0" u="none" strike="noStrike">
                <a:solidFill>
                  <a:srgbClr val="C586C0"/>
                </a:solidFill>
                <a:uFillTx/>
                <a:latin typeface="Menlo"/>
              </a:rPr>
              <a:t>return</a:t>
            </a:r>
            <a:r>
              <a:rPr lang="de-DE" sz="2400" b="0" u="none" strike="noStrike">
                <a:solidFill>
                  <a:srgbClr val="D4D4D4"/>
                </a:solidFill>
                <a:uFillTx/>
                <a:latin typeface="Menlo"/>
              </a:rPr>
              <a:t> </a:t>
            </a:r>
            <a:r>
              <a:rPr lang="de-DE" sz="2400" b="0" u="none" strike="noStrike">
                <a:solidFill>
                  <a:srgbClr val="9CDCFE"/>
                </a:solidFill>
                <a:uFillTx/>
                <a:latin typeface="Menlo"/>
              </a:rPr>
              <a:t>sum</a:t>
            </a: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Var-Scoping Macken 3</a:t>
            </a:r>
            <a:endParaRPr lang="de-DE" sz="4400" b="0" u="none" strike="noStrike">
              <a:solidFill>
                <a:srgbClr val="000000"/>
              </a:solidFill>
              <a:uFillTx/>
              <a:latin typeface="Arial"/>
            </a:endParaRPr>
          </a:p>
        </p:txBody>
      </p:sp>
      <p:sp>
        <p:nvSpPr>
          <p:cNvPr id="2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C586C0"/>
                </a:solidFill>
                <a:uFillTx/>
                <a:latin typeface="Menlo"/>
              </a:rPr>
              <a:t>for</a:t>
            </a:r>
            <a:r>
              <a:rPr lang="de-DE" sz="2800" b="0" u="none" strike="noStrike">
                <a:solidFill>
                  <a:srgbClr val="D4D4D4"/>
                </a:solidFill>
                <a:uFillTx/>
                <a:latin typeface="Menlo"/>
              </a:rPr>
              <a:t> (</a:t>
            </a:r>
            <a:r>
              <a:rPr lang="de-DE" sz="2800" b="0" u="none" strike="noStrike">
                <a:solidFill>
                  <a:srgbClr val="569CD6"/>
                </a:solidFill>
                <a:uFillTx/>
                <a:latin typeface="Menlo"/>
              </a:rPr>
              <a:t>var</a:t>
            </a:r>
            <a:r>
              <a:rPr lang="de-DE" sz="2800" b="0" u="none" strike="noStrike">
                <a:solidFill>
                  <a:srgbClr val="D4D4D4"/>
                </a:solidFill>
                <a:uFillTx/>
                <a:latin typeface="Menlo"/>
              </a:rPr>
              <a:t> </a:t>
            </a:r>
            <a:r>
              <a:rPr lang="de-DE" sz="2800" b="0" u="none" strike="noStrike">
                <a:solidFill>
                  <a:srgbClr val="9CDCFE"/>
                </a:solidFill>
                <a:uFillTx/>
                <a:latin typeface="Menlo"/>
              </a:rPr>
              <a:t>i</a:t>
            </a:r>
            <a:r>
              <a:rPr lang="de-DE" sz="2800" b="0" u="none" strike="noStrike">
                <a:solidFill>
                  <a:srgbClr val="D4D4D4"/>
                </a:solidFill>
                <a:uFillTx/>
                <a:latin typeface="Menlo"/>
              </a:rPr>
              <a:t> = </a:t>
            </a:r>
            <a:r>
              <a:rPr lang="de-DE" sz="2800" b="0" u="none" strike="noStrike">
                <a:solidFill>
                  <a:srgbClr val="B5CEA8"/>
                </a:solidFill>
                <a:uFillTx/>
                <a:latin typeface="Menlo"/>
              </a:rPr>
              <a:t>0</a:t>
            </a:r>
            <a:r>
              <a:rPr lang="de-DE" sz="2800" b="0" u="none" strike="noStrike">
                <a:solidFill>
                  <a:srgbClr val="D4D4D4"/>
                </a:solidFill>
                <a:uFillTx/>
                <a:latin typeface="Menlo"/>
              </a:rPr>
              <a:t>; </a:t>
            </a:r>
            <a:r>
              <a:rPr lang="de-DE" sz="2800" b="0" u="none" strike="noStrike">
                <a:solidFill>
                  <a:srgbClr val="9CDCFE"/>
                </a:solidFill>
                <a:uFillTx/>
                <a:latin typeface="Menlo"/>
              </a:rPr>
              <a:t>i</a:t>
            </a:r>
            <a:r>
              <a:rPr lang="de-DE" sz="2800" b="0" u="none" strike="noStrike">
                <a:solidFill>
                  <a:srgbClr val="D4D4D4"/>
                </a:solidFill>
                <a:uFillTx/>
                <a:latin typeface="Menlo"/>
              </a:rPr>
              <a:t> &lt; </a:t>
            </a:r>
            <a:r>
              <a:rPr lang="de-DE" sz="2800" b="0" u="none" strike="noStrike">
                <a:solidFill>
                  <a:srgbClr val="B5CEA8"/>
                </a:solidFill>
                <a:uFillTx/>
                <a:latin typeface="Menlo"/>
              </a:rPr>
              <a:t>10</a:t>
            </a:r>
            <a:r>
              <a:rPr lang="de-DE" sz="2800" b="0" u="none" strike="noStrike">
                <a:solidFill>
                  <a:srgbClr val="D4D4D4"/>
                </a:solidFill>
                <a:uFillTx/>
                <a:latin typeface="Menlo"/>
              </a:rPr>
              <a:t>; </a:t>
            </a:r>
            <a:r>
              <a:rPr lang="de-DE" sz="2800" b="0" u="none" strike="noStrike">
                <a:solidFill>
                  <a:srgbClr val="9CDCFE"/>
                </a:solidFill>
                <a:uFillTx/>
                <a:latin typeface="Menlo"/>
              </a:rPr>
              <a:t>i</a:t>
            </a: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DCDCAA"/>
                </a:solidFill>
                <a:uFillTx/>
                <a:latin typeface="Menlo"/>
              </a:rPr>
              <a:t>setTimeout</a:t>
            </a:r>
            <a:r>
              <a:rPr lang="de-DE" sz="2400" b="0" u="none" strike="noStrike">
                <a:solidFill>
                  <a:srgbClr val="D4D4D4"/>
                </a:solidFill>
                <a:uFillTx/>
                <a:latin typeface="Menlo"/>
              </a:rPr>
              <a:t>(</a:t>
            </a:r>
            <a:r>
              <a:rPr lang="de-DE" sz="2400" b="0" u="none" strike="noStrike">
                <a:solidFill>
                  <a:srgbClr val="569CD6"/>
                </a:solidFill>
                <a:uFillTx/>
                <a:latin typeface="Menlo"/>
              </a:rPr>
              <a:t>function</a:t>
            </a:r>
            <a:r>
              <a:rPr lang="de-DE" sz="2400" b="0" u="none" strike="noStrike">
                <a:solidFill>
                  <a:srgbClr val="D4D4D4"/>
                </a:solidFill>
                <a:uFillTx/>
                <a:latin typeface="Menlo"/>
              </a:rPr>
              <a:t>() { </a:t>
            </a:r>
            <a:r>
              <a:rPr lang="de-DE" sz="2400" b="0" u="none" strike="noStrike">
                <a:solidFill>
                  <a:srgbClr val="4EC9B0"/>
                </a:solidFill>
                <a:uFillTx/>
                <a:latin typeface="Menlo"/>
              </a:rPr>
              <a:t>console</a:t>
            </a:r>
            <a:r>
              <a:rPr lang="de-DE" sz="2400" b="0" u="none" strike="noStrike">
                <a:solidFill>
                  <a:srgbClr val="D4D4D4"/>
                </a:solidFill>
                <a:uFillTx/>
                <a:latin typeface="Menlo"/>
              </a:rPr>
              <a:t>.</a:t>
            </a:r>
            <a:r>
              <a:rPr lang="de-DE" sz="2400" b="0" u="none" strike="noStrike">
                <a:solidFill>
                  <a:srgbClr val="DCDCAA"/>
                </a:solidFill>
                <a:uFillTx/>
                <a:latin typeface="Menlo"/>
              </a:rPr>
              <a:t>log</a:t>
            </a:r>
            <a:r>
              <a:rPr lang="de-DE" sz="2400" b="0" u="none" strike="noStrike">
                <a:solidFill>
                  <a:srgbClr val="D4D4D4"/>
                </a:solidFill>
                <a:uFillTx/>
                <a:latin typeface="Menlo"/>
              </a:rPr>
              <a:t>(</a:t>
            </a:r>
            <a:r>
              <a:rPr lang="de-DE" sz="2400" b="0" u="none" strike="noStrike">
                <a:solidFill>
                  <a:srgbClr val="9CDCFE"/>
                </a:solidFill>
                <a:uFillTx/>
                <a:latin typeface="Menlo"/>
              </a:rPr>
              <a:t>i</a:t>
            </a:r>
            <a:r>
              <a:rPr lang="de-DE" sz="2400" b="0" u="none" strike="noStrike">
                <a:solidFill>
                  <a:srgbClr val="D4D4D4"/>
                </a:solidFill>
                <a:uFillTx/>
                <a:latin typeface="Menlo"/>
              </a:rPr>
              <a:t>); }, </a:t>
            </a:r>
            <a:r>
              <a:rPr lang="de-DE" sz="2400" b="0" u="none" strike="noStrike">
                <a:solidFill>
                  <a:srgbClr val="B5CEA8"/>
                </a:solidFill>
                <a:uFillTx/>
                <a:latin typeface="Menlo"/>
              </a:rPr>
              <a:t>100</a:t>
            </a:r>
            <a:r>
              <a:rPr lang="de-DE" sz="2400" b="0" u="none" strike="noStrike">
                <a:solidFill>
                  <a:srgbClr val="D4D4D4"/>
                </a:solidFill>
                <a:uFillTx/>
                <a:latin typeface="Menlo"/>
              </a:rPr>
              <a:t> * </a:t>
            </a:r>
            <a:r>
              <a:rPr lang="de-DE" sz="2400" b="0" u="none" strike="noStrike">
                <a:solidFill>
                  <a:srgbClr val="9CDCFE"/>
                </a:solidFill>
                <a:uFillTx/>
                <a:latin typeface="Menlo"/>
              </a:rPr>
              <a:t>i</a:t>
            </a: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9" name="PlaceHolder 1"/>
          <p:cNvSpPr>
            <a:spLocks noGrp="1"/>
          </p:cNvSpPr>
          <p:nvPr>
            <p:ph type="title"/>
          </p:nvPr>
        </p:nvSpPr>
        <p:spPr>
          <a:xfrm>
            <a:off x="4965480" y="629280"/>
            <a:ext cx="6585120" cy="128484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4400" b="0" u="none" strike="noStrike">
                <a:solidFill>
                  <a:schemeClr val="dk1"/>
                </a:solidFill>
                <a:uFillTx/>
                <a:latin typeface="Calibri Light"/>
              </a:rPr>
              <a:t>Block Scoping	</a:t>
            </a:r>
            <a:endParaRPr lang="de-DE" sz="4400" b="0" u="none" strike="noStrike">
              <a:solidFill>
                <a:srgbClr val="000000"/>
              </a:solidFill>
              <a:uFillTx/>
              <a:latin typeface="Arial"/>
            </a:endParaRPr>
          </a:p>
        </p:txBody>
      </p:sp>
      <p:sp>
        <p:nvSpPr>
          <p:cNvPr id="220" name="PlaceHolder 2"/>
          <p:cNvSpPr>
            <a:spLocks noGrp="1"/>
          </p:cNvSpPr>
          <p:nvPr>
            <p:ph/>
          </p:nvPr>
        </p:nvSpPr>
        <p:spPr>
          <a:xfrm>
            <a:off x="4965480" y="2438280"/>
            <a:ext cx="6585120" cy="378396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2000" b="0" u="none" strike="noStrike">
                <a:solidFill>
                  <a:srgbClr val="569CD6"/>
                </a:solidFill>
                <a:uFillTx/>
                <a:latin typeface="Menlo"/>
              </a:rPr>
              <a:t>function</a:t>
            </a:r>
            <a:r>
              <a:rPr lang="de-DE" sz="2000" b="0" u="none" strike="noStrike">
                <a:solidFill>
                  <a:srgbClr val="D4D4D4"/>
                </a:solidFill>
                <a:uFillTx/>
                <a:latin typeface="Menlo"/>
              </a:rPr>
              <a:t> </a:t>
            </a:r>
            <a:r>
              <a:rPr lang="de-DE" sz="2000" b="0" u="none" strike="noStrike">
                <a:solidFill>
                  <a:srgbClr val="DCDCAA"/>
                </a:solidFill>
                <a:uFillTx/>
                <a:latin typeface="Menlo"/>
              </a:rPr>
              <a:t>someFunc</a:t>
            </a:r>
            <a:r>
              <a:rPr lang="de-DE" sz="2000" b="0" u="none" strike="noStrike">
                <a:solidFill>
                  <a:srgbClr val="D4D4D4"/>
                </a:solidFill>
                <a:uFillTx/>
                <a:latin typeface="Menlo"/>
              </a:rPr>
              <a:t>(</a:t>
            </a:r>
            <a:r>
              <a:rPr lang="de-DE" sz="2000" b="0" u="none" strike="noStrike">
                <a:solidFill>
                  <a:srgbClr val="9CDCFE"/>
                </a:solidFill>
                <a:uFillTx/>
                <a:latin typeface="Menlo"/>
              </a:rPr>
              <a:t>flag</a:t>
            </a:r>
            <a:r>
              <a:rPr lang="de-DE" sz="2000" b="0" u="none" strike="noStrike">
                <a:solidFill>
                  <a:srgbClr val="D4D4D4"/>
                </a:solidFill>
                <a:uFillTx/>
                <a:latin typeface="Menlo"/>
              </a:rPr>
              <a:t>: </a:t>
            </a:r>
            <a:r>
              <a:rPr lang="de-DE" sz="2000" b="0" u="none" strike="noStrike">
                <a:solidFill>
                  <a:srgbClr val="4EC9B0"/>
                </a:solidFill>
                <a:uFillTx/>
                <a:latin typeface="Menlo"/>
              </a:rPr>
              <a:t>boolean</a:t>
            </a:r>
            <a:r>
              <a:rPr lang="de-DE" sz="2000" b="0" u="none" strike="noStrike">
                <a:solidFill>
                  <a:srgbClr val="D4D4D4"/>
                </a:solidFill>
                <a:uFillTx/>
                <a:latin typeface="Menlo"/>
              </a:rPr>
              <a:t>) {</a:t>
            </a:r>
            <a:endParaRPr lang="de-DE" sz="20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569CD6"/>
                </a:solidFill>
                <a:uFillTx/>
                <a:latin typeface="Menlo"/>
              </a:rPr>
              <a:t>let</a:t>
            </a:r>
            <a:r>
              <a:rPr lang="de-DE" sz="1600" b="0" u="none" strike="noStrike">
                <a:solidFill>
                  <a:srgbClr val="D4D4D4"/>
                </a:solidFill>
                <a:uFillTx/>
                <a:latin typeface="Menlo"/>
              </a:rPr>
              <a:t> </a:t>
            </a:r>
            <a:r>
              <a:rPr lang="de-DE" sz="1600" b="0" u="none" strike="noStrike">
                <a:solidFill>
                  <a:srgbClr val="9CDCFE"/>
                </a:solidFill>
                <a:uFillTx/>
                <a:latin typeface="Menlo"/>
              </a:rPr>
              <a:t>a</a:t>
            </a:r>
            <a:r>
              <a:rPr lang="de-DE" sz="1600" b="0" u="none" strike="noStrike">
                <a:solidFill>
                  <a:srgbClr val="D4D4D4"/>
                </a:solidFill>
                <a:uFillTx/>
                <a:latin typeface="Menlo"/>
              </a:rPr>
              <a:t> = </a:t>
            </a:r>
            <a:r>
              <a:rPr lang="de-DE" sz="1600" b="0" u="none" strike="noStrike">
                <a:solidFill>
                  <a:srgbClr val="B5CEA8"/>
                </a:solidFill>
                <a:uFillTx/>
                <a:latin typeface="Menlo"/>
              </a:rPr>
              <a:t>0</a:t>
            </a:r>
            <a:r>
              <a:rPr lang="de-DE" sz="1600" b="0" u="none" strike="noStrike">
                <a:solidFill>
                  <a:srgbClr val="D4D4D4"/>
                </a:solidFill>
                <a:uFillTx/>
                <a:latin typeface="Menlo"/>
              </a:rPr>
              <a:t>;</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br>
              <a:rPr sz="1600"/>
            </a:br>
            <a:r>
              <a:rPr lang="de-DE" sz="1600" b="0" u="none" strike="noStrike">
                <a:solidFill>
                  <a:srgbClr val="C586C0"/>
                </a:solidFill>
                <a:uFillTx/>
                <a:latin typeface="Menlo"/>
              </a:rPr>
              <a:t>if</a:t>
            </a:r>
            <a:r>
              <a:rPr lang="de-DE" sz="1600" b="0" u="none" strike="noStrike">
                <a:solidFill>
                  <a:srgbClr val="D4D4D4"/>
                </a:solidFill>
                <a:uFillTx/>
                <a:latin typeface="Menlo"/>
              </a:rPr>
              <a:t> (</a:t>
            </a:r>
            <a:r>
              <a:rPr lang="de-DE" sz="1600" b="0" u="none" strike="noStrike">
                <a:solidFill>
                  <a:srgbClr val="9CDCFE"/>
                </a:solidFill>
                <a:uFillTx/>
                <a:latin typeface="Menlo"/>
              </a:rPr>
              <a:t>input</a:t>
            </a:r>
            <a:r>
              <a:rPr lang="de-DE" sz="1600" b="0" u="none" strike="noStrike">
                <a:solidFill>
                  <a:srgbClr val="D4D4D4"/>
                </a:solidFill>
                <a:uFillTx/>
                <a:latin typeface="Menlo"/>
              </a:rPr>
              <a:t>) {</a:t>
            </a:r>
            <a:endParaRPr lang="de-DE" sz="1600" b="0" u="none" strike="noStrike">
              <a:solidFill>
                <a:srgbClr val="000000"/>
              </a:solidFill>
              <a:uFillTx/>
              <a:latin typeface="Arial"/>
            </a:endParaRPr>
          </a:p>
          <a:p>
            <a:pPr marL="914400" indent="0" defTabSz="914400">
              <a:lnSpc>
                <a:spcPct val="90000"/>
              </a:lnSpc>
              <a:spcBef>
                <a:spcPts val="499"/>
              </a:spcBef>
              <a:buNone/>
              <a:tabLst>
                <a:tab pos="0" algn="l"/>
              </a:tabLst>
            </a:pPr>
            <a:r>
              <a:rPr lang="de-DE" sz="1200" b="0" u="none" strike="noStrike">
                <a:solidFill>
                  <a:srgbClr val="569CD6"/>
                </a:solidFill>
                <a:uFillTx/>
                <a:latin typeface="Menlo"/>
              </a:rPr>
              <a:t>let</a:t>
            </a:r>
            <a:r>
              <a:rPr lang="de-DE" sz="1200" b="0" u="none" strike="noStrike">
                <a:solidFill>
                  <a:srgbClr val="D4D4D4"/>
                </a:solidFill>
                <a:uFillTx/>
                <a:latin typeface="Menlo"/>
              </a:rPr>
              <a:t> </a:t>
            </a:r>
            <a:r>
              <a:rPr lang="de-DE" sz="1200" b="0" u="none" strike="noStrike">
                <a:solidFill>
                  <a:srgbClr val="9CDCFE"/>
                </a:solidFill>
                <a:uFillTx/>
                <a:latin typeface="Menlo"/>
              </a:rPr>
              <a:t>b</a:t>
            </a:r>
            <a:r>
              <a:rPr lang="de-DE" sz="1200" b="0" u="none" strike="noStrike">
                <a:solidFill>
                  <a:srgbClr val="D4D4D4"/>
                </a:solidFill>
                <a:uFillTx/>
                <a:latin typeface="Menlo"/>
              </a:rPr>
              <a:t> = </a:t>
            </a:r>
            <a:r>
              <a:rPr lang="de-DE" sz="1200" b="0" u="none" strike="noStrike">
                <a:solidFill>
                  <a:srgbClr val="9CDCFE"/>
                </a:solidFill>
                <a:uFillTx/>
                <a:latin typeface="Menlo"/>
              </a:rPr>
              <a:t>a</a:t>
            </a:r>
            <a:r>
              <a:rPr lang="de-DE" sz="1200" b="0" u="none" strike="noStrike">
                <a:solidFill>
                  <a:srgbClr val="D4D4D4"/>
                </a:solidFill>
                <a:uFillTx/>
                <a:latin typeface="Menlo"/>
              </a:rPr>
              <a:t> + </a:t>
            </a:r>
            <a:r>
              <a:rPr lang="de-DE" sz="1200" b="0" u="none" strike="noStrike">
                <a:solidFill>
                  <a:srgbClr val="B5CEA8"/>
                </a:solidFill>
                <a:uFillTx/>
                <a:latin typeface="Menlo"/>
              </a:rPr>
              <a:t>1</a:t>
            </a:r>
            <a:r>
              <a:rPr lang="de-DE" sz="1200" b="0" u="none" strike="noStrike">
                <a:solidFill>
                  <a:srgbClr val="D4D4D4"/>
                </a:solidFill>
                <a:uFillTx/>
                <a:latin typeface="Menlo"/>
              </a:rPr>
              <a:t>;</a:t>
            </a:r>
            <a:endParaRPr lang="de-DE" sz="1200" b="0" u="none" strike="noStrike">
              <a:solidFill>
                <a:srgbClr val="000000"/>
              </a:solidFill>
              <a:uFillTx/>
              <a:latin typeface="Arial"/>
            </a:endParaRPr>
          </a:p>
          <a:p>
            <a:pPr marL="914400" indent="0" defTabSz="914400">
              <a:lnSpc>
                <a:spcPct val="90000"/>
              </a:lnSpc>
              <a:spcBef>
                <a:spcPts val="499"/>
              </a:spcBef>
              <a:buNone/>
              <a:tabLst>
                <a:tab pos="0" algn="l"/>
              </a:tabLst>
            </a:pPr>
            <a:r>
              <a:rPr lang="de-DE" sz="1200" b="0" u="none" strike="noStrike">
                <a:solidFill>
                  <a:srgbClr val="C586C0"/>
                </a:solidFill>
                <a:uFillTx/>
                <a:latin typeface="Menlo"/>
              </a:rPr>
              <a:t>return</a:t>
            </a:r>
            <a:r>
              <a:rPr lang="de-DE" sz="1200" b="0" u="none" strike="noStrike">
                <a:solidFill>
                  <a:srgbClr val="D4D4D4"/>
                </a:solidFill>
                <a:uFillTx/>
                <a:latin typeface="Menlo"/>
              </a:rPr>
              <a:t> </a:t>
            </a:r>
            <a:r>
              <a:rPr lang="de-DE" sz="1200" b="0" u="none" strike="noStrike">
                <a:solidFill>
                  <a:srgbClr val="9CDCFE"/>
                </a:solidFill>
                <a:uFillTx/>
                <a:latin typeface="Menlo"/>
              </a:rPr>
              <a:t>b</a:t>
            </a:r>
            <a:r>
              <a:rPr lang="de-DE" sz="1200" b="0" u="none" strike="noStrike">
                <a:solidFill>
                  <a:srgbClr val="D4D4D4"/>
                </a:solidFill>
                <a:uFillTx/>
                <a:latin typeface="Menlo"/>
              </a:rPr>
              <a:t>;</a:t>
            </a:r>
            <a:endParaRPr lang="de-DE" sz="12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D4D4D4"/>
                </a:solidFill>
                <a:uFillTx/>
                <a:latin typeface="Menlo"/>
              </a:rPr>
              <a:t>}</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br>
              <a:rPr sz="1600"/>
            </a:br>
            <a:r>
              <a:rPr lang="de-DE" sz="1600" b="0" u="none" strike="noStrike">
                <a:solidFill>
                  <a:srgbClr val="6A9955"/>
                </a:solidFill>
                <a:uFillTx/>
                <a:latin typeface="Menlo"/>
              </a:rPr>
              <a:t>// CompileError: 'b' doesn't exist</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C586C0"/>
                </a:solidFill>
                <a:uFillTx/>
                <a:latin typeface="Menlo"/>
              </a:rPr>
              <a:t>return</a:t>
            </a:r>
            <a:r>
              <a:rPr lang="de-DE" sz="1600" b="0" u="none" strike="noStrike">
                <a:solidFill>
                  <a:srgbClr val="D4D4D4"/>
                </a:solidFill>
                <a:uFillTx/>
                <a:latin typeface="Menlo"/>
              </a:rPr>
              <a:t> </a:t>
            </a:r>
            <a:r>
              <a:rPr lang="de-DE" sz="1600" b="0" u="none" strike="noStrike">
                <a:solidFill>
                  <a:srgbClr val="9CDCFE"/>
                </a:solidFill>
                <a:uFillTx/>
                <a:latin typeface="Menlo"/>
              </a:rPr>
              <a:t>b</a:t>
            </a:r>
            <a:r>
              <a:rPr lang="de-DE" sz="1600" b="0" u="none" strike="noStrike">
                <a:solidFill>
                  <a:srgbClr val="D4D4D4"/>
                </a:solidFill>
                <a:uFillTx/>
                <a:latin typeface="Menlo"/>
              </a:rPr>
              <a:t>;</a:t>
            </a:r>
            <a:endParaRPr lang="de-DE" sz="16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000" b="0" u="none" strike="noStrike">
                <a:solidFill>
                  <a:srgbClr val="D4D4D4"/>
                </a:solidFill>
                <a:uFillTx/>
                <a:latin typeface="Menlo"/>
              </a:rPr>
              <a:t>}</a:t>
            </a:r>
            <a:endParaRPr lang="de-DE" sz="20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000" b="0" u="none" strike="noStrike">
              <a:solidFill>
                <a:srgbClr val="000000"/>
              </a:solidFill>
              <a:uFillTx/>
              <a:latin typeface="Arial"/>
            </a:endParaRPr>
          </a:p>
        </p:txBody>
      </p:sp>
      <p:pic>
        <p:nvPicPr>
          <p:cNvPr id="221" name="Picture 4"/>
          <p:cNvPicPr/>
          <p:nvPr/>
        </p:nvPicPr>
        <p:blipFill>
          <a:blip r:embed="rId2"/>
          <a:stretch/>
        </p:blipFill>
        <p:spPr>
          <a:xfrm>
            <a:off x="0" y="0"/>
            <a:ext cx="4634280" cy="6856560"/>
          </a:xfrm>
          <a:prstGeom prst="rect">
            <a:avLst/>
          </a:prstGeom>
          <a:noFill/>
          <a:ln w="0">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2" name="PlaceHolder 1"/>
          <p:cNvSpPr>
            <a:spLocks noGrp="1"/>
          </p:cNvSpPr>
          <p:nvPr>
            <p:ph type="title"/>
          </p:nvPr>
        </p:nvSpPr>
        <p:spPr>
          <a:xfrm>
            <a:off x="4965480" y="629280"/>
            <a:ext cx="6585120" cy="128484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4400" b="0" u="none" strike="noStrike">
                <a:solidFill>
                  <a:schemeClr val="dk1"/>
                </a:solidFill>
                <a:uFillTx/>
                <a:latin typeface="Calibri Light"/>
              </a:rPr>
              <a:t>Block Scoping 2	</a:t>
            </a:r>
            <a:endParaRPr lang="de-DE" sz="4400" b="0" u="none" strike="noStrike">
              <a:solidFill>
                <a:srgbClr val="000000"/>
              </a:solidFill>
              <a:uFillTx/>
              <a:latin typeface="Arial"/>
            </a:endParaRPr>
          </a:p>
        </p:txBody>
      </p:sp>
      <p:sp>
        <p:nvSpPr>
          <p:cNvPr id="223" name="PlaceHolder 2"/>
          <p:cNvSpPr>
            <a:spLocks noGrp="1"/>
          </p:cNvSpPr>
          <p:nvPr>
            <p:ph/>
          </p:nvPr>
        </p:nvSpPr>
        <p:spPr>
          <a:xfrm>
            <a:off x="4965480" y="2438280"/>
            <a:ext cx="6585120" cy="378396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2000" b="0" u="none" strike="noStrike">
                <a:solidFill>
                  <a:srgbClr val="569CD6"/>
                </a:solidFill>
                <a:uFillTx/>
                <a:latin typeface="Menlo"/>
              </a:rPr>
              <a:t>function</a:t>
            </a:r>
            <a:r>
              <a:rPr lang="de-DE" sz="2000" b="0" u="none" strike="noStrike">
                <a:solidFill>
                  <a:srgbClr val="D4D4D4"/>
                </a:solidFill>
                <a:uFillTx/>
                <a:latin typeface="Menlo"/>
              </a:rPr>
              <a:t> </a:t>
            </a:r>
            <a:r>
              <a:rPr lang="de-DE" sz="2000" b="0" u="none" strike="noStrike">
                <a:solidFill>
                  <a:srgbClr val="DCDCAA"/>
                </a:solidFill>
                <a:uFillTx/>
                <a:latin typeface="Menlo"/>
              </a:rPr>
              <a:t>foo</a:t>
            </a:r>
            <a:r>
              <a:rPr lang="de-DE" sz="2000" b="0" u="none" strike="noStrike">
                <a:solidFill>
                  <a:srgbClr val="D4D4D4"/>
                </a:solidFill>
                <a:uFillTx/>
                <a:latin typeface="Menlo"/>
              </a:rPr>
              <a:t>() {</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r>
              <a:rPr lang="de-DE" sz="2000" b="0" u="none" strike="noStrike">
                <a:solidFill>
                  <a:srgbClr val="D4D4D4"/>
                </a:solidFill>
                <a:uFillTx/>
                <a:latin typeface="Menlo"/>
              </a:rPr>
              <a:t>	</a:t>
            </a:r>
            <a:r>
              <a:rPr lang="de-DE" sz="2000" b="0" u="none" strike="noStrike">
                <a:solidFill>
                  <a:srgbClr val="C586C0"/>
                </a:solidFill>
                <a:uFillTx/>
                <a:latin typeface="Menlo"/>
              </a:rPr>
              <a:t>return</a:t>
            </a:r>
            <a:r>
              <a:rPr lang="de-DE" sz="2000" b="0" u="none" strike="noStrike">
                <a:solidFill>
                  <a:srgbClr val="D4D4D4"/>
                </a:solidFill>
                <a:uFillTx/>
                <a:latin typeface="Menlo"/>
              </a:rPr>
              <a:t> </a:t>
            </a:r>
            <a:r>
              <a:rPr lang="de-DE" sz="2000" b="0" u="none" strike="noStrike">
                <a:solidFill>
                  <a:srgbClr val="9CDCFE"/>
                </a:solidFill>
                <a:uFillTx/>
                <a:latin typeface="Menlo"/>
              </a:rPr>
              <a:t>a</a:t>
            </a:r>
            <a:r>
              <a:rPr lang="de-DE" sz="2000" b="0" u="none" strike="noStrike">
                <a:solidFill>
                  <a:srgbClr val="D4D4D4"/>
                </a:solidFill>
                <a:uFillTx/>
                <a:latin typeface="Menlo"/>
              </a:rPr>
              <a:t>;</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r>
              <a:rPr lang="de-DE" sz="2000" b="0" u="none" strike="noStrike">
                <a:solidFill>
                  <a:srgbClr val="D4D4D4"/>
                </a:solidFill>
                <a:uFillTx/>
                <a:latin typeface="Menlo"/>
              </a:rPr>
              <a:t>}</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br>
              <a:rPr sz="2000"/>
            </a:br>
            <a:r>
              <a:rPr lang="de-DE" sz="2000" b="0" u="none" strike="noStrike">
                <a:solidFill>
                  <a:srgbClr val="6A9955"/>
                </a:solidFill>
                <a:uFillTx/>
                <a:latin typeface="Menlo"/>
              </a:rPr>
              <a:t>// undefined</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r>
              <a:rPr lang="de-DE" sz="2000" b="0" u="none" strike="noStrike">
                <a:solidFill>
                  <a:srgbClr val="4EC9B0"/>
                </a:solidFill>
                <a:uFillTx/>
                <a:latin typeface="Menlo"/>
              </a:rPr>
              <a:t>console</a:t>
            </a:r>
            <a:r>
              <a:rPr lang="de-DE" sz="2000" b="0" u="none" strike="noStrike">
                <a:solidFill>
                  <a:srgbClr val="D4D4D4"/>
                </a:solidFill>
                <a:uFillTx/>
                <a:latin typeface="Menlo"/>
              </a:rPr>
              <a:t>.</a:t>
            </a:r>
            <a:r>
              <a:rPr lang="de-DE" sz="2000" b="0" u="none" strike="noStrike">
                <a:solidFill>
                  <a:srgbClr val="DCDCAA"/>
                </a:solidFill>
                <a:uFillTx/>
                <a:latin typeface="Menlo"/>
              </a:rPr>
              <a:t>log</a:t>
            </a:r>
            <a:r>
              <a:rPr lang="de-DE" sz="2000" b="0" u="none" strike="noStrike">
                <a:solidFill>
                  <a:srgbClr val="D4D4D4"/>
                </a:solidFill>
                <a:uFillTx/>
                <a:latin typeface="Menlo"/>
              </a:rPr>
              <a:t>(</a:t>
            </a:r>
            <a:r>
              <a:rPr lang="de-DE" sz="2000" b="0" u="none" strike="noStrike">
                <a:solidFill>
                  <a:srgbClr val="DCDCAA"/>
                </a:solidFill>
                <a:uFillTx/>
                <a:latin typeface="Menlo"/>
              </a:rPr>
              <a:t>foo</a:t>
            </a:r>
            <a:r>
              <a:rPr lang="de-DE" sz="2000" b="0" u="none" strike="noStrike">
                <a:solidFill>
                  <a:srgbClr val="D4D4D4"/>
                </a:solidFill>
                <a:uFillTx/>
                <a:latin typeface="Menlo"/>
              </a:rPr>
              <a:t>());</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br>
              <a:rPr sz="2000"/>
            </a:br>
            <a:r>
              <a:rPr lang="de-DE" sz="2000" b="0" u="none" strike="noStrike">
                <a:solidFill>
                  <a:srgbClr val="569CD6"/>
                </a:solidFill>
                <a:uFillTx/>
                <a:latin typeface="Menlo"/>
              </a:rPr>
              <a:t>let</a:t>
            </a:r>
            <a:r>
              <a:rPr lang="de-DE" sz="2000" b="0" u="none" strike="noStrike">
                <a:solidFill>
                  <a:srgbClr val="D4D4D4"/>
                </a:solidFill>
                <a:uFillTx/>
                <a:latin typeface="Menlo"/>
              </a:rPr>
              <a:t> </a:t>
            </a:r>
            <a:r>
              <a:rPr lang="de-DE" sz="2000" b="0" u="none" strike="noStrike">
                <a:solidFill>
                  <a:srgbClr val="9CDCFE"/>
                </a:solidFill>
                <a:uFillTx/>
                <a:latin typeface="Menlo"/>
              </a:rPr>
              <a:t>a</a:t>
            </a:r>
            <a:r>
              <a:rPr lang="de-DE" sz="2000" b="0" u="none" strike="noStrike">
                <a:solidFill>
                  <a:srgbClr val="D4D4D4"/>
                </a:solidFill>
                <a:uFillTx/>
                <a:latin typeface="Menlo"/>
              </a:rPr>
              <a:t>;</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endParaRPr lang="de-DE" sz="2000" b="0" u="none" strike="noStrike">
              <a:solidFill>
                <a:srgbClr val="000000"/>
              </a:solidFill>
              <a:uFillTx/>
              <a:latin typeface="Arial"/>
            </a:endParaRPr>
          </a:p>
        </p:txBody>
      </p:sp>
      <p:pic>
        <p:nvPicPr>
          <p:cNvPr id="224" name="Picture 4"/>
          <p:cNvPicPr/>
          <p:nvPr/>
        </p:nvPicPr>
        <p:blipFill>
          <a:blip r:embed="rId2"/>
          <a:stretch/>
        </p:blipFill>
        <p:spPr>
          <a:xfrm>
            <a:off x="0" y="0"/>
            <a:ext cx="4634280" cy="6856560"/>
          </a:xfrm>
          <a:prstGeom prst="rect">
            <a:avLst/>
          </a:prstGeom>
          <a:noFill/>
          <a:ln w="0">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 name="PlaceHolder 1"/>
          <p:cNvSpPr>
            <a:spLocks noGrp="1"/>
          </p:cNvSpPr>
          <p:nvPr>
            <p:ph type="title"/>
          </p:nvPr>
        </p:nvSpPr>
        <p:spPr>
          <a:xfrm>
            <a:off x="4965480" y="629280"/>
            <a:ext cx="6585120" cy="128484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4400" b="0" u="none" strike="noStrike">
                <a:solidFill>
                  <a:schemeClr val="dk1"/>
                </a:solidFill>
                <a:uFillTx/>
                <a:latin typeface="Calibri Light"/>
              </a:rPr>
              <a:t>Block Scoping 3</a:t>
            </a:r>
            <a:endParaRPr lang="de-DE" sz="4400" b="0" u="none" strike="noStrike">
              <a:solidFill>
                <a:srgbClr val="000000"/>
              </a:solidFill>
              <a:uFillTx/>
              <a:latin typeface="Arial"/>
            </a:endParaRPr>
          </a:p>
        </p:txBody>
      </p:sp>
      <p:sp>
        <p:nvSpPr>
          <p:cNvPr id="226" name="PlaceHolder 2"/>
          <p:cNvSpPr>
            <a:spLocks noGrp="1"/>
          </p:cNvSpPr>
          <p:nvPr>
            <p:ph/>
          </p:nvPr>
        </p:nvSpPr>
        <p:spPr>
          <a:xfrm>
            <a:off x="4965480" y="2438280"/>
            <a:ext cx="6585120" cy="378396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2000" b="0" u="none" strike="noStrike">
                <a:solidFill>
                  <a:srgbClr val="569CD6"/>
                </a:solidFill>
                <a:uFillTx/>
                <a:latin typeface="Menlo"/>
              </a:rPr>
              <a:t>function</a:t>
            </a:r>
            <a:r>
              <a:rPr lang="de-DE" sz="2000" b="0" u="none" strike="noStrike">
                <a:solidFill>
                  <a:srgbClr val="D4D4D4"/>
                </a:solidFill>
                <a:uFillTx/>
                <a:latin typeface="Menlo"/>
              </a:rPr>
              <a:t> </a:t>
            </a:r>
            <a:r>
              <a:rPr lang="de-DE" sz="2000" b="0" u="none" strike="noStrike">
                <a:solidFill>
                  <a:srgbClr val="DCDCAA"/>
                </a:solidFill>
                <a:uFillTx/>
                <a:latin typeface="Menlo"/>
              </a:rPr>
              <a:t>sumOfWithLet</a:t>
            </a:r>
            <a:r>
              <a:rPr lang="de-DE" sz="2000" b="0" u="none" strike="noStrike">
                <a:solidFill>
                  <a:srgbClr val="D4D4D4"/>
                </a:solidFill>
                <a:uFillTx/>
                <a:latin typeface="Menlo"/>
              </a:rPr>
              <a:t>(</a:t>
            </a:r>
            <a:r>
              <a:rPr lang="de-DE" sz="2000" b="0" u="none" strike="noStrike">
                <a:solidFill>
                  <a:srgbClr val="9CDCFE"/>
                </a:solidFill>
                <a:uFillTx/>
                <a:latin typeface="Menlo"/>
              </a:rPr>
              <a:t>matrix</a:t>
            </a:r>
            <a:r>
              <a:rPr lang="de-DE" sz="2000" b="0" u="none" strike="noStrike">
                <a:solidFill>
                  <a:srgbClr val="D4D4D4"/>
                </a:solidFill>
                <a:uFillTx/>
                <a:latin typeface="Menlo"/>
              </a:rPr>
              <a:t>: </a:t>
            </a:r>
            <a:r>
              <a:rPr lang="de-DE" sz="2000" b="0" u="none" strike="noStrike">
                <a:solidFill>
                  <a:srgbClr val="4EC9B0"/>
                </a:solidFill>
                <a:uFillTx/>
                <a:latin typeface="Menlo"/>
              </a:rPr>
              <a:t>number</a:t>
            </a:r>
            <a:r>
              <a:rPr lang="de-DE" sz="2000" b="0" u="none" strike="noStrike">
                <a:solidFill>
                  <a:srgbClr val="D4D4D4"/>
                </a:solidFill>
                <a:uFillTx/>
                <a:latin typeface="Menlo"/>
              </a:rPr>
              <a:t>[][]) {</a:t>
            </a:r>
            <a:endParaRPr lang="de-DE" sz="20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569CD6"/>
                </a:solidFill>
                <a:uFillTx/>
                <a:latin typeface="Menlo"/>
              </a:rPr>
              <a:t>let</a:t>
            </a:r>
            <a:r>
              <a:rPr lang="de-DE" sz="1600" b="0" u="none" strike="noStrike">
                <a:solidFill>
                  <a:srgbClr val="D4D4D4"/>
                </a:solidFill>
                <a:uFillTx/>
                <a:latin typeface="Menlo"/>
              </a:rPr>
              <a:t> </a:t>
            </a:r>
            <a:r>
              <a:rPr lang="de-DE" sz="1600" b="0" u="none" strike="noStrike">
                <a:solidFill>
                  <a:srgbClr val="9CDCFE"/>
                </a:solidFill>
                <a:uFillTx/>
                <a:latin typeface="Menlo"/>
              </a:rPr>
              <a:t>sum</a:t>
            </a:r>
            <a:r>
              <a:rPr lang="de-DE" sz="1600" b="0" u="none" strike="noStrike">
                <a:solidFill>
                  <a:srgbClr val="D4D4D4"/>
                </a:solidFill>
                <a:uFillTx/>
                <a:latin typeface="Menlo"/>
              </a:rPr>
              <a:t> = </a:t>
            </a:r>
            <a:r>
              <a:rPr lang="de-DE" sz="1600" b="0" u="none" strike="noStrike">
                <a:solidFill>
                  <a:srgbClr val="B5CEA8"/>
                </a:solidFill>
                <a:uFillTx/>
                <a:latin typeface="Menlo"/>
              </a:rPr>
              <a:t>0</a:t>
            </a:r>
            <a:r>
              <a:rPr lang="de-DE" sz="1600" b="0" u="none" strike="noStrike">
                <a:solidFill>
                  <a:srgbClr val="D4D4D4"/>
                </a:solidFill>
                <a:uFillTx/>
                <a:latin typeface="Menlo"/>
              </a:rPr>
              <a:t>;</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C586C0"/>
                </a:solidFill>
                <a:uFillTx/>
                <a:latin typeface="Menlo"/>
              </a:rPr>
              <a:t>for</a:t>
            </a:r>
            <a:r>
              <a:rPr lang="de-DE" sz="1600" b="0" u="none" strike="noStrike">
                <a:solidFill>
                  <a:srgbClr val="D4D4D4"/>
                </a:solidFill>
                <a:uFillTx/>
                <a:latin typeface="Menlo"/>
              </a:rPr>
              <a:t> (</a:t>
            </a:r>
            <a:r>
              <a:rPr lang="de-DE" sz="1600" b="0" u="none" strike="noStrike">
                <a:solidFill>
                  <a:srgbClr val="569CD6"/>
                </a:solidFill>
                <a:uFillTx/>
                <a:latin typeface="Menlo"/>
              </a:rPr>
              <a:t>let</a:t>
            </a:r>
            <a:r>
              <a:rPr lang="de-DE" sz="1600" b="0" u="none" strike="noStrike">
                <a:solidFill>
                  <a:srgbClr val="D4D4D4"/>
                </a:solidFill>
                <a:uFillTx/>
                <a:latin typeface="Menlo"/>
              </a:rPr>
              <a:t> </a:t>
            </a:r>
            <a:r>
              <a:rPr lang="de-DE" sz="1600" b="0" u="none" strike="noStrike">
                <a:solidFill>
                  <a:srgbClr val="9CDCFE"/>
                </a:solidFill>
                <a:uFillTx/>
                <a:latin typeface="Menlo"/>
              </a:rPr>
              <a:t>i</a:t>
            </a:r>
            <a:r>
              <a:rPr lang="de-DE" sz="1600" b="0" u="none" strike="noStrike">
                <a:solidFill>
                  <a:srgbClr val="D4D4D4"/>
                </a:solidFill>
                <a:uFillTx/>
                <a:latin typeface="Menlo"/>
              </a:rPr>
              <a:t> = </a:t>
            </a:r>
            <a:r>
              <a:rPr lang="de-DE" sz="1600" b="0" u="none" strike="noStrike">
                <a:solidFill>
                  <a:srgbClr val="B5CEA8"/>
                </a:solidFill>
                <a:uFillTx/>
                <a:latin typeface="Menlo"/>
              </a:rPr>
              <a:t>0</a:t>
            </a:r>
            <a:r>
              <a:rPr lang="de-DE" sz="1600" b="0" u="none" strike="noStrike">
                <a:solidFill>
                  <a:srgbClr val="D4D4D4"/>
                </a:solidFill>
                <a:uFillTx/>
                <a:latin typeface="Menlo"/>
              </a:rPr>
              <a:t>; </a:t>
            </a:r>
            <a:r>
              <a:rPr lang="de-DE" sz="1600" b="0" u="none" strike="noStrike">
                <a:solidFill>
                  <a:srgbClr val="9CDCFE"/>
                </a:solidFill>
                <a:uFillTx/>
                <a:latin typeface="Menlo"/>
              </a:rPr>
              <a:t>i</a:t>
            </a:r>
            <a:r>
              <a:rPr lang="de-DE" sz="1600" b="0" u="none" strike="noStrike">
                <a:solidFill>
                  <a:srgbClr val="D4D4D4"/>
                </a:solidFill>
                <a:uFillTx/>
                <a:latin typeface="Menlo"/>
              </a:rPr>
              <a:t> &lt; </a:t>
            </a:r>
            <a:r>
              <a:rPr lang="de-DE" sz="1600" b="0" u="none" strike="noStrike">
                <a:solidFill>
                  <a:srgbClr val="9CDCFE"/>
                </a:solidFill>
                <a:uFillTx/>
                <a:latin typeface="Menlo"/>
              </a:rPr>
              <a:t>matrix</a:t>
            </a:r>
            <a:r>
              <a:rPr lang="de-DE" sz="1600" b="0" u="none" strike="noStrike">
                <a:solidFill>
                  <a:srgbClr val="D4D4D4"/>
                </a:solidFill>
                <a:uFillTx/>
                <a:latin typeface="Menlo"/>
              </a:rPr>
              <a:t>.</a:t>
            </a:r>
            <a:r>
              <a:rPr lang="de-DE" sz="1600" b="0" u="none" strike="noStrike">
                <a:solidFill>
                  <a:srgbClr val="9CDCFE"/>
                </a:solidFill>
                <a:uFillTx/>
                <a:latin typeface="Menlo"/>
              </a:rPr>
              <a:t>length</a:t>
            </a:r>
            <a:r>
              <a:rPr lang="de-DE" sz="1600" b="0" u="none" strike="noStrike">
                <a:solidFill>
                  <a:srgbClr val="D4D4D4"/>
                </a:solidFill>
                <a:uFillTx/>
                <a:latin typeface="Menlo"/>
              </a:rPr>
              <a:t>; </a:t>
            </a:r>
            <a:r>
              <a:rPr lang="de-DE" sz="1600" b="0" u="none" strike="noStrike">
                <a:solidFill>
                  <a:srgbClr val="9CDCFE"/>
                </a:solidFill>
                <a:uFillTx/>
                <a:latin typeface="Menlo"/>
              </a:rPr>
              <a:t>i</a:t>
            </a:r>
            <a:r>
              <a:rPr lang="de-DE" sz="1600" b="0" u="none" strike="noStrike">
                <a:solidFill>
                  <a:srgbClr val="D4D4D4"/>
                </a:solidFill>
                <a:uFillTx/>
                <a:latin typeface="Menlo"/>
              </a:rPr>
              <a:t>++) {</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569CD6"/>
                </a:solidFill>
                <a:uFillTx/>
                <a:latin typeface="Menlo"/>
              </a:rPr>
              <a:t>	var</a:t>
            </a:r>
            <a:r>
              <a:rPr lang="de-DE" sz="1600" b="0" u="none" strike="noStrike">
                <a:solidFill>
                  <a:srgbClr val="D4D4D4"/>
                </a:solidFill>
                <a:uFillTx/>
                <a:latin typeface="Menlo"/>
              </a:rPr>
              <a:t> </a:t>
            </a:r>
            <a:r>
              <a:rPr lang="de-DE" sz="1600" b="0" u="none" strike="noStrike">
                <a:solidFill>
                  <a:srgbClr val="9CDCFE"/>
                </a:solidFill>
                <a:uFillTx/>
                <a:latin typeface="Menlo"/>
              </a:rPr>
              <a:t>row</a:t>
            </a:r>
            <a:r>
              <a:rPr lang="de-DE" sz="1600" b="0" u="none" strike="noStrike">
                <a:solidFill>
                  <a:srgbClr val="D4D4D4"/>
                </a:solidFill>
                <a:uFillTx/>
                <a:latin typeface="Menlo"/>
              </a:rPr>
              <a:t> = </a:t>
            </a:r>
            <a:r>
              <a:rPr lang="de-DE" sz="1600" b="0" u="none" strike="noStrike">
                <a:solidFill>
                  <a:srgbClr val="9CDCFE"/>
                </a:solidFill>
                <a:uFillTx/>
                <a:latin typeface="Menlo"/>
              </a:rPr>
              <a:t>matrix</a:t>
            </a:r>
            <a:r>
              <a:rPr lang="de-DE" sz="1600" b="0" u="none" strike="noStrike">
                <a:solidFill>
                  <a:srgbClr val="D4D4D4"/>
                </a:solidFill>
                <a:uFillTx/>
                <a:latin typeface="Menlo"/>
              </a:rPr>
              <a:t>[</a:t>
            </a:r>
            <a:r>
              <a:rPr lang="de-DE" sz="1600" b="0" u="none" strike="noStrike">
                <a:solidFill>
                  <a:srgbClr val="9CDCFE"/>
                </a:solidFill>
                <a:uFillTx/>
                <a:latin typeface="Menlo"/>
              </a:rPr>
              <a:t>i</a:t>
            </a:r>
            <a:r>
              <a:rPr lang="de-DE" sz="1600" b="0" u="none" strike="noStrike">
                <a:solidFill>
                  <a:srgbClr val="D4D4D4"/>
                </a:solidFill>
                <a:uFillTx/>
                <a:latin typeface="Menlo"/>
              </a:rPr>
              <a:t>];</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C586C0"/>
                </a:solidFill>
                <a:uFillTx/>
                <a:latin typeface="Menlo"/>
              </a:rPr>
              <a:t>	for</a:t>
            </a:r>
            <a:r>
              <a:rPr lang="de-DE" sz="1600" b="0" u="none" strike="noStrike">
                <a:solidFill>
                  <a:srgbClr val="D4D4D4"/>
                </a:solidFill>
                <a:uFillTx/>
                <a:latin typeface="Menlo"/>
              </a:rPr>
              <a:t> (</a:t>
            </a:r>
            <a:r>
              <a:rPr lang="de-DE" sz="1600" b="0" u="none" strike="noStrike">
                <a:solidFill>
                  <a:srgbClr val="569CD6"/>
                </a:solidFill>
                <a:uFillTx/>
                <a:latin typeface="Menlo"/>
              </a:rPr>
              <a:t>let</a:t>
            </a:r>
            <a:r>
              <a:rPr lang="de-DE" sz="1600" b="0" u="none" strike="noStrike">
                <a:solidFill>
                  <a:srgbClr val="D4D4D4"/>
                </a:solidFill>
                <a:uFillTx/>
                <a:latin typeface="Menlo"/>
              </a:rPr>
              <a:t> </a:t>
            </a:r>
            <a:r>
              <a:rPr lang="de-DE" sz="1600" b="0" u="none" strike="noStrike">
                <a:solidFill>
                  <a:srgbClr val="9CDCFE"/>
                </a:solidFill>
                <a:uFillTx/>
                <a:latin typeface="Menlo"/>
              </a:rPr>
              <a:t>i</a:t>
            </a:r>
            <a:r>
              <a:rPr lang="de-DE" sz="1600" b="0" u="none" strike="noStrike">
                <a:solidFill>
                  <a:srgbClr val="D4D4D4"/>
                </a:solidFill>
                <a:uFillTx/>
                <a:latin typeface="Menlo"/>
              </a:rPr>
              <a:t> = </a:t>
            </a:r>
            <a:r>
              <a:rPr lang="de-DE" sz="1600" b="0" u="none" strike="noStrike">
                <a:solidFill>
                  <a:srgbClr val="B5CEA8"/>
                </a:solidFill>
                <a:uFillTx/>
                <a:latin typeface="Menlo"/>
              </a:rPr>
              <a:t>0</a:t>
            </a:r>
            <a:r>
              <a:rPr lang="de-DE" sz="1600" b="0" u="none" strike="noStrike">
                <a:solidFill>
                  <a:srgbClr val="D4D4D4"/>
                </a:solidFill>
                <a:uFillTx/>
                <a:latin typeface="Menlo"/>
              </a:rPr>
              <a:t>; </a:t>
            </a:r>
            <a:r>
              <a:rPr lang="de-DE" sz="1600" b="0" u="none" strike="noStrike">
                <a:solidFill>
                  <a:srgbClr val="9CDCFE"/>
                </a:solidFill>
                <a:uFillTx/>
                <a:latin typeface="Menlo"/>
              </a:rPr>
              <a:t>i</a:t>
            </a:r>
            <a:r>
              <a:rPr lang="de-DE" sz="1600" b="0" u="none" strike="noStrike">
                <a:solidFill>
                  <a:srgbClr val="D4D4D4"/>
                </a:solidFill>
                <a:uFillTx/>
                <a:latin typeface="Menlo"/>
              </a:rPr>
              <a:t> &lt; </a:t>
            </a:r>
            <a:r>
              <a:rPr lang="de-DE" sz="1600" b="0" u="none" strike="noStrike">
                <a:solidFill>
                  <a:srgbClr val="9CDCFE"/>
                </a:solidFill>
                <a:uFillTx/>
                <a:latin typeface="Menlo"/>
              </a:rPr>
              <a:t>row</a:t>
            </a:r>
            <a:r>
              <a:rPr lang="de-DE" sz="1600" b="0" u="none" strike="noStrike">
                <a:solidFill>
                  <a:srgbClr val="D4D4D4"/>
                </a:solidFill>
                <a:uFillTx/>
                <a:latin typeface="Menlo"/>
              </a:rPr>
              <a:t>.</a:t>
            </a:r>
            <a:r>
              <a:rPr lang="de-DE" sz="1600" b="0" u="none" strike="noStrike">
                <a:solidFill>
                  <a:srgbClr val="9CDCFE"/>
                </a:solidFill>
                <a:uFillTx/>
                <a:latin typeface="Menlo"/>
              </a:rPr>
              <a:t>length</a:t>
            </a:r>
            <a:r>
              <a:rPr lang="de-DE" sz="1600" b="0" u="none" strike="noStrike">
                <a:solidFill>
                  <a:srgbClr val="D4D4D4"/>
                </a:solidFill>
                <a:uFillTx/>
                <a:latin typeface="Menlo"/>
              </a:rPr>
              <a:t>; </a:t>
            </a:r>
            <a:r>
              <a:rPr lang="de-DE" sz="1600" b="0" u="none" strike="noStrike">
                <a:solidFill>
                  <a:srgbClr val="9CDCFE"/>
                </a:solidFill>
                <a:uFillTx/>
                <a:latin typeface="Menlo"/>
              </a:rPr>
              <a:t>i</a:t>
            </a:r>
            <a:r>
              <a:rPr lang="de-DE" sz="1600" b="0" u="none" strike="noStrike">
                <a:solidFill>
                  <a:srgbClr val="D4D4D4"/>
                </a:solidFill>
                <a:uFillTx/>
                <a:latin typeface="Menlo"/>
              </a:rPr>
              <a:t>++) {</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9CDCFE"/>
                </a:solidFill>
                <a:uFillTx/>
                <a:latin typeface="Menlo"/>
              </a:rPr>
              <a:t>		sum</a:t>
            </a:r>
            <a:r>
              <a:rPr lang="de-DE" sz="1600" b="0" u="none" strike="noStrike">
                <a:solidFill>
                  <a:srgbClr val="D4D4D4"/>
                </a:solidFill>
                <a:uFillTx/>
                <a:latin typeface="Menlo"/>
              </a:rPr>
              <a:t> += </a:t>
            </a:r>
            <a:r>
              <a:rPr lang="de-DE" sz="1600" b="0" u="none" strike="noStrike">
                <a:solidFill>
                  <a:srgbClr val="9CDCFE"/>
                </a:solidFill>
                <a:uFillTx/>
                <a:latin typeface="Menlo"/>
              </a:rPr>
              <a:t>row</a:t>
            </a:r>
            <a:r>
              <a:rPr lang="de-DE" sz="1600" b="0" u="none" strike="noStrike">
                <a:solidFill>
                  <a:srgbClr val="D4D4D4"/>
                </a:solidFill>
                <a:uFillTx/>
                <a:latin typeface="Menlo"/>
              </a:rPr>
              <a:t>[</a:t>
            </a:r>
            <a:r>
              <a:rPr lang="de-DE" sz="1600" b="0" u="none" strike="noStrike">
                <a:solidFill>
                  <a:srgbClr val="9CDCFE"/>
                </a:solidFill>
                <a:uFillTx/>
                <a:latin typeface="Menlo"/>
              </a:rPr>
              <a:t>i</a:t>
            </a:r>
            <a:r>
              <a:rPr lang="de-DE" sz="1600" b="0" u="none" strike="noStrike">
                <a:solidFill>
                  <a:srgbClr val="D4D4D4"/>
                </a:solidFill>
                <a:uFillTx/>
                <a:latin typeface="Menlo"/>
              </a:rPr>
              <a:t>];</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D4D4D4"/>
                </a:solidFill>
                <a:uFillTx/>
                <a:latin typeface="Menlo"/>
              </a:rPr>
              <a:t>	}</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D4D4D4"/>
                </a:solidFill>
                <a:uFillTx/>
                <a:latin typeface="Menlo"/>
              </a:rPr>
              <a:t>}</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br>
              <a:rPr sz="1600"/>
            </a:br>
            <a:r>
              <a:rPr lang="de-DE" sz="1600" b="0" u="none" strike="noStrike">
                <a:solidFill>
                  <a:srgbClr val="C586C0"/>
                </a:solidFill>
                <a:uFillTx/>
                <a:latin typeface="Menlo"/>
              </a:rPr>
              <a:t>return</a:t>
            </a:r>
            <a:r>
              <a:rPr lang="de-DE" sz="1600" b="0" u="none" strike="noStrike">
                <a:solidFill>
                  <a:srgbClr val="D4D4D4"/>
                </a:solidFill>
                <a:uFillTx/>
                <a:latin typeface="Menlo"/>
              </a:rPr>
              <a:t> </a:t>
            </a:r>
            <a:r>
              <a:rPr lang="de-DE" sz="1600" b="0" u="none" strike="noStrike">
                <a:solidFill>
                  <a:srgbClr val="9CDCFE"/>
                </a:solidFill>
                <a:uFillTx/>
                <a:latin typeface="Menlo"/>
              </a:rPr>
              <a:t>sum</a:t>
            </a:r>
            <a:r>
              <a:rPr lang="de-DE" sz="1600" b="0" u="none" strike="noStrike">
                <a:solidFill>
                  <a:srgbClr val="D4D4D4"/>
                </a:solidFill>
                <a:uFillTx/>
                <a:latin typeface="Menlo"/>
              </a:rPr>
              <a:t>;</a:t>
            </a:r>
            <a:endParaRPr lang="de-DE" sz="16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000" b="0" u="none" strike="noStrike">
                <a:solidFill>
                  <a:srgbClr val="D4D4D4"/>
                </a:solidFill>
                <a:uFillTx/>
                <a:latin typeface="Menlo"/>
              </a:rPr>
              <a:t>}</a:t>
            </a:r>
            <a:endParaRPr lang="de-DE" sz="2000" b="0" u="none" strike="noStrike">
              <a:solidFill>
                <a:srgbClr val="000000"/>
              </a:solidFill>
              <a:uFillTx/>
              <a:latin typeface="Arial"/>
            </a:endParaRPr>
          </a:p>
        </p:txBody>
      </p:sp>
      <p:pic>
        <p:nvPicPr>
          <p:cNvPr id="227" name="Picture 4"/>
          <p:cNvPicPr/>
          <p:nvPr/>
        </p:nvPicPr>
        <p:blipFill>
          <a:blip r:embed="rId2"/>
          <a:stretch/>
        </p:blipFill>
        <p:spPr>
          <a:xfrm>
            <a:off x="0" y="0"/>
            <a:ext cx="4634280" cy="6856560"/>
          </a:xfrm>
          <a:prstGeom prst="rect">
            <a:avLst/>
          </a:prstGeom>
          <a:noFill/>
          <a:ln w="0">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8" name="PlaceHolder 1"/>
          <p:cNvSpPr>
            <a:spLocks noGrp="1"/>
          </p:cNvSpPr>
          <p:nvPr>
            <p:ph type="title"/>
          </p:nvPr>
        </p:nvSpPr>
        <p:spPr>
          <a:xfrm>
            <a:off x="838080" y="291240"/>
            <a:ext cx="10514160" cy="931320"/>
          </a:xfrm>
          <a:prstGeom prst="rect">
            <a:avLst/>
          </a:prstGeom>
          <a:noFill/>
          <a:ln w="0">
            <a:noFill/>
          </a:ln>
        </p:spPr>
        <p:txBody>
          <a:bodyPr lIns="91440" tIns="45720" rIns="91440" bIns="45720" anchor="b">
            <a:normAutofit/>
          </a:bodyPr>
          <a:lstStyle/>
          <a:p>
            <a:pPr indent="0" algn="r" defTabSz="914400">
              <a:lnSpc>
                <a:spcPct val="90000"/>
              </a:lnSpc>
              <a:buNone/>
              <a:tabLst>
                <a:tab pos="0" algn="l"/>
              </a:tabLst>
            </a:pPr>
            <a:r>
              <a:rPr lang="en-US" sz="5400" b="0" u="none" strike="noStrike">
                <a:solidFill>
                  <a:schemeClr val="dk1"/>
                </a:solidFill>
                <a:uFillTx/>
                <a:latin typeface="Calibri Light"/>
              </a:rPr>
              <a:t>const</a:t>
            </a:r>
            <a:endParaRPr lang="de-DE" sz="5400" b="0" u="none" strike="noStrike">
              <a:solidFill>
                <a:srgbClr val="000000"/>
              </a:solidFill>
              <a:uFillTx/>
              <a:latin typeface="Arial"/>
            </a:endParaRPr>
          </a:p>
        </p:txBody>
      </p:sp>
      <p:pic>
        <p:nvPicPr>
          <p:cNvPr id="229" name="Picture 6" descr="A close up of a screen&#10;&#10;Description automatically generated"/>
          <p:cNvPicPr/>
          <p:nvPr/>
        </p:nvPicPr>
        <p:blipFill>
          <a:blip r:embed="rId2"/>
          <a:stretch/>
        </p:blipFill>
        <p:spPr>
          <a:xfrm>
            <a:off x="838080" y="3137760"/>
            <a:ext cx="10514160" cy="1891440"/>
          </a:xfrm>
          <a:prstGeom prst="rect">
            <a:avLst/>
          </a:prstGeom>
          <a:noFill/>
          <a:ln w="0">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PlaceHolder 1"/>
          <p:cNvSpPr>
            <a:spLocks noGrp="1"/>
          </p:cNvSpPr>
          <p:nvPr>
            <p:ph type="title"/>
          </p:nvPr>
        </p:nvSpPr>
        <p:spPr>
          <a:xfrm>
            <a:off x="960840" y="498240"/>
            <a:ext cx="10268280" cy="127764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400" b="0" u="none" strike="noStrike">
                <a:solidFill>
                  <a:schemeClr val="lt1"/>
                </a:solidFill>
                <a:uFillTx/>
                <a:latin typeface="Calibri Light"/>
              </a:rPr>
              <a:t>Kontrollstrukturen</a:t>
            </a:r>
            <a:endParaRPr lang="de-DE" sz="4400" b="0" u="none" strike="noStrike">
              <a:solidFill>
                <a:srgbClr val="000000"/>
              </a:solidFill>
              <a:uFillTx/>
              <a:latin typeface="Arial"/>
            </a:endParaRPr>
          </a:p>
        </p:txBody>
      </p:sp>
      <p:sp>
        <p:nvSpPr>
          <p:cNvPr id="231" name="PlaceHolder 2"/>
          <p:cNvSpPr>
            <a:spLocks noGrp="1"/>
          </p:cNvSpPr>
          <p:nvPr>
            <p:ph/>
          </p:nvPr>
        </p:nvSpPr>
        <p:spPr>
          <a:xfrm>
            <a:off x="4389120" y="2944440"/>
            <a:ext cx="6840000" cy="2864880"/>
          </a:xfrm>
          <a:prstGeom prst="rect">
            <a:avLst/>
          </a:prstGeom>
          <a:noFill/>
          <a:ln w="0">
            <a:noFill/>
          </a:ln>
        </p:spPr>
        <p:txBody>
          <a:bodyPr lIns="91440" tIns="45720" rIns="91440" bIns="45720" anchor="t">
            <a:normAutofit lnSpcReduction="9999"/>
          </a:bodyPr>
          <a:lstStyle/>
          <a:p>
            <a:pPr indent="0" defTabSz="914400">
              <a:lnSpc>
                <a:spcPct val="90000"/>
              </a:lnSpc>
              <a:spcBef>
                <a:spcPts val="1001"/>
              </a:spcBef>
              <a:buNone/>
              <a:tabLst>
                <a:tab pos="0" algn="l"/>
              </a:tabLst>
            </a:pPr>
            <a:r>
              <a:rPr lang="de-DE" sz="2400" b="0" u="none" strike="noStrike">
                <a:solidFill>
                  <a:srgbClr val="C586C0"/>
                </a:solidFill>
                <a:uFillTx/>
                <a:latin typeface="Menlo"/>
              </a:rPr>
              <a:t>if</a:t>
            </a:r>
            <a:r>
              <a:rPr lang="de-DE" sz="2400" b="0" u="none" strike="noStrike">
                <a:solidFill>
                  <a:srgbClr val="D4D4D4"/>
                </a:solidFill>
                <a:uFillTx/>
                <a:latin typeface="Menlo"/>
              </a:rPr>
              <a:t> (</a:t>
            </a:r>
            <a:r>
              <a:rPr lang="de-DE" sz="2400" b="0" u="none" strike="noStrike">
                <a:solidFill>
                  <a:srgbClr val="9CDCFE"/>
                </a:solidFill>
                <a:uFillTx/>
                <a:latin typeface="Menlo"/>
              </a:rPr>
              <a:t>boolean_expression1</a:t>
            </a:r>
            <a:r>
              <a:rPr lang="de-DE" sz="2400" b="0" u="none" strike="noStrike">
                <a:solidFill>
                  <a:srgbClr val="D4D4D4"/>
                </a:solidFill>
                <a:uFillTx/>
                <a:latin typeface="Menlo"/>
              </a:rPr>
              <a:t>) {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6A9955"/>
                </a:solidFill>
                <a:uFillTx/>
                <a:latin typeface="Menlo"/>
              </a:rPr>
              <a:t>	//some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D4D4D4"/>
                </a:solidFill>
                <a:uFillTx/>
                <a:latin typeface="Menlo"/>
              </a:rPr>
              <a:t>} </a:t>
            </a:r>
            <a:r>
              <a:rPr lang="de-DE" sz="2400" b="0" u="none" strike="noStrike">
                <a:solidFill>
                  <a:srgbClr val="C586C0"/>
                </a:solidFill>
                <a:uFillTx/>
                <a:latin typeface="Menlo"/>
              </a:rPr>
              <a:t>else</a:t>
            </a:r>
            <a:r>
              <a:rPr lang="de-DE" sz="2400" b="0" u="none" strike="noStrike">
                <a:solidFill>
                  <a:srgbClr val="D4D4D4"/>
                </a:solidFill>
                <a:uFillTx/>
                <a:latin typeface="Menlo"/>
              </a:rPr>
              <a:t> </a:t>
            </a:r>
            <a:r>
              <a:rPr lang="de-DE" sz="2400" b="0" u="none" strike="noStrike">
                <a:solidFill>
                  <a:srgbClr val="C586C0"/>
                </a:solidFill>
                <a:uFillTx/>
                <a:latin typeface="Menlo"/>
              </a:rPr>
              <a:t>if</a:t>
            </a:r>
            <a:r>
              <a:rPr lang="de-DE" sz="2400" b="0" u="none" strike="noStrike">
                <a:solidFill>
                  <a:srgbClr val="D4D4D4"/>
                </a:solidFill>
                <a:uFillTx/>
                <a:latin typeface="Menlo"/>
              </a:rPr>
              <a:t> (</a:t>
            </a:r>
            <a:r>
              <a:rPr lang="de-DE" sz="2400" b="0" u="none" strike="noStrike">
                <a:solidFill>
                  <a:srgbClr val="9CDCFE"/>
                </a:solidFill>
                <a:uFillTx/>
                <a:latin typeface="Menlo"/>
              </a:rPr>
              <a:t>boolean_expression2</a:t>
            </a:r>
            <a:r>
              <a:rPr lang="de-DE" sz="2400" b="0" u="none" strike="noStrike">
                <a:solidFill>
                  <a:srgbClr val="D4D4D4"/>
                </a:solidFill>
                <a:uFillTx/>
                <a:latin typeface="Menlo"/>
              </a:rPr>
              <a:t>) {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6A9955"/>
                </a:solidFill>
                <a:uFillTx/>
                <a:latin typeface="Menlo"/>
              </a:rPr>
              <a:t>	//someOther</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D4D4D4"/>
                </a:solidFill>
                <a:uFillTx/>
                <a:latin typeface="Menlo"/>
              </a:rPr>
              <a:t>} </a:t>
            </a:r>
            <a:r>
              <a:rPr lang="de-DE" sz="2400" b="0" u="none" strike="noStrike">
                <a:solidFill>
                  <a:srgbClr val="C586C0"/>
                </a:solidFill>
                <a:uFillTx/>
                <a:latin typeface="Menlo"/>
              </a:rPr>
              <a:t>else</a:t>
            </a:r>
            <a:r>
              <a:rPr lang="de-DE" sz="2400" b="0" u="none" strike="noStrike">
                <a:solidFill>
                  <a:srgbClr val="D4D4D4"/>
                </a:solidFill>
                <a:uFillTx/>
                <a:latin typeface="Menlo"/>
              </a:rPr>
              <a:t> {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6A9955"/>
                </a:solidFill>
                <a:uFillTx/>
                <a:latin typeface="Menlo"/>
              </a:rPr>
              <a:t>	//elsedo</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200" b="0" u="none" strike="noStrike">
              <a:solidFill>
                <a:srgbClr val="000000"/>
              </a:solidFill>
              <a:uFillTx/>
              <a:latin typeface="Arial"/>
            </a:endParaRPr>
          </a:p>
        </p:txBody>
      </p:sp>
      <p:pic>
        <p:nvPicPr>
          <p:cNvPr id="232" name="Picture 4" descr="A blue and white sign&#10;&#10;Description automatically generated"/>
          <p:cNvPicPr/>
          <p:nvPr/>
        </p:nvPicPr>
        <p:blipFill>
          <a:blip r:embed="rId2"/>
          <a:srcRect l="17712" t="36590" r="25103"/>
          <a:stretch/>
        </p:blipFill>
        <p:spPr>
          <a:xfrm>
            <a:off x="1224000" y="2989440"/>
            <a:ext cx="2579040" cy="2602080"/>
          </a:xfrm>
          <a:prstGeom prst="rect">
            <a:avLst/>
          </a:prstGeom>
          <a:noFill/>
          <a:ln w="0">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PlaceHolder 1"/>
          <p:cNvSpPr>
            <a:spLocks noGrp="1"/>
          </p:cNvSpPr>
          <p:nvPr>
            <p:ph type="title"/>
          </p:nvPr>
        </p:nvSpPr>
        <p:spPr>
          <a:xfrm>
            <a:off x="960840" y="498240"/>
            <a:ext cx="10268280" cy="127764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400" b="0" u="none" strike="noStrike">
                <a:solidFill>
                  <a:schemeClr val="lt1"/>
                </a:solidFill>
                <a:uFillTx/>
                <a:latin typeface="Calibri Light"/>
              </a:rPr>
              <a:t>Kontrollstrukturen</a:t>
            </a:r>
            <a:endParaRPr lang="de-DE" sz="4400" b="0" u="none" strike="noStrike">
              <a:solidFill>
                <a:srgbClr val="000000"/>
              </a:solidFill>
              <a:uFillTx/>
              <a:latin typeface="Arial"/>
            </a:endParaRPr>
          </a:p>
        </p:txBody>
      </p:sp>
      <p:sp>
        <p:nvSpPr>
          <p:cNvPr id="234" name="PlaceHolder 2"/>
          <p:cNvSpPr>
            <a:spLocks noGrp="1"/>
          </p:cNvSpPr>
          <p:nvPr>
            <p:ph/>
          </p:nvPr>
        </p:nvSpPr>
        <p:spPr>
          <a:xfrm>
            <a:off x="4389120" y="2944440"/>
            <a:ext cx="6840000" cy="2864880"/>
          </a:xfrm>
          <a:prstGeom prst="rect">
            <a:avLst/>
          </a:prstGeom>
          <a:noFill/>
          <a:ln w="0">
            <a:noFill/>
          </a:ln>
        </p:spPr>
        <p:txBody>
          <a:bodyPr lIns="91440" tIns="45720" rIns="91440" bIns="45720" anchor="t">
            <a:normAutofit fontScale="70000" lnSpcReduction="20000"/>
          </a:bodyPr>
          <a:lstStyle/>
          <a:p>
            <a:pPr indent="0" defTabSz="914400">
              <a:lnSpc>
                <a:spcPct val="90000"/>
              </a:lnSpc>
              <a:spcBef>
                <a:spcPts val="1001"/>
              </a:spcBef>
              <a:buNone/>
              <a:tabLst>
                <a:tab pos="0" algn="l"/>
              </a:tabLst>
            </a:pPr>
            <a:r>
              <a:rPr lang="de-DE" sz="2400" b="0" u="none" strike="noStrike">
                <a:solidFill>
                  <a:srgbClr val="569CD6"/>
                </a:solidFill>
                <a:uFillTx/>
                <a:latin typeface="Menlo"/>
              </a:rPr>
              <a:t>var</a:t>
            </a:r>
            <a:r>
              <a:rPr lang="de-DE" sz="2400" b="0" u="none" strike="noStrike">
                <a:solidFill>
                  <a:srgbClr val="D4D4D4"/>
                </a:solidFill>
                <a:uFillTx/>
                <a:latin typeface="Menlo"/>
              </a:rPr>
              <a:t> </a:t>
            </a:r>
            <a:r>
              <a:rPr lang="de-DE" sz="2400" b="0" u="none" strike="noStrike">
                <a:solidFill>
                  <a:srgbClr val="9CDCFE"/>
                </a:solidFill>
                <a:uFillTx/>
                <a:latin typeface="Menlo"/>
              </a:rPr>
              <a:t>n</a:t>
            </a:r>
            <a:r>
              <a:rPr lang="de-DE" sz="2400" b="0" u="none" strike="noStrike">
                <a:solidFill>
                  <a:srgbClr val="D4D4D4"/>
                </a:solidFill>
                <a:uFillTx/>
                <a:latin typeface="Menlo"/>
              </a:rPr>
              <a:t>:</a:t>
            </a:r>
            <a:r>
              <a:rPr lang="de-DE" sz="2400" b="0" u="none" strike="noStrike">
                <a:solidFill>
                  <a:srgbClr val="4EC9B0"/>
                </a:solidFill>
                <a:uFillTx/>
                <a:latin typeface="Menlo"/>
              </a:rPr>
              <a:t>number</a:t>
            </a:r>
            <a:r>
              <a:rPr lang="de-DE" sz="2400" b="0" u="none" strike="noStrike">
                <a:solidFill>
                  <a:srgbClr val="D4D4D4"/>
                </a:solidFill>
                <a:uFillTx/>
                <a:latin typeface="Menlo"/>
              </a:rPr>
              <a:t> = </a:t>
            </a:r>
            <a:r>
              <a:rPr lang="de-DE" sz="2400" b="0" u="none" strike="noStrike">
                <a:solidFill>
                  <a:srgbClr val="B5CEA8"/>
                </a:solidFill>
                <a:uFillTx/>
                <a:latin typeface="Menlo"/>
              </a:rPr>
              <a:t>1</a:t>
            </a: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C586C0"/>
                </a:solidFill>
                <a:uFillTx/>
                <a:latin typeface="Menlo"/>
              </a:rPr>
              <a:t>while</a:t>
            </a:r>
            <a:r>
              <a:rPr lang="de-DE" sz="2400" b="0" u="none" strike="noStrike">
                <a:solidFill>
                  <a:srgbClr val="D4D4D4"/>
                </a:solidFill>
                <a:uFillTx/>
                <a:latin typeface="Menlo"/>
              </a:rPr>
              <a:t>(</a:t>
            </a:r>
            <a:r>
              <a:rPr lang="de-DE" sz="2400" b="0" u="none" strike="noStrike">
                <a:solidFill>
                  <a:srgbClr val="9CDCFE"/>
                </a:solidFill>
                <a:uFillTx/>
                <a:latin typeface="Menlo"/>
              </a:rPr>
              <a:t>n</a:t>
            </a:r>
            <a:r>
              <a:rPr lang="de-DE" sz="2400" b="0" u="none" strike="noStrike">
                <a:solidFill>
                  <a:srgbClr val="D4D4D4"/>
                </a:solidFill>
                <a:uFillTx/>
                <a:latin typeface="Menlo"/>
              </a:rPr>
              <a:t> &gt; </a:t>
            </a:r>
            <a:r>
              <a:rPr lang="de-DE" sz="2400" b="0" u="none" strike="noStrike">
                <a:solidFill>
                  <a:srgbClr val="B5CEA8"/>
                </a:solidFill>
                <a:uFillTx/>
                <a:latin typeface="Menlo"/>
              </a:rPr>
              <a:t>5</a:t>
            </a:r>
            <a:r>
              <a:rPr lang="de-DE" sz="2400" b="0" u="none" strike="noStrike">
                <a:solidFill>
                  <a:srgbClr val="D4D4D4"/>
                </a:solidFill>
                <a:uFillTx/>
                <a:latin typeface="Menlo"/>
              </a:rPr>
              <a:t>) {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6A9955"/>
                </a:solidFill>
                <a:uFillTx/>
                <a:latin typeface="Menlo"/>
              </a:rPr>
              <a:t>	//some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C586C0"/>
                </a:solidFill>
                <a:uFillTx/>
                <a:latin typeface="Menlo"/>
              </a:rPr>
              <a:t>do</a:t>
            </a:r>
            <a:r>
              <a:rPr lang="de-DE" sz="2400" b="0" u="none" strike="noStrike">
                <a:solidFill>
                  <a:srgbClr val="D4D4D4"/>
                </a:solidFill>
                <a:uFillTx/>
                <a:latin typeface="Menlo"/>
              </a:rPr>
              <a:t> {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6A9955"/>
                </a:solidFill>
                <a:uFillTx/>
                <a:latin typeface="Menlo"/>
              </a:rPr>
              <a:t>	//some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C586C0"/>
                </a:solidFill>
                <a:uFillTx/>
                <a:latin typeface="Menlo"/>
              </a:rPr>
              <a:t>while</a:t>
            </a:r>
            <a:r>
              <a:rPr lang="de-DE" sz="2400" b="0" u="none" strike="noStrike">
                <a:solidFill>
                  <a:srgbClr val="D4D4D4"/>
                </a:solidFill>
                <a:uFillTx/>
                <a:latin typeface="Menlo"/>
              </a:rPr>
              <a:t>(</a:t>
            </a:r>
            <a:r>
              <a:rPr lang="de-DE" sz="2400" b="0" u="none" strike="noStrike">
                <a:solidFill>
                  <a:srgbClr val="9CDCFE"/>
                </a:solidFill>
                <a:uFillTx/>
                <a:latin typeface="Menlo"/>
              </a:rPr>
              <a:t>n</a:t>
            </a:r>
            <a:r>
              <a:rPr lang="de-DE" sz="2400" b="0" u="none" strike="noStrike">
                <a:solidFill>
                  <a:srgbClr val="D4D4D4"/>
                </a:solidFill>
                <a:uFillTx/>
                <a:latin typeface="Menlo"/>
              </a:rPr>
              <a:t>&gt;</a:t>
            </a:r>
            <a:r>
              <a:rPr lang="de-DE" sz="2400" b="0" u="none" strike="noStrike">
                <a:solidFill>
                  <a:srgbClr val="B5CEA8"/>
                </a:solidFill>
                <a:uFillTx/>
                <a:latin typeface="Menlo"/>
              </a:rPr>
              <a:t>5</a:t>
            </a: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200" b="0" u="none" strike="noStrike">
              <a:solidFill>
                <a:srgbClr val="000000"/>
              </a:solidFill>
              <a:uFillTx/>
              <a:latin typeface="Arial"/>
            </a:endParaRPr>
          </a:p>
        </p:txBody>
      </p:sp>
      <p:pic>
        <p:nvPicPr>
          <p:cNvPr id="235" name="Picture 4" descr="A blue and white sign&#10;&#10;Description automatically generated"/>
          <p:cNvPicPr/>
          <p:nvPr/>
        </p:nvPicPr>
        <p:blipFill>
          <a:blip r:embed="rId2"/>
          <a:srcRect l="17712" t="36590" r="25103"/>
          <a:stretch/>
        </p:blipFill>
        <p:spPr>
          <a:xfrm>
            <a:off x="1224000" y="2989440"/>
            <a:ext cx="2579040" cy="2602080"/>
          </a:xfrm>
          <a:prstGeom prst="rect">
            <a:avLst/>
          </a:prstGeom>
          <a:noFill/>
          <a:ln w="0">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Number Datentyp</a:t>
            </a:r>
            <a:endParaRPr lang="de-DE" sz="4400" b="0" u="none" strike="noStrike">
              <a:solidFill>
                <a:srgbClr val="000000"/>
              </a:solidFill>
              <a:uFillTx/>
              <a:latin typeface="Arial"/>
            </a:endParaRPr>
          </a:p>
        </p:txBody>
      </p:sp>
      <p:graphicFrame>
        <p:nvGraphicFramePr>
          <p:cNvPr id="4" name="Diagram4"/>
          <p:cNvGraphicFramePr/>
          <p:nvPr>
            <p:extLst>
              <p:ext uri="{D42A27DB-BD31-4B8C-83A1-F6EECF244321}">
                <p14:modId xmlns:p14="http://schemas.microsoft.com/office/powerpoint/2010/main" val="3035454158"/>
              </p:ext>
            </p:extLst>
          </p:nvPr>
        </p:nvGraphicFramePr>
        <p:xfrm>
          <a:off x="859320" y="1846800"/>
          <a:ext cx="10514160" cy="43498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Number Funktionen</a:t>
            </a:r>
            <a:endParaRPr lang="de-DE" sz="4400" b="0" u="none" strike="noStrike">
              <a:solidFill>
                <a:srgbClr val="000000"/>
              </a:solidFill>
              <a:uFillTx/>
              <a:latin typeface="Arial"/>
            </a:endParaRPr>
          </a:p>
        </p:txBody>
      </p:sp>
      <p:sp>
        <p:nvSpPr>
          <p:cNvPr id="23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toFixed()</a:t>
            </a:r>
            <a:endParaRPr lang="de-DE" sz="2800" b="0" u="none" strike="noStrike">
              <a:solidFill>
                <a:srgbClr val="000000"/>
              </a:solidFill>
              <a:uFillTx/>
              <a:latin typeface="Arial"/>
            </a:endParaRPr>
          </a:p>
          <a:p>
            <a:pPr marL="685800" lvl="1" indent="-228600" defTabSz="914400">
              <a:lnSpc>
                <a:spcPct val="90000"/>
              </a:lnSpc>
              <a:spcBef>
                <a:spcPts val="499"/>
              </a:spcBef>
              <a:buClr>
                <a:srgbClr val="569CD6"/>
              </a:buClr>
              <a:buFont typeface="Arial"/>
              <a:buChar char="•"/>
            </a:pPr>
            <a:r>
              <a:rPr lang="de-DE" sz="2000" b="0" u="none" strike="noStrike">
                <a:solidFill>
                  <a:srgbClr val="569CD6"/>
                </a:solidFill>
                <a:uFillTx/>
                <a:latin typeface="Menlo"/>
              </a:rPr>
              <a:t>var</a:t>
            </a:r>
            <a:r>
              <a:rPr lang="de-DE" sz="2000" b="0" u="none" strike="noStrike">
                <a:solidFill>
                  <a:srgbClr val="D4D4D4"/>
                </a:solidFill>
                <a:uFillTx/>
                <a:latin typeface="Menlo"/>
              </a:rPr>
              <a:t> </a:t>
            </a:r>
            <a:r>
              <a:rPr lang="de-DE" sz="2000" b="0" u="none" strike="noStrike">
                <a:solidFill>
                  <a:srgbClr val="9CDCFE"/>
                </a:solidFill>
                <a:uFillTx/>
                <a:latin typeface="Menlo"/>
              </a:rPr>
              <a:t>numToFixed</a:t>
            </a:r>
            <a:r>
              <a:rPr lang="de-DE" sz="2000" b="0" u="none" strike="noStrike">
                <a:solidFill>
                  <a:srgbClr val="D4D4D4"/>
                </a:solidFill>
                <a:uFillTx/>
                <a:latin typeface="Menlo"/>
              </a:rPr>
              <a:t> = </a:t>
            </a:r>
            <a:r>
              <a:rPr lang="de-DE" sz="2000" b="0" u="none" strike="noStrike">
                <a:solidFill>
                  <a:srgbClr val="569CD6"/>
                </a:solidFill>
                <a:uFillTx/>
                <a:latin typeface="Menlo"/>
              </a:rPr>
              <a:t>new</a:t>
            </a:r>
            <a:r>
              <a:rPr lang="de-DE" sz="2000" b="0" u="none" strike="noStrike">
                <a:solidFill>
                  <a:srgbClr val="D4D4D4"/>
                </a:solidFill>
                <a:uFillTx/>
                <a:latin typeface="Menlo"/>
              </a:rPr>
              <a:t> </a:t>
            </a:r>
            <a:r>
              <a:rPr lang="de-DE" sz="2000" b="0" u="none" strike="noStrike">
                <a:solidFill>
                  <a:srgbClr val="4EC9B0"/>
                </a:solidFill>
                <a:uFillTx/>
                <a:latin typeface="Menlo"/>
              </a:rPr>
              <a:t>Number</a:t>
            </a:r>
            <a:r>
              <a:rPr lang="de-DE" sz="2000" b="0" u="none" strike="noStrike">
                <a:solidFill>
                  <a:srgbClr val="D4D4D4"/>
                </a:solidFill>
                <a:uFillTx/>
                <a:latin typeface="Menlo"/>
              </a:rPr>
              <a:t>(</a:t>
            </a:r>
            <a:r>
              <a:rPr lang="de-DE" sz="2000" b="0" u="none" strike="noStrike">
                <a:solidFill>
                  <a:srgbClr val="B5CEA8"/>
                </a:solidFill>
                <a:uFillTx/>
                <a:latin typeface="Menlo"/>
              </a:rPr>
              <a:t>123.456</a:t>
            </a:r>
            <a:r>
              <a:rPr lang="de-DE" sz="2000" b="0" u="none" strike="noStrike">
                <a:solidFill>
                  <a:srgbClr val="D4D4D4"/>
                </a:solidFill>
                <a:uFillTx/>
                <a:latin typeface="Menlo"/>
              </a:rPr>
              <a:t>); </a:t>
            </a:r>
            <a:endParaRPr lang="de-DE" sz="2000" b="0" u="none" strike="noStrike">
              <a:solidFill>
                <a:srgbClr val="000000"/>
              </a:solidFill>
              <a:uFillTx/>
              <a:latin typeface="Arial"/>
            </a:endParaRPr>
          </a:p>
          <a:p>
            <a:pPr marL="685800" lvl="1" indent="-228600" defTabSz="914400">
              <a:lnSpc>
                <a:spcPct val="90000"/>
              </a:lnSpc>
              <a:spcBef>
                <a:spcPts val="499"/>
              </a:spcBef>
              <a:buClr>
                <a:srgbClr val="4EC9B0"/>
              </a:buClr>
              <a:buFont typeface="Arial"/>
              <a:buChar char="•"/>
            </a:pPr>
            <a:r>
              <a:rPr lang="de-DE" sz="2000" b="0" u="none" strike="noStrike">
                <a:solidFill>
                  <a:srgbClr val="4EC9B0"/>
                </a:solidFill>
                <a:uFillTx/>
                <a:latin typeface="Menlo"/>
              </a:rPr>
              <a:t>console</a:t>
            </a:r>
            <a:r>
              <a:rPr lang="de-DE" sz="2000" b="0" u="none" strike="noStrike">
                <a:solidFill>
                  <a:srgbClr val="D4D4D4"/>
                </a:solidFill>
                <a:uFillTx/>
                <a:latin typeface="Menlo"/>
              </a:rPr>
              <a:t>.</a:t>
            </a:r>
            <a:r>
              <a:rPr lang="de-DE" sz="2000" b="0" u="none" strike="noStrike">
                <a:solidFill>
                  <a:srgbClr val="DCDCAA"/>
                </a:solidFill>
                <a:uFillTx/>
                <a:latin typeface="Menlo"/>
              </a:rPr>
              <a:t>log</a:t>
            </a:r>
            <a:r>
              <a:rPr lang="de-DE" sz="2000" b="0" u="none" strike="noStrike">
                <a:solidFill>
                  <a:srgbClr val="D4D4D4"/>
                </a:solidFill>
                <a:uFillTx/>
                <a:latin typeface="Menlo"/>
              </a:rPr>
              <a:t>(</a:t>
            </a:r>
            <a:r>
              <a:rPr lang="de-DE" sz="2000" b="0" u="none" strike="noStrike">
                <a:solidFill>
                  <a:srgbClr val="CE9178"/>
                </a:solidFill>
                <a:uFillTx/>
                <a:latin typeface="Menlo"/>
              </a:rPr>
              <a:t>"numToFixed.toFixed() is "</a:t>
            </a:r>
            <a:r>
              <a:rPr lang="de-DE" sz="2000" b="0" u="none" strike="noStrike">
                <a:solidFill>
                  <a:srgbClr val="D4D4D4"/>
                </a:solidFill>
                <a:uFillTx/>
                <a:latin typeface="Menlo"/>
              </a:rPr>
              <a:t>+</a:t>
            </a:r>
            <a:r>
              <a:rPr lang="de-DE" sz="2000" b="0" u="none" strike="noStrike">
                <a:solidFill>
                  <a:srgbClr val="9CDCFE"/>
                </a:solidFill>
                <a:uFillTx/>
                <a:latin typeface="Menlo"/>
              </a:rPr>
              <a:t>numToFixed</a:t>
            </a:r>
            <a:r>
              <a:rPr lang="de-DE" sz="2000" b="0" u="none" strike="noStrike">
                <a:solidFill>
                  <a:srgbClr val="D4D4D4"/>
                </a:solidFill>
                <a:uFillTx/>
                <a:latin typeface="Menlo"/>
              </a:rPr>
              <a:t>.</a:t>
            </a:r>
            <a:r>
              <a:rPr lang="de-DE" sz="2000" b="0" u="none" strike="noStrike">
                <a:solidFill>
                  <a:srgbClr val="DCDCAA"/>
                </a:solidFill>
                <a:uFillTx/>
                <a:latin typeface="Menlo"/>
              </a:rPr>
              <a:t>toFixed</a:t>
            </a:r>
            <a:r>
              <a:rPr lang="de-DE" sz="2000" b="0" u="none" strike="noStrike">
                <a:solidFill>
                  <a:srgbClr val="D4D4D4"/>
                </a:solidFill>
                <a:uFillTx/>
                <a:latin typeface="Menlo"/>
              </a:rPr>
              <a:t>()) </a:t>
            </a:r>
            <a:endParaRPr lang="de-DE" sz="2000" b="0" u="none" strike="noStrike">
              <a:solidFill>
                <a:srgbClr val="000000"/>
              </a:solidFill>
              <a:uFillTx/>
              <a:latin typeface="Arial"/>
            </a:endParaRPr>
          </a:p>
          <a:p>
            <a:pPr marL="685800" lvl="1" indent="-228600" defTabSz="914400">
              <a:lnSpc>
                <a:spcPct val="90000"/>
              </a:lnSpc>
              <a:spcBef>
                <a:spcPts val="499"/>
              </a:spcBef>
              <a:buClr>
                <a:srgbClr val="4EC9B0"/>
              </a:buClr>
              <a:buFont typeface="Arial"/>
              <a:buChar char="•"/>
            </a:pPr>
            <a:r>
              <a:rPr lang="de-DE" sz="2000" b="0" u="none" strike="noStrike">
                <a:solidFill>
                  <a:srgbClr val="4EC9B0"/>
                </a:solidFill>
                <a:uFillTx/>
                <a:latin typeface="Menlo"/>
              </a:rPr>
              <a:t>console</a:t>
            </a:r>
            <a:r>
              <a:rPr lang="de-DE" sz="2000" b="0" u="none" strike="noStrike">
                <a:solidFill>
                  <a:srgbClr val="D4D4D4"/>
                </a:solidFill>
                <a:uFillTx/>
                <a:latin typeface="Menlo"/>
              </a:rPr>
              <a:t>.</a:t>
            </a:r>
            <a:r>
              <a:rPr lang="de-DE" sz="2000" b="0" u="none" strike="noStrike">
                <a:solidFill>
                  <a:srgbClr val="DCDCAA"/>
                </a:solidFill>
                <a:uFillTx/>
                <a:latin typeface="Menlo"/>
              </a:rPr>
              <a:t>log</a:t>
            </a:r>
            <a:r>
              <a:rPr lang="de-DE" sz="2000" b="0" u="none" strike="noStrike">
                <a:solidFill>
                  <a:srgbClr val="D4D4D4"/>
                </a:solidFill>
                <a:uFillTx/>
                <a:latin typeface="Menlo"/>
              </a:rPr>
              <a:t>(</a:t>
            </a:r>
            <a:r>
              <a:rPr lang="de-DE" sz="2000" b="0" u="none" strike="noStrike">
                <a:solidFill>
                  <a:srgbClr val="CE9178"/>
                </a:solidFill>
                <a:uFillTx/>
                <a:latin typeface="Menlo"/>
              </a:rPr>
              <a:t>"numToFixed.toFixed(2) is "</a:t>
            </a:r>
            <a:r>
              <a:rPr lang="de-DE" sz="2000" b="0" u="none" strike="noStrike">
                <a:solidFill>
                  <a:srgbClr val="D4D4D4"/>
                </a:solidFill>
                <a:uFillTx/>
                <a:latin typeface="Menlo"/>
              </a:rPr>
              <a:t>+</a:t>
            </a:r>
            <a:r>
              <a:rPr lang="de-DE" sz="2000" b="0" u="none" strike="noStrike">
                <a:solidFill>
                  <a:srgbClr val="9CDCFE"/>
                </a:solidFill>
                <a:uFillTx/>
                <a:latin typeface="Menlo"/>
              </a:rPr>
              <a:t>numToFixed</a:t>
            </a:r>
            <a:r>
              <a:rPr lang="de-DE" sz="2000" b="0" u="none" strike="noStrike">
                <a:solidFill>
                  <a:srgbClr val="D4D4D4"/>
                </a:solidFill>
                <a:uFillTx/>
                <a:latin typeface="Menlo"/>
              </a:rPr>
              <a:t>.</a:t>
            </a:r>
            <a:r>
              <a:rPr lang="de-DE" sz="2000" b="0" u="none" strike="noStrike">
                <a:solidFill>
                  <a:srgbClr val="DCDCAA"/>
                </a:solidFill>
                <a:uFillTx/>
                <a:latin typeface="Menlo"/>
              </a:rPr>
              <a:t>toFixed</a:t>
            </a:r>
            <a:r>
              <a:rPr lang="de-DE" sz="2000" b="0" u="none" strike="noStrike">
                <a:solidFill>
                  <a:srgbClr val="D4D4D4"/>
                </a:solidFill>
                <a:uFillTx/>
                <a:latin typeface="Menlo"/>
              </a:rPr>
              <a:t>(</a:t>
            </a:r>
            <a:r>
              <a:rPr lang="de-DE" sz="2000" b="0" u="none" strike="noStrike">
                <a:solidFill>
                  <a:srgbClr val="B5CEA8"/>
                </a:solidFill>
                <a:uFillTx/>
                <a:latin typeface="Menlo"/>
              </a:rPr>
              <a:t>2</a:t>
            </a:r>
            <a:r>
              <a:rPr lang="de-DE" sz="2000" b="0" u="none" strike="noStrike">
                <a:solidFill>
                  <a:srgbClr val="D4D4D4"/>
                </a:solidFill>
                <a:uFillTx/>
                <a:latin typeface="Menlo"/>
              </a:rPr>
              <a:t>)) </a:t>
            </a:r>
            <a:endParaRPr lang="de-DE" sz="2000" b="0" u="none" strike="noStrike">
              <a:solidFill>
                <a:srgbClr val="000000"/>
              </a:solidFill>
              <a:uFillTx/>
              <a:latin typeface="Arial"/>
            </a:endParaRPr>
          </a:p>
          <a:p>
            <a:pPr marL="685800" lvl="1" indent="-228600" defTabSz="914400">
              <a:lnSpc>
                <a:spcPct val="90000"/>
              </a:lnSpc>
              <a:spcBef>
                <a:spcPts val="499"/>
              </a:spcBef>
              <a:buClr>
                <a:srgbClr val="4EC9B0"/>
              </a:buClr>
              <a:buFont typeface="Arial"/>
              <a:buChar char="•"/>
            </a:pPr>
            <a:r>
              <a:rPr lang="de-DE" sz="2000" b="0" u="none" strike="noStrike">
                <a:solidFill>
                  <a:srgbClr val="4EC9B0"/>
                </a:solidFill>
                <a:uFillTx/>
                <a:latin typeface="Menlo"/>
              </a:rPr>
              <a:t>console</a:t>
            </a:r>
            <a:r>
              <a:rPr lang="de-DE" sz="2000" b="0" u="none" strike="noStrike">
                <a:solidFill>
                  <a:srgbClr val="D4D4D4"/>
                </a:solidFill>
                <a:uFillTx/>
                <a:latin typeface="Menlo"/>
              </a:rPr>
              <a:t>.</a:t>
            </a:r>
            <a:r>
              <a:rPr lang="de-DE" sz="2000" b="0" u="none" strike="noStrike">
                <a:solidFill>
                  <a:srgbClr val="DCDCAA"/>
                </a:solidFill>
                <a:uFillTx/>
                <a:latin typeface="Menlo"/>
              </a:rPr>
              <a:t>log</a:t>
            </a:r>
            <a:r>
              <a:rPr lang="de-DE" sz="2000" b="0" u="none" strike="noStrike">
                <a:solidFill>
                  <a:srgbClr val="D4D4D4"/>
                </a:solidFill>
                <a:uFillTx/>
                <a:latin typeface="Menlo"/>
              </a:rPr>
              <a:t>(</a:t>
            </a:r>
            <a:r>
              <a:rPr lang="de-DE" sz="2000" b="0" u="none" strike="noStrike">
                <a:solidFill>
                  <a:srgbClr val="CE9178"/>
                </a:solidFill>
                <a:uFillTx/>
                <a:latin typeface="Menlo"/>
              </a:rPr>
              <a:t>"numToFixed.toFixed(6) is "</a:t>
            </a:r>
            <a:r>
              <a:rPr lang="de-DE" sz="2000" b="0" u="none" strike="noStrike">
                <a:solidFill>
                  <a:srgbClr val="D4D4D4"/>
                </a:solidFill>
                <a:uFillTx/>
                <a:latin typeface="Menlo"/>
              </a:rPr>
              <a:t>+</a:t>
            </a:r>
            <a:r>
              <a:rPr lang="de-DE" sz="2000" b="0" u="none" strike="noStrike">
                <a:solidFill>
                  <a:srgbClr val="9CDCFE"/>
                </a:solidFill>
                <a:uFillTx/>
                <a:latin typeface="Menlo"/>
              </a:rPr>
              <a:t>numToFixed</a:t>
            </a:r>
            <a:r>
              <a:rPr lang="de-DE" sz="2000" b="0" u="none" strike="noStrike">
                <a:solidFill>
                  <a:srgbClr val="D4D4D4"/>
                </a:solidFill>
                <a:uFillTx/>
                <a:latin typeface="Menlo"/>
              </a:rPr>
              <a:t>.</a:t>
            </a:r>
            <a:r>
              <a:rPr lang="de-DE" sz="2000" b="0" u="none" strike="noStrike">
                <a:solidFill>
                  <a:srgbClr val="DCDCAA"/>
                </a:solidFill>
                <a:uFillTx/>
                <a:latin typeface="Menlo"/>
              </a:rPr>
              <a:t>toFixed</a:t>
            </a:r>
            <a:r>
              <a:rPr lang="de-DE" sz="2000" b="0" u="none" strike="noStrike">
                <a:solidFill>
                  <a:srgbClr val="D4D4D4"/>
                </a:solidFill>
                <a:uFillTx/>
                <a:latin typeface="Menlo"/>
              </a:rPr>
              <a:t>(</a:t>
            </a:r>
            <a:r>
              <a:rPr lang="de-DE" sz="2000" b="0" u="none" strike="noStrike">
                <a:solidFill>
                  <a:srgbClr val="B5CEA8"/>
                </a:solidFill>
                <a:uFillTx/>
                <a:latin typeface="Menlo"/>
              </a:rPr>
              <a:t>4</a:t>
            </a:r>
            <a:r>
              <a:rPr lang="de-DE" sz="2000" b="0" u="none" strike="noStrike">
                <a:solidFill>
                  <a:srgbClr val="D4D4D4"/>
                </a:solidFill>
                <a:uFillTx/>
                <a:latin typeface="Menlo"/>
              </a:rPr>
              <a:t>))</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toLocaleString()</a:t>
            </a:r>
            <a:endParaRPr lang="de-DE" sz="2800" b="0" u="none" strike="noStrike">
              <a:solidFill>
                <a:srgbClr val="000000"/>
              </a:solidFill>
              <a:uFillTx/>
              <a:latin typeface="Arial"/>
            </a:endParaRPr>
          </a:p>
          <a:p>
            <a:pPr marL="685800" lvl="1" indent="-228600" defTabSz="914400">
              <a:lnSpc>
                <a:spcPct val="90000"/>
              </a:lnSpc>
              <a:spcBef>
                <a:spcPts val="499"/>
              </a:spcBef>
              <a:buClr>
                <a:srgbClr val="569CD6"/>
              </a:buClr>
              <a:buFont typeface="Arial"/>
              <a:buChar char="•"/>
            </a:pPr>
            <a:r>
              <a:rPr lang="de-DE" sz="2000" b="0" u="none" strike="noStrike">
                <a:solidFill>
                  <a:srgbClr val="569CD6"/>
                </a:solidFill>
                <a:uFillTx/>
                <a:latin typeface="Menlo"/>
              </a:rPr>
              <a:t>var</a:t>
            </a:r>
            <a:r>
              <a:rPr lang="de-DE" sz="2000" b="0" u="none" strike="noStrike">
                <a:solidFill>
                  <a:srgbClr val="D4D4D4"/>
                </a:solidFill>
                <a:uFillTx/>
                <a:latin typeface="Menlo"/>
              </a:rPr>
              <a:t> </a:t>
            </a:r>
            <a:r>
              <a:rPr lang="de-DE" sz="2000" b="0" u="none" strike="noStrike">
                <a:solidFill>
                  <a:srgbClr val="9CDCFE"/>
                </a:solidFill>
                <a:uFillTx/>
                <a:latin typeface="Menlo"/>
              </a:rPr>
              <a:t>numTo</a:t>
            </a:r>
            <a:r>
              <a:rPr lang="de-DE" sz="2000" b="0" u="none" strike="noStrike">
                <a:solidFill>
                  <a:srgbClr val="D4D4D4"/>
                </a:solidFill>
                <a:uFillTx/>
                <a:latin typeface="Menlo"/>
              </a:rPr>
              <a:t> = </a:t>
            </a:r>
            <a:r>
              <a:rPr lang="de-DE" sz="2000" b="0" u="none" strike="noStrike">
                <a:solidFill>
                  <a:srgbClr val="569CD6"/>
                </a:solidFill>
                <a:uFillTx/>
                <a:latin typeface="Menlo"/>
              </a:rPr>
              <a:t>new</a:t>
            </a:r>
            <a:r>
              <a:rPr lang="de-DE" sz="2000" b="0" u="none" strike="noStrike">
                <a:solidFill>
                  <a:srgbClr val="D4D4D4"/>
                </a:solidFill>
                <a:uFillTx/>
                <a:latin typeface="Menlo"/>
              </a:rPr>
              <a:t> </a:t>
            </a:r>
            <a:r>
              <a:rPr lang="de-DE" sz="2000" b="0" u="none" strike="noStrike">
                <a:solidFill>
                  <a:srgbClr val="4EC9B0"/>
                </a:solidFill>
                <a:uFillTx/>
                <a:latin typeface="Menlo"/>
              </a:rPr>
              <a:t>Number</a:t>
            </a:r>
            <a:r>
              <a:rPr lang="de-DE" sz="2000" b="0" u="none" strike="noStrike">
                <a:solidFill>
                  <a:srgbClr val="D4D4D4"/>
                </a:solidFill>
                <a:uFillTx/>
                <a:latin typeface="Menlo"/>
              </a:rPr>
              <a:t>(</a:t>
            </a:r>
            <a:r>
              <a:rPr lang="de-DE" sz="2000" b="0" u="none" strike="noStrike">
                <a:solidFill>
                  <a:srgbClr val="B5CEA8"/>
                </a:solidFill>
                <a:uFillTx/>
                <a:latin typeface="Menlo"/>
              </a:rPr>
              <a:t>123.456</a:t>
            </a:r>
            <a:r>
              <a:rPr lang="de-DE" sz="2000" b="0" u="none" strike="noStrike">
                <a:solidFill>
                  <a:srgbClr val="D4D4D4"/>
                </a:solidFill>
                <a:uFillTx/>
                <a:latin typeface="Menlo"/>
              </a:rPr>
              <a:t>); </a:t>
            </a:r>
            <a:endParaRPr lang="de-DE" sz="2000" b="0" u="none" strike="noStrike">
              <a:solidFill>
                <a:srgbClr val="000000"/>
              </a:solidFill>
              <a:uFillTx/>
              <a:latin typeface="Arial"/>
            </a:endParaRPr>
          </a:p>
          <a:p>
            <a:pPr marL="685800" lvl="1" indent="-228600" defTabSz="914400">
              <a:lnSpc>
                <a:spcPct val="90000"/>
              </a:lnSpc>
              <a:spcBef>
                <a:spcPts val="499"/>
              </a:spcBef>
              <a:buClr>
                <a:srgbClr val="4EC9B0"/>
              </a:buClr>
              <a:buFont typeface="Arial"/>
              <a:buChar char="•"/>
            </a:pPr>
            <a:r>
              <a:rPr lang="de-DE" sz="2000" b="0" u="none" strike="noStrike">
                <a:solidFill>
                  <a:srgbClr val="4EC9B0"/>
                </a:solidFill>
                <a:uFillTx/>
                <a:latin typeface="Menlo"/>
              </a:rPr>
              <a:t>console</a:t>
            </a:r>
            <a:r>
              <a:rPr lang="de-DE" sz="2000" b="0" u="none" strike="noStrike">
                <a:solidFill>
                  <a:srgbClr val="D4D4D4"/>
                </a:solidFill>
                <a:uFillTx/>
                <a:latin typeface="Menlo"/>
              </a:rPr>
              <a:t>.</a:t>
            </a:r>
            <a:r>
              <a:rPr lang="de-DE" sz="2000" b="0" u="none" strike="noStrike">
                <a:solidFill>
                  <a:srgbClr val="DCDCAA"/>
                </a:solidFill>
                <a:uFillTx/>
                <a:latin typeface="Menlo"/>
              </a:rPr>
              <a:t>log</a:t>
            </a:r>
            <a:r>
              <a:rPr lang="de-DE" sz="2000" b="0" u="none" strike="noStrike">
                <a:solidFill>
                  <a:srgbClr val="D4D4D4"/>
                </a:solidFill>
                <a:uFillTx/>
                <a:latin typeface="Menlo"/>
              </a:rPr>
              <a:t>( </a:t>
            </a:r>
            <a:r>
              <a:rPr lang="de-DE" sz="2000" b="0" u="none" strike="noStrike">
                <a:solidFill>
                  <a:srgbClr val="9CDCFE"/>
                </a:solidFill>
                <a:uFillTx/>
                <a:latin typeface="Menlo"/>
              </a:rPr>
              <a:t>numTo</a:t>
            </a:r>
            <a:r>
              <a:rPr lang="de-DE" sz="2000" b="0" u="none" strike="noStrike">
                <a:solidFill>
                  <a:srgbClr val="D4D4D4"/>
                </a:solidFill>
                <a:uFillTx/>
                <a:latin typeface="Menlo"/>
              </a:rPr>
              <a:t>.</a:t>
            </a:r>
            <a:r>
              <a:rPr lang="de-DE" sz="2000" b="0" u="none" strike="noStrike">
                <a:solidFill>
                  <a:srgbClr val="DCDCAA"/>
                </a:solidFill>
                <a:uFillTx/>
                <a:latin typeface="Menlo"/>
              </a:rPr>
              <a:t>toLocaleString</a:t>
            </a:r>
            <a:r>
              <a:rPr lang="de-DE" sz="2000" b="0" u="none" strike="noStrike">
                <a:solidFill>
                  <a:srgbClr val="D4D4D4"/>
                </a:solidFill>
                <a:uFillTx/>
                <a:latin typeface="Menlo"/>
              </a:rPr>
              <a:t>());</a:t>
            </a:r>
            <a:endParaRPr lang="de-DE" sz="20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String Funktionen	</a:t>
            </a:r>
            <a:endParaRPr lang="de-DE" sz="4400" b="0" u="none" strike="noStrike">
              <a:solidFill>
                <a:srgbClr val="000000"/>
              </a:solidFill>
              <a:uFillTx/>
              <a:latin typeface="Arial"/>
            </a:endParaRPr>
          </a:p>
        </p:txBody>
      </p:sp>
      <p:sp>
        <p:nvSpPr>
          <p:cNvPr id="24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569CD6"/>
                </a:solidFill>
                <a:uFillTx/>
                <a:latin typeface="Menlo"/>
              </a:rPr>
              <a:t>var</a:t>
            </a:r>
            <a:r>
              <a:rPr lang="de-DE" sz="2800" b="0" u="none" strike="noStrike">
                <a:solidFill>
                  <a:srgbClr val="D4D4D4"/>
                </a:solidFill>
                <a:uFillTx/>
                <a:latin typeface="Menlo"/>
              </a:rPr>
              <a:t> </a:t>
            </a:r>
            <a:r>
              <a:rPr lang="de-DE" sz="2800" b="0" u="none" strike="noStrike">
                <a:solidFill>
                  <a:srgbClr val="9CDCFE"/>
                </a:solidFill>
                <a:uFillTx/>
                <a:latin typeface="Menlo"/>
              </a:rPr>
              <a:t>str1</a:t>
            </a:r>
            <a:r>
              <a:rPr lang="de-DE" sz="2800" b="0" u="none" strike="noStrike">
                <a:solidFill>
                  <a:srgbClr val="D4D4D4"/>
                </a:solidFill>
                <a:uFillTx/>
                <a:latin typeface="Menlo"/>
              </a:rPr>
              <a:t> = </a:t>
            </a:r>
            <a:r>
              <a:rPr lang="de-DE" sz="2800" b="0" u="none" strike="noStrike">
                <a:solidFill>
                  <a:srgbClr val="569CD6"/>
                </a:solidFill>
                <a:uFillTx/>
                <a:latin typeface="Menlo"/>
              </a:rPr>
              <a:t>new</a:t>
            </a:r>
            <a:r>
              <a:rPr lang="de-DE" sz="2800" b="0" u="none" strike="noStrike">
                <a:solidFill>
                  <a:srgbClr val="D4D4D4"/>
                </a:solidFill>
                <a:uFillTx/>
                <a:latin typeface="Menlo"/>
              </a:rPr>
              <a:t> </a:t>
            </a:r>
            <a:r>
              <a:rPr lang="de-DE" sz="2800" b="0" u="none" strike="noStrike">
                <a:solidFill>
                  <a:srgbClr val="4EC9B0"/>
                </a:solidFill>
                <a:uFillTx/>
                <a:latin typeface="Menlo"/>
              </a:rPr>
              <a:t>String</a:t>
            </a:r>
            <a:r>
              <a:rPr lang="de-DE" sz="2800" b="0" u="none" strike="noStrike">
                <a:solidFill>
                  <a:srgbClr val="D4D4D4"/>
                </a:solidFill>
                <a:uFillTx/>
                <a:latin typeface="Menlo"/>
              </a:rPr>
              <a:t>( </a:t>
            </a:r>
            <a:r>
              <a:rPr lang="de-DE" sz="2800" b="0" u="none" strike="noStrike">
                <a:solidFill>
                  <a:srgbClr val="CE9178"/>
                </a:solidFill>
                <a:uFillTx/>
                <a:latin typeface="Menlo"/>
              </a:rPr>
              <a:t>"The TS String"</a:t>
            </a: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569CD6"/>
                </a:solidFill>
                <a:uFillTx/>
                <a:latin typeface="Menlo"/>
              </a:rPr>
              <a:t>var</a:t>
            </a:r>
            <a:r>
              <a:rPr lang="de-DE" sz="2800" b="0" u="none" strike="noStrike">
                <a:solidFill>
                  <a:srgbClr val="D4D4D4"/>
                </a:solidFill>
                <a:uFillTx/>
                <a:latin typeface="Menlo"/>
              </a:rPr>
              <a:t> </a:t>
            </a:r>
            <a:r>
              <a:rPr lang="de-DE" sz="2800" b="0" u="none" strike="noStrike">
                <a:solidFill>
                  <a:srgbClr val="9CDCFE"/>
                </a:solidFill>
                <a:uFillTx/>
                <a:latin typeface="Menlo"/>
              </a:rPr>
              <a:t>index</a:t>
            </a:r>
            <a:r>
              <a:rPr lang="de-DE" sz="2800" b="0" u="none" strike="noStrike">
                <a:solidFill>
                  <a:srgbClr val="D4D4D4"/>
                </a:solidFill>
                <a:uFillTx/>
                <a:latin typeface="Menlo"/>
              </a:rPr>
              <a:t> = </a:t>
            </a:r>
            <a:r>
              <a:rPr lang="de-DE" sz="2800" b="0" u="none" strike="noStrike">
                <a:solidFill>
                  <a:srgbClr val="9CDCFE"/>
                </a:solidFill>
                <a:uFillTx/>
                <a:latin typeface="Menlo"/>
              </a:rPr>
              <a:t>str1</a:t>
            </a:r>
            <a:r>
              <a:rPr lang="de-DE" sz="2800" b="0" u="none" strike="noStrike">
                <a:solidFill>
                  <a:srgbClr val="D4D4D4"/>
                </a:solidFill>
                <a:uFillTx/>
                <a:latin typeface="Menlo"/>
              </a:rPr>
              <a:t>.</a:t>
            </a:r>
            <a:r>
              <a:rPr lang="de-DE" sz="2800" b="0" u="none" strike="noStrike">
                <a:solidFill>
                  <a:srgbClr val="DCDCAA"/>
                </a:solidFill>
                <a:uFillTx/>
                <a:latin typeface="Menlo"/>
              </a:rPr>
              <a:t>indexOf</a:t>
            </a:r>
            <a:r>
              <a:rPr lang="de-DE" sz="2800" b="0" u="none" strike="noStrike">
                <a:solidFill>
                  <a:srgbClr val="D4D4D4"/>
                </a:solidFill>
                <a:uFillTx/>
                <a:latin typeface="Menlo"/>
              </a:rPr>
              <a:t>( </a:t>
            </a:r>
            <a:r>
              <a:rPr lang="de-DE" sz="2800" b="0" u="none" strike="noStrike">
                <a:solidFill>
                  <a:srgbClr val="CE9178"/>
                </a:solidFill>
                <a:uFillTx/>
                <a:latin typeface="Menlo"/>
              </a:rPr>
              <a:t>"String"</a:t>
            </a:r>
            <a:r>
              <a:rPr lang="de-DE" sz="2800" b="0" u="none" strike="noStrike">
                <a:solidFill>
                  <a:srgbClr val="D4D4D4"/>
                </a:solidFill>
                <a:uFillTx/>
                <a:latin typeface="Menlo"/>
              </a:rPr>
              <a:t> );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EC9B0"/>
                </a:solidFill>
                <a:uFillTx/>
                <a:latin typeface="Menlo"/>
              </a:rPr>
              <a:t>console</a:t>
            </a:r>
            <a:r>
              <a:rPr lang="de-DE" sz="2800" b="0" u="none" strike="noStrike">
                <a:solidFill>
                  <a:srgbClr val="D4D4D4"/>
                </a:solidFill>
                <a:uFillTx/>
                <a:latin typeface="Menlo"/>
              </a:rPr>
              <a:t>.</a:t>
            </a:r>
            <a:r>
              <a:rPr lang="de-DE" sz="2800" b="0" u="none" strike="noStrike">
                <a:solidFill>
                  <a:srgbClr val="DCDCAA"/>
                </a:solidFill>
                <a:uFillTx/>
                <a:latin typeface="Menlo"/>
              </a:rPr>
              <a:t>log</a:t>
            </a:r>
            <a:r>
              <a:rPr lang="de-DE" sz="2800" b="0" u="none" strike="noStrike">
                <a:solidFill>
                  <a:srgbClr val="D4D4D4"/>
                </a:solidFill>
                <a:uFillTx/>
                <a:latin typeface="Menlo"/>
              </a:rPr>
              <a:t>(</a:t>
            </a:r>
            <a:r>
              <a:rPr lang="de-DE" sz="2800" b="0" u="none" strike="noStrike">
                <a:solidFill>
                  <a:srgbClr val="CE9178"/>
                </a:solidFill>
                <a:uFillTx/>
                <a:latin typeface="Menlo"/>
              </a:rPr>
              <a:t>"indexOf found String :"</a:t>
            </a:r>
            <a:r>
              <a:rPr lang="de-DE" sz="2800" b="0" u="none" strike="noStrike">
                <a:solidFill>
                  <a:srgbClr val="D4D4D4"/>
                </a:solidFill>
                <a:uFillTx/>
                <a:latin typeface="Menlo"/>
              </a:rPr>
              <a:t> + </a:t>
            </a:r>
            <a:r>
              <a:rPr lang="de-DE" sz="2800" b="0" u="none" strike="noStrike">
                <a:solidFill>
                  <a:srgbClr val="9CDCFE"/>
                </a:solidFill>
                <a:uFillTx/>
                <a:latin typeface="Menlo"/>
              </a:rPr>
              <a:t>index</a:t>
            </a:r>
            <a:r>
              <a:rPr lang="de-DE" sz="2800" b="0" u="none" strike="noStrike">
                <a:solidFill>
                  <a:srgbClr val="D4D4D4"/>
                </a:solidFill>
                <a:uFillTx/>
                <a:latin typeface="Menlo"/>
              </a:rPr>
              <a:t> );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br>
              <a:rPr sz="2800"/>
            </a:br>
            <a:r>
              <a:rPr lang="de-DE" sz="2800" b="0" u="none" strike="noStrike">
                <a:solidFill>
                  <a:srgbClr val="4EC9B0"/>
                </a:solidFill>
                <a:uFillTx/>
                <a:latin typeface="Menlo"/>
              </a:rPr>
              <a:t>console</a:t>
            </a:r>
            <a:r>
              <a:rPr lang="de-DE" sz="2800" b="0" u="none" strike="noStrike">
                <a:solidFill>
                  <a:srgbClr val="D4D4D4"/>
                </a:solidFill>
                <a:uFillTx/>
                <a:latin typeface="Menlo"/>
              </a:rPr>
              <a:t>.</a:t>
            </a:r>
            <a:r>
              <a:rPr lang="de-DE" sz="2800" b="0" u="none" strike="noStrike">
                <a:solidFill>
                  <a:srgbClr val="DCDCAA"/>
                </a:solidFill>
                <a:uFillTx/>
                <a:latin typeface="Menlo"/>
              </a:rPr>
              <a:t>log</a:t>
            </a:r>
            <a:r>
              <a:rPr lang="de-DE" sz="2800" b="0" u="none" strike="noStrike">
                <a:solidFill>
                  <a:srgbClr val="D4D4D4"/>
                </a:solidFill>
                <a:uFillTx/>
                <a:latin typeface="Menlo"/>
              </a:rPr>
              <a:t>(</a:t>
            </a:r>
            <a:r>
              <a:rPr lang="de-DE" sz="2800" b="0" u="none" strike="noStrike">
                <a:solidFill>
                  <a:srgbClr val="CE9178"/>
                </a:solidFill>
                <a:uFillTx/>
                <a:latin typeface="Menlo"/>
              </a:rPr>
              <a:t>"(1,2): "</a:t>
            </a:r>
            <a:r>
              <a:rPr lang="de-DE" sz="2800" b="0" u="none" strike="noStrike">
                <a:solidFill>
                  <a:srgbClr val="D4D4D4"/>
                </a:solidFill>
                <a:uFillTx/>
                <a:latin typeface="Menlo"/>
              </a:rPr>
              <a:t> + </a:t>
            </a:r>
            <a:r>
              <a:rPr lang="de-DE" sz="2800" b="0" u="none" strike="noStrike">
                <a:solidFill>
                  <a:srgbClr val="9CDCFE"/>
                </a:solidFill>
                <a:uFillTx/>
                <a:latin typeface="Menlo"/>
              </a:rPr>
              <a:t>str1</a:t>
            </a:r>
            <a:r>
              <a:rPr lang="de-DE" sz="2800" b="0" u="none" strike="noStrike">
                <a:solidFill>
                  <a:srgbClr val="D4D4D4"/>
                </a:solidFill>
                <a:uFillTx/>
                <a:latin typeface="Menlo"/>
              </a:rPr>
              <a:t>.</a:t>
            </a:r>
            <a:r>
              <a:rPr lang="de-DE" sz="2800" b="0" u="none" strike="noStrike">
                <a:solidFill>
                  <a:srgbClr val="DCDCAA"/>
                </a:solidFill>
                <a:uFillTx/>
                <a:latin typeface="Menlo"/>
              </a:rPr>
              <a:t>substring</a:t>
            </a:r>
            <a:r>
              <a:rPr lang="de-DE" sz="2800" b="0" u="none" strike="noStrike">
                <a:solidFill>
                  <a:srgbClr val="D4D4D4"/>
                </a:solidFill>
                <a:uFillTx/>
                <a:latin typeface="Menlo"/>
              </a:rPr>
              <a:t>(</a:t>
            </a:r>
            <a:r>
              <a:rPr lang="de-DE" sz="2800" b="0" u="none" strike="noStrike">
                <a:solidFill>
                  <a:srgbClr val="B5CEA8"/>
                </a:solidFill>
                <a:uFillTx/>
                <a:latin typeface="Menlo"/>
              </a:rPr>
              <a:t>1</a:t>
            </a:r>
            <a:r>
              <a:rPr lang="de-DE" sz="2800" b="0" u="none" strike="noStrike">
                <a:solidFill>
                  <a:srgbClr val="D4D4D4"/>
                </a:solidFill>
                <a:uFillTx/>
                <a:latin typeface="Menlo"/>
              </a:rPr>
              <a:t>,</a:t>
            </a:r>
            <a:r>
              <a:rPr lang="de-DE" sz="2800" b="0" u="none" strike="noStrike">
                <a:solidFill>
                  <a:srgbClr val="B5CEA8"/>
                </a:solidFill>
                <a:uFillTx/>
                <a:latin typeface="Menlo"/>
              </a:rPr>
              <a:t>2</a:t>
            </a: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EC9B0"/>
                </a:solidFill>
                <a:uFillTx/>
                <a:latin typeface="Menlo"/>
              </a:rPr>
              <a:t>console</a:t>
            </a:r>
            <a:r>
              <a:rPr lang="de-DE" sz="2800" b="0" u="none" strike="noStrike">
                <a:solidFill>
                  <a:srgbClr val="D4D4D4"/>
                </a:solidFill>
                <a:uFillTx/>
                <a:latin typeface="Menlo"/>
              </a:rPr>
              <a:t>.</a:t>
            </a:r>
            <a:r>
              <a:rPr lang="de-DE" sz="2800" b="0" u="none" strike="noStrike">
                <a:solidFill>
                  <a:srgbClr val="DCDCAA"/>
                </a:solidFill>
                <a:uFillTx/>
                <a:latin typeface="Menlo"/>
              </a:rPr>
              <a:t>log</a:t>
            </a:r>
            <a:r>
              <a:rPr lang="de-DE" sz="2800" b="0" u="none" strike="noStrike">
                <a:solidFill>
                  <a:srgbClr val="D4D4D4"/>
                </a:solidFill>
                <a:uFillTx/>
                <a:latin typeface="Menlo"/>
              </a:rPr>
              <a:t>(</a:t>
            </a:r>
            <a:r>
              <a:rPr lang="de-DE" sz="2800" b="0" u="none" strike="noStrike">
                <a:solidFill>
                  <a:srgbClr val="CE9178"/>
                </a:solidFill>
                <a:uFillTx/>
                <a:latin typeface="Menlo"/>
              </a:rPr>
              <a:t>"(0,8): "</a:t>
            </a:r>
            <a:r>
              <a:rPr lang="de-DE" sz="2800" b="0" u="none" strike="noStrike">
                <a:solidFill>
                  <a:srgbClr val="D4D4D4"/>
                </a:solidFill>
                <a:uFillTx/>
                <a:latin typeface="Menlo"/>
              </a:rPr>
              <a:t> + </a:t>
            </a:r>
            <a:r>
              <a:rPr lang="de-DE" sz="2800" b="0" u="none" strike="noStrike">
                <a:solidFill>
                  <a:srgbClr val="9CDCFE"/>
                </a:solidFill>
                <a:uFillTx/>
                <a:latin typeface="Menlo"/>
              </a:rPr>
              <a:t>str1</a:t>
            </a:r>
            <a:r>
              <a:rPr lang="de-DE" sz="2800" b="0" u="none" strike="noStrike">
                <a:solidFill>
                  <a:srgbClr val="D4D4D4"/>
                </a:solidFill>
                <a:uFillTx/>
                <a:latin typeface="Menlo"/>
              </a:rPr>
              <a:t>.</a:t>
            </a:r>
            <a:r>
              <a:rPr lang="de-DE" sz="2800" b="0" u="none" strike="noStrike">
                <a:solidFill>
                  <a:srgbClr val="DCDCAA"/>
                </a:solidFill>
                <a:uFillTx/>
                <a:latin typeface="Menlo"/>
              </a:rPr>
              <a:t>substring</a:t>
            </a:r>
            <a:r>
              <a:rPr lang="de-DE" sz="2800" b="0" u="none" strike="noStrike">
                <a:solidFill>
                  <a:srgbClr val="D4D4D4"/>
                </a:solidFill>
                <a:uFillTx/>
                <a:latin typeface="Menlo"/>
              </a:rPr>
              <a:t>(</a:t>
            </a:r>
            <a:r>
              <a:rPr lang="de-DE" sz="2800" b="0" u="none" strike="noStrike">
                <a:solidFill>
                  <a:srgbClr val="B5CEA8"/>
                </a:solidFill>
                <a:uFillTx/>
                <a:latin typeface="Menlo"/>
              </a:rPr>
              <a:t>0</a:t>
            </a:r>
            <a:r>
              <a:rPr lang="de-DE" sz="2800" b="0" u="none" strike="noStrike">
                <a:solidFill>
                  <a:srgbClr val="D4D4D4"/>
                </a:solidFill>
                <a:uFillTx/>
                <a:latin typeface="Menlo"/>
              </a:rPr>
              <a:t>, </a:t>
            </a:r>
            <a:r>
              <a:rPr lang="de-DE" sz="2800" b="0" u="none" strike="noStrike">
                <a:solidFill>
                  <a:srgbClr val="B5CEA8"/>
                </a:solidFill>
                <a:uFillTx/>
                <a:latin typeface="Menlo"/>
              </a:rPr>
              <a:t>8</a:t>
            </a: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1" name="PlaceHolder 1"/>
          <p:cNvSpPr>
            <a:spLocks noGrp="1"/>
          </p:cNvSpPr>
          <p:nvPr>
            <p:ph type="title"/>
          </p:nvPr>
        </p:nvSpPr>
        <p:spPr>
          <a:xfrm>
            <a:off x="838080" y="963720"/>
            <a:ext cx="3493080" cy="4928760"/>
          </a:xfrm>
          <a:prstGeom prst="rect">
            <a:avLst/>
          </a:prstGeom>
          <a:noFill/>
          <a:ln w="0">
            <a:noFill/>
          </a:ln>
        </p:spPr>
        <p:txBody>
          <a:bodyPr lIns="91440" tIns="45720" rIns="91440" bIns="45720" anchor="ctr">
            <a:normAutofit/>
          </a:bodyPr>
          <a:lstStyle/>
          <a:p>
            <a:pPr indent="0" algn="r" defTabSz="914400">
              <a:lnSpc>
                <a:spcPct val="90000"/>
              </a:lnSpc>
              <a:buNone/>
              <a:tabLst>
                <a:tab pos="0" algn="l"/>
              </a:tabLst>
            </a:pPr>
            <a:r>
              <a:rPr lang="de-DE" sz="4400" b="0" u="none" strike="noStrike">
                <a:solidFill>
                  <a:schemeClr val="accent1"/>
                </a:solidFill>
                <a:uFillTx/>
                <a:latin typeface="Calibri Light"/>
              </a:rPr>
              <a:t>Funktionen deklarieren</a:t>
            </a:r>
            <a:endParaRPr lang="de-DE" sz="4400" b="0" u="none" strike="noStrike">
              <a:solidFill>
                <a:srgbClr val="000000"/>
              </a:solidFill>
              <a:uFillTx/>
              <a:latin typeface="Arial"/>
            </a:endParaRPr>
          </a:p>
        </p:txBody>
      </p:sp>
      <p:sp>
        <p:nvSpPr>
          <p:cNvPr id="242" name="PlaceHolder 2"/>
          <p:cNvSpPr>
            <a:spLocks noGrp="1"/>
          </p:cNvSpPr>
          <p:nvPr>
            <p:ph/>
          </p:nvPr>
        </p:nvSpPr>
        <p:spPr>
          <a:xfrm>
            <a:off x="4975920" y="963720"/>
            <a:ext cx="6376320" cy="492876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400" b="0" u="none" strike="noStrike">
                <a:solidFill>
                  <a:schemeClr val="dk1"/>
                </a:solidFill>
                <a:uFillTx/>
                <a:latin typeface="Calibri"/>
              </a:rPr>
              <a:t>function name (param1[:type], param2?[:type])</a:t>
            </a:r>
            <a:endParaRPr lang="de-DE" sz="2400" b="0" u="none" strike="noStrike">
              <a:solidFill>
                <a:srgbClr val="000000"/>
              </a:solidFill>
              <a:uFillTx/>
              <a:latin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Varargs AKA Rest Parameters</a:t>
            </a:r>
            <a:endParaRPr lang="de-DE" sz="4400" b="0" u="none" strike="noStrike">
              <a:solidFill>
                <a:srgbClr val="000000"/>
              </a:solidFill>
              <a:uFillTx/>
              <a:latin typeface="Arial"/>
            </a:endParaRPr>
          </a:p>
        </p:txBody>
      </p:sp>
      <p:sp>
        <p:nvSpPr>
          <p:cNvPr id="24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2800" b="0" u="none" strike="noStrike">
                <a:solidFill>
                  <a:srgbClr val="569CD6"/>
                </a:solidFill>
                <a:uFillTx/>
                <a:latin typeface="Menlo"/>
              </a:rPr>
              <a:t>function</a:t>
            </a:r>
            <a:r>
              <a:rPr lang="de-DE" sz="2800" b="0" u="none" strike="noStrike">
                <a:solidFill>
                  <a:srgbClr val="D4D4D4"/>
                </a:solidFill>
                <a:uFillTx/>
                <a:latin typeface="Menlo"/>
              </a:rPr>
              <a:t> </a:t>
            </a:r>
            <a:r>
              <a:rPr lang="de-DE" sz="2800" b="0" u="none" strike="noStrike">
                <a:solidFill>
                  <a:srgbClr val="DCDCAA"/>
                </a:solidFill>
                <a:uFillTx/>
                <a:latin typeface="Menlo"/>
              </a:rPr>
              <a:t>sumUp</a:t>
            </a:r>
            <a:r>
              <a:rPr lang="de-DE" sz="2800" b="0" u="none" strike="noStrike">
                <a:solidFill>
                  <a:srgbClr val="D4D4D4"/>
                </a:solidFill>
                <a:uFillTx/>
                <a:latin typeface="Menlo"/>
              </a:rPr>
              <a:t>(...</a:t>
            </a:r>
            <a:r>
              <a:rPr lang="de-DE" sz="2800" b="0" u="none" strike="noStrike">
                <a:solidFill>
                  <a:srgbClr val="9CDCFE"/>
                </a:solidFill>
                <a:uFillTx/>
                <a:latin typeface="Menlo"/>
              </a:rPr>
              <a:t>nums</a:t>
            </a:r>
            <a:r>
              <a:rPr lang="de-DE" sz="2800" b="0" u="none" strike="noStrike">
                <a:solidFill>
                  <a:srgbClr val="D4D4D4"/>
                </a:solidFill>
                <a:uFillTx/>
                <a:latin typeface="Menlo"/>
              </a:rPr>
              <a:t>:</a:t>
            </a:r>
            <a:r>
              <a:rPr lang="de-DE" sz="2800" b="0" u="none" strike="noStrike">
                <a:solidFill>
                  <a:srgbClr val="4EC9B0"/>
                </a:solidFill>
                <a:uFillTx/>
                <a:latin typeface="Menlo"/>
              </a:rPr>
              <a:t>number</a:t>
            </a:r>
            <a:r>
              <a:rPr lang="de-DE" sz="2800" b="0" u="none" strike="noStrike">
                <a:solidFill>
                  <a:srgbClr val="D4D4D4"/>
                </a:solidFill>
                <a:uFillTx/>
                <a:latin typeface="Menlo"/>
              </a:rPr>
              <a:t>[]) { </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569CD6"/>
                </a:solidFill>
                <a:uFillTx/>
                <a:latin typeface="Menlo"/>
              </a:rPr>
              <a:t>var</a:t>
            </a:r>
            <a:r>
              <a:rPr lang="de-DE" sz="2400" b="0" u="none" strike="noStrike">
                <a:solidFill>
                  <a:srgbClr val="D4D4D4"/>
                </a:solidFill>
                <a:uFillTx/>
                <a:latin typeface="Menlo"/>
              </a:rPr>
              <a:t> </a:t>
            </a:r>
            <a:r>
              <a:rPr lang="de-DE" sz="2400" b="0" u="none" strike="noStrike">
                <a:solidFill>
                  <a:srgbClr val="9CDCFE"/>
                </a:solidFill>
                <a:uFillTx/>
                <a:latin typeface="Menlo"/>
              </a:rPr>
              <a:t>sum</a:t>
            </a:r>
            <a:r>
              <a:rPr lang="de-DE" sz="2400" b="0" u="none" strike="noStrike">
                <a:solidFill>
                  <a:srgbClr val="D4D4D4"/>
                </a:solidFill>
                <a:uFillTx/>
                <a:latin typeface="Menlo"/>
              </a:rPr>
              <a:t>:</a:t>
            </a:r>
            <a:r>
              <a:rPr lang="de-DE" sz="2400" b="0" u="none" strike="noStrike">
                <a:solidFill>
                  <a:srgbClr val="4EC9B0"/>
                </a:solidFill>
                <a:uFillTx/>
                <a:latin typeface="Menlo"/>
              </a:rPr>
              <a:t>number</a:t>
            </a:r>
            <a:r>
              <a:rPr lang="de-DE" sz="2400" b="0" u="none" strike="noStrike">
                <a:solidFill>
                  <a:srgbClr val="D4D4D4"/>
                </a:solidFill>
                <a:uFillTx/>
                <a:latin typeface="Menlo"/>
              </a:rPr>
              <a:t> = </a:t>
            </a:r>
            <a:r>
              <a:rPr lang="de-DE" sz="2400" b="0" u="none" strike="noStrike">
                <a:solidFill>
                  <a:srgbClr val="B5CEA8"/>
                </a:solidFill>
                <a:uFillTx/>
                <a:latin typeface="Menlo"/>
              </a:rPr>
              <a:t>0</a:t>
            </a: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C586C0"/>
                </a:solidFill>
                <a:uFillTx/>
                <a:latin typeface="Menlo"/>
              </a:rPr>
              <a:t>for</a:t>
            </a:r>
            <a:r>
              <a:rPr lang="de-DE" sz="2400" b="0" u="none" strike="noStrike">
                <a:solidFill>
                  <a:srgbClr val="D4D4D4"/>
                </a:solidFill>
                <a:uFillTx/>
                <a:latin typeface="Menlo"/>
              </a:rPr>
              <a:t>(</a:t>
            </a:r>
            <a:r>
              <a:rPr lang="de-DE" sz="2400" b="0" u="none" strike="noStrike">
                <a:solidFill>
                  <a:srgbClr val="569CD6"/>
                </a:solidFill>
                <a:uFillTx/>
                <a:latin typeface="Menlo"/>
              </a:rPr>
              <a:t>var</a:t>
            </a:r>
            <a:r>
              <a:rPr lang="de-DE" sz="2400" b="0" u="none" strike="noStrike">
                <a:solidFill>
                  <a:srgbClr val="D4D4D4"/>
                </a:solidFill>
                <a:uFillTx/>
                <a:latin typeface="Menlo"/>
              </a:rPr>
              <a:t> </a:t>
            </a:r>
            <a:r>
              <a:rPr lang="de-DE" sz="2400" b="0" u="none" strike="noStrike">
                <a:solidFill>
                  <a:srgbClr val="9CDCFE"/>
                </a:solidFill>
                <a:uFillTx/>
                <a:latin typeface="Menlo"/>
              </a:rPr>
              <a:t>i</a:t>
            </a:r>
            <a:r>
              <a:rPr lang="de-DE" sz="2400" b="0" u="none" strike="noStrike">
                <a:solidFill>
                  <a:srgbClr val="D4D4D4"/>
                </a:solidFill>
                <a:uFillTx/>
                <a:latin typeface="Menlo"/>
              </a:rPr>
              <a:t> = </a:t>
            </a:r>
            <a:r>
              <a:rPr lang="de-DE" sz="2400" b="0" u="none" strike="noStrike">
                <a:solidFill>
                  <a:srgbClr val="B5CEA8"/>
                </a:solidFill>
                <a:uFillTx/>
                <a:latin typeface="Menlo"/>
              </a:rPr>
              <a:t>0</a:t>
            </a:r>
            <a:r>
              <a:rPr lang="de-DE" sz="2400" b="0" u="none" strike="noStrike">
                <a:solidFill>
                  <a:srgbClr val="D4D4D4"/>
                </a:solidFill>
                <a:uFillTx/>
                <a:latin typeface="Menlo"/>
              </a:rPr>
              <a:t>;</a:t>
            </a:r>
            <a:r>
              <a:rPr lang="de-DE" sz="2400" b="0" u="none" strike="noStrike">
                <a:solidFill>
                  <a:srgbClr val="9CDCFE"/>
                </a:solidFill>
                <a:uFillTx/>
                <a:latin typeface="Menlo"/>
              </a:rPr>
              <a:t>i</a:t>
            </a:r>
            <a:r>
              <a:rPr lang="de-DE" sz="2400" b="0" u="none" strike="noStrike">
                <a:solidFill>
                  <a:srgbClr val="D4D4D4"/>
                </a:solidFill>
                <a:uFillTx/>
                <a:latin typeface="Menlo"/>
              </a:rPr>
              <a:t>&lt;</a:t>
            </a:r>
            <a:r>
              <a:rPr lang="de-DE" sz="2400" b="0" u="none" strike="noStrike">
                <a:solidFill>
                  <a:srgbClr val="9CDCFE"/>
                </a:solidFill>
                <a:uFillTx/>
                <a:latin typeface="Menlo"/>
              </a:rPr>
              <a:t>nums</a:t>
            </a:r>
            <a:r>
              <a:rPr lang="de-DE" sz="2400" b="0" u="none" strike="noStrike">
                <a:solidFill>
                  <a:srgbClr val="D4D4D4"/>
                </a:solidFill>
                <a:uFillTx/>
                <a:latin typeface="Menlo"/>
              </a:rPr>
              <a:t>.</a:t>
            </a:r>
            <a:r>
              <a:rPr lang="de-DE" sz="2400" b="0" u="none" strike="noStrike">
                <a:solidFill>
                  <a:srgbClr val="9CDCFE"/>
                </a:solidFill>
                <a:uFillTx/>
                <a:latin typeface="Menlo"/>
              </a:rPr>
              <a:t>length</a:t>
            </a:r>
            <a:r>
              <a:rPr lang="de-DE" sz="2400" b="0" u="none" strike="noStrike">
                <a:solidFill>
                  <a:srgbClr val="D4D4D4"/>
                </a:solidFill>
                <a:uFillTx/>
                <a:latin typeface="Menlo"/>
              </a:rPr>
              <a:t>;</a:t>
            </a:r>
            <a:r>
              <a:rPr lang="de-DE" sz="2400" b="0" u="none" strike="noStrike">
                <a:solidFill>
                  <a:srgbClr val="9CDCFE"/>
                </a:solidFill>
                <a:uFillTx/>
                <a:latin typeface="Menlo"/>
              </a:rPr>
              <a:t>i</a:t>
            </a:r>
            <a:r>
              <a:rPr lang="de-DE" sz="2400" b="0" u="none" strike="noStrike">
                <a:solidFill>
                  <a:srgbClr val="D4D4D4"/>
                </a:solidFill>
                <a:uFillTx/>
                <a:latin typeface="Menlo"/>
              </a:rPr>
              <a:t>++) {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CDCFE"/>
                </a:solidFill>
                <a:uFillTx/>
                <a:latin typeface="Menlo"/>
              </a:rPr>
              <a:t>	sum</a:t>
            </a:r>
            <a:r>
              <a:rPr lang="de-DE" sz="2400" b="0" u="none" strike="noStrike">
                <a:solidFill>
                  <a:srgbClr val="D4D4D4"/>
                </a:solidFill>
                <a:uFillTx/>
                <a:latin typeface="Menlo"/>
              </a:rPr>
              <a:t> = </a:t>
            </a:r>
            <a:r>
              <a:rPr lang="de-DE" sz="2400" b="0" u="none" strike="noStrike">
                <a:solidFill>
                  <a:srgbClr val="9CDCFE"/>
                </a:solidFill>
                <a:uFillTx/>
                <a:latin typeface="Menlo"/>
              </a:rPr>
              <a:t>sum</a:t>
            </a:r>
            <a:r>
              <a:rPr lang="de-DE" sz="2400" b="0" u="none" strike="noStrike">
                <a:solidFill>
                  <a:srgbClr val="D4D4D4"/>
                </a:solidFill>
                <a:uFillTx/>
                <a:latin typeface="Menlo"/>
              </a:rPr>
              <a:t> + </a:t>
            </a:r>
            <a:r>
              <a:rPr lang="de-DE" sz="2400" b="0" u="none" strike="noStrike">
                <a:solidFill>
                  <a:srgbClr val="9CDCFE"/>
                </a:solidFill>
                <a:uFillTx/>
                <a:latin typeface="Menlo"/>
              </a:rPr>
              <a:t>nums</a:t>
            </a:r>
            <a:r>
              <a:rPr lang="de-DE" sz="2400" b="0" u="none" strike="noStrike">
                <a:solidFill>
                  <a:srgbClr val="D4D4D4"/>
                </a:solidFill>
                <a:uFillTx/>
                <a:latin typeface="Menlo"/>
              </a:rPr>
              <a:t>[</a:t>
            </a:r>
            <a:r>
              <a:rPr lang="de-DE" sz="2400" b="0" u="none" strike="noStrike">
                <a:solidFill>
                  <a:srgbClr val="9CDCFE"/>
                </a:solidFill>
                <a:uFillTx/>
                <a:latin typeface="Menlo"/>
              </a:rPr>
              <a:t>i</a:t>
            </a: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EC9B0"/>
                </a:solidFill>
                <a:uFillTx/>
                <a:latin typeface="Menlo"/>
              </a:rPr>
              <a:t>console</a:t>
            </a:r>
            <a:r>
              <a:rPr lang="de-DE" sz="2400" b="0" u="none" strike="noStrike">
                <a:solidFill>
                  <a:srgbClr val="D4D4D4"/>
                </a:solidFill>
                <a:uFillTx/>
                <a:latin typeface="Menlo"/>
              </a:rPr>
              <a:t>.</a:t>
            </a:r>
            <a:r>
              <a:rPr lang="de-DE" sz="2400" b="0" u="none" strike="noStrike">
                <a:solidFill>
                  <a:srgbClr val="DCDCAA"/>
                </a:solidFill>
                <a:uFillTx/>
                <a:latin typeface="Menlo"/>
              </a:rPr>
              <a:t>log</a:t>
            </a:r>
            <a:r>
              <a:rPr lang="de-DE" sz="2400" b="0" u="none" strike="noStrike">
                <a:solidFill>
                  <a:srgbClr val="D4D4D4"/>
                </a:solidFill>
                <a:uFillTx/>
                <a:latin typeface="Menlo"/>
              </a:rPr>
              <a:t>(</a:t>
            </a:r>
            <a:r>
              <a:rPr lang="de-DE" sz="2400" b="0" u="none" strike="noStrike">
                <a:solidFill>
                  <a:srgbClr val="CE9178"/>
                </a:solidFill>
                <a:uFillTx/>
                <a:latin typeface="Menlo"/>
              </a:rPr>
              <a:t>"sum of the numbers"</a:t>
            </a:r>
            <a:r>
              <a:rPr lang="de-DE" sz="2400" b="0" u="none" strike="noStrike">
                <a:solidFill>
                  <a:srgbClr val="D4D4D4"/>
                </a:solidFill>
                <a:uFillTx/>
                <a:latin typeface="Menlo"/>
              </a:rPr>
              <a:t>,</a:t>
            </a:r>
            <a:r>
              <a:rPr lang="de-DE" sz="2400" b="0" u="none" strike="noStrike">
                <a:solidFill>
                  <a:srgbClr val="9CDCFE"/>
                </a:solidFill>
                <a:uFillTx/>
                <a:latin typeface="Menlo"/>
              </a:rPr>
              <a:t>sum</a:t>
            </a: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DCDCAA"/>
                </a:solidFill>
                <a:uFillTx/>
                <a:latin typeface="Menlo"/>
              </a:rPr>
              <a:t>sumUp</a:t>
            </a:r>
            <a:r>
              <a:rPr lang="de-DE" sz="2800" b="0" u="none" strike="noStrike">
                <a:solidFill>
                  <a:srgbClr val="D4D4D4"/>
                </a:solidFill>
                <a:uFillTx/>
                <a:latin typeface="Menlo"/>
              </a:rPr>
              <a:t>(</a:t>
            </a:r>
            <a:r>
              <a:rPr lang="de-DE" sz="2800" b="0" u="none" strike="noStrike">
                <a:solidFill>
                  <a:srgbClr val="B5CEA8"/>
                </a:solidFill>
                <a:uFillTx/>
                <a:latin typeface="Menlo"/>
              </a:rPr>
              <a:t>1</a:t>
            </a:r>
            <a:r>
              <a:rPr lang="de-DE" sz="2800" b="0" u="none" strike="noStrike">
                <a:solidFill>
                  <a:srgbClr val="D4D4D4"/>
                </a:solidFill>
                <a:uFillTx/>
                <a:latin typeface="Menlo"/>
              </a:rPr>
              <a:t>,</a:t>
            </a:r>
            <a:r>
              <a:rPr lang="de-DE" sz="2800" b="0" u="none" strike="noStrike">
                <a:solidFill>
                  <a:srgbClr val="B5CEA8"/>
                </a:solidFill>
                <a:uFillTx/>
                <a:latin typeface="Menlo"/>
              </a:rPr>
              <a:t>2</a:t>
            </a:r>
            <a:r>
              <a:rPr lang="de-DE" sz="2800" b="0" u="none" strike="noStrike">
                <a:solidFill>
                  <a:srgbClr val="D4D4D4"/>
                </a:solidFill>
                <a:uFillTx/>
                <a:latin typeface="Menlo"/>
              </a:rPr>
              <a:t>,</a:t>
            </a:r>
            <a:r>
              <a:rPr lang="de-DE" sz="2800" b="0" u="none" strike="noStrike">
                <a:solidFill>
                  <a:srgbClr val="B5CEA8"/>
                </a:solidFill>
                <a:uFillTx/>
                <a:latin typeface="Menlo"/>
              </a:rPr>
              <a:t>3</a:t>
            </a: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DCDCAA"/>
                </a:solidFill>
                <a:uFillTx/>
                <a:latin typeface="Menlo"/>
              </a:rPr>
              <a:t>sumUp</a:t>
            </a:r>
            <a:r>
              <a:rPr lang="de-DE" sz="2800" b="0" u="none" strike="noStrike">
                <a:solidFill>
                  <a:srgbClr val="D4D4D4"/>
                </a:solidFill>
                <a:uFillTx/>
                <a:latin typeface="Menlo"/>
              </a:rPr>
              <a:t>(</a:t>
            </a:r>
            <a:r>
              <a:rPr lang="de-DE" sz="2800" b="0" u="none" strike="noStrike">
                <a:solidFill>
                  <a:srgbClr val="B5CEA8"/>
                </a:solidFill>
                <a:uFillTx/>
                <a:latin typeface="Menlo"/>
              </a:rPr>
              <a:t>1</a:t>
            </a:r>
            <a:r>
              <a:rPr lang="de-DE" sz="2800" b="0" u="none" strike="noStrike">
                <a:solidFill>
                  <a:srgbClr val="D4D4D4"/>
                </a:solidFill>
                <a:uFillTx/>
                <a:latin typeface="Menlo"/>
              </a:rPr>
              <a:t>,</a:t>
            </a:r>
            <a:r>
              <a:rPr lang="de-DE" sz="2800" b="0" u="none" strike="noStrike">
                <a:solidFill>
                  <a:srgbClr val="B5CEA8"/>
                </a:solidFill>
                <a:uFillTx/>
                <a:latin typeface="Menlo"/>
              </a:rPr>
              <a:t>1</a:t>
            </a:r>
            <a:r>
              <a:rPr lang="de-DE" sz="2800" b="0" u="none" strike="noStrike">
                <a:solidFill>
                  <a:srgbClr val="D4D4D4"/>
                </a:solidFill>
                <a:uFillTx/>
                <a:latin typeface="Menlo"/>
              </a:rPr>
              <a:t>,</a:t>
            </a:r>
            <a:r>
              <a:rPr lang="de-DE" sz="2800" b="0" u="none" strike="noStrike">
                <a:solidFill>
                  <a:srgbClr val="B5CEA8"/>
                </a:solidFill>
                <a:uFillTx/>
                <a:latin typeface="Menlo"/>
              </a:rPr>
              <a:t>1</a:t>
            </a:r>
            <a:r>
              <a:rPr lang="de-DE" sz="2800" b="0" u="none" strike="noStrike">
                <a:solidFill>
                  <a:srgbClr val="D4D4D4"/>
                </a:solidFill>
                <a:uFillTx/>
                <a:latin typeface="Menlo"/>
              </a:rPr>
              <a:t>,</a:t>
            </a:r>
            <a:r>
              <a:rPr lang="de-DE" sz="2800" b="0" u="none" strike="noStrike">
                <a:solidFill>
                  <a:srgbClr val="B5CEA8"/>
                </a:solidFill>
                <a:uFillTx/>
                <a:latin typeface="Menlo"/>
              </a:rPr>
              <a:t>1</a:t>
            </a:r>
            <a:r>
              <a:rPr lang="de-DE" sz="2800" b="0" u="none" strike="noStrike">
                <a:solidFill>
                  <a:srgbClr val="D4D4D4"/>
                </a:solidFill>
                <a:uFillTx/>
                <a:latin typeface="Menlo"/>
              </a:rPr>
              <a:t>,</a:t>
            </a:r>
            <a:r>
              <a:rPr lang="de-DE" sz="2800" b="0" u="none" strike="noStrike">
                <a:solidFill>
                  <a:srgbClr val="B5CEA8"/>
                </a:solidFill>
                <a:uFillTx/>
                <a:latin typeface="Menlo"/>
              </a:rPr>
              <a:t>1</a:t>
            </a:r>
            <a:r>
              <a:rPr lang="de-DE" sz="2800" b="0" u="none" strike="noStrike">
                <a:solidFill>
                  <a:srgbClr val="D4D4D4"/>
                </a:solidFill>
                <a:uFillTx/>
                <a:latin typeface="Menlo"/>
              </a:rPr>
              <a:t>,</a:t>
            </a:r>
            <a:r>
              <a:rPr lang="de-DE" sz="2800" b="0" u="none" strike="noStrike">
                <a:solidFill>
                  <a:srgbClr val="B5CEA8"/>
                </a:solidFill>
                <a:uFillTx/>
                <a:latin typeface="Menlo"/>
              </a:rPr>
              <a:t>1</a:t>
            </a:r>
            <a:r>
              <a:rPr lang="de-DE" sz="2800" b="0" u="none" strike="noStrike">
                <a:solidFill>
                  <a:srgbClr val="D4D4D4"/>
                </a:solidFill>
                <a:uFillTx/>
                <a:latin typeface="Menlo"/>
              </a:rPr>
              <a:t>)</a:t>
            </a:r>
            <a:endParaRPr lang="de-DE" sz="2800" b="0" u="none" strike="noStrike">
              <a:solidFill>
                <a:srgbClr val="000000"/>
              </a:solidFill>
              <a:uFillTx/>
              <a:latin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 name="PlaceHolder 1"/>
          <p:cNvSpPr>
            <a:spLocks noGrp="1"/>
          </p:cNvSpPr>
          <p:nvPr>
            <p:ph type="title"/>
          </p:nvPr>
        </p:nvSpPr>
        <p:spPr>
          <a:xfrm>
            <a:off x="838080" y="963720"/>
            <a:ext cx="3493080" cy="4928760"/>
          </a:xfrm>
          <a:prstGeom prst="rect">
            <a:avLst/>
          </a:prstGeom>
          <a:noFill/>
          <a:ln w="0">
            <a:noFill/>
          </a:ln>
        </p:spPr>
        <p:txBody>
          <a:bodyPr lIns="91440" tIns="45720" rIns="91440" bIns="45720" anchor="ctr">
            <a:normAutofit/>
          </a:bodyPr>
          <a:lstStyle/>
          <a:p>
            <a:pPr indent="0" algn="r" defTabSz="914400">
              <a:lnSpc>
                <a:spcPct val="90000"/>
              </a:lnSpc>
              <a:buNone/>
              <a:tabLst>
                <a:tab pos="0" algn="l"/>
              </a:tabLst>
            </a:pPr>
            <a:r>
              <a:rPr lang="de-DE" sz="4400" b="0" u="none" strike="noStrike">
                <a:solidFill>
                  <a:schemeClr val="accent1"/>
                </a:solidFill>
                <a:uFillTx/>
                <a:latin typeface="Calibri Light"/>
              </a:rPr>
              <a:t>Default Parameter</a:t>
            </a:r>
            <a:endParaRPr lang="de-DE" sz="4400" b="0" u="none" strike="noStrike">
              <a:solidFill>
                <a:srgbClr val="000000"/>
              </a:solidFill>
              <a:uFillTx/>
              <a:latin typeface="Arial"/>
            </a:endParaRPr>
          </a:p>
        </p:txBody>
      </p:sp>
      <p:sp>
        <p:nvSpPr>
          <p:cNvPr id="246" name="PlaceHolder 2"/>
          <p:cNvSpPr>
            <a:spLocks noGrp="1"/>
          </p:cNvSpPr>
          <p:nvPr>
            <p:ph/>
          </p:nvPr>
        </p:nvSpPr>
        <p:spPr>
          <a:xfrm>
            <a:off x="4975920" y="963720"/>
            <a:ext cx="6376320" cy="492876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400" b="0" u="none" strike="noStrike">
                <a:solidFill>
                  <a:schemeClr val="dk1"/>
                </a:solidFill>
                <a:uFillTx/>
                <a:latin typeface="Calibri"/>
              </a:rPr>
              <a:t>function name(param1[:type],param2[:type] = default_value) { }</a:t>
            </a:r>
            <a:endParaRPr lang="de-DE" sz="2400" b="0" u="none" strike="noStrike">
              <a:solidFill>
                <a:srgbClr val="000000"/>
              </a:solidFill>
              <a:uFillTx/>
              <a:latin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7" name="PlaceHolder 1"/>
          <p:cNvSpPr>
            <a:spLocks noGrp="1"/>
          </p:cNvSpPr>
          <p:nvPr>
            <p:ph type="title"/>
          </p:nvPr>
        </p:nvSpPr>
        <p:spPr>
          <a:xfrm>
            <a:off x="838080" y="963720"/>
            <a:ext cx="3493080" cy="4928760"/>
          </a:xfrm>
          <a:prstGeom prst="rect">
            <a:avLst/>
          </a:prstGeom>
          <a:noFill/>
          <a:ln w="0">
            <a:noFill/>
          </a:ln>
        </p:spPr>
        <p:txBody>
          <a:bodyPr lIns="91440" tIns="45720" rIns="91440" bIns="45720" anchor="ctr">
            <a:normAutofit/>
          </a:bodyPr>
          <a:lstStyle/>
          <a:p>
            <a:pPr indent="0" algn="r" defTabSz="914400">
              <a:lnSpc>
                <a:spcPct val="90000"/>
              </a:lnSpc>
              <a:buNone/>
              <a:tabLst>
                <a:tab pos="0" algn="l"/>
              </a:tabLst>
            </a:pPr>
            <a:r>
              <a:rPr lang="de-DE" sz="4400" b="0" u="none" strike="noStrike">
                <a:solidFill>
                  <a:schemeClr val="accent1"/>
                </a:solidFill>
                <a:uFillTx/>
                <a:latin typeface="Calibri Light"/>
              </a:rPr>
              <a:t>Anonyme Funktionen</a:t>
            </a:r>
            <a:endParaRPr lang="de-DE" sz="4400" b="0" u="none" strike="noStrike">
              <a:solidFill>
                <a:srgbClr val="000000"/>
              </a:solidFill>
              <a:uFillTx/>
              <a:latin typeface="Arial"/>
            </a:endParaRPr>
          </a:p>
        </p:txBody>
      </p:sp>
      <p:sp>
        <p:nvSpPr>
          <p:cNvPr id="248" name="PlaceHolder 2"/>
          <p:cNvSpPr>
            <a:spLocks noGrp="1"/>
          </p:cNvSpPr>
          <p:nvPr>
            <p:ph/>
          </p:nvPr>
        </p:nvSpPr>
        <p:spPr>
          <a:xfrm>
            <a:off x="4975920" y="963720"/>
            <a:ext cx="6633000" cy="4928760"/>
          </a:xfrm>
          <a:prstGeom prst="rect">
            <a:avLst/>
          </a:prstGeom>
          <a:noFill/>
          <a:ln w="0">
            <a:noFill/>
          </a:ln>
        </p:spPr>
        <p:txBody>
          <a:bodyPr lIns="91440" tIns="45720" rIns="91440" bIns="45720" anchor="ctr">
            <a:normAutofit/>
          </a:bodyPr>
          <a:lstStyle/>
          <a:p>
            <a:pPr indent="0" defTabSz="914400">
              <a:lnSpc>
                <a:spcPct val="90000"/>
              </a:lnSpc>
              <a:spcBef>
                <a:spcPts val="1001"/>
              </a:spcBef>
              <a:buNone/>
              <a:tabLst>
                <a:tab pos="0" algn="l"/>
              </a:tabLst>
            </a:pPr>
            <a:r>
              <a:rPr lang="de-DE" sz="2400" b="0" u="none" strike="noStrike">
                <a:solidFill>
                  <a:schemeClr val="dk1"/>
                </a:solidFill>
                <a:uFillTx/>
                <a:latin typeface="Calibri"/>
              </a:rPr>
              <a:t>var res = function( [arguments] ) { ...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 [param1, parma2,…param n] )=&gt;statement;</a:t>
            </a:r>
            <a:endParaRPr lang="de-DE" sz="2800" b="0" u="none" strike="noStrike">
              <a:solidFill>
                <a:srgbClr val="000000"/>
              </a:solidFill>
              <a:uFillTx/>
              <a:latin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Funktionen überladen</a:t>
            </a:r>
            <a:endParaRPr lang="de-DE" sz="4400" b="0" u="none" strike="noStrike">
              <a:solidFill>
                <a:srgbClr val="000000"/>
              </a:solidFill>
              <a:uFillTx/>
              <a:latin typeface="Arial"/>
            </a:endParaRPr>
          </a:p>
        </p:txBody>
      </p:sp>
      <p:sp>
        <p:nvSpPr>
          <p:cNvPr id="25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indent="0" defTabSz="914400">
              <a:lnSpc>
                <a:spcPct val="90000"/>
              </a:lnSpc>
              <a:spcBef>
                <a:spcPts val="1001"/>
              </a:spcBef>
              <a:buNone/>
              <a:tabLst>
                <a:tab pos="0" algn="l"/>
              </a:tabLst>
            </a:pPr>
            <a:r>
              <a:rPr lang="de-DE" sz="2800" b="0" u="none" strike="noStrike">
                <a:solidFill>
                  <a:srgbClr val="D4D4D4"/>
                </a:solidFill>
                <a:uFillTx/>
                <a:latin typeface="Menlo"/>
              </a:rPr>
              <a:t>1.SIGNATURES</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br>
              <a:rPr sz="2800"/>
            </a:br>
            <a:r>
              <a:rPr lang="de-DE" sz="2800" b="0" u="none" strike="noStrike">
                <a:solidFill>
                  <a:srgbClr val="569CD6"/>
                </a:solidFill>
                <a:uFillTx/>
                <a:latin typeface="Menlo"/>
              </a:rPr>
              <a:t>function</a:t>
            </a:r>
            <a:r>
              <a:rPr lang="de-DE" sz="2800" b="0" u="none" strike="noStrike">
                <a:solidFill>
                  <a:srgbClr val="D4D4D4"/>
                </a:solidFill>
                <a:uFillTx/>
                <a:latin typeface="Menlo"/>
              </a:rPr>
              <a:t> </a:t>
            </a:r>
            <a:r>
              <a:rPr lang="de-DE" sz="2800" b="0" u="none" strike="noStrike">
                <a:solidFill>
                  <a:srgbClr val="DCDCAA"/>
                </a:solidFill>
                <a:uFillTx/>
                <a:latin typeface="Menlo"/>
              </a:rPr>
              <a:t>someOverload</a:t>
            </a:r>
            <a:r>
              <a:rPr lang="de-DE" sz="2800" b="0" u="none" strike="noStrike">
                <a:solidFill>
                  <a:srgbClr val="D4D4D4"/>
                </a:solidFill>
                <a:uFillTx/>
                <a:latin typeface="Menlo"/>
              </a:rPr>
              <a:t>(</a:t>
            </a:r>
            <a:r>
              <a:rPr lang="de-DE" sz="2800" b="0" u="none" strike="noStrike">
                <a:solidFill>
                  <a:srgbClr val="9CDCFE"/>
                </a:solidFill>
                <a:uFillTx/>
                <a:latin typeface="Menlo"/>
              </a:rPr>
              <a:t>n</a:t>
            </a:r>
            <a:r>
              <a:rPr lang="de-DE" sz="2800" b="0" u="none" strike="noStrike">
                <a:solidFill>
                  <a:srgbClr val="D4D4D4"/>
                </a:solidFill>
                <a:uFillTx/>
                <a:latin typeface="Menlo"/>
              </a:rPr>
              <a:t>:</a:t>
            </a:r>
            <a:r>
              <a:rPr lang="de-DE" sz="2800" b="0" u="none" strike="noStrike">
                <a:solidFill>
                  <a:srgbClr val="4EC9B0"/>
                </a:solidFill>
                <a:uFillTx/>
                <a:latin typeface="Menlo"/>
              </a:rPr>
              <a:t>number</a:t>
            </a:r>
            <a:r>
              <a:rPr lang="de-DE" sz="2800" b="0" u="none" strike="noStrike">
                <a:solidFill>
                  <a:srgbClr val="D4D4D4"/>
                </a:solidFill>
                <a:uFillTx/>
                <a:latin typeface="Menlo"/>
              </a:rPr>
              <a:t>) : </a:t>
            </a:r>
            <a:r>
              <a:rPr lang="de-DE" sz="2800" b="0" u="none" strike="noStrike">
                <a:solidFill>
                  <a:srgbClr val="4EC9B0"/>
                </a:solidFill>
                <a:uFillTx/>
                <a:latin typeface="Menlo"/>
              </a:rPr>
              <a:t>void</a:t>
            </a: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569CD6"/>
                </a:solidFill>
                <a:uFillTx/>
                <a:latin typeface="Menlo"/>
              </a:rPr>
              <a:t>function</a:t>
            </a:r>
            <a:r>
              <a:rPr lang="de-DE" sz="2800" b="0" u="none" strike="noStrike">
                <a:solidFill>
                  <a:srgbClr val="D4D4D4"/>
                </a:solidFill>
                <a:uFillTx/>
                <a:latin typeface="Menlo"/>
              </a:rPr>
              <a:t> </a:t>
            </a:r>
            <a:r>
              <a:rPr lang="de-DE" sz="2800" b="0" u="none" strike="noStrike">
                <a:solidFill>
                  <a:srgbClr val="DCDCAA"/>
                </a:solidFill>
                <a:uFillTx/>
                <a:latin typeface="Menlo"/>
              </a:rPr>
              <a:t>someOverload</a:t>
            </a:r>
            <a:r>
              <a:rPr lang="de-DE" sz="2800" b="0" u="none" strike="noStrike">
                <a:solidFill>
                  <a:srgbClr val="D4D4D4"/>
                </a:solidFill>
                <a:uFillTx/>
                <a:latin typeface="Menlo"/>
              </a:rPr>
              <a:t>(</a:t>
            </a:r>
            <a:r>
              <a:rPr lang="de-DE" sz="2800" b="0" u="none" strike="noStrike">
                <a:solidFill>
                  <a:srgbClr val="9CDCFE"/>
                </a:solidFill>
                <a:uFillTx/>
                <a:latin typeface="Menlo"/>
              </a:rPr>
              <a:t>s</a:t>
            </a:r>
            <a:r>
              <a:rPr lang="de-DE" sz="2800" b="0" u="none" strike="noStrike">
                <a:solidFill>
                  <a:srgbClr val="D4D4D4"/>
                </a:solidFill>
                <a:uFillTx/>
                <a:latin typeface="Menlo"/>
              </a:rPr>
              <a:t>:</a:t>
            </a:r>
            <a:r>
              <a:rPr lang="de-DE" sz="2800" b="0" u="none" strike="noStrike">
                <a:solidFill>
                  <a:srgbClr val="4EC9B0"/>
                </a:solidFill>
                <a:uFillTx/>
                <a:latin typeface="Menlo"/>
              </a:rPr>
              <a:t>string</a:t>
            </a:r>
            <a:r>
              <a:rPr lang="de-DE" sz="2800" b="0" u="none" strike="noStrike">
                <a:solidFill>
                  <a:srgbClr val="D4D4D4"/>
                </a:solidFill>
                <a:uFillTx/>
                <a:latin typeface="Menlo"/>
              </a:rPr>
              <a:t>) : </a:t>
            </a:r>
            <a:r>
              <a:rPr lang="de-DE" sz="2800" b="0" u="none" strike="noStrike">
                <a:solidFill>
                  <a:srgbClr val="4EC9B0"/>
                </a:solidFill>
                <a:uFillTx/>
                <a:latin typeface="Menlo"/>
              </a:rPr>
              <a:t>void</a:t>
            </a: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D4D4D4"/>
                </a:solidFill>
                <a:uFillTx/>
                <a:latin typeface="Menlo"/>
              </a:rPr>
              <a:t>2. 1 BODY FOR ALL</a:t>
            </a:r>
            <a:br>
              <a:rPr sz="2800"/>
            </a:br>
            <a:r>
              <a:rPr lang="de-DE" sz="2800" b="0" u="none" strike="noStrike">
                <a:solidFill>
                  <a:srgbClr val="569CD6"/>
                </a:solidFill>
                <a:uFillTx/>
                <a:latin typeface="Menlo"/>
              </a:rPr>
              <a:t>function</a:t>
            </a:r>
            <a:r>
              <a:rPr lang="de-DE" sz="2800" b="0" u="none" strike="noStrike">
                <a:solidFill>
                  <a:srgbClr val="D4D4D4"/>
                </a:solidFill>
                <a:uFillTx/>
                <a:latin typeface="Menlo"/>
              </a:rPr>
              <a:t> </a:t>
            </a:r>
            <a:r>
              <a:rPr lang="de-DE" sz="2800" b="0" u="none" strike="noStrike">
                <a:solidFill>
                  <a:srgbClr val="DCDCAA"/>
                </a:solidFill>
                <a:uFillTx/>
                <a:latin typeface="Menlo"/>
              </a:rPr>
              <a:t>someOverload</a:t>
            </a:r>
            <a:r>
              <a:rPr lang="de-DE" sz="2800" b="0" u="none" strike="noStrike">
                <a:solidFill>
                  <a:srgbClr val="D4D4D4"/>
                </a:solidFill>
                <a:uFillTx/>
                <a:latin typeface="Menlo"/>
              </a:rPr>
              <a:t>(</a:t>
            </a:r>
            <a:r>
              <a:rPr lang="de-DE" sz="2800" b="0" u="none" strike="noStrike">
                <a:solidFill>
                  <a:srgbClr val="9CDCFE"/>
                </a:solidFill>
                <a:uFillTx/>
                <a:latin typeface="Menlo"/>
              </a:rPr>
              <a:t>x</a:t>
            </a:r>
            <a:r>
              <a:rPr lang="de-DE" sz="2800" b="0" u="none" strike="noStrike">
                <a:solidFill>
                  <a:srgbClr val="D4D4D4"/>
                </a:solidFill>
                <a:uFillTx/>
                <a:latin typeface="Menlo"/>
              </a:rPr>
              <a:t>:</a:t>
            </a:r>
            <a:r>
              <a:rPr lang="de-DE" sz="2800" b="0" u="none" strike="noStrike">
                <a:solidFill>
                  <a:srgbClr val="4EC9B0"/>
                </a:solidFill>
                <a:uFillTx/>
                <a:latin typeface="Menlo"/>
              </a:rPr>
              <a:t>any</a:t>
            </a:r>
            <a:r>
              <a:rPr lang="de-DE" sz="2800" b="0" u="none" strike="noStrike">
                <a:solidFill>
                  <a:srgbClr val="D4D4D4"/>
                </a:solidFill>
                <a:uFillTx/>
                <a:latin typeface="Menlo"/>
              </a:rPr>
              <a:t>):</a:t>
            </a:r>
            <a:r>
              <a:rPr lang="de-DE" sz="2800" b="0" u="none" strike="noStrike">
                <a:solidFill>
                  <a:srgbClr val="4EC9B0"/>
                </a:solidFill>
                <a:uFillTx/>
                <a:latin typeface="Menlo"/>
              </a:rPr>
              <a:t>void</a:t>
            </a: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EC9B0"/>
                </a:solidFill>
                <a:uFillTx/>
                <a:latin typeface="Menlo"/>
              </a:rPr>
              <a:t>	console</a:t>
            </a:r>
            <a:r>
              <a:rPr lang="de-DE" sz="2800" b="0" u="none" strike="noStrike">
                <a:solidFill>
                  <a:srgbClr val="D4D4D4"/>
                </a:solidFill>
                <a:uFillTx/>
                <a:latin typeface="Menlo"/>
              </a:rPr>
              <a:t>.</a:t>
            </a:r>
            <a:r>
              <a:rPr lang="de-DE" sz="2800" b="0" u="none" strike="noStrike">
                <a:solidFill>
                  <a:srgbClr val="DCDCAA"/>
                </a:solidFill>
                <a:uFillTx/>
                <a:latin typeface="Menlo"/>
              </a:rPr>
              <a:t>log</a:t>
            </a:r>
            <a:r>
              <a:rPr lang="de-DE" sz="2800" b="0" u="none" strike="noStrike">
                <a:solidFill>
                  <a:srgbClr val="D4D4D4"/>
                </a:solidFill>
                <a:uFillTx/>
                <a:latin typeface="Menlo"/>
              </a:rPr>
              <a:t>(</a:t>
            </a:r>
            <a:r>
              <a:rPr lang="de-DE" sz="2800" b="0" u="none" strike="noStrike">
                <a:solidFill>
                  <a:srgbClr val="9CDCFE"/>
                </a:solidFill>
                <a:uFillTx/>
                <a:latin typeface="Menlo"/>
              </a:rPr>
              <a:t>x</a:t>
            </a: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251" name="Rectangle 7">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52" name="Rectangle 9">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53" name="Rectangle 11">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54" name="Rectangle 13">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55" name="Rectangle 15">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56"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Container</a:t>
            </a:r>
            <a:endParaRPr lang="de-DE" sz="4000" b="0" u="none" strike="noStrike">
              <a:solidFill>
                <a:srgbClr val="000000"/>
              </a:solidFill>
              <a:uFillTx/>
              <a:latin typeface="Arial"/>
            </a:endParaRPr>
          </a:p>
        </p:txBody>
      </p:sp>
      <p:sp>
        <p:nvSpPr>
          <p:cNvPr id="257"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ourier New"/>
              </a:rPr>
              <a:t>array</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Eine Liste</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ourier New"/>
              </a:rPr>
              <a:t>tuple</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Eine feste Menge von anderen Basis-Typen</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ourier New"/>
              </a:rPr>
              <a:t>enum</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Eine feste Menge von Werten</a:t>
            </a:r>
            <a:endParaRPr lang="de-DE" sz="2000" b="0" u="none" strike="noStrike">
              <a:solidFill>
                <a:srgbClr val="000000"/>
              </a:solidFill>
              <a:uFillTx/>
              <a:latin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8" name="Rounded Rectangle 3"/>
          <p:cNvSpPr/>
          <p:nvPr/>
        </p:nvSpPr>
        <p:spPr>
          <a:xfrm>
            <a:off x="794160" y="4908960"/>
            <a:ext cx="9479520" cy="105732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de-DE" sz="1800" b="0" u="none" strike="noStrike">
              <a:solidFill>
                <a:schemeClr val="lt1"/>
              </a:solidFill>
              <a:uFillTx/>
              <a:latin typeface="Calibri"/>
            </a:endParaRPr>
          </a:p>
        </p:txBody>
      </p:sp>
      <p:cxnSp>
        <p:nvCxnSpPr>
          <p:cNvPr id="259" name="Straight Connector 5"/>
          <p:cNvCxnSpPr/>
          <p:nvPr/>
        </p:nvCxnSpPr>
        <p:spPr>
          <a:xfrm>
            <a:off x="2045160" y="4908600"/>
            <a:ext cx="1440" cy="1072440"/>
          </a:xfrm>
          <a:prstGeom prst="straightConnector1">
            <a:avLst/>
          </a:prstGeom>
          <a:ln w="0">
            <a:solidFill>
              <a:srgbClr val="000000"/>
            </a:solidFill>
          </a:ln>
        </p:spPr>
      </p:cxnSp>
      <p:cxnSp>
        <p:nvCxnSpPr>
          <p:cNvPr id="260" name="Straight Connector 6"/>
          <p:cNvCxnSpPr/>
          <p:nvPr/>
        </p:nvCxnSpPr>
        <p:spPr>
          <a:xfrm>
            <a:off x="3160080" y="4880520"/>
            <a:ext cx="1440" cy="1072440"/>
          </a:xfrm>
          <a:prstGeom prst="straightConnector1">
            <a:avLst/>
          </a:prstGeom>
          <a:ln w="0">
            <a:solidFill>
              <a:srgbClr val="000000"/>
            </a:solidFill>
          </a:ln>
        </p:spPr>
      </p:cxnSp>
      <p:cxnSp>
        <p:nvCxnSpPr>
          <p:cNvPr id="261" name="Straight Connector 7"/>
          <p:cNvCxnSpPr/>
          <p:nvPr/>
        </p:nvCxnSpPr>
        <p:spPr>
          <a:xfrm>
            <a:off x="4443480" y="4896720"/>
            <a:ext cx="1440" cy="1072080"/>
          </a:xfrm>
          <a:prstGeom prst="straightConnector1">
            <a:avLst/>
          </a:prstGeom>
          <a:ln w="0">
            <a:solidFill>
              <a:srgbClr val="000000"/>
            </a:solidFill>
          </a:ln>
        </p:spPr>
      </p:cxnSp>
      <p:cxnSp>
        <p:nvCxnSpPr>
          <p:cNvPr id="262" name="Straight Connector 8"/>
          <p:cNvCxnSpPr/>
          <p:nvPr/>
        </p:nvCxnSpPr>
        <p:spPr>
          <a:xfrm>
            <a:off x="8458200" y="4880520"/>
            <a:ext cx="1440" cy="1072440"/>
          </a:xfrm>
          <a:prstGeom prst="straightConnector1">
            <a:avLst/>
          </a:prstGeom>
          <a:ln w="0">
            <a:solidFill>
              <a:srgbClr val="000000"/>
            </a:solidFill>
          </a:ln>
        </p:spPr>
      </p:cxnSp>
      <p:cxnSp>
        <p:nvCxnSpPr>
          <p:cNvPr id="263" name="Straight Connector 9"/>
          <p:cNvCxnSpPr/>
          <p:nvPr/>
        </p:nvCxnSpPr>
        <p:spPr>
          <a:xfrm>
            <a:off x="7166520" y="4908600"/>
            <a:ext cx="1440" cy="1072440"/>
          </a:xfrm>
          <a:prstGeom prst="straightConnector1">
            <a:avLst/>
          </a:prstGeom>
          <a:ln w="0">
            <a:solidFill>
              <a:srgbClr val="000000"/>
            </a:solidFill>
          </a:ln>
        </p:spPr>
      </p:cxnSp>
      <p:cxnSp>
        <p:nvCxnSpPr>
          <p:cNvPr id="264" name="Straight Connector 10"/>
          <p:cNvCxnSpPr/>
          <p:nvPr/>
        </p:nvCxnSpPr>
        <p:spPr>
          <a:xfrm>
            <a:off x="5766840" y="4908600"/>
            <a:ext cx="1440" cy="1072440"/>
          </a:xfrm>
          <a:prstGeom prst="straightConnector1">
            <a:avLst/>
          </a:prstGeom>
          <a:ln w="0">
            <a:solidFill>
              <a:srgbClr val="000000"/>
            </a:solidFill>
          </a:ln>
        </p:spPr>
      </p:cxnSp>
      <p:sp>
        <p:nvSpPr>
          <p:cNvPr id="265" name="TextBox 11"/>
          <p:cNvSpPr/>
          <p:nvPr/>
        </p:nvSpPr>
        <p:spPr>
          <a:xfrm>
            <a:off x="1375920" y="4511880"/>
            <a:ext cx="781776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0	1	         2		3	      4		5	    6</a:t>
            </a:r>
            <a:endParaRPr lang="de-DE" sz="1800" b="0" u="none" strike="noStrike">
              <a:solidFill>
                <a:srgbClr val="000000"/>
              </a:solidFill>
              <a:uFillTx/>
              <a:latin typeface="Arial"/>
            </a:endParaRPr>
          </a:p>
        </p:txBody>
      </p:sp>
      <p:sp>
        <p:nvSpPr>
          <p:cNvPr id="266" name="Rectangle 13"/>
          <p:cNvSpPr/>
          <p:nvPr/>
        </p:nvSpPr>
        <p:spPr>
          <a:xfrm>
            <a:off x="6244560" y="3238200"/>
            <a:ext cx="4390200" cy="1461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DE" sz="1800" b="0" u="none" strike="noStrike">
                <a:solidFill>
                  <a:srgbClr val="569CD6"/>
                </a:solidFill>
                <a:uFillTx/>
                <a:latin typeface="Menlo"/>
              </a:rPr>
              <a:t>var</a:t>
            </a:r>
            <a:r>
              <a:rPr lang="de-DE" sz="1800" b="0" u="none" strike="noStrike">
                <a:solidFill>
                  <a:srgbClr val="D4D4D4"/>
                </a:solidFill>
                <a:uFillTx/>
                <a:latin typeface="Menlo"/>
              </a:rPr>
              <a:t> </a:t>
            </a:r>
            <a:r>
              <a:rPr lang="de-DE" sz="1800" b="0" u="none" strike="noStrike">
                <a:solidFill>
                  <a:srgbClr val="9CDCFE"/>
                </a:solidFill>
                <a:uFillTx/>
                <a:latin typeface="Menlo"/>
              </a:rPr>
              <a:t>nummern</a:t>
            </a:r>
            <a:r>
              <a:rPr lang="de-DE" sz="1800" b="0" u="none" strike="noStrike">
                <a:solidFill>
                  <a:srgbClr val="D4D4D4"/>
                </a:solidFill>
                <a:uFillTx/>
                <a:latin typeface="Menlo"/>
              </a:rPr>
              <a:t>:</a:t>
            </a:r>
            <a:r>
              <a:rPr lang="de-DE" sz="1800" b="0" u="none" strike="noStrike">
                <a:solidFill>
                  <a:srgbClr val="4EC9B0"/>
                </a:solidFill>
                <a:uFillTx/>
                <a:latin typeface="Menlo"/>
              </a:rPr>
              <a:t>number</a:t>
            </a:r>
            <a:r>
              <a:rPr lang="de-DE" sz="1800" b="0" u="none" strike="noStrike">
                <a:solidFill>
                  <a:srgbClr val="D4D4D4"/>
                </a:solidFill>
                <a:uFillTx/>
                <a:latin typeface="Menlo"/>
              </a:rPr>
              <a:t>[]; </a:t>
            </a:r>
            <a:endParaRPr lang="de-DE" sz="1800" b="0" u="none" strike="noStrike">
              <a:solidFill>
                <a:srgbClr val="000000"/>
              </a:solidFill>
              <a:uFillTx/>
              <a:latin typeface="Arial"/>
            </a:endParaRPr>
          </a:p>
          <a:p>
            <a:pPr defTabSz="914400">
              <a:lnSpc>
                <a:spcPct val="100000"/>
              </a:lnSpc>
            </a:pPr>
            <a:r>
              <a:rPr lang="de-DE" sz="1800" b="0" u="none" strike="noStrike">
                <a:solidFill>
                  <a:srgbClr val="9CDCFE"/>
                </a:solidFill>
                <a:uFillTx/>
                <a:latin typeface="Menlo"/>
              </a:rPr>
              <a:t>nummern</a:t>
            </a:r>
            <a:r>
              <a:rPr lang="de-DE" sz="1800" b="0" u="none" strike="noStrike">
                <a:solidFill>
                  <a:srgbClr val="D4D4D4"/>
                </a:solidFill>
                <a:uFillTx/>
                <a:latin typeface="Menlo"/>
              </a:rPr>
              <a:t> = [</a:t>
            </a:r>
            <a:r>
              <a:rPr lang="de-DE" sz="1800" b="0" u="none" strike="noStrike">
                <a:solidFill>
                  <a:srgbClr val="B5CEA8"/>
                </a:solidFill>
                <a:uFillTx/>
                <a:latin typeface="Menlo"/>
              </a:rPr>
              <a:t>1</a:t>
            </a:r>
            <a:r>
              <a:rPr lang="de-DE" sz="1800" b="0" u="none" strike="noStrike">
                <a:solidFill>
                  <a:srgbClr val="D4D4D4"/>
                </a:solidFill>
                <a:uFillTx/>
                <a:latin typeface="Menlo"/>
              </a:rPr>
              <a:t>,</a:t>
            </a:r>
            <a:r>
              <a:rPr lang="de-DE" sz="1800" b="0" u="none" strike="noStrike">
                <a:solidFill>
                  <a:srgbClr val="B5CEA8"/>
                </a:solidFill>
                <a:uFillTx/>
                <a:latin typeface="Menlo"/>
              </a:rPr>
              <a:t>3</a:t>
            </a:r>
            <a:r>
              <a:rPr lang="de-DE" sz="1800" b="0" u="none" strike="noStrike">
                <a:solidFill>
                  <a:srgbClr val="D4D4D4"/>
                </a:solidFill>
                <a:uFillTx/>
                <a:latin typeface="Menlo"/>
              </a:rPr>
              <a:t>,</a:t>
            </a:r>
            <a:r>
              <a:rPr lang="de-DE" sz="1800" b="0" u="none" strike="noStrike">
                <a:solidFill>
                  <a:srgbClr val="B5CEA8"/>
                </a:solidFill>
                <a:uFillTx/>
                <a:latin typeface="Menlo"/>
              </a:rPr>
              <a:t>5</a:t>
            </a:r>
            <a:r>
              <a:rPr lang="de-DE" sz="1800" b="0" u="none" strike="noStrike">
                <a:solidFill>
                  <a:srgbClr val="D4D4D4"/>
                </a:solidFill>
                <a:uFillTx/>
                <a:latin typeface="Menlo"/>
              </a:rPr>
              <a:t>,</a:t>
            </a:r>
            <a:r>
              <a:rPr lang="de-DE" sz="1800" b="0" u="none" strike="noStrike">
                <a:solidFill>
                  <a:srgbClr val="B5CEA8"/>
                </a:solidFill>
                <a:uFillTx/>
                <a:latin typeface="Menlo"/>
              </a:rPr>
              <a:t>7</a:t>
            </a:r>
            <a:r>
              <a:rPr lang="de-DE"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endParaRPr lang="de-DE" sz="1800" b="0" u="none" strike="noStrike">
              <a:solidFill>
                <a:srgbClr val="000000"/>
              </a:solidFill>
              <a:uFillTx/>
              <a:latin typeface="Arial"/>
            </a:endParaRPr>
          </a:p>
          <a:p>
            <a:pPr defTabSz="914400">
              <a:lnSpc>
                <a:spcPct val="100000"/>
              </a:lnSpc>
            </a:pPr>
            <a:r>
              <a:rPr lang="de-DE" sz="1800" b="0" u="none" strike="noStrike">
                <a:solidFill>
                  <a:srgbClr val="569CD6"/>
                </a:solidFill>
                <a:uFillTx/>
                <a:latin typeface="Menlo"/>
              </a:rPr>
              <a:t>var</a:t>
            </a:r>
            <a:r>
              <a:rPr lang="de-DE" sz="1800" b="0" u="none" strike="noStrike">
                <a:solidFill>
                  <a:srgbClr val="D4D4D4"/>
                </a:solidFill>
                <a:uFillTx/>
                <a:latin typeface="Menlo"/>
              </a:rPr>
              <a:t> </a:t>
            </a:r>
            <a:r>
              <a:rPr lang="de-DE" sz="1800" b="0" u="none" strike="noStrike">
                <a:solidFill>
                  <a:srgbClr val="9CDCFE"/>
                </a:solidFill>
                <a:uFillTx/>
                <a:latin typeface="Menlo"/>
              </a:rPr>
              <a:t>secondEntry</a:t>
            </a:r>
            <a:r>
              <a:rPr lang="de-DE" sz="1800" b="0" u="none" strike="noStrike">
                <a:solidFill>
                  <a:srgbClr val="D4D4D4"/>
                </a:solidFill>
                <a:uFillTx/>
                <a:latin typeface="Menlo"/>
              </a:rPr>
              <a:t> = </a:t>
            </a:r>
            <a:r>
              <a:rPr lang="de-DE" sz="1800" b="0" u="none" strike="noStrike">
                <a:solidFill>
                  <a:srgbClr val="9CDCFE"/>
                </a:solidFill>
                <a:uFillTx/>
                <a:latin typeface="Menlo"/>
              </a:rPr>
              <a:t>nummern</a:t>
            </a:r>
            <a:r>
              <a:rPr lang="de-DE" sz="1800" b="0" u="none" strike="noStrike">
                <a:solidFill>
                  <a:srgbClr val="D4D4D4"/>
                </a:solidFill>
                <a:uFillTx/>
                <a:latin typeface="Menlo"/>
              </a:rPr>
              <a:t>[</a:t>
            </a:r>
            <a:r>
              <a:rPr lang="de-DE" sz="1800" b="0" u="none" strike="noStrike">
                <a:solidFill>
                  <a:srgbClr val="B5CEA8"/>
                </a:solidFill>
                <a:uFillTx/>
                <a:latin typeface="Menlo"/>
              </a:rPr>
              <a:t>1</a:t>
            </a:r>
            <a:r>
              <a:rPr lang="de-DE"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de-DE" sz="1800" b="0" u="none" strike="noStrike">
                <a:solidFill>
                  <a:srgbClr val="D4D4D4"/>
                </a:solidFill>
                <a:uFillTx/>
                <a:latin typeface="Menlo"/>
              </a:rPr>
              <a:t> </a:t>
            </a:r>
            <a:endParaRPr lang="de-DE" sz="1800" b="0" u="none" strike="noStrike">
              <a:solidFill>
                <a:srgbClr val="000000"/>
              </a:solidFill>
              <a:uFillTx/>
              <a:latin typeface="Arial"/>
            </a:endParaRPr>
          </a:p>
        </p:txBody>
      </p:sp>
      <p:sp>
        <p:nvSpPr>
          <p:cNvPr id="267" name="Rectangle 14"/>
          <p:cNvSpPr/>
          <p:nvPr/>
        </p:nvSpPr>
        <p:spPr>
          <a:xfrm>
            <a:off x="908640" y="878400"/>
            <a:ext cx="5834520" cy="4554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2400" b="0" u="none" strike="noStrike">
                <a:solidFill>
                  <a:schemeClr val="dk1"/>
                </a:solidFill>
                <a:uFillTx/>
                <a:latin typeface="Calibri"/>
              </a:rPr>
              <a:t>var array_name[:data type] = [val1,val2…valn]</a:t>
            </a:r>
            <a:endParaRPr lang="de-DE" sz="2400" b="0" u="none" strike="noStrike">
              <a:solidFill>
                <a:srgbClr val="000000"/>
              </a:solidFill>
              <a:uFillTx/>
              <a:latin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8" name="Rectangle 1"/>
          <p:cNvSpPr/>
          <p:nvPr/>
        </p:nvSpPr>
        <p:spPr>
          <a:xfrm>
            <a:off x="4523760" y="3947400"/>
            <a:ext cx="7409880" cy="1735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DE" sz="1800" b="0" u="none" strike="noStrike">
                <a:solidFill>
                  <a:srgbClr val="569CD6"/>
                </a:solidFill>
                <a:uFillTx/>
                <a:latin typeface="Menlo"/>
              </a:rPr>
              <a:t>var</a:t>
            </a:r>
            <a:r>
              <a:rPr lang="de-DE" sz="1800" b="0" u="none" strike="noStrike">
                <a:solidFill>
                  <a:srgbClr val="D4D4D4"/>
                </a:solidFill>
                <a:uFillTx/>
                <a:latin typeface="Menlo"/>
              </a:rPr>
              <a:t> </a:t>
            </a:r>
            <a:r>
              <a:rPr lang="de-DE" sz="1800" b="0" u="none" strike="noStrike">
                <a:solidFill>
                  <a:srgbClr val="9CDCFE"/>
                </a:solidFill>
                <a:uFillTx/>
                <a:latin typeface="Menlo"/>
              </a:rPr>
              <a:t>nummern2</a:t>
            </a:r>
            <a:r>
              <a:rPr lang="de-DE" sz="1800" b="0" u="none" strike="noStrike">
                <a:solidFill>
                  <a:srgbClr val="D4D4D4"/>
                </a:solidFill>
                <a:uFillTx/>
                <a:latin typeface="Menlo"/>
              </a:rPr>
              <a:t>:</a:t>
            </a:r>
            <a:r>
              <a:rPr lang="de-DE" sz="1800" b="0" u="none" strike="noStrike">
                <a:solidFill>
                  <a:srgbClr val="4EC9B0"/>
                </a:solidFill>
                <a:uFillTx/>
                <a:latin typeface="Menlo"/>
              </a:rPr>
              <a:t>number</a:t>
            </a:r>
            <a:r>
              <a:rPr lang="de-DE" sz="1800" b="0" u="none" strike="noStrike">
                <a:solidFill>
                  <a:srgbClr val="D4D4D4"/>
                </a:solidFill>
                <a:uFillTx/>
                <a:latin typeface="Menlo"/>
              </a:rPr>
              <a:t>[] = </a:t>
            </a:r>
            <a:r>
              <a:rPr lang="de-DE" sz="1800" b="0" u="none" strike="noStrike">
                <a:solidFill>
                  <a:srgbClr val="569CD6"/>
                </a:solidFill>
                <a:uFillTx/>
                <a:latin typeface="Menlo"/>
              </a:rPr>
              <a:t>new</a:t>
            </a:r>
            <a:r>
              <a:rPr lang="de-DE" sz="1800" b="0" u="none" strike="noStrike">
                <a:solidFill>
                  <a:srgbClr val="D4D4D4"/>
                </a:solidFill>
                <a:uFillTx/>
                <a:latin typeface="Menlo"/>
              </a:rPr>
              <a:t> </a:t>
            </a:r>
            <a:r>
              <a:rPr lang="de-DE" sz="1800" b="0" u="none" strike="noStrike">
                <a:solidFill>
                  <a:srgbClr val="4EC9B0"/>
                </a:solidFill>
                <a:uFillTx/>
                <a:latin typeface="Menlo"/>
              </a:rPr>
              <a:t>Array</a:t>
            </a:r>
            <a:r>
              <a:rPr lang="de-DE" sz="1800" b="0" u="none" strike="noStrike">
                <a:solidFill>
                  <a:srgbClr val="D4D4D4"/>
                </a:solidFill>
                <a:uFillTx/>
                <a:latin typeface="Menlo"/>
              </a:rPr>
              <a:t>(</a:t>
            </a:r>
            <a:r>
              <a:rPr lang="de-DE" sz="1800" b="0" u="none" strike="noStrike">
                <a:solidFill>
                  <a:srgbClr val="B5CEA8"/>
                </a:solidFill>
                <a:uFillTx/>
                <a:latin typeface="Menlo"/>
              </a:rPr>
              <a:t>4</a:t>
            </a:r>
            <a:r>
              <a:rPr lang="de-DE" sz="1800" b="0" u="none" strike="noStrike">
                <a:solidFill>
                  <a:srgbClr val="D4D4D4"/>
                </a:solidFill>
                <a:uFillTx/>
                <a:latin typeface="Menlo"/>
              </a:rPr>
              <a:t>) </a:t>
            </a:r>
            <a:endParaRPr lang="de-DE" sz="1800" b="0" u="none" strike="noStrike">
              <a:solidFill>
                <a:srgbClr val="000000"/>
              </a:solidFill>
              <a:uFillTx/>
              <a:latin typeface="Arial"/>
            </a:endParaRPr>
          </a:p>
          <a:p>
            <a:pPr defTabSz="914400">
              <a:lnSpc>
                <a:spcPct val="100000"/>
              </a:lnSpc>
            </a:pPr>
            <a:br>
              <a:rPr sz="1800"/>
            </a:br>
            <a:r>
              <a:rPr lang="de-DE" sz="1800" b="0" u="none" strike="noStrike">
                <a:solidFill>
                  <a:srgbClr val="C586C0"/>
                </a:solidFill>
                <a:uFillTx/>
                <a:latin typeface="Menlo"/>
              </a:rPr>
              <a:t>for</a:t>
            </a:r>
            <a:r>
              <a:rPr lang="de-DE" sz="1800" b="0" u="none" strike="noStrike">
                <a:solidFill>
                  <a:srgbClr val="D4D4D4"/>
                </a:solidFill>
                <a:uFillTx/>
                <a:latin typeface="Menlo"/>
              </a:rPr>
              <a:t>(</a:t>
            </a:r>
            <a:r>
              <a:rPr lang="de-DE" sz="1800" b="0" u="none" strike="noStrike">
                <a:solidFill>
                  <a:srgbClr val="569CD6"/>
                </a:solidFill>
                <a:uFillTx/>
                <a:latin typeface="Menlo"/>
              </a:rPr>
              <a:t>var</a:t>
            </a:r>
            <a:r>
              <a:rPr lang="de-DE" sz="1800" b="0" u="none" strike="noStrike">
                <a:solidFill>
                  <a:srgbClr val="D4D4D4"/>
                </a:solidFill>
                <a:uFillTx/>
                <a:latin typeface="Menlo"/>
              </a:rPr>
              <a:t> </a:t>
            </a:r>
            <a:r>
              <a:rPr lang="de-DE" sz="1800" b="0" u="none" strike="noStrike">
                <a:solidFill>
                  <a:srgbClr val="9CDCFE"/>
                </a:solidFill>
                <a:uFillTx/>
                <a:latin typeface="Menlo"/>
              </a:rPr>
              <a:t>i</a:t>
            </a:r>
            <a:r>
              <a:rPr lang="de-DE" sz="1800" b="0" u="none" strike="noStrike">
                <a:solidFill>
                  <a:srgbClr val="D4D4D4"/>
                </a:solidFill>
                <a:uFillTx/>
                <a:latin typeface="Menlo"/>
              </a:rPr>
              <a:t> = </a:t>
            </a:r>
            <a:r>
              <a:rPr lang="de-DE" sz="1800" b="0" u="none" strike="noStrike">
                <a:solidFill>
                  <a:srgbClr val="B5CEA8"/>
                </a:solidFill>
                <a:uFillTx/>
                <a:latin typeface="Menlo"/>
              </a:rPr>
              <a:t>0</a:t>
            </a:r>
            <a:r>
              <a:rPr lang="de-DE" sz="1800" b="0" u="none" strike="noStrike">
                <a:solidFill>
                  <a:srgbClr val="D4D4D4"/>
                </a:solidFill>
                <a:uFillTx/>
                <a:latin typeface="Menlo"/>
              </a:rPr>
              <a:t>;</a:t>
            </a:r>
            <a:r>
              <a:rPr lang="de-DE" sz="1800" b="0" u="none" strike="noStrike">
                <a:solidFill>
                  <a:srgbClr val="9CDCFE"/>
                </a:solidFill>
                <a:uFillTx/>
                <a:latin typeface="Menlo"/>
              </a:rPr>
              <a:t>i</a:t>
            </a:r>
            <a:r>
              <a:rPr lang="de-DE" sz="1800" b="0" u="none" strike="noStrike">
                <a:solidFill>
                  <a:srgbClr val="D4D4D4"/>
                </a:solidFill>
                <a:uFillTx/>
                <a:latin typeface="Menlo"/>
              </a:rPr>
              <a:t>&lt;</a:t>
            </a:r>
            <a:r>
              <a:rPr lang="de-DE" sz="1800" b="0" u="none" strike="noStrike">
                <a:solidFill>
                  <a:srgbClr val="9CDCFE"/>
                </a:solidFill>
                <a:uFillTx/>
                <a:latin typeface="Menlo"/>
              </a:rPr>
              <a:t>nummern2</a:t>
            </a:r>
            <a:r>
              <a:rPr lang="de-DE" sz="1800" b="0" u="none" strike="noStrike">
                <a:solidFill>
                  <a:srgbClr val="D4D4D4"/>
                </a:solidFill>
                <a:uFillTx/>
                <a:latin typeface="Menlo"/>
              </a:rPr>
              <a:t>.</a:t>
            </a:r>
            <a:r>
              <a:rPr lang="de-DE" sz="1800" b="0" u="none" strike="noStrike">
                <a:solidFill>
                  <a:srgbClr val="9CDCFE"/>
                </a:solidFill>
                <a:uFillTx/>
                <a:latin typeface="Menlo"/>
              </a:rPr>
              <a:t>length</a:t>
            </a:r>
            <a:r>
              <a:rPr lang="de-DE" sz="1800" b="0" u="none" strike="noStrike">
                <a:solidFill>
                  <a:srgbClr val="D4D4D4"/>
                </a:solidFill>
                <a:uFillTx/>
                <a:latin typeface="Menlo"/>
              </a:rPr>
              <a:t>;</a:t>
            </a:r>
            <a:r>
              <a:rPr lang="de-DE" sz="1800" b="0" u="none" strike="noStrike">
                <a:solidFill>
                  <a:srgbClr val="9CDCFE"/>
                </a:solidFill>
                <a:uFillTx/>
                <a:latin typeface="Menlo"/>
              </a:rPr>
              <a:t>i</a:t>
            </a:r>
            <a:r>
              <a:rPr lang="de-DE" sz="1800" b="0" u="none" strike="noStrike">
                <a:solidFill>
                  <a:srgbClr val="D4D4D4"/>
                </a:solidFill>
                <a:uFillTx/>
                <a:latin typeface="Menlo"/>
              </a:rPr>
              <a:t>++) { </a:t>
            </a:r>
            <a:endParaRPr lang="de-DE" sz="1800" b="0" u="none" strike="noStrike">
              <a:solidFill>
                <a:srgbClr val="000000"/>
              </a:solidFill>
              <a:uFillTx/>
              <a:latin typeface="Arial"/>
            </a:endParaRPr>
          </a:p>
          <a:p>
            <a:pPr defTabSz="914400">
              <a:lnSpc>
                <a:spcPct val="100000"/>
              </a:lnSpc>
            </a:pPr>
            <a:r>
              <a:rPr lang="de-DE" sz="1800" b="0" u="none" strike="noStrike">
                <a:solidFill>
                  <a:srgbClr val="9CDCFE"/>
                </a:solidFill>
                <a:uFillTx/>
                <a:latin typeface="Menlo"/>
              </a:rPr>
              <a:t>	nummern2</a:t>
            </a:r>
            <a:r>
              <a:rPr lang="de-DE" sz="1800" b="0" u="none" strike="noStrike">
                <a:solidFill>
                  <a:srgbClr val="D4D4D4"/>
                </a:solidFill>
                <a:uFillTx/>
                <a:latin typeface="Menlo"/>
              </a:rPr>
              <a:t>[</a:t>
            </a:r>
            <a:r>
              <a:rPr lang="de-DE" sz="1800" b="0" u="none" strike="noStrike">
                <a:solidFill>
                  <a:srgbClr val="9CDCFE"/>
                </a:solidFill>
                <a:uFillTx/>
                <a:latin typeface="Menlo"/>
              </a:rPr>
              <a:t>i</a:t>
            </a:r>
            <a:r>
              <a:rPr lang="de-DE" sz="1800" b="0" u="none" strike="noStrike">
                <a:solidFill>
                  <a:srgbClr val="D4D4D4"/>
                </a:solidFill>
                <a:uFillTx/>
                <a:latin typeface="Menlo"/>
              </a:rPr>
              <a:t>] = </a:t>
            </a:r>
            <a:r>
              <a:rPr lang="de-DE" sz="1800" b="0" u="none" strike="noStrike">
                <a:solidFill>
                  <a:srgbClr val="9CDCFE"/>
                </a:solidFill>
                <a:uFillTx/>
                <a:latin typeface="Menlo"/>
              </a:rPr>
              <a:t>i</a:t>
            </a:r>
            <a:r>
              <a:rPr lang="de-DE" sz="1800" b="0" u="none" strike="noStrike">
                <a:solidFill>
                  <a:srgbClr val="D4D4D4"/>
                </a:solidFill>
                <a:uFillTx/>
                <a:latin typeface="Menlo"/>
              </a:rPr>
              <a:t> * </a:t>
            </a:r>
            <a:r>
              <a:rPr lang="de-DE" sz="1800" b="0" u="none" strike="noStrike">
                <a:solidFill>
                  <a:srgbClr val="B5CEA8"/>
                </a:solidFill>
                <a:uFillTx/>
                <a:latin typeface="Menlo"/>
              </a:rPr>
              <a:t>10</a:t>
            </a:r>
            <a:r>
              <a:rPr lang="de-DE" sz="1800" b="0" u="none" strike="noStrike">
                <a:solidFill>
                  <a:srgbClr val="D4D4D4"/>
                </a:solidFill>
                <a:uFillTx/>
                <a:latin typeface="Menlo"/>
              </a:rPr>
              <a:t>; </a:t>
            </a:r>
            <a:endParaRPr lang="de-DE" sz="1800" b="0" u="none" strike="noStrike">
              <a:solidFill>
                <a:srgbClr val="000000"/>
              </a:solidFill>
              <a:uFillTx/>
              <a:latin typeface="Arial"/>
            </a:endParaRPr>
          </a:p>
          <a:p>
            <a:pPr defTabSz="914400">
              <a:lnSpc>
                <a:spcPct val="100000"/>
              </a:lnSpc>
            </a:pPr>
            <a:r>
              <a:rPr lang="de-DE" sz="1800" b="0" u="none" strike="noStrike">
                <a:solidFill>
                  <a:srgbClr val="4EC9B0"/>
                </a:solidFill>
                <a:uFillTx/>
                <a:latin typeface="Menlo"/>
              </a:rPr>
              <a:t>	console</a:t>
            </a:r>
            <a:r>
              <a:rPr lang="de-DE" sz="1800" b="0" u="none" strike="noStrike">
                <a:solidFill>
                  <a:srgbClr val="D4D4D4"/>
                </a:solidFill>
                <a:uFillTx/>
                <a:latin typeface="Menlo"/>
              </a:rPr>
              <a:t>.</a:t>
            </a:r>
            <a:r>
              <a:rPr lang="de-DE" sz="1800" b="0" u="none" strike="noStrike">
                <a:solidFill>
                  <a:srgbClr val="DCDCAA"/>
                </a:solidFill>
                <a:uFillTx/>
                <a:latin typeface="Menlo"/>
              </a:rPr>
              <a:t>log</a:t>
            </a:r>
            <a:r>
              <a:rPr lang="de-DE" sz="1800" b="0" u="none" strike="noStrike">
                <a:solidFill>
                  <a:srgbClr val="D4D4D4"/>
                </a:solidFill>
                <a:uFillTx/>
                <a:latin typeface="Menlo"/>
              </a:rPr>
              <a:t>(</a:t>
            </a:r>
            <a:r>
              <a:rPr lang="de-DE" sz="1800" b="0" u="none" strike="noStrike">
                <a:solidFill>
                  <a:srgbClr val="9CDCFE"/>
                </a:solidFill>
                <a:uFillTx/>
                <a:latin typeface="Menlo"/>
              </a:rPr>
              <a:t>nummern2</a:t>
            </a:r>
            <a:r>
              <a:rPr lang="de-DE" sz="1800" b="0" u="none" strike="noStrike">
                <a:solidFill>
                  <a:srgbClr val="D4D4D4"/>
                </a:solidFill>
                <a:uFillTx/>
                <a:latin typeface="Menlo"/>
              </a:rPr>
              <a:t>[</a:t>
            </a:r>
            <a:r>
              <a:rPr lang="de-DE" sz="1800" b="0" u="none" strike="noStrike">
                <a:solidFill>
                  <a:srgbClr val="9CDCFE"/>
                </a:solidFill>
                <a:uFillTx/>
                <a:latin typeface="Menlo"/>
              </a:rPr>
              <a:t>i</a:t>
            </a:r>
            <a:r>
              <a:rPr lang="de-DE" sz="1800" b="0" u="none" strike="noStrike">
                <a:solidFill>
                  <a:srgbClr val="D4D4D4"/>
                </a:solidFill>
                <a:uFillTx/>
                <a:latin typeface="Menlo"/>
              </a:rPr>
              <a:t>]) </a:t>
            </a:r>
            <a:endParaRPr lang="de-DE" sz="1800" b="0" u="none" strike="noStrike">
              <a:solidFill>
                <a:srgbClr val="000000"/>
              </a:solidFill>
              <a:uFillTx/>
              <a:latin typeface="Arial"/>
            </a:endParaRPr>
          </a:p>
          <a:p>
            <a:pPr defTabSz="914400">
              <a:lnSpc>
                <a:spcPct val="100000"/>
              </a:lnSpc>
            </a:pPr>
            <a:r>
              <a:rPr lang="de-DE" sz="1800" b="0" u="none" strike="noStrike">
                <a:solidFill>
                  <a:srgbClr val="D4D4D4"/>
                </a:solidFill>
                <a:uFillTx/>
                <a:latin typeface="Menlo"/>
              </a:rPr>
              <a:t>}</a:t>
            </a:r>
            <a:endParaRPr lang="de-DE" sz="1800" b="0" u="none" strike="noStrike">
              <a:solidFill>
                <a:srgbClr val="000000"/>
              </a:solidFill>
              <a:uFillTx/>
              <a:latin typeface="Arial"/>
            </a:endParaRPr>
          </a:p>
        </p:txBody>
      </p:sp>
      <p:pic>
        <p:nvPicPr>
          <p:cNvPr id="269" name="Picture 5" descr="A crowd of people in a room&#10;&#10;Description automatically generated"/>
          <p:cNvPicPr/>
          <p:nvPr/>
        </p:nvPicPr>
        <p:blipFill>
          <a:blip r:embed="rId2"/>
          <a:stretch/>
        </p:blipFill>
        <p:spPr>
          <a:xfrm>
            <a:off x="885960" y="990720"/>
            <a:ext cx="3046680" cy="2208240"/>
          </a:xfrm>
          <a:prstGeom prst="rect">
            <a:avLst/>
          </a:prstGeom>
          <a:noFill/>
          <a:ln w="0">
            <a:noFill/>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270" name="Rectangle 72">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71" name="PlaceHolder 1"/>
          <p:cNvSpPr>
            <a:spLocks noGrp="1"/>
          </p:cNvSpPr>
          <p:nvPr>
            <p:ph type="title"/>
          </p:nvPr>
        </p:nvSpPr>
        <p:spPr>
          <a:xfrm>
            <a:off x="5297760" y="329040"/>
            <a:ext cx="6249600" cy="1781640"/>
          </a:xfrm>
          <a:prstGeom prst="rect">
            <a:avLst/>
          </a:prstGeom>
          <a:noFill/>
          <a:ln w="0">
            <a:noFill/>
          </a:ln>
        </p:spPr>
        <p:txBody>
          <a:bodyPr lIns="91440" tIns="45720" rIns="91440" bIns="45720" anchor="b">
            <a:normAutofit fontScale="92500"/>
          </a:bodyPr>
          <a:lstStyle/>
          <a:p>
            <a:pPr indent="0" defTabSz="914400">
              <a:lnSpc>
                <a:spcPct val="90000"/>
              </a:lnSpc>
              <a:buNone/>
              <a:tabLst>
                <a:tab pos="0" algn="l"/>
              </a:tabLst>
            </a:pPr>
            <a:r>
              <a:rPr lang="en-US" sz="5400" b="0" u="none" strike="noStrike">
                <a:solidFill>
                  <a:schemeClr val="dk1"/>
                </a:solidFill>
                <a:uFillTx/>
                <a:latin typeface="Calibri Light"/>
              </a:rPr>
              <a:t>Array Schnittstellen Auszug </a:t>
            </a:r>
            <a:endParaRPr lang="de-DE" sz="5400" b="0" u="none" strike="noStrike">
              <a:solidFill>
                <a:srgbClr val="000000"/>
              </a:solidFill>
              <a:uFillTx/>
              <a:latin typeface="Arial"/>
            </a:endParaRPr>
          </a:p>
        </p:txBody>
      </p:sp>
      <p:pic>
        <p:nvPicPr>
          <p:cNvPr id="272" name="Picture 4" descr="NewSpringcollection2007_"/>
          <p:cNvPicPr/>
          <p:nvPr/>
        </p:nvPicPr>
        <p:blipFill>
          <a:blip r:embed="rId2"/>
          <a:srcRect l="21422" r="10668"/>
          <a:stretch/>
        </p:blipFill>
        <p:spPr>
          <a:xfrm>
            <a:off x="0" y="0"/>
            <a:ext cx="4655880" cy="6856560"/>
          </a:xfrm>
          <a:prstGeom prst="rect">
            <a:avLst/>
          </a:prstGeom>
          <a:noFill/>
          <a:ln w="0">
            <a:noFill/>
          </a:ln>
        </p:spPr>
      </p:pic>
      <p:sp>
        <p:nvSpPr>
          <p:cNvPr id="273" name="sketchy line">
            <a:extLst>
              <a:ext uri="{C183D7F6-B498-43B3-948B-1728B52AA6E4}">
                <adec:decorative xmlns:adec="http://schemas.microsoft.com/office/drawing/2017/decorative" val="1"/>
              </a:ext>
            </a:extLst>
          </p:cNvPr>
          <p:cNvSpPr/>
          <p:nvPr/>
        </p:nvSpPr>
        <p:spPr>
          <a:xfrm>
            <a:off x="5297760" y="2374920"/>
            <a:ext cx="4242240" cy="16920"/>
          </a:xfrm>
          <a:custGeom>
            <a:avLst/>
            <a:gdLst>
              <a:gd name="textAreaLeft" fmla="*/ 0 w 4242240"/>
              <a:gd name="textAreaRight" fmla="*/ 4243680 w 4242240"/>
              <a:gd name="textAreaTop" fmla="*/ 0 h 16920"/>
              <a:gd name="textAreaBottom" fmla="*/ 18360 h 16920"/>
            </a:gdLst>
            <a:ahLst/>
            <a:cxnLst/>
            <a:rect l="textAreaLeft" t="textAreaTop" r="textAreaRight" b="textAreaBottom"/>
            <a:pathLst>
              <a:path w="4243589" h="18288" fill="none">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4450" cap="rnd">
            <a:solidFill>
              <a:srgbClr val="8BC145"/>
            </a:solidFill>
            <a:round/>
          </a:ln>
        </p:spPr>
        <p:style>
          <a:lnRef idx="2">
            <a:schemeClr val="accent1">
              <a:shade val="50000"/>
            </a:schemeClr>
          </a:lnRef>
          <a:fillRef idx="1">
            <a:schemeClr val="accent1"/>
          </a:fillRef>
          <a:effectRef idx="0">
            <a:schemeClr val="accent1"/>
          </a:effectRef>
          <a:fontRef idx="minor"/>
        </p:style>
        <p:txBody>
          <a:bodyPr lIns="90000" tIns="-26640" rIns="90000" bIns="-266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74" name="PlaceHolder 2"/>
          <p:cNvSpPr>
            <a:spLocks noGrp="1"/>
          </p:cNvSpPr>
          <p:nvPr>
            <p:ph/>
          </p:nvPr>
        </p:nvSpPr>
        <p:spPr>
          <a:xfrm>
            <a:off x="5297760" y="2706480"/>
            <a:ext cx="6249600" cy="34822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en-US" sz="2200" b="0" u="none" strike="noStrike">
                <a:solidFill>
                  <a:schemeClr val="dk1"/>
                </a:solidFill>
                <a:uFillTx/>
                <a:latin typeface="Calibri"/>
              </a:rPr>
              <a:t>concat(value1, value2, ..., valueN) : T[];</a:t>
            </a:r>
            <a:endParaRPr lang="de-DE" sz="22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en-US" sz="2200" b="0" u="none" strike="noStrike">
                <a:solidFill>
                  <a:schemeClr val="dk1"/>
                </a:solidFill>
                <a:uFillTx/>
                <a:latin typeface="Calibri"/>
              </a:rPr>
              <a:t>indexOf(o) : number;</a:t>
            </a:r>
            <a:endParaRPr lang="de-DE" sz="22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en-US" sz="2200" b="0" u="none" strike="noStrike">
                <a:solidFill>
                  <a:schemeClr val="dk1"/>
                </a:solidFill>
                <a:uFillTx/>
                <a:latin typeface="Calibri"/>
              </a:rPr>
              <a:t>lastIndexOf(o) : number;</a:t>
            </a:r>
            <a:r>
              <a:rPr lang="en-US" sz="2200" b="1" u="none" strike="noStrike">
                <a:solidFill>
                  <a:schemeClr val="dk1"/>
                </a:solidFill>
                <a:uFillTx/>
                <a:latin typeface="Calibri"/>
              </a:rPr>
              <a:t> </a:t>
            </a:r>
            <a:endParaRPr lang="de-DE" sz="2200" b="0" u="none" strike="noStrike">
              <a:solidFill>
                <a:srgbClr val="000000"/>
              </a:solidFill>
              <a:uFillTx/>
              <a:latin typeface="Arial"/>
            </a:endParaRPr>
          </a:p>
          <a:p>
            <a:pPr indent="0" defTabSz="914400">
              <a:lnSpc>
                <a:spcPct val="90000"/>
              </a:lnSpc>
              <a:spcBef>
                <a:spcPts val="1001"/>
              </a:spcBef>
              <a:buNone/>
              <a:tabLst>
                <a:tab pos="0" algn="l"/>
              </a:tabLst>
            </a:pPr>
            <a:endParaRPr lang="de-DE" sz="22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en-US" sz="2200" b="0" u="none" strike="noStrike">
                <a:solidFill>
                  <a:schemeClr val="dk1"/>
                </a:solidFill>
                <a:uFillTx/>
                <a:latin typeface="Calibri"/>
              </a:rPr>
              <a:t>push(e1,e2,..en) : number;</a:t>
            </a:r>
            <a:endParaRPr lang="de-DE" sz="22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en-US" sz="2200" b="0" u="none" strike="noStrike">
                <a:solidFill>
                  <a:schemeClr val="dk1"/>
                </a:solidFill>
                <a:uFillTx/>
                <a:latin typeface="Calibri"/>
              </a:rPr>
              <a:t>unshift(e1,e2,..en) : number;</a:t>
            </a:r>
            <a:endParaRPr lang="de-DE" sz="22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en-US" sz="2200" b="0" u="none" strike="noStrike">
                <a:solidFill>
                  <a:schemeClr val="dk1"/>
                </a:solidFill>
                <a:uFillTx/>
                <a:latin typeface="Calibri"/>
              </a:rPr>
              <a:t>pop() : T;</a:t>
            </a:r>
            <a:endParaRPr lang="de-DE" sz="22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en-US" sz="2200" b="0" u="none" strike="noStrike">
                <a:solidFill>
                  <a:schemeClr val="dk1"/>
                </a:solidFill>
                <a:uFillTx/>
                <a:latin typeface="Calibri"/>
              </a:rPr>
              <a:t>shift() : T;</a:t>
            </a:r>
            <a:endParaRPr lang="de-DE" sz="2200" b="0" u="none" strike="noStrike">
              <a:solidFill>
                <a:srgbClr val="000000"/>
              </a:solidFill>
              <a:uFillTx/>
              <a:latin typeface="Arial"/>
            </a:endParaRPr>
          </a:p>
        </p:txBody>
      </p:sp>
      <p:sp>
        <p:nvSpPr>
          <p:cNvPr id="275" name="Rectangle 1"/>
          <p:cNvSpPr/>
          <p:nvPr/>
        </p:nvSpPr>
        <p:spPr>
          <a:xfrm>
            <a:off x="5297760" y="6319080"/>
            <a:ext cx="635112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spcAft>
                <a:spcPts val="601"/>
              </a:spcAft>
            </a:pPr>
            <a:r>
              <a:rPr lang="en-DE" sz="1800" b="0" u="none" strike="noStrike">
                <a:solidFill>
                  <a:schemeClr val="dk1"/>
                </a:solidFill>
                <a:uFillTx/>
                <a:latin typeface="Calibri"/>
              </a:rPr>
              <a:t>https://www.tutorialspoint.com/typescript/typescript_arrays.htm</a:t>
            </a:r>
            <a:endParaRPr lang="de-DE" sz="1800" b="0" u="none" strike="noStrike">
              <a:solidFill>
                <a:srgbClr val="000000"/>
              </a:solidFill>
              <a:uFillTx/>
              <a:latin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concat()</a:t>
            </a:r>
            <a:endParaRPr lang="de-DE" sz="4400" b="0" u="none" strike="noStrike">
              <a:solidFill>
                <a:srgbClr val="000000"/>
              </a:solidFill>
              <a:uFillTx/>
              <a:latin typeface="Arial"/>
            </a:endParaRPr>
          </a:p>
        </p:txBody>
      </p:sp>
      <p:sp>
        <p:nvSpPr>
          <p:cNvPr id="27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569CD6"/>
                </a:solidFill>
                <a:uFillTx/>
                <a:latin typeface="Menlo"/>
              </a:rPr>
              <a:t>var</a:t>
            </a:r>
            <a:r>
              <a:rPr lang="de-DE" sz="2800" b="0" u="none" strike="noStrike">
                <a:solidFill>
                  <a:srgbClr val="D4D4D4"/>
                </a:solidFill>
                <a:uFillTx/>
                <a:latin typeface="Menlo"/>
              </a:rPr>
              <a:t> </a:t>
            </a:r>
            <a:r>
              <a:rPr lang="de-DE" sz="2800" b="0" u="none" strike="noStrike">
                <a:solidFill>
                  <a:srgbClr val="9CDCFE"/>
                </a:solidFill>
                <a:uFillTx/>
                <a:latin typeface="Menlo"/>
              </a:rPr>
              <a:t>chars</a:t>
            </a:r>
            <a:r>
              <a:rPr lang="de-DE" sz="2800" b="0" u="none" strike="noStrike">
                <a:solidFill>
                  <a:srgbClr val="D4D4D4"/>
                </a:solidFill>
                <a:uFillTx/>
                <a:latin typeface="Menlo"/>
              </a:rPr>
              <a:t>:</a:t>
            </a:r>
            <a:r>
              <a:rPr lang="de-DE" sz="2800" b="0" u="none" strike="noStrike">
                <a:solidFill>
                  <a:srgbClr val="4EC9B0"/>
                </a:solidFill>
                <a:uFillTx/>
                <a:latin typeface="Menlo"/>
              </a:rPr>
              <a:t>any</a:t>
            </a:r>
            <a:r>
              <a:rPr lang="de-DE" sz="2800" b="0" u="none" strike="noStrike">
                <a:solidFill>
                  <a:srgbClr val="D4D4D4"/>
                </a:solidFill>
                <a:uFillTx/>
                <a:latin typeface="Menlo"/>
              </a:rPr>
              <a:t>[] = [</a:t>
            </a:r>
            <a:r>
              <a:rPr lang="de-DE" sz="2800" b="0" u="none" strike="noStrike">
                <a:solidFill>
                  <a:srgbClr val="CE9178"/>
                </a:solidFill>
                <a:uFillTx/>
                <a:latin typeface="Menlo"/>
              </a:rPr>
              <a:t>"a"</a:t>
            </a:r>
            <a:r>
              <a:rPr lang="de-DE" sz="2800" b="0" u="none" strike="noStrike">
                <a:solidFill>
                  <a:srgbClr val="D4D4D4"/>
                </a:solidFill>
                <a:uFillTx/>
                <a:latin typeface="Menlo"/>
              </a:rPr>
              <a:t>, </a:t>
            </a:r>
            <a:r>
              <a:rPr lang="de-DE" sz="2800" b="0" u="none" strike="noStrike">
                <a:solidFill>
                  <a:srgbClr val="CE9178"/>
                </a:solidFill>
                <a:uFillTx/>
                <a:latin typeface="Menlo"/>
              </a:rPr>
              <a:t>"b"</a:t>
            </a:r>
            <a:r>
              <a:rPr lang="de-DE" sz="2800" b="0" u="none" strike="noStrike">
                <a:solidFill>
                  <a:srgbClr val="D4D4D4"/>
                </a:solidFill>
                <a:uFillTx/>
                <a:latin typeface="Menlo"/>
              </a:rPr>
              <a:t>, </a:t>
            </a:r>
            <a:r>
              <a:rPr lang="de-DE" sz="2800" b="0" u="none" strike="noStrike">
                <a:solidFill>
                  <a:srgbClr val="CE9178"/>
                </a:solidFill>
                <a:uFillTx/>
                <a:latin typeface="Menlo"/>
              </a:rPr>
              <a:t>"c"</a:t>
            </a: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569CD6"/>
                </a:solidFill>
                <a:uFillTx/>
                <a:latin typeface="Menlo"/>
              </a:rPr>
              <a:t>var</a:t>
            </a:r>
            <a:r>
              <a:rPr lang="de-DE" sz="2800" b="0" u="none" strike="noStrike">
                <a:solidFill>
                  <a:srgbClr val="D4D4D4"/>
                </a:solidFill>
                <a:uFillTx/>
                <a:latin typeface="Menlo"/>
              </a:rPr>
              <a:t> </a:t>
            </a:r>
            <a:r>
              <a:rPr lang="de-DE" sz="2800" b="0" u="none" strike="noStrike">
                <a:solidFill>
                  <a:srgbClr val="9CDCFE"/>
                </a:solidFill>
                <a:uFillTx/>
                <a:latin typeface="Menlo"/>
              </a:rPr>
              <a:t>nummern2</a:t>
            </a:r>
            <a:r>
              <a:rPr lang="de-DE" sz="2800" b="0" u="none" strike="noStrike">
                <a:solidFill>
                  <a:srgbClr val="D4D4D4"/>
                </a:solidFill>
                <a:uFillTx/>
                <a:latin typeface="Menlo"/>
              </a:rPr>
              <a:t> = [</a:t>
            </a:r>
            <a:r>
              <a:rPr lang="de-DE" sz="2800" b="0" u="none" strike="noStrike">
                <a:solidFill>
                  <a:srgbClr val="B5CEA8"/>
                </a:solidFill>
                <a:uFillTx/>
                <a:latin typeface="Menlo"/>
              </a:rPr>
              <a:t>1</a:t>
            </a:r>
            <a:r>
              <a:rPr lang="de-DE" sz="2800" b="0" u="none" strike="noStrike">
                <a:solidFill>
                  <a:srgbClr val="D4D4D4"/>
                </a:solidFill>
                <a:uFillTx/>
                <a:latin typeface="Menlo"/>
              </a:rPr>
              <a:t>, </a:t>
            </a:r>
            <a:r>
              <a:rPr lang="de-DE" sz="2800" b="0" u="none" strike="noStrike">
                <a:solidFill>
                  <a:srgbClr val="B5CEA8"/>
                </a:solidFill>
                <a:uFillTx/>
                <a:latin typeface="Menlo"/>
              </a:rPr>
              <a:t>2</a:t>
            </a:r>
            <a:r>
              <a:rPr lang="de-DE" sz="2800" b="0" u="none" strike="noStrike">
                <a:solidFill>
                  <a:srgbClr val="D4D4D4"/>
                </a:solidFill>
                <a:uFillTx/>
                <a:latin typeface="Menlo"/>
              </a:rPr>
              <a:t>, </a:t>
            </a:r>
            <a:r>
              <a:rPr lang="de-DE" sz="2800" b="0" u="none" strike="noStrike">
                <a:solidFill>
                  <a:srgbClr val="B5CEA8"/>
                </a:solidFill>
                <a:uFillTx/>
                <a:latin typeface="Menlo"/>
              </a:rPr>
              <a:t>3</a:t>
            </a: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br>
              <a:rPr sz="2800"/>
            </a:br>
            <a:r>
              <a:rPr lang="de-DE" sz="2800" b="0" u="none" strike="noStrike">
                <a:solidFill>
                  <a:srgbClr val="569CD6"/>
                </a:solidFill>
                <a:uFillTx/>
                <a:latin typeface="Menlo"/>
              </a:rPr>
              <a:t>var</a:t>
            </a:r>
            <a:r>
              <a:rPr lang="de-DE" sz="2800" b="0" u="none" strike="noStrike">
                <a:solidFill>
                  <a:srgbClr val="D4D4D4"/>
                </a:solidFill>
                <a:uFillTx/>
                <a:latin typeface="Menlo"/>
              </a:rPr>
              <a:t> </a:t>
            </a:r>
            <a:r>
              <a:rPr lang="de-DE" sz="2800" b="0" u="none" strike="noStrike">
                <a:solidFill>
                  <a:srgbClr val="9CDCFE"/>
                </a:solidFill>
                <a:uFillTx/>
                <a:latin typeface="Menlo"/>
              </a:rPr>
              <a:t>alphaNumeric</a:t>
            </a:r>
            <a:r>
              <a:rPr lang="de-DE" sz="2800" b="0" u="none" strike="noStrike">
                <a:solidFill>
                  <a:srgbClr val="D4D4D4"/>
                </a:solidFill>
                <a:uFillTx/>
                <a:latin typeface="Menlo"/>
              </a:rPr>
              <a:t> = </a:t>
            </a:r>
            <a:r>
              <a:rPr lang="de-DE" sz="2800" b="0" u="none" strike="noStrike">
                <a:solidFill>
                  <a:srgbClr val="9CDCFE"/>
                </a:solidFill>
                <a:uFillTx/>
                <a:latin typeface="Menlo"/>
              </a:rPr>
              <a:t>chars</a:t>
            </a:r>
            <a:r>
              <a:rPr lang="de-DE" sz="2800" b="0" u="none" strike="noStrike">
                <a:solidFill>
                  <a:srgbClr val="D4D4D4"/>
                </a:solidFill>
                <a:uFillTx/>
                <a:latin typeface="Menlo"/>
              </a:rPr>
              <a:t>.</a:t>
            </a:r>
            <a:r>
              <a:rPr lang="de-DE" sz="2800" b="0" u="none" strike="noStrike">
                <a:solidFill>
                  <a:srgbClr val="DCDCAA"/>
                </a:solidFill>
                <a:uFillTx/>
                <a:latin typeface="Menlo"/>
              </a:rPr>
              <a:t>concat</a:t>
            </a:r>
            <a:r>
              <a:rPr lang="de-DE" sz="2800" b="0" u="none" strike="noStrike">
                <a:solidFill>
                  <a:srgbClr val="D4D4D4"/>
                </a:solidFill>
                <a:uFillTx/>
                <a:latin typeface="Menlo"/>
              </a:rPr>
              <a:t>(</a:t>
            </a:r>
            <a:r>
              <a:rPr lang="de-DE" sz="2800" b="0" u="none" strike="noStrike">
                <a:solidFill>
                  <a:srgbClr val="9CDCFE"/>
                </a:solidFill>
                <a:uFillTx/>
                <a:latin typeface="Menlo"/>
              </a:rPr>
              <a:t>nummern2</a:t>
            </a:r>
            <a:r>
              <a:rPr lang="de-DE" sz="2800" b="0" u="none" strike="noStrike">
                <a:solidFill>
                  <a:srgbClr val="D4D4D4"/>
                </a:solidFill>
                <a:uFillTx/>
                <a:latin typeface="Menlo"/>
              </a:rPr>
              <a:t>); </a:t>
            </a:r>
            <a:endParaRPr lang="de-DE" sz="2800" b="0" u="none" strike="noStrike">
              <a:solidFill>
                <a:srgbClr val="000000"/>
              </a:solidFill>
              <a:uFillTx/>
              <a:latin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Pop und push</a:t>
            </a:r>
            <a:endParaRPr lang="de-DE" sz="4400" b="0" u="none" strike="noStrike">
              <a:solidFill>
                <a:srgbClr val="000000"/>
              </a:solidFill>
              <a:uFillTx/>
              <a:latin typeface="Arial"/>
            </a:endParaRPr>
          </a:p>
        </p:txBody>
      </p:sp>
      <p:sp>
        <p:nvSpPr>
          <p:cNvPr id="279" name="PlaceHolder 2"/>
          <p:cNvSpPr>
            <a:spLocks noGrp="1"/>
          </p:cNvSpPr>
          <p:nvPr>
            <p:ph/>
          </p:nvPr>
        </p:nvSpPr>
        <p:spPr>
          <a:xfrm>
            <a:off x="3473280" y="3073320"/>
            <a:ext cx="8717040" cy="150336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en-GB" sz="2000" b="0" u="none" strike="noStrike">
                <a:solidFill>
                  <a:srgbClr val="569CD6"/>
                </a:solidFill>
                <a:uFillTx/>
                <a:latin typeface="Menlo"/>
              </a:rPr>
              <a:t>var</a:t>
            </a:r>
            <a:r>
              <a:rPr lang="en-GB" sz="2000" b="0" u="none" strike="noStrike">
                <a:solidFill>
                  <a:srgbClr val="D4D4D4"/>
                </a:solidFill>
                <a:uFillTx/>
                <a:latin typeface="Menlo"/>
              </a:rPr>
              <a:t> </a:t>
            </a:r>
            <a:r>
              <a:rPr lang="en-GB" sz="2000" b="0" u="none" strike="noStrike">
                <a:solidFill>
                  <a:srgbClr val="9CDCFE"/>
                </a:solidFill>
                <a:uFillTx/>
                <a:latin typeface="Menlo"/>
              </a:rPr>
              <a:t>lengthAfterPush</a:t>
            </a:r>
            <a:r>
              <a:rPr lang="en-GB" sz="2000" b="0" u="none" strike="noStrike">
                <a:solidFill>
                  <a:srgbClr val="D4D4D4"/>
                </a:solidFill>
                <a:uFillTx/>
                <a:latin typeface="Menlo"/>
              </a:rPr>
              <a:t> = </a:t>
            </a:r>
            <a:r>
              <a:rPr lang="en-GB" sz="2000" b="0" u="none" strike="noStrike">
                <a:solidFill>
                  <a:srgbClr val="9CDCFE"/>
                </a:solidFill>
                <a:uFillTx/>
                <a:latin typeface="Menlo"/>
              </a:rPr>
              <a:t>v</a:t>
            </a:r>
            <a:r>
              <a:rPr lang="en-GB" sz="2000" b="0" u="none" strike="noStrike">
                <a:solidFill>
                  <a:srgbClr val="D4D4D4"/>
                </a:solidFill>
                <a:uFillTx/>
                <a:latin typeface="Menlo"/>
              </a:rPr>
              <a:t>.</a:t>
            </a:r>
            <a:r>
              <a:rPr lang="en-GB" sz="2000" b="0" u="none" strike="noStrike">
                <a:solidFill>
                  <a:srgbClr val="DCDCAA"/>
                </a:solidFill>
                <a:uFillTx/>
                <a:latin typeface="Menlo"/>
              </a:rPr>
              <a:t>push</a:t>
            </a:r>
            <a:r>
              <a:rPr lang="en-GB" sz="2000" b="0" u="none" strike="noStrike">
                <a:solidFill>
                  <a:srgbClr val="D4D4D4"/>
                </a:solidFill>
                <a:uFillTx/>
                <a:latin typeface="Menlo"/>
              </a:rPr>
              <a:t>(</a:t>
            </a:r>
            <a:endParaRPr lang="de-DE" sz="20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000" b="0" u="none" strike="noStrike">
                <a:solidFill>
                  <a:srgbClr val="569CD6"/>
                </a:solidFill>
                <a:uFillTx/>
                <a:latin typeface="Menlo"/>
              </a:rPr>
              <a:t>new</a:t>
            </a:r>
            <a:r>
              <a:rPr lang="en-GB" sz="2000" b="0" u="none" strike="noStrike">
                <a:solidFill>
                  <a:srgbClr val="D4D4D4"/>
                </a:solidFill>
                <a:uFillTx/>
                <a:latin typeface="Menlo"/>
              </a:rPr>
              <a:t> </a:t>
            </a:r>
            <a:r>
              <a:rPr lang="en-GB" sz="2000" b="0" u="none" strike="noStrike">
                <a:solidFill>
                  <a:srgbClr val="4EC9B0"/>
                </a:solidFill>
                <a:uFillTx/>
                <a:latin typeface="Menlo"/>
              </a:rPr>
              <a:t>Fahrzeug</a:t>
            </a:r>
            <a:r>
              <a:rPr lang="en-GB" sz="2000" b="0" u="none" strike="noStrike">
                <a:solidFill>
                  <a:srgbClr val="D4D4D4"/>
                </a:solidFill>
                <a:uFillTx/>
                <a:latin typeface="Menlo"/>
              </a:rPr>
              <a:t>(</a:t>
            </a:r>
            <a:r>
              <a:rPr lang="en-GB" sz="2000" b="0" u="none" strike="noStrike">
                <a:solidFill>
                  <a:srgbClr val="CE9178"/>
                </a:solidFill>
                <a:uFillTx/>
                <a:latin typeface="Menlo"/>
              </a:rPr>
              <a:t>"Cybertruck Dual Motor"</a:t>
            </a:r>
            <a:r>
              <a:rPr lang="en-GB" sz="2000" b="0" u="none" strike="noStrike">
                <a:solidFill>
                  <a:srgbClr val="D4D4D4"/>
                </a:solidFill>
                <a:uFillTx/>
                <a:latin typeface="Menlo"/>
              </a:rPr>
              <a:t>,</a:t>
            </a:r>
            <a:r>
              <a:rPr lang="en-GB" sz="2000" b="0" u="none" strike="noStrike">
                <a:solidFill>
                  <a:srgbClr val="CE9178"/>
                </a:solidFill>
                <a:uFillTx/>
                <a:latin typeface="Menlo"/>
              </a:rPr>
              <a:t>"Tesla"</a:t>
            </a:r>
            <a:r>
              <a:rPr lang="en-GB" sz="2000" b="0" u="none" strike="noStrike">
                <a:solidFill>
                  <a:srgbClr val="D4D4D4"/>
                </a:solidFill>
                <a:uFillTx/>
                <a:latin typeface="Menlo"/>
              </a:rPr>
              <a:t>));</a:t>
            </a:r>
            <a:endParaRPr lang="de-DE" sz="2000" b="0" u="none" strike="noStrike">
              <a:solidFill>
                <a:srgbClr val="000000"/>
              </a:solidFill>
              <a:uFillTx/>
              <a:latin typeface="Arial"/>
            </a:endParaRPr>
          </a:p>
          <a:p>
            <a:pPr marL="457200" indent="0" defTabSz="914400">
              <a:lnSpc>
                <a:spcPct val="90000"/>
              </a:lnSpc>
              <a:spcBef>
                <a:spcPts val="1001"/>
              </a:spcBef>
              <a:buNone/>
              <a:tabLst>
                <a:tab pos="0" algn="l"/>
              </a:tabLst>
            </a:pPr>
            <a:r>
              <a:rPr lang="en-GB" sz="2000" b="0" u="none" strike="noStrike">
                <a:solidFill>
                  <a:srgbClr val="569CD6"/>
                </a:solidFill>
                <a:uFillTx/>
                <a:latin typeface="Menlo"/>
              </a:rPr>
              <a:t>var</a:t>
            </a:r>
            <a:r>
              <a:rPr lang="en-GB" sz="2000" b="0" u="none" strike="noStrike">
                <a:solidFill>
                  <a:srgbClr val="D4D4D4"/>
                </a:solidFill>
                <a:uFillTx/>
                <a:latin typeface="Menlo"/>
              </a:rPr>
              <a:t> </a:t>
            </a:r>
            <a:r>
              <a:rPr lang="en-GB" sz="2000" b="0" u="none" strike="noStrike">
                <a:solidFill>
                  <a:srgbClr val="9CDCFE"/>
                </a:solidFill>
                <a:uFillTx/>
                <a:latin typeface="Menlo"/>
              </a:rPr>
              <a:t>fahrzeug</a:t>
            </a:r>
            <a:r>
              <a:rPr lang="en-GB" sz="2000" b="0" u="none" strike="noStrike">
                <a:solidFill>
                  <a:srgbClr val="D4D4D4"/>
                </a:solidFill>
                <a:uFillTx/>
                <a:latin typeface="Menlo"/>
              </a:rPr>
              <a:t>:</a:t>
            </a:r>
            <a:r>
              <a:rPr lang="en-GB" sz="2000" b="0" u="none" strike="noStrike">
                <a:solidFill>
                  <a:srgbClr val="4EC9B0"/>
                </a:solidFill>
                <a:uFillTx/>
                <a:latin typeface="Menlo"/>
              </a:rPr>
              <a:t>Fahrzeug</a:t>
            </a:r>
            <a:r>
              <a:rPr lang="en-GB" sz="2000" b="0" u="none" strike="noStrike">
                <a:solidFill>
                  <a:srgbClr val="D4D4D4"/>
                </a:solidFill>
                <a:uFillTx/>
                <a:latin typeface="Menlo"/>
              </a:rPr>
              <a:t> = </a:t>
            </a:r>
            <a:r>
              <a:rPr lang="en-GB" sz="2000" b="0" u="none" strike="noStrike">
                <a:solidFill>
                  <a:srgbClr val="9CDCFE"/>
                </a:solidFill>
                <a:uFillTx/>
                <a:latin typeface="Menlo"/>
              </a:rPr>
              <a:t>v</a:t>
            </a:r>
            <a:r>
              <a:rPr lang="en-GB" sz="2000" b="0" u="none" strike="noStrike">
                <a:solidFill>
                  <a:srgbClr val="D4D4D4"/>
                </a:solidFill>
                <a:uFillTx/>
                <a:latin typeface="Menlo"/>
              </a:rPr>
              <a:t>.</a:t>
            </a:r>
            <a:r>
              <a:rPr lang="en-GB" sz="2000" b="0" u="none" strike="noStrike">
                <a:solidFill>
                  <a:srgbClr val="DCDCAA"/>
                </a:solidFill>
                <a:uFillTx/>
                <a:latin typeface="Menlo"/>
              </a:rPr>
              <a:t>pop</a:t>
            </a:r>
            <a:r>
              <a:rPr lang="en-GB" sz="2000" b="0" u="none" strike="noStrike">
                <a:solidFill>
                  <a:srgbClr val="D4D4D4"/>
                </a:solidFill>
                <a:uFillTx/>
                <a:latin typeface="Menlo"/>
              </a:rPr>
              <a:t>();</a:t>
            </a:r>
            <a:endParaRPr lang="de-DE" sz="20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1400" b="0" u="none" strike="noStrike">
              <a:solidFill>
                <a:srgbClr val="000000"/>
              </a:solidFill>
              <a:uFillTx/>
              <a:latin typeface="Arial"/>
            </a:endParaRPr>
          </a:p>
        </p:txBody>
      </p:sp>
      <p:sp>
        <p:nvSpPr>
          <p:cNvPr id="280" name="Rectangle 27"/>
          <p:cNvSpPr/>
          <p:nvPr/>
        </p:nvSpPr>
        <p:spPr>
          <a:xfrm>
            <a:off x="6095880" y="4149720"/>
            <a:ext cx="912960" cy="912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defTabSz="914400">
              <a:lnSpc>
                <a:spcPct val="100000"/>
              </a:lnSpc>
            </a:pPr>
            <a:endParaRPr lang="de-DE" sz="1800" b="0" u="none" strike="noStrike">
              <a:solidFill>
                <a:schemeClr val="dk1"/>
              </a:solidFill>
              <a:uFillTx/>
              <a:latin typeface="Calibri"/>
            </a:endParaRPr>
          </a:p>
        </p:txBody>
      </p:sp>
      <p:sp>
        <p:nvSpPr>
          <p:cNvPr id="281" name="Rectangle 28"/>
          <p:cNvSpPr/>
          <p:nvPr/>
        </p:nvSpPr>
        <p:spPr>
          <a:xfrm>
            <a:off x="2063880" y="4724280"/>
            <a:ext cx="1582920" cy="1871640"/>
          </a:xfrm>
          <a:prstGeom prst="rect">
            <a:avLst/>
          </a:prstGeom>
          <a:no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defTabSz="914400">
              <a:lnSpc>
                <a:spcPct val="100000"/>
              </a:lnSpc>
            </a:pPr>
            <a:endParaRPr lang="de-DE" sz="1800" b="0" u="none" strike="noStrike">
              <a:solidFill>
                <a:schemeClr val="dk1"/>
              </a:solidFill>
              <a:uFillTx/>
              <a:latin typeface="Calibri"/>
            </a:endParaRPr>
          </a:p>
        </p:txBody>
      </p:sp>
      <p:sp>
        <p:nvSpPr>
          <p:cNvPr id="282" name="Line 29"/>
          <p:cNvSpPr/>
          <p:nvPr/>
        </p:nvSpPr>
        <p:spPr>
          <a:xfrm>
            <a:off x="2063520" y="501300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283" name="Line 30"/>
          <p:cNvSpPr/>
          <p:nvPr/>
        </p:nvSpPr>
        <p:spPr>
          <a:xfrm>
            <a:off x="2063520" y="537336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284" name="Line 31"/>
          <p:cNvSpPr/>
          <p:nvPr/>
        </p:nvSpPr>
        <p:spPr>
          <a:xfrm>
            <a:off x="2063520" y="573372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285" name="Line 32"/>
          <p:cNvSpPr/>
          <p:nvPr/>
        </p:nvSpPr>
        <p:spPr>
          <a:xfrm>
            <a:off x="2063520" y="616572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286" name="Text Box 33"/>
          <p:cNvSpPr/>
          <p:nvPr/>
        </p:nvSpPr>
        <p:spPr>
          <a:xfrm>
            <a:off x="2424600" y="4724280"/>
            <a:ext cx="84384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VW Golf</a:t>
            </a:r>
            <a:endParaRPr lang="de-DE" sz="1400" b="0" u="none" strike="noStrike">
              <a:solidFill>
                <a:srgbClr val="000000"/>
              </a:solidFill>
              <a:uFillTx/>
              <a:latin typeface="Arial"/>
            </a:endParaRPr>
          </a:p>
        </p:txBody>
      </p:sp>
      <p:sp>
        <p:nvSpPr>
          <p:cNvPr id="287" name="Text Box 34"/>
          <p:cNvSpPr/>
          <p:nvPr/>
        </p:nvSpPr>
        <p:spPr>
          <a:xfrm>
            <a:off x="2352600" y="5084640"/>
            <a:ext cx="100188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BMW 323i</a:t>
            </a:r>
            <a:endParaRPr lang="de-DE" sz="1400" b="0" u="none" strike="noStrike">
              <a:solidFill>
                <a:srgbClr val="000000"/>
              </a:solidFill>
              <a:uFillTx/>
              <a:latin typeface="Arial"/>
            </a:endParaRPr>
          </a:p>
        </p:txBody>
      </p:sp>
      <p:sp>
        <p:nvSpPr>
          <p:cNvPr id="288" name="Text Box 35"/>
          <p:cNvSpPr/>
          <p:nvPr/>
        </p:nvSpPr>
        <p:spPr>
          <a:xfrm>
            <a:off x="2207160" y="5373720"/>
            <a:ext cx="135900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Mercedes CLK</a:t>
            </a:r>
            <a:endParaRPr lang="de-DE" sz="1400" b="0" u="none" strike="noStrike">
              <a:solidFill>
                <a:srgbClr val="000000"/>
              </a:solidFill>
              <a:uFillTx/>
              <a:latin typeface="Arial"/>
            </a:endParaRPr>
          </a:p>
        </p:txBody>
      </p:sp>
      <p:sp>
        <p:nvSpPr>
          <p:cNvPr id="289" name="Text Box 36"/>
          <p:cNvSpPr/>
          <p:nvPr/>
        </p:nvSpPr>
        <p:spPr>
          <a:xfrm>
            <a:off x="2356200" y="5805360"/>
            <a:ext cx="111168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Opel Vectra</a:t>
            </a:r>
            <a:endParaRPr lang="de-DE" sz="1400" b="0" u="none" strike="noStrike">
              <a:solidFill>
                <a:srgbClr val="000000"/>
              </a:solidFill>
              <a:uFillTx/>
              <a:latin typeface="Arial"/>
            </a:endParaRPr>
          </a:p>
        </p:txBody>
      </p:sp>
      <p:cxnSp>
        <p:nvCxnSpPr>
          <p:cNvPr id="290" name="AutoShape 46"/>
          <p:cNvCxnSpPr>
            <a:stCxn id="281" idx="3"/>
          </p:cNvCxnSpPr>
          <p:nvPr/>
        </p:nvCxnSpPr>
        <p:spPr>
          <a:xfrm>
            <a:off x="3646800" y="5659920"/>
            <a:ext cx="1874160" cy="2520"/>
          </a:xfrm>
          <a:prstGeom prst="straightConnector1">
            <a:avLst/>
          </a:prstGeom>
          <a:ln w="9525">
            <a:solidFill>
              <a:srgbClr val="000000"/>
            </a:solidFill>
            <a:round/>
            <a:tailEnd type="triangle" w="med" len="med"/>
          </a:ln>
        </p:spPr>
      </p:cxnSp>
      <p:sp>
        <p:nvSpPr>
          <p:cNvPr id="291" name="Rectangle 49"/>
          <p:cNvSpPr/>
          <p:nvPr/>
        </p:nvSpPr>
        <p:spPr>
          <a:xfrm>
            <a:off x="8616960" y="4797360"/>
            <a:ext cx="1582920" cy="1871640"/>
          </a:xfrm>
          <a:prstGeom prst="rect">
            <a:avLst/>
          </a:prstGeom>
          <a:no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defTabSz="914400">
              <a:lnSpc>
                <a:spcPct val="100000"/>
              </a:lnSpc>
            </a:pPr>
            <a:endParaRPr lang="de-DE" sz="1800" b="0" u="none" strike="noStrike">
              <a:solidFill>
                <a:schemeClr val="dk1"/>
              </a:solidFill>
              <a:uFillTx/>
              <a:latin typeface="Calibri"/>
            </a:endParaRPr>
          </a:p>
        </p:txBody>
      </p:sp>
      <p:sp>
        <p:nvSpPr>
          <p:cNvPr id="292" name="Line 50"/>
          <p:cNvSpPr/>
          <p:nvPr/>
        </p:nvSpPr>
        <p:spPr>
          <a:xfrm>
            <a:off x="8616600" y="508608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293" name="Line 51"/>
          <p:cNvSpPr/>
          <p:nvPr/>
        </p:nvSpPr>
        <p:spPr>
          <a:xfrm>
            <a:off x="8616600" y="544644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294" name="Line 52"/>
          <p:cNvSpPr/>
          <p:nvPr/>
        </p:nvSpPr>
        <p:spPr>
          <a:xfrm>
            <a:off x="8616600" y="580680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295" name="Line 53"/>
          <p:cNvSpPr/>
          <p:nvPr/>
        </p:nvSpPr>
        <p:spPr>
          <a:xfrm>
            <a:off x="8616600" y="623880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296" name="Text Box 54"/>
          <p:cNvSpPr/>
          <p:nvPr/>
        </p:nvSpPr>
        <p:spPr>
          <a:xfrm>
            <a:off x="8977680" y="4797360"/>
            <a:ext cx="84384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VW Golf</a:t>
            </a:r>
            <a:endParaRPr lang="de-DE" sz="1400" b="0" u="none" strike="noStrike">
              <a:solidFill>
                <a:srgbClr val="000000"/>
              </a:solidFill>
              <a:uFillTx/>
              <a:latin typeface="Arial"/>
            </a:endParaRPr>
          </a:p>
        </p:txBody>
      </p:sp>
      <p:sp>
        <p:nvSpPr>
          <p:cNvPr id="297" name="Text Box 55"/>
          <p:cNvSpPr/>
          <p:nvPr/>
        </p:nvSpPr>
        <p:spPr>
          <a:xfrm>
            <a:off x="8906040" y="5157720"/>
            <a:ext cx="100188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BMW 323i</a:t>
            </a:r>
            <a:endParaRPr lang="de-DE" sz="1400" b="0" u="none" strike="noStrike">
              <a:solidFill>
                <a:srgbClr val="000000"/>
              </a:solidFill>
              <a:uFillTx/>
              <a:latin typeface="Arial"/>
            </a:endParaRPr>
          </a:p>
        </p:txBody>
      </p:sp>
      <p:sp>
        <p:nvSpPr>
          <p:cNvPr id="298" name="Text Box 56"/>
          <p:cNvSpPr/>
          <p:nvPr/>
        </p:nvSpPr>
        <p:spPr>
          <a:xfrm>
            <a:off x="8760240" y="5446800"/>
            <a:ext cx="135900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Mercedes CLK</a:t>
            </a:r>
            <a:endParaRPr lang="de-DE" sz="1400" b="0" u="none" strike="noStrike">
              <a:solidFill>
                <a:srgbClr val="000000"/>
              </a:solidFill>
              <a:uFillTx/>
              <a:latin typeface="Arial"/>
            </a:endParaRPr>
          </a:p>
        </p:txBody>
      </p:sp>
      <p:sp>
        <p:nvSpPr>
          <p:cNvPr id="299" name="Text Box 57"/>
          <p:cNvSpPr/>
          <p:nvPr/>
        </p:nvSpPr>
        <p:spPr>
          <a:xfrm>
            <a:off x="8909640" y="5878440"/>
            <a:ext cx="111168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Opel Vectra</a:t>
            </a:r>
            <a:endParaRPr lang="de-DE" sz="1400" b="0" u="none" strike="noStrike">
              <a:solidFill>
                <a:srgbClr val="000000"/>
              </a:solidFill>
              <a:uFillTx/>
              <a:latin typeface="Arial"/>
            </a:endParaRPr>
          </a:p>
        </p:txBody>
      </p:sp>
      <p:cxnSp>
        <p:nvCxnSpPr>
          <p:cNvPr id="300" name="AutoShape 59"/>
          <p:cNvCxnSpPr>
            <a:endCxn id="291" idx="1"/>
          </p:cNvCxnSpPr>
          <p:nvPr/>
        </p:nvCxnSpPr>
        <p:spPr>
          <a:xfrm>
            <a:off x="7103880" y="5661000"/>
            <a:ext cx="1513440" cy="72360"/>
          </a:xfrm>
          <a:prstGeom prst="bentConnector3">
            <a:avLst>
              <a:gd name="adj1" fmla="val 49964"/>
            </a:avLst>
          </a:prstGeom>
          <a:ln w="9525">
            <a:solidFill>
              <a:srgbClr val="000000"/>
            </a:solidFill>
            <a:miter/>
            <a:tailEnd type="triangle" w="med" len="med"/>
          </a:ln>
        </p:spPr>
      </p:cxnSp>
      <p:sp>
        <p:nvSpPr>
          <p:cNvPr id="301" name="Text Box 61"/>
          <p:cNvSpPr/>
          <p:nvPr/>
        </p:nvSpPr>
        <p:spPr>
          <a:xfrm>
            <a:off x="7086240" y="5083200"/>
            <a:ext cx="1275120" cy="5166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Fahrzeug ct =</a:t>
            </a:r>
            <a:endParaRPr lang="de-DE" sz="1400" b="0" u="none" strike="noStrike">
              <a:solidFill>
                <a:srgbClr val="000000"/>
              </a:solidFill>
              <a:uFillTx/>
              <a:latin typeface="Arial"/>
            </a:endParaRPr>
          </a:p>
          <a:p>
            <a:pPr defTabSz="914400">
              <a:lnSpc>
                <a:spcPct val="100000"/>
              </a:lnSpc>
            </a:pPr>
            <a:r>
              <a:rPr lang="de-DE" sz="1400" b="0" u="none" strike="noStrike">
                <a:solidFill>
                  <a:schemeClr val="dk1"/>
                </a:solidFill>
                <a:uFillTx/>
                <a:latin typeface="Arial"/>
              </a:rPr>
              <a:t>v.pop();</a:t>
            </a:r>
            <a:endParaRPr lang="de-DE" sz="1400" b="0" u="none" strike="noStrike">
              <a:solidFill>
                <a:srgbClr val="000000"/>
              </a:solidFill>
              <a:uFillTx/>
              <a:latin typeface="Arial"/>
            </a:endParaRPr>
          </a:p>
        </p:txBody>
      </p:sp>
      <p:sp>
        <p:nvSpPr>
          <p:cNvPr id="302" name="Text Box 48"/>
          <p:cNvSpPr/>
          <p:nvPr/>
        </p:nvSpPr>
        <p:spPr>
          <a:xfrm>
            <a:off x="5547960" y="6257520"/>
            <a:ext cx="150768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Tesla Cybertruck</a:t>
            </a:r>
            <a:endParaRPr lang="de-DE" sz="1400" b="0" u="none" strike="noStrike">
              <a:solidFill>
                <a:srgbClr val="000000"/>
              </a:solidFill>
              <a:uFillTx/>
              <a:latin typeface="Arial"/>
            </a:endParaRPr>
          </a:p>
        </p:txBody>
      </p:sp>
      <p:sp>
        <p:nvSpPr>
          <p:cNvPr id="303" name="Rectangle 28"/>
          <p:cNvSpPr/>
          <p:nvPr/>
        </p:nvSpPr>
        <p:spPr>
          <a:xfrm>
            <a:off x="5519880" y="4770360"/>
            <a:ext cx="1582920" cy="1871640"/>
          </a:xfrm>
          <a:prstGeom prst="rect">
            <a:avLst/>
          </a:prstGeom>
          <a:no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defTabSz="914400">
              <a:lnSpc>
                <a:spcPct val="100000"/>
              </a:lnSpc>
            </a:pPr>
            <a:endParaRPr lang="de-DE" sz="1800" b="0" u="none" strike="noStrike">
              <a:solidFill>
                <a:schemeClr val="dk1"/>
              </a:solidFill>
              <a:uFillTx/>
              <a:latin typeface="Calibri"/>
            </a:endParaRPr>
          </a:p>
        </p:txBody>
      </p:sp>
      <p:sp>
        <p:nvSpPr>
          <p:cNvPr id="304" name="Line 29"/>
          <p:cNvSpPr/>
          <p:nvPr/>
        </p:nvSpPr>
        <p:spPr>
          <a:xfrm>
            <a:off x="5519520" y="505908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305" name="Line 30"/>
          <p:cNvSpPr/>
          <p:nvPr/>
        </p:nvSpPr>
        <p:spPr>
          <a:xfrm>
            <a:off x="5519520" y="541944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306" name="Line 31"/>
          <p:cNvSpPr/>
          <p:nvPr/>
        </p:nvSpPr>
        <p:spPr>
          <a:xfrm>
            <a:off x="5519520" y="577980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307" name="Line 32"/>
          <p:cNvSpPr/>
          <p:nvPr/>
        </p:nvSpPr>
        <p:spPr>
          <a:xfrm>
            <a:off x="5519520" y="621180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308" name="Text Box 33"/>
          <p:cNvSpPr/>
          <p:nvPr/>
        </p:nvSpPr>
        <p:spPr>
          <a:xfrm>
            <a:off x="5880600" y="4770360"/>
            <a:ext cx="84384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VW Golf</a:t>
            </a:r>
            <a:endParaRPr lang="de-DE" sz="1400" b="0" u="none" strike="noStrike">
              <a:solidFill>
                <a:srgbClr val="000000"/>
              </a:solidFill>
              <a:uFillTx/>
              <a:latin typeface="Arial"/>
            </a:endParaRPr>
          </a:p>
        </p:txBody>
      </p:sp>
      <p:sp>
        <p:nvSpPr>
          <p:cNvPr id="309" name="Text Box 34"/>
          <p:cNvSpPr/>
          <p:nvPr/>
        </p:nvSpPr>
        <p:spPr>
          <a:xfrm>
            <a:off x="5808600" y="5130720"/>
            <a:ext cx="100188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BMW 323i</a:t>
            </a:r>
            <a:endParaRPr lang="de-DE" sz="1400" b="0" u="none" strike="noStrike">
              <a:solidFill>
                <a:srgbClr val="000000"/>
              </a:solidFill>
              <a:uFillTx/>
              <a:latin typeface="Arial"/>
            </a:endParaRPr>
          </a:p>
        </p:txBody>
      </p:sp>
      <p:sp>
        <p:nvSpPr>
          <p:cNvPr id="310" name="Text Box 35"/>
          <p:cNvSpPr/>
          <p:nvPr/>
        </p:nvSpPr>
        <p:spPr>
          <a:xfrm>
            <a:off x="5663160" y="5419800"/>
            <a:ext cx="135900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Mercedes CLK</a:t>
            </a:r>
            <a:endParaRPr lang="de-DE" sz="1400" b="0" u="none" strike="noStrike">
              <a:solidFill>
                <a:srgbClr val="000000"/>
              </a:solidFill>
              <a:uFillTx/>
              <a:latin typeface="Arial"/>
            </a:endParaRPr>
          </a:p>
        </p:txBody>
      </p:sp>
      <p:sp>
        <p:nvSpPr>
          <p:cNvPr id="311" name="Text Box 36"/>
          <p:cNvSpPr/>
          <p:nvPr/>
        </p:nvSpPr>
        <p:spPr>
          <a:xfrm>
            <a:off x="5812200" y="5851440"/>
            <a:ext cx="111168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Opel Vectra</a:t>
            </a:r>
            <a:endParaRPr lang="de-DE" sz="1400" b="0" u="none" strike="noStrike">
              <a:solidFill>
                <a:srgbClr val="000000"/>
              </a:solidFill>
              <a:uFillTx/>
              <a:latin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2" name="Rectangle 5"/>
          <p:cNvSpPr/>
          <p:nvPr/>
        </p:nvSpPr>
        <p:spPr>
          <a:xfrm>
            <a:off x="655200" y="365040"/>
            <a:ext cx="5118840" cy="1691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defTabSz="914400">
              <a:lnSpc>
                <a:spcPct val="90000"/>
              </a:lnSpc>
              <a:spcAft>
                <a:spcPts val="601"/>
              </a:spcAft>
            </a:pPr>
            <a:r>
              <a:rPr lang="en-US" sz="4400" b="1" u="none" strike="noStrike" spc="51">
                <a:solidFill>
                  <a:schemeClr val="dk1"/>
                </a:solidFill>
                <a:uFillTx/>
                <a:latin typeface="Calibri Light"/>
              </a:rPr>
              <a:t>UNION TYPES</a:t>
            </a:r>
            <a:endParaRPr lang="de-DE" sz="4400" b="0" u="none" strike="noStrike">
              <a:solidFill>
                <a:srgbClr val="000000"/>
              </a:solidFill>
              <a:uFillTx/>
              <a:latin typeface="Arial"/>
            </a:endParaRPr>
          </a:p>
        </p:txBody>
      </p:sp>
      <p:sp>
        <p:nvSpPr>
          <p:cNvPr id="313" name="Rectangle 6"/>
          <p:cNvSpPr/>
          <p:nvPr/>
        </p:nvSpPr>
        <p:spPr>
          <a:xfrm>
            <a:off x="529560" y="3549600"/>
            <a:ext cx="6311880" cy="2380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defTabSz="914400">
              <a:lnSpc>
                <a:spcPct val="100000"/>
              </a:lnSpc>
            </a:pPr>
            <a:br>
              <a:rPr sz="1800"/>
            </a:br>
            <a:r>
              <a:rPr lang="en-GB" sz="1800" b="0" u="none" strike="noStrike">
                <a:solidFill>
                  <a:srgbClr val="569CD6"/>
                </a:solidFill>
                <a:uFillTx/>
                <a:latin typeface="Menlo"/>
              </a:rPr>
              <a:t>var</a:t>
            </a:r>
            <a:r>
              <a:rPr lang="en-GB" sz="1800" b="0" u="none" strike="noStrike">
                <a:solidFill>
                  <a:srgbClr val="D4D4D4"/>
                </a:solidFill>
                <a:uFillTx/>
                <a:latin typeface="Menlo"/>
              </a:rPr>
              <a:t> </a:t>
            </a:r>
            <a:r>
              <a:rPr lang="en-GB" sz="1800" b="0" u="none" strike="noStrike">
                <a:solidFill>
                  <a:srgbClr val="9CDCFE"/>
                </a:solidFill>
                <a:uFillTx/>
                <a:latin typeface="Menlo"/>
              </a:rPr>
              <a:t>someUnionValue</a:t>
            </a:r>
            <a:r>
              <a:rPr lang="en-GB" sz="1800" b="0" u="none" strike="noStrike">
                <a:solidFill>
                  <a:srgbClr val="D4D4D4"/>
                </a:solidFill>
                <a:uFillTx/>
                <a:latin typeface="Menlo"/>
              </a:rPr>
              <a:t>:</a:t>
            </a:r>
            <a:r>
              <a:rPr lang="en-GB" sz="1800" b="0" u="none" strike="noStrike">
                <a:solidFill>
                  <a:srgbClr val="4EC9B0"/>
                </a:solidFill>
                <a:uFillTx/>
                <a:latin typeface="Menlo"/>
              </a:rPr>
              <a:t>string</a:t>
            </a:r>
            <a:r>
              <a:rPr lang="en-GB" sz="1800" b="0" u="none" strike="noStrike">
                <a:solidFill>
                  <a:srgbClr val="D4D4D4"/>
                </a:solidFill>
                <a:uFillTx/>
                <a:latin typeface="Menlo"/>
              </a:rPr>
              <a:t>|</a:t>
            </a:r>
            <a:r>
              <a:rPr lang="en-GB" sz="1800" b="0" u="none" strike="noStrike">
                <a:solidFill>
                  <a:srgbClr val="4EC9B0"/>
                </a:solidFill>
                <a:uFillTx/>
                <a:latin typeface="Menlo"/>
              </a:rPr>
              <a:t>number</a:t>
            </a:r>
            <a:r>
              <a:rPr lang="en-GB" sz="1800" b="0" u="none" strike="noStrike">
                <a:solidFill>
                  <a:srgbClr val="D4D4D4"/>
                </a:solidFill>
                <a:uFillTx/>
                <a:latin typeface="Menlo"/>
              </a:rPr>
              <a:t> </a:t>
            </a:r>
            <a:endParaRPr lang="de-DE" sz="1800" b="0" u="none" strike="noStrike">
              <a:solidFill>
                <a:srgbClr val="000000"/>
              </a:solidFill>
              <a:uFillTx/>
              <a:latin typeface="Arial"/>
            </a:endParaRPr>
          </a:p>
          <a:p>
            <a:pPr defTabSz="914400">
              <a:lnSpc>
                <a:spcPct val="100000"/>
              </a:lnSpc>
            </a:pPr>
            <a:r>
              <a:rPr lang="en-GB" sz="1800" b="0" u="none" strike="noStrike">
                <a:solidFill>
                  <a:srgbClr val="9CDCFE"/>
                </a:solidFill>
                <a:uFillTx/>
                <a:latin typeface="Menlo"/>
              </a:rPr>
              <a:t>someUnionValue</a:t>
            </a:r>
            <a:r>
              <a:rPr lang="en-GB" sz="1800" b="0" u="none" strike="noStrike">
                <a:solidFill>
                  <a:srgbClr val="D4D4D4"/>
                </a:solidFill>
                <a:uFillTx/>
                <a:latin typeface="Menlo"/>
              </a:rPr>
              <a:t> = </a:t>
            </a:r>
            <a:r>
              <a:rPr lang="en-GB" sz="1800" b="0" u="none" strike="noStrike">
                <a:solidFill>
                  <a:srgbClr val="B5CEA8"/>
                </a:solidFill>
                <a:uFillTx/>
                <a:latin typeface="Menlo"/>
              </a:rPr>
              <a:t>42</a:t>
            </a:r>
            <a:r>
              <a:rPr lang="en-GB" sz="1800" b="0" u="none" strike="noStrike">
                <a:solidFill>
                  <a:srgbClr val="D4D4D4"/>
                </a:solidFill>
                <a:uFillTx/>
                <a:latin typeface="Menlo"/>
              </a:rPr>
              <a:t> </a:t>
            </a:r>
            <a:endParaRPr lang="de-DE" sz="1800" b="0" u="none" strike="noStrike">
              <a:solidFill>
                <a:srgbClr val="000000"/>
              </a:solidFill>
              <a:uFillTx/>
              <a:latin typeface="Arial"/>
            </a:endParaRPr>
          </a:p>
          <a:p>
            <a:pPr defTabSz="914400">
              <a:lnSpc>
                <a:spcPct val="100000"/>
              </a:lnSpc>
            </a:pPr>
            <a:r>
              <a:rPr lang="en-GB" sz="1800" b="0" u="none" strike="noStrike">
                <a:solidFill>
                  <a:srgbClr val="4EC9B0"/>
                </a:solidFill>
                <a:uFillTx/>
                <a:latin typeface="Menlo"/>
              </a:rPr>
              <a:t>console</a:t>
            </a:r>
            <a:r>
              <a:rPr lang="en-GB" sz="1800" b="0" u="none" strike="noStrike">
                <a:solidFill>
                  <a:srgbClr val="D4D4D4"/>
                </a:solidFill>
                <a:uFillTx/>
                <a:latin typeface="Menlo"/>
              </a:rPr>
              <a:t>.</a:t>
            </a:r>
            <a:r>
              <a:rPr lang="en-GB" sz="1800" b="0" u="none" strike="noStrike">
                <a:solidFill>
                  <a:srgbClr val="DCDCAA"/>
                </a:solidFill>
                <a:uFillTx/>
                <a:latin typeface="Menlo"/>
              </a:rPr>
              <a:t>log</a:t>
            </a:r>
            <a:r>
              <a:rPr lang="en-GB" sz="1800" b="0" u="none" strike="noStrike">
                <a:solidFill>
                  <a:srgbClr val="D4D4D4"/>
                </a:solidFill>
                <a:uFillTx/>
                <a:latin typeface="Menlo"/>
              </a:rPr>
              <a:t>(</a:t>
            </a:r>
            <a:r>
              <a:rPr lang="en-GB" sz="1800" b="0" u="none" strike="noStrike">
                <a:solidFill>
                  <a:srgbClr val="CE9178"/>
                </a:solidFill>
                <a:uFillTx/>
                <a:latin typeface="Menlo"/>
              </a:rPr>
              <a:t>"numeric value "</a:t>
            </a:r>
            <a:r>
              <a:rPr lang="en-GB" sz="1800" b="0" u="none" strike="noStrike">
                <a:solidFill>
                  <a:srgbClr val="D4D4D4"/>
                </a:solidFill>
                <a:uFillTx/>
                <a:latin typeface="Menlo"/>
              </a:rPr>
              <a:t>+</a:t>
            </a:r>
            <a:r>
              <a:rPr lang="en-GB" sz="1800" b="0" u="none" strike="noStrike">
                <a:solidFill>
                  <a:srgbClr val="9CDCFE"/>
                </a:solidFill>
                <a:uFillTx/>
                <a:latin typeface="Menlo"/>
              </a:rPr>
              <a:t>someUnionValue</a:t>
            </a:r>
            <a:r>
              <a:rPr lang="en-GB" sz="1800" b="0" u="none" strike="noStrike">
                <a:solidFill>
                  <a:srgbClr val="D4D4D4"/>
                </a:solidFill>
                <a:uFillTx/>
                <a:latin typeface="Menlo"/>
              </a:rPr>
              <a:t>) </a:t>
            </a:r>
            <a:endParaRPr lang="de-DE" sz="1800" b="0" u="none" strike="noStrike">
              <a:solidFill>
                <a:srgbClr val="000000"/>
              </a:solidFill>
              <a:uFillTx/>
              <a:latin typeface="Arial"/>
            </a:endParaRPr>
          </a:p>
          <a:p>
            <a:pPr defTabSz="914400">
              <a:lnSpc>
                <a:spcPct val="100000"/>
              </a:lnSpc>
            </a:pPr>
            <a:r>
              <a:rPr lang="en-GB" sz="1800" b="0" u="none" strike="noStrike">
                <a:solidFill>
                  <a:srgbClr val="9CDCFE"/>
                </a:solidFill>
                <a:uFillTx/>
                <a:latin typeface="Menlo"/>
              </a:rPr>
              <a:t>someUnionValue</a:t>
            </a:r>
            <a:r>
              <a:rPr lang="en-GB" sz="1800" b="0" u="none" strike="noStrike">
                <a:solidFill>
                  <a:srgbClr val="D4D4D4"/>
                </a:solidFill>
                <a:uFillTx/>
                <a:latin typeface="Menlo"/>
              </a:rPr>
              <a:t> = </a:t>
            </a:r>
            <a:r>
              <a:rPr lang="en-GB" sz="1800" b="0" u="none" strike="noStrike">
                <a:solidFill>
                  <a:srgbClr val="CE9178"/>
                </a:solidFill>
                <a:uFillTx/>
                <a:latin typeface="Menlo"/>
              </a:rPr>
              <a:t>"42 as string"</a:t>
            </a:r>
            <a:r>
              <a:rPr lang="en-GB" sz="1800" b="0" u="none" strike="noStrike">
                <a:solidFill>
                  <a:srgbClr val="D4D4D4"/>
                </a:solidFill>
                <a:uFillTx/>
                <a:latin typeface="Menlo"/>
              </a:rPr>
              <a:t> </a:t>
            </a:r>
            <a:endParaRPr lang="de-DE" sz="1800" b="0" u="none" strike="noStrike">
              <a:solidFill>
                <a:srgbClr val="000000"/>
              </a:solidFill>
              <a:uFillTx/>
              <a:latin typeface="Arial"/>
            </a:endParaRPr>
          </a:p>
          <a:p>
            <a:pPr defTabSz="914400">
              <a:lnSpc>
                <a:spcPct val="100000"/>
              </a:lnSpc>
            </a:pPr>
            <a:r>
              <a:rPr lang="en-GB" sz="1800" b="0" u="none" strike="noStrike">
                <a:solidFill>
                  <a:srgbClr val="4EC9B0"/>
                </a:solidFill>
                <a:uFillTx/>
                <a:latin typeface="Menlo"/>
              </a:rPr>
              <a:t>console</a:t>
            </a:r>
            <a:r>
              <a:rPr lang="en-GB" sz="1800" b="0" u="none" strike="noStrike">
                <a:solidFill>
                  <a:srgbClr val="D4D4D4"/>
                </a:solidFill>
                <a:uFillTx/>
                <a:latin typeface="Menlo"/>
              </a:rPr>
              <a:t>.</a:t>
            </a:r>
            <a:r>
              <a:rPr lang="en-GB" sz="1800" b="0" u="none" strike="noStrike">
                <a:solidFill>
                  <a:srgbClr val="DCDCAA"/>
                </a:solidFill>
                <a:uFillTx/>
                <a:latin typeface="Menlo"/>
              </a:rPr>
              <a:t>log</a:t>
            </a:r>
            <a:r>
              <a:rPr lang="en-GB" sz="1800" b="0" u="none" strike="noStrike">
                <a:solidFill>
                  <a:srgbClr val="D4D4D4"/>
                </a:solidFill>
                <a:uFillTx/>
                <a:latin typeface="Menlo"/>
              </a:rPr>
              <a:t>(</a:t>
            </a:r>
            <a:r>
              <a:rPr lang="en-GB" sz="1800" b="0" u="none" strike="noStrike">
                <a:solidFill>
                  <a:srgbClr val="CE9178"/>
                </a:solidFill>
                <a:uFillTx/>
                <a:latin typeface="Menlo"/>
              </a:rPr>
              <a:t>"string value "</a:t>
            </a:r>
            <a:r>
              <a:rPr lang="en-GB" sz="1800" b="0" u="none" strike="noStrike">
                <a:solidFill>
                  <a:srgbClr val="D4D4D4"/>
                </a:solidFill>
                <a:uFillTx/>
                <a:latin typeface="Menlo"/>
              </a:rPr>
              <a:t>+</a:t>
            </a:r>
            <a:r>
              <a:rPr lang="en-GB" sz="1800" b="0" u="none" strike="noStrike">
                <a:solidFill>
                  <a:srgbClr val="9CDCFE"/>
                </a:solidFill>
                <a:uFillTx/>
                <a:latin typeface="Menlo"/>
              </a:rPr>
              <a:t>someUnionValue</a:t>
            </a:r>
            <a:r>
              <a:rPr lang="en-GB" sz="1800" b="0" u="none" strike="noStrike">
                <a:solidFill>
                  <a:srgbClr val="D4D4D4"/>
                </a:solidFill>
                <a:uFillTx/>
                <a:latin typeface="Menlo"/>
              </a:rPr>
              <a:t>)</a:t>
            </a:r>
            <a:endParaRPr lang="de-DE" sz="1800" b="0" u="none" strike="noStrike">
              <a:solidFill>
                <a:srgbClr val="000000"/>
              </a:solidFill>
              <a:uFillTx/>
              <a:latin typeface="Arial"/>
            </a:endParaRPr>
          </a:p>
        </p:txBody>
      </p:sp>
      <p:sp>
        <p:nvSpPr>
          <p:cNvPr id="314" name="Picture 4"/>
          <p:cNvSpPr/>
          <p:nvPr/>
        </p:nvSpPr>
        <p:spPr>
          <a:xfrm>
            <a:off x="5878800" y="0"/>
            <a:ext cx="6311880" cy="6856560"/>
          </a:xfrm>
          <a:custGeom>
            <a:avLst/>
            <a:gdLst>
              <a:gd name="textAreaLeft" fmla="*/ 0 w 6311880"/>
              <a:gd name="textAreaRight" fmla="*/ 6313320 w 6311880"/>
              <a:gd name="textAreaTop" fmla="*/ 0 h 6856560"/>
              <a:gd name="textAreaBottom" fmla="*/ 6858000 h 6856560"/>
            </a:gdLst>
            <a:ahLst/>
            <a:cxnLst/>
            <a:rect l="textAreaLeft" t="textAreaTop" r="textAreaRight" b="textAreaBottom"/>
            <a:pathLst>
              <a:path w="6313150" h="6857997">
                <a:moveTo>
                  <a:pt x="65565" y="0"/>
                </a:moveTo>
                <a:lnTo>
                  <a:pt x="6313150" y="0"/>
                </a:lnTo>
                <a:lnTo>
                  <a:pt x="6313150" y="6857997"/>
                </a:lnTo>
                <a:lnTo>
                  <a:pt x="3293946" y="6857997"/>
                </a:lnTo>
                <a:lnTo>
                  <a:pt x="3235857" y="6823061"/>
                </a:lnTo>
                <a:cubicBezTo>
                  <a:pt x="1291240" y="5592803"/>
                  <a:pt x="0" y="3423096"/>
                  <a:pt x="0" y="951803"/>
                </a:cubicBezTo>
                <a:cubicBezTo>
                  <a:pt x="0" y="727140"/>
                  <a:pt x="10673" y="504970"/>
                  <a:pt x="31536" y="285771"/>
                </a:cubicBezTo>
                <a:close/>
              </a:path>
            </a:pathLst>
          </a:custGeom>
          <a:blipFill rotWithShape="0">
            <a:blip r:embed="rId2"/>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nSpc>
                <a:spcPct val="100000"/>
              </a:lnSpc>
            </a:pPr>
            <a:endParaRPr lang="de-DE" sz="1800" b="0" u="none" strike="noStrike">
              <a:solidFill>
                <a:srgbClr val="000000"/>
              </a:solidFill>
              <a:uFillTx/>
              <a:latin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5" name="PlaceHolder 1"/>
          <p:cNvSpPr>
            <a:spLocks noGrp="1"/>
          </p:cNvSpPr>
          <p:nvPr>
            <p:ph type="title"/>
          </p:nvPr>
        </p:nvSpPr>
        <p:spPr>
          <a:xfrm>
            <a:off x="838080" y="963720"/>
            <a:ext cx="3493080" cy="4928760"/>
          </a:xfrm>
          <a:prstGeom prst="rect">
            <a:avLst/>
          </a:prstGeom>
          <a:noFill/>
          <a:ln w="0">
            <a:noFill/>
          </a:ln>
        </p:spPr>
        <p:txBody>
          <a:bodyPr lIns="91440" tIns="45720" rIns="91440" bIns="45720" anchor="ctr">
            <a:normAutofit/>
          </a:bodyPr>
          <a:lstStyle/>
          <a:p>
            <a:pPr indent="0" algn="r" defTabSz="914400">
              <a:lnSpc>
                <a:spcPct val="90000"/>
              </a:lnSpc>
              <a:buNone/>
              <a:tabLst>
                <a:tab pos="0" algn="l"/>
              </a:tabLst>
            </a:pPr>
            <a:r>
              <a:rPr lang="de-DE" sz="4400" b="0" u="none" strike="noStrike">
                <a:solidFill>
                  <a:schemeClr val="accent1"/>
                </a:solidFill>
                <a:uFillTx/>
                <a:latin typeface="Calibri Light"/>
              </a:rPr>
              <a:t>Schnittstellen - Interfaces</a:t>
            </a:r>
            <a:endParaRPr lang="de-DE" sz="4400" b="0" u="none" strike="noStrike">
              <a:solidFill>
                <a:srgbClr val="000000"/>
              </a:solidFill>
              <a:uFillTx/>
              <a:latin typeface="Arial"/>
            </a:endParaRPr>
          </a:p>
        </p:txBody>
      </p:sp>
      <p:sp>
        <p:nvSpPr>
          <p:cNvPr id="316" name="PlaceHolder 2"/>
          <p:cNvSpPr>
            <a:spLocks noGrp="1"/>
          </p:cNvSpPr>
          <p:nvPr>
            <p:ph/>
          </p:nvPr>
        </p:nvSpPr>
        <p:spPr>
          <a:xfrm>
            <a:off x="4975920" y="963720"/>
            <a:ext cx="6376320" cy="492876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400" b="0" u="none" strike="noStrike">
                <a:solidFill>
                  <a:schemeClr val="dk1"/>
                </a:solidFill>
                <a:uFillTx/>
                <a:latin typeface="Calibri"/>
              </a:rPr>
              <a:t>Eine Schnittstelle beschreibt eine Menge von Signaturen und Attributen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400" b="0" u="none" strike="noStrike">
                <a:solidFill>
                  <a:schemeClr val="dk1"/>
                </a:solidFill>
                <a:uFillTx/>
                <a:latin typeface="Calibri"/>
              </a:rPr>
              <a:t>Externe </a:t>
            </a:r>
            <a:r>
              <a:rPr lang="de-DE" sz="2400" b="0" i="1" u="none" strike="noStrike">
                <a:solidFill>
                  <a:schemeClr val="dk1"/>
                </a:solidFill>
                <a:uFillTx/>
                <a:latin typeface="Calibri"/>
              </a:rPr>
              <a:t>Sicht</a:t>
            </a:r>
            <a:r>
              <a:rPr lang="de-DE" sz="2400" b="0" u="none" strike="noStrike">
                <a:solidFill>
                  <a:schemeClr val="dk1"/>
                </a:solidFill>
                <a:uFillTx/>
                <a:latin typeface="Calibri"/>
              </a:rPr>
              <a:t> auf eine Klasse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Verhalten der Klasse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Enthält in der Regel nicht alle Attribute/Methoden der Klasse</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400" b="0" u="none" strike="noStrike">
                <a:solidFill>
                  <a:schemeClr val="dk1"/>
                </a:solidFill>
                <a:uFillTx/>
                <a:latin typeface="Calibri"/>
              </a:rPr>
              <a:t>Eine Klasse kann mehrere Interfaces </a:t>
            </a:r>
            <a:r>
              <a:rPr lang="de-DE" sz="2400" b="0" i="1" u="none" strike="noStrike">
                <a:solidFill>
                  <a:schemeClr val="dk1"/>
                </a:solidFill>
                <a:uFillTx/>
                <a:latin typeface="Calibri"/>
              </a:rPr>
              <a:t>implementieren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Muss alle in der Schnittstelle deklarierten Methoden implementieren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Schnittstellenmethoden sind de facto abstrakt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400" b="0" u="none" strike="noStrike">
              <a:solidFill>
                <a:srgbClr val="000000"/>
              </a:solidFill>
              <a:uFillTx/>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Enum</a:t>
            </a:r>
            <a:endParaRPr lang="de-DE" sz="4400" b="0" u="none" strike="noStrike">
              <a:solidFill>
                <a:srgbClr val="000000"/>
              </a:solidFill>
              <a:uFillTx/>
              <a:latin typeface="Arial"/>
            </a:endParaRPr>
          </a:p>
        </p:txBody>
      </p:sp>
      <p:sp>
        <p:nvSpPr>
          <p:cNvPr id="3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en-GB" sz="2800" b="0" u="none" strike="noStrike">
                <a:solidFill>
                  <a:srgbClr val="569CD6"/>
                </a:solidFill>
                <a:uFillTx/>
                <a:latin typeface="Menlo"/>
              </a:rPr>
              <a:t>enum</a:t>
            </a:r>
            <a:r>
              <a:rPr lang="en-GB" sz="2800" b="0" u="none" strike="noStrike">
                <a:solidFill>
                  <a:srgbClr val="D4D4D4"/>
                </a:solidFill>
                <a:uFillTx/>
                <a:latin typeface="Menlo"/>
              </a:rPr>
              <a:t> </a:t>
            </a:r>
            <a:r>
              <a:rPr lang="en-GB" sz="2800" b="0" u="none" strike="noStrike">
                <a:solidFill>
                  <a:srgbClr val="4EC9B0"/>
                </a:solidFill>
                <a:uFillTx/>
                <a:latin typeface="Menlo"/>
              </a:rPr>
              <a:t>Direction</a:t>
            </a:r>
            <a:r>
              <a:rPr lang="en-GB" sz="2800" b="0" u="none" strike="noStrike">
                <a:solidFill>
                  <a:srgbClr val="D4D4D4"/>
                </a:solidFill>
                <a:uFillTx/>
                <a:latin typeface="Menl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B5CEA8"/>
                </a:solidFill>
                <a:uFillTx/>
                <a:latin typeface="Menlo"/>
              </a:rPr>
              <a:t>	Up</a:t>
            </a:r>
            <a:r>
              <a:rPr lang="en-GB" sz="2800" b="0" u="none" strike="noStrike">
                <a:solidFill>
                  <a:srgbClr val="D4D4D4"/>
                </a:solidFill>
                <a:uFillTx/>
                <a:latin typeface="Menlo"/>
              </a:rPr>
              <a:t> = </a:t>
            </a:r>
            <a:r>
              <a:rPr lang="en-GB" sz="2800" b="0" u="none" strike="noStrike">
                <a:solidFill>
                  <a:srgbClr val="B5CEA8"/>
                </a:solidFill>
                <a:uFillTx/>
                <a:latin typeface="Menlo"/>
              </a:rPr>
              <a:t>1</a:t>
            </a:r>
            <a:r>
              <a:rPr lang="en-GB" sz="2800" b="0" u="none" strike="noStrike">
                <a:solidFill>
                  <a:srgbClr val="D4D4D4"/>
                </a:solidFill>
                <a:uFillTx/>
                <a:latin typeface="Menl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B5CEA8"/>
                </a:solidFill>
                <a:uFillTx/>
                <a:latin typeface="Menlo"/>
              </a:rPr>
              <a:t>	Down</a:t>
            </a:r>
            <a:r>
              <a:rPr lang="en-GB" sz="2800" b="0" u="none" strike="noStrike">
                <a:solidFill>
                  <a:srgbClr val="D4D4D4"/>
                </a:solidFill>
                <a:uFillTx/>
                <a:latin typeface="Menl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D4D4D4"/>
                </a:solidFill>
                <a:uFillTx/>
                <a:latin typeface="Menlo"/>
              </a:rPr>
              <a:t>	</a:t>
            </a:r>
            <a:r>
              <a:rPr lang="en-GB" sz="2800" b="0" u="none" strike="noStrike">
                <a:solidFill>
                  <a:srgbClr val="B5CEA8"/>
                </a:solidFill>
                <a:uFillTx/>
                <a:latin typeface="Menlo"/>
              </a:rPr>
              <a:t>Left</a:t>
            </a:r>
            <a:r>
              <a:rPr lang="en-GB" sz="2800" b="0" u="none" strike="noStrike">
                <a:solidFill>
                  <a:srgbClr val="D4D4D4"/>
                </a:solidFill>
                <a:uFillTx/>
                <a:latin typeface="Menl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D4D4D4"/>
                </a:solidFill>
                <a:uFillTx/>
                <a:latin typeface="Menlo"/>
              </a:rPr>
              <a:t>	</a:t>
            </a:r>
            <a:r>
              <a:rPr lang="en-GB" sz="2800" b="0" u="none" strike="noStrike">
                <a:solidFill>
                  <a:srgbClr val="B5CEA8"/>
                </a:solidFill>
                <a:uFillTx/>
                <a:latin typeface="Menlo"/>
              </a:rPr>
              <a:t>Right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569CD6"/>
                </a:solidFill>
                <a:uFillTx/>
                <a:latin typeface="Menlo"/>
              </a:rPr>
              <a:t>var</a:t>
            </a:r>
            <a:r>
              <a:rPr lang="en-GB" sz="2800" b="0" u="none" strike="noStrike">
                <a:solidFill>
                  <a:srgbClr val="D4D4D4"/>
                </a:solidFill>
                <a:uFillTx/>
                <a:latin typeface="Menlo"/>
              </a:rPr>
              <a:t> </a:t>
            </a:r>
            <a:r>
              <a:rPr lang="en-GB" sz="2800" b="0" u="none" strike="noStrike">
                <a:solidFill>
                  <a:srgbClr val="9CDCFE"/>
                </a:solidFill>
                <a:uFillTx/>
                <a:latin typeface="Menlo"/>
              </a:rPr>
              <a:t>dir</a:t>
            </a:r>
            <a:r>
              <a:rPr lang="en-GB" sz="2800" b="0" u="none" strike="noStrike">
                <a:solidFill>
                  <a:srgbClr val="D4D4D4"/>
                </a:solidFill>
                <a:uFillTx/>
                <a:latin typeface="Menlo"/>
              </a:rPr>
              <a:t>: </a:t>
            </a:r>
            <a:r>
              <a:rPr lang="en-GB" sz="2800" b="0" u="none" strike="noStrike">
                <a:solidFill>
                  <a:srgbClr val="4EC9B0"/>
                </a:solidFill>
                <a:uFillTx/>
                <a:latin typeface="Menlo"/>
              </a:rPr>
              <a:t>Direction</a:t>
            </a:r>
            <a:r>
              <a:rPr lang="en-GB" sz="2800" b="0" u="none" strike="noStrike">
                <a:solidFill>
                  <a:srgbClr val="D4D4D4"/>
                </a:solidFill>
                <a:uFillTx/>
                <a:latin typeface="Menlo"/>
              </a:rPr>
              <a:t> = </a:t>
            </a:r>
            <a:r>
              <a:rPr lang="en-GB" sz="2800" b="0" u="none" strike="noStrike">
                <a:solidFill>
                  <a:srgbClr val="9CDCFE"/>
                </a:solidFill>
                <a:uFillTx/>
                <a:latin typeface="Menlo"/>
              </a:rPr>
              <a:t>Direction</a:t>
            </a:r>
            <a:r>
              <a:rPr lang="en-GB" sz="2800" b="0" u="none" strike="noStrike">
                <a:solidFill>
                  <a:srgbClr val="D4D4D4"/>
                </a:solidFill>
                <a:uFillTx/>
                <a:latin typeface="Menlo"/>
              </a:rPr>
              <a:t>.</a:t>
            </a:r>
            <a:r>
              <a:rPr lang="en-GB" sz="2800" b="0" u="none" strike="noStrike">
                <a:solidFill>
                  <a:srgbClr val="9CDCFE"/>
                </a:solidFill>
                <a:uFillTx/>
                <a:latin typeface="Menlo"/>
              </a:rPr>
              <a:t>Up</a:t>
            </a: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Nonsens Code</a:t>
            </a:r>
            <a:endParaRPr lang="de-DE" sz="4400" b="0" u="none" strike="noStrike">
              <a:solidFill>
                <a:srgbClr val="000000"/>
              </a:solidFill>
              <a:uFillTx/>
              <a:latin typeface="Arial"/>
            </a:endParaRPr>
          </a:p>
        </p:txBody>
      </p:sp>
      <p:sp>
        <p:nvSpPr>
          <p:cNvPr id="32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569CD6"/>
              </a:buClr>
              <a:buFont typeface="Arial"/>
              <a:buChar char="•"/>
            </a:pPr>
            <a:r>
              <a:rPr lang="en-GB" sz="2800" b="0" u="none" strike="noStrike">
                <a:solidFill>
                  <a:srgbClr val="569CD6"/>
                </a:solidFill>
                <a:uFillTx/>
                <a:latin typeface="Menlo"/>
              </a:rPr>
              <a:t>function</a:t>
            </a:r>
            <a:r>
              <a:rPr lang="en-GB" sz="2800" b="0" u="none" strike="noStrike">
                <a:solidFill>
                  <a:srgbClr val="D4D4D4"/>
                </a:solidFill>
                <a:uFillTx/>
                <a:latin typeface="Menlo"/>
              </a:rPr>
              <a:t> </a:t>
            </a:r>
            <a:r>
              <a:rPr lang="en-GB" sz="2800" b="0" u="none" strike="noStrike">
                <a:solidFill>
                  <a:srgbClr val="DCDCAA"/>
                </a:solidFill>
                <a:uFillTx/>
                <a:latin typeface="Menlo"/>
              </a:rPr>
              <a:t>some</a:t>
            </a:r>
            <a:r>
              <a:rPr lang="en-GB" sz="2800" b="0" u="none" strike="noStrike">
                <a:solidFill>
                  <a:srgbClr val="D4D4D4"/>
                </a:solidFill>
                <a:uFillTx/>
                <a:latin typeface="Menlo"/>
              </a:rPr>
              <a:t>(</a:t>
            </a:r>
            <a:r>
              <a:rPr lang="en-GB" sz="2800" b="0" u="none" strike="noStrike">
                <a:solidFill>
                  <a:srgbClr val="9CDCFE"/>
                </a:solidFill>
                <a:uFillTx/>
                <a:latin typeface="Menlo"/>
              </a:rPr>
              <a:t>x</a:t>
            </a:r>
            <a:r>
              <a:rPr lang="en-GB" sz="2800" b="0" u="none" strike="noStrike">
                <a:solidFill>
                  <a:srgbClr val="D4D4D4"/>
                </a:solidFill>
                <a:uFillTx/>
                <a:latin typeface="Menlo"/>
              </a:rPr>
              <a:t>: </a:t>
            </a:r>
            <a:r>
              <a:rPr lang="en-GB" sz="2800" b="0" u="none" strike="noStrike">
                <a:solidFill>
                  <a:srgbClr val="4EC9B0"/>
                </a:solidFill>
                <a:uFillTx/>
                <a:latin typeface="Menlo"/>
              </a:rPr>
              <a:t>Direction</a:t>
            </a:r>
            <a:r>
              <a:rPr lang="en-GB" sz="2800" b="0" u="none" strike="noStrike">
                <a:solidFill>
                  <a:srgbClr val="D4D4D4"/>
                </a:solidFill>
                <a:uFillTx/>
                <a:latin typeface="Menlo"/>
              </a:rPr>
              <a:t>) {</a:t>
            </a:r>
            <a:endParaRPr lang="de-DE" sz="2800" b="0" u="none" strike="noStrike">
              <a:solidFill>
                <a:srgbClr val="000000"/>
              </a:solidFill>
              <a:uFillTx/>
              <a:latin typeface="Arial"/>
            </a:endParaRPr>
          </a:p>
          <a:p>
            <a:pPr marL="228600" indent="-228600" defTabSz="914400">
              <a:lnSpc>
                <a:spcPct val="90000"/>
              </a:lnSpc>
              <a:spcBef>
                <a:spcPts val="1001"/>
              </a:spcBef>
              <a:buClr>
                <a:srgbClr val="C586C0"/>
              </a:buClr>
              <a:buFont typeface="Arial"/>
              <a:buChar char="•"/>
            </a:pPr>
            <a:r>
              <a:rPr lang="en-GB" sz="2800" b="0" u="none" strike="noStrike">
                <a:solidFill>
                  <a:srgbClr val="C586C0"/>
                </a:solidFill>
                <a:uFillTx/>
                <a:latin typeface="Menlo"/>
              </a:rPr>
              <a:t>if</a:t>
            </a:r>
            <a:r>
              <a:rPr lang="en-GB" sz="2800" b="0" u="none" strike="noStrike">
                <a:solidFill>
                  <a:srgbClr val="D4D4D4"/>
                </a:solidFill>
                <a:uFillTx/>
                <a:latin typeface="Menlo"/>
              </a:rPr>
              <a:t> (</a:t>
            </a:r>
            <a:r>
              <a:rPr lang="en-GB" sz="2800" b="0" u="none" strike="noStrike">
                <a:solidFill>
                  <a:srgbClr val="9CDCFE"/>
                </a:solidFill>
                <a:uFillTx/>
                <a:latin typeface="Menlo"/>
              </a:rPr>
              <a:t>x</a:t>
            </a:r>
            <a:r>
              <a:rPr lang="en-GB" sz="2800" b="0" u="none" strike="noStrike">
                <a:solidFill>
                  <a:srgbClr val="D4D4D4"/>
                </a:solidFill>
                <a:uFillTx/>
                <a:latin typeface="Menlo"/>
              </a:rPr>
              <a:t> !== </a:t>
            </a:r>
            <a:r>
              <a:rPr lang="en-GB" sz="2800" b="0" u="none" strike="noStrike">
                <a:solidFill>
                  <a:srgbClr val="9CDCFE"/>
                </a:solidFill>
                <a:uFillTx/>
                <a:latin typeface="Menlo"/>
              </a:rPr>
              <a:t>Direction</a:t>
            </a:r>
            <a:r>
              <a:rPr lang="en-GB" sz="2800" b="0" u="none" strike="noStrike">
                <a:solidFill>
                  <a:srgbClr val="D4D4D4"/>
                </a:solidFill>
                <a:uFillTx/>
                <a:latin typeface="Menlo"/>
              </a:rPr>
              <a:t>.</a:t>
            </a:r>
            <a:r>
              <a:rPr lang="en-GB" sz="2800" b="0" u="none" strike="noStrike">
                <a:solidFill>
                  <a:srgbClr val="9CDCFE"/>
                </a:solidFill>
                <a:uFillTx/>
                <a:latin typeface="Menlo"/>
              </a:rPr>
              <a:t>Up</a:t>
            </a:r>
            <a:r>
              <a:rPr lang="en-GB" sz="2800" b="0" u="none" strike="noStrike">
                <a:solidFill>
                  <a:srgbClr val="D4D4D4"/>
                </a:solidFill>
                <a:uFillTx/>
                <a:latin typeface="Menlo"/>
              </a:rPr>
              <a:t> || </a:t>
            </a:r>
            <a:r>
              <a:rPr lang="en-GB" sz="2800" b="0" u="none" strike="noStrike">
                <a:solidFill>
                  <a:srgbClr val="9CDCFE"/>
                </a:solidFill>
                <a:uFillTx/>
                <a:latin typeface="Menlo"/>
              </a:rPr>
              <a:t>x</a:t>
            </a:r>
            <a:r>
              <a:rPr lang="en-GB" sz="2800" b="0" u="none" strike="noStrike">
                <a:solidFill>
                  <a:srgbClr val="D4D4D4"/>
                </a:solidFill>
                <a:uFillTx/>
                <a:latin typeface="Menlo"/>
              </a:rPr>
              <a:t> !== </a:t>
            </a:r>
            <a:r>
              <a:rPr lang="en-GB" sz="2800" b="0" u="none" strike="noStrike">
                <a:solidFill>
                  <a:srgbClr val="9CDCFE"/>
                </a:solidFill>
                <a:uFillTx/>
                <a:latin typeface="Menlo"/>
              </a:rPr>
              <a:t>Direction</a:t>
            </a:r>
            <a:r>
              <a:rPr lang="en-GB" sz="2800" b="0" u="none" strike="noStrike">
                <a:solidFill>
                  <a:srgbClr val="D4D4D4"/>
                </a:solidFill>
                <a:uFillTx/>
                <a:latin typeface="Menlo"/>
              </a:rPr>
              <a:t>.</a:t>
            </a:r>
            <a:r>
              <a:rPr lang="en-GB" sz="2800" b="0" u="none" strike="noStrike">
                <a:solidFill>
                  <a:srgbClr val="9CDCFE"/>
                </a:solidFill>
                <a:uFillTx/>
                <a:latin typeface="Menlo"/>
              </a:rPr>
              <a:t>Down</a:t>
            </a:r>
            <a:r>
              <a:rPr lang="en-GB" sz="2800" b="0" u="none" strike="noStrike">
                <a:solidFill>
                  <a:srgbClr val="D4D4D4"/>
                </a:solidFill>
                <a:uFillTx/>
                <a:latin typeface="Menlo"/>
              </a:rPr>
              <a:t>) {</a:t>
            </a:r>
            <a:endParaRPr lang="de-DE" sz="2800" b="0" u="none" strike="noStrike">
              <a:solidFill>
                <a:srgbClr val="000000"/>
              </a:solidFill>
              <a:uFillTx/>
              <a:latin typeface="Arial"/>
            </a:endParaRPr>
          </a:p>
          <a:p>
            <a:pPr marL="228600" indent="-228600" defTabSz="914400">
              <a:lnSpc>
                <a:spcPct val="90000"/>
              </a:lnSpc>
              <a:spcBef>
                <a:spcPts val="1001"/>
              </a:spcBef>
              <a:buClr>
                <a:srgbClr val="6A9955"/>
              </a:buClr>
              <a:buFont typeface="Arial"/>
              <a:buChar char="•"/>
            </a:pPr>
            <a:r>
              <a:rPr lang="en-GB" sz="2800" b="0" u="none" strike="noStrike">
                <a:solidFill>
                  <a:srgbClr val="6A9955"/>
                </a:solidFill>
                <a:uFillTx/>
                <a:latin typeface="Menlo"/>
              </a:rPr>
              <a:t>// ~~~~~~~~~~~</a:t>
            </a:r>
            <a:endParaRPr lang="de-DE" sz="2800" b="0" u="none" strike="noStrike">
              <a:solidFill>
                <a:srgbClr val="000000"/>
              </a:solidFill>
              <a:uFillTx/>
              <a:latin typeface="Arial"/>
            </a:endParaRPr>
          </a:p>
          <a:p>
            <a:pPr marL="228600" indent="-228600" defTabSz="914400">
              <a:lnSpc>
                <a:spcPct val="90000"/>
              </a:lnSpc>
              <a:spcBef>
                <a:spcPts val="1001"/>
              </a:spcBef>
              <a:buClr>
                <a:srgbClr val="6A9955"/>
              </a:buClr>
              <a:buFont typeface="Arial"/>
              <a:buChar char="•"/>
            </a:pPr>
            <a:r>
              <a:rPr lang="en-GB" sz="2800" b="0" u="none" strike="noStrike">
                <a:solidFill>
                  <a:srgbClr val="6A9955"/>
                </a:solidFill>
                <a:uFillTx/>
                <a:latin typeface="Menlo"/>
              </a:rPr>
              <a:t>// Error! This condition will always return 'true' since the types 'Direction.Up' and 'Direction.Down' have no overlap.</a:t>
            </a:r>
            <a:endParaRPr lang="de-DE" sz="2800" b="0" u="none" strike="noStrike">
              <a:solidFill>
                <a:srgbClr val="000000"/>
              </a:solidFill>
              <a:uFillTx/>
              <a:latin typeface="Arial"/>
            </a:endParaRPr>
          </a:p>
          <a:p>
            <a:pPr marL="228600" indent="-228600" defTabSz="914400">
              <a:lnSpc>
                <a:spcPct val="90000"/>
              </a:lnSpc>
              <a:spcBef>
                <a:spcPts val="1001"/>
              </a:spcBef>
              <a:buClr>
                <a:srgbClr val="D4D4D4"/>
              </a:buClr>
              <a:buFont typeface="Arial"/>
              <a:buChar char="•"/>
            </a:pP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marL="228600" indent="-228600" defTabSz="914400">
              <a:lnSpc>
                <a:spcPct val="90000"/>
              </a:lnSpc>
              <a:spcBef>
                <a:spcPts val="1001"/>
              </a:spcBef>
              <a:buClr>
                <a:srgbClr val="D4D4D4"/>
              </a:buClr>
              <a:buFont typeface="Arial"/>
              <a:buChar char="•"/>
            </a:pP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321" name="Rectangle 71">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22" name="Rectangle 73">
            <a:extLst>
              <a:ext uri="{C183D7F6-B498-43B3-948B-1728B52AA6E4}">
                <adec:decorative xmlns:adec="http://schemas.microsoft.com/office/drawing/2017/decorative" val="1"/>
              </a:ext>
            </a:extLst>
          </p:cNvPr>
          <p:cNvSpPr/>
          <p:nvPr/>
        </p:nvSpPr>
        <p:spPr>
          <a:xfrm rot="5400000" flipH="1">
            <a:off x="-1418760" y="1418760"/>
            <a:ext cx="6874200" cy="4039200"/>
          </a:xfrm>
          <a:prstGeom prst="rect">
            <a:avLst/>
          </a:prstGeom>
          <a:gradFill rotWithShape="0">
            <a:gsLst>
              <a:gs pos="0">
                <a:srgbClr val="000000"/>
              </a:gs>
              <a:gs pos="100000">
                <a:srgbClr val="16735A"/>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23" name="Rectangle 75">
            <a:extLst>
              <a:ext uri="{C183D7F6-B498-43B3-948B-1728B52AA6E4}">
                <adec:decorative xmlns:adec="http://schemas.microsoft.com/office/drawing/2017/decorative" val="1"/>
              </a:ext>
            </a:extLst>
          </p:cNvPr>
          <p:cNvSpPr/>
          <p:nvPr/>
        </p:nvSpPr>
        <p:spPr>
          <a:xfrm rot="16200000">
            <a:off x="-157320" y="2661840"/>
            <a:ext cx="4354200" cy="4037040"/>
          </a:xfrm>
          <a:prstGeom prst="rect">
            <a:avLst/>
          </a:prstGeom>
          <a:gradFill rotWithShape="0">
            <a:gsLst>
              <a:gs pos="0">
                <a:srgbClr val="1D9A78">
                  <a:alpha val="50000"/>
                </a:srgbClr>
              </a:gs>
              <a:gs pos="100000">
                <a:srgbClr val="0E4D3C">
                  <a:alpha val="0"/>
                </a:srgbClr>
              </a:gs>
            </a:gsLst>
            <a:lin ang="6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24" name="Rectangle 77">
            <a:extLst>
              <a:ext uri="{C183D7F6-B498-43B3-948B-1728B52AA6E4}">
                <adec:decorative xmlns:adec="http://schemas.microsoft.com/office/drawing/2017/decorative" val="1"/>
              </a:ext>
            </a:extLst>
          </p:cNvPr>
          <p:cNvSpPr/>
          <p:nvPr/>
        </p:nvSpPr>
        <p:spPr>
          <a:xfrm rot="16200000" flipH="1">
            <a:off x="-1179720" y="1636920"/>
            <a:ext cx="6856200" cy="3579840"/>
          </a:xfrm>
          <a:prstGeom prst="rect">
            <a:avLst/>
          </a:prstGeom>
          <a:gradFill rotWithShape="0">
            <a:gsLst>
              <a:gs pos="0">
                <a:srgbClr val="000000">
                  <a:alpha val="59000"/>
                </a:srgbClr>
              </a:gs>
              <a:gs pos="69000">
                <a:srgbClr val="1D9A78">
                  <a:alpha val="0"/>
                </a:srgbClr>
              </a:gs>
            </a:gsLst>
            <a:lin ang="186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25" name="Freeform: Shape 79">
            <a:extLst>
              <a:ext uri="{C183D7F6-B498-43B3-948B-1728B52AA6E4}">
                <adec:decorative xmlns:adec="http://schemas.microsoft.com/office/drawing/2017/decorative" val="1"/>
              </a:ext>
            </a:extLst>
          </p:cNvPr>
          <p:cNvSpPr/>
          <p:nvPr/>
        </p:nvSpPr>
        <p:spPr>
          <a:xfrm rot="6097800">
            <a:off x="-744480" y="1200240"/>
            <a:ext cx="4806720" cy="4087080"/>
          </a:xfrm>
          <a:custGeom>
            <a:avLst/>
            <a:gdLst>
              <a:gd name="textAreaLeft" fmla="*/ 0 w 4806720"/>
              <a:gd name="textAreaRight" fmla="*/ 4808160 w 4806720"/>
              <a:gd name="textAreaTop" fmla="*/ 0 h 4087080"/>
              <a:gd name="textAreaBottom" fmla="*/ 4088520 h 4087080"/>
            </a:gdLst>
            <a:ahLst/>
            <a:cxnLst/>
            <a:rect l="textAreaLeft" t="textAreaTop" r="textAreaRight" b="textAreaBottom"/>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rotWithShape="0">
            <a:gsLst>
              <a:gs pos="39000">
                <a:srgbClr val="5AE0BB">
                  <a:alpha val="0"/>
                </a:srgbClr>
              </a:gs>
              <a:gs pos="100000">
                <a:srgbClr val="16735A">
                  <a:alpha val="26000"/>
                </a:srgbClr>
              </a:gs>
            </a:gsLst>
            <a:lin ang="3096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26" name="PlaceHolder 1"/>
          <p:cNvSpPr>
            <a:spLocks noGrp="1"/>
          </p:cNvSpPr>
          <p:nvPr>
            <p:ph type="title"/>
          </p:nvPr>
        </p:nvSpPr>
        <p:spPr>
          <a:xfrm>
            <a:off x="659880" y="2766960"/>
            <a:ext cx="2879280" cy="307044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4000" b="0" u="none" strike="noStrike">
                <a:solidFill>
                  <a:srgbClr val="FFFFFF"/>
                </a:solidFill>
                <a:uFillTx/>
                <a:latin typeface="Calibri Light"/>
              </a:rPr>
              <a:t>Beispiel Interface</a:t>
            </a:r>
            <a:endParaRPr lang="de-DE" sz="4000" b="0" u="none" strike="noStrike">
              <a:solidFill>
                <a:srgbClr val="000000"/>
              </a:solidFill>
              <a:uFillTx/>
              <a:latin typeface="Arial"/>
            </a:endParaRPr>
          </a:p>
        </p:txBody>
      </p:sp>
      <p:pic>
        <p:nvPicPr>
          <p:cNvPr id="327" name="Inhaltsplatzhalter 4" descr="schnittstelle.jpg"/>
          <p:cNvPicPr/>
          <p:nvPr/>
        </p:nvPicPr>
        <p:blipFill>
          <a:blip r:embed="rId3"/>
          <a:stretch/>
        </p:blipFill>
        <p:spPr>
          <a:xfrm>
            <a:off x="6464160" y="467280"/>
            <a:ext cx="3300840" cy="5922000"/>
          </a:xfrm>
          <a:prstGeom prst="rect">
            <a:avLst/>
          </a:prstGeom>
          <a:noFill/>
          <a:ln w="0">
            <a:noFill/>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8" name="Rectangle 3"/>
          <p:cNvSpPr/>
          <p:nvPr/>
        </p:nvSpPr>
        <p:spPr>
          <a:xfrm>
            <a:off x="1514520" y="2780280"/>
            <a:ext cx="8913960" cy="3381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GB" sz="1800" b="0" u="none" strike="noStrike">
                <a:solidFill>
                  <a:srgbClr val="569CD6"/>
                </a:solidFill>
                <a:uFillTx/>
                <a:latin typeface="Menlo"/>
              </a:rPr>
              <a:t>interface</a:t>
            </a:r>
            <a:r>
              <a:rPr lang="en-GB" sz="1800" b="0" u="none" strike="noStrike">
                <a:solidFill>
                  <a:srgbClr val="D4D4D4"/>
                </a:solidFill>
                <a:uFillTx/>
                <a:latin typeface="Menlo"/>
              </a:rPr>
              <a:t> </a:t>
            </a:r>
            <a:r>
              <a:rPr lang="en-GB" sz="1800" b="0" u="none" strike="noStrike">
                <a:solidFill>
                  <a:srgbClr val="4EC9B0"/>
                </a:solidFill>
                <a:uFillTx/>
                <a:latin typeface="Menlo"/>
              </a:rPr>
              <a:t>Schmutzfink</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9CDCFE"/>
                </a:solidFill>
                <a:uFillTx/>
                <a:latin typeface="Menlo"/>
              </a:rPr>
              <a:t>name</a:t>
            </a:r>
            <a:r>
              <a:rPr lang="en-GB" sz="1800" b="0" u="none" strike="noStrike">
                <a:solidFill>
                  <a:srgbClr val="D4D4D4"/>
                </a:solidFill>
                <a:uFillTx/>
                <a:latin typeface="Menlo"/>
              </a:rPr>
              <a:t>: </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9CDCFE"/>
                </a:solidFill>
                <a:uFillTx/>
                <a:latin typeface="Menlo"/>
              </a:rPr>
              <a:t>suhlen</a:t>
            </a:r>
            <a:r>
              <a:rPr lang="en-GB" sz="1800" b="0" u="none" strike="noStrike">
                <a:solidFill>
                  <a:srgbClr val="D4D4D4"/>
                </a:solidFill>
                <a:uFillTx/>
                <a:latin typeface="Menlo"/>
              </a:rPr>
              <a:t> : () </a:t>
            </a:r>
            <a:r>
              <a:rPr lang="en-GB" sz="1800" b="0" u="none" strike="noStrike">
                <a:solidFill>
                  <a:srgbClr val="569CD6"/>
                </a:solidFill>
                <a:uFillTx/>
                <a:latin typeface="Menlo"/>
              </a:rPr>
              <a:t>=&gt;</a:t>
            </a:r>
            <a:r>
              <a:rPr lang="en-GB" sz="1800" b="0" u="none" strike="noStrike">
                <a:solidFill>
                  <a:srgbClr val="D4D4D4"/>
                </a:solidFill>
                <a:uFillTx/>
                <a:latin typeface="Menlo"/>
              </a:rPr>
              <a:t> </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br>
              <a:rPr sz="1800"/>
            </a:br>
            <a:r>
              <a:rPr lang="en-GB" sz="1800" b="0" u="none" strike="noStrike">
                <a:solidFill>
                  <a:srgbClr val="4EC9B0"/>
                </a:solidFill>
                <a:uFillTx/>
                <a:latin typeface="Menlo"/>
              </a:rPr>
              <a:t>console</a:t>
            </a:r>
            <a:r>
              <a:rPr lang="en-GB" sz="1800" b="0" u="none" strike="noStrike">
                <a:solidFill>
                  <a:srgbClr val="D4D4D4"/>
                </a:solidFill>
                <a:uFillTx/>
                <a:latin typeface="Menlo"/>
              </a:rPr>
              <a:t>.</a:t>
            </a:r>
            <a:r>
              <a:rPr lang="en-GB" sz="1800" b="0" u="none" strike="noStrike">
                <a:solidFill>
                  <a:srgbClr val="DCDCAA"/>
                </a:solidFill>
                <a:uFillTx/>
                <a:latin typeface="Menlo"/>
              </a:rPr>
              <a:t>log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	{</a:t>
            </a:r>
            <a:r>
              <a:rPr lang="en-GB" sz="1800" b="0" u="none" strike="noStrike">
                <a:solidFill>
                  <a:srgbClr val="9CDCFE"/>
                </a:solidFill>
                <a:uFillTx/>
                <a:latin typeface="Menlo"/>
              </a:rPr>
              <a:t>name:</a:t>
            </a:r>
            <a:r>
              <a:rPr lang="en-GB" sz="1800" b="0" u="none" strike="noStrike">
                <a:solidFill>
                  <a:srgbClr val="CE9178"/>
                </a:solidFill>
                <a:uFillTx/>
                <a:latin typeface="Menlo"/>
              </a:rPr>
              <a:t>"Miss Piggy"</a:t>
            </a:r>
            <a:r>
              <a:rPr lang="en-GB" sz="1800" b="0" u="none" strike="noStrike">
                <a:solidFill>
                  <a:srgbClr val="D4D4D4"/>
                </a:solidFill>
                <a:uFillTx/>
                <a:latin typeface="Menlo"/>
              </a:rPr>
              <a:t>, </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	</a:t>
            </a:r>
            <a:r>
              <a:rPr lang="en-GB" sz="1800" b="0" u="none" strike="noStrike">
                <a:solidFill>
                  <a:srgbClr val="DCDCAA"/>
                </a:solidFill>
                <a:uFillTx/>
                <a:latin typeface="Menlo"/>
              </a:rPr>
              <a:t>suhlen</a:t>
            </a:r>
            <a:r>
              <a:rPr lang="en-GB" sz="1800" b="0" u="none" strike="noStrike">
                <a:solidFill>
                  <a:srgbClr val="9CDCFE"/>
                </a:solidFill>
                <a:uFillTx/>
                <a:latin typeface="Menlo"/>
              </a:rPr>
              <a:t>:</a:t>
            </a:r>
            <a:r>
              <a:rPr lang="en-GB" sz="1800" b="0" u="none" strike="noStrike">
                <a:solidFill>
                  <a:srgbClr val="D4D4D4"/>
                </a:solidFill>
                <a:uFillTx/>
                <a:latin typeface="Menlo"/>
              </a:rPr>
              <a:t>():</a:t>
            </a:r>
            <a:r>
              <a:rPr lang="en-GB" sz="1800" b="0" u="none" strike="noStrike">
                <a:solidFill>
                  <a:srgbClr val="4EC9B0"/>
                </a:solidFill>
                <a:uFillTx/>
                <a:latin typeface="Menlo"/>
              </a:rPr>
              <a:t>string</a:t>
            </a:r>
            <a:r>
              <a:rPr lang="en-GB" sz="1800" b="0" u="none" strike="noStrike">
                <a:solidFill>
                  <a:srgbClr val="D4D4D4"/>
                </a:solidFill>
                <a:uFillTx/>
                <a:latin typeface="Menlo"/>
              </a:rPr>
              <a:t> </a:t>
            </a:r>
            <a:r>
              <a:rPr lang="en-GB" sz="1800" b="0" u="none" strike="noStrike">
                <a:solidFill>
                  <a:srgbClr val="569CD6"/>
                </a:solidFill>
                <a:uFillTx/>
                <a:latin typeface="Menlo"/>
              </a:rPr>
              <a:t>=&gt;</a:t>
            </a:r>
            <a:r>
              <a:rPr lang="en-GB" sz="1800" b="0" u="none" strike="noStrike">
                <a:solidFill>
                  <a:srgbClr val="D4D4D4"/>
                </a:solidFill>
                <a:uFillTx/>
                <a:latin typeface="Menlo"/>
              </a:rPr>
              <a:t> </a:t>
            </a:r>
            <a:r>
              <a:rPr lang="en-GB" sz="1800" b="0" u="none" strike="noStrike">
                <a:solidFill>
                  <a:srgbClr val="CE9178"/>
                </a:solidFill>
                <a:uFillTx/>
                <a:latin typeface="Menlo"/>
              </a:rPr>
              <a:t>"Ich mag nicht schmutzig sein"</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br>
              <a:rPr sz="1800"/>
            </a:br>
            <a:br>
              <a:rPr sz="1800"/>
            </a:br>
            <a:endParaRPr lang="de-DE" sz="1800" b="0" u="none" strike="noStrike">
              <a:solidFill>
                <a:srgbClr val="000000"/>
              </a:solidFill>
              <a:uFillTx/>
              <a:latin typeface="Arial"/>
            </a:endParaRPr>
          </a:p>
        </p:txBody>
      </p:sp>
      <p:sp>
        <p:nvSpPr>
          <p:cNvPr id="32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Interface Beispiel</a:t>
            </a:r>
            <a:endParaRPr lang="de-DE" sz="4400" b="0" u="none" strike="noStrike">
              <a:solidFill>
                <a:srgbClr val="000000"/>
              </a:solidFill>
              <a:uFillTx/>
              <a:latin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0" name="Rectangle 3"/>
          <p:cNvSpPr/>
          <p:nvPr/>
        </p:nvSpPr>
        <p:spPr>
          <a:xfrm>
            <a:off x="1514520" y="2780280"/>
            <a:ext cx="8913960" cy="2832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GB" sz="1800" b="0" u="none" strike="noStrike">
                <a:solidFill>
                  <a:srgbClr val="569CD6"/>
                </a:solidFill>
                <a:uFillTx/>
                <a:latin typeface="Menlo"/>
              </a:rPr>
              <a:t>var</a:t>
            </a:r>
            <a:r>
              <a:rPr lang="en-GB" sz="1800" b="0" u="none" strike="noStrike">
                <a:solidFill>
                  <a:srgbClr val="D4D4D4"/>
                </a:solidFill>
                <a:uFillTx/>
                <a:latin typeface="Menlo"/>
              </a:rPr>
              <a:t> </a:t>
            </a:r>
            <a:r>
              <a:rPr lang="en-GB" sz="1800" b="0" u="none" strike="noStrike">
                <a:solidFill>
                  <a:srgbClr val="9CDCFE"/>
                </a:solidFill>
                <a:uFillTx/>
                <a:latin typeface="Menlo"/>
              </a:rPr>
              <a:t>schweinchenDick</a:t>
            </a:r>
            <a:r>
              <a:rPr lang="en-GB" sz="1800" b="0" u="none" strike="noStrike">
                <a:solidFill>
                  <a:srgbClr val="D4D4D4"/>
                </a:solidFill>
                <a:uFillTx/>
                <a:latin typeface="Menlo"/>
              </a:rPr>
              <a:t>:</a:t>
            </a:r>
            <a:r>
              <a:rPr lang="en-GB" sz="1800" b="0" u="none" strike="noStrike">
                <a:solidFill>
                  <a:srgbClr val="4EC9B0"/>
                </a:solidFill>
                <a:uFillTx/>
                <a:latin typeface="Menlo"/>
              </a:rPr>
              <a:t>Schmutzfink</a:t>
            </a:r>
            <a:r>
              <a:rPr lang="en-GB" sz="1800" b="0" u="none" strike="noStrike">
                <a:solidFill>
                  <a:srgbClr val="D4D4D4"/>
                </a:solidFill>
                <a:uFillTx/>
                <a:latin typeface="Menlo"/>
              </a:rPr>
              <a:t> = {</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9CDCFE"/>
                </a:solidFill>
                <a:uFillTx/>
                <a:latin typeface="Menlo"/>
              </a:rPr>
              <a:t>name :</a:t>
            </a:r>
            <a:r>
              <a:rPr lang="en-GB" sz="1800" b="0" u="none" strike="noStrike">
                <a:solidFill>
                  <a:srgbClr val="D4D4D4"/>
                </a:solidFill>
                <a:uFillTx/>
                <a:latin typeface="Menlo"/>
              </a:rPr>
              <a:t> </a:t>
            </a:r>
            <a:r>
              <a:rPr lang="en-GB" sz="1800" b="0" u="none" strike="noStrike">
                <a:solidFill>
                  <a:srgbClr val="CE9178"/>
                </a:solidFill>
                <a:uFillTx/>
                <a:latin typeface="Menlo"/>
              </a:rPr>
              <a:t>"schweinchenDick"</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CDCAA"/>
                </a:solidFill>
                <a:uFillTx/>
                <a:latin typeface="Menlo"/>
              </a:rPr>
              <a:t>suhlen</a:t>
            </a:r>
            <a:r>
              <a:rPr lang="en-GB" sz="1800" b="0" u="none" strike="noStrike">
                <a:solidFill>
                  <a:srgbClr val="9CDCFE"/>
                </a:solidFill>
                <a:uFillTx/>
                <a:latin typeface="Menlo"/>
              </a:rPr>
              <a:t>:</a:t>
            </a:r>
            <a:r>
              <a:rPr lang="en-GB" sz="1800" b="0" u="none" strike="noStrike">
                <a:solidFill>
                  <a:srgbClr val="D4D4D4"/>
                </a:solidFill>
                <a:uFillTx/>
                <a:latin typeface="Menlo"/>
              </a:rPr>
              <a:t> ():</a:t>
            </a:r>
            <a:r>
              <a:rPr lang="en-GB" sz="1800" b="0" u="none" strike="noStrike">
                <a:solidFill>
                  <a:srgbClr val="4EC9B0"/>
                </a:solidFill>
                <a:uFillTx/>
                <a:latin typeface="Menlo"/>
              </a:rPr>
              <a:t>string</a:t>
            </a:r>
            <a:r>
              <a:rPr lang="en-GB" sz="1800" b="0" u="none" strike="noStrike">
                <a:solidFill>
                  <a:srgbClr val="D4D4D4"/>
                </a:solidFill>
                <a:uFillTx/>
                <a:latin typeface="Menlo"/>
              </a:rPr>
              <a:t> </a:t>
            </a:r>
            <a:r>
              <a:rPr lang="en-GB" sz="1800" b="0" u="none" strike="noStrike">
                <a:solidFill>
                  <a:srgbClr val="569CD6"/>
                </a:solidFill>
                <a:uFillTx/>
                <a:latin typeface="Menlo"/>
              </a:rPr>
              <a:t>=&gt;</a:t>
            </a:r>
            <a:r>
              <a:rPr lang="en-GB" sz="1800" b="0" u="none" strike="noStrike">
                <a:solidFill>
                  <a:srgbClr val="D4D4D4"/>
                </a:solidFill>
                <a:uFillTx/>
                <a:latin typeface="Menlo"/>
              </a:rPr>
              <a:t> </a:t>
            </a:r>
            <a:r>
              <a:rPr lang="en-GB" sz="1800" b="0" u="none" strike="noStrike">
                <a:solidFill>
                  <a:srgbClr val="9CDCFE"/>
                </a:solidFill>
                <a:uFillTx/>
                <a:latin typeface="Menlo"/>
              </a:rPr>
              <a:t>name</a:t>
            </a:r>
            <a:r>
              <a:rPr lang="en-GB" sz="1800" b="0" u="none" strike="noStrike">
                <a:solidFill>
                  <a:srgbClr val="D4D4D4"/>
                </a:solidFill>
                <a:uFillTx/>
                <a:latin typeface="Menlo"/>
              </a:rPr>
              <a:t>+ </a:t>
            </a:r>
            <a:r>
              <a:rPr lang="en-GB" sz="1800" b="0" u="none" strike="noStrike">
                <a:solidFill>
                  <a:srgbClr val="CE9178"/>
                </a:solidFill>
                <a:uFillTx/>
                <a:latin typeface="Menlo"/>
              </a:rPr>
              <a:t>" ist gerne im Dreck"</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br>
              <a:rPr sz="1800"/>
            </a:br>
            <a:r>
              <a:rPr lang="en-GB" sz="1800" b="0" u="none" strike="noStrike">
                <a:solidFill>
                  <a:srgbClr val="4EC9B0"/>
                </a:solidFill>
                <a:uFillTx/>
                <a:latin typeface="Menlo"/>
              </a:rPr>
              <a:t>console</a:t>
            </a:r>
            <a:r>
              <a:rPr lang="en-GB" sz="1800" b="0" u="none" strike="noStrike">
                <a:solidFill>
                  <a:srgbClr val="D4D4D4"/>
                </a:solidFill>
                <a:uFillTx/>
                <a:latin typeface="Menlo"/>
              </a:rPr>
              <a:t>.</a:t>
            </a:r>
            <a:r>
              <a:rPr lang="en-GB" sz="1800" b="0" u="none" strike="noStrike">
                <a:solidFill>
                  <a:srgbClr val="DCDCAA"/>
                </a:solidFill>
                <a:uFillTx/>
                <a:latin typeface="Menlo"/>
              </a:rPr>
              <a:t>log</a:t>
            </a:r>
            <a:r>
              <a:rPr lang="en-GB" sz="1800" b="0" u="none" strike="noStrike">
                <a:solidFill>
                  <a:srgbClr val="D4D4D4"/>
                </a:solidFill>
                <a:uFillTx/>
                <a:latin typeface="Menlo"/>
              </a:rPr>
              <a:t>(</a:t>
            </a:r>
            <a:r>
              <a:rPr lang="en-GB" sz="1800" b="0" u="none" strike="noStrike">
                <a:solidFill>
                  <a:srgbClr val="9CDCFE"/>
                </a:solidFill>
                <a:uFillTx/>
                <a:latin typeface="Menlo"/>
              </a:rPr>
              <a:t>schweinchenDick</a:t>
            </a:r>
            <a:r>
              <a:rPr lang="en-GB" sz="1800" b="0" u="none" strike="noStrike">
                <a:solidFill>
                  <a:srgbClr val="D4D4D4"/>
                </a:solidFill>
                <a:uFillTx/>
                <a:latin typeface="Menlo"/>
              </a:rPr>
              <a:t>.</a:t>
            </a:r>
            <a:r>
              <a:rPr lang="en-GB" sz="1800" b="0" u="none" strike="noStrike">
                <a:solidFill>
                  <a:srgbClr val="DCDCAA"/>
                </a:solidFill>
                <a:uFillTx/>
                <a:latin typeface="Menlo"/>
              </a:rPr>
              <a:t>suhlen</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endParaRPr lang="de-DE" sz="1800" b="0" u="none" strike="noStrike">
              <a:solidFill>
                <a:srgbClr val="000000"/>
              </a:solidFill>
              <a:uFillTx/>
              <a:latin typeface="Arial"/>
            </a:endParaRPr>
          </a:p>
          <a:p>
            <a:pPr marL="457200" defTabSz="914400">
              <a:lnSpc>
                <a:spcPct val="100000"/>
              </a:lnSpc>
            </a:pPr>
            <a:br>
              <a:rPr sz="1800"/>
            </a:br>
            <a:br>
              <a:rPr sz="1800"/>
            </a:br>
            <a:endParaRPr lang="de-DE" sz="1800" b="0" u="none" strike="noStrike">
              <a:solidFill>
                <a:srgbClr val="000000"/>
              </a:solidFill>
              <a:uFillTx/>
              <a:latin typeface="Arial"/>
            </a:endParaRPr>
          </a:p>
        </p:txBody>
      </p:sp>
      <p:sp>
        <p:nvSpPr>
          <p:cNvPr id="33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Interface Beispiel mit var</a:t>
            </a:r>
            <a:endParaRPr lang="de-DE" sz="4400" b="0" u="none" strike="noStrike">
              <a:solidFill>
                <a:srgbClr val="000000"/>
              </a:solidFill>
              <a:uFillTx/>
              <a:latin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Inline Interface Def</a:t>
            </a:r>
            <a:endParaRPr lang="de-DE" sz="4400" b="0" u="none" strike="noStrike">
              <a:solidFill>
                <a:srgbClr val="000000"/>
              </a:solidFill>
              <a:uFillTx/>
              <a:latin typeface="Arial"/>
            </a:endParaRPr>
          </a:p>
        </p:txBody>
      </p:sp>
      <p:sp>
        <p:nvSpPr>
          <p:cNvPr id="333" name="Rectangle 2"/>
          <p:cNvSpPr/>
          <p:nvPr/>
        </p:nvSpPr>
        <p:spPr>
          <a:xfrm>
            <a:off x="2683080" y="2828880"/>
            <a:ext cx="6459480" cy="1186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GB" sz="1800" b="0" u="none" strike="noStrike">
                <a:solidFill>
                  <a:srgbClr val="569CD6"/>
                </a:solidFill>
                <a:uFillTx/>
                <a:latin typeface="Menlo"/>
              </a:rPr>
              <a:t>function</a:t>
            </a:r>
            <a:r>
              <a:rPr lang="en-GB" sz="1800" b="0" u="none" strike="noStrike">
                <a:solidFill>
                  <a:srgbClr val="D4D4D4"/>
                </a:solidFill>
                <a:uFillTx/>
                <a:latin typeface="Menlo"/>
              </a:rPr>
              <a:t> </a:t>
            </a:r>
            <a:r>
              <a:rPr lang="en-GB" sz="1800" b="0" u="none" strike="noStrike">
                <a:solidFill>
                  <a:srgbClr val="DCDCAA"/>
                </a:solidFill>
                <a:uFillTx/>
                <a:latin typeface="Menlo"/>
              </a:rPr>
              <a:t>printName</a:t>
            </a:r>
            <a:r>
              <a:rPr lang="en-GB" sz="1800" b="0" u="none" strike="noStrike">
                <a:solidFill>
                  <a:srgbClr val="D4D4D4"/>
                </a:solidFill>
                <a:uFillTx/>
                <a:latin typeface="Menlo"/>
              </a:rPr>
              <a:t>(</a:t>
            </a:r>
            <a:r>
              <a:rPr lang="en-GB" sz="1800" b="0" u="none" strike="noStrike">
                <a:solidFill>
                  <a:srgbClr val="9CDCFE"/>
                </a:solidFill>
                <a:uFillTx/>
                <a:latin typeface="Menlo"/>
              </a:rPr>
              <a:t>named</a:t>
            </a:r>
            <a:r>
              <a:rPr lang="en-GB" sz="1800" b="0" u="none" strike="noStrike">
                <a:solidFill>
                  <a:srgbClr val="D4D4D4"/>
                </a:solidFill>
                <a:uFillTx/>
                <a:latin typeface="Menlo"/>
              </a:rPr>
              <a:t> : {</a:t>
            </a:r>
            <a:r>
              <a:rPr lang="en-GB" sz="1800" b="0" u="none" strike="noStrike">
                <a:solidFill>
                  <a:srgbClr val="9CDCFE"/>
                </a:solidFill>
                <a:uFillTx/>
                <a:latin typeface="Menlo"/>
              </a:rPr>
              <a:t>name</a:t>
            </a:r>
            <a:r>
              <a:rPr lang="en-GB" sz="1800" b="0" u="none" strike="noStrike">
                <a:solidFill>
                  <a:srgbClr val="D4D4D4"/>
                </a:solidFill>
                <a:uFillTx/>
                <a:latin typeface="Menlo"/>
              </a:rPr>
              <a:t>:</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4EC9B0"/>
                </a:solidFill>
                <a:uFillTx/>
                <a:latin typeface="Menlo"/>
              </a:rPr>
              <a:t>	console</a:t>
            </a:r>
            <a:r>
              <a:rPr lang="en-GB" sz="1800" b="0" u="none" strike="noStrike">
                <a:solidFill>
                  <a:srgbClr val="D4D4D4"/>
                </a:solidFill>
                <a:uFillTx/>
                <a:latin typeface="Menlo"/>
              </a:rPr>
              <a:t>.</a:t>
            </a:r>
            <a:r>
              <a:rPr lang="en-GB" sz="1800" b="0" u="none" strike="noStrike">
                <a:solidFill>
                  <a:srgbClr val="DCDCAA"/>
                </a:solidFill>
                <a:uFillTx/>
                <a:latin typeface="Menlo"/>
              </a:rPr>
              <a:t>log</a:t>
            </a:r>
            <a:r>
              <a:rPr lang="en-GB" sz="1800" b="0" u="none" strike="noStrike">
                <a:solidFill>
                  <a:srgbClr val="D4D4D4"/>
                </a:solidFill>
                <a:uFillTx/>
                <a:latin typeface="Menlo"/>
              </a:rPr>
              <a:t>(</a:t>
            </a:r>
            <a:r>
              <a:rPr lang="en-GB" sz="1800" b="0" u="none" strike="noStrike">
                <a:solidFill>
                  <a:srgbClr val="9CDCFE"/>
                </a:solidFill>
                <a:uFillTx/>
                <a:latin typeface="Menlo"/>
              </a:rPr>
              <a:t>named</a:t>
            </a:r>
            <a:r>
              <a:rPr lang="en-GB" sz="1800" b="0" u="none" strike="noStrike">
                <a:solidFill>
                  <a:srgbClr val="D4D4D4"/>
                </a:solidFill>
                <a:uFillTx/>
                <a:latin typeface="Menlo"/>
              </a:rPr>
              <a:t>.</a:t>
            </a:r>
            <a:r>
              <a:rPr lang="en-GB" sz="1800" b="0" u="none" strike="noStrike">
                <a:solidFill>
                  <a:srgbClr val="9CDCFE"/>
                </a:solidFill>
                <a:uFillTx/>
                <a:latin typeface="Menlo"/>
              </a:rPr>
              <a:t>name</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DCDCAA"/>
                </a:solidFill>
                <a:uFillTx/>
                <a:latin typeface="Menlo"/>
              </a:rPr>
              <a:t>printName</a:t>
            </a:r>
            <a:r>
              <a:rPr lang="en-GB" sz="1800" b="0" u="none" strike="noStrike">
                <a:solidFill>
                  <a:srgbClr val="D4D4D4"/>
                </a:solidFill>
                <a:uFillTx/>
                <a:latin typeface="Menlo"/>
              </a:rPr>
              <a:t>(</a:t>
            </a:r>
            <a:r>
              <a:rPr lang="en-GB" sz="1800" b="0" u="none" strike="noStrike">
                <a:solidFill>
                  <a:srgbClr val="9CDCFE"/>
                </a:solidFill>
                <a:uFillTx/>
                <a:latin typeface="Menlo"/>
              </a:rPr>
              <a:t>schweinchenDick</a:t>
            </a:r>
            <a:r>
              <a:rPr lang="en-GB" sz="1800" b="0" u="none" strike="noStrike">
                <a:solidFill>
                  <a:srgbClr val="D4D4D4"/>
                </a:solidFill>
                <a:uFillTx/>
                <a:latin typeface="Menlo"/>
              </a:rPr>
              <a:t>);</a:t>
            </a:r>
            <a:endParaRPr lang="de-DE" sz="1800" b="0" u="none" strike="noStrike">
              <a:solidFill>
                <a:srgbClr val="000000"/>
              </a:solidFill>
              <a:uFillTx/>
              <a:latin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Optional und Readonly</a:t>
            </a:r>
            <a:endParaRPr lang="de-DE" sz="4400" b="0" u="none" strike="noStrike">
              <a:solidFill>
                <a:srgbClr val="000000"/>
              </a:solidFill>
              <a:uFillTx/>
              <a:latin typeface="Arial"/>
            </a:endParaRPr>
          </a:p>
        </p:txBody>
      </p:sp>
      <p:sp>
        <p:nvSpPr>
          <p:cNvPr id="335" name="Rectangle 2"/>
          <p:cNvSpPr/>
          <p:nvPr/>
        </p:nvSpPr>
        <p:spPr>
          <a:xfrm>
            <a:off x="1154880" y="3285360"/>
            <a:ext cx="8938080" cy="22842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br>
              <a:rPr sz="1800"/>
            </a:br>
            <a:r>
              <a:rPr lang="en-GB" sz="1800" b="0" u="none" strike="noStrike">
                <a:solidFill>
                  <a:srgbClr val="569CD6"/>
                </a:solidFill>
                <a:uFillTx/>
                <a:latin typeface="Menlo"/>
              </a:rPr>
              <a:t>interface</a:t>
            </a:r>
            <a:r>
              <a:rPr lang="en-GB" sz="1800" b="0" u="none" strike="noStrike">
                <a:solidFill>
                  <a:srgbClr val="D4D4D4"/>
                </a:solidFill>
                <a:uFillTx/>
                <a:latin typeface="Menlo"/>
              </a:rPr>
              <a:t> </a:t>
            </a:r>
            <a:r>
              <a:rPr lang="en-GB" sz="1800" b="0" u="none" strike="noStrike">
                <a:solidFill>
                  <a:srgbClr val="4EC9B0"/>
                </a:solidFill>
                <a:uFillTx/>
                <a:latin typeface="Menlo"/>
              </a:rPr>
              <a:t>Animal</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569CD6"/>
                </a:solidFill>
                <a:uFillTx/>
                <a:latin typeface="Menlo"/>
              </a:rPr>
              <a:t>	readonly</a:t>
            </a:r>
            <a:r>
              <a:rPr lang="en-GB" sz="1800" b="0" u="none" strike="noStrike">
                <a:solidFill>
                  <a:srgbClr val="D4D4D4"/>
                </a:solidFill>
                <a:uFillTx/>
                <a:latin typeface="Menlo"/>
              </a:rPr>
              <a:t> </a:t>
            </a:r>
            <a:r>
              <a:rPr lang="en-GB" sz="1800" b="0" u="none" strike="noStrike">
                <a:solidFill>
                  <a:srgbClr val="9CDCFE"/>
                </a:solidFill>
                <a:uFillTx/>
                <a:latin typeface="Menlo"/>
              </a:rPr>
              <a:t>name</a:t>
            </a:r>
            <a:r>
              <a:rPr lang="en-GB" sz="1800" b="0" u="none" strike="noStrike">
                <a:solidFill>
                  <a:srgbClr val="D4D4D4"/>
                </a:solidFill>
                <a:uFillTx/>
                <a:latin typeface="Menlo"/>
              </a:rPr>
              <a:t>: </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9CDCFE"/>
                </a:solidFill>
                <a:uFillTx/>
                <a:latin typeface="Menlo"/>
              </a:rPr>
              <a:t>	weight</a:t>
            </a:r>
            <a:r>
              <a:rPr lang="en-GB" sz="1800" b="0" u="none" strike="noStrike">
                <a:solidFill>
                  <a:srgbClr val="D4D4D4"/>
                </a:solidFill>
                <a:uFillTx/>
                <a:latin typeface="Menlo"/>
              </a:rPr>
              <a:t>?: </a:t>
            </a:r>
            <a:r>
              <a:rPr lang="en-GB" sz="1800" b="0" u="none" strike="noStrike">
                <a:solidFill>
                  <a:srgbClr val="4EC9B0"/>
                </a:solidFill>
                <a:uFillTx/>
                <a:latin typeface="Menlo"/>
              </a:rPr>
              <a:t>number</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br>
              <a:rPr sz="1800"/>
            </a:br>
            <a:r>
              <a:rPr lang="en-GB" sz="1800" b="0" u="none" strike="noStrike">
                <a:solidFill>
                  <a:srgbClr val="569CD6"/>
                </a:solidFill>
                <a:uFillTx/>
                <a:latin typeface="Menlo"/>
              </a:rPr>
              <a:t>var</a:t>
            </a:r>
            <a:r>
              <a:rPr lang="en-GB" sz="1800" b="0" u="none" strike="noStrike">
                <a:solidFill>
                  <a:srgbClr val="D4D4D4"/>
                </a:solidFill>
                <a:uFillTx/>
                <a:latin typeface="Menlo"/>
              </a:rPr>
              <a:t> </a:t>
            </a:r>
            <a:r>
              <a:rPr lang="en-GB" sz="1800" b="0" u="none" strike="noStrike">
                <a:solidFill>
                  <a:srgbClr val="9CDCFE"/>
                </a:solidFill>
                <a:uFillTx/>
                <a:latin typeface="Menlo"/>
              </a:rPr>
              <a:t>missPiggy2</a:t>
            </a:r>
            <a:r>
              <a:rPr lang="en-GB" sz="1800" b="0" u="none" strike="noStrike">
                <a:solidFill>
                  <a:srgbClr val="D4D4D4"/>
                </a:solidFill>
                <a:uFillTx/>
                <a:latin typeface="Menlo"/>
              </a:rPr>
              <a:t> : </a:t>
            </a:r>
            <a:r>
              <a:rPr lang="en-GB" sz="1800" b="0" u="none" strike="noStrike">
                <a:solidFill>
                  <a:srgbClr val="4EC9B0"/>
                </a:solidFill>
                <a:uFillTx/>
                <a:latin typeface="Menlo"/>
              </a:rPr>
              <a:t>Animal</a:t>
            </a:r>
            <a:r>
              <a:rPr lang="en-GB" sz="1800" b="0" u="none" strike="noStrike">
                <a:solidFill>
                  <a:srgbClr val="D4D4D4"/>
                </a:solidFill>
                <a:uFillTx/>
                <a:latin typeface="Menlo"/>
              </a:rPr>
              <a:t> = { </a:t>
            </a:r>
            <a:r>
              <a:rPr lang="en-GB" sz="1800" b="0" u="none" strike="noStrike">
                <a:solidFill>
                  <a:srgbClr val="9CDCFE"/>
                </a:solidFill>
                <a:uFillTx/>
                <a:latin typeface="Menlo"/>
              </a:rPr>
              <a:t>name:</a:t>
            </a:r>
            <a:r>
              <a:rPr lang="en-GB" sz="1800" b="0" u="none" strike="noStrike">
                <a:solidFill>
                  <a:srgbClr val="D4D4D4"/>
                </a:solidFill>
                <a:uFillTx/>
                <a:latin typeface="Menlo"/>
              </a:rPr>
              <a:t> </a:t>
            </a:r>
            <a:r>
              <a:rPr lang="en-GB" sz="1800" b="0" u="none" strike="noStrike">
                <a:solidFill>
                  <a:srgbClr val="CE9178"/>
                </a:solidFill>
                <a:uFillTx/>
                <a:latin typeface="Menlo"/>
              </a:rPr>
              <a:t>"Miss Piggy"</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569CD6"/>
                </a:solidFill>
                <a:uFillTx/>
                <a:latin typeface="Menlo"/>
              </a:rPr>
              <a:t>var</a:t>
            </a:r>
            <a:r>
              <a:rPr lang="en-GB" sz="1800" b="0" u="none" strike="noStrike">
                <a:solidFill>
                  <a:srgbClr val="D4D4D4"/>
                </a:solidFill>
                <a:uFillTx/>
                <a:latin typeface="Menlo"/>
              </a:rPr>
              <a:t> </a:t>
            </a:r>
            <a:r>
              <a:rPr lang="en-GB" sz="1800" b="0" u="none" strike="noStrike">
                <a:solidFill>
                  <a:srgbClr val="9CDCFE"/>
                </a:solidFill>
                <a:uFillTx/>
                <a:latin typeface="Menlo"/>
              </a:rPr>
              <a:t>missPiggy2_1</a:t>
            </a:r>
            <a:r>
              <a:rPr lang="en-GB" sz="1800" b="0" u="none" strike="noStrike">
                <a:solidFill>
                  <a:srgbClr val="D4D4D4"/>
                </a:solidFill>
                <a:uFillTx/>
                <a:latin typeface="Menlo"/>
              </a:rPr>
              <a:t> : </a:t>
            </a:r>
            <a:r>
              <a:rPr lang="en-GB" sz="1800" b="0" u="none" strike="noStrike">
                <a:solidFill>
                  <a:srgbClr val="4EC9B0"/>
                </a:solidFill>
                <a:uFillTx/>
                <a:latin typeface="Menlo"/>
              </a:rPr>
              <a:t>Animal</a:t>
            </a:r>
            <a:r>
              <a:rPr lang="en-GB" sz="1800" b="0" u="none" strike="noStrike">
                <a:solidFill>
                  <a:srgbClr val="D4D4D4"/>
                </a:solidFill>
                <a:uFillTx/>
                <a:latin typeface="Menlo"/>
              </a:rPr>
              <a:t> = { </a:t>
            </a:r>
            <a:r>
              <a:rPr lang="en-GB" sz="1800" b="0" u="none" strike="noStrike">
                <a:solidFill>
                  <a:srgbClr val="9CDCFE"/>
                </a:solidFill>
                <a:uFillTx/>
                <a:latin typeface="Menlo"/>
              </a:rPr>
              <a:t>name:</a:t>
            </a:r>
            <a:r>
              <a:rPr lang="en-GB" sz="1800" b="0" u="none" strike="noStrike">
                <a:solidFill>
                  <a:srgbClr val="D4D4D4"/>
                </a:solidFill>
                <a:uFillTx/>
                <a:latin typeface="Menlo"/>
              </a:rPr>
              <a:t> </a:t>
            </a:r>
            <a:r>
              <a:rPr lang="en-GB" sz="1800" b="0" u="none" strike="noStrike">
                <a:solidFill>
                  <a:srgbClr val="CE9178"/>
                </a:solidFill>
                <a:uFillTx/>
                <a:latin typeface="Menlo"/>
              </a:rPr>
              <a:t>"Miss Piggy"</a:t>
            </a:r>
            <a:r>
              <a:rPr lang="en-GB" sz="1800" b="0" u="none" strike="noStrike">
                <a:solidFill>
                  <a:srgbClr val="D4D4D4"/>
                </a:solidFill>
                <a:uFillTx/>
                <a:latin typeface="Menlo"/>
              </a:rPr>
              <a:t>, </a:t>
            </a:r>
            <a:r>
              <a:rPr lang="en-GB" sz="1800" b="0" u="none" strike="noStrike">
                <a:solidFill>
                  <a:srgbClr val="9CDCFE"/>
                </a:solidFill>
                <a:uFillTx/>
                <a:latin typeface="Menlo"/>
              </a:rPr>
              <a:t>weight:</a:t>
            </a:r>
            <a:r>
              <a:rPr lang="en-GB" sz="1800" b="0" u="none" strike="noStrike">
                <a:solidFill>
                  <a:srgbClr val="D4D4D4"/>
                </a:solidFill>
                <a:uFillTx/>
                <a:latin typeface="Menlo"/>
              </a:rPr>
              <a:t> </a:t>
            </a:r>
            <a:r>
              <a:rPr lang="en-GB" sz="1800" b="0" u="none" strike="noStrike">
                <a:solidFill>
                  <a:srgbClr val="B5CEA8"/>
                </a:solidFill>
                <a:uFillTx/>
                <a:latin typeface="Menlo"/>
              </a:rPr>
              <a:t>100</a:t>
            </a:r>
            <a:r>
              <a:rPr lang="en-GB" sz="1800" b="0" u="none" strike="noStrike">
                <a:solidFill>
                  <a:srgbClr val="D4D4D4"/>
                </a:solidFill>
                <a:uFillTx/>
                <a:latin typeface="Menlo"/>
              </a:rPr>
              <a:t>};</a:t>
            </a:r>
            <a:endParaRPr lang="de-DE" sz="1800" b="0" u="none" strike="noStrike">
              <a:solidFill>
                <a:srgbClr val="000000"/>
              </a:solidFill>
              <a:uFillTx/>
              <a:latin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6" name="PlaceHolder 1"/>
          <p:cNvSpPr>
            <a:spLocks noGrp="1"/>
          </p:cNvSpPr>
          <p:nvPr>
            <p:ph type="title"/>
          </p:nvPr>
        </p:nvSpPr>
        <p:spPr>
          <a:xfrm>
            <a:off x="838080" y="963720"/>
            <a:ext cx="3493080" cy="4928760"/>
          </a:xfrm>
          <a:prstGeom prst="rect">
            <a:avLst/>
          </a:prstGeom>
          <a:noFill/>
          <a:ln w="0">
            <a:noFill/>
          </a:ln>
        </p:spPr>
        <p:txBody>
          <a:bodyPr lIns="91440" tIns="45720" rIns="91440" bIns="45720" anchor="ctr">
            <a:normAutofit/>
          </a:bodyPr>
          <a:lstStyle/>
          <a:p>
            <a:pPr indent="0" algn="r" defTabSz="914400">
              <a:lnSpc>
                <a:spcPct val="90000"/>
              </a:lnSpc>
              <a:buNone/>
              <a:tabLst>
                <a:tab pos="0" algn="l"/>
              </a:tabLst>
            </a:pPr>
            <a:r>
              <a:rPr lang="de-DE" sz="4400" b="0" u="none" strike="noStrike">
                <a:solidFill>
                  <a:schemeClr val="accent1"/>
                </a:solidFill>
                <a:uFillTx/>
                <a:latin typeface="Calibri Light"/>
              </a:rPr>
              <a:t>Klassen deklarieren</a:t>
            </a:r>
            <a:endParaRPr lang="de-DE" sz="4400" b="0" u="none" strike="noStrike">
              <a:solidFill>
                <a:srgbClr val="000000"/>
              </a:solidFill>
              <a:uFillTx/>
              <a:latin typeface="Arial"/>
            </a:endParaRPr>
          </a:p>
        </p:txBody>
      </p:sp>
      <p:sp>
        <p:nvSpPr>
          <p:cNvPr id="337" name="PlaceHolder 2"/>
          <p:cNvSpPr>
            <a:spLocks noGrp="1"/>
          </p:cNvSpPr>
          <p:nvPr>
            <p:ph/>
          </p:nvPr>
        </p:nvSpPr>
        <p:spPr>
          <a:xfrm>
            <a:off x="4975920" y="963720"/>
            <a:ext cx="6376320" cy="4928760"/>
          </a:xfrm>
          <a:prstGeom prst="rect">
            <a:avLst/>
          </a:prstGeom>
          <a:noFill/>
          <a:ln w="0">
            <a:noFill/>
          </a:ln>
        </p:spPr>
        <p:txBody>
          <a:bodyPr lIns="91440" tIns="45720" rIns="91440" bIns="45720" anchor="ctr">
            <a:normAutofit/>
          </a:bodyPr>
          <a:lstStyle/>
          <a:p>
            <a:pPr indent="0" defTabSz="914400">
              <a:lnSpc>
                <a:spcPct val="90000"/>
              </a:lnSpc>
              <a:spcBef>
                <a:spcPts val="1001"/>
              </a:spcBef>
              <a:buNone/>
              <a:tabLst>
                <a:tab pos="0" algn="l"/>
              </a:tabLst>
            </a:pPr>
            <a:r>
              <a:rPr lang="en-GB" sz="2400" b="0" u="none" strike="noStrike">
                <a:solidFill>
                  <a:schemeClr val="dk1"/>
                </a:solidFill>
                <a:uFillTx/>
                <a:latin typeface="Calibri"/>
              </a:rPr>
              <a:t>	class class_name {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en-GB" sz="2400" b="0" u="none" strike="noStrike">
                <a:solidFill>
                  <a:schemeClr val="dk1"/>
                </a:solidFill>
                <a:uFillTx/>
                <a:latin typeface="Calibri"/>
              </a:rPr>
              <a:t>		//class scope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en-GB" sz="2400" b="0" u="none" strike="noStrike">
                <a:solidFill>
                  <a:schemeClr val="dk1"/>
                </a:solidFill>
                <a:uFillTx/>
                <a:latin typeface="Calibri"/>
              </a:rPr>
              <a:t>	}</a:t>
            </a:r>
            <a:endParaRPr lang="de-DE" sz="2400" b="0" u="none" strike="noStrike">
              <a:solidFill>
                <a:srgbClr val="000000"/>
              </a:solidFill>
              <a:uFillTx/>
              <a:latin typeface="Arial"/>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Member von Klassen</a:t>
            </a:r>
            <a:endParaRPr lang="de-DE" sz="4400" b="0" u="none" strike="noStrike">
              <a:solidFill>
                <a:srgbClr val="000000"/>
              </a:solidFill>
              <a:uFillTx/>
              <a:latin typeface="Arial"/>
            </a:endParaRPr>
          </a:p>
        </p:txBody>
      </p:sp>
      <p:graphicFrame>
        <p:nvGraphicFramePr>
          <p:cNvPr id="5" name="Diagram5"/>
          <p:cNvGraphicFramePr/>
          <p:nvPr>
            <p:extLst>
              <p:ext uri="{D42A27DB-BD31-4B8C-83A1-F6EECF244321}">
                <p14:modId xmlns:p14="http://schemas.microsoft.com/office/powerpoint/2010/main" val="1693529396"/>
              </p:ext>
            </p:extLst>
          </p:nvPr>
        </p:nvGraphicFramePr>
        <p:xfrm>
          <a:off x="838080" y="1825560"/>
          <a:ext cx="10514160" cy="43498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Klassen Definition</a:t>
            </a:r>
            <a:endParaRPr lang="de-DE" sz="4400" b="0" u="none" strike="noStrike">
              <a:solidFill>
                <a:srgbClr val="000000"/>
              </a:solidFill>
              <a:uFillTx/>
              <a:latin typeface="Arial"/>
            </a:endParaRPr>
          </a:p>
        </p:txBody>
      </p:sp>
      <p:sp>
        <p:nvSpPr>
          <p:cNvPr id="34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569CD6"/>
                </a:solidFill>
                <a:uFillTx/>
                <a:latin typeface="Menlo"/>
              </a:rPr>
              <a:t>class</a:t>
            </a:r>
            <a:r>
              <a:rPr lang="en-GB" sz="2800" b="0" u="none" strike="noStrike">
                <a:solidFill>
                  <a:srgbClr val="D4D4D4"/>
                </a:solidFill>
                <a:uFillTx/>
                <a:latin typeface="Menlo"/>
              </a:rPr>
              <a:t> </a:t>
            </a:r>
            <a:r>
              <a:rPr lang="en-GB" sz="2800" b="0" u="none" strike="noStrike">
                <a:solidFill>
                  <a:srgbClr val="4EC9B0"/>
                </a:solidFill>
                <a:uFillTx/>
                <a:latin typeface="Menlo"/>
              </a:rPr>
              <a:t>Schwein</a:t>
            </a: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9CDCFE"/>
                </a:solidFill>
                <a:uFillTx/>
                <a:latin typeface="Menlo"/>
              </a:rPr>
              <a:t>name</a:t>
            </a:r>
            <a:r>
              <a:rPr lang="en-GB" sz="2400" b="0" u="none" strike="noStrike">
                <a:solidFill>
                  <a:srgbClr val="D4D4D4"/>
                </a:solidFill>
                <a:uFillTx/>
                <a:latin typeface="Menlo"/>
              </a:rPr>
              <a:t> : </a:t>
            </a:r>
            <a:r>
              <a:rPr lang="en-GB" sz="2400" b="0" u="none" strike="noStrike">
                <a:solidFill>
                  <a:srgbClr val="4EC9B0"/>
                </a:solidFill>
                <a:uFillTx/>
                <a:latin typeface="Menlo"/>
              </a:rPr>
              <a:t>String</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569CD6"/>
                </a:solidFill>
                <a:uFillTx/>
                <a:latin typeface="Menlo"/>
              </a:rPr>
              <a:t>constructor</a:t>
            </a:r>
            <a:r>
              <a:rPr lang="en-GB" sz="2400" b="0" u="none" strike="noStrike">
                <a:solidFill>
                  <a:srgbClr val="D4D4D4"/>
                </a:solidFill>
                <a:uFillTx/>
                <a:latin typeface="Menlo"/>
              </a:rPr>
              <a:t> (</a:t>
            </a:r>
            <a:r>
              <a:rPr lang="en-GB" sz="2400" b="0" u="none" strike="noStrike">
                <a:solidFill>
                  <a:srgbClr val="9CDCFE"/>
                </a:solidFill>
                <a:uFillTx/>
                <a:latin typeface="Menlo"/>
              </a:rPr>
              <a:t>name</a:t>
            </a:r>
            <a:r>
              <a:rPr lang="en-GB" sz="2400" b="0" u="none" strike="noStrike">
                <a:solidFill>
                  <a:srgbClr val="D4D4D4"/>
                </a:solidFill>
                <a:uFillTx/>
                <a:latin typeface="Menlo"/>
              </a:rPr>
              <a:t>:</a:t>
            </a:r>
            <a:r>
              <a:rPr lang="en-GB" sz="2400" b="0" u="none" strike="noStrike">
                <a:solidFill>
                  <a:srgbClr val="4EC9B0"/>
                </a:solidFill>
                <a:uFillTx/>
                <a:latin typeface="Menlo"/>
              </a:rPr>
              <a:t>String</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569CD6"/>
                </a:solidFill>
                <a:uFillTx/>
                <a:latin typeface="Menlo"/>
              </a:rPr>
              <a:t>	this</a:t>
            </a:r>
            <a:r>
              <a:rPr lang="en-GB" sz="2400" b="0" u="none" strike="noStrike">
                <a:solidFill>
                  <a:srgbClr val="D4D4D4"/>
                </a:solidFill>
                <a:uFillTx/>
                <a:latin typeface="Menlo"/>
              </a:rPr>
              <a:t>.</a:t>
            </a:r>
            <a:r>
              <a:rPr lang="en-GB" sz="2400" b="0" u="none" strike="noStrike">
                <a:solidFill>
                  <a:srgbClr val="9CDCFE"/>
                </a:solidFill>
                <a:uFillTx/>
                <a:latin typeface="Menlo"/>
              </a:rPr>
              <a:t>name</a:t>
            </a:r>
            <a:r>
              <a:rPr lang="en-GB" sz="2400" b="0" u="none" strike="noStrike">
                <a:solidFill>
                  <a:srgbClr val="D4D4D4"/>
                </a:solidFill>
                <a:uFillTx/>
                <a:latin typeface="Menlo"/>
              </a:rPr>
              <a:t> = </a:t>
            </a:r>
            <a:r>
              <a:rPr lang="en-GB" sz="2400" b="0" u="none" strike="noStrike">
                <a:solidFill>
                  <a:srgbClr val="9CDCFE"/>
                </a:solidFill>
                <a:uFillTx/>
                <a:latin typeface="Menlo"/>
              </a:rPr>
              <a:t>name</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br>
              <a:rPr sz="2400"/>
            </a:br>
            <a:r>
              <a:rPr lang="en-GB" sz="2400" b="0" u="none" strike="noStrike">
                <a:solidFill>
                  <a:srgbClr val="DCDCAA"/>
                </a:solidFill>
                <a:uFillTx/>
                <a:latin typeface="Menlo"/>
              </a:rPr>
              <a:t>gibLaut</a:t>
            </a:r>
            <a:r>
              <a:rPr lang="en-GB" sz="2400" b="0" u="none" strike="noStrike">
                <a:solidFill>
                  <a:srgbClr val="D4D4D4"/>
                </a:solidFill>
                <a:uFillTx/>
                <a:latin typeface="Menlo"/>
              </a:rPr>
              <a:t>():</a:t>
            </a:r>
            <a:r>
              <a:rPr lang="en-GB" sz="2400" b="0" u="none" strike="noStrike">
                <a:solidFill>
                  <a:srgbClr val="4EC9B0"/>
                </a:solidFill>
                <a:uFillTx/>
                <a:latin typeface="Menlo"/>
              </a:rPr>
              <a:t>String</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C586C0"/>
                </a:solidFill>
                <a:uFillTx/>
                <a:latin typeface="Menlo"/>
              </a:rPr>
              <a:t>	return</a:t>
            </a:r>
            <a:r>
              <a:rPr lang="en-GB" sz="2400" b="0" u="none" strike="noStrike">
                <a:solidFill>
                  <a:srgbClr val="D4D4D4"/>
                </a:solidFill>
                <a:uFillTx/>
                <a:latin typeface="Menlo"/>
              </a:rPr>
              <a:t> </a:t>
            </a:r>
            <a:r>
              <a:rPr lang="en-GB" sz="2400" b="0" u="none" strike="noStrike">
                <a:solidFill>
                  <a:srgbClr val="CE9178"/>
                </a:solidFill>
                <a:uFillTx/>
                <a:latin typeface="Menlo"/>
              </a:rPr>
              <a:t>"Ich bin "</a:t>
            </a:r>
            <a:r>
              <a:rPr lang="en-GB" sz="2400" b="0" u="none" strike="noStrike">
                <a:solidFill>
                  <a:srgbClr val="D4D4D4"/>
                </a:solidFill>
                <a:uFillTx/>
                <a:latin typeface="Menlo"/>
              </a:rPr>
              <a:t> + </a:t>
            </a:r>
            <a:r>
              <a:rPr lang="en-GB" sz="2400" b="0" u="none" strike="noStrike">
                <a:solidFill>
                  <a:srgbClr val="569CD6"/>
                </a:solidFill>
                <a:uFillTx/>
                <a:latin typeface="Menlo"/>
              </a:rPr>
              <a:t>this</a:t>
            </a:r>
            <a:r>
              <a:rPr lang="en-GB" sz="2400" b="0" u="none" strike="noStrike">
                <a:solidFill>
                  <a:srgbClr val="D4D4D4"/>
                </a:solidFill>
                <a:uFillTx/>
                <a:latin typeface="Menlo"/>
              </a:rPr>
              <a:t>.</a:t>
            </a:r>
            <a:r>
              <a:rPr lang="en-GB" sz="2400" b="0" u="none" strike="noStrike">
                <a:solidFill>
                  <a:srgbClr val="9CDCFE"/>
                </a:solidFill>
                <a:uFillTx/>
                <a:latin typeface="Menlo"/>
              </a:rPr>
              <a:t>name</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Klassen: readonly</a:t>
            </a:r>
            <a:endParaRPr lang="de-DE" sz="4400" b="0" u="none" strike="noStrike">
              <a:solidFill>
                <a:srgbClr val="000000"/>
              </a:solidFill>
              <a:uFillTx/>
              <a:latin typeface="Arial"/>
            </a:endParaRPr>
          </a:p>
        </p:txBody>
      </p:sp>
      <p:sp>
        <p:nvSpPr>
          <p:cNvPr id="34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ourier New"/>
              </a:rPr>
              <a:t>readonly</a:t>
            </a:r>
            <a:r>
              <a:rPr lang="de-DE" sz="2800" b="0" u="none" strike="noStrike">
                <a:solidFill>
                  <a:schemeClr val="dk1"/>
                </a:solidFill>
                <a:uFillTx/>
                <a:latin typeface="Calibri"/>
              </a:rPr>
              <a:t>-Attribute sind möglich</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Verkürzter Konstruktor durch "Parameter properties"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constructor(readonly attr:type) </a:t>
            </a:r>
            <a:r>
              <a:rPr lang="de-DE" sz="2400" b="0" u="none" strike="noStrike">
                <a:solidFill>
                  <a:schemeClr val="dk1"/>
                </a:solidFill>
                <a:uFillTx/>
                <a:latin typeface="Calibri"/>
              </a:rPr>
              <a:t>deklariert und setzt ein Attribut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Sichtbarkeit</a:t>
            </a:r>
            <a:endParaRPr lang="de-DE" sz="4400" b="0" u="none" strike="noStrike">
              <a:solidFill>
                <a:srgbClr val="000000"/>
              </a:solidFill>
              <a:uFillTx/>
              <a:latin typeface="Arial"/>
            </a:endParaRPr>
          </a:p>
        </p:txBody>
      </p:sp>
      <p:sp>
        <p:nvSpPr>
          <p:cNvPr id="34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Sichtbarkeiten von Exemplarvariablen und Methoden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public	Zugriff von allen Klassen möglich (</a:t>
            </a:r>
            <a:r>
              <a:rPr lang="de-DE" sz="2400" b="1" u="none" strike="noStrike">
                <a:solidFill>
                  <a:schemeClr val="dk1"/>
                </a:solidFill>
                <a:uFillTx/>
                <a:latin typeface="Calibri"/>
              </a:rPr>
              <a:t>+</a:t>
            </a:r>
            <a:r>
              <a:rPr lang="de-DE" sz="2400" b="0" u="none" strike="noStrike">
                <a:solidFill>
                  <a:schemeClr val="dk1"/>
                </a:solidFill>
                <a:uFillTx/>
                <a:latin typeface="Calibri"/>
              </a:rPr>
              <a: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protected	Zugriff von Unterklassen (</a:t>
            </a:r>
            <a:r>
              <a:rPr lang="de-DE" sz="2400" b="1" u="none" strike="noStrike">
                <a:solidFill>
                  <a:schemeClr val="dk1"/>
                </a:solidFill>
                <a:uFillTx/>
                <a:latin typeface="Calibri"/>
              </a:rPr>
              <a:t>#</a:t>
            </a:r>
            <a:r>
              <a:rPr lang="de-DE" sz="2400" b="0" u="none" strike="noStrike">
                <a:solidFill>
                  <a:schemeClr val="dk1"/>
                </a:solidFill>
                <a:uFillTx/>
                <a:latin typeface="Calibri"/>
              </a:rPr>
              <a: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private	Zugriff nur innerhalb Klasse  (</a:t>
            </a:r>
            <a:r>
              <a:rPr lang="de-DE" sz="2400" b="1" u="none" strike="noStrike">
                <a:solidFill>
                  <a:schemeClr val="dk1"/>
                </a:solidFill>
                <a:uFillTx/>
                <a:latin typeface="Calibri"/>
              </a:rPr>
              <a:t>-</a:t>
            </a:r>
            <a:r>
              <a:rPr lang="de-DE" sz="2400" b="0" u="none" strike="noStrike">
                <a:solidFill>
                  <a:schemeClr val="dk1"/>
                </a:solidFill>
                <a:uFillTx/>
                <a:latin typeface="Calibri"/>
              </a:rPr>
              <a:t>)</a:t>
            </a:r>
            <a:endParaRPr lang="de-DE" sz="2400" b="0" u="none" strike="noStrike">
              <a:solidFill>
                <a:srgbClr val="000000"/>
              </a:solidFill>
              <a:uFillTx/>
              <a:latin typeface="Arial"/>
            </a:endParaRPr>
          </a:p>
        </p:txBody>
      </p:sp>
      <p:pic>
        <p:nvPicPr>
          <p:cNvPr id="345" name="Picture 4" descr="cd_bild_sichtbarkeit"/>
          <p:cNvPicPr/>
          <p:nvPr/>
        </p:nvPicPr>
        <p:blipFill>
          <a:blip r:embed="rId3"/>
          <a:stretch/>
        </p:blipFill>
        <p:spPr>
          <a:xfrm>
            <a:off x="5238720" y="4500720"/>
            <a:ext cx="2157480" cy="2065320"/>
          </a:xfrm>
          <a:prstGeom prst="rect">
            <a:avLst/>
          </a:prstGeom>
          <a:noFill/>
          <a:ln w="0">
            <a:noFill/>
          </a:ln>
        </p:spPr>
      </p:pic>
      <p:sp>
        <p:nvSpPr>
          <p:cNvPr id="346" name="Line 5"/>
          <p:cNvSpPr/>
          <p:nvPr/>
        </p:nvSpPr>
        <p:spPr>
          <a:xfrm flipV="1">
            <a:off x="4511520" y="4952880"/>
            <a:ext cx="746280" cy="131760"/>
          </a:xfrm>
          <a:prstGeom prst="line">
            <a:avLst/>
          </a:prstGeom>
          <a:ln w="9525">
            <a:solidFill>
              <a:srgbClr val="00000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chemeClr val="dk1"/>
              </a:solidFill>
              <a:uFillTx/>
              <a:latin typeface="Calibri"/>
            </a:endParaRPr>
          </a:p>
        </p:txBody>
      </p:sp>
      <p:sp>
        <p:nvSpPr>
          <p:cNvPr id="347" name="Text Box 6"/>
          <p:cNvSpPr/>
          <p:nvPr/>
        </p:nvSpPr>
        <p:spPr>
          <a:xfrm>
            <a:off x="3270600" y="4940280"/>
            <a:ext cx="1081800" cy="5166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sichtbarkeit</a:t>
            </a:r>
            <a:endParaRPr lang="de-DE" sz="1400" b="0" u="none" strike="noStrike">
              <a:solidFill>
                <a:srgbClr val="000000"/>
              </a:solidFill>
              <a:uFillTx/>
              <a:latin typeface="Arial"/>
            </a:endParaRPr>
          </a:p>
          <a:p>
            <a:pPr defTabSz="914400">
              <a:lnSpc>
                <a:spcPct val="100000"/>
              </a:lnSpc>
            </a:pPr>
            <a:r>
              <a:rPr lang="de-DE" sz="1400" b="0" u="none" strike="noStrike">
                <a:solidFill>
                  <a:schemeClr val="dk1"/>
                </a:solidFill>
                <a:uFillTx/>
                <a:latin typeface="Arial"/>
              </a:rPr>
              <a:t>private</a:t>
            </a:r>
            <a:endParaRPr lang="de-DE" sz="1400" b="0" u="none" strike="noStrike">
              <a:solidFill>
                <a:srgbClr val="000000"/>
              </a:solidFill>
              <a:uFillTx/>
              <a:latin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Sichtbarkeit Beispiel</a:t>
            </a:r>
            <a:endParaRPr lang="de-DE" sz="4400" b="0" u="none" strike="noStrike">
              <a:solidFill>
                <a:srgbClr val="000000"/>
              </a:solidFill>
              <a:uFillTx/>
              <a:latin typeface="Arial"/>
            </a:endParaRPr>
          </a:p>
        </p:txBody>
      </p:sp>
      <p:sp>
        <p:nvSpPr>
          <p:cNvPr id="34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en-GB" sz="2800" b="0" u="none" strike="noStrike">
                <a:solidFill>
                  <a:srgbClr val="569CD6"/>
                </a:solidFill>
                <a:uFillTx/>
                <a:latin typeface="Menlo"/>
              </a:rPr>
              <a:t>class</a:t>
            </a:r>
            <a:r>
              <a:rPr lang="en-GB" sz="2800" b="0" u="none" strike="noStrike">
                <a:solidFill>
                  <a:srgbClr val="D4D4D4"/>
                </a:solidFill>
                <a:uFillTx/>
                <a:latin typeface="Menlo"/>
              </a:rPr>
              <a:t> </a:t>
            </a:r>
            <a:r>
              <a:rPr lang="en-GB" sz="2800" b="0" u="none" strike="noStrike">
                <a:solidFill>
                  <a:srgbClr val="4EC9B0"/>
                </a:solidFill>
                <a:uFillTx/>
                <a:latin typeface="Menlo"/>
              </a:rPr>
              <a:t>Schwein</a:t>
            </a: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569CD6"/>
                </a:solidFill>
                <a:uFillTx/>
                <a:latin typeface="Menlo"/>
              </a:rPr>
              <a:t>	private</a:t>
            </a:r>
            <a:r>
              <a:rPr lang="en-GB" sz="2800" b="0" u="none" strike="noStrike">
                <a:solidFill>
                  <a:srgbClr val="D4D4D4"/>
                </a:solidFill>
                <a:uFillTx/>
                <a:latin typeface="Menlo"/>
              </a:rPr>
              <a:t> </a:t>
            </a:r>
            <a:r>
              <a:rPr lang="en-GB" sz="2800" b="0" u="none" strike="noStrike">
                <a:solidFill>
                  <a:srgbClr val="9CDCFE"/>
                </a:solidFill>
                <a:uFillTx/>
                <a:latin typeface="Menlo"/>
              </a:rPr>
              <a:t>name</a:t>
            </a:r>
            <a:r>
              <a:rPr lang="en-GB" sz="2800" b="0" u="none" strike="noStrike">
                <a:solidFill>
                  <a:srgbClr val="D4D4D4"/>
                </a:solidFill>
                <a:uFillTx/>
                <a:latin typeface="Menlo"/>
              </a:rPr>
              <a:t> : </a:t>
            </a:r>
            <a:r>
              <a:rPr lang="en-GB" sz="2800" b="0" u="none" strike="noStrike">
                <a:solidFill>
                  <a:srgbClr val="4EC9B0"/>
                </a:solidFill>
                <a:uFillTx/>
                <a:latin typeface="Menlo"/>
              </a:rPr>
              <a:t>String</a:t>
            </a: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400" b="0" u="none" strike="noStrike">
                <a:solidFill>
                  <a:schemeClr val="dk1"/>
                </a:solidFill>
                <a:uFillTx/>
                <a:latin typeface="Calibri Light"/>
              </a:rPr>
              <a:t>Übung 1: Erstelle die Klasse Student,</a:t>
            </a:r>
            <a:br>
              <a:rPr sz="4400"/>
            </a:br>
            <a:r>
              <a:rPr lang="de-DE" sz="4400" b="0" u="none" strike="noStrike">
                <a:solidFill>
                  <a:schemeClr val="dk1"/>
                </a:solidFill>
                <a:uFillTx/>
                <a:latin typeface="Calibri Light"/>
              </a:rPr>
              <a:t>so dass sie wie hier arbeitet</a:t>
            </a:r>
            <a:endParaRPr lang="de-DE" sz="4400" b="0" u="none" strike="noStrike">
              <a:solidFill>
                <a:srgbClr val="000000"/>
              </a:solidFill>
              <a:uFillTx/>
              <a:latin typeface="Arial"/>
            </a:endParaRPr>
          </a:p>
        </p:txBody>
      </p:sp>
      <p:sp>
        <p:nvSpPr>
          <p:cNvPr id="35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let</a:t>
            </a:r>
            <a:r>
              <a:rPr lang="de-DE" sz="2800" b="0" u="none" strike="noStrike">
                <a:solidFill>
                  <a:srgbClr val="48484C"/>
                </a:solidFill>
                <a:uFillTx/>
                <a:latin typeface="SourceCodePro"/>
              </a:rPr>
              <a:t> 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Student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new</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Student</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let</a:t>
            </a:r>
            <a:r>
              <a:rPr lang="de-DE" sz="2800" b="0" u="none" strike="noStrike">
                <a:solidFill>
                  <a:srgbClr val="48484C"/>
                </a:solidFill>
                <a:uFillTx/>
                <a:latin typeface="SourceCodePro"/>
              </a:rPr>
              <a:t> label</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string</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getLabel</a:t>
            </a:r>
            <a:r>
              <a:rPr lang="de-DE" sz="2800" b="0" u="none" strike="noStrike">
                <a:solidFill>
                  <a:srgbClr val="93A1A1"/>
                </a:solidFill>
                <a:uFillTx/>
                <a:latin typeface="SourceCodePro"/>
              </a:rPr>
              <a:t>(</a:t>
            </a:r>
            <a:r>
              <a:rPr lang="de-DE" sz="2800" b="0" u="none" strike="noStrike">
                <a:solidFill>
                  <a:srgbClr val="195F91"/>
                </a:solidFill>
                <a:uFillTx/>
                <a:latin typeface="SourceCodePro"/>
              </a:rPr>
              <a:t>123456</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console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log</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label</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"Student mit Matrikelnummer: 123456"</a:t>
            </a:r>
            <a:endParaRPr lang="de-DE" sz="2800" b="0" u="none" strike="noStrike">
              <a:solidFill>
                <a:srgbClr val="000000"/>
              </a:solidFill>
              <a:uFillTx/>
              <a:latin typeface="Arial"/>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400" b="0" u="none" strike="noStrike">
                <a:solidFill>
                  <a:schemeClr val="dk1"/>
                </a:solidFill>
                <a:uFillTx/>
                <a:latin typeface="Calibri Light"/>
              </a:rPr>
              <a:t>Übung 2: Erstelle einen Konstruktor,</a:t>
            </a:r>
            <a:br>
              <a:rPr sz="4400"/>
            </a:br>
            <a:r>
              <a:rPr lang="de-DE" sz="4400" b="0" u="none" strike="noStrike">
                <a:solidFill>
                  <a:schemeClr val="dk1"/>
                </a:solidFill>
                <a:uFillTx/>
                <a:latin typeface="Calibri Light"/>
              </a:rPr>
              <a:t>so dass die Klasse wie hier arbeitet</a:t>
            </a:r>
            <a:endParaRPr lang="de-DE" sz="4400" b="0" u="none" strike="noStrike">
              <a:solidFill>
                <a:srgbClr val="000000"/>
              </a:solidFill>
              <a:uFillTx/>
              <a:latin typeface="Arial"/>
            </a:endParaRPr>
          </a:p>
        </p:txBody>
      </p:sp>
      <p:sp>
        <p:nvSpPr>
          <p:cNvPr id="35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let</a:t>
            </a:r>
            <a:r>
              <a:rPr lang="de-DE" sz="2800" b="0" u="none" strike="noStrike">
                <a:solidFill>
                  <a:srgbClr val="48484C"/>
                </a:solidFill>
                <a:uFillTx/>
                <a:latin typeface="SourceCodePro"/>
              </a:rPr>
              <a:t> 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Student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new</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Student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"Max"</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95F91"/>
                </a:solidFill>
                <a:uFillTx/>
                <a:latin typeface="SourceCodePro"/>
              </a:rPr>
              <a:t>123456</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let</a:t>
            </a:r>
            <a:r>
              <a:rPr lang="de-DE" sz="2800" b="0" u="none" strike="noStrike">
                <a:solidFill>
                  <a:srgbClr val="48484C"/>
                </a:solidFill>
                <a:uFillTx/>
                <a:latin typeface="SourceCodePro"/>
              </a:rPr>
              <a:t> label</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string</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getLabel</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console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log</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label</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"Student Max mit Matrikelnummer: 123456"</a:t>
            </a:r>
            <a:endParaRPr lang="de-DE" sz="2800" b="0" u="none" strike="noStrike">
              <a:solidFill>
                <a:srgbClr val="000000"/>
              </a:solidFill>
              <a:uFillTx/>
              <a:latin typeface="Arial"/>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Getter Setter</a:t>
            </a:r>
            <a:endParaRPr lang="de-DE" sz="4400" b="0" u="none" strike="noStrike">
              <a:solidFill>
                <a:srgbClr val="000000"/>
              </a:solidFill>
              <a:uFillTx/>
              <a:latin typeface="Arial"/>
            </a:endParaRPr>
          </a:p>
        </p:txBody>
      </p:sp>
      <p:sp>
        <p:nvSpPr>
          <p:cNvPr id="355" name="Rectangle 2"/>
          <p:cNvSpPr/>
          <p:nvPr/>
        </p:nvSpPr>
        <p:spPr>
          <a:xfrm>
            <a:off x="3336840" y="2171880"/>
            <a:ext cx="6094440" cy="3930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GB" sz="1800" b="0" u="none" strike="noStrike">
                <a:solidFill>
                  <a:srgbClr val="569CD6"/>
                </a:solidFill>
                <a:uFillTx/>
                <a:latin typeface="Menlo"/>
              </a:rPr>
              <a:t>private</a:t>
            </a:r>
            <a:r>
              <a:rPr lang="en-GB" sz="1800" b="0" u="none" strike="noStrike">
                <a:solidFill>
                  <a:srgbClr val="D4D4D4"/>
                </a:solidFill>
                <a:uFillTx/>
                <a:latin typeface="Menlo"/>
              </a:rPr>
              <a:t> </a:t>
            </a:r>
            <a:r>
              <a:rPr lang="en-GB" sz="1800" b="0" u="none" strike="noStrike">
                <a:solidFill>
                  <a:srgbClr val="9CDCFE"/>
                </a:solidFill>
                <a:uFillTx/>
                <a:latin typeface="Menlo"/>
              </a:rPr>
              <a:t>_name</a:t>
            </a:r>
            <a:r>
              <a:rPr lang="en-GB" sz="1800" b="0" u="none" strike="noStrike">
                <a:solidFill>
                  <a:srgbClr val="D4D4D4"/>
                </a:solidFill>
                <a:uFillTx/>
                <a:latin typeface="Menlo"/>
              </a:rPr>
              <a:t> : </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endParaRPr lang="de-DE" sz="1800" b="0" u="none" strike="noStrike">
              <a:solidFill>
                <a:srgbClr val="000000"/>
              </a:solidFill>
              <a:uFillTx/>
              <a:latin typeface="Arial"/>
            </a:endParaRPr>
          </a:p>
          <a:p>
            <a:pPr defTabSz="914400">
              <a:lnSpc>
                <a:spcPct val="100000"/>
              </a:lnSpc>
            </a:pPr>
            <a:r>
              <a:rPr lang="en-GB" sz="1800" b="0" u="none" strike="noStrike">
                <a:solidFill>
                  <a:srgbClr val="569CD6"/>
                </a:solidFill>
                <a:uFillTx/>
                <a:latin typeface="Menlo"/>
              </a:rPr>
              <a:t>constructor</a:t>
            </a:r>
            <a:r>
              <a:rPr lang="en-GB" sz="1800" b="0" u="none" strike="noStrike">
                <a:solidFill>
                  <a:srgbClr val="D4D4D4"/>
                </a:solidFill>
                <a:uFillTx/>
                <a:latin typeface="Menlo"/>
              </a:rPr>
              <a:t> (</a:t>
            </a:r>
            <a:r>
              <a:rPr lang="en-GB" sz="1800" b="0" u="none" strike="noStrike">
                <a:solidFill>
                  <a:srgbClr val="9CDCFE"/>
                </a:solidFill>
                <a:uFillTx/>
                <a:latin typeface="Menlo"/>
              </a:rPr>
              <a:t>name</a:t>
            </a:r>
            <a:r>
              <a:rPr lang="en-GB" sz="1800" b="0" u="none" strike="noStrike">
                <a:solidFill>
                  <a:srgbClr val="D4D4D4"/>
                </a:solidFill>
                <a:uFillTx/>
                <a:latin typeface="Menlo"/>
              </a:rPr>
              <a:t>:</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569CD6"/>
                </a:solidFill>
                <a:uFillTx/>
                <a:latin typeface="Menlo"/>
              </a:rPr>
              <a:t>	this</a:t>
            </a:r>
            <a:r>
              <a:rPr lang="en-GB" sz="1800" b="0" u="none" strike="noStrike">
                <a:solidFill>
                  <a:srgbClr val="D4D4D4"/>
                </a:solidFill>
                <a:uFillTx/>
                <a:latin typeface="Menlo"/>
              </a:rPr>
              <a:t>.</a:t>
            </a:r>
            <a:r>
              <a:rPr lang="en-GB" sz="1800" b="0" u="none" strike="noStrike">
                <a:solidFill>
                  <a:srgbClr val="9CDCFE"/>
                </a:solidFill>
                <a:uFillTx/>
                <a:latin typeface="Menlo"/>
              </a:rPr>
              <a:t>_name</a:t>
            </a:r>
            <a:r>
              <a:rPr lang="en-GB" sz="1800" b="0" u="none" strike="noStrike">
                <a:solidFill>
                  <a:srgbClr val="D4D4D4"/>
                </a:solidFill>
                <a:uFillTx/>
                <a:latin typeface="Menlo"/>
              </a:rPr>
              <a:t> = </a:t>
            </a:r>
            <a:r>
              <a:rPr lang="en-GB" sz="1800" b="0" u="none" strike="noStrike">
                <a:solidFill>
                  <a:srgbClr val="9CDCFE"/>
                </a:solidFill>
                <a:uFillTx/>
                <a:latin typeface="Menlo"/>
              </a:rPr>
              <a:t>name</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br>
              <a:rPr sz="1800"/>
            </a:br>
            <a:endParaRPr lang="de-DE" sz="1800" b="0" u="none" strike="noStrike">
              <a:solidFill>
                <a:srgbClr val="000000"/>
              </a:solidFill>
              <a:uFillTx/>
              <a:latin typeface="Arial"/>
            </a:endParaRPr>
          </a:p>
          <a:p>
            <a:pPr defTabSz="914400">
              <a:lnSpc>
                <a:spcPct val="100000"/>
              </a:lnSpc>
            </a:pPr>
            <a:r>
              <a:rPr lang="en-GB" sz="1800" b="0" u="none" strike="noStrike">
                <a:solidFill>
                  <a:srgbClr val="569CD6"/>
                </a:solidFill>
                <a:uFillTx/>
                <a:latin typeface="Menlo"/>
              </a:rPr>
              <a:t>get</a:t>
            </a:r>
            <a:r>
              <a:rPr lang="en-GB" sz="1800" b="0" u="none" strike="noStrike">
                <a:solidFill>
                  <a:srgbClr val="D4D4D4"/>
                </a:solidFill>
                <a:uFillTx/>
                <a:latin typeface="Menlo"/>
              </a:rPr>
              <a:t> </a:t>
            </a:r>
            <a:r>
              <a:rPr lang="en-GB" sz="1800" b="0" u="none" strike="noStrike">
                <a:solidFill>
                  <a:srgbClr val="DCDCAA"/>
                </a:solidFill>
                <a:uFillTx/>
                <a:latin typeface="Menlo"/>
              </a:rPr>
              <a:t>name</a:t>
            </a:r>
            <a:r>
              <a:rPr lang="en-GB" sz="1800" b="0" u="none" strike="noStrike">
                <a:solidFill>
                  <a:srgbClr val="D4D4D4"/>
                </a:solidFill>
                <a:uFillTx/>
                <a:latin typeface="Menlo"/>
              </a:rPr>
              <a:t>():</a:t>
            </a:r>
            <a:r>
              <a:rPr lang="en-GB" sz="1800" b="0" u="none" strike="noStrike">
                <a:solidFill>
                  <a:srgbClr val="4EC9B0"/>
                </a:solidFill>
                <a:uFillTx/>
                <a:latin typeface="Menlo"/>
              </a:rPr>
              <a:t>string</a:t>
            </a:r>
            <a:r>
              <a:rPr lang="en-GB" sz="1800" b="0" u="none" strike="noStrike">
                <a:solidFill>
                  <a:srgbClr val="D4D4D4"/>
                </a:solidFill>
                <a:uFillTx/>
                <a:latin typeface="Menlo"/>
              </a:rPr>
              <a:t>{	</a:t>
            </a:r>
            <a:endParaRPr lang="de-DE" sz="1800" b="0" u="none" strike="noStrike">
              <a:solidFill>
                <a:srgbClr val="000000"/>
              </a:solidFill>
              <a:uFillTx/>
              <a:latin typeface="Arial"/>
            </a:endParaRPr>
          </a:p>
          <a:p>
            <a:pPr defTabSz="914400">
              <a:lnSpc>
                <a:spcPct val="100000"/>
              </a:lnSpc>
            </a:pPr>
            <a:r>
              <a:rPr lang="en-GB" sz="1800" b="0" u="none" strike="noStrike">
                <a:solidFill>
                  <a:srgbClr val="C586C0"/>
                </a:solidFill>
                <a:uFillTx/>
                <a:latin typeface="Menlo"/>
              </a:rPr>
              <a:t>	return</a:t>
            </a:r>
            <a:r>
              <a:rPr lang="en-GB" sz="1800" b="0" u="none" strike="noStrike">
                <a:solidFill>
                  <a:srgbClr val="D4D4D4"/>
                </a:solidFill>
                <a:uFillTx/>
                <a:latin typeface="Menlo"/>
              </a:rPr>
              <a:t> </a:t>
            </a:r>
            <a:r>
              <a:rPr lang="en-GB" sz="1800" b="0" u="none" strike="noStrike">
                <a:solidFill>
                  <a:srgbClr val="569CD6"/>
                </a:solidFill>
                <a:uFillTx/>
                <a:latin typeface="Menlo"/>
              </a:rPr>
              <a:t>this</a:t>
            </a:r>
            <a:r>
              <a:rPr lang="en-GB" sz="1800" b="0" u="none" strike="noStrike">
                <a:solidFill>
                  <a:srgbClr val="D4D4D4"/>
                </a:solidFill>
                <a:uFillTx/>
                <a:latin typeface="Menlo"/>
              </a:rPr>
              <a:t>.</a:t>
            </a:r>
            <a:r>
              <a:rPr lang="en-GB" sz="1800" b="0" u="none" strike="noStrike">
                <a:solidFill>
                  <a:srgbClr val="9CDCFE"/>
                </a:solidFill>
                <a:uFillTx/>
                <a:latin typeface="Menlo"/>
              </a:rPr>
              <a:t>_name</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br>
              <a:rPr sz="1800"/>
            </a:br>
            <a:r>
              <a:rPr lang="en-GB" sz="1800" b="0" u="none" strike="noStrike">
                <a:solidFill>
                  <a:srgbClr val="DCDCAA"/>
                </a:solidFill>
                <a:uFillTx/>
                <a:latin typeface="Menlo"/>
              </a:rPr>
              <a:t>name</a:t>
            </a:r>
            <a:r>
              <a:rPr lang="en-GB" sz="1800" b="0" u="none" strike="noStrike">
                <a:solidFill>
                  <a:srgbClr val="D4D4D4"/>
                </a:solidFill>
                <a:uFillTx/>
                <a:latin typeface="Menlo"/>
              </a:rPr>
              <a:t>(</a:t>
            </a:r>
            <a:r>
              <a:rPr lang="en-GB" sz="1800" b="0" u="none" strike="noStrike">
                <a:solidFill>
                  <a:srgbClr val="9CDCFE"/>
                </a:solidFill>
                <a:uFillTx/>
                <a:latin typeface="Menlo"/>
              </a:rPr>
              <a:t>new_name</a:t>
            </a:r>
            <a:r>
              <a:rPr lang="en-GB" sz="1800" b="0" u="none" strike="noStrike">
                <a:solidFill>
                  <a:srgbClr val="D4D4D4"/>
                </a:solidFill>
                <a:uFillTx/>
                <a:latin typeface="Menlo"/>
              </a:rPr>
              <a:t>:</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569CD6"/>
                </a:solidFill>
                <a:uFillTx/>
                <a:latin typeface="Menlo"/>
              </a:rPr>
              <a:t>	this</a:t>
            </a:r>
            <a:r>
              <a:rPr lang="en-GB" sz="1800" b="0" u="none" strike="noStrike">
                <a:solidFill>
                  <a:srgbClr val="D4D4D4"/>
                </a:solidFill>
                <a:uFillTx/>
                <a:latin typeface="Menlo"/>
              </a:rPr>
              <a:t>.</a:t>
            </a:r>
            <a:r>
              <a:rPr lang="en-GB" sz="1800" b="0" u="none" strike="noStrike">
                <a:solidFill>
                  <a:srgbClr val="9CDCFE"/>
                </a:solidFill>
                <a:uFillTx/>
                <a:latin typeface="Menlo"/>
              </a:rPr>
              <a:t>_name</a:t>
            </a:r>
            <a:r>
              <a:rPr lang="en-GB" sz="1800" b="0" u="none" strike="noStrike">
                <a:solidFill>
                  <a:srgbClr val="D4D4D4"/>
                </a:solidFill>
                <a:uFillTx/>
                <a:latin typeface="Menlo"/>
              </a:rPr>
              <a:t> = </a:t>
            </a:r>
            <a:r>
              <a:rPr lang="en-GB" sz="1800" b="0" u="none" strike="noStrike">
                <a:solidFill>
                  <a:srgbClr val="9CDCFE"/>
                </a:solidFill>
                <a:uFillTx/>
                <a:latin typeface="Menlo"/>
              </a:rPr>
              <a:t>new_name</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56" name="Inhaltsplatzhalter 7" descr="2schnittstelle.jpg"/>
          <p:cNvPicPr/>
          <p:nvPr/>
        </p:nvPicPr>
        <p:blipFill>
          <a:blip r:embed="rId3"/>
          <a:stretch/>
        </p:blipFill>
        <p:spPr>
          <a:xfrm>
            <a:off x="3645720" y="677880"/>
            <a:ext cx="5297760" cy="5500440"/>
          </a:xfrm>
          <a:prstGeom prst="rect">
            <a:avLst/>
          </a:prstGeom>
          <a:noFill/>
          <a:ln w="0">
            <a:noFill/>
          </a:ln>
        </p:spPr>
      </p:pic>
    </p:spTree>
  </p:cSld>
  <p:clrMapOvr>
    <a:masterClrMapping/>
  </p:clrMapOvr>
  <p:transition spd="med">
    <p:dissolve/>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Beispiel</a:t>
            </a:r>
            <a:endParaRPr lang="de-DE" sz="4400" b="0" u="none" strike="noStrike">
              <a:solidFill>
                <a:srgbClr val="000000"/>
              </a:solidFill>
              <a:uFillTx/>
              <a:latin typeface="Arial"/>
            </a:endParaRPr>
          </a:p>
        </p:txBody>
      </p:sp>
      <p:sp>
        <p:nvSpPr>
          <p:cNvPr id="35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0000" lnSpcReduction="20000"/>
          </a:bodyPr>
          <a:lstStyle/>
          <a:p>
            <a:pPr indent="0" defTabSz="914400">
              <a:lnSpc>
                <a:spcPct val="90000"/>
              </a:lnSpc>
              <a:spcBef>
                <a:spcPts val="1001"/>
              </a:spcBef>
              <a:buNone/>
              <a:tabLst>
                <a:tab pos="0" algn="l"/>
              </a:tabLst>
            </a:pPr>
            <a:r>
              <a:rPr lang="en-GB" sz="2800" b="0" u="none" strike="noStrike">
                <a:solidFill>
                  <a:srgbClr val="569CD6"/>
                </a:solidFill>
                <a:uFillTx/>
                <a:latin typeface="Menlo"/>
              </a:rPr>
              <a:t>interface</a:t>
            </a:r>
            <a:r>
              <a:rPr lang="en-GB" sz="2800" b="0" u="none" strike="noStrike">
                <a:solidFill>
                  <a:srgbClr val="D4D4D4"/>
                </a:solidFill>
                <a:uFillTx/>
                <a:latin typeface="Menlo"/>
              </a:rPr>
              <a:t> </a:t>
            </a:r>
            <a:r>
              <a:rPr lang="en-GB" sz="2800" b="0" u="none" strike="noStrike">
                <a:solidFill>
                  <a:srgbClr val="4EC9B0"/>
                </a:solidFill>
                <a:uFillTx/>
                <a:latin typeface="Menlo"/>
              </a:rPr>
              <a:t>Schmutzfink</a:t>
            </a: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9CDCFE"/>
                </a:solidFill>
                <a:uFillTx/>
                <a:latin typeface="Menlo"/>
              </a:rPr>
              <a:t>	suhlen</a:t>
            </a:r>
            <a:r>
              <a:rPr lang="en-GB" sz="2800" b="0" u="none" strike="noStrike">
                <a:solidFill>
                  <a:srgbClr val="D4D4D4"/>
                </a:solidFill>
                <a:uFillTx/>
                <a:latin typeface="Menlo"/>
              </a:rPr>
              <a:t> : () </a:t>
            </a:r>
            <a:r>
              <a:rPr lang="en-GB" sz="2800" b="0" u="none" strike="noStrike">
                <a:solidFill>
                  <a:srgbClr val="569CD6"/>
                </a:solidFill>
                <a:uFillTx/>
                <a:latin typeface="Menlo"/>
              </a:rPr>
              <a:t>=&gt;</a:t>
            </a:r>
            <a:r>
              <a:rPr lang="en-GB" sz="2800" b="0" u="none" strike="noStrike">
                <a:solidFill>
                  <a:srgbClr val="D4D4D4"/>
                </a:solidFill>
                <a:uFillTx/>
                <a:latin typeface="Menlo"/>
              </a:rPr>
              <a:t> </a:t>
            </a:r>
            <a:r>
              <a:rPr lang="en-GB" sz="2800" b="0" u="none" strike="noStrike">
                <a:solidFill>
                  <a:srgbClr val="4EC9B0"/>
                </a:solidFill>
                <a:uFillTx/>
                <a:latin typeface="Menlo"/>
              </a:rPr>
              <a:t>string</a:t>
            </a: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569CD6"/>
                </a:solidFill>
                <a:uFillTx/>
                <a:latin typeface="Menlo"/>
              </a:rPr>
              <a:t>class</a:t>
            </a:r>
            <a:r>
              <a:rPr lang="en-GB" sz="2800" b="0" u="none" strike="noStrike">
                <a:solidFill>
                  <a:srgbClr val="D4D4D4"/>
                </a:solidFill>
                <a:uFillTx/>
                <a:latin typeface="Menlo"/>
              </a:rPr>
              <a:t> </a:t>
            </a:r>
            <a:r>
              <a:rPr lang="en-GB" sz="2800" b="0" u="none" strike="noStrike">
                <a:solidFill>
                  <a:srgbClr val="4EC9B0"/>
                </a:solidFill>
                <a:uFillTx/>
                <a:latin typeface="Menlo"/>
              </a:rPr>
              <a:t>Schwein</a:t>
            </a:r>
            <a:r>
              <a:rPr lang="en-GB" sz="2800" b="0" u="none" strike="noStrike">
                <a:solidFill>
                  <a:srgbClr val="D4D4D4"/>
                </a:solidFill>
                <a:uFillTx/>
                <a:latin typeface="Menlo"/>
              </a:rPr>
              <a:t> </a:t>
            </a:r>
            <a:r>
              <a:rPr lang="en-GB" sz="2800" b="0" u="none" strike="noStrike">
                <a:solidFill>
                  <a:srgbClr val="569CD6"/>
                </a:solidFill>
                <a:uFillTx/>
                <a:latin typeface="Menlo"/>
              </a:rPr>
              <a:t>implements</a:t>
            </a:r>
            <a:r>
              <a:rPr lang="en-GB" sz="2800" b="0" u="none" strike="noStrike">
                <a:solidFill>
                  <a:srgbClr val="D4D4D4"/>
                </a:solidFill>
                <a:uFillTx/>
                <a:latin typeface="Menlo"/>
              </a:rPr>
              <a:t> </a:t>
            </a:r>
            <a:r>
              <a:rPr lang="en-GB" sz="2800" b="0" u="none" strike="noStrike">
                <a:solidFill>
                  <a:srgbClr val="4EC9B0"/>
                </a:solidFill>
                <a:uFillTx/>
                <a:latin typeface="Menlo"/>
              </a:rPr>
              <a:t>Schmutzfink</a:t>
            </a: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569CD6"/>
                </a:solidFill>
                <a:uFillTx/>
                <a:latin typeface="Menlo"/>
              </a:rPr>
              <a:t>private</a:t>
            </a:r>
            <a:r>
              <a:rPr lang="en-GB" sz="2400" b="0" u="none" strike="noStrike">
                <a:solidFill>
                  <a:srgbClr val="D4D4D4"/>
                </a:solidFill>
                <a:uFillTx/>
                <a:latin typeface="Menlo"/>
              </a:rPr>
              <a:t> </a:t>
            </a:r>
            <a:r>
              <a:rPr lang="en-GB" sz="2400" b="0" u="none" strike="noStrike">
                <a:solidFill>
                  <a:srgbClr val="9CDCFE"/>
                </a:solidFill>
                <a:uFillTx/>
                <a:latin typeface="Menlo"/>
              </a:rPr>
              <a:t>name</a:t>
            </a:r>
            <a:r>
              <a:rPr lang="en-GB" sz="2400" b="0" u="none" strike="noStrike">
                <a:solidFill>
                  <a:srgbClr val="D4D4D4"/>
                </a:solidFill>
                <a:uFillTx/>
                <a:latin typeface="Menlo"/>
              </a:rPr>
              <a:t> : </a:t>
            </a:r>
            <a:r>
              <a:rPr lang="en-GB" sz="2400" b="0" u="none" strike="noStrike">
                <a:solidFill>
                  <a:srgbClr val="4EC9B0"/>
                </a:solidFill>
                <a:uFillTx/>
                <a:latin typeface="Menlo"/>
              </a:rPr>
              <a:t>string</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569CD6"/>
                </a:solidFill>
                <a:uFillTx/>
                <a:latin typeface="Menlo"/>
              </a:rPr>
              <a:t>constructor</a:t>
            </a:r>
            <a:r>
              <a:rPr lang="en-GB" sz="2400" b="0" u="none" strike="noStrike">
                <a:solidFill>
                  <a:srgbClr val="D4D4D4"/>
                </a:solidFill>
                <a:uFillTx/>
                <a:latin typeface="Menlo"/>
              </a:rPr>
              <a:t> (</a:t>
            </a:r>
            <a:r>
              <a:rPr lang="en-GB" sz="2400" b="0" u="none" strike="noStrike">
                <a:solidFill>
                  <a:srgbClr val="9CDCFE"/>
                </a:solidFill>
                <a:uFillTx/>
                <a:latin typeface="Menlo"/>
              </a:rPr>
              <a:t>name</a:t>
            </a:r>
            <a:r>
              <a:rPr lang="en-GB" sz="2400" b="0" u="none" strike="noStrike">
                <a:solidFill>
                  <a:srgbClr val="D4D4D4"/>
                </a:solidFill>
                <a:uFillTx/>
                <a:latin typeface="Menlo"/>
              </a:rPr>
              <a:t>:</a:t>
            </a:r>
            <a:r>
              <a:rPr lang="en-GB" sz="2400" b="0" u="none" strike="noStrike">
                <a:solidFill>
                  <a:srgbClr val="4EC9B0"/>
                </a:solidFill>
                <a:uFillTx/>
                <a:latin typeface="Menlo"/>
              </a:rPr>
              <a:t>string</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569CD6"/>
                </a:solidFill>
                <a:uFillTx/>
                <a:latin typeface="Menlo"/>
              </a:rPr>
              <a:t>	this</a:t>
            </a:r>
            <a:r>
              <a:rPr lang="en-GB" sz="2400" b="0" u="none" strike="noStrike">
                <a:solidFill>
                  <a:srgbClr val="D4D4D4"/>
                </a:solidFill>
                <a:uFillTx/>
                <a:latin typeface="Menlo"/>
              </a:rPr>
              <a:t>.</a:t>
            </a:r>
            <a:r>
              <a:rPr lang="en-GB" sz="2400" b="0" u="none" strike="noStrike">
                <a:solidFill>
                  <a:srgbClr val="9CDCFE"/>
                </a:solidFill>
                <a:uFillTx/>
                <a:latin typeface="Menlo"/>
              </a:rPr>
              <a:t>name</a:t>
            </a:r>
            <a:r>
              <a:rPr lang="en-GB" sz="2400" b="0" u="none" strike="noStrike">
                <a:solidFill>
                  <a:srgbClr val="D4D4D4"/>
                </a:solidFill>
                <a:uFillTx/>
                <a:latin typeface="Menlo"/>
              </a:rPr>
              <a:t> = </a:t>
            </a:r>
            <a:r>
              <a:rPr lang="en-GB" sz="2400" b="0" u="none" strike="noStrike">
                <a:solidFill>
                  <a:srgbClr val="9CDCFE"/>
                </a:solidFill>
                <a:uFillTx/>
                <a:latin typeface="Menlo"/>
              </a:rPr>
              <a:t>name</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br>
              <a:rPr sz="2400"/>
            </a:br>
            <a:r>
              <a:rPr lang="en-GB" sz="2400" b="0" u="none" strike="noStrike">
                <a:solidFill>
                  <a:srgbClr val="DCDCAA"/>
                </a:solidFill>
                <a:uFillTx/>
                <a:latin typeface="Menlo"/>
              </a:rPr>
              <a:t>suhlen</a:t>
            </a:r>
            <a:r>
              <a:rPr lang="en-GB" sz="2400" b="0" u="none" strike="noStrike">
                <a:solidFill>
                  <a:srgbClr val="D4D4D4"/>
                </a:solidFill>
                <a:uFillTx/>
                <a:latin typeface="Menlo"/>
              </a:rPr>
              <a:t>():</a:t>
            </a:r>
            <a:r>
              <a:rPr lang="en-GB" sz="2400" b="0" u="none" strike="noStrike">
                <a:solidFill>
                  <a:srgbClr val="4EC9B0"/>
                </a:solidFill>
                <a:uFillTx/>
                <a:latin typeface="Menlo"/>
              </a:rPr>
              <a:t>string</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C586C0"/>
                </a:solidFill>
                <a:uFillTx/>
                <a:latin typeface="Menlo"/>
              </a:rPr>
              <a:t>	return</a:t>
            </a:r>
            <a:r>
              <a:rPr lang="en-GB" sz="2400" b="0" u="none" strike="noStrike">
                <a:solidFill>
                  <a:srgbClr val="D4D4D4"/>
                </a:solidFill>
                <a:uFillTx/>
                <a:latin typeface="Menlo"/>
              </a:rPr>
              <a:t> </a:t>
            </a:r>
            <a:r>
              <a:rPr lang="en-GB" sz="2400" b="0" u="none" strike="noStrike">
                <a:solidFill>
                  <a:srgbClr val="CE9178"/>
                </a:solidFill>
                <a:uFillTx/>
                <a:latin typeface="Menlo"/>
              </a:rPr>
              <a:t>"Ich bin "</a:t>
            </a:r>
            <a:r>
              <a:rPr lang="en-GB" sz="2400" b="0" u="none" strike="noStrike">
                <a:solidFill>
                  <a:srgbClr val="D4D4D4"/>
                </a:solidFill>
                <a:uFillTx/>
                <a:latin typeface="Menlo"/>
              </a:rPr>
              <a:t> + </a:t>
            </a:r>
            <a:r>
              <a:rPr lang="en-GB" sz="2400" b="0" u="none" strike="noStrike">
                <a:solidFill>
                  <a:srgbClr val="569CD6"/>
                </a:solidFill>
                <a:uFillTx/>
                <a:latin typeface="Menlo"/>
              </a:rPr>
              <a:t>this</a:t>
            </a:r>
            <a:r>
              <a:rPr lang="en-GB" sz="2400" b="0" u="none" strike="noStrike">
                <a:solidFill>
                  <a:srgbClr val="D4D4D4"/>
                </a:solidFill>
                <a:uFillTx/>
                <a:latin typeface="Menlo"/>
              </a:rPr>
              <a:t>.</a:t>
            </a:r>
            <a:r>
              <a:rPr lang="en-GB" sz="2400" b="0" u="none" strike="noStrike">
                <a:solidFill>
                  <a:srgbClr val="9CDCFE"/>
                </a:solidFill>
                <a:uFillTx/>
                <a:latin typeface="Menlo"/>
              </a:rPr>
              <a:t>name</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en-GB" sz="2800" b="0" u="none" strike="noStrike">
                <a:solidFill>
                  <a:srgbClr val="569CD6"/>
                </a:solidFill>
                <a:uFillTx/>
                <a:latin typeface="Menlo"/>
              </a:rPr>
              <a:t>var</a:t>
            </a:r>
            <a:r>
              <a:rPr lang="en-GB" sz="2800" b="0" u="none" strike="noStrike">
                <a:solidFill>
                  <a:srgbClr val="D4D4D4"/>
                </a:solidFill>
                <a:uFillTx/>
                <a:latin typeface="Menlo"/>
              </a:rPr>
              <a:t> </a:t>
            </a:r>
            <a:r>
              <a:rPr lang="en-GB" sz="2800" b="0" u="none" strike="noStrike">
                <a:solidFill>
                  <a:srgbClr val="9CDCFE"/>
                </a:solidFill>
                <a:uFillTx/>
                <a:latin typeface="Menlo"/>
              </a:rPr>
              <a:t>miss_piggy</a:t>
            </a:r>
            <a:r>
              <a:rPr lang="en-GB" sz="2800" b="0" u="none" strike="noStrike">
                <a:solidFill>
                  <a:srgbClr val="D4D4D4"/>
                </a:solidFill>
                <a:uFillTx/>
                <a:latin typeface="Menlo"/>
              </a:rPr>
              <a:t> : </a:t>
            </a:r>
            <a:r>
              <a:rPr lang="en-GB" sz="2800" b="0" u="none" strike="noStrike">
                <a:solidFill>
                  <a:srgbClr val="4EC9B0"/>
                </a:solidFill>
                <a:uFillTx/>
                <a:latin typeface="Menlo"/>
              </a:rPr>
              <a:t>Schmutzfink</a:t>
            </a:r>
            <a:r>
              <a:rPr lang="en-GB" sz="2800" b="0" u="none" strike="noStrike">
                <a:solidFill>
                  <a:srgbClr val="D4D4D4"/>
                </a:solidFill>
                <a:uFillTx/>
                <a:latin typeface="Menlo"/>
              </a:rPr>
              <a:t> = </a:t>
            </a:r>
            <a:r>
              <a:rPr lang="en-GB" sz="2800" b="0" u="none" strike="noStrike">
                <a:solidFill>
                  <a:srgbClr val="569CD6"/>
                </a:solidFill>
                <a:uFillTx/>
                <a:latin typeface="Menlo"/>
              </a:rPr>
              <a:t>new</a:t>
            </a:r>
            <a:r>
              <a:rPr lang="en-GB" sz="2800" b="0" u="none" strike="noStrike">
                <a:solidFill>
                  <a:srgbClr val="D4D4D4"/>
                </a:solidFill>
                <a:uFillTx/>
                <a:latin typeface="Menlo"/>
              </a:rPr>
              <a:t> </a:t>
            </a:r>
            <a:r>
              <a:rPr lang="en-GB" sz="2800" b="0" u="none" strike="noStrike">
                <a:solidFill>
                  <a:srgbClr val="4EC9B0"/>
                </a:solidFill>
                <a:uFillTx/>
                <a:latin typeface="Menlo"/>
              </a:rPr>
              <a:t>Schwein</a:t>
            </a:r>
            <a:r>
              <a:rPr lang="en-GB" sz="2800" b="0" u="none" strike="noStrike">
                <a:solidFill>
                  <a:srgbClr val="D4D4D4"/>
                </a:solidFill>
                <a:uFillTx/>
                <a:latin typeface="Menlo"/>
              </a:rPr>
              <a:t>(</a:t>
            </a:r>
            <a:r>
              <a:rPr lang="en-GB" sz="2800" b="0" u="none" strike="noStrike">
                <a:solidFill>
                  <a:srgbClr val="CE9178"/>
                </a:solidFill>
                <a:uFillTx/>
                <a:latin typeface="Menlo"/>
              </a:rPr>
              <a:t>"Miss Piggy"</a:t>
            </a: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en-GB" sz="2800" b="0" u="none" strike="noStrike">
                <a:solidFill>
                  <a:srgbClr val="9CDCFE"/>
                </a:solidFill>
                <a:uFillTx/>
                <a:latin typeface="Menlo"/>
              </a:rPr>
              <a:t>miss_piggy</a:t>
            </a:r>
            <a:r>
              <a:rPr lang="en-GB" sz="2800" b="0" u="none" strike="noStrike">
                <a:solidFill>
                  <a:srgbClr val="D4D4D4"/>
                </a:solidFill>
                <a:uFillTx/>
                <a:latin typeface="Menlo"/>
              </a:rPr>
              <a:t>.</a:t>
            </a:r>
            <a:r>
              <a:rPr lang="en-GB" sz="2800" b="0" u="none" strike="noStrike">
                <a:solidFill>
                  <a:srgbClr val="DCDCAA"/>
                </a:solidFill>
                <a:uFillTx/>
                <a:latin typeface="Menlo"/>
              </a:rPr>
              <a:t>suhlen</a:t>
            </a: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359" name="Rectangle 70">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60" name="Rectangle 72">
            <a:extLst>
              <a:ext uri="{C183D7F6-B498-43B3-948B-1728B52AA6E4}">
                <adec:decorative xmlns:adec="http://schemas.microsoft.com/office/drawing/2017/decorative" val="1"/>
              </a:ext>
            </a:extLst>
          </p:cNvPr>
          <p:cNvSpPr/>
          <p:nvPr/>
        </p:nvSpPr>
        <p:spPr>
          <a:xfrm rot="5400000" flipH="1">
            <a:off x="-1418760" y="1418760"/>
            <a:ext cx="6874200" cy="4039200"/>
          </a:xfrm>
          <a:prstGeom prst="rect">
            <a:avLst/>
          </a:prstGeom>
          <a:gradFill rotWithShape="0">
            <a:gsLst>
              <a:gs pos="0">
                <a:srgbClr val="000000"/>
              </a:gs>
              <a:gs pos="100000">
                <a:srgbClr val="16735A"/>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61" name="Rectangle 74">
            <a:extLst>
              <a:ext uri="{C183D7F6-B498-43B3-948B-1728B52AA6E4}">
                <adec:decorative xmlns:adec="http://schemas.microsoft.com/office/drawing/2017/decorative" val="1"/>
              </a:ext>
            </a:extLst>
          </p:cNvPr>
          <p:cNvSpPr/>
          <p:nvPr/>
        </p:nvSpPr>
        <p:spPr>
          <a:xfrm rot="16200000">
            <a:off x="-157320" y="2661840"/>
            <a:ext cx="4354200" cy="4037040"/>
          </a:xfrm>
          <a:prstGeom prst="rect">
            <a:avLst/>
          </a:prstGeom>
          <a:gradFill rotWithShape="0">
            <a:gsLst>
              <a:gs pos="0">
                <a:srgbClr val="1D9A78">
                  <a:alpha val="50000"/>
                </a:srgbClr>
              </a:gs>
              <a:gs pos="100000">
                <a:srgbClr val="0E4D3C">
                  <a:alpha val="0"/>
                </a:srgbClr>
              </a:gs>
            </a:gsLst>
            <a:lin ang="6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62" name="Rectangle 76">
            <a:extLst>
              <a:ext uri="{C183D7F6-B498-43B3-948B-1728B52AA6E4}">
                <adec:decorative xmlns:adec="http://schemas.microsoft.com/office/drawing/2017/decorative" val="1"/>
              </a:ext>
            </a:extLst>
          </p:cNvPr>
          <p:cNvSpPr/>
          <p:nvPr/>
        </p:nvSpPr>
        <p:spPr>
          <a:xfrm rot="16200000" flipH="1">
            <a:off x="-1179720" y="1636920"/>
            <a:ext cx="6856200" cy="3579840"/>
          </a:xfrm>
          <a:prstGeom prst="rect">
            <a:avLst/>
          </a:prstGeom>
          <a:gradFill rotWithShape="0">
            <a:gsLst>
              <a:gs pos="0">
                <a:srgbClr val="000000">
                  <a:alpha val="59000"/>
                </a:srgbClr>
              </a:gs>
              <a:gs pos="69000">
                <a:srgbClr val="1D9A78">
                  <a:alpha val="0"/>
                </a:srgbClr>
              </a:gs>
            </a:gsLst>
            <a:lin ang="186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63" name="Freeform: Shape 78">
            <a:extLst>
              <a:ext uri="{C183D7F6-B498-43B3-948B-1728B52AA6E4}">
                <adec:decorative xmlns:adec="http://schemas.microsoft.com/office/drawing/2017/decorative" val="1"/>
              </a:ext>
            </a:extLst>
          </p:cNvPr>
          <p:cNvSpPr/>
          <p:nvPr/>
        </p:nvSpPr>
        <p:spPr>
          <a:xfrm rot="6097800">
            <a:off x="-744480" y="1200240"/>
            <a:ext cx="4806720" cy="4087080"/>
          </a:xfrm>
          <a:custGeom>
            <a:avLst/>
            <a:gdLst>
              <a:gd name="textAreaLeft" fmla="*/ 0 w 4806720"/>
              <a:gd name="textAreaRight" fmla="*/ 4808160 w 4806720"/>
              <a:gd name="textAreaTop" fmla="*/ 0 h 4087080"/>
              <a:gd name="textAreaBottom" fmla="*/ 4088520 h 4087080"/>
            </a:gdLst>
            <a:ahLst/>
            <a:cxnLst/>
            <a:rect l="textAreaLeft" t="textAreaTop" r="textAreaRight" b="textAreaBottom"/>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rotWithShape="0">
            <a:gsLst>
              <a:gs pos="39000">
                <a:srgbClr val="5AE0BB">
                  <a:alpha val="0"/>
                </a:srgbClr>
              </a:gs>
              <a:gs pos="100000">
                <a:srgbClr val="16735A">
                  <a:alpha val="26000"/>
                </a:srgbClr>
              </a:gs>
            </a:gsLst>
            <a:lin ang="3096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64" name="Rectangle 1"/>
          <p:cNvSpPr/>
          <p:nvPr/>
        </p:nvSpPr>
        <p:spPr>
          <a:xfrm>
            <a:off x="659880" y="2766960"/>
            <a:ext cx="2879280" cy="3070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defTabSz="914400">
              <a:lnSpc>
                <a:spcPct val="90000"/>
              </a:lnSpc>
              <a:spcAft>
                <a:spcPts val="601"/>
              </a:spcAft>
            </a:pPr>
            <a:r>
              <a:rPr lang="en-US" sz="4000" b="1" u="none" strike="noStrike" spc="51">
                <a:solidFill>
                  <a:srgbClr val="FFFFFF"/>
                </a:solidFill>
                <a:uFillTx/>
                <a:latin typeface="Calibri Light"/>
              </a:rPr>
              <a:t>Vererbung</a:t>
            </a:r>
            <a:endParaRPr lang="de-DE" sz="4000" b="0" u="none" strike="noStrike">
              <a:solidFill>
                <a:srgbClr val="000000"/>
              </a:solidFill>
              <a:uFillTx/>
              <a:latin typeface="Arial"/>
            </a:endParaRPr>
          </a:p>
        </p:txBody>
      </p:sp>
      <p:pic>
        <p:nvPicPr>
          <p:cNvPr id="365" name="Inhaltsplatzhalter 3" descr="lineWriter.jpg"/>
          <p:cNvPicPr/>
          <p:nvPr/>
        </p:nvPicPr>
        <p:blipFill>
          <a:blip r:embed="rId3"/>
          <a:stretch/>
        </p:blipFill>
        <p:spPr>
          <a:xfrm>
            <a:off x="4502520" y="1116720"/>
            <a:ext cx="7224480" cy="4623120"/>
          </a:xfrm>
          <a:prstGeom prst="rect">
            <a:avLst/>
          </a:prstGeom>
          <a:noFill/>
          <a:ln w="0">
            <a:noFill/>
          </a:ln>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Klassen: Vererbung</a:t>
            </a:r>
            <a:endParaRPr lang="de-DE" sz="4400" b="0" u="none" strike="noStrike">
              <a:solidFill>
                <a:srgbClr val="000000"/>
              </a:solidFill>
              <a:uFillTx/>
              <a:latin typeface="Arial"/>
            </a:endParaRPr>
          </a:p>
        </p:txBody>
      </p:sp>
      <p:sp>
        <p:nvSpPr>
          <p:cNvPr id="36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Auch Klassen unterstützen das Konzept der Vererbung</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Methoden einer Klasse können auch abstrakt sein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Analog zu Definition einer Interface-Funktion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Eine Klasse, die mit </a:t>
            </a:r>
            <a:r>
              <a:rPr lang="de-DE" sz="2400" b="0" u="none" strike="noStrike">
                <a:solidFill>
                  <a:schemeClr val="dk1"/>
                </a:solidFill>
                <a:uFillTx/>
                <a:latin typeface="Courier New"/>
              </a:rPr>
              <a:t>new</a:t>
            </a:r>
            <a:r>
              <a:rPr lang="de-DE" sz="2400" b="0" u="none" strike="noStrike">
                <a:solidFill>
                  <a:schemeClr val="dk1"/>
                </a:solidFill>
                <a:uFillTx/>
                <a:latin typeface="Calibri"/>
              </a:rPr>
              <a:t> instanziiert werden soll darf keine abstrakten Methoden enthalten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 Interface kann von einer Klasse erben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Allerdings darf die Klasse keine nicht-abstrakten Methoden enthalten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Eine Klasse kann eine Schnittstelle implementieren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Schlüsselwort </a:t>
            </a:r>
            <a:r>
              <a:rPr lang="de-DE" sz="2400" b="0" u="none" strike="noStrike">
                <a:solidFill>
                  <a:schemeClr val="dk1"/>
                </a:solidFill>
                <a:uFillTx/>
                <a:latin typeface="Courier New"/>
              </a:rPr>
              <a:t>implements</a:t>
            </a:r>
            <a:endParaRPr lang="de-DE" sz="2400" b="0" u="none" strike="noStrike">
              <a:solidFill>
                <a:srgbClr val="000000"/>
              </a:solidFill>
              <a:uFillTx/>
              <a:latin typeface="Arial"/>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 name="Rectangle 1"/>
          <p:cNvSpPr/>
          <p:nvPr/>
        </p:nvSpPr>
        <p:spPr>
          <a:xfrm>
            <a:off x="1082880" y="612720"/>
            <a:ext cx="8348400" cy="5301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GB" sz="1800" b="0" u="none" strike="noStrike">
                <a:solidFill>
                  <a:srgbClr val="569CD6"/>
                </a:solidFill>
                <a:uFillTx/>
                <a:latin typeface="Menlo"/>
              </a:rPr>
              <a:t>class</a:t>
            </a:r>
            <a:r>
              <a:rPr lang="en-GB" sz="1800" b="0" u="none" strike="noStrike">
                <a:solidFill>
                  <a:srgbClr val="D4D4D4"/>
                </a:solidFill>
                <a:uFillTx/>
                <a:latin typeface="Menlo"/>
              </a:rPr>
              <a:t> </a:t>
            </a:r>
            <a:r>
              <a:rPr lang="en-GB" sz="1800" b="0" u="none" strike="noStrike">
                <a:solidFill>
                  <a:srgbClr val="4EC9B0"/>
                </a:solidFill>
                <a:uFillTx/>
                <a:latin typeface="Menlo"/>
              </a:rPr>
              <a:t>Schwein</a:t>
            </a:r>
            <a:r>
              <a:rPr lang="en-GB" sz="1800" b="0" u="none" strike="noStrike">
                <a:solidFill>
                  <a:srgbClr val="D4D4D4"/>
                </a:solidFill>
                <a:uFillTx/>
                <a:latin typeface="Menlo"/>
              </a:rPr>
              <a:t> </a:t>
            </a:r>
            <a:r>
              <a:rPr lang="en-GB" sz="1800" b="0" u="none" strike="noStrike">
                <a:solidFill>
                  <a:srgbClr val="569CD6"/>
                </a:solidFill>
                <a:uFillTx/>
                <a:latin typeface="Menlo"/>
              </a:rPr>
              <a:t>implements</a:t>
            </a:r>
            <a:r>
              <a:rPr lang="en-GB" sz="1800" b="0" u="none" strike="noStrike">
                <a:solidFill>
                  <a:srgbClr val="D4D4D4"/>
                </a:solidFill>
                <a:uFillTx/>
                <a:latin typeface="Menlo"/>
              </a:rPr>
              <a:t> </a:t>
            </a:r>
            <a:r>
              <a:rPr lang="en-GB" sz="1800" b="0" u="none" strike="noStrike">
                <a:solidFill>
                  <a:srgbClr val="4EC9B0"/>
                </a:solidFill>
                <a:uFillTx/>
                <a:latin typeface="Menlo"/>
              </a:rPr>
              <a:t>Schmutzfink</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569CD6"/>
                </a:solidFill>
                <a:uFillTx/>
                <a:latin typeface="Menlo"/>
              </a:rPr>
              <a:t>private</a:t>
            </a:r>
            <a:r>
              <a:rPr lang="en-GB" sz="1800" b="0" u="none" strike="noStrike">
                <a:solidFill>
                  <a:srgbClr val="D4D4D4"/>
                </a:solidFill>
                <a:uFillTx/>
                <a:latin typeface="Menlo"/>
              </a:rPr>
              <a:t> </a:t>
            </a:r>
            <a:r>
              <a:rPr lang="en-GB" sz="1800" b="0" u="none" strike="noStrike">
                <a:solidFill>
                  <a:srgbClr val="9CDCFE"/>
                </a:solidFill>
                <a:uFillTx/>
                <a:latin typeface="Menlo"/>
              </a:rPr>
              <a:t>name</a:t>
            </a:r>
            <a:r>
              <a:rPr lang="en-GB" sz="1800" b="0" u="none" strike="noStrike">
                <a:solidFill>
                  <a:srgbClr val="D4D4D4"/>
                </a:solidFill>
                <a:uFillTx/>
                <a:latin typeface="Menlo"/>
              </a:rPr>
              <a:t> : </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569CD6"/>
                </a:solidFill>
                <a:uFillTx/>
                <a:latin typeface="Menlo"/>
              </a:rPr>
              <a:t>	constructor</a:t>
            </a:r>
            <a:r>
              <a:rPr lang="en-GB" sz="1800" b="0" u="none" strike="noStrike">
                <a:solidFill>
                  <a:srgbClr val="D4D4D4"/>
                </a:solidFill>
                <a:uFillTx/>
                <a:latin typeface="Menlo"/>
              </a:rPr>
              <a:t> (</a:t>
            </a:r>
            <a:r>
              <a:rPr lang="en-GB" sz="1800" b="0" u="none" strike="noStrike">
                <a:solidFill>
                  <a:srgbClr val="9CDCFE"/>
                </a:solidFill>
                <a:uFillTx/>
                <a:latin typeface="Menlo"/>
              </a:rPr>
              <a:t>name</a:t>
            </a:r>
            <a:r>
              <a:rPr lang="en-GB" sz="1800" b="0" u="none" strike="noStrike">
                <a:solidFill>
                  <a:srgbClr val="D4D4D4"/>
                </a:solidFill>
                <a:uFillTx/>
                <a:latin typeface="Menlo"/>
              </a:rPr>
              <a:t>:</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569CD6"/>
                </a:solidFill>
                <a:uFillTx/>
                <a:latin typeface="Menlo"/>
              </a:rPr>
              <a:t>	this</a:t>
            </a:r>
            <a:r>
              <a:rPr lang="en-GB" sz="1800" b="0" u="none" strike="noStrike">
                <a:solidFill>
                  <a:srgbClr val="D4D4D4"/>
                </a:solidFill>
                <a:uFillTx/>
                <a:latin typeface="Menlo"/>
              </a:rPr>
              <a:t>.</a:t>
            </a:r>
            <a:r>
              <a:rPr lang="en-GB" sz="1800" b="0" u="none" strike="noStrike">
                <a:solidFill>
                  <a:srgbClr val="9CDCFE"/>
                </a:solidFill>
                <a:uFillTx/>
                <a:latin typeface="Menlo"/>
              </a:rPr>
              <a:t>name</a:t>
            </a:r>
            <a:r>
              <a:rPr lang="en-GB" sz="1800" b="0" u="none" strike="noStrike">
                <a:solidFill>
                  <a:srgbClr val="D4D4D4"/>
                </a:solidFill>
                <a:uFillTx/>
                <a:latin typeface="Menlo"/>
              </a:rPr>
              <a:t> = </a:t>
            </a:r>
            <a:r>
              <a:rPr lang="en-GB" sz="1800" b="0" u="none" strike="noStrike">
                <a:solidFill>
                  <a:srgbClr val="9CDCFE"/>
                </a:solidFill>
                <a:uFillTx/>
                <a:latin typeface="Menlo"/>
              </a:rPr>
              <a:t>name</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br>
              <a:rPr sz="1800"/>
            </a:br>
            <a:r>
              <a:rPr lang="en-GB" sz="1800" b="0" u="none" strike="noStrike">
                <a:solidFill>
                  <a:srgbClr val="DCDCAA"/>
                </a:solidFill>
                <a:uFillTx/>
                <a:latin typeface="Menlo"/>
              </a:rPr>
              <a:t>suhlen</a:t>
            </a:r>
            <a:r>
              <a:rPr lang="en-GB" sz="1800" b="0" u="none" strike="noStrike">
                <a:solidFill>
                  <a:srgbClr val="D4D4D4"/>
                </a:solidFill>
                <a:uFillTx/>
                <a:latin typeface="Menlo"/>
              </a:rPr>
              <a:t>():</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C586C0"/>
                </a:solidFill>
                <a:uFillTx/>
                <a:latin typeface="Menlo"/>
              </a:rPr>
              <a:t>	return</a:t>
            </a:r>
            <a:r>
              <a:rPr lang="en-GB" sz="1800" b="0" u="none" strike="noStrike">
                <a:solidFill>
                  <a:srgbClr val="D4D4D4"/>
                </a:solidFill>
                <a:uFillTx/>
                <a:latin typeface="Menlo"/>
              </a:rPr>
              <a:t> </a:t>
            </a:r>
            <a:r>
              <a:rPr lang="en-GB" sz="1800" b="0" u="none" strike="noStrike">
                <a:solidFill>
                  <a:srgbClr val="CE9178"/>
                </a:solidFill>
                <a:uFillTx/>
                <a:latin typeface="Menlo"/>
              </a:rPr>
              <a:t>"Ich bin "</a:t>
            </a:r>
            <a:r>
              <a:rPr lang="en-GB" sz="1800" b="0" u="none" strike="noStrike">
                <a:solidFill>
                  <a:srgbClr val="D4D4D4"/>
                </a:solidFill>
                <a:uFillTx/>
                <a:latin typeface="Menlo"/>
              </a:rPr>
              <a:t> + </a:t>
            </a:r>
            <a:r>
              <a:rPr lang="en-GB" sz="1800" b="0" u="none" strike="noStrike">
                <a:solidFill>
                  <a:srgbClr val="569CD6"/>
                </a:solidFill>
                <a:uFillTx/>
                <a:latin typeface="Menlo"/>
              </a:rPr>
              <a:t>this</a:t>
            </a:r>
            <a:r>
              <a:rPr lang="en-GB" sz="1800" b="0" u="none" strike="noStrike">
                <a:solidFill>
                  <a:srgbClr val="D4D4D4"/>
                </a:solidFill>
                <a:uFillTx/>
                <a:latin typeface="Menlo"/>
              </a:rPr>
              <a:t>.</a:t>
            </a:r>
            <a:r>
              <a:rPr lang="en-GB" sz="1800" b="0" u="none" strike="noStrike">
                <a:solidFill>
                  <a:srgbClr val="9CDCFE"/>
                </a:solidFill>
                <a:uFillTx/>
                <a:latin typeface="Menlo"/>
              </a:rPr>
              <a:t>name</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br>
              <a:rPr sz="1800"/>
            </a:br>
            <a:r>
              <a:rPr lang="en-GB" sz="1800" b="0" u="none" strike="noStrike">
                <a:solidFill>
                  <a:srgbClr val="569CD6"/>
                </a:solidFill>
                <a:uFillTx/>
                <a:latin typeface="Menlo"/>
              </a:rPr>
              <a:t>class</a:t>
            </a:r>
            <a:r>
              <a:rPr lang="en-GB" sz="1800" b="0" u="none" strike="noStrike">
                <a:solidFill>
                  <a:srgbClr val="D4D4D4"/>
                </a:solidFill>
                <a:uFillTx/>
                <a:latin typeface="Menlo"/>
              </a:rPr>
              <a:t> </a:t>
            </a:r>
            <a:r>
              <a:rPr lang="en-GB" sz="1800" b="0" u="none" strike="noStrike">
                <a:solidFill>
                  <a:srgbClr val="4EC9B0"/>
                </a:solidFill>
                <a:uFillTx/>
                <a:latin typeface="Menlo"/>
              </a:rPr>
              <a:t>Mastschwein</a:t>
            </a:r>
            <a:r>
              <a:rPr lang="en-GB" sz="1800" b="0" u="none" strike="noStrike">
                <a:solidFill>
                  <a:srgbClr val="D4D4D4"/>
                </a:solidFill>
                <a:uFillTx/>
                <a:latin typeface="Menlo"/>
              </a:rPr>
              <a:t> </a:t>
            </a:r>
            <a:r>
              <a:rPr lang="en-GB" sz="1800" b="0" u="none" strike="noStrike">
                <a:solidFill>
                  <a:srgbClr val="569CD6"/>
                </a:solidFill>
                <a:uFillTx/>
                <a:latin typeface="Menlo"/>
              </a:rPr>
              <a:t>extends</a:t>
            </a:r>
            <a:r>
              <a:rPr lang="en-GB" sz="1800" b="0" u="none" strike="noStrike">
                <a:solidFill>
                  <a:srgbClr val="D4D4D4"/>
                </a:solidFill>
                <a:uFillTx/>
                <a:latin typeface="Menlo"/>
              </a:rPr>
              <a:t> </a:t>
            </a:r>
            <a:r>
              <a:rPr lang="en-GB" sz="1800" b="0" u="none" strike="noStrike">
                <a:solidFill>
                  <a:srgbClr val="4EC9B0"/>
                </a:solidFill>
                <a:uFillTx/>
                <a:latin typeface="Menlo"/>
              </a:rPr>
              <a:t>Schwein</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9CDCFE"/>
                </a:solidFill>
                <a:uFillTx/>
                <a:latin typeface="Menlo"/>
              </a:rPr>
              <a:t>	genmodifikation</a:t>
            </a:r>
            <a:r>
              <a:rPr lang="en-GB" sz="1800" b="0" u="none" strike="noStrike">
                <a:solidFill>
                  <a:srgbClr val="D4D4D4"/>
                </a:solidFill>
                <a:uFillTx/>
                <a:latin typeface="Menlo"/>
              </a:rPr>
              <a:t>: </a:t>
            </a:r>
            <a:r>
              <a:rPr lang="en-GB" sz="1800" b="0" u="none" strike="noStrike">
                <a:solidFill>
                  <a:srgbClr val="4EC9B0"/>
                </a:solidFill>
                <a:uFillTx/>
                <a:latin typeface="Menlo"/>
              </a:rPr>
              <a:t>number</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569CD6"/>
                </a:solidFill>
                <a:uFillTx/>
                <a:latin typeface="Menlo"/>
              </a:rPr>
              <a:t>	constructor</a:t>
            </a:r>
            <a:r>
              <a:rPr lang="en-GB" sz="1800" b="0" u="none" strike="noStrike">
                <a:solidFill>
                  <a:srgbClr val="D4D4D4"/>
                </a:solidFill>
                <a:uFillTx/>
                <a:latin typeface="Menlo"/>
              </a:rPr>
              <a:t>(</a:t>
            </a:r>
            <a:r>
              <a:rPr lang="en-GB" sz="1800" b="0" u="none" strike="noStrike">
                <a:solidFill>
                  <a:srgbClr val="9CDCFE"/>
                </a:solidFill>
                <a:uFillTx/>
                <a:latin typeface="Menlo"/>
              </a:rPr>
              <a:t>name</a:t>
            </a:r>
            <a:r>
              <a:rPr lang="en-GB" sz="1800" b="0" u="none" strike="noStrike">
                <a:solidFill>
                  <a:srgbClr val="D4D4D4"/>
                </a:solidFill>
                <a:uFillTx/>
                <a:latin typeface="Menlo"/>
              </a:rPr>
              <a:t>:</a:t>
            </a:r>
            <a:r>
              <a:rPr lang="en-GB" sz="1800" b="0" u="none" strike="noStrike">
                <a:solidFill>
                  <a:srgbClr val="4EC9B0"/>
                </a:solidFill>
                <a:uFillTx/>
                <a:latin typeface="Menlo"/>
              </a:rPr>
              <a:t>string</a:t>
            </a:r>
            <a:r>
              <a:rPr lang="en-GB" sz="1800" b="0" u="none" strike="noStrike">
                <a:solidFill>
                  <a:srgbClr val="D4D4D4"/>
                </a:solidFill>
                <a:uFillTx/>
                <a:latin typeface="Menlo"/>
              </a:rPr>
              <a:t>, </a:t>
            </a:r>
            <a:r>
              <a:rPr lang="en-GB" sz="1800" b="0" u="none" strike="noStrike">
                <a:solidFill>
                  <a:srgbClr val="9CDCFE"/>
                </a:solidFill>
                <a:uFillTx/>
                <a:latin typeface="Menlo"/>
              </a:rPr>
              <a:t>genmodifikation</a:t>
            </a:r>
            <a:r>
              <a:rPr lang="en-GB" sz="1800" b="0" u="none" strike="noStrike">
                <a:solidFill>
                  <a:srgbClr val="D4D4D4"/>
                </a:solidFill>
                <a:uFillTx/>
                <a:latin typeface="Menlo"/>
              </a:rPr>
              <a:t>:</a:t>
            </a:r>
            <a:r>
              <a:rPr lang="en-GB" sz="1800" b="0" u="none" strike="noStrike">
                <a:solidFill>
                  <a:srgbClr val="4EC9B0"/>
                </a:solidFill>
                <a:uFillTx/>
                <a:latin typeface="Menlo"/>
              </a:rPr>
              <a:t>number</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569CD6"/>
                </a:solidFill>
                <a:uFillTx/>
                <a:latin typeface="Menlo"/>
              </a:rPr>
              <a:t>		super</a:t>
            </a:r>
            <a:r>
              <a:rPr lang="en-GB" sz="1800" b="0" u="none" strike="noStrike">
                <a:solidFill>
                  <a:srgbClr val="D4D4D4"/>
                </a:solidFill>
                <a:uFillTx/>
                <a:latin typeface="Menlo"/>
              </a:rPr>
              <a:t>(</a:t>
            </a:r>
            <a:r>
              <a:rPr lang="en-GB" sz="1800" b="0" u="none" strike="noStrike">
                <a:solidFill>
                  <a:srgbClr val="9CDCFE"/>
                </a:solidFill>
                <a:uFillTx/>
                <a:latin typeface="Menlo"/>
              </a:rPr>
              <a:t>name</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569CD6"/>
                </a:solidFill>
                <a:uFillTx/>
                <a:latin typeface="Menlo"/>
              </a:rPr>
              <a:t>		this</a:t>
            </a:r>
            <a:r>
              <a:rPr lang="en-GB" sz="1800" b="0" u="none" strike="noStrike">
                <a:solidFill>
                  <a:srgbClr val="D4D4D4"/>
                </a:solidFill>
                <a:uFillTx/>
                <a:latin typeface="Menlo"/>
              </a:rPr>
              <a:t>.</a:t>
            </a:r>
            <a:r>
              <a:rPr lang="en-GB" sz="1800" b="0" u="none" strike="noStrike">
                <a:solidFill>
                  <a:srgbClr val="9CDCFE"/>
                </a:solidFill>
                <a:uFillTx/>
                <a:latin typeface="Menlo"/>
              </a:rPr>
              <a:t>genmodifikation</a:t>
            </a:r>
            <a:r>
              <a:rPr lang="en-GB" sz="1800" b="0" u="none" strike="noStrike">
                <a:solidFill>
                  <a:srgbClr val="D4D4D4"/>
                </a:solidFill>
                <a:uFillTx/>
                <a:latin typeface="Menlo"/>
              </a:rPr>
              <a:t> = </a:t>
            </a:r>
            <a:r>
              <a:rPr lang="en-GB" sz="1800" b="0" u="none" strike="noStrike">
                <a:solidFill>
                  <a:srgbClr val="9CDCFE"/>
                </a:solidFill>
                <a:uFillTx/>
                <a:latin typeface="Menlo"/>
              </a:rPr>
              <a:t>genmodifikation</a:t>
            </a:r>
            <a:r>
              <a:rPr lang="en-GB" sz="1800" b="0" u="none" strike="noStrike">
                <a:solidFill>
                  <a:srgbClr val="D4D4D4"/>
                </a:solidFill>
                <a:uFillTx/>
                <a:latin typeface="Menlo"/>
              </a:rPr>
              <a:t>;</a:t>
            </a:r>
            <a:br>
              <a:rPr sz="1800"/>
            </a:br>
            <a:r>
              <a:rPr lang="en-GB" sz="1800" b="0" u="none" strike="noStrike">
                <a:solidFill>
                  <a:srgbClr val="D4D4D4"/>
                </a:solidFill>
                <a:uFillTx/>
                <a:latin typeface="Menlo"/>
              </a:rPr>
              <a:t>	}</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Klassen im Detail: Attribute und Methoden </a:t>
            </a:r>
            <a:endParaRPr lang="de-DE" sz="4400" b="0" u="none" strike="noStrike">
              <a:solidFill>
                <a:srgbClr val="000000"/>
              </a:solidFill>
              <a:uFillTx/>
              <a:latin typeface="Arial"/>
            </a:endParaRPr>
          </a:p>
        </p:txBody>
      </p:sp>
      <p:sp>
        <p:nvSpPr>
          <p:cNvPr id="37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Methoden können überschrieben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Eine Subklasse implementiert die selbe Signatur einer Methode wie die Superklasse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 Aufrufe von überschriebenen Methoden werden zur Laufzeit ausgewertet</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Polymorphie</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Der Zugriff auf eine Methode der Superklassen-Hierarchie ist mit der Referenz </a:t>
            </a:r>
            <a:r>
              <a:rPr lang="de-DE" sz="2400" b="0" u="none" strike="noStrike">
                <a:solidFill>
                  <a:schemeClr val="dk1"/>
                </a:solidFill>
                <a:uFillTx/>
                <a:latin typeface="Courier New"/>
              </a:rPr>
              <a:t>super</a:t>
            </a:r>
            <a:r>
              <a:rPr lang="de-DE" sz="2400" b="0" u="none" strike="noStrike">
                <a:solidFill>
                  <a:schemeClr val="dk1"/>
                </a:solidFill>
                <a:uFillTx/>
                <a:latin typeface="Calibri"/>
              </a:rPr>
              <a:t> möglich</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Namespaces</a:t>
            </a:r>
            <a:endParaRPr lang="de-DE" sz="4400" b="0" u="none" strike="noStrike">
              <a:solidFill>
                <a:srgbClr val="000000"/>
              </a:solidFill>
              <a:uFillTx/>
              <a:latin typeface="Arial"/>
            </a:endParaRPr>
          </a:p>
        </p:txBody>
      </p:sp>
      <p:sp>
        <p:nvSpPr>
          <p:cNvPr id="372" name="Rectangle 2"/>
          <p:cNvSpPr/>
          <p:nvPr/>
        </p:nvSpPr>
        <p:spPr>
          <a:xfrm>
            <a:off x="3878280" y="2967480"/>
            <a:ext cx="4433400" cy="9126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scene3d>
              <a:camera prst="orthographicFront"/>
              <a:lightRig rig="harsh" dir="t"/>
            </a:scene3d>
            <a:sp3d extrusionH="57150" prstMaterial="matte">
              <a:bevelT w="63500" h="12700" prst="angle"/>
              <a:contourClr>
                <a:schemeClr val="bg1"/>
              </a:contourClr>
            </a:sp3d>
          </a:bodyPr>
          <a:lstStyle/>
          <a:p>
            <a:pPr algn="ctr" defTabSz="914400">
              <a:lnSpc>
                <a:spcPct val="100000"/>
              </a:lnSpc>
            </a:pPr>
            <a:r>
              <a:rPr lang="en-GB" sz="5400" b="1" u="none" strike="noStrike">
                <a:solidFill>
                  <a:schemeClr val="accent3"/>
                </a:solidFill>
                <a:uFillTx/>
                <a:latin typeface="Calibri"/>
              </a:rPr>
              <a:t>Code Gruppen </a:t>
            </a:r>
            <a:endParaRPr lang="de-DE" sz="5400" b="0" u="none" strike="noStrike">
              <a:solidFill>
                <a:srgbClr val="000000"/>
              </a:solidFill>
              <a:uFillTx/>
              <a:latin typeface="Arial"/>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Namespaces</a:t>
            </a:r>
            <a:endParaRPr lang="de-DE" sz="4400" b="0" u="none" strike="noStrike">
              <a:solidFill>
                <a:srgbClr val="000000"/>
              </a:solidFill>
              <a:uFillTx/>
              <a:latin typeface="Arial"/>
            </a:endParaRPr>
          </a:p>
        </p:txBody>
      </p:sp>
      <p:sp>
        <p:nvSpPr>
          <p:cNvPr id="37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Namespaces gruppieren Deklarationen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Diese sind nur innerhalb des Namespaces direkt ansprechbar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Damit wird die Wahrscheinlichkeit von Namenskollisionen vermieden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Deklarationen werden mit Hilfe des Schlüsselworts </a:t>
            </a:r>
            <a:r>
              <a:rPr lang="de-DE" sz="2800" b="0" u="none" strike="noStrike">
                <a:solidFill>
                  <a:schemeClr val="dk1"/>
                </a:solidFill>
                <a:uFillTx/>
                <a:latin typeface="Courier New"/>
              </a:rPr>
              <a:t>export</a:t>
            </a:r>
            <a:r>
              <a:rPr lang="de-DE" sz="2800" b="0" u="none" strike="noStrike">
                <a:solidFill>
                  <a:schemeClr val="dk1"/>
                </a:solidFill>
                <a:uFillTx/>
                <a:latin typeface="Calibri"/>
              </a:rPr>
              <a:t> anderen Namespaces zur Verfügung gestellt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Aus einem anderen Namespace müssen die Variablen mit dem Namespace angesprochen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"Qualifizierte Namen"</a:t>
            </a:r>
            <a:endParaRPr lang="de-DE" sz="2400" b="0" u="none" strike="noStrike">
              <a:solidFill>
                <a:srgbClr val="000000"/>
              </a:solidFill>
              <a:uFillTx/>
              <a:latin typeface="Arial"/>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5" name="Rectangle 2"/>
          <p:cNvSpPr/>
          <p:nvPr/>
        </p:nvSpPr>
        <p:spPr>
          <a:xfrm>
            <a:off x="786240" y="789480"/>
            <a:ext cx="6094440" cy="1461240"/>
          </a:xfrm>
          <a:prstGeom prst="rect">
            <a:avLst/>
          </a:prstGeom>
          <a:noFill/>
          <a:ln w="0">
            <a:solidFill>
              <a:srgbClr val="1D9A78"/>
            </a:solid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GB" sz="1800" b="0" u="none" strike="noStrike">
                <a:solidFill>
                  <a:srgbClr val="569CD6"/>
                </a:solidFill>
                <a:uFillTx/>
                <a:latin typeface="Menlo"/>
              </a:rPr>
              <a:t>namespace</a:t>
            </a:r>
            <a:r>
              <a:rPr lang="en-GB" sz="1800" b="0" u="none" strike="noStrike">
                <a:solidFill>
                  <a:srgbClr val="D4D4D4"/>
                </a:solidFill>
                <a:uFillTx/>
                <a:latin typeface="Menlo"/>
              </a:rPr>
              <a:t> </a:t>
            </a:r>
            <a:r>
              <a:rPr lang="en-GB" sz="1800" b="0" u="none" strike="noStrike">
                <a:solidFill>
                  <a:srgbClr val="4EC9B0"/>
                </a:solidFill>
                <a:uFillTx/>
                <a:latin typeface="Menlo"/>
              </a:rPr>
              <a:t>Animals</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C586C0"/>
                </a:solidFill>
                <a:uFillTx/>
                <a:latin typeface="Menlo"/>
              </a:rPr>
              <a:t>export</a:t>
            </a:r>
            <a:r>
              <a:rPr lang="en-GB" sz="1800" b="0" u="none" strike="noStrike">
                <a:solidFill>
                  <a:srgbClr val="D4D4D4"/>
                </a:solidFill>
                <a:uFillTx/>
                <a:latin typeface="Menlo"/>
              </a:rPr>
              <a:t> </a:t>
            </a:r>
            <a:r>
              <a:rPr lang="en-GB" sz="1800" b="0" u="none" strike="noStrike">
                <a:solidFill>
                  <a:srgbClr val="569CD6"/>
                </a:solidFill>
                <a:uFillTx/>
                <a:latin typeface="Menlo"/>
              </a:rPr>
              <a:t>interface</a:t>
            </a:r>
            <a:r>
              <a:rPr lang="en-GB" sz="1800" b="0" u="none" strike="noStrike">
                <a:solidFill>
                  <a:srgbClr val="D4D4D4"/>
                </a:solidFill>
                <a:uFillTx/>
                <a:latin typeface="Menlo"/>
              </a:rPr>
              <a:t> </a:t>
            </a:r>
            <a:r>
              <a:rPr lang="en-GB" sz="1800" b="0" u="none" strike="noStrike">
                <a:solidFill>
                  <a:srgbClr val="4EC9B0"/>
                </a:solidFill>
                <a:uFillTx/>
                <a:latin typeface="Menlo"/>
              </a:rPr>
              <a:t>Animal</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CDCAA"/>
                </a:solidFill>
                <a:uFillTx/>
                <a:latin typeface="Menlo"/>
              </a:rPr>
              <a:t>	makeSomeNoise</a:t>
            </a:r>
            <a:r>
              <a:rPr lang="en-GB" sz="1800" b="0" u="none" strike="noStrike">
                <a:solidFill>
                  <a:srgbClr val="D4D4D4"/>
                </a:solidFill>
                <a:uFillTx/>
                <a:latin typeface="Menlo"/>
              </a:rPr>
              <a:t>():</a:t>
            </a:r>
            <a:r>
              <a:rPr lang="en-GB" sz="1800" b="0" u="none" strike="noStrike">
                <a:solidFill>
                  <a:srgbClr val="4EC9B0"/>
                </a:solidFill>
                <a:uFillTx/>
                <a:latin typeface="Menlo"/>
              </a:rPr>
              <a:t>void</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p:txBody>
      </p:sp>
      <p:sp>
        <p:nvSpPr>
          <p:cNvPr id="376" name="TextBox 3"/>
          <p:cNvSpPr/>
          <p:nvPr/>
        </p:nvSpPr>
        <p:spPr>
          <a:xfrm>
            <a:off x="791280" y="420120"/>
            <a:ext cx="104832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DE" sz="1800" b="0" u="none" strike="noStrike">
                <a:solidFill>
                  <a:schemeClr val="dk1"/>
                </a:solidFill>
                <a:uFillTx/>
                <a:latin typeface="Calibri"/>
              </a:rPr>
              <a:t>Animal.ts</a:t>
            </a:r>
            <a:endParaRPr lang="de-DE" sz="1800" b="0" u="none" strike="noStrike">
              <a:solidFill>
                <a:srgbClr val="000000"/>
              </a:solidFill>
              <a:uFillTx/>
              <a:latin typeface="Arial"/>
            </a:endParaRPr>
          </a:p>
        </p:txBody>
      </p:sp>
      <p:sp>
        <p:nvSpPr>
          <p:cNvPr id="377" name="Rectangle 4"/>
          <p:cNvSpPr/>
          <p:nvPr/>
        </p:nvSpPr>
        <p:spPr>
          <a:xfrm>
            <a:off x="786240" y="3114000"/>
            <a:ext cx="6094440" cy="3107160"/>
          </a:xfrm>
          <a:prstGeom prst="rect">
            <a:avLst/>
          </a:prstGeom>
          <a:noFill/>
          <a:ln w="0">
            <a:solidFill>
              <a:srgbClr val="1D9A78"/>
            </a:solid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GB" sz="1800" b="0" u="none" strike="noStrike">
                <a:solidFill>
                  <a:srgbClr val="6A9955"/>
                </a:solidFill>
                <a:uFillTx/>
                <a:latin typeface="Menlo"/>
              </a:rPr>
              <a:t>/// </a:t>
            </a:r>
            <a:r>
              <a:rPr lang="en-GB" sz="1800" b="0" u="none" strike="noStrike">
                <a:solidFill>
                  <a:srgbClr val="808080"/>
                </a:solidFill>
                <a:uFillTx/>
                <a:latin typeface="Menlo"/>
              </a:rPr>
              <a:t>&lt;</a:t>
            </a:r>
            <a:r>
              <a:rPr lang="en-GB" sz="1800" b="0" u="none" strike="noStrike">
                <a:solidFill>
                  <a:srgbClr val="569CD6"/>
                </a:solidFill>
                <a:uFillTx/>
                <a:latin typeface="Menlo"/>
              </a:rPr>
              <a:t>reference</a:t>
            </a:r>
            <a:r>
              <a:rPr lang="en-GB" sz="1800" b="0" u="none" strike="noStrike">
                <a:solidFill>
                  <a:srgbClr val="6A9955"/>
                </a:solidFill>
                <a:uFillTx/>
                <a:latin typeface="Menlo"/>
              </a:rPr>
              <a:t> </a:t>
            </a:r>
            <a:r>
              <a:rPr lang="en-GB" sz="1800" b="0" u="none" strike="noStrike">
                <a:solidFill>
                  <a:srgbClr val="9CDCFE"/>
                </a:solidFill>
                <a:uFillTx/>
                <a:latin typeface="Menlo"/>
              </a:rPr>
              <a:t>path</a:t>
            </a:r>
            <a:r>
              <a:rPr lang="en-GB" sz="1800" b="0" u="none" strike="noStrike">
                <a:solidFill>
                  <a:srgbClr val="D4D4D4"/>
                </a:solidFill>
                <a:uFillTx/>
                <a:latin typeface="Menlo"/>
              </a:rPr>
              <a:t>=</a:t>
            </a:r>
            <a:r>
              <a:rPr lang="en-GB" sz="1800" b="0" u="none" strike="noStrike">
                <a:solidFill>
                  <a:srgbClr val="CE9178"/>
                </a:solidFill>
                <a:uFillTx/>
                <a:latin typeface="Menlo"/>
              </a:rPr>
              <a:t>"Animal.ts"</a:t>
            </a:r>
            <a:r>
              <a:rPr lang="en-GB" sz="1800" b="0" u="none" strike="noStrike">
                <a:solidFill>
                  <a:srgbClr val="6A9955"/>
                </a:solidFill>
                <a:uFillTx/>
                <a:latin typeface="Menlo"/>
              </a:rPr>
              <a:t> </a:t>
            </a:r>
            <a:r>
              <a:rPr lang="en-GB" sz="1800" b="0" u="none" strike="noStrike">
                <a:solidFill>
                  <a:srgbClr val="808080"/>
                </a:solidFill>
                <a:uFillTx/>
                <a:latin typeface="Menlo"/>
              </a:rPr>
              <a:t>/&gt;</a:t>
            </a:r>
            <a:endParaRPr lang="de-DE" sz="1800" b="0" u="none" strike="noStrike">
              <a:solidFill>
                <a:srgbClr val="000000"/>
              </a:solidFill>
              <a:uFillTx/>
              <a:latin typeface="Arial"/>
            </a:endParaRPr>
          </a:p>
          <a:p>
            <a:pPr defTabSz="914400">
              <a:lnSpc>
                <a:spcPct val="100000"/>
              </a:lnSpc>
            </a:pPr>
            <a:r>
              <a:rPr lang="en-GB" sz="1800" b="0" u="none" strike="noStrike">
                <a:solidFill>
                  <a:srgbClr val="569CD6"/>
                </a:solidFill>
                <a:uFillTx/>
                <a:latin typeface="Menlo"/>
              </a:rPr>
              <a:t>namespace</a:t>
            </a:r>
            <a:r>
              <a:rPr lang="en-GB" sz="1800" b="0" u="none" strike="noStrike">
                <a:solidFill>
                  <a:srgbClr val="D4D4D4"/>
                </a:solidFill>
                <a:uFillTx/>
                <a:latin typeface="Menlo"/>
              </a:rPr>
              <a:t> </a:t>
            </a:r>
            <a:r>
              <a:rPr lang="en-GB" sz="1800" b="0" u="none" strike="noStrike">
                <a:solidFill>
                  <a:srgbClr val="4EC9B0"/>
                </a:solidFill>
                <a:uFillTx/>
                <a:latin typeface="Menlo"/>
              </a:rPr>
              <a:t>Animals</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C586C0"/>
                </a:solidFill>
                <a:uFillTx/>
                <a:latin typeface="Menlo"/>
              </a:rPr>
              <a:t>export</a:t>
            </a:r>
            <a:r>
              <a:rPr lang="en-GB" sz="1800" b="0" u="none" strike="noStrike">
                <a:solidFill>
                  <a:srgbClr val="D4D4D4"/>
                </a:solidFill>
                <a:uFillTx/>
                <a:latin typeface="Menlo"/>
              </a:rPr>
              <a:t> </a:t>
            </a:r>
            <a:r>
              <a:rPr lang="en-GB" sz="1800" b="0" u="none" strike="noStrike">
                <a:solidFill>
                  <a:srgbClr val="569CD6"/>
                </a:solidFill>
                <a:uFillTx/>
                <a:latin typeface="Menlo"/>
              </a:rPr>
              <a:t>class</a:t>
            </a:r>
            <a:r>
              <a:rPr lang="en-GB" sz="1800" b="0" u="none" strike="noStrike">
                <a:solidFill>
                  <a:srgbClr val="D4D4D4"/>
                </a:solidFill>
                <a:uFillTx/>
                <a:latin typeface="Menlo"/>
              </a:rPr>
              <a:t> </a:t>
            </a:r>
            <a:r>
              <a:rPr lang="en-GB" sz="1800" b="0" u="none" strike="noStrike">
                <a:solidFill>
                  <a:srgbClr val="4EC9B0"/>
                </a:solidFill>
                <a:uFillTx/>
                <a:latin typeface="Menlo"/>
              </a:rPr>
              <a:t>Pig</a:t>
            </a:r>
            <a:r>
              <a:rPr lang="en-GB" sz="1800" b="0" u="none" strike="noStrike">
                <a:solidFill>
                  <a:srgbClr val="D4D4D4"/>
                </a:solidFill>
                <a:uFillTx/>
                <a:latin typeface="Menlo"/>
              </a:rPr>
              <a:t> </a:t>
            </a:r>
            <a:r>
              <a:rPr lang="en-GB" sz="1800" b="0" u="none" strike="noStrike">
                <a:solidFill>
                  <a:srgbClr val="569CD6"/>
                </a:solidFill>
                <a:uFillTx/>
                <a:latin typeface="Menlo"/>
              </a:rPr>
              <a:t>implements</a:t>
            </a:r>
            <a:r>
              <a:rPr lang="en-GB" sz="1800" b="0" u="none" strike="noStrike">
                <a:solidFill>
                  <a:srgbClr val="D4D4D4"/>
                </a:solidFill>
                <a:uFillTx/>
                <a:latin typeface="Menlo"/>
              </a:rPr>
              <a:t> </a:t>
            </a:r>
            <a:r>
              <a:rPr lang="en-GB" sz="1800" b="0" u="none" strike="noStrike">
                <a:solidFill>
                  <a:srgbClr val="4EC9B0"/>
                </a:solidFill>
                <a:uFillTx/>
                <a:latin typeface="Menlo"/>
              </a:rPr>
              <a:t>Animal</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914400" defTabSz="914400">
              <a:lnSpc>
                <a:spcPct val="100000"/>
              </a:lnSpc>
            </a:pPr>
            <a:r>
              <a:rPr lang="en-GB" sz="1800" b="0" u="none" strike="noStrike">
                <a:solidFill>
                  <a:srgbClr val="569CD6"/>
                </a:solidFill>
                <a:uFillTx/>
                <a:latin typeface="Menlo"/>
              </a:rPr>
              <a:t>constructor</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9144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914400" defTabSz="914400">
              <a:lnSpc>
                <a:spcPct val="100000"/>
              </a:lnSpc>
            </a:pPr>
            <a:r>
              <a:rPr lang="en-GB" sz="1800" b="0" u="none" strike="noStrike">
                <a:solidFill>
                  <a:srgbClr val="DCDCAA"/>
                </a:solidFill>
                <a:uFillTx/>
                <a:latin typeface="Menlo"/>
              </a:rPr>
              <a:t>makeSomeNoise</a:t>
            </a:r>
            <a:r>
              <a:rPr lang="en-GB" sz="1800" b="0" u="none" strike="noStrike">
                <a:solidFill>
                  <a:srgbClr val="D4D4D4"/>
                </a:solidFill>
                <a:uFillTx/>
                <a:latin typeface="Menlo"/>
              </a:rPr>
              <a:t>(): </a:t>
            </a:r>
            <a:r>
              <a:rPr lang="en-GB" sz="1800" b="0" u="none" strike="noStrike">
                <a:solidFill>
                  <a:srgbClr val="4EC9B0"/>
                </a:solidFill>
                <a:uFillTx/>
                <a:latin typeface="Menlo"/>
              </a:rPr>
              <a:t>void</a:t>
            </a:r>
            <a:r>
              <a:rPr lang="en-GB" sz="1800" b="0" u="none" strike="noStrike">
                <a:solidFill>
                  <a:srgbClr val="D4D4D4"/>
                </a:solidFill>
                <a:uFillTx/>
                <a:latin typeface="Menlo"/>
              </a:rPr>
              <a:t> {</a:t>
            </a:r>
            <a:endParaRPr lang="de-DE" sz="1800" b="0" u="none" strike="noStrike">
              <a:solidFill>
                <a:srgbClr val="000000"/>
              </a:solidFill>
              <a:uFillTx/>
              <a:latin typeface="Arial"/>
            </a:endParaRPr>
          </a:p>
          <a:p>
            <a:pPr marL="914400" defTabSz="914400">
              <a:lnSpc>
                <a:spcPct val="100000"/>
              </a:lnSpc>
            </a:pPr>
            <a:r>
              <a:rPr lang="en-GB" sz="1800" b="0" u="none" strike="noStrike">
                <a:solidFill>
                  <a:srgbClr val="4EC9B0"/>
                </a:solidFill>
                <a:uFillTx/>
                <a:latin typeface="Menlo"/>
              </a:rPr>
              <a:t>	console</a:t>
            </a:r>
            <a:r>
              <a:rPr lang="en-GB" sz="1800" b="0" u="none" strike="noStrike">
                <a:solidFill>
                  <a:srgbClr val="D4D4D4"/>
                </a:solidFill>
                <a:uFillTx/>
                <a:latin typeface="Menlo"/>
              </a:rPr>
              <a:t>.</a:t>
            </a:r>
            <a:r>
              <a:rPr lang="en-GB" sz="1800" b="0" u="none" strike="noStrike">
                <a:solidFill>
                  <a:srgbClr val="DCDCAA"/>
                </a:solidFill>
                <a:uFillTx/>
                <a:latin typeface="Menlo"/>
              </a:rPr>
              <a:t>log</a:t>
            </a:r>
            <a:r>
              <a:rPr lang="en-GB" sz="1800" b="0" u="none" strike="noStrike">
                <a:solidFill>
                  <a:srgbClr val="D4D4D4"/>
                </a:solidFill>
                <a:uFillTx/>
                <a:latin typeface="Menlo"/>
              </a:rPr>
              <a:t>(</a:t>
            </a:r>
            <a:r>
              <a:rPr lang="en-GB" sz="1800" b="0" u="none" strike="noStrike">
                <a:solidFill>
                  <a:srgbClr val="CE9178"/>
                </a:solidFill>
                <a:uFillTx/>
                <a:latin typeface="Menlo"/>
              </a:rPr>
              <a:t>"Oink"</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9144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br>
              <a:rPr sz="1800"/>
            </a:b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p:txBody>
      </p:sp>
      <p:sp>
        <p:nvSpPr>
          <p:cNvPr id="378" name="TextBox 5"/>
          <p:cNvSpPr/>
          <p:nvPr/>
        </p:nvSpPr>
        <p:spPr>
          <a:xfrm>
            <a:off x="789480" y="2744640"/>
            <a:ext cx="6768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DE" sz="1800" b="0" u="none" strike="noStrike">
                <a:solidFill>
                  <a:schemeClr val="dk1"/>
                </a:solidFill>
                <a:uFillTx/>
                <a:latin typeface="Calibri"/>
              </a:rPr>
              <a:t>Pig.ts</a:t>
            </a:r>
            <a:endParaRPr lang="de-DE" sz="1800" b="0" u="none" strike="noStrike">
              <a:solidFill>
                <a:srgbClr val="000000"/>
              </a:solidFill>
              <a:uFillTx/>
              <a:latin typeface="Arial"/>
            </a:endParaRPr>
          </a:p>
        </p:txBody>
      </p:sp>
      <p:sp>
        <p:nvSpPr>
          <p:cNvPr id="379" name="Rectangle 6"/>
          <p:cNvSpPr/>
          <p:nvPr/>
        </p:nvSpPr>
        <p:spPr>
          <a:xfrm>
            <a:off x="7115040" y="1812960"/>
            <a:ext cx="5075280" cy="2284200"/>
          </a:xfrm>
          <a:prstGeom prst="rect">
            <a:avLst/>
          </a:prstGeom>
          <a:noFill/>
          <a:ln w="0">
            <a:solidFill>
              <a:srgbClr val="1D9A78"/>
            </a:solid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GB" sz="1800" b="0" u="none" strike="noStrike">
                <a:solidFill>
                  <a:srgbClr val="6A9955"/>
                </a:solidFill>
                <a:uFillTx/>
                <a:latin typeface="Menlo"/>
              </a:rPr>
              <a:t>/// </a:t>
            </a:r>
            <a:r>
              <a:rPr lang="en-GB" sz="1800" b="0" u="none" strike="noStrike">
                <a:solidFill>
                  <a:srgbClr val="808080"/>
                </a:solidFill>
                <a:uFillTx/>
                <a:latin typeface="Menlo"/>
              </a:rPr>
              <a:t>&lt;</a:t>
            </a:r>
            <a:r>
              <a:rPr lang="en-GB" sz="1800" b="0" u="none" strike="noStrike">
                <a:solidFill>
                  <a:srgbClr val="569CD6"/>
                </a:solidFill>
                <a:uFillTx/>
                <a:latin typeface="Menlo"/>
              </a:rPr>
              <a:t>reference</a:t>
            </a:r>
            <a:r>
              <a:rPr lang="en-GB" sz="1800" b="0" u="none" strike="noStrike">
                <a:solidFill>
                  <a:srgbClr val="6A9955"/>
                </a:solidFill>
                <a:uFillTx/>
                <a:latin typeface="Menlo"/>
              </a:rPr>
              <a:t> </a:t>
            </a:r>
            <a:r>
              <a:rPr lang="en-GB" sz="1800" b="0" u="none" strike="noStrike">
                <a:solidFill>
                  <a:srgbClr val="9CDCFE"/>
                </a:solidFill>
                <a:uFillTx/>
                <a:latin typeface="Menlo"/>
              </a:rPr>
              <a:t>path</a:t>
            </a:r>
            <a:r>
              <a:rPr lang="en-GB" sz="1800" b="0" u="none" strike="noStrike">
                <a:solidFill>
                  <a:srgbClr val="D4D4D4"/>
                </a:solidFill>
                <a:uFillTx/>
                <a:latin typeface="Menlo"/>
              </a:rPr>
              <a:t>=</a:t>
            </a:r>
            <a:r>
              <a:rPr lang="en-GB" sz="1800" b="0" u="none" strike="noStrike">
                <a:solidFill>
                  <a:srgbClr val="CE9178"/>
                </a:solidFill>
                <a:uFillTx/>
                <a:latin typeface="Menlo"/>
              </a:rPr>
              <a:t>"Animal.ts"</a:t>
            </a:r>
            <a:r>
              <a:rPr lang="en-GB" sz="1800" b="0" u="none" strike="noStrike">
                <a:solidFill>
                  <a:srgbClr val="6A9955"/>
                </a:solidFill>
                <a:uFillTx/>
                <a:latin typeface="Menlo"/>
              </a:rPr>
              <a:t> </a:t>
            </a:r>
            <a:r>
              <a:rPr lang="en-GB" sz="1800" b="0" u="none" strike="noStrike">
                <a:solidFill>
                  <a:srgbClr val="808080"/>
                </a:solidFill>
                <a:uFillTx/>
                <a:latin typeface="Menlo"/>
              </a:rPr>
              <a:t>/&gt;</a:t>
            </a:r>
            <a:endParaRPr lang="de-DE" sz="1800" b="0" u="none" strike="noStrike">
              <a:solidFill>
                <a:srgbClr val="000000"/>
              </a:solidFill>
              <a:uFillTx/>
              <a:latin typeface="Arial"/>
            </a:endParaRPr>
          </a:p>
          <a:p>
            <a:pPr defTabSz="914400">
              <a:lnSpc>
                <a:spcPct val="100000"/>
              </a:lnSpc>
            </a:pPr>
            <a:r>
              <a:rPr lang="en-GB" sz="1800" b="0" u="none" strike="noStrike">
                <a:solidFill>
                  <a:srgbClr val="6A9955"/>
                </a:solidFill>
                <a:uFillTx/>
                <a:latin typeface="Menlo"/>
              </a:rPr>
              <a:t>/// </a:t>
            </a:r>
            <a:r>
              <a:rPr lang="en-GB" sz="1800" b="0" u="none" strike="noStrike">
                <a:solidFill>
                  <a:srgbClr val="808080"/>
                </a:solidFill>
                <a:uFillTx/>
                <a:latin typeface="Menlo"/>
              </a:rPr>
              <a:t>&lt;</a:t>
            </a:r>
            <a:r>
              <a:rPr lang="en-GB" sz="1800" b="0" u="none" strike="noStrike">
                <a:solidFill>
                  <a:srgbClr val="569CD6"/>
                </a:solidFill>
                <a:uFillTx/>
                <a:latin typeface="Menlo"/>
              </a:rPr>
              <a:t>reference</a:t>
            </a:r>
            <a:r>
              <a:rPr lang="en-GB" sz="1800" b="0" u="none" strike="noStrike">
                <a:solidFill>
                  <a:srgbClr val="6A9955"/>
                </a:solidFill>
                <a:uFillTx/>
                <a:latin typeface="Menlo"/>
              </a:rPr>
              <a:t> </a:t>
            </a:r>
            <a:r>
              <a:rPr lang="en-GB" sz="1800" b="0" u="none" strike="noStrike">
                <a:solidFill>
                  <a:srgbClr val="9CDCFE"/>
                </a:solidFill>
                <a:uFillTx/>
                <a:latin typeface="Menlo"/>
              </a:rPr>
              <a:t>path</a:t>
            </a:r>
            <a:r>
              <a:rPr lang="en-GB" sz="1800" b="0" u="none" strike="noStrike">
                <a:solidFill>
                  <a:srgbClr val="D4D4D4"/>
                </a:solidFill>
                <a:uFillTx/>
                <a:latin typeface="Menlo"/>
              </a:rPr>
              <a:t>=</a:t>
            </a:r>
            <a:r>
              <a:rPr lang="en-GB" sz="1800" b="0" u="none" strike="noStrike">
                <a:solidFill>
                  <a:srgbClr val="CE9178"/>
                </a:solidFill>
                <a:uFillTx/>
                <a:latin typeface="Menlo"/>
              </a:rPr>
              <a:t>"Pig.ts"</a:t>
            </a:r>
            <a:r>
              <a:rPr lang="en-GB" sz="1800" b="0" u="none" strike="noStrike">
                <a:solidFill>
                  <a:srgbClr val="6A9955"/>
                </a:solidFill>
                <a:uFillTx/>
                <a:latin typeface="Menlo"/>
              </a:rPr>
              <a:t> </a:t>
            </a:r>
            <a:r>
              <a:rPr lang="en-GB" sz="1800" b="0" u="none" strike="noStrike">
                <a:solidFill>
                  <a:srgbClr val="808080"/>
                </a:solidFill>
                <a:uFillTx/>
                <a:latin typeface="Menlo"/>
              </a:rPr>
              <a:t>/&gt;</a:t>
            </a:r>
            <a:endParaRPr lang="de-DE" sz="1800" b="0" u="none" strike="noStrike">
              <a:solidFill>
                <a:srgbClr val="000000"/>
              </a:solidFill>
              <a:uFillTx/>
              <a:latin typeface="Arial"/>
            </a:endParaRPr>
          </a:p>
          <a:p>
            <a:pPr defTabSz="914400">
              <a:lnSpc>
                <a:spcPct val="100000"/>
              </a:lnSpc>
            </a:pPr>
            <a:br>
              <a:rPr sz="1800"/>
            </a:br>
            <a:br>
              <a:rPr sz="1800"/>
            </a:br>
            <a:r>
              <a:rPr lang="en-GB" sz="1800" b="0" u="none" strike="noStrike">
                <a:solidFill>
                  <a:srgbClr val="569CD6"/>
                </a:solidFill>
                <a:uFillTx/>
                <a:latin typeface="Menlo"/>
              </a:rPr>
              <a:t>let</a:t>
            </a:r>
            <a:r>
              <a:rPr lang="en-GB" sz="1800" b="0" u="none" strike="noStrike">
                <a:solidFill>
                  <a:srgbClr val="D4D4D4"/>
                </a:solidFill>
                <a:uFillTx/>
                <a:latin typeface="Menlo"/>
              </a:rPr>
              <a:t> </a:t>
            </a:r>
            <a:r>
              <a:rPr lang="en-GB" sz="1800" b="0" u="none" strike="noStrike">
                <a:solidFill>
                  <a:srgbClr val="9CDCFE"/>
                </a:solidFill>
                <a:uFillTx/>
                <a:latin typeface="Menlo"/>
              </a:rPr>
              <a:t>pig</a:t>
            </a:r>
            <a:r>
              <a:rPr lang="en-GB" sz="1800" b="0" u="none" strike="noStrike">
                <a:solidFill>
                  <a:srgbClr val="D4D4D4"/>
                </a:solidFill>
                <a:uFillTx/>
                <a:latin typeface="Menlo"/>
              </a:rPr>
              <a:t> = </a:t>
            </a:r>
            <a:r>
              <a:rPr lang="en-GB" sz="1800" b="0" u="none" strike="noStrike">
                <a:solidFill>
                  <a:srgbClr val="569CD6"/>
                </a:solidFill>
                <a:uFillTx/>
                <a:latin typeface="Menlo"/>
              </a:rPr>
              <a:t>new</a:t>
            </a:r>
            <a:r>
              <a:rPr lang="en-GB" sz="1800" b="0" u="none" strike="noStrike">
                <a:solidFill>
                  <a:srgbClr val="D4D4D4"/>
                </a:solidFill>
                <a:uFillTx/>
                <a:latin typeface="Menlo"/>
              </a:rPr>
              <a:t> </a:t>
            </a:r>
            <a:r>
              <a:rPr lang="en-GB" sz="1800" b="0" u="none" strike="noStrike">
                <a:solidFill>
                  <a:srgbClr val="4EC9B0"/>
                </a:solidFill>
                <a:uFillTx/>
                <a:latin typeface="Menlo"/>
              </a:rPr>
              <a:t>Animals</a:t>
            </a:r>
            <a:r>
              <a:rPr lang="en-GB" sz="1800" b="0" u="none" strike="noStrike">
                <a:solidFill>
                  <a:srgbClr val="D4D4D4"/>
                </a:solidFill>
                <a:uFillTx/>
                <a:latin typeface="Menlo"/>
              </a:rPr>
              <a:t>.</a:t>
            </a:r>
            <a:r>
              <a:rPr lang="en-GB" sz="1800" b="0" u="none" strike="noStrike">
                <a:solidFill>
                  <a:srgbClr val="4EC9B0"/>
                </a:solidFill>
                <a:uFillTx/>
                <a:latin typeface="Menlo"/>
              </a:rPr>
              <a:t>Pig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4EC9B0"/>
                </a:solidFill>
                <a:uFillTx/>
                <a:latin typeface="Menlo"/>
              </a:rPr>
              <a:t>console</a:t>
            </a:r>
            <a:r>
              <a:rPr lang="en-GB" sz="1800" b="0" u="none" strike="noStrike">
                <a:solidFill>
                  <a:srgbClr val="D4D4D4"/>
                </a:solidFill>
                <a:uFillTx/>
                <a:latin typeface="Menlo"/>
              </a:rPr>
              <a:t>.</a:t>
            </a:r>
            <a:r>
              <a:rPr lang="en-GB" sz="1800" b="0" u="none" strike="noStrike">
                <a:solidFill>
                  <a:srgbClr val="DCDCAA"/>
                </a:solidFill>
                <a:uFillTx/>
                <a:latin typeface="Menlo"/>
              </a:rPr>
              <a:t>log</a:t>
            </a:r>
            <a:r>
              <a:rPr lang="en-GB" sz="1800" b="0" u="none" strike="noStrike">
                <a:solidFill>
                  <a:srgbClr val="D4D4D4"/>
                </a:solidFill>
                <a:uFillTx/>
                <a:latin typeface="Menlo"/>
              </a:rPr>
              <a:t>(</a:t>
            </a:r>
            <a:r>
              <a:rPr lang="en-GB" sz="1800" b="0" u="none" strike="noStrike">
                <a:solidFill>
                  <a:srgbClr val="9CDCFE"/>
                </a:solidFill>
                <a:uFillTx/>
                <a:latin typeface="Menlo"/>
              </a:rPr>
              <a:t>pig</a:t>
            </a:r>
            <a:r>
              <a:rPr lang="en-GB" sz="1800" b="0" u="none" strike="noStrike">
                <a:solidFill>
                  <a:srgbClr val="D4D4D4"/>
                </a:solidFill>
                <a:uFillTx/>
                <a:latin typeface="Menlo"/>
              </a:rPr>
              <a:t>.</a:t>
            </a:r>
            <a:r>
              <a:rPr lang="en-GB" sz="1800" b="0" u="none" strike="noStrike">
                <a:solidFill>
                  <a:srgbClr val="DCDCAA"/>
                </a:solidFill>
                <a:uFillTx/>
                <a:latin typeface="Menlo"/>
              </a:rPr>
              <a:t>makeSomeNoise</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br>
              <a:rPr sz="1800"/>
            </a:br>
            <a:endParaRPr lang="de-DE" sz="1800" b="0" u="none" strike="noStrike">
              <a:solidFill>
                <a:srgbClr val="000000"/>
              </a:solidFill>
              <a:uFillTx/>
              <a:latin typeface="Arial"/>
            </a:endParaRPr>
          </a:p>
        </p:txBody>
      </p:sp>
      <p:sp>
        <p:nvSpPr>
          <p:cNvPr id="380" name="TextBox 9"/>
          <p:cNvSpPr/>
          <p:nvPr/>
        </p:nvSpPr>
        <p:spPr>
          <a:xfrm>
            <a:off x="7133040" y="1443600"/>
            <a:ext cx="87624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Main</a:t>
            </a:r>
            <a:r>
              <a:rPr lang="en-DE" sz="1800" b="0" u="none" strike="noStrike">
                <a:solidFill>
                  <a:schemeClr val="dk1"/>
                </a:solidFill>
                <a:uFillTx/>
                <a:latin typeface="Calibri"/>
              </a:rPr>
              <a:t>.ts</a:t>
            </a:r>
            <a:endParaRPr lang="de-DE" sz="1800" b="0" u="none" strike="noStrike">
              <a:solidFill>
                <a:srgbClr val="000000"/>
              </a:solidFill>
              <a:uFillTx/>
              <a:latin typeface="Arial"/>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Weitere Exporte </a:t>
            </a:r>
            <a:endParaRPr lang="de-DE" sz="4400" b="0" u="none" strike="noStrike">
              <a:solidFill>
                <a:srgbClr val="000000"/>
              </a:solidFill>
              <a:uFillTx/>
              <a:latin typeface="Arial"/>
            </a:endParaRPr>
          </a:p>
        </p:txBody>
      </p:sp>
      <p:sp>
        <p:nvSpPr>
          <p:cNvPr id="38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85000" lnSpcReduction="19999"/>
          </a:bodyPr>
          <a:lstStyle/>
          <a:p>
            <a:pPr marL="228600" indent="-228600" defTabSz="914400">
              <a:lnSpc>
                <a:spcPct val="90000"/>
              </a:lnSpc>
              <a:spcBef>
                <a:spcPts val="1001"/>
              </a:spcBef>
              <a:buClr>
                <a:srgbClr val="1E347B"/>
              </a:buClr>
              <a:buFont typeface="Arial"/>
              <a:buChar char="•"/>
            </a:pPr>
            <a:r>
              <a:rPr lang="de-DE" sz="2800" b="0" u="none" strike="noStrike">
                <a:solidFill>
                  <a:srgbClr val="1E347B"/>
                </a:solidFill>
                <a:uFillTx/>
                <a:latin typeface="SourceCodePro"/>
              </a:rPr>
              <a:t>let</a:t>
            </a:r>
            <a:r>
              <a:rPr lang="de-DE" sz="2800" b="0" u="none" strike="noStrike">
                <a:solidFill>
                  <a:srgbClr val="48484C"/>
                </a:solidFill>
                <a:uFillTx/>
                <a:latin typeface="SourceCodePro"/>
              </a:rPr>
              <a:t> aPrivate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95F91"/>
                </a:solidFill>
                <a:uFillTx/>
                <a:latin typeface="SourceCodePro"/>
              </a:rPr>
              <a:t>2</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228600" indent="-228600" defTabSz="914400">
              <a:lnSpc>
                <a:spcPct val="90000"/>
              </a:lnSpc>
              <a:spcBef>
                <a:spcPts val="1001"/>
              </a:spcBef>
              <a:buClr>
                <a:srgbClr val="48484C"/>
              </a:buClr>
              <a:buFont typeface="Arial"/>
              <a:buChar char="•"/>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marL="228600" indent="-228600" defTabSz="914400">
              <a:lnSpc>
                <a:spcPct val="90000"/>
              </a:lnSpc>
              <a:spcBef>
                <a:spcPts val="1001"/>
              </a:spcBef>
              <a:buClr>
                <a:srgbClr val="1E347B"/>
              </a:buClr>
              <a:buFont typeface="Arial"/>
              <a:buChar char="•"/>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let</a:t>
            </a:r>
            <a:r>
              <a:rPr lang="de-DE" sz="2800" b="0" u="none" strike="noStrike">
                <a:solidFill>
                  <a:srgbClr val="48484C"/>
                </a:solidFill>
                <a:uFillTx/>
                <a:latin typeface="SourceCodePro"/>
              </a:rPr>
              <a:t> publicA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95F91"/>
                </a:solidFill>
                <a:uFillTx/>
                <a:latin typeface="SourceCodePro"/>
              </a:rPr>
              <a:t>1</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228600" indent="-228600" defTabSz="914400">
              <a:lnSpc>
                <a:spcPct val="90000"/>
              </a:lnSpc>
              <a:spcBef>
                <a:spcPts val="1001"/>
              </a:spcBef>
              <a:buClr>
                <a:srgbClr val="1E347B"/>
              </a:buClr>
              <a:buFont typeface="Arial"/>
              <a:buChar char="•"/>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let</a:t>
            </a:r>
            <a:r>
              <a:rPr lang="de-DE" sz="2800" b="0" u="none" strike="noStrike">
                <a:solidFill>
                  <a:srgbClr val="48484C"/>
                </a:solidFill>
                <a:uFillTx/>
                <a:latin typeface="SourceCodePro"/>
              </a:rPr>
              <a:t> publicB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=&gt;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228600" indent="-228600" defTabSz="914400">
              <a:lnSpc>
                <a:spcPct val="90000"/>
              </a:lnSpc>
              <a:spcBef>
                <a:spcPts val="1001"/>
              </a:spcBef>
              <a:buClr>
                <a:srgbClr val="1E347B"/>
              </a:buClr>
              <a:buFont typeface="Arial"/>
              <a:buChar char="•"/>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function</a:t>
            </a:r>
            <a:r>
              <a:rPr lang="de-DE" sz="2800" b="0" u="none" strike="noStrike">
                <a:solidFill>
                  <a:srgbClr val="48484C"/>
                </a:solidFill>
                <a:uFillTx/>
                <a:latin typeface="SourceCodePro"/>
              </a:rPr>
              <a:t> publicC</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228600" indent="-228600" defTabSz="914400">
              <a:lnSpc>
                <a:spcPct val="90000"/>
              </a:lnSpc>
              <a:spcBef>
                <a:spcPts val="1001"/>
              </a:spcBef>
              <a:buClr>
                <a:srgbClr val="93A1A1"/>
              </a:buClr>
              <a:buFont typeface="Arial"/>
              <a:buChar char="•"/>
            </a:pPr>
            <a:r>
              <a:rPr lang="de-DE" sz="2800" b="0" u="none" strike="noStrike">
                <a:solidFill>
                  <a:srgbClr val="93A1A1"/>
                </a:solidFill>
                <a:uFillTx/>
                <a:latin typeface="SourceCodePro"/>
              </a:rPr>
              <a:t>// ...</a:t>
            </a:r>
            <a:endParaRPr lang="de-DE" sz="2800" b="0" u="none" strike="noStrike">
              <a:solidFill>
                <a:srgbClr val="000000"/>
              </a:solidFill>
              <a:uFillTx/>
              <a:latin typeface="Arial"/>
            </a:endParaRPr>
          </a:p>
          <a:p>
            <a:pPr marL="228600" indent="-228600" defTabSz="914400">
              <a:lnSpc>
                <a:spcPct val="90000"/>
              </a:lnSpc>
              <a:spcBef>
                <a:spcPts val="1001"/>
              </a:spcBef>
              <a:buClr>
                <a:srgbClr val="93A1A1"/>
              </a:buClr>
              <a:buFont typeface="Arial"/>
              <a:buChar char="•"/>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228600" indent="-228600" defTabSz="914400">
              <a:lnSpc>
                <a:spcPct val="90000"/>
              </a:lnSpc>
              <a:spcBef>
                <a:spcPts val="1001"/>
              </a:spcBef>
              <a:buClr>
                <a:srgbClr val="48484C"/>
              </a:buClr>
              <a:buFont typeface="Arial"/>
              <a:buChar char="•"/>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marL="228600" indent="-228600" defTabSz="914400">
              <a:lnSpc>
                <a:spcPct val="90000"/>
              </a:lnSpc>
              <a:spcBef>
                <a:spcPts val="1001"/>
              </a:spcBef>
              <a:buClr>
                <a:srgbClr val="1E347B"/>
              </a:buClr>
              <a:buFont typeface="Arial"/>
              <a:buChar char="•"/>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PublicD</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228600" indent="-228600" defTabSz="914400">
              <a:lnSpc>
                <a:spcPct val="90000"/>
              </a:lnSpc>
              <a:spcBef>
                <a:spcPts val="1001"/>
              </a:spcBef>
              <a:buClr>
                <a:srgbClr val="93A1A1"/>
              </a:buClr>
              <a:buFont typeface="Arial"/>
              <a:buChar char="•"/>
            </a:pPr>
            <a:r>
              <a:rPr lang="de-DE" sz="2800" b="0" u="none" strike="noStrike">
                <a:solidFill>
                  <a:srgbClr val="93A1A1"/>
                </a:solidFill>
                <a:uFillTx/>
                <a:latin typeface="SourceCodePro"/>
              </a:rPr>
              <a:t>// ...</a:t>
            </a:r>
            <a:endParaRPr lang="de-DE" sz="2800" b="0" u="none" strike="noStrike">
              <a:solidFill>
                <a:srgbClr val="000000"/>
              </a:solidFill>
              <a:uFillTx/>
              <a:latin typeface="Arial"/>
            </a:endParaRPr>
          </a:p>
          <a:p>
            <a:pPr marL="228600" indent="-228600" defTabSz="914400">
              <a:lnSpc>
                <a:spcPct val="90000"/>
              </a:lnSpc>
              <a:spcBef>
                <a:spcPts val="1001"/>
              </a:spcBef>
              <a:buClr>
                <a:srgbClr val="93A1A1"/>
              </a:buClr>
              <a:buFont typeface="Arial"/>
              <a:buChar char="•"/>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Named importieren</a:t>
            </a:r>
            <a:endParaRPr lang="de-DE" sz="4400" b="0" u="none" strike="noStrike">
              <a:solidFill>
                <a:srgbClr val="000000"/>
              </a:solidFill>
              <a:uFillTx/>
              <a:latin typeface="Arial"/>
            </a:endParaRPr>
          </a:p>
        </p:txBody>
      </p:sp>
      <p:sp>
        <p:nvSpPr>
          <p:cNvPr id="38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1" u="none" strike="noStrike">
                <a:solidFill>
                  <a:srgbClr val="333333"/>
                </a:solidFill>
                <a:uFillTx/>
                <a:latin typeface="Aller"/>
              </a:rPr>
              <a:t>named exports</a:t>
            </a:r>
            <a:r>
              <a:rPr lang="de-DE" sz="2800" b="0" u="none" strike="noStrike">
                <a:solidFill>
                  <a:srgbClr val="333333"/>
                </a:solidFill>
                <a:uFillTx/>
                <a:latin typeface="Aller"/>
              </a:rPr>
              <a:t> importieren</a:t>
            </a:r>
            <a:endParaRPr lang="de-DE" sz="2800" b="0" u="none" strike="noStrike">
              <a:solidFill>
                <a:srgbClr val="000000"/>
              </a:solidFill>
              <a:uFillTx/>
              <a:latin typeface="Arial"/>
            </a:endParaRPr>
          </a:p>
          <a:p>
            <a:pPr marL="685800" lvl="1" indent="-228600" defTabSz="914400">
              <a:lnSpc>
                <a:spcPct val="90000"/>
              </a:lnSpc>
              <a:spcBef>
                <a:spcPts val="499"/>
              </a:spcBef>
              <a:buClr>
                <a:srgbClr val="1E347B"/>
              </a:buClr>
              <a:buFont typeface="Arial"/>
              <a:buChar char="•"/>
            </a:pPr>
            <a:r>
              <a:rPr lang="de-DE" sz="2400" b="0" u="none" strike="noStrike">
                <a:solidFill>
                  <a:srgbClr val="1E347B"/>
                </a:solidFill>
                <a:uFillTx/>
                <a:latin typeface="SourceCodePro"/>
              </a:rPr>
              <a:t>import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publicA</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publicB</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from</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"./lib"</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Imports</a:t>
            </a:r>
            <a:endParaRPr lang="de-DE" sz="4400" b="0" u="none" strike="noStrike">
              <a:solidFill>
                <a:srgbClr val="000000"/>
              </a:solidFill>
              <a:uFillTx/>
              <a:latin typeface="Arial"/>
            </a:endParaRPr>
          </a:p>
        </p:txBody>
      </p:sp>
      <p:sp>
        <p:nvSpPr>
          <p:cNvPr id="38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Alle import Statements sind </a:t>
            </a:r>
            <a:r>
              <a:rPr lang="de-DE" sz="2800" b="0" i="1" u="none" strike="noStrike">
                <a:solidFill>
                  <a:srgbClr val="333333"/>
                </a:solidFill>
                <a:uFillTx/>
                <a:latin typeface="Aller"/>
              </a:rPr>
              <a:t>hoisted</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import/export Statements dürfen nicht ...</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variabel sein</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conditional sein (if, case, etc.)</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Erlaubt statische Analyse</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Bundling</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Code Navigation in IDE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387"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88"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389"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3: Module</a:t>
            </a:r>
            <a:endParaRPr lang="de-DE" sz="3600" b="0" u="none" strike="noStrike">
              <a:solidFill>
                <a:srgbClr val="000000"/>
              </a:solidFill>
              <a:uFillTx/>
              <a:latin typeface="Arial"/>
            </a:endParaRPr>
          </a:p>
        </p:txBody>
      </p:sp>
      <p:grpSp>
        <p:nvGrpSpPr>
          <p:cNvPr id="390" name="Group 11">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391" name="Freeform: Shape 12">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92" name="Freeform: Shape 13">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93" name="Freeform: Shape 14">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94" name="Freeform: Shape 15">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395"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Lagere die Klasse Student in ein Module aus</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Erstelle eine Datei student.ts</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Verschiebe die Klasse dort hin und exportiere sie</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Importiere die Klasse in der ursprünglichen Datei</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396" name="Group 17">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397" name="Freeform: Shape 18">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98" name="Freeform: Shape 19">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99" name="Freeform: Shape 20">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00" name="Freeform: Shape 21">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401" name="Rectangle 70">
            <a:extLst>
              <a:ext uri="{C183D7F6-B498-43B3-948B-1728B52AA6E4}">
                <adec:decorative xmlns:adec="http://schemas.microsoft.com/office/drawing/2017/decorative" val="1"/>
              </a:ext>
            </a:extLst>
          </p:cNvPr>
          <p:cNvSpPr/>
          <p:nvPr/>
        </p:nvSpPr>
        <p:spPr>
          <a:xfrm>
            <a:off x="0" y="0"/>
            <a:ext cx="12190680" cy="685656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402" name="Picture 2" descr="Angular – Wikipedia"/>
          <p:cNvPicPr/>
          <p:nvPr/>
        </p:nvPicPr>
        <p:blipFill>
          <a:blip r:embed="rId2">
            <a:alphaModFix amt="50000"/>
          </a:blip>
          <a:srcRect t="22643" b="21083"/>
          <a:stretch/>
        </p:blipFill>
        <p:spPr>
          <a:xfrm>
            <a:off x="0" y="0"/>
            <a:ext cx="12190680" cy="6856560"/>
          </a:xfrm>
          <a:prstGeom prst="rect">
            <a:avLst/>
          </a:prstGeom>
          <a:noFill/>
          <a:ln w="0">
            <a:noFill/>
          </a:ln>
        </p:spPr>
      </p:pic>
      <p:sp>
        <p:nvSpPr>
          <p:cNvPr id="403" name="PlaceHolder 1"/>
          <p:cNvSpPr>
            <a:spLocks noGrp="1"/>
          </p:cNvSpPr>
          <p:nvPr>
            <p:ph type="title"/>
          </p:nvPr>
        </p:nvSpPr>
        <p:spPr>
          <a:xfrm>
            <a:off x="1523880" y="1122480"/>
            <a:ext cx="9142560" cy="2899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Angular</a:t>
            </a:r>
            <a:endParaRPr lang="de-DE" sz="6000" b="0" u="none" strike="noStrike">
              <a:solidFill>
                <a:srgbClr val="FFFFFF"/>
              </a:solidFill>
              <a:uFillTx/>
              <a:latin typeface="Arial"/>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04" name="Rectangle 70">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05" name="PlaceHolder 1"/>
          <p:cNvSpPr>
            <a:spLocks noGrp="1"/>
          </p:cNvSpPr>
          <p:nvPr>
            <p:ph type="title"/>
          </p:nvPr>
        </p:nvSpPr>
        <p:spPr>
          <a:xfrm>
            <a:off x="639000" y="639360"/>
            <a:ext cx="3570480" cy="357192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en-US" sz="5600" b="0" u="none" strike="noStrike">
                <a:solidFill>
                  <a:schemeClr val="dk1"/>
                </a:solidFill>
                <a:uFillTx/>
                <a:latin typeface="Calibri Light"/>
              </a:rPr>
              <a:t>Architektur Überblick</a:t>
            </a:r>
            <a:endParaRPr lang="de-DE" sz="5600" b="0" u="none" strike="noStrike">
              <a:solidFill>
                <a:srgbClr val="000000"/>
              </a:solidFill>
              <a:uFillTx/>
              <a:latin typeface="Arial"/>
            </a:endParaRPr>
          </a:p>
        </p:txBody>
      </p:sp>
      <p:sp>
        <p:nvSpPr>
          <p:cNvPr id="406" name="sketch line">
            <a:extLst>
              <a:ext uri="{C183D7F6-B498-43B3-948B-1728B52AA6E4}">
                <adec:decorative xmlns:adec="http://schemas.microsoft.com/office/drawing/2017/decorative" val="1"/>
              </a:ext>
            </a:extLst>
          </p:cNvPr>
          <p:cNvSpPr/>
          <p:nvPr/>
        </p:nvSpPr>
        <p:spPr>
          <a:xfrm>
            <a:off x="643320" y="4409280"/>
            <a:ext cx="3253680" cy="16920"/>
          </a:xfrm>
          <a:custGeom>
            <a:avLst/>
            <a:gdLst>
              <a:gd name="textAreaLeft" fmla="*/ 0 w 3253680"/>
              <a:gd name="textAreaRight" fmla="*/ 3255120 w 3253680"/>
              <a:gd name="textAreaTop" fmla="*/ 0 h 16920"/>
              <a:gd name="textAreaBottom" fmla="*/ 18360 h 16920"/>
            </a:gdLst>
            <a:ahLst/>
            <a:cxnLst/>
            <a:rect l="textAreaLeft" t="textAreaTop" r="textAreaRight" b="textAreaBottom"/>
            <a:pathLst>
              <a:path w="3255095" h="18288" fill="none">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rgbClr val="8BC145"/>
            </a:solidFill>
            <a:round/>
          </a:ln>
        </p:spPr>
        <p:style>
          <a:lnRef idx="2">
            <a:schemeClr val="accent1">
              <a:shade val="50000"/>
            </a:schemeClr>
          </a:lnRef>
          <a:fillRef idx="1">
            <a:schemeClr val="accent1"/>
          </a:fillRef>
          <a:effectRef idx="0">
            <a:schemeClr val="accent1"/>
          </a:effectRef>
          <a:fontRef idx="minor"/>
        </p:style>
        <p:txBody>
          <a:bodyPr lIns="90000" tIns="-26640" rIns="90000" bIns="-2664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407" name="Picture 2" descr="overview"/>
          <p:cNvPicPr/>
          <p:nvPr/>
        </p:nvPicPr>
        <p:blipFill>
          <a:blip r:embed="rId2"/>
          <a:stretch/>
        </p:blipFill>
        <p:spPr>
          <a:xfrm>
            <a:off x="4654440" y="1581480"/>
            <a:ext cx="7213320" cy="3666240"/>
          </a:xfrm>
          <a:prstGeom prst="rect">
            <a:avLst/>
          </a:prstGeom>
          <a:noFill/>
          <a:ln w="0">
            <a:noFill/>
          </a:ln>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8" name="Text Box 3"/>
          <p:cNvSpPr/>
          <p:nvPr/>
        </p:nvSpPr>
        <p:spPr>
          <a:xfrm>
            <a:off x="1523880" y="0"/>
            <a:ext cx="6913800" cy="946440"/>
          </a:xfrm>
          <a:prstGeom prst="rect">
            <a:avLst/>
          </a:prstGeom>
          <a:noFill/>
          <a:ln w="0">
            <a:noFill/>
          </a:ln>
        </p:spPr>
        <p:style>
          <a:lnRef idx="0">
            <a:scrgbClr r="0" g="0" b="0"/>
          </a:lnRef>
          <a:fillRef idx="0">
            <a:scrgbClr r="0" g="0" b="0"/>
          </a:fillRef>
          <a:effectRef idx="0">
            <a:scrgbClr r="0" g="0" b="0"/>
          </a:effectRef>
          <a:fontRef idx="minor"/>
        </p:style>
        <p:txBody>
          <a:bodyPr lIns="144000" tIns="0" rIns="0" bIns="0" anchor="ctr">
            <a:noAutofit/>
          </a:bodyPr>
          <a:lstStyle/>
          <a:p>
            <a:pPr defTabSz="914400">
              <a:lnSpc>
                <a:spcPct val="100000"/>
              </a:lnSpc>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lang="de-DE" sz="2400" b="0" u="none" strike="noStrike">
              <a:solidFill>
                <a:srgbClr val="B51621"/>
              </a:solidFill>
              <a:uFillTx/>
              <a:latin typeface="Arial"/>
              <a:ea typeface="DejaVu Sans"/>
            </a:endParaRPr>
          </a:p>
        </p:txBody>
      </p:sp>
      <p:sp>
        <p:nvSpPr>
          <p:cNvPr id="40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Literatur und Quellen</a:t>
            </a:r>
            <a:endParaRPr lang="de-DE" sz="4400" b="0" u="none" strike="noStrike">
              <a:solidFill>
                <a:srgbClr val="000000"/>
              </a:solidFill>
              <a:uFillTx/>
              <a:latin typeface="Arial"/>
            </a:endParaRPr>
          </a:p>
        </p:txBody>
      </p:sp>
      <p:pic>
        <p:nvPicPr>
          <p:cNvPr id="410" name="Picture 2"/>
          <p:cNvPicPr/>
          <p:nvPr/>
        </p:nvPicPr>
        <p:blipFill>
          <a:blip r:embed="rId2"/>
          <a:stretch/>
        </p:blipFill>
        <p:spPr>
          <a:xfrm>
            <a:off x="5987880" y="1160640"/>
            <a:ext cx="4462560" cy="3274920"/>
          </a:xfrm>
          <a:prstGeom prst="rect">
            <a:avLst/>
          </a:prstGeom>
          <a:noFill/>
          <a:ln w="0">
            <a:noFill/>
          </a:ln>
        </p:spPr>
      </p:pic>
      <p:pic>
        <p:nvPicPr>
          <p:cNvPr id="411" name="Picture 2"/>
          <p:cNvPicPr/>
          <p:nvPr/>
        </p:nvPicPr>
        <p:blipFill>
          <a:blip r:embed="rId3"/>
          <a:stretch/>
        </p:blipFill>
        <p:spPr>
          <a:xfrm>
            <a:off x="1100160" y="1492920"/>
            <a:ext cx="3880080" cy="4852800"/>
          </a:xfrm>
          <a:prstGeom prst="rect">
            <a:avLst/>
          </a:prstGeom>
          <a:noFill/>
          <a:ln w="0">
            <a:noFill/>
          </a:ln>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12" name="Rectangle 12">
            <a:extLst>
              <a:ext uri="{C183D7F6-B498-43B3-948B-1728B52AA6E4}">
                <adec:decorative xmlns:adec="http://schemas.microsoft.com/office/drawing/2017/decorative" val="1"/>
              </a:ext>
            </a:extLst>
          </p:cNvPr>
          <p:cNvSpPr/>
          <p:nvPr/>
        </p:nvSpPr>
        <p:spPr>
          <a:xfrm>
            <a:off x="0" y="0"/>
            <a:ext cx="12190680" cy="68565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sp>
        <p:nvSpPr>
          <p:cNvPr id="413" name="PlaceHolder 1"/>
          <p:cNvSpPr>
            <a:spLocks noGrp="1"/>
          </p:cNvSpPr>
          <p:nvPr>
            <p:ph type="title"/>
          </p:nvPr>
        </p:nvSpPr>
        <p:spPr>
          <a:xfrm>
            <a:off x="1848600" y="3298680"/>
            <a:ext cx="8493480" cy="1783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Installation und Setup</a:t>
            </a:r>
            <a:endParaRPr lang="de-DE" sz="6000" b="0" u="none" strike="noStrike">
              <a:solidFill>
                <a:srgbClr val="000000"/>
              </a:solidFill>
              <a:uFillTx/>
              <a:latin typeface="Arial"/>
            </a:endParaRPr>
          </a:p>
        </p:txBody>
      </p:sp>
      <p:sp>
        <p:nvSpPr>
          <p:cNvPr id="414" name="Oval 14">
            <a:extLst>
              <a:ext uri="{C183D7F6-B498-43B3-948B-1728B52AA6E4}">
                <adec:decorative xmlns:adec="http://schemas.microsoft.com/office/drawing/2017/decorative" val="1"/>
              </a:ext>
            </a:extLst>
          </p:cNvPr>
          <p:cNvSpPr/>
          <p:nvPr/>
        </p:nvSpPr>
        <p:spPr>
          <a:xfrm>
            <a:off x="5025960" y="889200"/>
            <a:ext cx="2138760" cy="2138760"/>
          </a:xfrm>
          <a:prstGeom prst="ellipse">
            <a:avLst/>
          </a:prstGeom>
          <a:solidFill>
            <a:srgbClr val="FFFFFF"/>
          </a:solidFill>
          <a:ln w="19050">
            <a:solidFill>
              <a:srgbClr val="1D9A7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pic>
        <p:nvPicPr>
          <p:cNvPr id="415" name="Graphic 9" descr="Tools"/>
          <p:cNvPicPr/>
          <p:nvPr/>
        </p:nvPicPr>
        <p:blipFill>
          <a:blip>
            <a:extLst>
              <a:ext uri="{96DAC541-7B7A-43D3-8B79-37D633B846F1}">
                <asvg:svgBlip xmlns:asvg="http://schemas.microsoft.com/office/drawing/2016/SVG/main" r:embed="rId2"/>
              </a:ext>
            </a:extLst>
          </a:blip>
          <a:stretch/>
        </p:blipFill>
        <p:spPr>
          <a:xfrm>
            <a:off x="5508360" y="1371600"/>
            <a:ext cx="1173960" cy="1173960"/>
          </a:xfrm>
          <a:prstGeom prst="rect">
            <a:avLst/>
          </a:prstGeom>
          <a:noFill/>
          <a:ln w="0">
            <a:noFill/>
          </a:ln>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16" name="Rectangle 11">
            <a:extLst>
              <a:ext uri="{C183D7F6-B498-43B3-948B-1728B52AA6E4}">
                <adec:decorative xmlns:adec="http://schemas.microsoft.com/office/drawing/2017/decorative" val="1"/>
              </a:ext>
            </a:extLst>
          </p:cNvPr>
          <p:cNvSpPr/>
          <p:nvPr/>
        </p:nvSpPr>
        <p:spPr>
          <a:xfrm>
            <a:off x="0" y="0"/>
            <a:ext cx="5091840" cy="68565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17" name="PlaceHolder 1"/>
          <p:cNvSpPr>
            <a:spLocks noGrp="1"/>
          </p:cNvSpPr>
          <p:nvPr>
            <p:ph type="title"/>
          </p:nvPr>
        </p:nvSpPr>
        <p:spPr>
          <a:xfrm>
            <a:off x="524880" y="620280"/>
            <a:ext cx="3807000" cy="55033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3800" b="0" u="none" strike="noStrike">
                <a:solidFill>
                  <a:schemeClr val="lt1"/>
                </a:solidFill>
                <a:uFillTx/>
                <a:latin typeface="Calibri Light"/>
              </a:rPr>
              <a:t>JavaScript-Grundinstallation</a:t>
            </a:r>
            <a:endParaRPr lang="de-DE" sz="3800" b="0" u="none" strike="noStrike">
              <a:solidFill>
                <a:srgbClr val="000000"/>
              </a:solidFill>
              <a:uFillTx/>
              <a:latin typeface="Arial"/>
            </a:endParaRPr>
          </a:p>
        </p:txBody>
      </p:sp>
      <p:graphicFrame>
        <p:nvGraphicFramePr>
          <p:cNvPr id="6" name="Diagram6"/>
          <p:cNvGraphicFramePr/>
          <p:nvPr>
            <p:extLst>
              <p:ext uri="{D42A27DB-BD31-4B8C-83A1-F6EECF244321}">
                <p14:modId xmlns:p14="http://schemas.microsoft.com/office/powerpoint/2010/main" val="3420338397"/>
              </p:ext>
            </p:extLst>
          </p:nvPr>
        </p:nvGraphicFramePr>
        <p:xfrm>
          <a:off x="5468400" y="620280"/>
          <a:ext cx="6262200" cy="55033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18" name="Rectangle 12">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19" name="Rectangle 14">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0" name="Rectangle 16">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1" name="Rectangle 18">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2" name="Rectangle 20">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3"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3700" b="0" u="none" strike="noStrike">
                <a:solidFill>
                  <a:srgbClr val="FFFFFF"/>
                </a:solidFill>
                <a:uFillTx/>
                <a:latin typeface="Calibri Light"/>
              </a:rPr>
              <a:t>Installation des Angular Command Line Interfaces</a:t>
            </a:r>
            <a:endParaRPr lang="de-DE" sz="3700" b="0" u="none" strike="noStrike">
              <a:solidFill>
                <a:srgbClr val="000000"/>
              </a:solidFill>
              <a:uFillTx/>
              <a:latin typeface="Arial"/>
            </a:endParaRPr>
          </a:p>
        </p:txBody>
      </p:sp>
      <p:sp>
        <p:nvSpPr>
          <p:cNvPr id="424"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1900" b="0" u="none" strike="noStrike" dirty="0" err="1">
                <a:solidFill>
                  <a:schemeClr val="dk1"/>
                </a:solidFill>
                <a:uFillTx/>
                <a:latin typeface="Courier New"/>
              </a:rPr>
              <a:t>npm</a:t>
            </a:r>
            <a:r>
              <a:rPr lang="de-DE" sz="1900" b="0" u="none" strike="noStrike" dirty="0">
                <a:solidFill>
                  <a:schemeClr val="dk1"/>
                </a:solidFill>
                <a:uFillTx/>
                <a:latin typeface="Courier New"/>
              </a:rPr>
              <a:t> </a:t>
            </a:r>
            <a:r>
              <a:rPr lang="de-DE" sz="1900" b="0" u="none" strike="noStrike" dirty="0" err="1">
                <a:solidFill>
                  <a:schemeClr val="dk1"/>
                </a:solidFill>
                <a:uFillTx/>
                <a:latin typeface="Courier New"/>
              </a:rPr>
              <a:t>install</a:t>
            </a:r>
            <a:r>
              <a:rPr lang="de-DE" sz="1900" b="0" u="none" strike="noStrike" dirty="0">
                <a:solidFill>
                  <a:schemeClr val="dk1"/>
                </a:solidFill>
                <a:uFillTx/>
                <a:latin typeface="Courier New"/>
              </a:rPr>
              <a:t> -</a:t>
            </a:r>
            <a:r>
              <a:rPr lang="de-DE" sz="1900" b="0" u="none" strike="noStrike" dirty="0" err="1">
                <a:solidFill>
                  <a:schemeClr val="dk1"/>
                </a:solidFill>
                <a:uFillTx/>
                <a:latin typeface="Courier New"/>
              </a:rPr>
              <a:t>g</a:t>
            </a:r>
            <a:r>
              <a:rPr lang="de-DE" sz="1900" b="0" u="none" strike="noStrike" dirty="0">
                <a:solidFill>
                  <a:schemeClr val="dk1"/>
                </a:solidFill>
                <a:uFillTx/>
                <a:latin typeface="Courier New"/>
              </a:rPr>
              <a:t> @angular/cli</a:t>
            </a:r>
            <a:endParaRPr lang="de-DE" sz="19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900" b="0" u="none" strike="noStrike" dirty="0">
                <a:solidFill>
                  <a:schemeClr val="dk1"/>
                </a:solidFill>
                <a:uFillTx/>
                <a:latin typeface="Calibri"/>
              </a:rPr>
              <a:t>Damit ist der Angular-Projektassistent </a:t>
            </a:r>
            <a:r>
              <a:rPr lang="de-DE" sz="1900" b="0" u="none" strike="noStrike" dirty="0" err="1">
                <a:solidFill>
                  <a:schemeClr val="dk1"/>
                </a:solidFill>
                <a:uFillTx/>
                <a:latin typeface="Courier New"/>
              </a:rPr>
              <a:t>ng</a:t>
            </a:r>
            <a:r>
              <a:rPr lang="de-DE" sz="1900" b="0" u="none" strike="noStrike" dirty="0">
                <a:solidFill>
                  <a:schemeClr val="dk1"/>
                </a:solidFill>
                <a:uFillTx/>
                <a:latin typeface="Calibri"/>
              </a:rPr>
              <a:t> installiert</a:t>
            </a:r>
            <a:endParaRPr lang="de-DE" sz="19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Anlegen eines neuen Projekts</a:t>
            </a:r>
            <a:endParaRPr lang="de-DE" sz="19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1900" b="0" u="none" strike="noStrike" dirty="0" err="1">
                <a:solidFill>
                  <a:schemeClr val="dk1"/>
                </a:solidFill>
                <a:uFillTx/>
                <a:latin typeface="Courier New"/>
              </a:rPr>
              <a:t>ng</a:t>
            </a:r>
            <a:r>
              <a:rPr lang="de-DE" sz="1900" b="0" u="none" strike="noStrike" dirty="0">
                <a:solidFill>
                  <a:schemeClr val="dk1"/>
                </a:solidFill>
                <a:uFillTx/>
                <a:latin typeface="Courier New"/>
              </a:rPr>
              <a:t> </a:t>
            </a:r>
            <a:r>
              <a:rPr lang="de-DE" sz="1900" b="0" u="none" strike="noStrike" dirty="0" err="1">
                <a:solidFill>
                  <a:schemeClr val="dk1"/>
                </a:solidFill>
                <a:uFillTx/>
                <a:latin typeface="Courier New"/>
              </a:rPr>
              <a:t>new</a:t>
            </a:r>
            <a:r>
              <a:rPr lang="de-DE" sz="1900" b="0" u="none" strike="noStrike" dirty="0">
                <a:solidFill>
                  <a:schemeClr val="dk1"/>
                </a:solidFill>
                <a:uFillTx/>
                <a:latin typeface="Courier New"/>
              </a:rPr>
              <a:t> &lt;</a:t>
            </a:r>
            <a:r>
              <a:rPr lang="de-DE" sz="1900" b="0" u="none" strike="noStrike" dirty="0" err="1">
                <a:solidFill>
                  <a:schemeClr val="dk1"/>
                </a:solidFill>
                <a:uFillTx/>
                <a:latin typeface="Courier New"/>
              </a:rPr>
              <a:t>projektname</a:t>
            </a:r>
            <a:r>
              <a:rPr lang="de-DE" sz="1900" b="0" u="none" strike="noStrike" dirty="0">
                <a:solidFill>
                  <a:schemeClr val="dk1"/>
                </a:solidFill>
                <a:uFillTx/>
                <a:latin typeface="Courier New"/>
              </a:rPr>
              <a:t>&gt;</a:t>
            </a:r>
            <a:endParaRPr lang="de-DE" sz="19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Erzeugen neuer Angular-Programmteile</a:t>
            </a:r>
            <a:endParaRPr lang="de-DE" sz="19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Services</a:t>
            </a:r>
            <a:endParaRPr lang="de-DE" sz="19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Direktiven</a:t>
            </a:r>
            <a:endParaRPr lang="de-DE" sz="19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a:t>
            </a:r>
            <a:endParaRPr lang="de-DE" sz="19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900" b="0" u="none" strike="noStrike" dirty="0">
                <a:solidFill>
                  <a:schemeClr val="dk1"/>
                </a:solidFill>
                <a:uFillTx/>
                <a:latin typeface="Calibri"/>
              </a:rPr>
              <a:t>Freunde des </a:t>
            </a:r>
            <a:r>
              <a:rPr lang="de-DE" sz="1900" b="0" u="none" strike="noStrike" dirty="0" err="1">
                <a:solidFill>
                  <a:schemeClr val="dk1"/>
                </a:solidFill>
                <a:uFillTx/>
                <a:latin typeface="Calibri"/>
              </a:rPr>
              <a:t>Handmade</a:t>
            </a:r>
            <a:r>
              <a:rPr lang="de-DE" sz="1900" b="0" u="none" strike="noStrike" dirty="0">
                <a:solidFill>
                  <a:schemeClr val="dk1"/>
                </a:solidFill>
                <a:uFillTx/>
                <a:latin typeface="Calibri"/>
              </a:rPr>
              <a:t> </a:t>
            </a:r>
            <a:r>
              <a:rPr lang="de-DE" sz="1900" b="0" u="none" strike="noStrike" dirty="0" err="1">
                <a:solidFill>
                  <a:schemeClr val="dk1"/>
                </a:solidFill>
                <a:uFillTx/>
                <a:latin typeface="Calibri"/>
              </a:rPr>
              <a:t>Manifesto</a:t>
            </a:r>
            <a:r>
              <a:rPr lang="de-DE" sz="1900" b="0" u="none" strike="noStrike" dirty="0">
                <a:solidFill>
                  <a:schemeClr val="dk1"/>
                </a:solidFill>
                <a:uFillTx/>
                <a:latin typeface="Calibri"/>
              </a:rPr>
              <a:t>:</a:t>
            </a:r>
            <a:endParaRPr lang="de-DE" sz="19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Das Anlegen eines Angular-Projektes kann natürlich auch ohne dieses Werkzeug erfolgen</a:t>
            </a:r>
            <a:endParaRPr lang="de-DE" sz="1900" b="0" u="none" strike="noStrike" dirty="0">
              <a:solidFill>
                <a:srgbClr val="000000"/>
              </a:solidFill>
              <a:uFillTx/>
              <a:latin typeface="Arial"/>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25" name="Rectangle 12">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6" name="Rectangle 14">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7" name="Rectangle 16">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8" name="Rectangle 18">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9" name="Rectangle 20">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30"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Überblick über ng command line</a:t>
            </a:r>
            <a:endParaRPr lang="de-DE" sz="4000" b="0" u="none" strike="noStrike">
              <a:solidFill>
                <a:srgbClr val="000000"/>
              </a:solidFill>
              <a:uFillTx/>
              <a:latin typeface="Arial"/>
            </a:endParaRPr>
          </a:p>
        </p:txBody>
      </p:sp>
      <p:sp>
        <p:nvSpPr>
          <p:cNvPr id="431"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Development server</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serve startet einen Dev-Server (Vite/esbuild) auf http://localhost:4200/</a:t>
            </a:r>
            <a:endParaRPr lang="de-DE" sz="1500" b="0" u="none" strike="noStrike">
              <a:solidFill>
                <a:srgbClr val="000000"/>
              </a:solidFill>
              <a:uFillTx/>
              <a:latin typeface="Arial"/>
            </a:endParaRPr>
          </a:p>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Code Scaffolding</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generate component component-name (standalone ist Default)</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directive|pipe|service|class|guard|interceptor|interface|enum|resolver</a:t>
            </a:r>
            <a:endParaRPr lang="de-DE" sz="1500" b="0" u="none" strike="noStrike">
              <a:solidFill>
                <a:srgbClr val="000000"/>
              </a:solidFill>
              <a:uFillTx/>
              <a:latin typeface="Arial"/>
            </a:endParaRPr>
          </a:p>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Build</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build (Production ist Default, Application Builder mit esbuild)</a:t>
            </a:r>
            <a:endParaRPr lang="de-DE" sz="1500" b="0" u="none" strike="noStrike">
              <a:solidFill>
                <a:srgbClr val="000000"/>
              </a:solidFill>
              <a:uFillTx/>
              <a:latin typeface="Arial"/>
            </a:endParaRPr>
          </a:p>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Unit Tests</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test – neue Projekte ab v21 mit Vitest, Bestandsprojekte mit Karma/Jasmine</a:t>
            </a:r>
            <a:endParaRPr lang="de-DE" sz="1500" b="0" u="none" strike="noStrike">
              <a:solidFill>
                <a:srgbClr val="000000"/>
              </a:solidFill>
              <a:uFillTx/>
              <a:latin typeface="Arial"/>
            </a:endParaRPr>
          </a:p>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End-to-End Tests</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e2e – Runner per ng add hinzufügen, z. B. Cypress oder Playwright</a:t>
            </a:r>
            <a:endParaRPr lang="de-DE" sz="1500" b="0" u="none" strike="noStrike">
              <a:solidFill>
                <a:srgbClr val="000000"/>
              </a:solidFill>
              <a:uFillTx/>
              <a:latin typeface="Arial"/>
            </a:endParaRPr>
          </a:p>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Updates</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update @angular/core @angular/cli – inkl. automatischer Migrationen</a:t>
            </a:r>
            <a:endParaRPr lang="de-DE" sz="1500" b="0" u="none" strike="noStrike">
              <a:solidFill>
                <a:srgbClr val="000000"/>
              </a:solidFill>
              <a:uFillTx/>
              <a:latin typeface="Arial"/>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32" name="Rectangle 7">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433" name="Grafik 432">
            <a:hlinkClick r:id="" action="ppaction://media"/>
          </p:cNvPr>
          <p:cNvPicPr/>
          <p:nvPr>
            <a:videoFile r:link="rId2"/>
            <p:extLst>
              <p:ext uri="{DAA4B4D4-6D71-4841-9C94-3DE7FCFB9230}">
                <p14:media xmlns:p14="http://schemas.microsoft.com/office/powerpoint/2010/main" r:embed="rId1"/>
              </p:ext>
            </p:extLst>
          </p:nvPr>
        </p:nvPicPr>
        <p:blipFill>
          <a:blip r:embed="rId4"/>
          <a:srcRect r="1" b="286"/>
          <a:stretch>
            <a:fillRect/>
          </a:stretch>
        </p:blipFill>
        <p:spPr>
          <a:xfrm>
            <a:off x="-2880" y="0"/>
            <a:ext cx="12190680" cy="6856560"/>
          </a:xfrm>
          <a:prstGeom prst="rect">
            <a:avLst/>
          </a:prstGeom>
          <a:ln w="0">
            <a:noFill/>
          </a:ln>
        </p:spPr>
      </p:pic>
      <p:sp>
        <p:nvSpPr>
          <p:cNvPr id="434" name="Rectangle 9">
            <a:extLst>
              <a:ext uri="{C183D7F6-B498-43B3-948B-1728B52AA6E4}">
                <adec:decorative xmlns:adec="http://schemas.microsoft.com/office/drawing/2017/decorative" val="1"/>
              </a:ext>
            </a:extLst>
          </p:cNvPr>
          <p:cNvSpPr/>
          <p:nvPr/>
        </p:nvSpPr>
        <p:spPr>
          <a:xfrm>
            <a:off x="0" y="2207520"/>
            <a:ext cx="12190680" cy="3160800"/>
          </a:xfrm>
          <a:prstGeom prst="rect">
            <a:avLst/>
          </a:prstGeom>
          <a:gradFill rotWithShape="0">
            <a:gsLst>
              <a:gs pos="0">
                <a:srgbClr val="000000">
                  <a:alpha val="0"/>
                </a:srgbClr>
              </a:gs>
              <a:gs pos="25000">
                <a:srgbClr val="000000">
                  <a:alpha val="15000"/>
                </a:srgbClr>
              </a:gs>
              <a:gs pos="50000">
                <a:srgbClr val="000000">
                  <a:alpha val="30000"/>
                </a:srgbClr>
              </a:gs>
              <a:gs pos="75000">
                <a:srgbClr val="000000">
                  <a:alpha val="15000"/>
                </a:srgbClr>
              </a:gs>
              <a:gs pos="100000">
                <a:srgbClr val="000000">
                  <a:alpha val="0"/>
                </a:srgbClr>
              </a:gs>
            </a:gsLst>
            <a:lin ang="16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35" name="PlaceHolder 1"/>
          <p:cNvSpPr>
            <a:spLocks noGrp="1"/>
          </p:cNvSpPr>
          <p:nvPr>
            <p:ph type="title"/>
          </p:nvPr>
        </p:nvSpPr>
        <p:spPr>
          <a:xfrm>
            <a:off x="1097280" y="325440"/>
            <a:ext cx="10056960" cy="3573360"/>
          </a:xfrm>
          <a:prstGeom prst="rect">
            <a:avLst/>
          </a:prstGeom>
          <a:noFill/>
          <a:ln w="0">
            <a:noFill/>
          </a:ln>
          <a:effectLst>
            <a:outerShdw blurRad="50760" dist="37674" dir="2700000" rotWithShape="0">
              <a:srgbClr val="000000">
                <a:alpha val="40000"/>
              </a:srgbClr>
            </a:outerShdw>
          </a:effectLst>
        </p:spPr>
        <p:txBody>
          <a:bodyPr lIns="91440" tIns="45720" rIns="91440" bIns="45720" anchor="b">
            <a:normAutofit/>
          </a:bodyPr>
          <a:lstStyle/>
          <a:p>
            <a:pPr indent="0" algn="ctr" defTabSz="914400">
              <a:lnSpc>
                <a:spcPct val="90000"/>
              </a:lnSpc>
              <a:buNone/>
              <a:tabLst>
                <a:tab pos="0" algn="l"/>
              </a:tabLst>
            </a:pPr>
            <a:r>
              <a:rPr lang="en-US" sz="5200" b="0" u="none" strike="noStrike">
                <a:solidFill>
                  <a:srgbClr val="FFFFFF"/>
                </a:solidFill>
                <a:uFillTx/>
                <a:latin typeface="Calibri Light"/>
              </a:rPr>
              <a:t>Ein erstes Projekt</a:t>
            </a:r>
            <a:endParaRPr lang="de-DE" sz="5200" b="0" u="none" strike="noStrike">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Class="mediacall" fill="hold" nodeType="afterEffect">
                                  <p:stCondLst>
                                    <p:cond delay="0"/>
                                  </p:stCondLst>
                                  <p:childTnLst>
                                    <p:cmd type="call" cmd="playFrom(0.0)">
                                      <p:cBhvr>
                                        <p:cTn id="6" dur="8597" fill="hold"/>
                                        <p:tgtEl>
                                          <p:spTgt spid="433"/>
                                        </p:tgtEl>
                                      </p:cBhvr>
                                    </p:cmd>
                                  </p:childTnLst>
                                </p:cTn>
                              </p:par>
                            </p:childTnLst>
                          </p:cTn>
                        </p:par>
                      </p:childTnLst>
                    </p:cTn>
                  </p:par>
                </p:childTnLst>
              </p:cTn>
              <p:prevCondLst>
                <p:cond evt="onPrev" delay="0">
                  <p:tgtEl>
                    <p:sldTgt/>
                  </p:tgtEl>
                </p:cond>
              </p:prevCondLst>
              <p:nextCondLst>
                <p:cond evt="onNext" delay="0">
                  <p:tgtEl>
                    <p:sldTgt/>
                  </p:tgtEl>
                </p:cond>
              </p:nextCondLst>
            </p:seq>
            <p:seq>
              <p:cTn id="7" restart="whenNotActive" fill="hold" nodeType="interactiveSeq">
                <p:stCondLst>
                  <p:cond evt="onClick" delay="0">
                    <p:tgtEl>
                      <p:spTgt spid="433"/>
                    </p:tgtEl>
                  </p:cond>
                </p:stCondLst>
                <p:childTnLst>
                  <p:par>
                    <p:cTn id="8" fill="hold">
                      <p:stCondLst>
                        <p:cond evt="onClick" delay="0">
                          <p:tgtEl>
                            <p:spTgt spid="433"/>
                          </p:tgtEl>
                        </p:cond>
                      </p:stCondLst>
                      <p:childTnLst>
                        <p:par>
                          <p:cTn id="9" fill="hold">
                            <p:stCondLst>
                              <p:cond delay="0"/>
                            </p:stCondLst>
                            <p:childTnLst>
                              <p:par>
                                <p:cTn id="10" presetClass="mediacall" fill="hold" nodeType="clickEffect">
                                  <p:stCondLst>
                                    <p:cond delay="0"/>
                                  </p:stCondLst>
                                  <p:childTnLst>
                                    <p:cmd type="call" cmd="togglePause">
                                      <p:cBhvr>
                                        <p:cTn id="11" dur="1" fill="hold"/>
                                        <p:tgtEl>
                                          <p:spTgt spid="43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12" repeatCount="indefinite">
                  <p:stCondLst>
                    <p:cond delay="indefinite"/>
                  </p:stCondLst>
                </p:cTn>
                <p:tgtEl>
                  <p:spTgt spid="433"/>
                </p:tgtEl>
              </p:cMediaNode>
            </p:video>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36" name="Rectangle 15">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37" name="Rectangle 17">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38" name="Rectangle 19">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39" name="Rectangle 21">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40" name="Rectangle 23">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41"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Anlegen des Projekts</a:t>
            </a:r>
            <a:endParaRPr lang="de-DE" sz="4000" b="0" u="none" strike="noStrike">
              <a:solidFill>
                <a:srgbClr val="000000"/>
              </a:solidFill>
              <a:uFillTx/>
              <a:latin typeface="Arial"/>
            </a:endParaRPr>
          </a:p>
        </p:txBody>
      </p:sp>
      <p:sp>
        <p:nvSpPr>
          <p:cNvPr id="442"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ourier New"/>
              </a:rPr>
              <a:t>ng new org.somepackage.angular</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Damit wird ein node-Projekt erzeugt</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Ebenso werden automatisch alle Abhängigkeiten installiert</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Insbesondere TypeScript</a:t>
            </a:r>
            <a:endParaRPr lang="de-DE" sz="2000" b="0" u="none" strike="noStrike">
              <a:solidFill>
                <a:srgbClr val="000000"/>
              </a:solidFill>
              <a:uFillTx/>
              <a:latin typeface="Arial"/>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Projektstruktur</a:t>
            </a:r>
            <a:endParaRPr lang="de-DE" sz="4400" b="0" u="none" strike="noStrike">
              <a:solidFill>
                <a:srgbClr val="000000"/>
              </a:solidFill>
              <a:uFillTx/>
              <a:latin typeface="Arial"/>
            </a:endParaRPr>
          </a:p>
        </p:txBody>
      </p:sp>
      <p:pic>
        <p:nvPicPr>
          <p:cNvPr id="444" name="Picture 2"/>
          <p:cNvPicPr/>
          <p:nvPr/>
        </p:nvPicPr>
        <p:blipFill>
          <a:blip r:embed="rId2"/>
          <a:stretch/>
        </p:blipFill>
        <p:spPr>
          <a:xfrm>
            <a:off x="6935400" y="831600"/>
            <a:ext cx="2070000" cy="5391000"/>
          </a:xfrm>
          <a:prstGeom prst="rect">
            <a:avLst/>
          </a:prstGeom>
          <a:noFill/>
          <a:ln w="0">
            <a:noFill/>
          </a:ln>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45" name="Down Arrow 7">
            <a:extLst>
              <a:ext uri="{C183D7F6-B498-43B3-948B-1728B52AA6E4}">
                <adec:decorative xmlns:adec="http://schemas.microsoft.com/office/drawing/2017/decorative" val="1"/>
              </a:ext>
            </a:extLst>
          </p:cNvPr>
          <p:cNvSpPr/>
          <p:nvPr/>
        </p:nvSpPr>
        <p:spPr>
          <a:xfrm rot="16200000">
            <a:off x="800280" y="1492920"/>
            <a:ext cx="3332160" cy="3497760"/>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46" name="PlaceHolder 1"/>
          <p:cNvSpPr>
            <a:spLocks noGrp="1"/>
          </p:cNvSpPr>
          <p:nvPr>
            <p:ph type="title"/>
          </p:nvPr>
        </p:nvSpPr>
        <p:spPr>
          <a:xfrm>
            <a:off x="1028880" y="1967400"/>
            <a:ext cx="2627640" cy="2545920"/>
          </a:xfrm>
          <a:prstGeom prst="rect">
            <a:avLst/>
          </a:prstGeom>
          <a:noFill/>
          <a:ln w="0">
            <a:noFill/>
          </a:ln>
        </p:spPr>
        <p:txBody>
          <a:bodyPr lIns="91440" tIns="45720" rIns="91440" bIns="45720" anchor="ctr">
            <a:normAutofit/>
          </a:bodyPr>
          <a:lstStyle/>
          <a:p>
            <a:pPr indent="0" algn="ctr" defTabSz="914400">
              <a:lnSpc>
                <a:spcPct val="90000"/>
              </a:lnSpc>
              <a:buNone/>
              <a:tabLst>
                <a:tab pos="0" algn="l"/>
              </a:tabLst>
            </a:pPr>
            <a:r>
              <a:rPr lang="de-DE" sz="3100" b="0" u="none" strike="noStrike">
                <a:solidFill>
                  <a:srgbClr val="FFFFFF"/>
                </a:solidFill>
                <a:uFillTx/>
                <a:latin typeface="Calibri Light"/>
              </a:rPr>
              <a:t>Die Anwendung unter localhost:4200</a:t>
            </a:r>
            <a:endParaRPr lang="de-DE" sz="3100" b="0" u="none" strike="noStrike">
              <a:solidFill>
                <a:srgbClr val="000000"/>
              </a:solidFill>
              <a:uFillTx/>
              <a:latin typeface="Arial"/>
            </a:endParaRPr>
          </a:p>
        </p:txBody>
      </p:sp>
      <p:pic>
        <p:nvPicPr>
          <p:cNvPr id="447" name="Picture 3"/>
          <p:cNvPicPr/>
          <p:nvPr/>
        </p:nvPicPr>
        <p:blipFill>
          <a:blip r:embed="rId2"/>
          <a:stretch/>
        </p:blipFill>
        <p:spPr>
          <a:xfrm>
            <a:off x="4777200" y="1224000"/>
            <a:ext cx="6779160" cy="4406040"/>
          </a:xfrm>
          <a:prstGeom prst="rect">
            <a:avLst/>
          </a:prstGeom>
          <a:noFill/>
          <a:ln w="0">
            <a:noFill/>
          </a:ln>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48" name="Rectangle 24">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49" name="Rectangle 26">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50" name="PlaceHolder 1"/>
          <p:cNvSpPr>
            <a:spLocks noGrp="1"/>
          </p:cNvSpPr>
          <p:nvPr>
            <p:ph type="title"/>
          </p:nvPr>
        </p:nvSpPr>
        <p:spPr>
          <a:xfrm>
            <a:off x="1179720" y="1261440"/>
            <a:ext cx="9828360" cy="132444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4: Erstelle Initiales Projekt</a:t>
            </a:r>
            <a:endParaRPr lang="de-DE" sz="3600" b="0" u="none" strike="noStrike">
              <a:solidFill>
                <a:srgbClr val="000000"/>
              </a:solidFill>
              <a:uFillTx/>
              <a:latin typeface="Arial"/>
            </a:endParaRPr>
          </a:p>
        </p:txBody>
      </p:sp>
      <p:grpSp>
        <p:nvGrpSpPr>
          <p:cNvPr id="451" name="Group 28">
            <a:extLst>
              <a:ext uri="{C183D7F6-B498-43B3-948B-1728B52AA6E4}">
                <adec:decorative xmlns:adec="http://schemas.microsoft.com/office/drawing/2017/decorative" val="1"/>
              </a:ext>
            </a:extLst>
          </p:cNvPr>
          <p:cNvGrpSpPr/>
          <p:nvPr/>
        </p:nvGrpSpPr>
        <p:grpSpPr>
          <a:xfrm>
            <a:off x="-360" y="0"/>
            <a:ext cx="3360960" cy="2521440"/>
            <a:chOff x="-360" y="0"/>
            <a:chExt cx="3360960" cy="2521440"/>
          </a:xfrm>
        </p:grpSpPr>
        <p:sp>
          <p:nvSpPr>
            <p:cNvPr id="452" name="Freeform: Shape 29">
              <a:extLst>
                <a:ext uri="{C183D7F6-B498-43B3-948B-1728B52AA6E4}">
                  <adec:decorative xmlns:adec="http://schemas.microsoft.com/office/drawing/2017/decorative" val="1"/>
                </a:ext>
              </a:extLst>
            </p:cNvPr>
            <p:cNvSpPr/>
            <p:nvPr/>
          </p:nvSpPr>
          <p:spPr>
            <a:xfrm>
              <a:off x="360" y="0"/>
              <a:ext cx="3345480" cy="2326320"/>
            </a:xfrm>
            <a:custGeom>
              <a:avLst/>
              <a:gdLst>
                <a:gd name="textAreaLeft" fmla="*/ 0 w 3345480"/>
                <a:gd name="textAreaRight" fmla="*/ 3346920 w 3345480"/>
                <a:gd name="textAreaTop" fmla="*/ 0 h 2326320"/>
                <a:gd name="textAreaBottom" fmla="*/ 2327760 h 232632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53" name="Freeform: Shape 30">
              <a:extLst>
                <a:ext uri="{C183D7F6-B498-43B3-948B-1728B52AA6E4}">
                  <adec:decorative xmlns:adec="http://schemas.microsoft.com/office/drawing/2017/decorative" val="1"/>
                </a:ext>
              </a:extLst>
            </p:cNvPr>
            <p:cNvSpPr/>
            <p:nvPr/>
          </p:nvSpPr>
          <p:spPr>
            <a:xfrm>
              <a:off x="360" y="0"/>
              <a:ext cx="3345480" cy="2326320"/>
            </a:xfrm>
            <a:custGeom>
              <a:avLst/>
              <a:gdLst>
                <a:gd name="textAreaLeft" fmla="*/ 0 w 3345480"/>
                <a:gd name="textAreaRight" fmla="*/ 3346920 w 3345480"/>
                <a:gd name="textAreaTop" fmla="*/ 0 h 2326320"/>
                <a:gd name="textAreaBottom" fmla="*/ 2327760 h 232632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54" name="Freeform: Shape 31">
              <a:extLst>
                <a:ext uri="{C183D7F6-B498-43B3-948B-1728B52AA6E4}">
                  <adec:decorative xmlns:adec="http://schemas.microsoft.com/office/drawing/2017/decorative" val="1"/>
                </a:ext>
              </a:extLst>
            </p:cNvPr>
            <p:cNvSpPr/>
            <p:nvPr/>
          </p:nvSpPr>
          <p:spPr>
            <a:xfrm>
              <a:off x="-360" y="0"/>
              <a:ext cx="3345840" cy="2345760"/>
            </a:xfrm>
            <a:custGeom>
              <a:avLst/>
              <a:gdLst>
                <a:gd name="textAreaLeft" fmla="*/ 0 w 3345840"/>
                <a:gd name="textAreaRight" fmla="*/ 3347280 w 3345840"/>
                <a:gd name="textAreaTop" fmla="*/ 0 h 2345760"/>
                <a:gd name="textAreaBottom" fmla="*/ 2347200 h 234576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55" name="Freeform: Shape 32">
              <a:extLst>
                <a:ext uri="{C183D7F6-B498-43B3-948B-1728B52AA6E4}">
                  <adec:decorative xmlns:adec="http://schemas.microsoft.com/office/drawing/2017/decorative" val="1"/>
                </a:ext>
              </a:extLst>
            </p:cNvPr>
            <p:cNvSpPr/>
            <p:nvPr/>
          </p:nvSpPr>
          <p:spPr>
            <a:xfrm>
              <a:off x="360" y="0"/>
              <a:ext cx="3360240" cy="2521440"/>
            </a:xfrm>
            <a:custGeom>
              <a:avLst/>
              <a:gdLst>
                <a:gd name="textAreaLeft" fmla="*/ 0 w 3360240"/>
                <a:gd name="textAreaRight" fmla="*/ 3361680 w 3360240"/>
                <a:gd name="textAreaTop" fmla="*/ 0 h 2521440"/>
                <a:gd name="textAreaBottom" fmla="*/ 2522880 h 25214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456" name="PlaceHolder 2"/>
          <p:cNvSpPr>
            <a:spLocks noGrp="1"/>
          </p:cNvSpPr>
          <p:nvPr>
            <p:ph/>
          </p:nvPr>
        </p:nvSpPr>
        <p:spPr>
          <a:xfrm>
            <a:off x="804600" y="2827440"/>
            <a:ext cx="5125320" cy="322632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Öffne ein Terminal</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Installiere, falls noch nicht geschehen, das Angular CLI global (siehe </a:t>
            </a:r>
            <a:r>
              <a:rPr lang="de-DE" sz="1700" b="0" i="1" u="sng" strike="noStrike">
                <a:solidFill>
                  <a:schemeClr val="dk2"/>
                </a:solidFill>
                <a:uFillTx/>
                <a:latin typeface="Calibri"/>
                <a:hlinkClick r:id="rId3"/>
              </a:rPr>
              <a:t>Benötigte Software</a:t>
            </a:r>
            <a:r>
              <a:rPr lang="de-DE" sz="1700" b="0" u="none" strike="noStrike">
                <a:solidFill>
                  <a:schemeClr val="dk2"/>
                </a:solidFill>
                <a:uFillTx/>
                <a:latin typeface="Calibri"/>
              </a:rPr>
              <a:t>)</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Navigiere zu einem Ordner in dem das neues Projekt anzulegen werden soll</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Lege eine neues Projekt an: ng new invoice-app</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Wechsel in das erzeugte Verzeichnis invoice-app</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Führe ng serve aus</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Öffne Anwendung im Browser unter </a:t>
            </a:r>
            <a:r>
              <a:rPr lang="de-DE" sz="1700" b="0" i="1" u="sng" strike="noStrike">
                <a:solidFill>
                  <a:schemeClr val="dk2"/>
                </a:solidFill>
                <a:uFillTx/>
                <a:latin typeface="Calibri"/>
                <a:hlinkClick r:id="rId4"/>
              </a:rPr>
              <a:t>http://localhost:4200</a:t>
            </a:r>
            <a:endParaRPr lang="de-DE" sz="1700" b="0" u="none" strike="noStrike">
              <a:solidFill>
                <a:srgbClr val="000000"/>
              </a:solidFill>
              <a:uFillTx/>
              <a:latin typeface="Arial"/>
            </a:endParaRPr>
          </a:p>
          <a:p>
            <a:pPr indent="0" defTabSz="914400">
              <a:lnSpc>
                <a:spcPct val="90000"/>
              </a:lnSpc>
              <a:spcBef>
                <a:spcPts val="1001"/>
              </a:spcBef>
              <a:buNone/>
              <a:tabLst>
                <a:tab pos="0" algn="l"/>
              </a:tabLst>
            </a:pPr>
            <a:endParaRPr lang="de-DE" sz="1700" b="0" u="none" strike="noStrike">
              <a:solidFill>
                <a:srgbClr val="000000"/>
              </a:solidFill>
              <a:uFillTx/>
              <a:latin typeface="Arial"/>
            </a:endParaRPr>
          </a:p>
        </p:txBody>
      </p:sp>
      <p:grpSp>
        <p:nvGrpSpPr>
          <p:cNvPr id="457" name="Group 34">
            <a:extLst>
              <a:ext uri="{C183D7F6-B498-43B3-948B-1728B52AA6E4}">
                <adec:decorative xmlns:adec="http://schemas.microsoft.com/office/drawing/2017/decorative" val="1"/>
              </a:ext>
            </a:extLst>
          </p:cNvPr>
          <p:cNvGrpSpPr/>
          <p:nvPr/>
        </p:nvGrpSpPr>
        <p:grpSpPr>
          <a:xfrm>
            <a:off x="10332720" y="4705200"/>
            <a:ext cx="1859040" cy="2150280"/>
            <a:chOff x="10332720" y="4705200"/>
            <a:chExt cx="1859040" cy="2150280"/>
          </a:xfrm>
        </p:grpSpPr>
        <p:sp>
          <p:nvSpPr>
            <p:cNvPr id="458" name="Freeform: Shape 35">
              <a:extLst>
                <a:ext uri="{C183D7F6-B498-43B3-948B-1728B52AA6E4}">
                  <adec:decorative xmlns:adec="http://schemas.microsoft.com/office/drawing/2017/decorative" val="1"/>
                </a:ext>
              </a:extLst>
            </p:cNvPr>
            <p:cNvSpPr/>
            <p:nvPr/>
          </p:nvSpPr>
          <p:spPr>
            <a:xfrm rot="16200000" flipV="1">
              <a:off x="10185120" y="4852080"/>
              <a:ext cx="2150280" cy="1855440"/>
            </a:xfrm>
            <a:custGeom>
              <a:avLst/>
              <a:gdLst>
                <a:gd name="textAreaLeft" fmla="*/ 0 w 2150280"/>
                <a:gd name="textAreaRight" fmla="*/ 2151720 w 2150280"/>
                <a:gd name="textAreaTop" fmla="*/ -720 h 1855440"/>
                <a:gd name="textAreaBottom" fmla="*/ 1856160 h 1855440"/>
              </a:gdLst>
              <a:ahLst/>
              <a:cxnLst/>
              <a:rect l="textAreaLeft" t="textAreaTop" r="textAreaRight" b="textAreaBottom"/>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59" name="Freeform: Shape 36">
              <a:extLst>
                <a:ext uri="{C183D7F6-B498-43B3-948B-1728B52AA6E4}">
                  <adec:decorative xmlns:adec="http://schemas.microsoft.com/office/drawing/2017/decorative" val="1"/>
                </a:ext>
              </a:extLst>
            </p:cNvPr>
            <p:cNvSpPr/>
            <p:nvPr/>
          </p:nvSpPr>
          <p:spPr>
            <a:xfrm rot="16200000" flipV="1">
              <a:off x="10293480" y="4956840"/>
              <a:ext cx="2131560" cy="1665000"/>
            </a:xfrm>
            <a:custGeom>
              <a:avLst/>
              <a:gdLst>
                <a:gd name="textAreaLeft" fmla="*/ 0 w 2131560"/>
                <a:gd name="textAreaRight" fmla="*/ 2133000 w 2131560"/>
                <a:gd name="textAreaTop" fmla="*/ 720 h 1665000"/>
                <a:gd name="textAreaBottom" fmla="*/ 1667160 h 1665000"/>
              </a:gdLst>
              <a:ahLst/>
              <a:cxnLst/>
              <a:rect l="textAreaLeft" t="textAreaTop" r="textAreaRight" b="textAreaBottom"/>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0" name="Freeform: Shape 37">
              <a:extLst>
                <a:ext uri="{C183D7F6-B498-43B3-948B-1728B52AA6E4}">
                  <adec:decorative xmlns:adec="http://schemas.microsoft.com/office/drawing/2017/decorative" val="1"/>
                </a:ext>
              </a:extLst>
            </p:cNvPr>
            <p:cNvSpPr/>
            <p:nvPr/>
          </p:nvSpPr>
          <p:spPr>
            <a:xfrm rot="16200000" flipV="1">
              <a:off x="10275840" y="4942800"/>
              <a:ext cx="2138400" cy="1686240"/>
            </a:xfrm>
            <a:custGeom>
              <a:avLst/>
              <a:gdLst>
                <a:gd name="textAreaLeft" fmla="*/ 0 w 2138400"/>
                <a:gd name="textAreaRight" fmla="*/ 2139840 w 2138400"/>
                <a:gd name="textAreaTop" fmla="*/ -720 h 1686240"/>
                <a:gd name="textAreaBottom" fmla="*/ 1686960 h 1686240"/>
              </a:gdLst>
              <a:ahLst/>
              <a:cxnLst/>
              <a:rect l="textAreaLeft" t="textAreaTop" r="textAreaRight" b="textAreaBottom"/>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461" name="Freeform: Shape 38">
              <a:extLst>
                <a:ext uri="{C183D7F6-B498-43B3-948B-1728B52AA6E4}">
                  <adec:decorative xmlns:adec="http://schemas.microsoft.com/office/drawing/2017/decorative" val="1"/>
                </a:ext>
              </a:extLst>
            </p:cNvPr>
            <p:cNvSpPr/>
            <p:nvPr/>
          </p:nvSpPr>
          <p:spPr>
            <a:xfrm rot="16200000" flipV="1">
              <a:off x="10292400" y="4958640"/>
              <a:ext cx="2129760" cy="1661400"/>
            </a:xfrm>
            <a:custGeom>
              <a:avLst/>
              <a:gdLst>
                <a:gd name="textAreaLeft" fmla="*/ 0 w 2129760"/>
                <a:gd name="textAreaRight" fmla="*/ 2131200 w 2129760"/>
                <a:gd name="textAreaTop" fmla="*/ 720 h 1661400"/>
                <a:gd name="textAreaBottom" fmla="*/ 1663560 h 1661400"/>
              </a:gdLst>
              <a:ahLst/>
              <a:cxnLst/>
              <a:rect l="textAreaLeft" t="textAreaTop" r="textAreaRight" b="textAreaBottom"/>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pic>
        <p:nvPicPr>
          <p:cNvPr id="462" name="Graphic 7" descr="Web Design"/>
          <p:cNvPicPr/>
          <p:nvPr/>
        </p:nvPicPr>
        <p:blipFill>
          <a:blip>
            <a:extLst>
              <a:ext uri="{96DAC541-7B7A-43D3-8B79-37D633B846F1}">
                <asvg:svgBlip xmlns:asvg="http://schemas.microsoft.com/office/drawing/2016/SVG/main" r:embed="rId5"/>
              </a:ext>
            </a:extLst>
          </a:blip>
          <a:stretch/>
        </p:blipFill>
        <p:spPr>
          <a:xfrm>
            <a:off x="7297920" y="2837880"/>
            <a:ext cx="3215880" cy="3215880"/>
          </a:xfrm>
          <a:prstGeom prst="rect">
            <a:avLst/>
          </a:prstGeom>
          <a:noFill/>
          <a:ln w="0">
            <a:noFill/>
          </a:ln>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Reload der App im Hintergrund bei Change</a:t>
            </a:r>
            <a:endParaRPr lang="de-DE" sz="4400" b="0" u="none" strike="noStrike">
              <a:solidFill>
                <a:srgbClr val="000000"/>
              </a:solidFill>
              <a:uFillTx/>
              <a:latin typeface="Arial"/>
            </a:endParaRPr>
          </a:p>
        </p:txBody>
      </p:sp>
      <p:sp>
        <p:nvSpPr>
          <p:cNvPr id="46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ng serve –o (observe)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Beispiel:</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Ändern des Seitentitels sowie der Willkommens-Nachricht</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i="1" u="none" strike="noStrike">
                <a:solidFill>
                  <a:schemeClr val="dk1"/>
                </a:solidFill>
                <a:uFillTx/>
                <a:latin typeface="Courier New"/>
              </a:rPr>
              <a:t>src/index.html</a:t>
            </a:r>
            <a:endParaRPr lang="de-DE" sz="20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i="1" u="none" strike="noStrike">
                <a:solidFill>
                  <a:schemeClr val="dk1"/>
                </a:solidFill>
                <a:uFillTx/>
                <a:latin typeface="Courier New"/>
              </a:rPr>
              <a:t>src/app/app.component.html</a:t>
            </a:r>
            <a:endParaRPr lang="de-DE" sz="20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i="1" u="none" strike="noStrike">
                <a:solidFill>
                  <a:schemeClr val="dk1"/>
                </a:solidFill>
                <a:uFillTx/>
                <a:latin typeface="Courier New"/>
              </a:rPr>
              <a:t>src/app/app.component.ts</a:t>
            </a:r>
            <a:endParaRPr lang="de-DE" sz="2000" b="0" u="none" strike="noStrike">
              <a:solidFill>
                <a:srgbClr val="000000"/>
              </a:solidFill>
              <a:uFillTx/>
              <a:latin typeface="Arial"/>
            </a:endParaRPr>
          </a:p>
          <a:p>
            <a:pPr indent="0" defTabSz="914400">
              <a:lnSpc>
                <a:spcPct val="90000"/>
              </a:lnSpc>
              <a:spcBef>
                <a:spcPts val="499"/>
              </a:spcBef>
              <a:buNone/>
              <a:tabLst>
                <a:tab pos="0" algn="l"/>
              </a:tabLst>
            </a:pPr>
            <a:endParaRPr lang="de-DE" sz="2000" b="0" u="none" strike="noStrike">
              <a:solidFill>
                <a:srgbClr val="000000"/>
              </a:solidFill>
              <a:uFillTx/>
              <a:latin typeface="Arial"/>
            </a:endParaRP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65" name="Down Arrow 7">
            <a:extLst>
              <a:ext uri="{C183D7F6-B498-43B3-948B-1728B52AA6E4}">
                <adec:decorative xmlns:adec="http://schemas.microsoft.com/office/drawing/2017/decorative" val="1"/>
              </a:ext>
            </a:extLst>
          </p:cNvPr>
          <p:cNvSpPr/>
          <p:nvPr/>
        </p:nvSpPr>
        <p:spPr>
          <a:xfrm rot="16200000">
            <a:off x="800280" y="1492920"/>
            <a:ext cx="3332160" cy="3497760"/>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6" name="PlaceHolder 1"/>
          <p:cNvSpPr>
            <a:spLocks noGrp="1"/>
          </p:cNvSpPr>
          <p:nvPr>
            <p:ph type="title"/>
          </p:nvPr>
        </p:nvSpPr>
        <p:spPr>
          <a:xfrm>
            <a:off x="1028880" y="1967400"/>
            <a:ext cx="2627640" cy="2545920"/>
          </a:xfrm>
          <a:prstGeom prst="rect">
            <a:avLst/>
          </a:prstGeom>
          <a:noFill/>
          <a:ln w="0">
            <a:noFill/>
          </a:ln>
        </p:spPr>
        <p:txBody>
          <a:bodyPr lIns="91440" tIns="45720" rIns="91440" bIns="45720" anchor="ctr">
            <a:normAutofit/>
          </a:bodyPr>
          <a:lstStyle/>
          <a:p>
            <a:pPr indent="0" algn="ctr" defTabSz="914400">
              <a:lnSpc>
                <a:spcPct val="90000"/>
              </a:lnSpc>
              <a:buNone/>
              <a:tabLst>
                <a:tab pos="0" algn="l"/>
              </a:tabLst>
            </a:pPr>
            <a:r>
              <a:rPr lang="de-DE" sz="3600" b="0" u="none" strike="noStrike">
                <a:solidFill>
                  <a:srgbClr val="FFFFFF"/>
                </a:solidFill>
                <a:uFillTx/>
                <a:latin typeface="Calibri Light"/>
              </a:rPr>
              <a:t>Die aktualisierte Seite</a:t>
            </a:r>
            <a:endParaRPr lang="de-DE" sz="3600" b="0" u="none" strike="noStrike">
              <a:solidFill>
                <a:srgbClr val="000000"/>
              </a:solidFill>
              <a:uFillTx/>
              <a:latin typeface="Arial"/>
            </a:endParaRPr>
          </a:p>
        </p:txBody>
      </p:sp>
      <p:pic>
        <p:nvPicPr>
          <p:cNvPr id="467" name="Picture 2" descr="Angular JS Hello World Example"/>
          <p:cNvPicPr/>
          <p:nvPr/>
        </p:nvPicPr>
        <p:blipFill>
          <a:blip r:embed="rId3"/>
          <a:stretch/>
        </p:blipFill>
        <p:spPr>
          <a:xfrm>
            <a:off x="5988960" y="643320"/>
            <a:ext cx="4356000" cy="5567400"/>
          </a:xfrm>
          <a:prstGeom prst="rect">
            <a:avLst/>
          </a:prstGeom>
          <a:noFill/>
          <a:ln w="0">
            <a:noFill/>
          </a:ln>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dirty="0" err="1">
                <a:solidFill>
                  <a:srgbClr val="FFFFFF"/>
                </a:solidFill>
                <a:latin typeface="Calibri Light"/>
              </a:rPr>
              <a:t>Projektüberblick</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70" name="Rectangle 7">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1" name="Rectangle 9">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2" name="Rectangle 11">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3" name="Rectangle 13">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4" name="Rectangle 15">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5"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Standalone Components</a:t>
            </a:r>
            <a:endParaRPr lang="de-DE" sz="4000" b="0" u="none" strike="noStrike">
              <a:solidFill>
                <a:srgbClr val="000000"/>
              </a:solidFill>
              <a:uFillTx/>
              <a:latin typeface="Arial"/>
            </a:endParaRPr>
          </a:p>
        </p:txBody>
      </p:sp>
      <p:sp>
        <p:nvSpPr>
          <p:cNvPr id="476"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Komponenten, Direktiven und Pipes sind standardmäßig standalone</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standalone: true muss seit Angular 19 nicht mehr angegeben werden</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Kein NgModule zur Deklaration nötig</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Jede Komponente deklariert ihre Abhängigkeiten selbst</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imports: [] direkt in der @Component-Annotation</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Andere Komponenten, Direktiven, Pipes (z. B. RouterLink, FormsModule)</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Für @if / @for ist kein CommonModule nötig</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Vorteile</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Weniger Boilerplate, besseres Tree-Shaking, einfaches Lazy Loading</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NgModules: siehe Legacy-Kapitel am Ende (Übung 25)</a:t>
            </a:r>
            <a:endParaRPr lang="de-DE" sz="2000" b="0" u="none" strike="noStrike">
              <a:solidFill>
                <a:srgbClr val="000000"/>
              </a:solidFill>
              <a:uFillTx/>
              <a:latin typeface="Arial"/>
            </a:endParaRP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77" name="Rectangle 12">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8" name="Rectangle 14">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9" name="Rectangle 16">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0" name="Rectangle 18">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1" name="Rectangle 20">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2"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Übersicht der Dateien eines Projekts</a:t>
            </a:r>
            <a:endParaRPr lang="de-DE" sz="4000" b="0" u="none" strike="noStrike">
              <a:solidFill>
                <a:srgbClr val="000000"/>
              </a:solidFill>
              <a:uFillTx/>
              <a:latin typeface="Arial"/>
            </a:endParaRPr>
          </a:p>
        </p:txBody>
      </p:sp>
      <p:sp>
        <p:nvSpPr>
          <p:cNvPr id="483"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index.html</a:t>
            </a:r>
            <a:endParaRPr lang="de-DE" sz="1600" b="0" u="none" strike="noStrike" dirty="0">
              <a:solidFill>
                <a:srgbClr val="000000"/>
              </a:solidFill>
              <a:uFillTx/>
              <a:latin typeface="Arial"/>
            </a:endParaRPr>
          </a:p>
          <a:p>
            <a:pPr marL="444600" lvl="2" indent="-270000" defTabSz="914400">
              <a:lnSpc>
                <a:spcPct val="90000"/>
              </a:lnSpc>
              <a:spcBef>
                <a:spcPts val="528"/>
              </a:spcBef>
              <a:buClr>
                <a:srgbClr val="B51621"/>
              </a:buClr>
              <a:buFont typeface="Arial"/>
              <a:buChar char="•"/>
            </a:pPr>
            <a:r>
              <a:rPr lang="de-DE" sz="1600" b="0" u="none" strike="noStrike" dirty="0">
                <a:solidFill>
                  <a:schemeClr val="dk1"/>
                </a:solidFill>
                <a:uFillTx/>
                <a:latin typeface="Calibri"/>
              </a:rPr>
              <a:t>Die Hauptseite</a:t>
            </a:r>
            <a:endParaRPr lang="de-DE" sz="1600" b="0" u="none" strike="noStrike" dirty="0">
              <a:solidFill>
                <a:srgbClr val="000000"/>
              </a:solidFill>
              <a:uFillTx/>
              <a:latin typeface="Arial"/>
            </a:endParaRPr>
          </a:p>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src/main.ts</a:t>
            </a:r>
            <a:endParaRPr lang="de-DE" sz="1600" b="0" u="none" strike="noStrike" dirty="0">
              <a:solidFill>
                <a:srgbClr val="000000"/>
              </a:solidFill>
              <a:uFillTx/>
              <a:latin typeface="Arial"/>
            </a:endParaRPr>
          </a:p>
          <a:p>
            <a:pPr marL="685800" lvl="1" indent="-228600" defTabSz="914400">
              <a:lnSpc>
                <a:spcPct val="90000"/>
              </a:lnSpc>
              <a:spcBef>
                <a:spcPts val="439"/>
              </a:spcBef>
              <a:buClr>
                <a:srgbClr val="000000"/>
              </a:buClr>
              <a:buFont typeface="Arial"/>
              <a:buChar char="•"/>
            </a:pPr>
            <a:r>
              <a:rPr lang="de-DE" sz="1600" b="0" i="1" u="none" strike="noStrike" dirty="0">
                <a:solidFill>
                  <a:schemeClr val="dk1"/>
                </a:solidFill>
                <a:uFillTx/>
                <a:latin typeface="Calibri"/>
              </a:rPr>
              <a:t>Start der Anwendung per bootstrapApplication – ersetzt app.module.ts. Module siehe Projekt 25 (Legacy)</a:t>
            </a:r>
            <a:endParaRPr lang="de-DE" sz="1600" b="0" i="1" u="none" strike="noStrike" dirty="0">
              <a:solidFill>
                <a:srgbClr val="000000"/>
              </a:solidFill>
              <a:uFillTx/>
              <a:latin typeface="Arial"/>
            </a:endParaRPr>
          </a:p>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app.component.ts</a:t>
            </a:r>
            <a:endParaRPr lang="de-DE" sz="1600" b="0" u="none" strike="noStrike" dirty="0">
              <a:solidFill>
                <a:srgbClr val="000000"/>
              </a:solidFill>
              <a:uFillTx/>
              <a:latin typeface="Arial"/>
            </a:endParaRPr>
          </a:p>
          <a:p>
            <a:pPr marL="685800" lvl="1" indent="-228600" defTabSz="914400">
              <a:lnSpc>
                <a:spcPct val="90000"/>
              </a:lnSpc>
              <a:spcBef>
                <a:spcPts val="439"/>
              </a:spcBef>
              <a:buClr>
                <a:srgbClr val="000000"/>
              </a:buClr>
              <a:buFont typeface="Arial"/>
              <a:buChar char="•"/>
            </a:pPr>
            <a:r>
              <a:rPr lang="de-DE" sz="1600" b="0" u="none" strike="noStrike" dirty="0">
                <a:solidFill>
                  <a:schemeClr val="dk1"/>
                </a:solidFill>
                <a:uFillTx/>
                <a:latin typeface="Calibri"/>
              </a:rPr>
              <a:t>Definition des dynamischen Anteils einer Komponente mit </a:t>
            </a:r>
            <a:r>
              <a:rPr lang="de-DE" sz="1600" b="0" u="none" strike="noStrike" dirty="0" err="1">
                <a:solidFill>
                  <a:schemeClr val="dk1"/>
                </a:solidFill>
                <a:uFillTx/>
                <a:latin typeface="Calibri"/>
              </a:rPr>
              <a:t>TypeScript</a:t>
            </a:r>
            <a:endParaRPr lang="de-DE" sz="1600" b="0" u="none" strike="noStrike" dirty="0">
              <a:solidFill>
                <a:srgbClr val="000000"/>
              </a:solidFill>
              <a:uFillTx/>
              <a:latin typeface="Arial"/>
            </a:endParaRPr>
          </a:p>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app.component.html</a:t>
            </a:r>
            <a:endParaRPr lang="de-DE" sz="1600" b="0" u="none" strike="noStrike" dirty="0">
              <a:solidFill>
                <a:srgbClr val="000000"/>
              </a:solidFill>
              <a:uFillTx/>
              <a:latin typeface="Arial"/>
            </a:endParaRPr>
          </a:p>
          <a:p>
            <a:pPr marL="685800" lvl="1" indent="-228600" defTabSz="914400">
              <a:lnSpc>
                <a:spcPct val="90000"/>
              </a:lnSpc>
              <a:spcBef>
                <a:spcPts val="439"/>
              </a:spcBef>
              <a:buClr>
                <a:srgbClr val="000000"/>
              </a:buClr>
              <a:buFont typeface="Arial"/>
              <a:buChar char="•"/>
            </a:pPr>
            <a:r>
              <a:rPr lang="de-DE" sz="1600" b="0" u="none" strike="noStrike" dirty="0">
                <a:solidFill>
                  <a:schemeClr val="dk1"/>
                </a:solidFill>
                <a:uFillTx/>
                <a:latin typeface="Calibri"/>
              </a:rPr>
              <a:t>Definition des HTML-Templates einer Komponente</a:t>
            </a:r>
            <a:endParaRPr lang="de-DE" sz="1600" b="0" u="none" strike="noStrike" dirty="0">
              <a:solidFill>
                <a:srgbClr val="000000"/>
              </a:solidFill>
              <a:uFillTx/>
              <a:latin typeface="Arial"/>
            </a:endParaRPr>
          </a:p>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app.component.css</a:t>
            </a:r>
            <a:endParaRPr lang="de-DE" sz="1600" b="0" u="none" strike="noStrike" dirty="0">
              <a:solidFill>
                <a:srgbClr val="000000"/>
              </a:solidFill>
              <a:uFillTx/>
              <a:latin typeface="Arial"/>
            </a:endParaRPr>
          </a:p>
          <a:p>
            <a:pPr marL="685800" lvl="1" indent="-228600" defTabSz="914400">
              <a:lnSpc>
                <a:spcPct val="90000"/>
              </a:lnSpc>
              <a:spcBef>
                <a:spcPts val="439"/>
              </a:spcBef>
              <a:buClr>
                <a:srgbClr val="000000"/>
              </a:buClr>
              <a:buFont typeface="Arial"/>
              <a:buChar char="•"/>
            </a:pPr>
            <a:r>
              <a:rPr lang="de-DE" sz="1600" b="0" u="none" strike="noStrike" dirty="0">
                <a:solidFill>
                  <a:schemeClr val="dk1"/>
                </a:solidFill>
                <a:uFillTx/>
                <a:latin typeface="Calibri"/>
              </a:rPr>
              <a:t>Stylesheet der Komponente</a:t>
            </a:r>
            <a:endParaRPr lang="de-DE" sz="1600" b="0" u="none" strike="noStrike" dirty="0">
              <a:solidFill>
                <a:srgbClr val="000000"/>
              </a:solidFill>
              <a:uFillTx/>
              <a:latin typeface="Arial"/>
            </a:endParaRPr>
          </a:p>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app.component.spec.ts</a:t>
            </a:r>
            <a:endParaRPr lang="de-DE" sz="1600" b="0" u="none" strike="noStrike" dirty="0">
              <a:solidFill>
                <a:srgbClr val="000000"/>
              </a:solidFill>
              <a:uFillTx/>
              <a:latin typeface="Arial"/>
            </a:endParaRPr>
          </a:p>
          <a:p>
            <a:pPr marL="685800" lvl="1" indent="-228600" defTabSz="914400">
              <a:lnSpc>
                <a:spcPct val="90000"/>
              </a:lnSpc>
              <a:spcBef>
                <a:spcPts val="439"/>
              </a:spcBef>
              <a:buClr>
                <a:srgbClr val="000000"/>
              </a:buClr>
              <a:buFont typeface="Arial"/>
              <a:buChar char="•"/>
            </a:pPr>
            <a:r>
              <a:rPr lang="de-DE" sz="1600" b="0" u="none" strike="noStrike" dirty="0">
                <a:solidFill>
                  <a:schemeClr val="dk1"/>
                </a:solidFill>
                <a:uFillTx/>
                <a:latin typeface="Calibri"/>
              </a:rPr>
              <a:t>Definition von Unit-Tests (Vitest bzw. Jasmine/Karma)</a:t>
            </a:r>
            <a:endParaRPr lang="de-DE" sz="1600" b="0" u="none" strike="noStrike" dirty="0">
              <a:solidFill>
                <a:srgbClr val="000000"/>
              </a:solidFill>
              <a:uFillTx/>
              <a:latin typeface="Arial"/>
            </a:endParaRPr>
          </a:p>
          <a:p>
            <a:pPr indent="0" defTabSz="914400">
              <a:lnSpc>
                <a:spcPct val="90000"/>
              </a:lnSpc>
              <a:spcBef>
                <a:spcPts val="880"/>
              </a:spcBef>
              <a:buNone/>
              <a:tabLst>
                <a:tab pos="0" algn="l"/>
              </a:tabLst>
            </a:pPr>
            <a:endParaRPr lang="de-DE" sz="1600" b="0" u="none" strike="noStrike" dirty="0">
              <a:solidFill>
                <a:srgbClr val="000000"/>
              </a:solidFill>
              <a:uFillTx/>
              <a:latin typeface="Arial"/>
            </a:endParaRP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84" name="Rectangle 70">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5" name="PlaceHolder 1"/>
          <p:cNvSpPr>
            <a:spLocks noGrp="1"/>
          </p:cNvSpPr>
          <p:nvPr>
            <p:ph type="title"/>
          </p:nvPr>
        </p:nvSpPr>
        <p:spPr>
          <a:xfrm>
            <a:off x="838080" y="557280"/>
            <a:ext cx="10514160" cy="1132200"/>
          </a:xfrm>
          <a:prstGeom prst="rect">
            <a:avLst/>
          </a:prstGeom>
          <a:noFill/>
          <a:ln w="0">
            <a:noFill/>
          </a:ln>
        </p:spPr>
        <p:txBody>
          <a:bodyPr lIns="91440" tIns="45720" rIns="91440" bIns="45720" anchor="ctr">
            <a:normAutofit fontScale="90000"/>
          </a:bodyPr>
          <a:lstStyle/>
          <a:p>
            <a:pPr indent="0" algn="ctr" defTabSz="914400">
              <a:lnSpc>
                <a:spcPct val="90000"/>
              </a:lnSpc>
              <a:buNone/>
              <a:tabLst>
                <a:tab pos="0" algn="l"/>
              </a:tabLst>
            </a:pPr>
            <a:r>
              <a:rPr lang="en-US" sz="5200" b="0" u="none" strike="noStrike" dirty="0" err="1">
                <a:solidFill>
                  <a:schemeClr val="dk1"/>
                </a:solidFill>
                <a:uFillTx/>
                <a:latin typeface="Calibri Light"/>
              </a:rPr>
              <a:t>Referenz</a:t>
            </a:r>
            <a:r>
              <a:rPr lang="en-US" sz="5200" b="0" u="none" strike="noStrike" dirty="0">
                <a:solidFill>
                  <a:schemeClr val="dk1"/>
                </a:solidFill>
                <a:uFillTx/>
                <a:latin typeface="Calibri Light"/>
              </a:rPr>
              <a:t> auf </a:t>
            </a:r>
            <a:r>
              <a:rPr lang="en-US" sz="5200" dirty="0">
                <a:solidFill>
                  <a:schemeClr val="dk1"/>
                </a:solidFill>
                <a:latin typeface="Calibri Light"/>
              </a:rPr>
              <a:t>Bootstrap Component</a:t>
            </a:r>
            <a:r>
              <a:rPr lang="en-US" sz="5200" b="0" u="none" strike="noStrike" dirty="0">
                <a:solidFill>
                  <a:schemeClr val="dk1"/>
                </a:solidFill>
                <a:uFillTx/>
                <a:latin typeface="Calibri Light"/>
              </a:rPr>
              <a:t> in Index-</a:t>
            </a:r>
            <a:r>
              <a:rPr lang="en-US" sz="5200" b="0" u="none" strike="noStrike" dirty="0" err="1">
                <a:solidFill>
                  <a:schemeClr val="dk1"/>
                </a:solidFill>
                <a:uFillTx/>
                <a:latin typeface="Calibri Light"/>
              </a:rPr>
              <a:t>Seite</a:t>
            </a:r>
            <a:endParaRPr lang="de-DE" sz="5200" b="0" u="none" strike="noStrike" dirty="0">
              <a:solidFill>
                <a:srgbClr val="000000"/>
              </a:solidFill>
              <a:uFillTx/>
              <a:latin typeface="Arial"/>
            </a:endParaRPr>
          </a:p>
        </p:txBody>
      </p:sp>
      <p:cxnSp>
        <p:nvCxnSpPr>
          <p:cNvPr id="486" name="Gerade Verbindung mit Pfeil 8"/>
          <p:cNvCxnSpPr/>
          <p:nvPr/>
        </p:nvCxnSpPr>
        <p:spPr>
          <a:xfrm flipH="1" flipV="1">
            <a:off x="4102200" y="4584240"/>
            <a:ext cx="1892160" cy="545040"/>
          </a:xfrm>
          <a:prstGeom prst="straightConnector1">
            <a:avLst/>
          </a:prstGeom>
          <a:ln w="0">
            <a:solidFill>
              <a:srgbClr val="1D9A78"/>
            </a:solidFill>
            <a:tailEnd type="triangle" w="med" len="med"/>
          </a:ln>
        </p:spPr>
      </p:cxnSp>
      <p:grpSp>
        <p:nvGrpSpPr>
          <p:cNvPr id="487" name="Gruppieren 6"/>
          <p:cNvGrpSpPr/>
          <p:nvPr/>
        </p:nvGrpSpPr>
        <p:grpSpPr>
          <a:xfrm>
            <a:off x="2859120" y="1828800"/>
            <a:ext cx="6472800" cy="4350960"/>
            <a:chOff x="2859120" y="1828800"/>
            <a:chExt cx="6472800" cy="4350960"/>
          </a:xfrm>
        </p:grpSpPr>
        <p:pic>
          <p:nvPicPr>
            <p:cNvPr id="488" name="Picture 2"/>
            <p:cNvPicPr/>
            <p:nvPr/>
          </p:nvPicPr>
          <p:blipFill>
            <a:blip r:embed="rId2"/>
            <a:stretch/>
          </p:blipFill>
          <p:spPr>
            <a:xfrm>
              <a:off x="2859120" y="1828800"/>
              <a:ext cx="6472800" cy="3276000"/>
            </a:xfrm>
            <a:prstGeom prst="rect">
              <a:avLst/>
            </a:prstGeom>
            <a:noFill/>
            <a:ln w="0">
              <a:noFill/>
            </a:ln>
          </p:spPr>
        </p:pic>
        <p:sp>
          <p:nvSpPr>
            <p:cNvPr id="489" name="Legende mit Linie 1 5"/>
            <p:cNvSpPr/>
            <p:nvPr/>
          </p:nvSpPr>
          <p:spPr>
            <a:xfrm>
              <a:off x="6876720" y="4659480"/>
              <a:ext cx="2159640" cy="1520280"/>
            </a:xfrm>
            <a:prstGeom prst="borderCallout1">
              <a:avLst>
                <a:gd name="adj1" fmla="val 18750"/>
                <a:gd name="adj2" fmla="val -8333"/>
                <a:gd name="adj3" fmla="val -13509"/>
                <a:gd name="adj4" fmla="val -68600"/>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rmAutofit/>
            </a:bodyPr>
            <a:lstStyle/>
            <a:p>
              <a:pPr algn="ctr" defTabSz="914400">
                <a:lnSpc>
                  <a:spcPct val="90000"/>
                </a:lnSpc>
                <a:spcAft>
                  <a:spcPts val="601"/>
                </a:spcAft>
              </a:pPr>
              <a:r>
                <a:rPr lang="de-DE" sz="2400" b="0" u="none" strike="noStrike">
                  <a:solidFill>
                    <a:schemeClr val="dk1"/>
                  </a:solidFill>
                  <a:uFillTx/>
                  <a:latin typeface="Calibri"/>
                </a:rPr>
                <a:t>Der Einstiegspunkt für Angular</a:t>
              </a:r>
              <a:endParaRPr lang="de-DE" sz="2400" b="0" u="none" strike="noStrike">
                <a:solidFill>
                  <a:srgbClr val="000000"/>
                </a:solidFill>
                <a:uFillTx/>
                <a:latin typeface="Arial"/>
              </a:endParaRPr>
            </a:p>
          </p:txBody>
        </p:sp>
      </p:grpSp>
      <p:cxnSp>
        <p:nvCxnSpPr>
          <p:cNvPr id="490" name="Gerade Verbindung mit Pfeil 11"/>
          <p:cNvCxnSpPr/>
          <p:nvPr/>
        </p:nvCxnSpPr>
        <p:spPr>
          <a:xfrm flipH="1" flipV="1">
            <a:off x="5348520" y="4458960"/>
            <a:ext cx="1529280" cy="648360"/>
          </a:xfrm>
          <a:prstGeom prst="straightConnector1">
            <a:avLst/>
          </a:prstGeom>
          <a:ln w="0">
            <a:solidFill>
              <a:srgbClr val="1D9A78"/>
            </a:solidFill>
            <a:tailEnd type="triangle" w="med" len="med"/>
          </a:ln>
        </p:spPr>
      </p:cxn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Component-Annotation</a:t>
            </a:r>
            <a:endParaRPr lang="de-DE" sz="4400" b="0" u="none" strike="noStrike">
              <a:solidFill>
                <a:srgbClr val="000000"/>
              </a:solidFill>
              <a:uFillTx/>
              <a:latin typeface="Arial"/>
            </a:endParaRPr>
          </a:p>
        </p:txBody>
      </p:sp>
      <p:sp>
        <p:nvSpPr>
          <p:cNvPr id="49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1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Eine Component ist eine TypeScript-Klasse mit der </a:t>
            </a:r>
            <a:r>
              <a:rPr lang="de-DE" sz="2800" b="0" u="none" strike="noStrike">
                <a:solidFill>
                  <a:schemeClr val="dk1"/>
                </a:solidFill>
                <a:uFillTx/>
                <a:latin typeface="Courier New"/>
              </a:rPr>
              <a:t>@Component</a:t>
            </a:r>
            <a:r>
              <a:rPr lang="de-DE" sz="2800" b="0" u="none" strike="noStrike">
                <a:solidFill>
                  <a:schemeClr val="dk1"/>
                </a:solidFill>
                <a:uFillTx/>
                <a:latin typeface="Calibri"/>
              </a:rPr>
              <a:t>-Annotation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Annotationen enthalten Metadaten, die der Klasse zugeordnet werden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Diese müssen von einem Framework interpretiert werden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Annotationen sind damit so etwas wie statische Eigenschaften einer Klasse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Allerdings sind diese syntaktisch nicht Bestandteil der Klassendeklaration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Damit ergibt sich eine sauber Trennung</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Eine typische Component definiert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Den Selector als Bezug zum Template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 Lokation des Templates</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Vollständige Liste unter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i="1" u="none" strike="noStrike">
                <a:solidFill>
                  <a:schemeClr val="dk1"/>
                </a:solidFill>
                <a:uFillTx/>
                <a:latin typeface="Courier New"/>
              </a:rPr>
              <a:t>https://angular.io/api/core/Component</a:t>
            </a:r>
            <a:endParaRPr lang="de-DE" sz="2400" b="0" u="none" strike="noStrike">
              <a:solidFill>
                <a:srgbClr val="000000"/>
              </a:solidFill>
              <a:uFillTx/>
              <a:latin typeface="Arial"/>
            </a:endParaRP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Aufgabe der Component</a:t>
            </a:r>
            <a:endParaRPr lang="de-DE" sz="4400" b="0" u="none" strike="noStrike">
              <a:solidFill>
                <a:srgbClr val="000000"/>
              </a:solidFill>
              <a:uFillTx/>
              <a:latin typeface="Arial"/>
            </a:endParaRPr>
          </a:p>
        </p:txBody>
      </p:sp>
      <p:sp>
        <p:nvSpPr>
          <p:cNvPr id="49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Eigenschaften der Component-Klasse dienen als Schnittstelle zum HTML-Code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Werte werden über Interpolation oder Direktiven gebunden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Funktionen dienen als Event-Handler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Bei Bedarf implementiert die Component-Klasse Lifecycle-Funktionen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ngOnChanges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ngOnInit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i="1" u="none" strike="noStrike">
                <a:solidFill>
                  <a:schemeClr val="dk1"/>
                </a:solidFill>
                <a:uFillTx/>
                <a:latin typeface="Courier New"/>
              </a:rPr>
              <a:t>https://angular.io/guide/lifecycle-hooks</a:t>
            </a:r>
            <a:endParaRPr lang="de-DE" sz="2400" b="0" u="none" strike="noStrike">
              <a:solidFill>
                <a:srgbClr val="000000"/>
              </a:solidFill>
              <a:uFillTx/>
              <a:latin typeface="Arial"/>
            </a:endParaRP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dirty="0">
                <a:solidFill>
                  <a:schemeClr val="dk1"/>
                </a:solidFill>
                <a:uFillTx/>
                <a:latin typeface="Calibri Light"/>
              </a:rPr>
              <a:t>Beispiel: </a:t>
            </a:r>
            <a:r>
              <a:rPr lang="de-DE" sz="4400" b="0" u="none" strike="noStrike" dirty="0" err="1">
                <a:solidFill>
                  <a:schemeClr val="dk1"/>
                </a:solidFill>
                <a:uFillTx/>
                <a:latin typeface="Calibri Light"/>
              </a:rPr>
              <a:t>Component</a:t>
            </a:r>
            <a:r>
              <a:rPr lang="de-DE" sz="4400" b="0" u="none" strike="noStrike" dirty="0">
                <a:solidFill>
                  <a:schemeClr val="dk1"/>
                </a:solidFill>
                <a:uFillTx/>
                <a:latin typeface="Calibri Light"/>
              </a:rPr>
              <a:t> Klasse</a:t>
            </a:r>
            <a:endParaRPr lang="de-DE" sz="4400" b="0" u="none" strike="noStrike" dirty="0">
              <a:solidFill>
                <a:srgbClr val="000000"/>
              </a:solidFill>
              <a:uFillTx/>
              <a:latin typeface="Arial"/>
            </a:endParaRPr>
          </a:p>
        </p:txBody>
      </p:sp>
      <p:sp>
        <p:nvSpPr>
          <p:cNvPr id="49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1800" b="0" u="none" strike="noStrike">
                <a:solidFill>
                  <a:srgbClr val="0033B3"/>
                </a:solidFill>
                <a:uFillTx/>
                <a:latin typeface="Calibri"/>
              </a:rPr>
              <a:t>import </a:t>
            </a:r>
            <a:r>
              <a:rPr lang="de-DE" sz="1800" b="0" u="none" strike="noStrike">
                <a:solidFill>
                  <a:schemeClr val="dk1"/>
                </a:solidFill>
                <a:uFillTx/>
                <a:latin typeface="Calibri"/>
              </a:rPr>
              <a:t>{</a:t>
            </a:r>
            <a:r>
              <a:rPr lang="de-DE" sz="1800" b="0" u="none" strike="noStrike">
                <a:solidFill>
                  <a:srgbClr val="000000"/>
                </a:solidFill>
                <a:uFillTx/>
                <a:latin typeface="Calibri"/>
              </a:rPr>
              <a:t>ApplicationRef</a:t>
            </a:r>
            <a:r>
              <a:rPr lang="de-DE" sz="1800" b="0" u="none" strike="noStrike">
                <a:solidFill>
                  <a:schemeClr val="dk1"/>
                </a:solidFill>
                <a:uFillTx/>
                <a:latin typeface="Calibri"/>
              </a:rPr>
              <a:t>, </a:t>
            </a:r>
            <a:r>
              <a:rPr lang="de-DE" sz="1800" b="0" u="none" strike="noStrike">
                <a:solidFill>
                  <a:srgbClr val="830091"/>
                </a:solidFill>
                <a:uFillTx/>
                <a:latin typeface="Calibri"/>
              </a:rPr>
              <a:t>Component</a:t>
            </a:r>
            <a:r>
              <a:rPr lang="de-DE" sz="1800" b="0" u="none" strike="noStrike">
                <a:solidFill>
                  <a:schemeClr val="dk1"/>
                </a:solidFill>
                <a:uFillTx/>
                <a:latin typeface="Calibri"/>
              </a:rPr>
              <a:t>, </a:t>
            </a:r>
            <a:r>
              <a:rPr lang="de-DE" sz="1800" b="0" u="none" strike="noStrike">
                <a:solidFill>
                  <a:srgbClr val="000000"/>
                </a:solidFill>
                <a:uFillTx/>
                <a:latin typeface="Calibri"/>
              </a:rPr>
              <a:t>OnDestroy</a:t>
            </a:r>
            <a:r>
              <a:rPr lang="de-DE" sz="1800" b="0" u="none" strike="noStrike">
                <a:solidFill>
                  <a:schemeClr val="dk1"/>
                </a:solidFill>
                <a:uFillTx/>
                <a:latin typeface="Calibri"/>
              </a:rPr>
              <a:t>, </a:t>
            </a:r>
            <a:r>
              <a:rPr lang="de-DE" sz="1800" b="0" u="none" strike="noStrike">
                <a:solidFill>
                  <a:srgbClr val="000000"/>
                </a:solidFill>
                <a:uFillTx/>
                <a:latin typeface="Calibri"/>
              </a:rPr>
              <a:t>OnInit</a:t>
            </a:r>
            <a:r>
              <a:rPr lang="de-DE" sz="1800" b="0" u="none" strike="noStrike">
                <a:solidFill>
                  <a:schemeClr val="dk1"/>
                </a:solidFill>
                <a:uFillTx/>
                <a:latin typeface="Calibri"/>
              </a:rPr>
              <a:t>} </a:t>
            </a:r>
            <a:r>
              <a:rPr lang="de-DE" sz="1800" b="0" u="none" strike="noStrike">
                <a:solidFill>
                  <a:srgbClr val="0033B3"/>
                </a:solidFill>
                <a:uFillTx/>
                <a:latin typeface="Calibri"/>
              </a:rPr>
              <a:t>from </a:t>
            </a:r>
            <a:r>
              <a:rPr lang="de-DE" sz="1800" b="0" u="none" strike="noStrike">
                <a:solidFill>
                  <a:srgbClr val="067D17"/>
                </a:solidFill>
                <a:uFillTx/>
                <a:latin typeface="Calibri"/>
              </a:rPr>
              <a:t>"@angular/core"</a:t>
            </a:r>
            <a:r>
              <a:rPr lang="de-DE" sz="1800" b="0" u="none" strike="noStrike">
                <a:solidFill>
                  <a:schemeClr val="dk1"/>
                </a:solidFill>
                <a:uFillTx/>
                <a:latin typeface="Calibri"/>
              </a:rPr>
              <a:t>;</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r>
              <a:rPr lang="de-DE" sz="1800" b="0" u="none" strike="noStrike">
                <a:solidFill>
                  <a:srgbClr val="9E880D"/>
                </a:solidFill>
                <a:uFillTx/>
                <a:latin typeface="Calibri"/>
              </a:rPr>
              <a:t>@Component</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selector</a:t>
            </a:r>
            <a:r>
              <a:rPr lang="de-DE" sz="1800" b="0" u="none" strike="noStrike">
                <a:solidFill>
                  <a:schemeClr val="dk1"/>
                </a:solidFill>
                <a:uFillTx/>
                <a:latin typeface="Calibri"/>
              </a:rPr>
              <a:t>: </a:t>
            </a:r>
            <a:r>
              <a:rPr lang="de-DE" sz="1800" b="0" u="none" strike="noStrike">
                <a:solidFill>
                  <a:srgbClr val="067D17"/>
                </a:solidFill>
                <a:uFillTx/>
                <a:latin typeface="Calibri"/>
              </a:rPr>
              <a:t>“app-root"</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templateUrl</a:t>
            </a:r>
            <a:r>
              <a:rPr lang="de-DE" sz="1800" b="0" u="none" strike="noStrike">
                <a:solidFill>
                  <a:schemeClr val="dk1"/>
                </a:solidFill>
                <a:uFillTx/>
                <a:latin typeface="Calibri"/>
              </a:rPr>
              <a:t>: </a:t>
            </a:r>
            <a:r>
              <a:rPr lang="de-DE" sz="1800" b="0" u="none" strike="noStrike">
                <a:solidFill>
                  <a:srgbClr val="067D17"/>
                </a:solidFill>
                <a:uFillTx/>
                <a:latin typeface="Calibri"/>
              </a:rPr>
              <a:t>"./app.component.html"</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styleUrls</a:t>
            </a:r>
            <a:r>
              <a:rPr lang="de-DE" sz="1800" b="0" u="none" strike="noStrike">
                <a:solidFill>
                  <a:schemeClr val="dk1"/>
                </a:solidFill>
                <a:uFillTx/>
                <a:latin typeface="Calibri"/>
              </a:rPr>
              <a:t>: [</a:t>
            </a:r>
            <a:r>
              <a:rPr lang="de-DE" sz="1800" b="0" u="none" strike="noStrike">
                <a:solidFill>
                  <a:srgbClr val="067D17"/>
                </a:solidFill>
                <a:uFillTx/>
                <a:latin typeface="Calibri"/>
              </a:rPr>
              <a:t>"./app.component.scss"</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animations</a:t>
            </a:r>
            <a:r>
              <a:rPr lang="de-DE" sz="1800" b="0" u="none" strike="noStrike">
                <a:solidFill>
                  <a:schemeClr val="dk1"/>
                </a:solidFill>
                <a:uFillTx/>
                <a:latin typeface="Calibri"/>
              </a:rPr>
              <a:t>: [</a:t>
            </a:r>
            <a:r>
              <a:rPr lang="de-DE" sz="1800" b="0" u="none" strike="noStrike">
                <a:solidFill>
                  <a:srgbClr val="830091"/>
                </a:solidFill>
                <a:uFillTx/>
                <a:latin typeface="Calibri"/>
              </a:rPr>
              <a:t>fadeAnimation</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a:t>
            </a:r>
            <a:br>
              <a:rPr sz="1800"/>
            </a:br>
            <a:r>
              <a:rPr lang="de-DE" sz="1800" b="0" u="none" strike="noStrike">
                <a:solidFill>
                  <a:srgbClr val="0033B3"/>
                </a:solidFill>
                <a:uFillTx/>
                <a:latin typeface="Calibri"/>
              </a:rPr>
              <a:t>export class </a:t>
            </a:r>
            <a:r>
              <a:rPr lang="de-DE" sz="1800" b="0" u="none" strike="noStrike">
                <a:solidFill>
                  <a:srgbClr val="000000"/>
                </a:solidFill>
                <a:uFillTx/>
                <a:latin typeface="Calibri"/>
              </a:rPr>
              <a:t>AppComponent </a:t>
            </a:r>
            <a:r>
              <a:rPr lang="de-DE" sz="1800" b="0" u="none" strike="noStrike">
                <a:solidFill>
                  <a:srgbClr val="0033B3"/>
                </a:solidFill>
                <a:uFillTx/>
                <a:latin typeface="Calibri"/>
              </a:rPr>
              <a:t>implements </a:t>
            </a:r>
            <a:r>
              <a:rPr lang="de-DE" sz="1800" b="0" u="none" strike="noStrike">
                <a:solidFill>
                  <a:srgbClr val="000000"/>
                </a:solidFill>
                <a:uFillTx/>
                <a:latin typeface="Calibri"/>
              </a:rPr>
              <a:t>OnInit</a:t>
            </a:r>
            <a:r>
              <a:rPr lang="de-DE" sz="1800" b="0" u="none" strike="noStrike">
                <a:solidFill>
                  <a:schemeClr val="dk1"/>
                </a:solidFill>
                <a:uFillTx/>
                <a:latin typeface="Calibri"/>
              </a:rPr>
              <a:t>, </a:t>
            </a:r>
            <a:r>
              <a:rPr lang="de-DE" sz="1800" b="0" u="none" strike="noStrike">
                <a:solidFill>
                  <a:srgbClr val="000000"/>
                </a:solidFill>
                <a:uFillTx/>
                <a:latin typeface="Calibri"/>
              </a:rPr>
              <a:t>OnDestroy </a:t>
            </a:r>
            <a:r>
              <a:rPr lang="de-DE" sz="1800" b="0" u="none" strike="noStrike">
                <a:solidFill>
                  <a:schemeClr val="dk1"/>
                </a:solidFill>
                <a:uFillTx/>
                <a:latin typeface="Calibri"/>
              </a:rPr>
              <a:t>{</a:t>
            </a:r>
            <a:br>
              <a:rPr sz="1800"/>
            </a:br>
            <a:br>
              <a:rPr sz="1800"/>
            </a:br>
            <a:r>
              <a:rPr lang="de-DE" sz="1800" b="0" u="none" strike="noStrike">
                <a:solidFill>
                  <a:schemeClr val="dk1"/>
                </a:solidFill>
                <a:uFillTx/>
                <a:latin typeface="Calibri"/>
              </a:rPr>
              <a:t>    </a:t>
            </a:r>
            <a:r>
              <a:rPr lang="de-DE" sz="1800" b="0" u="none" strike="noStrike">
                <a:solidFill>
                  <a:srgbClr val="0033B3"/>
                </a:solidFill>
                <a:uFillTx/>
                <a:latin typeface="Calibri"/>
              </a:rPr>
              <a:t>public </a:t>
            </a:r>
            <a:r>
              <a:rPr lang="de-DE" sz="1800" b="0" u="none" strike="noStrike">
                <a:solidFill>
                  <a:srgbClr val="871094"/>
                </a:solidFill>
                <a:uFillTx/>
                <a:latin typeface="Calibri"/>
              </a:rPr>
              <a:t>title </a:t>
            </a:r>
            <a:r>
              <a:rPr lang="de-DE" sz="1800" b="0" u="none" strike="noStrike">
                <a:solidFill>
                  <a:schemeClr val="dk1"/>
                </a:solidFill>
                <a:uFillTx/>
                <a:latin typeface="Calibri"/>
              </a:rPr>
              <a:t>= </a:t>
            </a:r>
            <a:r>
              <a:rPr lang="de-DE" sz="1800" b="0" u="none" strike="noStrike">
                <a:solidFill>
                  <a:srgbClr val="067D17"/>
                </a:solidFill>
                <a:uFillTx/>
                <a:latin typeface="Calibri"/>
              </a:rPr>
              <a:t>"theFrontend"</a:t>
            </a:r>
            <a:r>
              <a:rPr lang="de-DE" sz="1800" b="0" u="none" strike="noStrike">
                <a:solidFill>
                  <a:schemeClr val="dk1"/>
                </a:solidFill>
                <a:uFillTx/>
                <a:latin typeface="Calibri"/>
              </a:rPr>
              <a:t>;</a:t>
            </a:r>
            <a:endParaRPr lang="de-DE" sz="1800" b="0" u="none" strike="noStrike">
              <a:solidFill>
                <a:srgbClr val="000000"/>
              </a:solidFill>
              <a:uFillTx/>
              <a:latin typeface="Arial"/>
            </a:endParaRPr>
          </a:p>
        </p:txBody>
      </p:sp>
      <p:sp>
        <p:nvSpPr>
          <p:cNvPr id="497" name="Legende mit Linie 1 5"/>
          <p:cNvSpPr/>
          <p:nvPr/>
        </p:nvSpPr>
        <p:spPr>
          <a:xfrm>
            <a:off x="8696160" y="2734920"/>
            <a:ext cx="2554920" cy="754560"/>
          </a:xfrm>
          <a:prstGeom prst="borderCallout1">
            <a:avLst>
              <a:gd name="adj1" fmla="val 18750"/>
              <a:gd name="adj2" fmla="val -8333"/>
              <a:gd name="adj3" fmla="val -18598"/>
              <a:gd name="adj4" fmla="val -129136"/>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Referenz auf den Einstiegspunkt</a:t>
            </a:r>
            <a:endParaRPr lang="de-DE" sz="1800" b="0" u="none" strike="noStrike">
              <a:solidFill>
                <a:srgbClr val="000000"/>
              </a:solidFill>
              <a:uFillTx/>
              <a:latin typeface="Arial"/>
            </a:endParaRPr>
          </a:p>
        </p:txBody>
      </p:sp>
      <p:sp>
        <p:nvSpPr>
          <p:cNvPr id="498" name="Legende mit Linie 1 9"/>
          <p:cNvSpPr/>
          <p:nvPr/>
        </p:nvSpPr>
        <p:spPr>
          <a:xfrm>
            <a:off x="8696160" y="3706920"/>
            <a:ext cx="2554920" cy="682560"/>
          </a:xfrm>
          <a:prstGeom prst="borderCallout1">
            <a:avLst>
              <a:gd name="adj1" fmla="val 18750"/>
              <a:gd name="adj2" fmla="val -8333"/>
              <a:gd name="adj3" fmla="val -101397"/>
              <a:gd name="adj4" fmla="val -73759"/>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Referenz auf Template und CSS</a:t>
            </a:r>
            <a:endParaRPr lang="de-DE" sz="1800" b="0" u="none" strike="noStrike">
              <a:solidFill>
                <a:srgbClr val="000000"/>
              </a:solidFill>
              <a:uFillTx/>
              <a:latin typeface="Arial"/>
            </a:endParaRPr>
          </a:p>
        </p:txBody>
      </p:sp>
      <p:sp>
        <p:nvSpPr>
          <p:cNvPr id="499" name="Legende mit Linie 1 10"/>
          <p:cNvSpPr/>
          <p:nvPr/>
        </p:nvSpPr>
        <p:spPr>
          <a:xfrm>
            <a:off x="8696160" y="1690560"/>
            <a:ext cx="2554920" cy="754560"/>
          </a:xfrm>
          <a:prstGeom prst="borderCallout1">
            <a:avLst>
              <a:gd name="adj1" fmla="val 18750"/>
              <a:gd name="adj2" fmla="val -8333"/>
              <a:gd name="adj3" fmla="val 26754"/>
              <a:gd name="adj4" fmla="val -54499"/>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TypeScript-Import der Angular-Core-Bibliothek</a:t>
            </a:r>
            <a:endParaRPr lang="de-DE" sz="1800" b="0" u="none" strike="noStrike">
              <a:solidFill>
                <a:srgbClr val="000000"/>
              </a:solidFill>
              <a:uFillTx/>
              <a:latin typeface="Arial"/>
            </a:endParaRPr>
          </a:p>
        </p:txBody>
      </p:sp>
      <p:sp>
        <p:nvSpPr>
          <p:cNvPr id="500" name="Legende mit Linie 1 11"/>
          <p:cNvSpPr/>
          <p:nvPr/>
        </p:nvSpPr>
        <p:spPr>
          <a:xfrm>
            <a:off x="8696160" y="4552920"/>
            <a:ext cx="2554920" cy="754560"/>
          </a:xfrm>
          <a:prstGeom prst="borderCallout1">
            <a:avLst>
              <a:gd name="adj1" fmla="val 18750"/>
              <a:gd name="adj2" fmla="val -8333"/>
              <a:gd name="adj3" fmla="val -89533"/>
              <a:gd name="adj4" fmla="val -115378"/>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Definition einer Variablen und </a:t>
            </a:r>
            <a:endParaRPr lang="de-DE" sz="1800" b="0" u="none" strike="noStrike">
              <a:solidFill>
                <a:srgbClr val="000000"/>
              </a:solidFill>
              <a:uFillTx/>
              <a:latin typeface="Arial"/>
            </a:endParaRPr>
          </a:p>
          <a:p>
            <a:pPr algn="ctr" defTabSz="914400">
              <a:lnSpc>
                <a:spcPct val="100000"/>
              </a:lnSpc>
            </a:pPr>
            <a:r>
              <a:rPr lang="de-DE" sz="1800" b="0" u="none" strike="noStrike">
                <a:solidFill>
                  <a:schemeClr val="dk1"/>
                </a:solidFill>
                <a:uFillTx/>
                <a:latin typeface="Calibri"/>
              </a:rPr>
              <a:t>Wert-Zuweisung</a:t>
            </a:r>
            <a:endParaRPr lang="de-DE" sz="1800" b="0" u="none" strike="noStrike">
              <a:solidFill>
                <a:srgbClr val="000000"/>
              </a:solidFill>
              <a:uFillTx/>
              <a:latin typeface="Arial"/>
            </a:endParaRPr>
          </a:p>
        </p:txBody>
      </p:sp>
      <p:cxnSp>
        <p:nvCxnSpPr>
          <p:cNvPr id="501" name="Gerade Verbindung mit Pfeil 8"/>
          <p:cNvCxnSpPr/>
          <p:nvPr/>
        </p:nvCxnSpPr>
        <p:spPr>
          <a:xfrm flipH="1">
            <a:off x="7547040" y="2162520"/>
            <a:ext cx="1150560" cy="1440"/>
          </a:xfrm>
          <a:prstGeom prst="straightConnector1">
            <a:avLst/>
          </a:prstGeom>
          <a:ln w="0">
            <a:solidFill>
              <a:srgbClr val="1D9A78"/>
            </a:solidFill>
            <a:tailEnd type="triangle" w="med" len="med"/>
          </a:ln>
        </p:spPr>
      </p:cxnSp>
      <p:cxnSp>
        <p:nvCxnSpPr>
          <p:cNvPr id="502" name="Gerade Verbindung mit Pfeil 13"/>
          <p:cNvCxnSpPr/>
          <p:nvPr/>
        </p:nvCxnSpPr>
        <p:spPr>
          <a:xfrm flipH="1" flipV="1">
            <a:off x="3607200" y="2604240"/>
            <a:ext cx="5518440" cy="422280"/>
          </a:xfrm>
          <a:prstGeom prst="straightConnector1">
            <a:avLst/>
          </a:prstGeom>
          <a:ln w="0">
            <a:solidFill>
              <a:srgbClr val="1D9A78"/>
            </a:solidFill>
            <a:tailEnd type="triangle" w="med" len="med"/>
          </a:ln>
        </p:spPr>
      </p:cxnSp>
      <p:cxnSp>
        <p:nvCxnSpPr>
          <p:cNvPr id="503" name="Gerade Verbindung mit Pfeil 15"/>
          <p:cNvCxnSpPr>
            <a:stCxn id="498" idx="2"/>
          </p:cNvCxnSpPr>
          <p:nvPr/>
        </p:nvCxnSpPr>
        <p:spPr>
          <a:xfrm flipH="1" flipV="1">
            <a:off x="4672080" y="3108240"/>
            <a:ext cx="5301720" cy="1281600"/>
          </a:xfrm>
          <a:prstGeom prst="straightConnector1">
            <a:avLst/>
          </a:prstGeom>
          <a:ln w="0">
            <a:solidFill>
              <a:srgbClr val="1D9A78"/>
            </a:solidFill>
            <a:tailEnd type="triangle" w="med" len="med"/>
          </a:ln>
        </p:spPr>
      </p:cxnSp>
      <p:cxnSp>
        <p:nvCxnSpPr>
          <p:cNvPr id="504" name="Gerade Verbindung mit Pfeil 17"/>
          <p:cNvCxnSpPr/>
          <p:nvPr/>
        </p:nvCxnSpPr>
        <p:spPr>
          <a:xfrm flipH="1" flipV="1">
            <a:off x="3953880" y="4289760"/>
            <a:ext cx="4510800" cy="459000"/>
          </a:xfrm>
          <a:prstGeom prst="straightConnector1">
            <a:avLst/>
          </a:prstGeom>
          <a:ln w="0">
            <a:solidFill>
              <a:srgbClr val="1D9A78"/>
            </a:solidFill>
            <a:tailEnd type="triangle" w="med" len="med"/>
          </a:ln>
        </p:spPr>
      </p:cxn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dirty="0">
                <a:solidFill>
                  <a:schemeClr val="dk1"/>
                </a:solidFill>
                <a:uFillTx/>
                <a:latin typeface="Calibri Light"/>
              </a:rPr>
              <a:t>Das HTML-Template einer </a:t>
            </a:r>
            <a:r>
              <a:rPr lang="de-DE" sz="4400" b="0" u="none" strike="noStrike" dirty="0" err="1">
                <a:solidFill>
                  <a:schemeClr val="dk1"/>
                </a:solidFill>
                <a:uFillTx/>
                <a:latin typeface="Calibri Light"/>
              </a:rPr>
              <a:t>Component</a:t>
            </a:r>
            <a:endParaRPr lang="de-DE" sz="4400" b="0" u="none" strike="noStrike" dirty="0">
              <a:solidFill>
                <a:srgbClr val="000000"/>
              </a:solidFill>
              <a:uFillTx/>
              <a:latin typeface="Arial"/>
            </a:endParaRPr>
          </a:p>
        </p:txBody>
      </p:sp>
      <p:grpSp>
        <p:nvGrpSpPr>
          <p:cNvPr id="506" name="Gruppieren 5"/>
          <p:cNvGrpSpPr/>
          <p:nvPr/>
        </p:nvGrpSpPr>
        <p:grpSpPr>
          <a:xfrm>
            <a:off x="838080" y="1384200"/>
            <a:ext cx="9035280" cy="5265720"/>
            <a:chOff x="838080" y="1384200"/>
            <a:chExt cx="9035280" cy="5265720"/>
          </a:xfrm>
        </p:grpSpPr>
        <p:pic>
          <p:nvPicPr>
            <p:cNvPr id="507" name="Picture 2"/>
            <p:cNvPicPr/>
            <p:nvPr/>
          </p:nvPicPr>
          <p:blipFill>
            <a:blip r:embed="rId2"/>
            <a:srcRect r="31407"/>
            <a:stretch/>
          </p:blipFill>
          <p:spPr>
            <a:xfrm>
              <a:off x="838080" y="1384200"/>
              <a:ext cx="7164360" cy="5265720"/>
            </a:xfrm>
            <a:prstGeom prst="rect">
              <a:avLst/>
            </a:prstGeom>
            <a:noFill/>
            <a:ln w="0">
              <a:noFill/>
            </a:ln>
          </p:spPr>
        </p:pic>
        <p:sp>
          <p:nvSpPr>
            <p:cNvPr id="508" name="Legende mit Linie 1 6"/>
            <p:cNvSpPr/>
            <p:nvPr/>
          </p:nvSpPr>
          <p:spPr>
            <a:xfrm>
              <a:off x="7318440" y="2037600"/>
              <a:ext cx="2554920" cy="1006560"/>
            </a:xfrm>
            <a:prstGeom prst="borderCallout1">
              <a:avLst>
                <a:gd name="adj1" fmla="val 18750"/>
                <a:gd name="adj2" fmla="val -8333"/>
                <a:gd name="adj3" fmla="val 37220"/>
                <a:gd name="adj4" fmla="val -87862"/>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Referenzieren der Component-Variable mit Interpolation</a:t>
              </a:r>
              <a:endParaRPr lang="de-DE" sz="1800" b="0" u="none" strike="noStrike">
                <a:solidFill>
                  <a:srgbClr val="000000"/>
                </a:solidFill>
                <a:uFillTx/>
                <a:latin typeface="Arial"/>
              </a:endParaRPr>
            </a:p>
          </p:txBody>
        </p:sp>
      </p:grpSp>
      <p:cxnSp>
        <p:nvCxnSpPr>
          <p:cNvPr id="509" name="Gerade Verbindung mit Pfeil 8"/>
          <p:cNvCxnSpPr/>
          <p:nvPr/>
        </p:nvCxnSpPr>
        <p:spPr>
          <a:xfrm flipH="1">
            <a:off x="5198040" y="2541240"/>
            <a:ext cx="2121480" cy="15480"/>
          </a:xfrm>
          <a:prstGeom prst="straightConnector1">
            <a:avLst/>
          </a:prstGeom>
          <a:ln w="0">
            <a:solidFill>
              <a:srgbClr val="1D9A78"/>
            </a:solidFill>
            <a:tailEnd type="triangle" w="med" len="med"/>
          </a:ln>
        </p:spPr>
      </p:cxn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527" name="Rectangle 7">
            <a:extLst>
              <a:ext uri="{C183D7F6-B498-43B3-948B-1728B52AA6E4}">
                <adec:decorative xmlns:adec="http://schemas.microsoft.com/office/drawing/2017/decorative" val="1"/>
              </a:ext>
            </a:extLst>
          </p:cNvPr>
          <p:cNvSpPr/>
          <p:nvPr/>
        </p:nvSpPr>
        <p:spPr>
          <a:xfrm>
            <a:off x="0" y="0"/>
            <a:ext cx="12190680" cy="19098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2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600" b="0" u="none" strike="noStrike">
                <a:solidFill>
                  <a:srgbClr val="FFFFFF"/>
                </a:solidFill>
                <a:uFillTx/>
                <a:latin typeface="Calibri Light"/>
              </a:rPr>
              <a:t>Kompletter Ablauf</a:t>
            </a:r>
            <a:endParaRPr lang="de-DE" sz="4600" b="0" u="none" strike="noStrike">
              <a:solidFill>
                <a:srgbClr val="000000"/>
              </a:solidFill>
              <a:uFillTx/>
              <a:latin typeface="Arial"/>
            </a:endParaRPr>
          </a:p>
        </p:txBody>
      </p:sp>
      <p:sp>
        <p:nvSpPr>
          <p:cNvPr id="529" name="PlaceHolder 2"/>
          <p:cNvSpPr>
            <a:spLocks noGrp="1"/>
          </p:cNvSpPr>
          <p:nvPr>
            <p:ph/>
          </p:nvPr>
        </p:nvSpPr>
        <p:spPr>
          <a:xfrm>
            <a:off x="838080" y="2438280"/>
            <a:ext cx="10514160" cy="373716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Ablauf insgesamt</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Aufruf </a:t>
            </a:r>
            <a:r>
              <a:rPr lang="de-DE" sz="2400" b="0" u="none" strike="noStrike" dirty="0" err="1">
                <a:solidFill>
                  <a:schemeClr val="dk1"/>
                </a:solidFill>
                <a:uFillTx/>
                <a:latin typeface="Calibri"/>
              </a:rPr>
              <a:t>bootstrapApplication</a:t>
            </a:r>
            <a:r>
              <a:rPr lang="de-DE" sz="2400" b="0" u="none" strike="noStrike" dirty="0">
                <a:solidFill>
                  <a:schemeClr val="dk1"/>
                </a:solidFill>
                <a:uFillTx/>
                <a:latin typeface="Calibri"/>
              </a:rPr>
              <a:t> mit </a:t>
            </a:r>
            <a:r>
              <a:rPr lang="de-DE" sz="2400" dirty="0" err="1">
                <a:solidFill>
                  <a:schemeClr val="dk1"/>
                </a:solidFill>
                <a:latin typeface="Calibri"/>
              </a:rPr>
              <a:t>Component</a:t>
            </a:r>
            <a:r>
              <a:rPr lang="de-DE" sz="2400" b="0" u="none" strike="noStrike" dirty="0">
                <a:solidFill>
                  <a:schemeClr val="dk1"/>
                </a:solidFill>
                <a:uFillTx/>
                <a:latin typeface="Calibri"/>
              </a:rPr>
              <a:t> (</a:t>
            </a:r>
            <a:r>
              <a:rPr lang="de-DE" sz="2400" b="0" u="none" strike="noStrike" dirty="0" err="1">
                <a:solidFill>
                  <a:schemeClr val="dk1"/>
                </a:solidFill>
                <a:uFillTx/>
                <a:latin typeface="Calibri"/>
              </a:rPr>
              <a:t>AppComponent</a:t>
            </a:r>
            <a:r>
              <a:rPr lang="de-DE" sz="2400" b="0" u="none" strike="noStrike" dirty="0">
                <a:solidFill>
                  <a:schemeClr val="dk1"/>
                </a:solidFill>
                <a:uFillTx/>
                <a:latin typeface="Calibri"/>
              </a:rPr>
              <a:t>)</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Komponenten-Klasse hat Decorator</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Komponenten-Decorator hat Feld </a:t>
            </a:r>
            <a:r>
              <a:rPr lang="de-DE" sz="2400" b="0" u="none" strike="noStrike" dirty="0" err="1">
                <a:solidFill>
                  <a:schemeClr val="dk1"/>
                </a:solidFill>
                <a:uFillTx/>
                <a:latin typeface="Calibri"/>
              </a:rPr>
              <a:t>selector</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err="1">
                <a:solidFill>
                  <a:schemeClr val="dk1"/>
                </a:solidFill>
                <a:uFillTx/>
                <a:latin typeface="Calibri"/>
              </a:rPr>
              <a:t>Selector</a:t>
            </a:r>
            <a:r>
              <a:rPr lang="de-DE" sz="2400" b="0" u="none" strike="noStrike" dirty="0">
                <a:solidFill>
                  <a:schemeClr val="dk1"/>
                </a:solidFill>
                <a:uFillTx/>
                <a:latin typeface="Calibri"/>
              </a:rPr>
              <a:t> wird in DOM aus </a:t>
            </a:r>
            <a:r>
              <a:rPr lang="de-DE" sz="2400" b="0" u="none" strike="noStrike" dirty="0" err="1">
                <a:solidFill>
                  <a:schemeClr val="dk1"/>
                </a:solidFill>
                <a:uFillTx/>
                <a:latin typeface="Calibri"/>
              </a:rPr>
              <a:t>index.html</a:t>
            </a:r>
            <a:r>
              <a:rPr lang="de-DE" sz="2400" b="0" u="none" strike="noStrike" dirty="0">
                <a:solidFill>
                  <a:schemeClr val="dk1"/>
                </a:solidFill>
                <a:uFillTx/>
                <a:latin typeface="Calibri"/>
              </a:rPr>
              <a:t> gesucht</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Komponente wird instanziiert</a:t>
            </a:r>
            <a:endParaRPr lang="de-DE" sz="24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2600" b="0" u="none" strike="noStrike" dirty="0">
              <a:solidFill>
                <a:srgbClr val="000000"/>
              </a:solidFill>
              <a:uFillTx/>
              <a:latin typeface="Arial"/>
            </a:endParaRP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Bootstrapping einer Standalone-App</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580"/>
              </a:spcBef>
              <a:buNone/>
              <a:tabLst>
                <a:tab pos="0" algn="l"/>
              </a:tabLst>
            </a:pPr>
            <a:r>
              <a:rPr lang="de-DE" sz="1600" b="0" u="none" strike="noStrike">
                <a:solidFill>
                  <a:srgbClr val="1E347B"/>
                </a:solidFill>
                <a:uFillTx/>
                <a:latin typeface="SourceCodePro"/>
              </a:rPr>
              <a:t>// src/main.ts</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bootstrapApplication } from '@angular/platform-browser';</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provideZonelessChangeDetection } from '@angular/core';</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provideRouter } from '@angular/router';</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provideHttpClient } from '@angular/common/http';</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AppComponent } from './app/app.component';</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routes } from './app/app.routes';</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bootstrapApplication(AppComponent, {</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providers: [</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provideZonelessChangeDetection(),</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provideRouter(routes),</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provideHttpClient()</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}).catch(err =&gt; console.error(err));</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Kein AppModule mehr nötig – Legacy: siehe Übung 25</a:t>
            </a:r>
            <a:endParaRPr lang="de-DE" sz="1600" b="0" u="none" strike="noStrike">
              <a:solidFill>
                <a:srgbClr val="000000"/>
              </a:solidFill>
              <a:uFillTx/>
              <a:latin typeface="Arial"/>
            </a:endParaRP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530" name="Rectangle 6">
            <a:extLst>
              <a:ext uri="{C183D7F6-B498-43B3-948B-1728B52AA6E4}">
                <adec:decorative xmlns:adec="http://schemas.microsoft.com/office/drawing/2017/decorative" val="1"/>
              </a:ext>
            </a:extLst>
          </p:cNvPr>
          <p:cNvSpPr/>
          <p:nvPr/>
        </p:nvSpPr>
        <p:spPr>
          <a:xfrm flipV="1">
            <a:off x="0" y="-1440"/>
            <a:ext cx="12190680" cy="40053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31" name="PlaceHolder 1"/>
          <p:cNvSpPr>
            <a:spLocks noGrp="1"/>
          </p:cNvSpPr>
          <p:nvPr>
            <p:ph type="title"/>
          </p:nvPr>
        </p:nvSpPr>
        <p:spPr>
          <a:xfrm>
            <a:off x="838080" y="914400"/>
            <a:ext cx="10514160" cy="265860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8000" b="0" u="none" strike="noStrike">
                <a:solidFill>
                  <a:srgbClr val="FFFFFF"/>
                </a:solidFill>
                <a:uFillTx/>
                <a:latin typeface="Calibri Light"/>
              </a:rPr>
              <a:t>Einfache Erweiterungen</a:t>
            </a:r>
            <a:endParaRPr lang="de-DE" sz="8000" b="0" u="none" strike="noStrike">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lt">
                                    <p:tmAbs val="100"/>
                                  </p:iterate>
                                  <p:childTnLst>
                                    <p:set>
                                      <p:cBhvr>
                                        <p:cTn id="6" dur="1" fill="hold">
                                          <p:stCondLst>
                                            <p:cond delay="0"/>
                                          </p:stCondLst>
                                        </p:cTn>
                                        <p:tgtEl>
                                          <p:spTgt spid="531"/>
                                        </p:tgtEl>
                                        <p:attrNameLst>
                                          <p:attrName>style.visibility</p:attrName>
                                        </p:attrNameLst>
                                      </p:cBhvr>
                                      <p:to>
                                        <p:strVal val="visible"/>
                                      </p:to>
                                    </p:set>
                                    <p:animEffect transition="in" filter="fade">
                                      <p:cBhvr additive="repl">
                                        <p:cTn id="7" dur="400"/>
                                        <p:tgtEl>
                                          <p:spTgt spid="5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Mehrere Komponenten</a:t>
            </a:r>
            <a:endParaRPr lang="de-DE" sz="4400" b="0" u="none" strike="noStrike">
              <a:solidFill>
                <a:srgbClr val="000000"/>
              </a:solidFill>
              <a:uFillTx/>
              <a:latin typeface="Arial"/>
            </a:endParaRPr>
          </a:p>
        </p:txBody>
      </p:sp>
      <p:sp>
        <p:nvSpPr>
          <p:cNvPr id="53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Auf einer Seite können auch mehrere Anwendungen dargestellt werden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Diese sind komplett voneinander isoliert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Der Datenaustausch zwischen verschiedenen Komponenten wird später beschrieben</a:t>
            </a:r>
            <a:endParaRPr lang="de-DE" sz="2400" b="0" u="none" strike="noStrike">
              <a:solidFill>
                <a:srgbClr val="000000"/>
              </a:solidFill>
              <a:uFillTx/>
              <a:latin typeface="Arial"/>
            </a:endParaRP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Export von Benutzerdefinierten Typen</a:t>
            </a:r>
            <a:endParaRPr lang="de-DE" sz="4400" b="0" u="none" strike="noStrike">
              <a:solidFill>
                <a:srgbClr val="000000"/>
              </a:solidFill>
              <a:uFillTx/>
              <a:latin typeface="Arial"/>
            </a:endParaRPr>
          </a:p>
        </p:txBody>
      </p:sp>
      <p:sp>
        <p:nvSpPr>
          <p:cNvPr id="53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Eine Komponente kann auch eigene Datentypen definieren und Exportieren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Ein Export ist nicht notwendig, so lange der Typ nicht anderen Komponenten bekannt gemacht werden muss</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Ebenso können die Eigenschaften der Komponente komplexe Objekte sein</a:t>
            </a:r>
            <a:endParaRPr lang="de-DE" sz="28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Der Zugriff auf die Eigenschaften des komplexen Objekts erfolgen über die normale JavaScript-Syntax</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Also über den </a:t>
            </a:r>
            <a:r>
              <a:rPr lang="de-DE" sz="2400" b="0" u="none" strike="noStrike" dirty="0">
                <a:solidFill>
                  <a:schemeClr val="dk1"/>
                </a:solidFill>
                <a:uFillTx/>
                <a:latin typeface="Courier New"/>
              </a:rPr>
              <a:t>.</a:t>
            </a:r>
            <a:r>
              <a:rPr lang="de-DE" sz="2400" b="0" u="none" strike="noStrike" dirty="0">
                <a:solidFill>
                  <a:schemeClr val="dk1"/>
                </a:solidFill>
                <a:uFillTx/>
                <a:latin typeface="Calibri"/>
              </a:rPr>
              <a:t>-Operator</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Aber Vorsicht! </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Die Deklarativen unterstützen nicht die komplette Syntax!</a:t>
            </a:r>
            <a:endParaRPr lang="de-DE" sz="2000" b="0" u="none" strike="noStrike" dirty="0">
              <a:solidFill>
                <a:srgbClr val="000000"/>
              </a:solidFill>
              <a:uFillTx/>
              <a:latin typeface="Arial"/>
            </a:endParaRPr>
          </a:p>
          <a:p>
            <a:pPr marL="1600200" lvl="3" indent="-228600" defTabSz="914400">
              <a:lnSpc>
                <a:spcPct val="90000"/>
              </a:lnSpc>
              <a:spcBef>
                <a:spcPts val="499"/>
              </a:spcBef>
              <a:buClr>
                <a:srgbClr val="000000"/>
              </a:buClr>
              <a:buFont typeface="Arial"/>
              <a:buChar char="•"/>
            </a:pPr>
            <a:r>
              <a:rPr lang="de-DE" sz="1800" b="0" u="none" strike="noStrike" dirty="0" err="1">
                <a:solidFill>
                  <a:schemeClr val="dk1"/>
                </a:solidFill>
                <a:uFillTx/>
                <a:latin typeface="Courier New"/>
              </a:rPr>
              <a:t>if</a:t>
            </a:r>
            <a:endParaRPr lang="de-DE" sz="1800" b="0" u="none" strike="noStrike" dirty="0">
              <a:solidFill>
                <a:srgbClr val="000000"/>
              </a:solidFill>
              <a:uFillTx/>
              <a:latin typeface="Arial"/>
            </a:endParaRPr>
          </a:p>
          <a:p>
            <a:pPr marL="1600200" lvl="3" indent="-228600" defTabSz="914400">
              <a:lnSpc>
                <a:spcPct val="90000"/>
              </a:lnSpc>
              <a:spcBef>
                <a:spcPts val="499"/>
              </a:spcBef>
              <a:buClr>
                <a:srgbClr val="000000"/>
              </a:buClr>
              <a:buFont typeface="Arial"/>
              <a:buChar char="•"/>
            </a:pPr>
            <a:r>
              <a:rPr lang="de-DE" sz="1800" b="0" u="none" strike="noStrike" dirty="0" err="1">
                <a:solidFill>
                  <a:schemeClr val="dk1"/>
                </a:solidFill>
                <a:uFillTx/>
                <a:latin typeface="Courier New"/>
              </a:rPr>
              <a:t>for</a:t>
            </a:r>
            <a:endParaRPr lang="de-DE" sz="1800" b="0" u="none" strike="noStrike" dirty="0">
              <a:solidFill>
                <a:srgbClr val="000000"/>
              </a:solidFill>
              <a:uFillTx/>
              <a:latin typeface="Arial"/>
            </a:endParaRPr>
          </a:p>
          <a:p>
            <a:pPr marL="1600200" lvl="3" indent="-228600" defTabSz="914400">
              <a:lnSpc>
                <a:spcPct val="90000"/>
              </a:lnSpc>
              <a:spcBef>
                <a:spcPts val="499"/>
              </a:spcBef>
              <a:buClr>
                <a:srgbClr val="000000"/>
              </a:buClr>
              <a:buFont typeface="Arial"/>
              <a:buChar char="•"/>
            </a:pPr>
            <a:r>
              <a:rPr lang="de-DE" sz="1800" b="0" u="none" strike="noStrike" dirty="0">
                <a:solidFill>
                  <a:schemeClr val="dk1"/>
                </a:solidFill>
                <a:uFillTx/>
                <a:latin typeface="Calibri"/>
              </a:rPr>
              <a:t>Deklarationen</a:t>
            </a:r>
            <a:endParaRPr lang="de-DE" sz="1800" b="0" u="none" strike="noStrike" dirty="0">
              <a:solidFill>
                <a:srgbClr val="000000"/>
              </a:solidFill>
              <a:uFillTx/>
              <a:latin typeface="Arial"/>
            </a:endParaRP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Auflistungen</a:t>
            </a:r>
            <a:endParaRPr lang="de-DE" sz="4400" b="0" u="none" strike="noStrike">
              <a:solidFill>
                <a:srgbClr val="000000"/>
              </a:solidFill>
              <a:uFillTx/>
              <a:latin typeface="Arial"/>
            </a:endParaRPr>
          </a:p>
        </p:txBody>
      </p:sp>
      <p:sp>
        <p:nvSpPr>
          <p:cNvPr id="53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Innerhalb der </a:t>
            </a:r>
            <a:r>
              <a:rPr lang="de-DE" sz="2800" b="0" u="none" strike="noStrike" dirty="0">
                <a:solidFill>
                  <a:schemeClr val="dk1"/>
                </a:solidFill>
                <a:uFillTx/>
                <a:latin typeface="Courier New"/>
              </a:rPr>
              <a:t>{{}}</a:t>
            </a:r>
            <a:r>
              <a:rPr lang="de-DE" sz="2800" b="0" u="none" strike="noStrike" dirty="0">
                <a:solidFill>
                  <a:schemeClr val="dk1"/>
                </a:solidFill>
                <a:uFillTx/>
                <a:latin typeface="Calibri"/>
              </a:rPr>
              <a:t>-Interpolation wird das </a:t>
            </a:r>
            <a:r>
              <a:rPr lang="de-DE" sz="2800" b="0" u="none" strike="noStrike" dirty="0" err="1">
                <a:solidFill>
                  <a:schemeClr val="dk1"/>
                </a:solidFill>
                <a:uFillTx/>
                <a:latin typeface="Courier New"/>
              </a:rPr>
              <a:t>for</a:t>
            </a:r>
            <a:r>
              <a:rPr lang="de-DE" sz="2800" b="0" u="none" strike="noStrike" dirty="0">
                <a:solidFill>
                  <a:schemeClr val="dk1"/>
                </a:solidFill>
                <a:uFillTx/>
                <a:latin typeface="Calibri"/>
              </a:rPr>
              <a:t>-Konstrukt nicht unterstützt</a:t>
            </a:r>
            <a:endParaRPr lang="de-DE" sz="28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Allerdings gibt es eine spezielle </a:t>
            </a:r>
            <a:r>
              <a:rPr lang="de-DE" sz="2800" b="0" u="none" strike="noStrike" dirty="0" err="1">
                <a:solidFill>
                  <a:schemeClr val="dk1"/>
                </a:solidFill>
                <a:uFillTx/>
                <a:latin typeface="Courier New"/>
              </a:rPr>
              <a:t>forEach</a:t>
            </a:r>
            <a:r>
              <a:rPr lang="de-DE" sz="2800" b="0" u="none" strike="noStrike" dirty="0">
                <a:solidFill>
                  <a:schemeClr val="dk1"/>
                </a:solidFill>
                <a:uFillTx/>
                <a:latin typeface="Calibri"/>
              </a:rPr>
              <a:t>-Anweisung</a:t>
            </a: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2800" b="0" u="none" strike="noStrike" dirty="0">
              <a:solidFill>
                <a:srgbClr val="000000"/>
              </a:solidFill>
              <a:uFillTx/>
              <a:latin typeface="Arial"/>
            </a:endParaRPr>
          </a:p>
          <a:p>
            <a:pPr marL="270000" indent="0" defTabSz="914400">
              <a:lnSpc>
                <a:spcPct val="90000"/>
              </a:lnSpc>
              <a:spcBef>
                <a:spcPts val="499"/>
              </a:spcBef>
              <a:buNone/>
              <a:tabLst>
                <a:tab pos="0" algn="l"/>
              </a:tabLst>
            </a:pPr>
            <a:r>
              <a:rPr lang="de-DE" sz="2400" b="0" u="none" strike="noStrike" dirty="0">
                <a:solidFill>
                  <a:schemeClr val="dk1"/>
                </a:solidFill>
                <a:uFillTx/>
                <a:latin typeface="Courier New"/>
              </a:rPr>
              <a:t> &lt;</a:t>
            </a:r>
            <a:r>
              <a:rPr lang="de-DE" sz="2400" b="0" u="none" strike="noStrike" dirty="0" err="1">
                <a:solidFill>
                  <a:schemeClr val="dk1"/>
                </a:solidFill>
                <a:uFillTx/>
                <a:latin typeface="Courier New"/>
              </a:rPr>
              <a:t>ul</a:t>
            </a:r>
            <a:r>
              <a:rPr lang="de-DE" sz="2400" b="0" u="none" strike="noStrike" dirty="0">
                <a:solidFill>
                  <a:schemeClr val="dk1"/>
                </a:solidFill>
                <a:uFillTx/>
                <a:latin typeface="Courier New"/>
              </a:rPr>
              <a:t>&gt;</a:t>
            </a:r>
          </a:p>
          <a:p>
            <a:pPr marL="270000" lvl="8">
              <a:spcBef>
                <a:spcPts val="499"/>
              </a:spcBef>
              <a:tabLst>
                <a:tab pos="0" algn="l"/>
              </a:tabLst>
            </a:pPr>
            <a:r>
              <a:rPr lang="de-DE" sz="1600" dirty="0">
                <a:solidFill>
                  <a:schemeClr val="dk1"/>
                </a:solidFill>
                <a:latin typeface="Courier New"/>
              </a:rPr>
              <a:t>	@</a:t>
            </a:r>
            <a:r>
              <a:rPr lang="de-DE" sz="1600" b="0" u="none" strike="noStrike" dirty="0" err="1">
                <a:solidFill>
                  <a:schemeClr val="dk1"/>
                </a:solidFill>
                <a:uFillTx/>
                <a:latin typeface="Courier New"/>
              </a:rPr>
              <a:t>for</a:t>
            </a:r>
            <a:r>
              <a:rPr lang="de-DE" sz="1600" dirty="0">
                <a:solidFill>
                  <a:schemeClr val="dk1"/>
                </a:solidFill>
                <a:latin typeface="Courier New"/>
              </a:rPr>
              <a:t>(</a:t>
            </a:r>
            <a:r>
              <a:rPr lang="de-DE" sz="1600" b="0" u="none" strike="noStrike" dirty="0" err="1">
                <a:solidFill>
                  <a:schemeClr val="dk1"/>
                </a:solidFill>
                <a:uFillTx/>
                <a:latin typeface="Courier New"/>
              </a:rPr>
              <a:t>person</a:t>
            </a:r>
            <a:r>
              <a:rPr lang="de-DE" sz="1600" b="0" u="none" strike="noStrike" dirty="0">
                <a:solidFill>
                  <a:schemeClr val="dk1"/>
                </a:solidFill>
                <a:uFillTx/>
                <a:latin typeface="Courier New"/>
              </a:rPr>
              <a:t> </a:t>
            </a:r>
            <a:r>
              <a:rPr lang="de-DE" sz="1600" b="0" u="none" strike="noStrike" dirty="0" err="1">
                <a:solidFill>
                  <a:schemeClr val="dk1"/>
                </a:solidFill>
                <a:uFillTx/>
                <a:latin typeface="Courier New"/>
              </a:rPr>
              <a:t>of</a:t>
            </a:r>
            <a:r>
              <a:rPr lang="de-DE" sz="1600" b="0" u="none" strike="noStrike" dirty="0">
                <a:solidFill>
                  <a:schemeClr val="dk1"/>
                </a:solidFill>
                <a:uFillTx/>
                <a:latin typeface="Courier New"/>
              </a:rPr>
              <a:t> </a:t>
            </a:r>
            <a:r>
              <a:rPr lang="de-DE" sz="1600" b="0" u="none" strike="noStrike" dirty="0" err="1">
                <a:solidFill>
                  <a:schemeClr val="dk1"/>
                </a:solidFill>
                <a:uFillTx/>
                <a:latin typeface="Courier New"/>
              </a:rPr>
              <a:t>people</a:t>
            </a:r>
            <a:r>
              <a:rPr lang="de-DE" sz="1600" b="0" u="none" strike="noStrike" dirty="0">
                <a:solidFill>
                  <a:schemeClr val="dk1"/>
                </a:solidFill>
                <a:uFillTx/>
                <a:latin typeface="Courier New"/>
              </a:rPr>
              <a:t>; track </a:t>
            </a:r>
            <a:r>
              <a:rPr lang="de-DE" sz="1600" b="0" u="none" strike="noStrike" dirty="0" err="1">
                <a:solidFill>
                  <a:schemeClr val="dk1"/>
                </a:solidFill>
                <a:uFillTx/>
                <a:latin typeface="Courier New"/>
              </a:rPr>
              <a:t>person.id</a:t>
            </a:r>
            <a:r>
              <a:rPr lang="de-DE" sz="1600" b="0" u="none" strike="noStrike" dirty="0">
                <a:solidFill>
                  <a:schemeClr val="dk1"/>
                </a:solidFill>
                <a:uFillTx/>
                <a:latin typeface="Courier New"/>
              </a:rPr>
              <a:t>){</a:t>
            </a:r>
            <a:endParaRPr lang="de-DE" sz="1600" b="0" u="none" strike="noStrike" dirty="0">
              <a:solidFill>
                <a:srgbClr val="000000"/>
              </a:solidFill>
              <a:uFillTx/>
              <a:latin typeface="Arial"/>
            </a:endParaRPr>
          </a:p>
          <a:p>
            <a:pPr marL="270000" lvl="8">
              <a:spcBef>
                <a:spcPts val="499"/>
              </a:spcBef>
              <a:tabLst>
                <a:tab pos="0" algn="l"/>
              </a:tabLst>
            </a:pPr>
            <a:r>
              <a:rPr lang="de-DE" sz="1600" b="0" u="none" strike="noStrike" dirty="0">
                <a:solidFill>
                  <a:schemeClr val="dk1"/>
                </a:solidFill>
                <a:uFillTx/>
                <a:latin typeface="Courier New"/>
              </a:rPr>
              <a:t>	 &lt;li &gt;</a:t>
            </a:r>
            <a:endParaRPr lang="de-DE" sz="1600" b="0" u="none" strike="noStrike" dirty="0">
              <a:solidFill>
                <a:srgbClr val="000000"/>
              </a:solidFill>
              <a:uFillTx/>
              <a:latin typeface="Arial"/>
            </a:endParaRPr>
          </a:p>
          <a:p>
            <a:pPr marL="270000" lvl="8">
              <a:spcBef>
                <a:spcPts val="499"/>
              </a:spcBef>
              <a:tabLst>
                <a:tab pos="0" algn="l"/>
              </a:tabLst>
            </a:pPr>
            <a:r>
              <a:rPr lang="de-DE" sz="1600" b="0" u="none" strike="noStrike" dirty="0">
                <a:solidFill>
                  <a:schemeClr val="dk1"/>
                </a:solidFill>
                <a:uFillTx/>
                <a:latin typeface="Courier New"/>
              </a:rPr>
              <a:t> 		&lt;span&gt;{{</a:t>
            </a:r>
            <a:r>
              <a:rPr lang="de-DE" sz="1600" b="0" u="none" strike="noStrike" dirty="0" err="1">
                <a:solidFill>
                  <a:schemeClr val="dk1"/>
                </a:solidFill>
                <a:uFillTx/>
                <a:latin typeface="Courier New"/>
              </a:rPr>
              <a:t>person.firstname</a:t>
            </a:r>
            <a:r>
              <a:rPr lang="de-DE" sz="1600" b="0" u="none" strike="noStrike" dirty="0">
                <a:solidFill>
                  <a:schemeClr val="dk1"/>
                </a:solidFill>
                <a:uFillTx/>
                <a:latin typeface="Courier New"/>
              </a:rPr>
              <a:t>}}&lt;/span&gt; {{</a:t>
            </a:r>
            <a:r>
              <a:rPr lang="de-DE" sz="1600" b="0" u="none" strike="noStrike" dirty="0" err="1">
                <a:solidFill>
                  <a:schemeClr val="dk1"/>
                </a:solidFill>
                <a:uFillTx/>
                <a:latin typeface="Courier New"/>
              </a:rPr>
              <a:t>person.lastname</a:t>
            </a:r>
            <a:r>
              <a:rPr lang="de-DE" sz="1600" b="0" u="none" strike="noStrike" dirty="0">
                <a:solidFill>
                  <a:schemeClr val="dk1"/>
                </a:solidFill>
                <a:uFillTx/>
                <a:latin typeface="Courier New"/>
              </a:rPr>
              <a:t>}}</a:t>
            </a:r>
            <a:endParaRPr lang="de-DE" sz="1600" b="0" u="none" strike="noStrike" dirty="0">
              <a:solidFill>
                <a:srgbClr val="000000"/>
              </a:solidFill>
              <a:uFillTx/>
              <a:latin typeface="Arial"/>
            </a:endParaRPr>
          </a:p>
          <a:p>
            <a:pPr marL="270000" lvl="8">
              <a:spcBef>
                <a:spcPts val="499"/>
              </a:spcBef>
              <a:tabLst>
                <a:tab pos="0" algn="l"/>
              </a:tabLst>
            </a:pPr>
            <a:r>
              <a:rPr lang="de-DE" sz="1600" b="0" u="none" strike="noStrike" dirty="0">
                <a:solidFill>
                  <a:schemeClr val="dk1"/>
                </a:solidFill>
                <a:uFillTx/>
                <a:latin typeface="Courier New"/>
              </a:rPr>
              <a:t> 	 &lt;/li&gt;</a:t>
            </a:r>
          </a:p>
          <a:p>
            <a:pPr marL="270000" lvl="8">
              <a:spcBef>
                <a:spcPts val="499"/>
              </a:spcBef>
              <a:tabLst>
                <a:tab pos="0" algn="l"/>
              </a:tabLst>
            </a:pPr>
            <a:r>
              <a:rPr lang="de-DE" sz="1600" dirty="0">
                <a:solidFill>
                  <a:schemeClr val="dk1"/>
                </a:solidFill>
                <a:latin typeface="Courier New"/>
              </a:rPr>
              <a:t>	}</a:t>
            </a:r>
            <a:endParaRPr lang="de-DE" sz="1600" b="0" u="none" strike="noStrike" dirty="0">
              <a:solidFill>
                <a:srgbClr val="000000"/>
              </a:solidFill>
              <a:uFillTx/>
              <a:latin typeface="Arial"/>
            </a:endParaRPr>
          </a:p>
          <a:p>
            <a:pPr marL="270000" indent="0" defTabSz="914400">
              <a:lnSpc>
                <a:spcPct val="90000"/>
              </a:lnSpc>
              <a:spcBef>
                <a:spcPts val="499"/>
              </a:spcBef>
              <a:buNone/>
              <a:tabLst>
                <a:tab pos="0" algn="l"/>
              </a:tabLst>
            </a:pPr>
            <a:r>
              <a:rPr lang="de-DE" sz="2400" b="0" u="none" strike="noStrike" dirty="0">
                <a:solidFill>
                  <a:schemeClr val="dk1"/>
                </a:solidFill>
                <a:uFillTx/>
                <a:latin typeface="Courier New"/>
              </a:rPr>
              <a:t> &lt;/</a:t>
            </a:r>
            <a:r>
              <a:rPr lang="de-DE" sz="2400" b="0" u="none" strike="noStrike" dirty="0" err="1">
                <a:solidFill>
                  <a:schemeClr val="dk1"/>
                </a:solidFill>
                <a:uFillTx/>
                <a:latin typeface="Courier New"/>
              </a:rPr>
              <a:t>ul</a:t>
            </a:r>
            <a:r>
              <a:rPr lang="de-DE" sz="2400" b="0" u="none" strike="noStrike" dirty="0">
                <a:solidFill>
                  <a:schemeClr val="dk1"/>
                </a:solidFill>
                <a:uFillTx/>
                <a:latin typeface="Courier New"/>
              </a:rPr>
              <a:t>&gt;</a:t>
            </a:r>
            <a:endParaRPr lang="de-DE" sz="2400" b="0" u="none" strike="noStrike" dirty="0">
              <a:solidFill>
                <a:srgbClr val="000000"/>
              </a:solidFill>
              <a:uFillTx/>
              <a:latin typeface="Arial"/>
            </a:endParaRP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538" name="Rectangle 10">
            <a:extLst>
              <a:ext uri="{C183D7F6-B498-43B3-948B-1728B52AA6E4}">
                <adec:decorative xmlns:adec="http://schemas.microsoft.com/office/drawing/2017/decorative" val="1"/>
              </a:ext>
            </a:extLst>
          </p:cNvPr>
          <p:cNvSpPr/>
          <p:nvPr/>
        </p:nvSpPr>
        <p:spPr>
          <a:xfrm flipV="1">
            <a:off x="0" y="-1440"/>
            <a:ext cx="12190680" cy="40053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39" name="PlaceHolder 1"/>
          <p:cNvSpPr>
            <a:spLocks noGrp="1"/>
          </p:cNvSpPr>
          <p:nvPr>
            <p:ph type="title"/>
          </p:nvPr>
        </p:nvSpPr>
        <p:spPr>
          <a:xfrm>
            <a:off x="838080" y="914400"/>
            <a:ext cx="10514160" cy="265860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8000" b="0" u="none" strike="noStrike">
                <a:solidFill>
                  <a:srgbClr val="FFFFFF"/>
                </a:solidFill>
                <a:uFillTx/>
                <a:latin typeface="Calibri Light"/>
              </a:rPr>
              <a:t>UI-Programmierung</a:t>
            </a:r>
            <a:endParaRPr lang="de-DE" sz="8000" b="0" u="none" strike="noStrike">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lt">
                                    <p:tmAbs val="100"/>
                                  </p:iterate>
                                  <p:childTnLst>
                                    <p:set>
                                      <p:cBhvr>
                                        <p:cTn id="6" dur="1" fill="hold">
                                          <p:stCondLst>
                                            <p:cond delay="0"/>
                                          </p:stCondLst>
                                        </p:cTn>
                                        <p:tgtEl>
                                          <p:spTgt spid="539"/>
                                        </p:tgtEl>
                                        <p:attrNameLst>
                                          <p:attrName>style.visibility</p:attrName>
                                        </p:attrNameLst>
                                      </p:cBhvr>
                                      <p:to>
                                        <p:strVal val="visible"/>
                                      </p:to>
                                    </p:set>
                                    <p:animEffect transition="in" filter="fade">
                                      <p:cBhvr additive="repl">
                                        <p:cTn id="7" dur="400"/>
                                        <p:tgtEl>
                                          <p:spTgt spid="5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Data Binding</a:t>
            </a:r>
            <a:endParaRPr lang="de-DE" sz="4400" b="0" u="none" strike="noStrike">
              <a:solidFill>
                <a:srgbClr val="000000"/>
              </a:solidFill>
              <a:uFillTx/>
              <a:latin typeface="Arial"/>
            </a:endParaRPr>
          </a:p>
        </p:txBody>
      </p:sp>
      <p:sp>
        <p:nvSpPr>
          <p:cNvPr id="54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Template nicht statisch sondern dynamisch</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Komponenten-Klasse stellt Daten bereit</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Felder / Instanz Variablen</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Template zeigt Daten an</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Interpolation mit {{ expression }}</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Gibt Ergebnis der Expression als String aus</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Zugriff nur auf Instanz-Variablen der eigenen Klasse</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Template-Variablen</a:t>
            </a:r>
            <a:endParaRPr lang="de-DE" sz="2400" b="0" u="none" strike="noStrike">
              <a:solidFill>
                <a:srgbClr val="000000"/>
              </a:solidFill>
              <a:uFillTx/>
              <a:latin typeface="Arial"/>
            </a:endParaRP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Die ngModel-Direktive</a:t>
            </a:r>
            <a:endParaRPr lang="de-DE" sz="4400" b="0" u="none" strike="noStrike">
              <a:solidFill>
                <a:srgbClr val="000000"/>
              </a:solidFill>
              <a:uFillTx/>
              <a:latin typeface="Arial"/>
            </a:endParaRPr>
          </a:p>
        </p:txBody>
      </p:sp>
      <p:sp>
        <p:nvSpPr>
          <p:cNvPr id="54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Bisher wurden die Werte der Komponente mit der </a:t>
            </a:r>
            <a:r>
              <a:rPr lang="de-DE" sz="2800" b="0" u="none" strike="noStrike">
                <a:solidFill>
                  <a:schemeClr val="dk1"/>
                </a:solidFill>
                <a:uFillTx/>
                <a:latin typeface="Courier New"/>
              </a:rPr>
              <a:t>{{}}</a:t>
            </a:r>
            <a:r>
              <a:rPr lang="de-DE" sz="2800" b="0" u="none" strike="noStrike">
                <a:solidFill>
                  <a:schemeClr val="dk1"/>
                </a:solidFill>
                <a:uFillTx/>
                <a:latin typeface="Calibri"/>
              </a:rPr>
              <a:t>-Interpolation dargestellt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Dieses Binding ist dynamisch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Änderungen der Werte werden in der Oberfläche dargestellt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Eigenschaften der Komponente können auch bidirektional gebunden werden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Dazu dient die Direktive </a:t>
            </a:r>
            <a:r>
              <a:rPr lang="de-DE" sz="2800" b="0" u="none" strike="noStrike">
                <a:solidFill>
                  <a:schemeClr val="dk1"/>
                </a:solidFill>
                <a:uFillTx/>
                <a:latin typeface="Courier New"/>
              </a:rPr>
              <a:t>ngModel</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Notwendig hierzu ist der Import von FormsModule aus @angular/forms im imports-Array der Komponente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Data Binding: Beispiel</a:t>
            </a:r>
            <a:endParaRPr lang="de-DE" sz="4400" b="0" u="none" strike="noStrike">
              <a:solidFill>
                <a:srgbClr val="000000"/>
              </a:solidFill>
              <a:uFillTx/>
              <a:latin typeface="Arial"/>
            </a:endParaRPr>
          </a:p>
        </p:txBody>
      </p:sp>
      <p:sp>
        <p:nvSpPr>
          <p:cNvPr id="54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1200" b="0" u="none" strike="noStrike">
                <a:solidFill>
                  <a:srgbClr val="1E347B"/>
                </a:solidFill>
                <a:uFillTx/>
                <a:latin typeface="SourceCodePro"/>
              </a:rPr>
              <a:t>import</a:t>
            </a:r>
            <a:r>
              <a:rPr lang="de-DE" sz="1200" b="0" u="none" strike="noStrike">
                <a:solidFill>
                  <a:srgbClr val="48484C"/>
                </a:solidFill>
                <a:uFillTx/>
                <a:latin typeface="SourceCodePro"/>
              </a:rPr>
              <a:t> </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48484C"/>
                </a:solidFill>
                <a:uFillTx/>
                <a:latin typeface="SourceCodePro"/>
              </a:rPr>
              <a:t> </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1E347B"/>
                </a:solidFill>
                <a:uFillTx/>
                <a:latin typeface="SourceCodePro"/>
              </a:rPr>
              <a:t>from</a:t>
            </a:r>
            <a:r>
              <a:rPr lang="de-DE" sz="1200" b="0" u="none" strike="noStrike">
                <a:solidFill>
                  <a:srgbClr val="48484C"/>
                </a:solidFill>
                <a:uFillTx/>
                <a:latin typeface="SourceCodePro"/>
              </a:rPr>
              <a:t> </a:t>
            </a:r>
            <a:r>
              <a:rPr lang="de-DE" sz="1200" b="0" u="none" strike="noStrike">
                <a:solidFill>
                  <a:srgbClr val="DD1144"/>
                </a:solidFill>
                <a:uFillTx/>
                <a:latin typeface="SourceCodePro"/>
              </a:rPr>
              <a:t>"./../tracks/track.model"</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95F91"/>
                </a:solidFill>
                <a:uFillTx/>
                <a:latin typeface="SourceCodePro"/>
              </a:rPr>
              <a:t>@Component</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48484C"/>
                </a:solidFill>
                <a:uFillTx/>
                <a:latin typeface="SourceCodePro"/>
              </a:rPr>
              <a:t>  selector</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DD1144"/>
                </a:solidFill>
                <a:uFillTx/>
                <a:latin typeface="SourceCodePro"/>
              </a:rPr>
              <a:t>"music-app"</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  template</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DD1144"/>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DD1144"/>
                </a:solidFill>
                <a:uFillTx/>
                <a:latin typeface="SourceCodePro"/>
              </a:rPr>
              <a:t>     &lt;h1&gt;Music App&lt;/h1&gt;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DD1144"/>
                </a:solidFill>
                <a:uFillTx/>
                <a:latin typeface="SourceCodePro"/>
              </a:rPr>
              <a:t>     Music App has {{tracks.length}} tracks to play  `</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export</a:t>
            </a:r>
            <a:r>
              <a:rPr lang="de-DE" sz="1200" b="0" u="none" strike="noStrike">
                <a:solidFill>
                  <a:srgbClr val="48484C"/>
                </a:solidFill>
                <a:uFillTx/>
                <a:latin typeface="SourceCodePro"/>
              </a:rPr>
              <a:t> </a:t>
            </a:r>
            <a:r>
              <a:rPr lang="de-DE" sz="1200" b="0" u="none" strike="noStrike">
                <a:solidFill>
                  <a:srgbClr val="1E347B"/>
                </a:solidFill>
                <a:uFillTx/>
                <a:latin typeface="SourceCodePro"/>
              </a:rPr>
              <a:t>class</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MusicAppComponent</a:t>
            </a:r>
            <a:r>
              <a:rPr lang="de-DE" sz="1200" b="0" u="none" strike="noStrike">
                <a:solidFill>
                  <a:srgbClr val="48484C"/>
                </a:solidFill>
                <a:uFillTx/>
                <a:latin typeface="SourceCodePro"/>
              </a:rPr>
              <a:t> </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  public</a:t>
            </a:r>
            <a:r>
              <a:rPr lang="de-DE" sz="1200" b="0" u="none" strike="noStrike">
                <a:solidFill>
                  <a:srgbClr val="48484C"/>
                </a:solidFill>
                <a:uFillTx/>
                <a:latin typeface="SourceCodePro"/>
              </a:rPr>
              <a:t> tracks</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48484C"/>
                </a:solidFill>
                <a:uFillTx/>
                <a:latin typeface="SourceCodePro"/>
              </a:rPr>
              <a:t>  constructor</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     this</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tracks </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     new</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93A1A1"/>
                </a:solidFill>
                <a:uFillTx/>
                <a:latin typeface="SourceCodePro"/>
              </a:rPr>
              <a:t>(</a:t>
            </a:r>
            <a:r>
              <a:rPr lang="de-DE" sz="1200" b="0" u="none" strike="noStrike">
                <a:solidFill>
                  <a:srgbClr val="DD1144"/>
                </a:solidFill>
                <a:uFillTx/>
                <a:latin typeface="SourceCodePro"/>
              </a:rPr>
              <a:t>"Sound of Silence"</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1E347B"/>
                </a:solidFill>
                <a:uFillTx/>
                <a:latin typeface="SourceCodePro"/>
              </a:rPr>
              <a:t>new</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93A1A1"/>
                </a:solidFill>
                <a:uFillTx/>
                <a:latin typeface="SourceCodePro"/>
              </a:rPr>
              <a:t>(</a:t>
            </a:r>
            <a:r>
              <a:rPr lang="de-DE" sz="1200" b="0" u="none" strike="noStrike">
                <a:solidFill>
                  <a:srgbClr val="DD1144"/>
                </a:solidFill>
                <a:uFillTx/>
                <a:latin typeface="SourceCodePro"/>
              </a:rPr>
              <a:t>"I Wish"</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     new</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93A1A1"/>
                </a:solidFill>
                <a:uFillTx/>
                <a:latin typeface="SourceCodePro"/>
              </a:rPr>
              <a:t>(</a:t>
            </a:r>
            <a:r>
              <a:rPr lang="de-DE" sz="1200" b="0" u="none" strike="noStrike">
                <a:solidFill>
                  <a:srgbClr val="DD1144"/>
                </a:solidFill>
                <a:uFillTx/>
                <a:latin typeface="SourceCodePro"/>
              </a:rPr>
              <a:t>"Over My Shoulder"</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1E347B"/>
                </a:solidFill>
                <a:uFillTx/>
                <a:latin typeface="SourceCodePro"/>
              </a:rPr>
              <a:t>new</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93A1A1"/>
                </a:solidFill>
                <a:uFillTx/>
                <a:latin typeface="SourceCodePro"/>
              </a:rPr>
              <a:t>(</a:t>
            </a:r>
            <a:r>
              <a:rPr lang="de-DE" sz="1200" b="0" u="none" strike="noStrike">
                <a:solidFill>
                  <a:srgbClr val="DD1144"/>
                </a:solidFill>
                <a:uFillTx/>
                <a:latin typeface="SourceCodePro"/>
              </a:rPr>
              <a:t>"Take Five"</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93A1A1"/>
                </a:solidFill>
                <a:uFillTx/>
                <a:latin typeface="SourceCodePro"/>
              </a:rPr>
              <a:t>    ];</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93A1A1"/>
                </a:solidFill>
                <a:uFillTx/>
                <a:latin typeface="SourceCodePro"/>
              </a:rPr>
              <a:t> }}</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endParaRPr lang="de-DE" sz="1200" b="0" u="none" strike="noStrike">
              <a:solidFill>
                <a:srgbClr val="000000"/>
              </a:solidFill>
              <a:uFillTx/>
              <a:latin typeface="Arial"/>
            </a:endParaRP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546"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47"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548"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5: Databinding</a:t>
            </a:r>
            <a:endParaRPr lang="de-DE" sz="3600" b="0" u="none" strike="noStrike">
              <a:solidFill>
                <a:srgbClr val="000000"/>
              </a:solidFill>
              <a:uFillTx/>
              <a:latin typeface="Arial"/>
            </a:endParaRPr>
          </a:p>
        </p:txBody>
      </p:sp>
      <p:grpSp>
        <p:nvGrpSpPr>
          <p:cNvPr id="549" name="Group 11">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550" name="Freeform: Shape 12">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1" name="Freeform: Shape 13">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2" name="Freeform: Shape 14">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3" name="Freeform: Shape 15">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554"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Erstelle ein Datenmodell</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Lege eine neue Datei src/app/customer/customer.model.ts an.</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Erstelle und exportiere darin ein Klasse Customer mit id, firstname, lastname, street, zip, city.</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Vergebe für jeden erzeugten Customer eine eindeutige ID.</a:t>
            </a:r>
            <a:endParaRPr lang="de-DE" sz="14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Erweitere AppComponent</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Ersetze im Template den dynamischen Titel gegen statisches HTML (&lt;h1&gt;Invoice Manager App&lt;/h1&gt;).</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Importiere in der AppComponent Klasse die Klasse Customer.</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Stelle für das Template eine Liste mit Cutomer bereit (Feld + Initializierung im Konstruktor).</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Zeige im Template die Länge der Liste an.</a:t>
            </a:r>
            <a:endParaRPr lang="de-DE" sz="1400" b="0" u="none" strike="noStrike">
              <a:solidFill>
                <a:srgbClr val="000000"/>
              </a:solidFill>
              <a:uFillTx/>
              <a:latin typeface="Arial"/>
            </a:endParaRPr>
          </a:p>
          <a:p>
            <a:pPr indent="0" defTabSz="914400">
              <a:lnSpc>
                <a:spcPct val="90000"/>
              </a:lnSpc>
              <a:spcBef>
                <a:spcPts val="1001"/>
              </a:spcBef>
              <a:buNone/>
              <a:tabLst>
                <a:tab pos="0" algn="l"/>
              </a:tabLst>
            </a:pPr>
            <a:endParaRPr lang="de-DE" sz="1400" b="0" u="none" strike="noStrike">
              <a:solidFill>
                <a:srgbClr val="000000"/>
              </a:solidFill>
              <a:uFillTx/>
              <a:latin typeface="Arial"/>
            </a:endParaRPr>
          </a:p>
        </p:txBody>
      </p:sp>
      <p:grpSp>
        <p:nvGrpSpPr>
          <p:cNvPr id="555" name="Group 17">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556" name="Freeform: Shape 18">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7" name="Freeform: Shape 19">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8" name="Freeform: Shape 20">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9" name="Freeform: Shape 21">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Direktiven</a:t>
            </a:r>
            <a:endParaRPr lang="de-DE" sz="4400" b="0" u="none" strike="noStrike">
              <a:solidFill>
                <a:srgbClr val="000000"/>
              </a:solidFill>
              <a:uFillTx/>
              <a:latin typeface="Arial"/>
            </a:endParaRPr>
          </a:p>
        </p:txBody>
      </p:sp>
      <p:sp>
        <p:nvSpPr>
          <p:cNvPr id="56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Allgemeines Konzept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Komponenten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Strukturelle Direktiven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Attribut-Direktiven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i="1" u="none" strike="noStrike">
                <a:solidFill>
                  <a:schemeClr val="dk1"/>
                </a:solidFill>
                <a:uFillTx/>
                <a:latin typeface="Calibri"/>
              </a:rPr>
              <a:t>Direktiven</a:t>
            </a:r>
            <a:r>
              <a:rPr lang="de-DE" sz="2800" b="0" u="none" strike="noStrike">
                <a:solidFill>
                  <a:schemeClr val="dk1"/>
                </a:solidFill>
                <a:uFillTx/>
                <a:latin typeface="Calibri"/>
              </a:rPr>
              <a:t> meint meist strukturelle und Attribut-Direktiven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Wie Komponenten Teil des UI</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Unterschied zu Komponenten: kein eigenes Template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Direktiven</a:t>
            </a:r>
            <a:endParaRPr lang="de-DE" sz="4400" b="0" u="none" strike="noStrike">
              <a:solidFill>
                <a:srgbClr val="000000"/>
              </a:solidFill>
              <a:uFillTx/>
              <a:latin typeface="Arial"/>
            </a:endParaRPr>
          </a:p>
        </p:txBody>
      </p:sp>
      <p:sp>
        <p:nvSpPr>
          <p:cNvPr id="56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Direktiven sind Erweiterungen von HTML, die vom Angular Framework gesucht und interpretiert werden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Während des Bootstrap-Vorgangs wird die Startseite der Anwendung nach Direktiven analysiert</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Erweiterung durch</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HTML-Elemente</a:t>
            </a:r>
            <a:endParaRPr lang="de-DE" sz="20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Attribute</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Was genau beim Auftreten einer Direktive passiert hängt von der Direktiven-Implementierung ab</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err="1">
                <a:solidFill>
                  <a:schemeClr val="dk1"/>
                </a:solidFill>
                <a:uFillTx/>
                <a:latin typeface="Courier New"/>
              </a:rPr>
              <a:t>ngModel</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Data Binding</a:t>
            </a:r>
            <a:endParaRPr lang="de-DE" sz="20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ourier New"/>
              </a:rPr>
              <a:t>@</a:t>
            </a:r>
            <a:r>
              <a:rPr lang="de-DE" sz="2400" b="0" u="none" strike="noStrike" dirty="0" err="1">
                <a:solidFill>
                  <a:schemeClr val="dk1"/>
                </a:solidFill>
                <a:uFillTx/>
                <a:latin typeface="Courier New"/>
              </a:rPr>
              <a:t>for</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Iteration</a:t>
            </a:r>
            <a:endParaRPr lang="de-DE" sz="2000" b="0" u="none" strike="noStrike" dirty="0">
              <a:solidFill>
                <a:srgbClr val="000000"/>
              </a:solidFill>
              <a:uFillTx/>
              <a:latin typeface="Arial"/>
            </a:endParaRP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a:t>
            </a:r>
            <a:endParaRPr lang="de-DE" sz="4400" b="0" u="none" strike="noStrike">
              <a:solidFill>
                <a:srgbClr val="000000"/>
              </a:solidFill>
              <a:uFillTx/>
              <a:latin typeface="Arial"/>
            </a:endParaRPr>
          </a:p>
        </p:txBody>
      </p:sp>
      <p:sp>
        <p:nvSpPr>
          <p:cNvPr id="56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a:spcBef>
                <a:spcPts val="1001"/>
              </a:spcBef>
              <a:tabLst>
                <a:tab pos="0" algn="l"/>
              </a:tabLst>
            </a:pPr>
            <a:r>
              <a:rPr lang="de-DE" sz="2400" dirty="0">
                <a:solidFill>
                  <a:srgbClr val="008080"/>
                </a:solidFill>
                <a:latin typeface="SourceCodePro"/>
              </a:rPr>
              <a:t>@for (track of tracks; track track.id) {</a:t>
            </a:r>
          </a:p>
          <a:p>
            <a:pPr>
              <a:spcBef>
                <a:spcPts val="1001"/>
              </a:spcBef>
              <a:tabLst>
                <a:tab pos="0" algn="l"/>
              </a:tabLst>
            </a:pPr>
            <a:r>
              <a:rPr lang="de-DE" sz="2400" dirty="0">
                <a:solidFill>
                  <a:srgbClr val="008080"/>
                </a:solidFill>
                <a:latin typeface="SourceCodePro"/>
              </a:rPr>
              <a:t>  &lt;li&gt;{{track.name}}&lt;/li&gt;</a:t>
            </a:r>
          </a:p>
          <a:p>
            <a:pPr>
              <a:spcBef>
                <a:spcPts val="1001"/>
              </a:spcBef>
              <a:tabLst>
                <a:tab pos="0" algn="l"/>
              </a:tabLst>
            </a:pPr>
            <a:r>
              <a:rPr lang="de-DE" sz="2400" dirty="0">
                <a:solidFill>
                  <a:srgbClr val="008080"/>
                </a:solidFill>
                <a:latin typeface="SourceCodePro"/>
              </a:rPr>
              <a:t>} @empty {</a:t>
            </a:r>
          </a:p>
          <a:p>
            <a:pPr>
              <a:spcBef>
                <a:spcPts val="1001"/>
              </a:spcBef>
              <a:tabLst>
                <a:tab pos="0" algn="l"/>
              </a:tabLst>
            </a:pPr>
            <a:r>
              <a:rPr lang="de-DE" sz="2400" dirty="0">
                <a:solidFill>
                  <a:srgbClr val="008080"/>
                </a:solidFill>
                <a:latin typeface="SourceCodePro"/>
              </a:rPr>
              <a:t>  &lt;p&gt;Keine Tracks gefunden.&lt;/p&gt;</a:t>
            </a:r>
          </a:p>
          <a:p>
            <a:pPr>
              <a:spcBef>
                <a:spcPts val="1001"/>
              </a:spcBef>
              <a:tabLst>
                <a:tab pos="0" algn="l"/>
              </a:tabLst>
            </a:pPr>
            <a:r>
              <a:rPr lang="de-DE" sz="2400" dirty="0">
                <a:solidFill>
                  <a:srgbClr val="008080"/>
                </a:solidFill>
                <a:latin typeface="SourceCodePro"/>
              </a:rPr>
              <a:t>}</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Direktiven des Angular-Frameworks</a:t>
            </a:r>
            <a:endParaRPr lang="de-DE" sz="4400" b="0" u="none" strike="noStrike">
              <a:solidFill>
                <a:srgbClr val="000000"/>
              </a:solidFill>
              <a:uFillTx/>
              <a:latin typeface="Arial"/>
            </a:endParaRPr>
          </a:p>
        </p:txBody>
      </p:sp>
      <p:sp>
        <p:nvSpPr>
          <p:cNvPr id="56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10000"/>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Angular unterscheidet die folgenden Direktiven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Components sind Direktiven!</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sie werden an ein HTML-Element gebunden</a:t>
            </a:r>
            <a:endParaRPr lang="de-DE" sz="20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err="1">
                <a:solidFill>
                  <a:schemeClr val="dk1"/>
                </a:solidFill>
                <a:uFillTx/>
                <a:latin typeface="Calibri"/>
              </a:rPr>
              <a:t>Structural</a:t>
            </a:r>
            <a:r>
              <a:rPr lang="de-DE" sz="2400" b="0" u="none" strike="noStrike" dirty="0">
                <a:solidFill>
                  <a:schemeClr val="dk1"/>
                </a:solidFill>
                <a:uFillTx/>
                <a:latin typeface="Calibri"/>
              </a:rPr>
              <a:t> </a:t>
            </a:r>
            <a:r>
              <a:rPr lang="de-DE" sz="2400" b="0" u="none" strike="noStrike" dirty="0" err="1">
                <a:solidFill>
                  <a:schemeClr val="dk1"/>
                </a:solidFill>
                <a:uFillTx/>
                <a:latin typeface="Calibri"/>
              </a:rPr>
              <a:t>Directives</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Modifizieren das DOM der Anwendung</a:t>
            </a:r>
            <a:endParaRPr lang="de-DE" sz="20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err="1">
                <a:solidFill>
                  <a:schemeClr val="dk1"/>
                </a:solidFill>
                <a:uFillTx/>
                <a:latin typeface="Courier New"/>
              </a:rPr>
              <a:t>for</a:t>
            </a:r>
            <a:r>
              <a:rPr lang="de-DE" sz="2000" b="0" u="none" strike="noStrike" dirty="0">
                <a:solidFill>
                  <a:schemeClr val="dk1"/>
                </a:solidFill>
                <a:uFillTx/>
                <a:latin typeface="Calibri"/>
              </a:rPr>
              <a:t> oder </a:t>
            </a:r>
            <a:r>
              <a:rPr lang="de-DE" sz="2000" b="0" u="none" strike="noStrike" dirty="0" err="1">
                <a:solidFill>
                  <a:schemeClr val="dk1"/>
                </a:solidFill>
                <a:uFillTx/>
                <a:latin typeface="Courier New"/>
              </a:rPr>
              <a:t>if</a:t>
            </a:r>
            <a:r>
              <a:rPr lang="de-DE" sz="2000" b="0" u="none" strike="noStrike" dirty="0">
                <a:solidFill>
                  <a:schemeClr val="dk1"/>
                </a:solidFill>
                <a:uFillTx/>
                <a:latin typeface="Calibri"/>
              </a:rPr>
              <a:t> sind Beispiele hierfür</a:t>
            </a:r>
            <a:endParaRPr lang="de-DE" sz="20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Attribute </a:t>
            </a:r>
            <a:r>
              <a:rPr lang="de-DE" sz="2400" b="0" u="none" strike="noStrike" dirty="0" err="1">
                <a:solidFill>
                  <a:schemeClr val="dk1"/>
                </a:solidFill>
                <a:uFillTx/>
                <a:latin typeface="Calibri"/>
              </a:rPr>
              <a:t>Directives</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Ändern die Darstellung oder das Verhalten eines HTML-Elements</a:t>
            </a:r>
            <a:endParaRPr lang="de-DE" sz="20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err="1">
                <a:solidFill>
                  <a:schemeClr val="dk1"/>
                </a:solidFill>
                <a:uFillTx/>
                <a:latin typeface="Courier New"/>
              </a:rPr>
              <a:t>ngStyle</a:t>
            </a:r>
            <a:r>
              <a:rPr lang="de-DE" sz="2000" b="0" u="none" strike="noStrike" dirty="0">
                <a:solidFill>
                  <a:schemeClr val="dk1"/>
                </a:solidFill>
                <a:uFillTx/>
                <a:latin typeface="Calibri"/>
              </a:rPr>
              <a:t> als Beispiel</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Vollständige Liste unter </a:t>
            </a:r>
            <a:r>
              <a:rPr lang="de-DE" sz="2800" b="0" i="1" u="none" strike="noStrike" dirty="0">
                <a:solidFill>
                  <a:schemeClr val="dk1"/>
                </a:solidFill>
                <a:uFillTx/>
                <a:latin typeface="Courier New"/>
              </a:rPr>
              <a:t>https://</a:t>
            </a:r>
            <a:r>
              <a:rPr lang="de-DE" sz="2800" b="0" i="1" u="none" strike="noStrike" dirty="0" err="1">
                <a:solidFill>
                  <a:schemeClr val="dk1"/>
                </a:solidFill>
                <a:uFillTx/>
                <a:latin typeface="Courier New"/>
              </a:rPr>
              <a:t>angular.io</a:t>
            </a:r>
            <a:r>
              <a:rPr lang="de-DE" sz="2800" b="0" i="1" u="none" strike="noStrike" dirty="0">
                <a:solidFill>
                  <a:schemeClr val="dk1"/>
                </a:solidFill>
                <a:uFillTx/>
                <a:latin typeface="Courier New"/>
              </a:rPr>
              <a:t>/</a:t>
            </a:r>
            <a:r>
              <a:rPr lang="de-DE" sz="2800" b="0" i="1" u="none" strike="noStrike" dirty="0" err="1">
                <a:solidFill>
                  <a:schemeClr val="dk1"/>
                </a:solidFill>
                <a:uFillTx/>
                <a:latin typeface="Courier New"/>
              </a:rPr>
              <a:t>api?status</a:t>
            </a:r>
            <a:r>
              <a:rPr lang="de-DE" sz="2800" b="0" i="1" u="none" strike="noStrike" dirty="0">
                <a:solidFill>
                  <a:schemeClr val="dk1"/>
                </a:solidFill>
                <a:uFillTx/>
                <a:latin typeface="Courier New"/>
              </a:rPr>
              <a:t>=</a:t>
            </a:r>
            <a:r>
              <a:rPr lang="de-DE" sz="2800" b="0" i="1" u="none" strike="noStrike" dirty="0" err="1">
                <a:solidFill>
                  <a:schemeClr val="dk1"/>
                </a:solidFill>
                <a:uFillTx/>
                <a:latin typeface="Courier New"/>
              </a:rPr>
              <a:t>stable&amp;type</a:t>
            </a:r>
            <a:r>
              <a:rPr lang="de-DE" sz="2800" b="0" i="1" u="none" strike="noStrike" dirty="0">
                <a:solidFill>
                  <a:schemeClr val="dk1"/>
                </a:solidFill>
                <a:uFillTx/>
                <a:latin typeface="Courier New"/>
              </a:rPr>
              <a:t>=</a:t>
            </a:r>
            <a:r>
              <a:rPr lang="de-DE" sz="2800" b="0" i="1" u="none" strike="noStrike" dirty="0" err="1">
                <a:solidFill>
                  <a:schemeClr val="dk1"/>
                </a:solidFill>
                <a:uFillTx/>
                <a:latin typeface="Courier New"/>
              </a:rPr>
              <a:t>directive</a:t>
            </a:r>
            <a:endParaRPr lang="de-DE" sz="2800" b="0" u="none" strike="noStrike" dirty="0">
              <a:solidFill>
                <a:srgbClr val="000000"/>
              </a:solidFill>
              <a:uFillTx/>
              <a:latin typeface="Arial"/>
            </a:endParaRP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Built-in Control Flow: @if, @for, @switch</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10"/>
              </a:spcBef>
              <a:buNone/>
              <a:tabLst>
                <a:tab pos="0" algn="l"/>
              </a:tabLst>
            </a:pPr>
            <a:r>
              <a:rPr lang="de-DE" sz="1700" b="0" u="none" strike="noStrike">
                <a:solidFill>
                  <a:srgbClr val="1E347B"/>
                </a:solidFill>
                <a:uFillTx/>
                <a:latin typeface="SourceCodePro"/>
              </a:rPr>
              <a:t>@if (customers.length &gt; 0)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&lt;p&gt;{{ customers.length }} Kunden&lt;/p&gt;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@else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&lt;p&gt;Keine Kunden&lt;/p&gt;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@for (customer of customers; track customer.id)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&lt;li&gt;{{ customer.firstname }}&lt;/li&gt;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@empty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&lt;li&gt;Keine Kunden gefunden.&lt;/li&gt;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@switch (customer.status)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@case ('active') { &lt;span&gt;aktiv&lt;/span&gt;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@default { &lt;span&gt;inaktiv&lt;/span&gt;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Kein Import von CommonModule nötig, bessere Typprüfung und Performance</a:t>
            </a:r>
            <a:endParaRPr lang="de-DE" sz="1700" b="0" u="none" strike="noStrike">
              <a:solidFill>
                <a:srgbClr val="000000"/>
              </a:solidFill>
              <a:uFillTx/>
              <a:latin typeface="Arial"/>
            </a:endParaRP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8" name="PlaceHolder 1"/>
          <p:cNvSpPr>
            <a:spLocks noGrp="1"/>
          </p:cNvSpPr>
          <p:nvPr>
            <p:ph type="title"/>
          </p:nvPr>
        </p:nvSpPr>
        <p:spPr>
          <a:xfrm>
            <a:off x="938520" y="3776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Noch ein paar Beispiele</a:t>
            </a:r>
            <a:endParaRPr lang="de-DE" sz="4400" b="0" u="none" strike="noStrike">
              <a:solidFill>
                <a:srgbClr val="000000"/>
              </a:solidFill>
              <a:uFillTx/>
              <a:latin typeface="Arial"/>
            </a:endParaRPr>
          </a:p>
        </p:txBody>
      </p:sp>
      <p:sp>
        <p:nvSpPr>
          <p:cNvPr id="56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a:spcBef>
                <a:spcPts val="1001"/>
              </a:spcBef>
              <a:buClr>
                <a:srgbClr val="1E347B"/>
              </a:buClr>
            </a:pPr>
            <a:r>
              <a:rPr lang="de-DE" sz="2800" dirty="0">
                <a:solidFill>
                  <a:srgbClr val="008080"/>
                </a:solidFill>
                <a:latin typeface="SourceCodePro"/>
              </a:rPr>
              <a:t>@if (track.playable) {</a:t>
            </a:r>
          </a:p>
          <a:p>
            <a:pPr>
              <a:spcBef>
                <a:spcPts val="1001"/>
              </a:spcBef>
              <a:buClr>
                <a:srgbClr val="1E347B"/>
              </a:buClr>
            </a:pPr>
            <a:r>
              <a:rPr lang="de-DE" sz="2800" dirty="0">
                <a:solidFill>
                  <a:srgbClr val="008080"/>
                </a:solidFill>
                <a:latin typeface="SourceCodePro"/>
              </a:rPr>
              <a:t>  &lt;button&gt;play&lt;/button&gt;</a:t>
            </a:r>
          </a:p>
          <a:p>
            <a:pPr>
              <a:spcBef>
                <a:spcPts val="1001"/>
              </a:spcBef>
              <a:buClr>
                <a:srgbClr val="1E347B"/>
              </a:buClr>
            </a:pPr>
            <a:r>
              <a:rPr lang="de-DE" sz="2800" dirty="0">
                <a:solidFill>
                  <a:srgbClr val="008080"/>
                </a:solidFill>
                <a:latin typeface="SourceCodePro"/>
              </a:rPr>
              <a:t>} @else {</a:t>
            </a:r>
          </a:p>
          <a:p>
            <a:pPr>
              <a:spcBef>
                <a:spcPts val="1001"/>
              </a:spcBef>
              <a:buClr>
                <a:srgbClr val="1E347B"/>
              </a:buClr>
            </a:pPr>
            <a:r>
              <a:rPr lang="de-DE" sz="2800" dirty="0">
                <a:solidFill>
                  <a:srgbClr val="008080"/>
                </a:solidFill>
                <a:latin typeface="SourceCodePro"/>
              </a:rPr>
              <a:t>  &lt;span&gt;nicht verfügbar&lt;/span&gt;</a:t>
            </a:r>
          </a:p>
          <a:p>
            <a:pPr>
              <a:spcBef>
                <a:spcPts val="1001"/>
              </a:spcBef>
              <a:buClr>
                <a:srgbClr val="1E347B"/>
              </a:buClr>
            </a:pPr>
            <a:r>
              <a:rPr lang="de-DE" sz="2800" dirty="0">
                <a:solidFill>
                  <a:srgbClr val="008080"/>
                </a:solidFill>
                <a:latin typeface="SourceCodePro"/>
              </a:rPr>
              <a:t>}</a:t>
            </a:r>
          </a:p>
          <a:p>
            <a:pPr>
              <a:spcBef>
                <a:spcPts val="1001"/>
              </a:spcBef>
              <a:buClr>
                <a:srgbClr val="1E347B"/>
              </a:buClr>
            </a:pPr>
            <a:r>
              <a:rPr lang="de-DE" sz="2800" dirty="0">
                <a:solidFill>
                  <a:srgbClr val="008080"/>
                </a:solidFill>
                <a:latin typeface="SourceCodePro"/>
              </a:rPr>
              <a:t>Früher (Legacy, CommonModule nötig)</a:t>
            </a:r>
          </a:p>
          <a:p>
            <a:pPr>
              <a:spcBef>
                <a:spcPts val="1001"/>
              </a:spcBef>
              <a:buClr>
                <a:srgbClr val="1E347B"/>
              </a:buClr>
            </a:pPr>
            <a:r>
              <a:rPr lang="de-DE" sz="2800" dirty="0">
                <a:solidFill>
                  <a:srgbClr val="008080"/>
                </a:solidFill>
                <a:latin typeface="SourceCodePro"/>
              </a:rPr>
              <a:t>&lt;div *ngIf="track.playable"&gt;…&lt;/div&gt;</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Attribut Direktiven</a:t>
            </a:r>
            <a:endParaRPr lang="de-DE" sz="4400" b="0" u="none" strike="noStrike">
              <a:solidFill>
                <a:srgbClr val="000000"/>
              </a:solidFill>
              <a:uFillTx/>
              <a:latin typeface="Arial"/>
            </a:endParaRPr>
          </a:p>
        </p:txBody>
      </p:sp>
      <p:sp>
        <p:nvSpPr>
          <p:cNvPr id="57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Keine </a:t>
            </a:r>
            <a:r>
              <a:rPr lang="de-DE" sz="2800" b="0" u="none" strike="noStrike" dirty="0" err="1">
                <a:solidFill>
                  <a:schemeClr val="dk1"/>
                </a:solidFill>
                <a:uFillTx/>
                <a:latin typeface="Calibri"/>
              </a:rPr>
              <a:t>Verändung</a:t>
            </a:r>
            <a:r>
              <a:rPr lang="de-DE" sz="2800" b="0" u="none" strike="noStrike" dirty="0">
                <a:solidFill>
                  <a:schemeClr val="dk1"/>
                </a:solidFill>
                <a:uFillTx/>
                <a:latin typeface="Calibri"/>
              </a:rPr>
              <a:t> der DOM Struktur</a:t>
            </a: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r>
              <a:rPr lang="de-DE" sz="2800" b="0" u="none" strike="noStrike" dirty="0">
                <a:solidFill>
                  <a:srgbClr val="1E347B"/>
                </a:solidFill>
                <a:uFillTx/>
                <a:latin typeface="SourceCodePro"/>
              </a:rPr>
              <a:t>&lt;form</a:t>
            </a:r>
            <a:r>
              <a:rPr lang="de-DE" sz="2800" b="0" u="none" strike="noStrike" dirty="0">
                <a:solidFill>
                  <a:srgbClr val="48484C"/>
                </a:solidFill>
                <a:uFillTx/>
                <a:latin typeface="SourceCodePro"/>
              </a:rPr>
              <a:t> [</a:t>
            </a:r>
            <a:r>
              <a:rPr lang="de-DE" sz="2800" b="0" u="none" strike="noStrike" dirty="0" err="1">
                <a:solidFill>
                  <a:srgbClr val="008080"/>
                </a:solidFill>
                <a:uFillTx/>
                <a:latin typeface="SourceCodePro"/>
              </a:rPr>
              <a:t>formGroup</a:t>
            </a:r>
            <a:r>
              <a:rPr lang="de-DE" sz="2800" b="0" u="none" strike="noStrike" dirty="0">
                <a:solidFill>
                  <a:srgbClr val="48484C"/>
                </a:solidFill>
                <a:uFillTx/>
                <a:latin typeface="SourceCodePro"/>
              </a:rPr>
              <a:t>]</a:t>
            </a:r>
            <a:r>
              <a:rPr lang="de-DE" sz="2800" b="0" u="none" strike="noStrike" dirty="0">
                <a:solidFill>
                  <a:srgbClr val="93A1A1"/>
                </a:solidFill>
                <a:uFillTx/>
                <a:latin typeface="SourceCodePro"/>
              </a:rPr>
              <a:t>=</a:t>
            </a:r>
            <a:r>
              <a:rPr lang="de-DE" sz="2800" b="0" u="none" strike="noStrike" dirty="0">
                <a:solidFill>
                  <a:srgbClr val="DD1144"/>
                </a:solidFill>
                <a:uFillTx/>
                <a:latin typeface="SourceCodePro"/>
              </a:rPr>
              <a:t>"form"</a:t>
            </a:r>
            <a:r>
              <a:rPr lang="de-DE" sz="2800" b="0" u="none" strike="noStrike" dirty="0">
                <a:solidFill>
                  <a:srgbClr val="1E347B"/>
                </a:solidFill>
                <a:uFillTx/>
                <a:latin typeface="SourceCodePro"/>
              </a:rPr>
              <a:t>&gt;</a:t>
            </a: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r>
              <a:rPr lang="de-DE" sz="2800" b="0" u="none" strike="noStrike" dirty="0">
                <a:solidFill>
                  <a:srgbClr val="1E347B"/>
                </a:solidFill>
                <a:uFillTx/>
                <a:latin typeface="SourceCodePro"/>
              </a:rPr>
              <a:t>		&lt;</a:t>
            </a:r>
            <a:r>
              <a:rPr lang="de-DE" sz="2800" b="0" u="none" strike="noStrike" dirty="0" err="1">
                <a:solidFill>
                  <a:srgbClr val="1E347B"/>
                </a:solidFill>
                <a:uFillTx/>
                <a:latin typeface="SourceCodePro"/>
              </a:rPr>
              <a:t>input</a:t>
            </a:r>
            <a:r>
              <a:rPr lang="de-DE" sz="2800" b="0" u="none" strike="noStrike" dirty="0">
                <a:solidFill>
                  <a:srgbClr val="48484C"/>
                </a:solidFill>
                <a:uFillTx/>
                <a:latin typeface="SourceCodePro"/>
              </a:rPr>
              <a:t> </a:t>
            </a:r>
            <a:r>
              <a:rPr lang="de-DE" sz="2800" b="0" u="none" strike="noStrike" dirty="0">
                <a:solidFill>
                  <a:srgbClr val="008080"/>
                </a:solidFill>
                <a:uFillTx/>
                <a:latin typeface="SourceCodePro"/>
              </a:rPr>
              <a:t>type</a:t>
            </a:r>
            <a:r>
              <a:rPr lang="de-DE" sz="2800" b="0" u="none" strike="noStrike" dirty="0">
                <a:solidFill>
                  <a:srgbClr val="93A1A1"/>
                </a:solidFill>
                <a:uFillTx/>
                <a:latin typeface="SourceCodePro"/>
              </a:rPr>
              <a:t>=</a:t>
            </a:r>
            <a:r>
              <a:rPr lang="de-DE" sz="2800" b="0" u="none" strike="noStrike" dirty="0">
                <a:solidFill>
                  <a:srgbClr val="DD1144"/>
                </a:solidFill>
                <a:uFillTx/>
                <a:latin typeface="SourceCodePro"/>
              </a:rPr>
              <a:t>"email"</a:t>
            </a:r>
            <a:r>
              <a:rPr lang="de-DE" sz="2800" b="0" u="none" strike="noStrike" dirty="0">
                <a:solidFill>
                  <a:srgbClr val="48484C"/>
                </a:solidFill>
                <a:uFillTx/>
                <a:latin typeface="SourceCodePro"/>
              </a:rPr>
              <a:t> </a:t>
            </a:r>
            <a:r>
              <a:rPr lang="de-DE" sz="2800" b="0" u="none" strike="noStrike" dirty="0" err="1">
                <a:solidFill>
                  <a:srgbClr val="008080"/>
                </a:solidFill>
                <a:uFillTx/>
                <a:latin typeface="SourceCodePro"/>
              </a:rPr>
              <a:t>formControlName</a:t>
            </a:r>
            <a:r>
              <a:rPr lang="de-DE" sz="2800" b="0" u="none" strike="noStrike" dirty="0">
                <a:solidFill>
                  <a:srgbClr val="93A1A1"/>
                </a:solidFill>
                <a:uFillTx/>
                <a:latin typeface="SourceCodePro"/>
              </a:rPr>
              <a:t>=</a:t>
            </a:r>
            <a:r>
              <a:rPr lang="de-DE" sz="2800" b="0" u="none" strike="noStrike" dirty="0">
                <a:solidFill>
                  <a:srgbClr val="DD1144"/>
                </a:solidFill>
                <a:uFillTx/>
                <a:latin typeface="SourceCodePro"/>
              </a:rPr>
              <a:t>"mail"</a:t>
            </a:r>
            <a:r>
              <a:rPr lang="de-DE" sz="2800" b="0" u="none" strike="noStrike" dirty="0">
                <a:solidFill>
                  <a:srgbClr val="1E347B"/>
                </a:solidFill>
                <a:uFillTx/>
                <a:latin typeface="SourceCodePro"/>
              </a:rPr>
              <a:t>/&gt;</a:t>
            </a: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r>
              <a:rPr lang="de-DE" sz="2800" b="0" u="none" strike="noStrike" dirty="0">
                <a:solidFill>
                  <a:srgbClr val="1E347B"/>
                </a:solidFill>
                <a:uFillTx/>
                <a:latin typeface="SourceCodePro"/>
              </a:rPr>
              <a:t>&lt;/form&gt;</a:t>
            </a: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2800" b="0" u="none" strike="noStrike" dirty="0">
              <a:solidFill>
                <a:srgbClr val="000000"/>
              </a:solidFill>
              <a:uFillTx/>
              <a:latin typeface="Arial"/>
            </a:endParaRP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572"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73"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574"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6</a:t>
            </a:r>
            <a:endParaRPr lang="de-DE" sz="3600" b="0" u="none" strike="noStrike">
              <a:solidFill>
                <a:srgbClr val="000000"/>
              </a:solidFill>
              <a:uFillTx/>
              <a:latin typeface="Arial"/>
            </a:endParaRPr>
          </a:p>
        </p:txBody>
      </p:sp>
      <p:grpSp>
        <p:nvGrpSpPr>
          <p:cNvPr id="575" name="Group 11">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576" name="Freeform: Shape 12">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77" name="Freeform: Shape 13">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78" name="Freeform: Shape 14">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79" name="Freeform: Shape 15">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580"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Erweitere das Template von AppComponent</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Zeige eine Liste aller Customer an</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581" name="Group 17">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582" name="Freeform: Shape 18">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83" name="Freeform: Shape 19">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84" name="Freeform: Shape 20">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85" name="Freeform: Shape 21">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586" name="Rectangle 18">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587" name="Picture 9" descr="Toy plastic numbers"/>
          <p:cNvPicPr/>
          <p:nvPr/>
        </p:nvPicPr>
        <p:blipFill>
          <a:blip r:embed="rId2"/>
          <a:srcRect t="10128" b="5604"/>
          <a:stretch/>
        </p:blipFill>
        <p:spPr>
          <a:xfrm>
            <a:off x="-2880" y="0"/>
            <a:ext cx="12190680" cy="6856560"/>
          </a:xfrm>
          <a:prstGeom prst="rect">
            <a:avLst/>
          </a:prstGeom>
          <a:noFill/>
          <a:ln w="0">
            <a:noFill/>
          </a:ln>
        </p:spPr>
      </p:pic>
      <p:sp>
        <p:nvSpPr>
          <p:cNvPr id="588" name="Rectangle 20">
            <a:extLst>
              <a:ext uri="{C183D7F6-B498-43B3-948B-1728B52AA6E4}">
                <adec:decorative xmlns:adec="http://schemas.microsoft.com/office/drawing/2017/decorative" val="1"/>
              </a:ext>
            </a:extLst>
          </p:cNvPr>
          <p:cNvSpPr/>
          <p:nvPr/>
        </p:nvSpPr>
        <p:spPr>
          <a:xfrm>
            <a:off x="0" y="2207520"/>
            <a:ext cx="12190680" cy="3160800"/>
          </a:xfrm>
          <a:prstGeom prst="rect">
            <a:avLst/>
          </a:prstGeom>
          <a:gradFill rotWithShape="0">
            <a:gsLst>
              <a:gs pos="0">
                <a:srgbClr val="000000">
                  <a:alpha val="0"/>
                </a:srgbClr>
              </a:gs>
              <a:gs pos="25000">
                <a:srgbClr val="000000">
                  <a:alpha val="15000"/>
                </a:srgbClr>
              </a:gs>
              <a:gs pos="50000">
                <a:srgbClr val="000000">
                  <a:alpha val="30000"/>
                </a:srgbClr>
              </a:gs>
              <a:gs pos="75000">
                <a:srgbClr val="000000">
                  <a:alpha val="15000"/>
                </a:srgbClr>
              </a:gs>
              <a:gs pos="100000">
                <a:srgbClr val="000000">
                  <a:alpha val="0"/>
                </a:srgbClr>
              </a:gs>
            </a:gsLst>
            <a:lin ang="16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89" name="PlaceHolder 1"/>
          <p:cNvSpPr>
            <a:spLocks noGrp="1"/>
          </p:cNvSpPr>
          <p:nvPr>
            <p:ph type="title"/>
          </p:nvPr>
        </p:nvSpPr>
        <p:spPr>
          <a:xfrm>
            <a:off x="1097280" y="325440"/>
            <a:ext cx="10056960" cy="3573360"/>
          </a:xfrm>
          <a:prstGeom prst="rect">
            <a:avLst/>
          </a:prstGeom>
          <a:noFill/>
          <a:ln w="0">
            <a:noFill/>
          </a:ln>
          <a:effectLst>
            <a:outerShdw blurRad="50760" dist="37674" dir="2700000" rotWithShape="0">
              <a:srgbClr val="000000">
                <a:alpha val="40000"/>
              </a:srgbClr>
            </a:outerShdw>
          </a:effectLst>
        </p:spPr>
        <p:txBody>
          <a:bodyPr lIns="91440" tIns="45720" rIns="91440" bIns="45720" anchor="b">
            <a:normAutofit/>
          </a:bodyPr>
          <a:lstStyle/>
          <a:p>
            <a:pPr indent="0" algn="ctr" defTabSz="914400">
              <a:lnSpc>
                <a:spcPct val="90000"/>
              </a:lnSpc>
              <a:buNone/>
              <a:tabLst>
                <a:tab pos="0" algn="l"/>
              </a:tabLst>
            </a:pPr>
            <a:r>
              <a:rPr lang="en-US" sz="5200" b="0" u="none" strike="noStrike">
                <a:solidFill>
                  <a:srgbClr val="FFFFFF"/>
                </a:solidFill>
                <a:uFillTx/>
                <a:latin typeface="Calibri Light"/>
              </a:rPr>
              <a:t>Child Components</a:t>
            </a:r>
            <a:endParaRPr lang="de-DE" sz="5200" b="0" u="none" strike="noStrike">
              <a:solidFill>
                <a:srgbClr val="000000"/>
              </a:solidFill>
              <a:uFillTx/>
              <a:latin typeface="Arial"/>
            </a:endParaRPr>
          </a:p>
        </p:txBody>
      </p:sp>
      <p:sp>
        <p:nvSpPr>
          <p:cNvPr id="590" name="PlaceHolder 2"/>
          <p:cNvSpPr>
            <a:spLocks noGrp="1"/>
          </p:cNvSpPr>
          <p:nvPr>
            <p:ph/>
          </p:nvPr>
        </p:nvSpPr>
        <p:spPr>
          <a:xfrm>
            <a:off x="1100160" y="4071960"/>
            <a:ext cx="10056960" cy="1281240"/>
          </a:xfrm>
          <a:prstGeom prst="rect">
            <a:avLst/>
          </a:prstGeom>
          <a:noFill/>
          <a:ln w="0">
            <a:noFill/>
          </a:ln>
          <a:effectLst>
            <a:outerShdw blurRad="50760" dist="37674" dir="2700000" rotWithShape="0">
              <a:srgbClr val="000000">
                <a:alpha val="40000"/>
              </a:srgbClr>
            </a:outerShdw>
          </a:effectLst>
        </p:spPr>
        <p:txBody>
          <a:bodyPr lIns="91440" tIns="45720" rIns="91440" bIns="45720" anchor="t">
            <a:normAutofit/>
          </a:bodyPr>
          <a:lstStyle/>
          <a:p>
            <a:pPr indent="0" algn="ctr" defTabSz="914400">
              <a:lnSpc>
                <a:spcPct val="90000"/>
              </a:lnSpc>
              <a:spcBef>
                <a:spcPts val="1001"/>
              </a:spcBef>
              <a:buNone/>
              <a:tabLst>
                <a:tab pos="0" algn="l"/>
              </a:tabLst>
            </a:pPr>
            <a:r>
              <a:rPr lang="en-US" sz="2400" b="0" u="none" strike="noStrike" dirty="0">
                <a:solidFill>
                  <a:srgbClr val="FFFFFF"/>
                </a:solidFill>
                <a:uFillTx/>
                <a:latin typeface="Calibri"/>
              </a:rPr>
              <a:t>Divide and conquer</a:t>
            </a:r>
            <a:endParaRPr lang="de-DE" sz="2400" b="0" u="none" strike="noStrike" dirty="0">
              <a:solidFill>
                <a:srgbClr val="000000"/>
              </a:solidFill>
              <a:uFillTx/>
              <a:latin typeface="Arial"/>
            </a:endParaRP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591" name="Rectangle 10">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592" name="Picture 6" descr="Mountain range at sunrise"/>
          <p:cNvPicPr/>
          <p:nvPr/>
        </p:nvPicPr>
        <p:blipFill>
          <a:blip r:embed="rId2"/>
          <a:srcRect l="9122" r="4163"/>
          <a:stretch/>
        </p:blipFill>
        <p:spPr>
          <a:xfrm>
            <a:off x="0" y="0"/>
            <a:ext cx="9668160" cy="6856560"/>
          </a:xfrm>
          <a:prstGeom prst="rect">
            <a:avLst/>
          </a:prstGeom>
          <a:noFill/>
          <a:ln w="0">
            <a:noFill/>
          </a:ln>
        </p:spPr>
      </p:pic>
      <p:sp>
        <p:nvSpPr>
          <p:cNvPr id="593" name="Rectangle 12">
            <a:extLst>
              <a:ext uri="{C183D7F6-B498-43B3-948B-1728B52AA6E4}">
                <adec:decorative xmlns:adec="http://schemas.microsoft.com/office/drawing/2017/decorative" val="1"/>
              </a:ext>
            </a:extLst>
          </p:cNvPr>
          <p:cNvSpPr/>
          <p:nvPr/>
        </p:nvSpPr>
        <p:spPr>
          <a:xfrm flipH="1">
            <a:off x="5123520" y="0"/>
            <a:ext cx="7065360" cy="6856560"/>
          </a:xfrm>
          <a:prstGeom prst="rect">
            <a:avLst/>
          </a:prstGeom>
          <a:gradFill rotWithShape="0">
            <a:gsLst>
              <a:gs pos="0">
                <a:srgbClr val="FFFFFF">
                  <a:alpha val="0"/>
                </a:srgbClr>
              </a:gs>
              <a:gs pos="19000">
                <a:srgbClr val="FFFFFF">
                  <a:alpha val="38000"/>
                </a:srgbClr>
              </a:gs>
              <a:gs pos="35000">
                <a:srgbClr val="FFFFFF">
                  <a:alpha val="77000"/>
                </a:srgbClr>
              </a:gs>
              <a:gs pos="48000">
                <a:srgbClr val="FFFFFF"/>
              </a:gs>
              <a:gs pos="100000">
                <a:srgbClr val="FFFFFF"/>
              </a:gs>
            </a:gsLst>
            <a:lin ang="10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94" name="PlaceHolder 1"/>
          <p:cNvSpPr>
            <a:spLocks noGrp="1"/>
          </p:cNvSpPr>
          <p:nvPr>
            <p:ph type="title"/>
          </p:nvPr>
        </p:nvSpPr>
        <p:spPr>
          <a:xfrm>
            <a:off x="7531560" y="365040"/>
            <a:ext cx="3820680" cy="189864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en-US" sz="4000" b="0" u="none" strike="noStrike">
                <a:solidFill>
                  <a:schemeClr val="dk1"/>
                </a:solidFill>
                <a:uFillTx/>
                <a:latin typeface="Calibri Light"/>
              </a:rPr>
              <a:t>Goals</a:t>
            </a:r>
            <a:endParaRPr lang="de-DE" sz="4000" b="0" u="none" strike="noStrike">
              <a:solidFill>
                <a:srgbClr val="000000"/>
              </a:solidFill>
              <a:uFillTx/>
              <a:latin typeface="Arial"/>
            </a:endParaRPr>
          </a:p>
        </p:txBody>
      </p:sp>
      <p:sp>
        <p:nvSpPr>
          <p:cNvPr id="595" name="Rechteck 4"/>
          <p:cNvSpPr/>
          <p:nvPr/>
        </p:nvSpPr>
        <p:spPr>
          <a:xfrm>
            <a:off x="7531560" y="2434320"/>
            <a:ext cx="3820680" cy="3741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marL="216000" indent="-228600" defTabSz="914400">
              <a:lnSpc>
                <a:spcPct val="90000"/>
              </a:lnSpc>
              <a:spcAft>
                <a:spcPts val="601"/>
              </a:spcAft>
              <a:buClr>
                <a:srgbClr val="000000"/>
              </a:buClr>
              <a:buFont typeface="Arial"/>
              <a:buChar char="•"/>
            </a:pPr>
            <a:r>
              <a:rPr lang="en-US" sz="2000" b="0" u="none" strike="noStrike">
                <a:solidFill>
                  <a:schemeClr val="dk1"/>
                </a:solidFill>
                <a:uFillTx/>
                <a:latin typeface="Calibri"/>
              </a:rPr>
              <a:t>Listen Darstellung in eigene Komponente auslagern</a:t>
            </a:r>
            <a:endParaRPr lang="de-DE" sz="2000" b="0" u="none" strike="noStrike">
              <a:solidFill>
                <a:srgbClr val="000000"/>
              </a:solidFill>
              <a:uFillTx/>
              <a:latin typeface="Arial"/>
            </a:endParaRPr>
          </a:p>
          <a:p>
            <a:pPr marL="743040" lvl="1" indent="-228600" defTabSz="914400">
              <a:lnSpc>
                <a:spcPct val="90000"/>
              </a:lnSpc>
              <a:spcAft>
                <a:spcPts val="601"/>
              </a:spcAft>
              <a:buClr>
                <a:srgbClr val="000000"/>
              </a:buClr>
              <a:buFont typeface="Arial"/>
              <a:buChar char="•"/>
            </a:pPr>
            <a:r>
              <a:rPr lang="en-US" sz="2000" b="0" u="none" strike="noStrike">
                <a:solidFill>
                  <a:schemeClr val="dk1"/>
                </a:solidFill>
                <a:uFillTx/>
                <a:latin typeface="Calibri"/>
              </a:rPr>
              <a:t>Komplexere Darstellung ermöglichen</a:t>
            </a:r>
            <a:endParaRPr lang="de-DE" sz="2000" b="0" u="none" strike="noStrike">
              <a:solidFill>
                <a:srgbClr val="000000"/>
              </a:solidFill>
              <a:uFillTx/>
              <a:latin typeface="Arial"/>
            </a:endParaRPr>
          </a:p>
          <a:p>
            <a:pPr marL="743040" lvl="1" indent="-228600" defTabSz="914400">
              <a:lnSpc>
                <a:spcPct val="90000"/>
              </a:lnSpc>
              <a:spcAft>
                <a:spcPts val="601"/>
              </a:spcAft>
              <a:buClr>
                <a:srgbClr val="000000"/>
              </a:buClr>
              <a:buFont typeface="Arial"/>
              <a:buChar char="•"/>
            </a:pPr>
            <a:r>
              <a:rPr lang="en-US" sz="2000" b="0" u="none" strike="noStrike">
                <a:solidFill>
                  <a:schemeClr val="dk1"/>
                </a:solidFill>
                <a:uFillTx/>
                <a:latin typeface="Calibri"/>
              </a:rPr>
              <a:t>Wachsendes UI aufteilen</a:t>
            </a:r>
            <a:endParaRPr lang="de-DE" sz="2000" b="0" u="none" strike="noStrike">
              <a:solidFill>
                <a:srgbClr val="000000"/>
              </a:solidFill>
              <a:uFillTx/>
              <a:latin typeface="Arial"/>
            </a:endParaRPr>
          </a:p>
          <a:p>
            <a:pPr marL="743040" lvl="1" indent="-228600" defTabSz="914400">
              <a:lnSpc>
                <a:spcPct val="90000"/>
              </a:lnSpc>
              <a:spcAft>
                <a:spcPts val="601"/>
              </a:spcAft>
              <a:buClr>
                <a:srgbClr val="000000"/>
              </a:buClr>
              <a:buFont typeface="Arial"/>
              <a:buChar char="•"/>
            </a:pPr>
            <a:r>
              <a:rPr lang="en-US" sz="2000" b="0" u="none" strike="noStrike">
                <a:solidFill>
                  <a:schemeClr val="dk1"/>
                </a:solidFill>
                <a:uFillTx/>
                <a:latin typeface="Calibri"/>
              </a:rPr>
              <a:t>Wiederverwendbarkeit erreichen</a:t>
            </a:r>
            <a:endParaRPr lang="de-DE" sz="2000" b="0" u="none" strike="noStrike">
              <a:solidFill>
                <a:srgbClr val="000000"/>
              </a:solidFill>
              <a:uFillTx/>
              <a:latin typeface="Arial"/>
            </a:endParaRP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Verschachtelung</a:t>
            </a:r>
            <a:endParaRPr lang="de-DE" sz="4400" b="0" u="none" strike="noStrike">
              <a:solidFill>
                <a:srgbClr val="000000"/>
              </a:solidFill>
              <a:uFillTx/>
              <a:latin typeface="Arial"/>
            </a:endParaRPr>
          </a:p>
        </p:txBody>
      </p:sp>
      <p:sp>
        <p:nvSpPr>
          <p:cNvPr id="59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Gesamtes UI ist aus Baum von Komponenten aufgebaut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"Anwendung" ist Top-Level-Komponente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Komponenten können geschachtelt werden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Vater- und Kind-Komponente sind isoliert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Kein Zugriff auf Daten des anderen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Daten müssen an Kind übergeben werden</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Komponente als Direktive einbinden</a:t>
            </a:r>
            <a:endParaRPr lang="de-DE" sz="4400" b="0" u="none" strike="noStrike">
              <a:solidFill>
                <a:srgbClr val="000000"/>
              </a:solidFill>
              <a:uFillTx/>
              <a:latin typeface="Arial"/>
            </a:endParaRPr>
          </a:p>
        </p:txBody>
      </p:sp>
      <p:sp>
        <p:nvSpPr>
          <p:cNvPr id="59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Komponenten sind auch Direktiven (eine Art)</a:t>
            </a:r>
            <a:endParaRPr lang="de-DE" sz="28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Direktiven (alle Arten) müssen bekannt gemacht werden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Per imports: [] in der @Component-Annotation </a:t>
            </a: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Nur bekannt gemacht Direktiven werden ausgeführt</a:t>
            </a:r>
            <a:endParaRPr lang="de-DE" sz="2800" b="0" u="none" strike="noStrike" dirty="0">
              <a:solidFill>
                <a:srgbClr val="000000"/>
              </a:solidFill>
              <a:uFillTx/>
              <a:latin typeface="Arial"/>
            </a:endParaRP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Mittels ng-generate</a:t>
            </a:r>
            <a:endParaRPr lang="de-DE" sz="4400" b="0" u="none" strike="noStrike">
              <a:solidFill>
                <a:srgbClr val="000000"/>
              </a:solidFill>
              <a:uFillTx/>
              <a:latin typeface="Arial"/>
            </a:endParaRPr>
          </a:p>
        </p:txBody>
      </p:sp>
      <p:sp>
        <p:nvSpPr>
          <p:cNvPr id="60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Angular CLI legt neue Komponenten an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Klasse + alle benötigte Annotation</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err="1">
                <a:solidFill>
                  <a:schemeClr val="dk1"/>
                </a:solidFill>
                <a:uFillTx/>
                <a:latin typeface="Calibri"/>
              </a:rPr>
              <a:t>Html</a:t>
            </a:r>
            <a:r>
              <a:rPr lang="de-DE" sz="2400" b="0" u="none" strike="noStrike" dirty="0">
                <a:solidFill>
                  <a:schemeClr val="dk1"/>
                </a:solidFill>
                <a:uFillTx/>
                <a:latin typeface="Calibri"/>
              </a:rPr>
              <a:t>-Template</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Leeres Styling</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Test</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err="1">
                <a:solidFill>
                  <a:schemeClr val="dk1"/>
                </a:solidFill>
                <a:uFillTx/>
                <a:latin typeface="Calibri"/>
              </a:rPr>
              <a:t>ng</a:t>
            </a:r>
            <a:r>
              <a:rPr lang="de-DE" sz="2800" b="0" u="none" strike="noStrike" dirty="0">
                <a:solidFill>
                  <a:schemeClr val="dk1"/>
                </a:solidFill>
                <a:uFillTx/>
                <a:latin typeface="Calibri"/>
              </a:rPr>
              <a:t> </a:t>
            </a:r>
            <a:r>
              <a:rPr lang="de-DE" sz="2800" b="0" u="none" strike="noStrike" dirty="0" err="1">
                <a:solidFill>
                  <a:schemeClr val="dk1"/>
                </a:solidFill>
                <a:uFillTx/>
                <a:latin typeface="Calibri"/>
              </a:rPr>
              <a:t>generate</a:t>
            </a:r>
            <a:r>
              <a:rPr lang="de-DE" sz="2800" b="0" u="none" strike="noStrike" dirty="0">
                <a:solidFill>
                  <a:schemeClr val="dk1"/>
                </a:solidFill>
                <a:uFillTx/>
                <a:latin typeface="Calibri"/>
              </a:rPr>
              <a:t> </a:t>
            </a:r>
            <a:r>
              <a:rPr lang="de-DE" sz="2800" b="0" u="none" strike="noStrike" dirty="0" err="1">
                <a:solidFill>
                  <a:schemeClr val="dk1"/>
                </a:solidFill>
                <a:uFillTx/>
                <a:latin typeface="Calibri"/>
              </a:rPr>
              <a:t>component</a:t>
            </a:r>
            <a:r>
              <a:rPr lang="de-DE" sz="2800" b="0" u="none" strike="noStrike" dirty="0">
                <a:solidFill>
                  <a:schemeClr val="dk1"/>
                </a:solidFill>
                <a:uFillTx/>
                <a:latin typeface="Calibri"/>
              </a:rPr>
              <a:t> </a:t>
            </a:r>
            <a:r>
              <a:rPr lang="de-DE" sz="2800" b="0" i="1" u="none" strike="noStrike" dirty="0" err="1">
                <a:solidFill>
                  <a:schemeClr val="dk1"/>
                </a:solidFill>
                <a:uFillTx/>
                <a:latin typeface="Calibri"/>
              </a:rPr>
              <a:t>packetname</a:t>
            </a:r>
            <a:r>
              <a:rPr lang="de-DE" sz="2800" b="0" i="1" u="none" strike="noStrike" dirty="0">
                <a:solidFill>
                  <a:schemeClr val="dk1"/>
                </a:solidFill>
                <a:uFillTx/>
                <a:latin typeface="Calibri"/>
              </a:rPr>
              <a:t>/</a:t>
            </a:r>
            <a:r>
              <a:rPr lang="de-DE" sz="2800" b="0" i="1" u="none" strike="noStrike" dirty="0" err="1">
                <a:solidFill>
                  <a:schemeClr val="dk1"/>
                </a:solidFill>
                <a:uFillTx/>
                <a:latin typeface="Calibri"/>
              </a:rPr>
              <a:t>component</a:t>
            </a:r>
            <a:r>
              <a:rPr lang="de-DE" sz="2800" b="0" i="1" u="none" strike="noStrike" dirty="0">
                <a:solidFill>
                  <a:schemeClr val="dk1"/>
                </a:solidFill>
                <a:uFillTx/>
                <a:latin typeface="Calibri"/>
              </a:rPr>
              <a:t>-name</a:t>
            </a:r>
            <a:endParaRPr lang="de-DE" sz="2800" b="0" u="none" strike="noStrike" dirty="0">
              <a:solidFill>
                <a:srgbClr val="000000"/>
              </a:solidFill>
              <a:uFillTx/>
              <a:latin typeface="Arial"/>
            </a:endParaRP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612" name="Rectangle 20">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13" name="Rectangle 22">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614"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7: Komponenten schachteln</a:t>
            </a:r>
            <a:endParaRPr lang="de-DE" sz="3600" b="0" u="none" strike="noStrike">
              <a:solidFill>
                <a:srgbClr val="000000"/>
              </a:solidFill>
              <a:uFillTx/>
              <a:latin typeface="Arial"/>
            </a:endParaRPr>
          </a:p>
        </p:txBody>
      </p:sp>
      <p:grpSp>
        <p:nvGrpSpPr>
          <p:cNvPr id="615" name="Group 24">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616" name="Freeform: Shape 25">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17" name="Freeform: Shape 26">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18" name="Freeform: Shape 27">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19" name="Freeform: Shape 28">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620"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500" b="0" u="none" strike="noStrike" dirty="0">
                <a:solidFill>
                  <a:schemeClr val="dk2"/>
                </a:solidFill>
                <a:uFillTx/>
                <a:latin typeface="Calibri"/>
              </a:rPr>
              <a:t>Erstelle eine Komponente </a:t>
            </a:r>
            <a:r>
              <a:rPr lang="de-DE" sz="1500" b="0" u="none" strike="noStrike" dirty="0" err="1">
                <a:solidFill>
                  <a:schemeClr val="dk2"/>
                </a:solidFill>
                <a:uFillTx/>
                <a:latin typeface="Calibri"/>
              </a:rPr>
              <a:t>CustomerListComponent</a:t>
            </a:r>
            <a:endParaRPr lang="de-DE" sz="1500" b="0" u="none" strike="noStrike" dirty="0">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500" b="0" u="none" strike="noStrike" dirty="0">
                <a:solidFill>
                  <a:schemeClr val="dk2"/>
                </a:solidFill>
                <a:uFillTx/>
                <a:latin typeface="Calibri"/>
              </a:rPr>
              <a:t>Generieren per </a:t>
            </a:r>
            <a:r>
              <a:rPr lang="de-DE" sz="1500" b="0" u="none" strike="noStrike" dirty="0" err="1">
                <a:solidFill>
                  <a:schemeClr val="dk2"/>
                </a:solidFill>
                <a:uFillTx/>
                <a:latin typeface="Calibri"/>
              </a:rPr>
              <a:t>ng</a:t>
            </a:r>
            <a:r>
              <a:rPr lang="de-DE" sz="1500" b="0" u="none" strike="noStrike" dirty="0">
                <a:solidFill>
                  <a:schemeClr val="dk2"/>
                </a:solidFill>
                <a:uFillTx/>
                <a:latin typeface="Calibri"/>
              </a:rPr>
              <a:t> </a:t>
            </a:r>
            <a:r>
              <a:rPr lang="de-DE" sz="1500" b="0" u="none" strike="noStrike" dirty="0" err="1">
                <a:solidFill>
                  <a:schemeClr val="dk2"/>
                </a:solidFill>
                <a:uFillTx/>
                <a:latin typeface="Calibri"/>
              </a:rPr>
              <a:t>generate</a:t>
            </a:r>
            <a:r>
              <a:rPr lang="de-DE" sz="1500" b="0" u="none" strike="noStrike" dirty="0">
                <a:solidFill>
                  <a:schemeClr val="dk2"/>
                </a:solidFill>
                <a:uFillTx/>
                <a:latin typeface="Calibri"/>
              </a:rPr>
              <a:t> </a:t>
            </a:r>
            <a:r>
              <a:rPr lang="de-DE" sz="1500" b="0" u="none" strike="noStrike" dirty="0" err="1">
                <a:solidFill>
                  <a:schemeClr val="dk2"/>
                </a:solidFill>
                <a:uFillTx/>
                <a:latin typeface="Calibri"/>
              </a:rPr>
              <a:t>component</a:t>
            </a:r>
            <a:r>
              <a:rPr lang="de-DE" sz="1500" b="0" u="none" strike="noStrike" dirty="0">
                <a:solidFill>
                  <a:schemeClr val="dk2"/>
                </a:solidFill>
                <a:uFillTx/>
                <a:latin typeface="Calibri"/>
              </a:rPr>
              <a:t> </a:t>
            </a:r>
            <a:r>
              <a:rPr lang="de-DE" sz="1500" b="0" u="none" strike="noStrike" dirty="0" err="1">
                <a:solidFill>
                  <a:schemeClr val="dk2"/>
                </a:solidFill>
                <a:uFillTx/>
                <a:latin typeface="Calibri"/>
              </a:rPr>
              <a:t>customer</a:t>
            </a:r>
            <a:r>
              <a:rPr lang="de-DE" sz="1500" b="0" u="none" strike="noStrike" dirty="0">
                <a:solidFill>
                  <a:schemeClr val="dk2"/>
                </a:solidFill>
                <a:uFillTx/>
                <a:latin typeface="Calibri"/>
              </a:rPr>
              <a:t>/</a:t>
            </a:r>
            <a:r>
              <a:rPr lang="de-DE" sz="1500" b="0" u="none" strike="noStrike" dirty="0" err="1">
                <a:solidFill>
                  <a:schemeClr val="dk2"/>
                </a:solidFill>
                <a:uFillTx/>
                <a:latin typeface="Calibri"/>
              </a:rPr>
              <a:t>customer</a:t>
            </a:r>
            <a:r>
              <a:rPr lang="de-DE" sz="1500" b="0" u="none" strike="noStrike" dirty="0">
                <a:solidFill>
                  <a:schemeClr val="dk2"/>
                </a:solidFill>
                <a:uFillTx/>
                <a:latin typeface="Calibri"/>
              </a:rPr>
              <a:t>-list</a:t>
            </a:r>
            <a:endParaRPr lang="de-DE" sz="1500" b="0" u="none" strike="noStrike" dirty="0">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500" b="0" u="none" strike="noStrike" dirty="0">
                <a:solidFill>
                  <a:schemeClr val="dk2"/>
                </a:solidFill>
                <a:uFillTx/>
                <a:latin typeface="Calibri"/>
              </a:rPr>
              <a:t>Binde die neue Komponente ein</a:t>
            </a:r>
            <a:endParaRPr lang="de-DE" sz="1500" b="0" u="none" strike="noStrike" dirty="0">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500" b="0" u="none" strike="noStrike" dirty="0">
                <a:solidFill>
                  <a:schemeClr val="dk2"/>
                </a:solidFill>
                <a:uFillTx/>
                <a:latin typeface="Calibri"/>
              </a:rPr>
              <a:t>Importiere CustomerListComponent im imports-Array von AppComponent</a:t>
            </a:r>
            <a:endParaRPr lang="de-DE" sz="1500" b="0" u="none" strike="noStrike" dirty="0">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500" b="0" u="none" strike="noStrike" dirty="0">
                <a:solidFill>
                  <a:schemeClr val="dk2"/>
                </a:solidFill>
                <a:uFillTx/>
                <a:latin typeface="Calibri"/>
              </a:rPr>
              <a:t>Verwende </a:t>
            </a:r>
            <a:r>
              <a:rPr lang="de-DE" sz="1500" b="0" u="none" strike="noStrike" dirty="0" err="1">
                <a:solidFill>
                  <a:schemeClr val="dk2"/>
                </a:solidFill>
                <a:uFillTx/>
                <a:latin typeface="Calibri"/>
              </a:rPr>
              <a:t>CustomerListComponent</a:t>
            </a:r>
            <a:r>
              <a:rPr lang="de-DE" sz="1500" b="0" u="none" strike="noStrike" dirty="0">
                <a:solidFill>
                  <a:schemeClr val="dk2"/>
                </a:solidFill>
                <a:uFillTx/>
                <a:latin typeface="Calibri"/>
              </a:rPr>
              <a:t> im Template von </a:t>
            </a:r>
            <a:r>
              <a:rPr lang="de-DE" sz="1500" b="0" u="none" strike="noStrike" dirty="0" err="1">
                <a:solidFill>
                  <a:schemeClr val="dk2"/>
                </a:solidFill>
                <a:uFillTx/>
                <a:latin typeface="Calibri"/>
              </a:rPr>
              <a:t>AppComponent</a:t>
            </a:r>
            <a:endParaRPr lang="de-DE" sz="15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1500" b="0" u="none" strike="noStrike" dirty="0">
              <a:solidFill>
                <a:srgbClr val="000000"/>
              </a:solidFill>
              <a:uFillTx/>
              <a:latin typeface="Arial"/>
            </a:endParaRPr>
          </a:p>
        </p:txBody>
      </p:sp>
      <p:grpSp>
        <p:nvGrpSpPr>
          <p:cNvPr id="621" name="Group 30">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622" name="Freeform: Shape 31">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23" name="Freeform: Shape 32">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24" name="Freeform: Shape 33">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25" name="Freeform: Shape 34">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Input einer Component</a:t>
            </a:r>
            <a:endParaRPr lang="de-DE" sz="4400" b="0" u="none" strike="noStrike">
              <a:solidFill>
                <a:srgbClr val="000000"/>
              </a:solidFill>
              <a:uFillTx/>
              <a:latin typeface="Arial"/>
            </a:endParaRPr>
          </a:p>
        </p:txBody>
      </p:sp>
      <p:sp>
        <p:nvSpPr>
          <p:cNvPr id="62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Components können über das Template verschachtelt werden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Innerhalb des Templates wird ein Root-Element einer weiteren Angular-</a:t>
            </a:r>
            <a:r>
              <a:rPr lang="de-DE" sz="2400" b="0" u="none" strike="noStrike" dirty="0" err="1">
                <a:solidFill>
                  <a:schemeClr val="dk1"/>
                </a:solidFill>
                <a:uFillTx/>
                <a:latin typeface="Calibri"/>
              </a:rPr>
              <a:t>Component</a:t>
            </a:r>
            <a:r>
              <a:rPr lang="de-DE" sz="2400" b="0" u="none" strike="noStrike" dirty="0">
                <a:solidFill>
                  <a:schemeClr val="dk1"/>
                </a:solidFill>
                <a:uFillTx/>
                <a:latin typeface="Calibri"/>
              </a:rPr>
              <a:t> definiert</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Der Kind-Controller kann Input-Parameter definieren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Dazu wird eine Eigenschaft mit der </a:t>
            </a:r>
            <a:r>
              <a:rPr lang="de-DE" sz="2400" b="0" u="none" strike="noStrike" dirty="0">
                <a:solidFill>
                  <a:schemeClr val="dk1"/>
                </a:solidFill>
                <a:uFillTx/>
                <a:latin typeface="Courier New"/>
              </a:rPr>
              <a:t>input</a:t>
            </a:r>
            <a:r>
              <a:rPr lang="de-DE" sz="2400" b="0" u="none" strike="noStrike" dirty="0">
                <a:solidFill>
                  <a:schemeClr val="dk1"/>
                </a:solidFill>
                <a:uFillTx/>
                <a:latin typeface="Calibri"/>
              </a:rPr>
              <a:t>-Signal versehen</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Diese werden im Template gesetzt</a:t>
            </a:r>
            <a:endParaRPr lang="de-DE" sz="2800" b="0" u="none" strike="noStrike" dirty="0">
              <a:solidFill>
                <a:srgbClr val="000000"/>
              </a:solidFill>
              <a:uFillTx/>
              <a:latin typeface="Arial"/>
            </a:endParaRP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dirty="0">
                <a:solidFill>
                  <a:schemeClr val="dk1"/>
                </a:solidFill>
                <a:uFillTx/>
                <a:latin typeface="Calibri Light"/>
              </a:rPr>
              <a:t>Beispiel: Input einer Child-</a:t>
            </a:r>
            <a:r>
              <a:rPr lang="de-DE" sz="4400" b="0" u="none" strike="noStrike" dirty="0" err="1">
                <a:solidFill>
                  <a:schemeClr val="dk1"/>
                </a:solidFill>
                <a:uFillTx/>
                <a:latin typeface="Calibri Light"/>
              </a:rPr>
              <a:t>Component</a:t>
            </a:r>
            <a:endParaRPr lang="de-DE" sz="4400" b="0" u="none" strike="noStrike" dirty="0">
              <a:solidFill>
                <a:srgbClr val="000000"/>
              </a:solidFill>
              <a:uFillTx/>
              <a:latin typeface="Arial"/>
            </a:endParaRPr>
          </a:p>
        </p:txBody>
      </p:sp>
      <p:grpSp>
        <p:nvGrpSpPr>
          <p:cNvPr id="629" name="Gruppieren 6"/>
          <p:cNvGrpSpPr/>
          <p:nvPr/>
        </p:nvGrpSpPr>
        <p:grpSpPr>
          <a:xfrm>
            <a:off x="7695000" y="1846800"/>
            <a:ext cx="2554920" cy="4534920"/>
            <a:chOff x="7641000" y="1872360"/>
            <a:chExt cx="2554920" cy="4534920"/>
          </a:xfrm>
        </p:grpSpPr>
        <p:sp>
          <p:nvSpPr>
            <p:cNvPr id="632" name="Legende mit Linie 1 10"/>
            <p:cNvSpPr/>
            <p:nvPr/>
          </p:nvSpPr>
          <p:spPr>
            <a:xfrm>
              <a:off x="7641000" y="1872360"/>
              <a:ext cx="2554920" cy="1006560"/>
            </a:xfrm>
            <a:prstGeom prst="borderCallout1">
              <a:avLst>
                <a:gd name="adj1" fmla="val 18750"/>
                <a:gd name="adj2" fmla="val -8333"/>
                <a:gd name="adj3" fmla="val 60768"/>
                <a:gd name="adj4" fmla="val -132231"/>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dirty="0" err="1">
                  <a:solidFill>
                    <a:schemeClr val="dk1"/>
                  </a:solidFill>
                  <a:uFillTx/>
                  <a:latin typeface="Calibri"/>
                </a:rPr>
                <a:t>AppComponent</a:t>
              </a:r>
              <a:r>
                <a:rPr lang="de-DE" sz="1800" b="0" u="none" strike="noStrike" dirty="0">
                  <a:solidFill>
                    <a:schemeClr val="dk1"/>
                  </a:solidFill>
                  <a:uFillTx/>
                  <a:latin typeface="Calibri"/>
                </a:rPr>
                <a:t>: </a:t>
              </a:r>
            </a:p>
            <a:p>
              <a:pPr algn="ctr" defTabSz="914400">
                <a:lnSpc>
                  <a:spcPct val="100000"/>
                </a:lnSpc>
              </a:pPr>
              <a:r>
                <a:rPr lang="de-DE" sz="1800" b="0" u="none" strike="noStrike" dirty="0">
                  <a:solidFill>
                    <a:schemeClr val="dk1"/>
                  </a:solidFill>
                  <a:uFillTx/>
                  <a:latin typeface="Calibri"/>
                </a:rPr>
                <a:t>Neues Root-Element für die Kind-</a:t>
              </a:r>
              <a:r>
                <a:rPr lang="de-DE" sz="1800" b="0" u="none" strike="noStrike" dirty="0" err="1">
                  <a:solidFill>
                    <a:schemeClr val="dk1"/>
                  </a:solidFill>
                  <a:uFillTx/>
                  <a:latin typeface="Calibri"/>
                </a:rPr>
                <a:t>Component</a:t>
              </a:r>
              <a:endParaRPr lang="de-DE" sz="1800" b="0" u="none" strike="noStrike" dirty="0">
                <a:solidFill>
                  <a:srgbClr val="000000"/>
                </a:solidFill>
                <a:uFillTx/>
                <a:latin typeface="Arial"/>
              </a:endParaRPr>
            </a:p>
          </p:txBody>
        </p:sp>
        <p:sp>
          <p:nvSpPr>
            <p:cNvPr id="633" name="Legende mit Linie 1 11"/>
            <p:cNvSpPr/>
            <p:nvPr/>
          </p:nvSpPr>
          <p:spPr>
            <a:xfrm>
              <a:off x="7641000" y="5400720"/>
              <a:ext cx="2554920" cy="1006560"/>
            </a:xfrm>
            <a:prstGeom prst="borderCallout1">
              <a:avLst>
                <a:gd name="adj1" fmla="val 18750"/>
                <a:gd name="adj2" fmla="val -8333"/>
                <a:gd name="adj3" fmla="val 64257"/>
                <a:gd name="adj4" fmla="val -110563"/>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Deklaration einer Input-Eigenschaft</a:t>
              </a:r>
              <a:endParaRPr lang="de-DE" sz="1800" b="0" u="none" strike="noStrike">
                <a:solidFill>
                  <a:srgbClr val="000000"/>
                </a:solidFill>
                <a:uFillTx/>
                <a:latin typeface="Arial"/>
              </a:endParaRPr>
            </a:p>
          </p:txBody>
        </p:sp>
        <p:sp>
          <p:nvSpPr>
            <p:cNvPr id="634" name="Legende mit Linie 1 12"/>
            <p:cNvSpPr/>
            <p:nvPr/>
          </p:nvSpPr>
          <p:spPr>
            <a:xfrm>
              <a:off x="7641000" y="3564720"/>
              <a:ext cx="2554920" cy="1006560"/>
            </a:xfrm>
            <a:prstGeom prst="borderCallout1">
              <a:avLst>
                <a:gd name="adj1" fmla="val 18750"/>
                <a:gd name="adj2" fmla="val -8333"/>
                <a:gd name="adj3" fmla="val 64257"/>
                <a:gd name="adj4" fmla="val -110563"/>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dirty="0" err="1">
                  <a:solidFill>
                    <a:schemeClr val="dk1"/>
                  </a:solidFill>
                  <a:uFillTx/>
                  <a:latin typeface="Calibri"/>
                </a:rPr>
                <a:t>PeopleDetail</a:t>
              </a:r>
              <a:r>
                <a:rPr lang="de-DE" sz="1800" b="0" u="none" strike="noStrike" dirty="0">
                  <a:solidFill>
                    <a:schemeClr val="dk1"/>
                  </a:solidFill>
                  <a:uFillTx/>
                  <a:latin typeface="Calibri"/>
                </a:rPr>
                <a:t> </a:t>
              </a:r>
              <a:r>
                <a:rPr lang="de-DE" sz="1800" b="0" u="none" strike="noStrike" dirty="0" err="1">
                  <a:solidFill>
                    <a:schemeClr val="dk1"/>
                  </a:solidFill>
                  <a:uFillTx/>
                  <a:latin typeface="Calibri"/>
                </a:rPr>
                <a:t>Component</a:t>
              </a:r>
              <a:r>
                <a:rPr lang="de-DE" sz="1800" b="0" u="none" strike="noStrike" dirty="0">
                  <a:solidFill>
                    <a:schemeClr val="dk1"/>
                  </a:solidFill>
                  <a:uFillTx/>
                  <a:latin typeface="Calibri"/>
                </a:rPr>
                <a:t>: Angabe des Root-Elements</a:t>
              </a:r>
              <a:endParaRPr lang="de-DE" sz="1800" b="0" u="none" strike="noStrike" dirty="0">
                <a:solidFill>
                  <a:srgbClr val="000000"/>
                </a:solidFill>
                <a:uFillTx/>
                <a:latin typeface="Arial"/>
              </a:endParaRPr>
            </a:p>
          </p:txBody>
        </p:sp>
      </p:grpSp>
      <p:cxnSp>
        <p:nvCxnSpPr>
          <p:cNvPr id="635" name="Gerade Verbindung mit Pfeil 7"/>
          <p:cNvCxnSpPr>
            <a:cxnSpLocks/>
          </p:cNvCxnSpPr>
          <p:nvPr/>
        </p:nvCxnSpPr>
        <p:spPr>
          <a:xfrm flipH="1">
            <a:off x="4818185" y="1925118"/>
            <a:ext cx="2876815" cy="584802"/>
          </a:xfrm>
          <a:prstGeom prst="straightConnector1">
            <a:avLst/>
          </a:prstGeom>
          <a:ln w="0">
            <a:solidFill>
              <a:srgbClr val="1D9A78"/>
            </a:solidFill>
            <a:tailEnd type="triangle" w="med" len="med"/>
          </a:ln>
        </p:spPr>
      </p:cxnSp>
      <p:cxnSp>
        <p:nvCxnSpPr>
          <p:cNvPr id="636" name="Gerade Verbindung mit Pfeil 14"/>
          <p:cNvCxnSpPr>
            <a:cxnSpLocks/>
            <a:stCxn id="634" idx="2"/>
          </p:cNvCxnSpPr>
          <p:nvPr/>
        </p:nvCxnSpPr>
        <p:spPr>
          <a:xfrm flipH="1" flipV="1">
            <a:off x="3692769" y="3835274"/>
            <a:ext cx="4002231" cy="207166"/>
          </a:xfrm>
          <a:prstGeom prst="straightConnector1">
            <a:avLst/>
          </a:prstGeom>
          <a:ln w="0">
            <a:solidFill>
              <a:srgbClr val="1D9A78"/>
            </a:solidFill>
            <a:tailEnd type="triangle" w="med" len="med"/>
          </a:ln>
        </p:spPr>
      </p:cxnSp>
      <p:cxnSp>
        <p:nvCxnSpPr>
          <p:cNvPr id="637" name="Gerade Verbindung mit Pfeil 15"/>
          <p:cNvCxnSpPr>
            <a:cxnSpLocks/>
          </p:cNvCxnSpPr>
          <p:nvPr/>
        </p:nvCxnSpPr>
        <p:spPr>
          <a:xfrm flipH="1" flipV="1">
            <a:off x="4136400" y="5563772"/>
            <a:ext cx="3333960" cy="640828"/>
          </a:xfrm>
          <a:prstGeom prst="straightConnector1">
            <a:avLst/>
          </a:prstGeom>
          <a:ln w="0">
            <a:solidFill>
              <a:srgbClr val="1D9A78"/>
            </a:solidFill>
            <a:tailEnd type="triangle" w="med" len="med"/>
          </a:ln>
        </p:spPr>
      </p:cxnSp>
      <p:sp>
        <p:nvSpPr>
          <p:cNvPr id="3" name="Textfeld 2">
            <a:extLst>
              <a:ext uri="{FF2B5EF4-FFF2-40B4-BE49-F238E27FC236}">
                <a16:creationId xmlns:a16="http://schemas.microsoft.com/office/drawing/2014/main" id="{0DDCB9A3-251D-3E6C-56AB-9B5186BFC11C}"/>
              </a:ext>
            </a:extLst>
          </p:cNvPr>
          <p:cNvSpPr txBox="1"/>
          <p:nvPr/>
        </p:nvSpPr>
        <p:spPr>
          <a:xfrm>
            <a:off x="993947" y="1803568"/>
            <a:ext cx="6094826" cy="1754326"/>
          </a:xfrm>
          <a:prstGeom prst="rect">
            <a:avLst/>
          </a:prstGeom>
          <a:noFill/>
        </p:spPr>
        <p:txBody>
          <a:bodyPr wrap="square">
            <a:spAutoFit/>
          </a:bodyPr>
          <a:lstStyle/>
          <a:p>
            <a:pPr>
              <a:buNone/>
            </a:pPr>
            <a:r>
              <a:rPr lang="de-DE" dirty="0">
                <a:solidFill>
                  <a:srgbClr val="D5B778"/>
                </a:solidFill>
                <a:effectLst/>
                <a:latin typeface="JetBrains Mono"/>
              </a:rPr>
              <a:t>&lt;</a:t>
            </a:r>
            <a:r>
              <a:rPr lang="de-DE" dirty="0" err="1">
                <a:solidFill>
                  <a:srgbClr val="D5B778"/>
                </a:solidFill>
                <a:effectLst/>
                <a:latin typeface="JetBrains Mono"/>
              </a:rPr>
              <a:t>ul</a:t>
            </a:r>
            <a:r>
              <a:rPr lang="de-DE" dirty="0">
                <a:solidFill>
                  <a:srgbClr val="D5B778"/>
                </a:solidFill>
                <a:effectLst/>
                <a:latin typeface="JetBrains Mono"/>
              </a:rPr>
              <a:t>&gt;</a:t>
            </a:r>
            <a:br>
              <a:rPr lang="de-DE" dirty="0">
                <a:solidFill>
                  <a:srgbClr val="D5B778"/>
                </a:solidFill>
                <a:effectLst/>
                <a:latin typeface="JetBrains Mono"/>
              </a:rPr>
            </a:br>
            <a:r>
              <a:rPr lang="de-DE" dirty="0">
                <a:solidFill>
                  <a:srgbClr val="D5B778"/>
                </a:solidFill>
                <a:effectLst/>
                <a:latin typeface="JetBrains Mono"/>
              </a:rPr>
              <a:t>  </a:t>
            </a:r>
            <a:r>
              <a:rPr lang="de-DE" dirty="0">
                <a:solidFill>
                  <a:srgbClr val="CF8E6D"/>
                </a:solidFill>
                <a:effectLst/>
                <a:latin typeface="JetBrains Mono"/>
              </a:rPr>
              <a:t>@</a:t>
            </a:r>
            <a:r>
              <a:rPr lang="de-DE" dirty="0" err="1">
                <a:solidFill>
                  <a:srgbClr val="CF8E6D"/>
                </a:solidFill>
                <a:effectLst/>
                <a:latin typeface="JetBrains Mono"/>
              </a:rPr>
              <a:t>for</a:t>
            </a:r>
            <a:r>
              <a:rPr lang="de-DE" dirty="0">
                <a:solidFill>
                  <a:srgbClr val="BCBEC4"/>
                </a:solidFill>
                <a:effectLst/>
                <a:latin typeface="JetBrains Mono"/>
              </a:rPr>
              <a:t>(</a:t>
            </a:r>
            <a:r>
              <a:rPr lang="de-DE" dirty="0" err="1">
                <a:solidFill>
                  <a:srgbClr val="A9B7C6"/>
                </a:solidFill>
                <a:effectLst/>
                <a:latin typeface="JetBrains Mono"/>
              </a:rPr>
              <a:t>person</a:t>
            </a:r>
            <a:r>
              <a:rPr lang="de-DE" dirty="0">
                <a:solidFill>
                  <a:srgbClr val="A9B7C6"/>
                </a:solidFill>
                <a:effectLst/>
                <a:latin typeface="JetBrains Mono"/>
              </a:rPr>
              <a:t> </a:t>
            </a:r>
            <a:r>
              <a:rPr lang="de-DE" dirty="0" err="1">
                <a:solidFill>
                  <a:srgbClr val="CF8E6D"/>
                </a:solidFill>
                <a:effectLst/>
                <a:latin typeface="JetBrains Mono"/>
              </a:rPr>
              <a:t>of</a:t>
            </a:r>
            <a:r>
              <a:rPr lang="de-DE" dirty="0">
                <a:solidFill>
                  <a:srgbClr val="CF8E6D"/>
                </a:solidFill>
                <a:effectLst/>
                <a:latin typeface="JetBrains Mono"/>
              </a:rPr>
              <a:t> </a:t>
            </a:r>
            <a:r>
              <a:rPr lang="de-DE" dirty="0" err="1">
                <a:solidFill>
                  <a:srgbClr val="C77DBB"/>
                </a:solidFill>
                <a:effectLst/>
                <a:latin typeface="JetBrains Mono"/>
              </a:rPr>
              <a:t>people</a:t>
            </a:r>
            <a:r>
              <a:rPr lang="de-DE" dirty="0">
                <a:solidFill>
                  <a:srgbClr val="BCBEC4"/>
                </a:solidFill>
                <a:effectLst/>
                <a:latin typeface="JetBrains Mono"/>
              </a:rPr>
              <a:t>; </a:t>
            </a:r>
            <a:r>
              <a:rPr lang="de-DE" dirty="0">
                <a:solidFill>
                  <a:srgbClr val="CF8E6D"/>
                </a:solidFill>
                <a:effectLst/>
                <a:latin typeface="JetBrains Mono"/>
              </a:rPr>
              <a:t>track </a:t>
            </a:r>
            <a:r>
              <a:rPr lang="de-DE" dirty="0" err="1">
                <a:solidFill>
                  <a:srgbClr val="A9B7C6"/>
                </a:solidFill>
                <a:effectLst/>
                <a:latin typeface="JetBrains Mono"/>
              </a:rPr>
              <a:t>person</a:t>
            </a:r>
            <a:r>
              <a:rPr lang="de-DE" dirty="0" err="1">
                <a:solidFill>
                  <a:srgbClr val="BCBEC4"/>
                </a:solidFill>
                <a:effectLst/>
                <a:latin typeface="JetBrains Mono"/>
              </a:rPr>
              <a:t>.</a:t>
            </a:r>
            <a:r>
              <a:rPr lang="de-DE" dirty="0" err="1">
                <a:solidFill>
                  <a:srgbClr val="C77DBB"/>
                </a:solidFill>
                <a:effectLst/>
                <a:latin typeface="JetBrains Mono"/>
              </a:rPr>
              <a:t>id</a:t>
            </a:r>
            <a:r>
              <a:rPr lang="de-DE" dirty="0">
                <a:solidFill>
                  <a:srgbClr val="BCBEC4"/>
                </a:solidFill>
                <a:effectLst/>
                <a:latin typeface="JetBrains Mono"/>
              </a:rPr>
              <a:t>) {</a:t>
            </a:r>
            <a:br>
              <a:rPr lang="de-DE" dirty="0">
                <a:solidFill>
                  <a:srgbClr val="BCBEC4"/>
                </a:solidFill>
                <a:effectLst/>
                <a:latin typeface="JetBrains Mono"/>
              </a:rPr>
            </a:br>
            <a:r>
              <a:rPr lang="de-DE" dirty="0">
                <a:solidFill>
                  <a:srgbClr val="BCBEC4"/>
                </a:solidFill>
                <a:effectLst/>
                <a:latin typeface="JetBrains Mono"/>
              </a:rPr>
              <a:t>    </a:t>
            </a:r>
            <a:r>
              <a:rPr lang="de-DE" dirty="0">
                <a:solidFill>
                  <a:srgbClr val="D5B778"/>
                </a:solidFill>
                <a:effectLst/>
                <a:latin typeface="JetBrains Mono"/>
              </a:rPr>
              <a:t>&lt;li&gt;&lt;people-detail </a:t>
            </a:r>
            <a:r>
              <a:rPr lang="de-DE" dirty="0">
                <a:solidFill>
                  <a:srgbClr val="C77DBB"/>
                </a:solidFill>
                <a:effectLst/>
                <a:latin typeface="JetBrains Mono"/>
              </a:rPr>
              <a:t>[</a:t>
            </a:r>
            <a:r>
              <a:rPr lang="de-DE" dirty="0" err="1">
                <a:solidFill>
                  <a:srgbClr val="C77DBB"/>
                </a:solidFill>
                <a:effectLst/>
                <a:latin typeface="JetBrains Mono"/>
              </a:rPr>
              <a:t>person</a:t>
            </a:r>
            <a:r>
              <a:rPr lang="de-DE" dirty="0">
                <a:solidFill>
                  <a:srgbClr val="C77DBB"/>
                </a:solidFill>
                <a:effectLst/>
                <a:latin typeface="JetBrains Mono"/>
              </a:rPr>
              <a:t>]</a:t>
            </a:r>
            <a:r>
              <a:rPr lang="de-DE" dirty="0">
                <a:solidFill>
                  <a:srgbClr val="6AAB73"/>
                </a:solidFill>
                <a:effectLst/>
                <a:latin typeface="JetBrains Mono"/>
              </a:rPr>
              <a:t>="</a:t>
            </a:r>
            <a:r>
              <a:rPr lang="de-DE" dirty="0" err="1">
                <a:solidFill>
                  <a:srgbClr val="A9B7C6"/>
                </a:solidFill>
                <a:effectLst/>
                <a:latin typeface="JetBrains Mono"/>
              </a:rPr>
              <a:t>person</a:t>
            </a:r>
            <a:r>
              <a:rPr lang="de-DE" dirty="0">
                <a:solidFill>
                  <a:srgbClr val="6AAB73"/>
                </a:solidFill>
                <a:effectLst/>
                <a:latin typeface="JetBrains Mono"/>
              </a:rPr>
              <a:t>"</a:t>
            </a:r>
            <a:r>
              <a:rPr lang="de-DE" dirty="0">
                <a:solidFill>
                  <a:srgbClr val="D5B778"/>
                </a:solidFill>
                <a:effectLst/>
                <a:latin typeface="JetBrains Mono"/>
              </a:rPr>
              <a:t>&gt;&lt;/people-detail&gt;&lt;/li&gt;</a:t>
            </a:r>
            <a:br>
              <a:rPr lang="de-DE" dirty="0">
                <a:solidFill>
                  <a:srgbClr val="D5B778"/>
                </a:solidFill>
                <a:effectLst/>
                <a:latin typeface="JetBrains Mono"/>
              </a:rPr>
            </a:br>
            <a:r>
              <a:rPr lang="de-DE" dirty="0">
                <a:solidFill>
                  <a:srgbClr val="D5B778"/>
                </a:solidFill>
                <a:effectLst/>
                <a:latin typeface="JetBrains Mono"/>
              </a:rPr>
              <a:t>  </a:t>
            </a:r>
            <a:r>
              <a:rPr lang="de-DE" dirty="0">
                <a:solidFill>
                  <a:srgbClr val="BCBEC4"/>
                </a:solidFill>
                <a:effectLst/>
                <a:latin typeface="JetBrains Mono"/>
              </a:rPr>
              <a:t>}</a:t>
            </a:r>
            <a:br>
              <a:rPr lang="de-DE" dirty="0">
                <a:solidFill>
                  <a:srgbClr val="BCBEC4"/>
                </a:solidFill>
                <a:effectLst/>
                <a:latin typeface="JetBrains Mono"/>
              </a:rPr>
            </a:br>
            <a:r>
              <a:rPr lang="de-DE" dirty="0">
                <a:solidFill>
                  <a:srgbClr val="D5B778"/>
                </a:solidFill>
                <a:effectLst/>
                <a:latin typeface="JetBrains Mono"/>
              </a:rPr>
              <a:t>&lt;/</a:t>
            </a:r>
            <a:r>
              <a:rPr lang="de-DE" dirty="0" err="1">
                <a:solidFill>
                  <a:srgbClr val="D5B778"/>
                </a:solidFill>
                <a:effectLst/>
                <a:latin typeface="JetBrains Mono"/>
              </a:rPr>
              <a:t>ul</a:t>
            </a:r>
            <a:r>
              <a:rPr lang="de-DE" dirty="0">
                <a:solidFill>
                  <a:srgbClr val="D5B778"/>
                </a:solidFill>
                <a:effectLst/>
                <a:latin typeface="JetBrains Mono"/>
              </a:rPr>
              <a:t>&gt;</a:t>
            </a:r>
            <a:br>
              <a:rPr lang="de-DE" dirty="0">
                <a:solidFill>
                  <a:srgbClr val="D5B778"/>
                </a:solidFill>
                <a:effectLst/>
                <a:latin typeface="JetBrains Mono"/>
              </a:rPr>
            </a:br>
            <a:endParaRPr lang="de-DE" dirty="0">
              <a:solidFill>
                <a:srgbClr val="BCBEC4"/>
              </a:solidFill>
              <a:effectLst/>
              <a:latin typeface="JetBrains Mono"/>
            </a:endParaRPr>
          </a:p>
        </p:txBody>
      </p:sp>
      <p:sp>
        <p:nvSpPr>
          <p:cNvPr id="6" name="Textfeld 5">
            <a:extLst>
              <a:ext uri="{FF2B5EF4-FFF2-40B4-BE49-F238E27FC236}">
                <a16:creationId xmlns:a16="http://schemas.microsoft.com/office/drawing/2014/main" id="{6FF43E9B-0E06-9EDC-D014-071474F52181}"/>
              </a:ext>
            </a:extLst>
          </p:cNvPr>
          <p:cNvSpPr txBox="1"/>
          <p:nvPr/>
        </p:nvSpPr>
        <p:spPr>
          <a:xfrm>
            <a:off x="1088987" y="3326501"/>
            <a:ext cx="6094826" cy="3139321"/>
          </a:xfrm>
          <a:prstGeom prst="rect">
            <a:avLst/>
          </a:prstGeom>
          <a:noFill/>
        </p:spPr>
        <p:txBody>
          <a:bodyPr wrap="square">
            <a:spAutoFit/>
          </a:bodyPr>
          <a:lstStyle/>
          <a:p>
            <a:pPr>
              <a:buNone/>
            </a:pPr>
            <a:r>
              <a:rPr lang="de-DE" dirty="0">
                <a:solidFill>
                  <a:srgbClr val="B3AE60"/>
                </a:solidFill>
                <a:effectLst/>
                <a:latin typeface="JetBrains Mono"/>
              </a:rPr>
              <a:t>@</a:t>
            </a:r>
            <a:r>
              <a:rPr lang="de-DE" dirty="0" err="1">
                <a:solidFill>
                  <a:srgbClr val="B3AE60"/>
                </a:solidFill>
                <a:effectLst/>
                <a:latin typeface="JetBrains Mono"/>
              </a:rPr>
              <a:t>Component</a:t>
            </a:r>
            <a:r>
              <a:rPr lang="de-DE" dirty="0">
                <a:solidFill>
                  <a:srgbClr val="BCBEC4"/>
                </a:solidFill>
                <a:effectLst/>
                <a:latin typeface="JetBrains Mono"/>
              </a:rPr>
              <a:t>({</a:t>
            </a:r>
            <a:br>
              <a:rPr lang="de-DE" dirty="0">
                <a:solidFill>
                  <a:srgbClr val="BCBEC4"/>
                </a:solidFill>
                <a:effectLst/>
                <a:latin typeface="JetBrains Mono"/>
              </a:rPr>
            </a:br>
            <a:r>
              <a:rPr lang="de-DE" dirty="0">
                <a:solidFill>
                  <a:srgbClr val="BCBEC4"/>
                </a:solidFill>
                <a:effectLst/>
                <a:latin typeface="JetBrains Mono"/>
              </a:rPr>
              <a:t>  </a:t>
            </a:r>
            <a:r>
              <a:rPr lang="de-DE" dirty="0" err="1">
                <a:solidFill>
                  <a:srgbClr val="C77DBB"/>
                </a:solidFill>
                <a:effectLst/>
                <a:latin typeface="JetBrains Mono"/>
              </a:rPr>
              <a:t>selector</a:t>
            </a:r>
            <a:r>
              <a:rPr lang="de-DE" dirty="0">
                <a:solidFill>
                  <a:srgbClr val="BCBEC4"/>
                </a:solidFill>
                <a:effectLst/>
                <a:latin typeface="JetBrains Mono"/>
              </a:rPr>
              <a:t>: </a:t>
            </a:r>
            <a:r>
              <a:rPr lang="de-DE" dirty="0">
                <a:solidFill>
                  <a:srgbClr val="6AAB73"/>
                </a:solidFill>
                <a:effectLst/>
                <a:latin typeface="JetBrains Mono"/>
              </a:rPr>
              <a:t>'</a:t>
            </a:r>
            <a:r>
              <a:rPr lang="de-DE" dirty="0">
                <a:solidFill>
                  <a:srgbClr val="D5B778"/>
                </a:solidFill>
                <a:effectLst/>
                <a:latin typeface="JetBrains Mono"/>
              </a:rPr>
              <a:t>people-detail</a:t>
            </a:r>
            <a:r>
              <a:rPr lang="de-DE" dirty="0">
                <a:solidFill>
                  <a:srgbClr val="6AAB73"/>
                </a:solidFill>
                <a:effectLst/>
                <a:latin typeface="JetBrains Mono"/>
              </a:rPr>
              <a:t>'</a:t>
            </a:r>
            <a:r>
              <a:rPr lang="de-DE" dirty="0">
                <a:solidFill>
                  <a:srgbClr val="BCBEC4"/>
                </a:solidFill>
                <a:effectLst/>
                <a:latin typeface="JetBrains Mono"/>
              </a:rPr>
              <a:t>,</a:t>
            </a:r>
            <a:br>
              <a:rPr lang="de-DE" dirty="0">
                <a:solidFill>
                  <a:srgbClr val="BCBEC4"/>
                </a:solidFill>
                <a:effectLst/>
                <a:latin typeface="JetBrains Mono"/>
              </a:rPr>
            </a:br>
            <a:r>
              <a:rPr lang="de-DE" dirty="0">
                <a:solidFill>
                  <a:srgbClr val="BCBEC4"/>
                </a:solidFill>
                <a:effectLst/>
                <a:latin typeface="JetBrains Mono"/>
              </a:rPr>
              <a:t>  </a:t>
            </a:r>
            <a:r>
              <a:rPr lang="de-DE" dirty="0" err="1">
                <a:solidFill>
                  <a:srgbClr val="C77DBB"/>
                </a:solidFill>
                <a:effectLst/>
                <a:latin typeface="JetBrains Mono"/>
              </a:rPr>
              <a:t>imports</a:t>
            </a:r>
            <a:r>
              <a:rPr lang="de-DE" dirty="0">
                <a:solidFill>
                  <a:srgbClr val="BCBEC4"/>
                </a:solidFill>
                <a:effectLst/>
                <a:latin typeface="JetBrains Mono"/>
              </a:rPr>
              <a:t>: [],</a:t>
            </a:r>
            <a:br>
              <a:rPr lang="de-DE" dirty="0">
                <a:solidFill>
                  <a:srgbClr val="BCBEC4"/>
                </a:solidFill>
                <a:effectLst/>
                <a:latin typeface="JetBrains Mono"/>
              </a:rPr>
            </a:br>
            <a:r>
              <a:rPr lang="de-DE" dirty="0">
                <a:solidFill>
                  <a:srgbClr val="BCBEC4"/>
                </a:solidFill>
                <a:effectLst/>
                <a:latin typeface="JetBrains Mono"/>
              </a:rPr>
              <a:t>  </a:t>
            </a:r>
            <a:r>
              <a:rPr lang="de-DE" dirty="0" err="1">
                <a:solidFill>
                  <a:srgbClr val="C77DBB"/>
                </a:solidFill>
                <a:effectLst/>
                <a:latin typeface="JetBrains Mono"/>
              </a:rPr>
              <a:t>templateUrl</a:t>
            </a:r>
            <a:r>
              <a:rPr lang="de-DE" dirty="0">
                <a:solidFill>
                  <a:srgbClr val="BCBEC4"/>
                </a:solidFill>
                <a:effectLst/>
                <a:latin typeface="JetBrains Mono"/>
              </a:rPr>
              <a:t>: </a:t>
            </a:r>
            <a:r>
              <a:rPr lang="de-DE" dirty="0">
                <a:solidFill>
                  <a:srgbClr val="6AAB73"/>
                </a:solidFill>
                <a:effectLst/>
                <a:latin typeface="JetBrains Mono"/>
              </a:rPr>
              <a:t>'./people-</a:t>
            </a:r>
            <a:r>
              <a:rPr lang="de-DE" dirty="0" err="1">
                <a:solidFill>
                  <a:srgbClr val="6AAB73"/>
                </a:solidFill>
                <a:effectLst/>
                <a:latin typeface="JetBrains Mono"/>
              </a:rPr>
              <a:t>detail.html</a:t>
            </a:r>
            <a:r>
              <a:rPr lang="de-DE" dirty="0">
                <a:solidFill>
                  <a:srgbClr val="6AAB73"/>
                </a:solidFill>
                <a:effectLst/>
                <a:latin typeface="JetBrains Mono"/>
              </a:rPr>
              <a:t>'</a:t>
            </a:r>
            <a:r>
              <a:rPr lang="de-DE" dirty="0">
                <a:solidFill>
                  <a:srgbClr val="BCBEC4"/>
                </a:solidFill>
                <a:effectLst/>
                <a:latin typeface="JetBrains Mono"/>
              </a:rPr>
              <a:t>,</a:t>
            </a:r>
            <a:br>
              <a:rPr lang="de-DE" dirty="0">
                <a:solidFill>
                  <a:srgbClr val="BCBEC4"/>
                </a:solidFill>
                <a:effectLst/>
                <a:latin typeface="JetBrains Mono"/>
              </a:rPr>
            </a:br>
            <a:r>
              <a:rPr lang="de-DE" dirty="0">
                <a:solidFill>
                  <a:srgbClr val="BCBEC4"/>
                </a:solidFill>
                <a:effectLst/>
                <a:latin typeface="JetBrains Mono"/>
              </a:rPr>
              <a:t>  </a:t>
            </a:r>
            <a:r>
              <a:rPr lang="de-DE" dirty="0" err="1">
                <a:solidFill>
                  <a:srgbClr val="C77DBB"/>
                </a:solidFill>
                <a:effectLst/>
                <a:latin typeface="JetBrains Mono"/>
              </a:rPr>
              <a:t>styleUrl</a:t>
            </a:r>
            <a:r>
              <a:rPr lang="de-DE" dirty="0">
                <a:solidFill>
                  <a:srgbClr val="BCBEC4"/>
                </a:solidFill>
                <a:effectLst/>
                <a:latin typeface="JetBrains Mono"/>
              </a:rPr>
              <a:t>: </a:t>
            </a:r>
            <a:r>
              <a:rPr lang="de-DE" dirty="0">
                <a:solidFill>
                  <a:srgbClr val="6AAB73"/>
                </a:solidFill>
                <a:effectLst/>
                <a:latin typeface="JetBrains Mono"/>
              </a:rPr>
              <a:t>'./people-</a:t>
            </a:r>
            <a:r>
              <a:rPr lang="de-DE" dirty="0" err="1">
                <a:solidFill>
                  <a:srgbClr val="6AAB73"/>
                </a:solidFill>
                <a:effectLst/>
                <a:latin typeface="JetBrains Mono"/>
              </a:rPr>
              <a:t>detail.css</a:t>
            </a:r>
            <a:r>
              <a:rPr lang="de-DE" dirty="0">
                <a:solidFill>
                  <a:srgbClr val="6AAB73"/>
                </a:solidFill>
                <a:effectLst/>
                <a:latin typeface="JetBrains Mono"/>
              </a:rPr>
              <a:t>'</a:t>
            </a:r>
            <a:r>
              <a:rPr lang="de-DE" dirty="0">
                <a:solidFill>
                  <a:srgbClr val="BCBEC4"/>
                </a:solidFill>
                <a:effectLst/>
                <a:latin typeface="JetBrains Mono"/>
              </a:rPr>
              <a:t>,</a:t>
            </a:r>
            <a:br>
              <a:rPr lang="de-DE" dirty="0">
                <a:solidFill>
                  <a:srgbClr val="BCBEC4"/>
                </a:solidFill>
                <a:effectLst/>
                <a:latin typeface="JetBrains Mono"/>
              </a:rPr>
            </a:br>
            <a:r>
              <a:rPr lang="de-DE" dirty="0">
                <a:solidFill>
                  <a:srgbClr val="BCBEC4"/>
                </a:solidFill>
                <a:effectLst/>
                <a:latin typeface="JetBrains Mono"/>
              </a:rPr>
              <a:t>})</a:t>
            </a:r>
            <a:br>
              <a:rPr lang="de-DE" dirty="0">
                <a:solidFill>
                  <a:srgbClr val="BCBEC4"/>
                </a:solidFill>
                <a:effectLst/>
                <a:latin typeface="JetBrains Mono"/>
              </a:rPr>
            </a:br>
            <a:r>
              <a:rPr lang="de-DE" dirty="0" err="1">
                <a:solidFill>
                  <a:srgbClr val="CF8E6D"/>
                </a:solidFill>
                <a:effectLst/>
                <a:latin typeface="JetBrains Mono"/>
              </a:rPr>
              <a:t>export</a:t>
            </a:r>
            <a:r>
              <a:rPr lang="de-DE" dirty="0">
                <a:solidFill>
                  <a:srgbClr val="CF8E6D"/>
                </a:solidFill>
                <a:effectLst/>
                <a:latin typeface="JetBrains Mono"/>
              </a:rPr>
              <a:t> </a:t>
            </a:r>
            <a:r>
              <a:rPr lang="de-DE" dirty="0" err="1">
                <a:solidFill>
                  <a:srgbClr val="CF8E6D"/>
                </a:solidFill>
                <a:effectLst/>
                <a:latin typeface="JetBrains Mono"/>
              </a:rPr>
              <a:t>class</a:t>
            </a:r>
            <a:r>
              <a:rPr lang="de-DE" dirty="0">
                <a:solidFill>
                  <a:srgbClr val="CF8E6D"/>
                </a:solidFill>
                <a:effectLst/>
                <a:latin typeface="JetBrains Mono"/>
              </a:rPr>
              <a:t> </a:t>
            </a:r>
            <a:r>
              <a:rPr lang="de-DE" dirty="0" err="1">
                <a:solidFill>
                  <a:srgbClr val="BCBEC4"/>
                </a:solidFill>
                <a:effectLst/>
                <a:latin typeface="JetBrains Mono"/>
              </a:rPr>
              <a:t>PeopleDetail</a:t>
            </a:r>
            <a:r>
              <a:rPr lang="de-DE" dirty="0">
                <a:solidFill>
                  <a:srgbClr val="BCBEC4"/>
                </a:solidFill>
                <a:effectLst/>
                <a:latin typeface="JetBrains Mono"/>
              </a:rPr>
              <a:t> {</a:t>
            </a:r>
            <a:br>
              <a:rPr lang="de-DE" dirty="0">
                <a:solidFill>
                  <a:srgbClr val="BCBEC4"/>
                </a:solidFill>
                <a:effectLst/>
                <a:latin typeface="JetBrains Mono"/>
              </a:rPr>
            </a:br>
            <a:r>
              <a:rPr lang="de-DE" dirty="0">
                <a:solidFill>
                  <a:srgbClr val="BCBEC4"/>
                </a:solidFill>
                <a:effectLst/>
                <a:latin typeface="JetBrains Mono"/>
              </a:rPr>
              <a:t>  </a:t>
            </a:r>
            <a:r>
              <a:rPr lang="de-DE" dirty="0" err="1">
                <a:solidFill>
                  <a:srgbClr val="68AAA2"/>
                </a:solidFill>
                <a:effectLst/>
                <a:latin typeface="JetBrains Mono"/>
              </a:rPr>
              <a:t>person</a:t>
            </a:r>
            <a:r>
              <a:rPr lang="de-DE" dirty="0">
                <a:solidFill>
                  <a:srgbClr val="68AAA2"/>
                </a:solidFill>
                <a:effectLst/>
                <a:latin typeface="JetBrains Mono"/>
              </a:rPr>
              <a:t> </a:t>
            </a:r>
            <a:r>
              <a:rPr lang="de-DE" dirty="0">
                <a:solidFill>
                  <a:srgbClr val="BCBEC4"/>
                </a:solidFill>
                <a:effectLst/>
                <a:latin typeface="JetBrains Mono"/>
              </a:rPr>
              <a:t>= </a:t>
            </a:r>
            <a:r>
              <a:rPr lang="de-DE" dirty="0" err="1">
                <a:solidFill>
                  <a:srgbClr val="56A8F5"/>
                </a:solidFill>
                <a:effectLst/>
                <a:latin typeface="JetBrains Mono"/>
              </a:rPr>
              <a:t>input</a:t>
            </a:r>
            <a:r>
              <a:rPr lang="de-DE" dirty="0" err="1">
                <a:solidFill>
                  <a:srgbClr val="BCBEC4"/>
                </a:solidFill>
                <a:effectLst/>
                <a:latin typeface="JetBrains Mono"/>
              </a:rPr>
              <a:t>.</a:t>
            </a:r>
            <a:r>
              <a:rPr lang="de-DE" dirty="0" err="1">
                <a:solidFill>
                  <a:srgbClr val="56A8F5"/>
                </a:solidFill>
                <a:effectLst/>
                <a:latin typeface="JetBrains Mono"/>
              </a:rPr>
              <a:t>required</a:t>
            </a:r>
            <a:r>
              <a:rPr lang="de-DE" dirty="0">
                <a:solidFill>
                  <a:srgbClr val="BCBEC4"/>
                </a:solidFill>
                <a:effectLst/>
                <a:latin typeface="JetBrains Mono"/>
              </a:rPr>
              <a:t>&lt;Person&gt;();</a:t>
            </a:r>
            <a:br>
              <a:rPr lang="de-DE" dirty="0">
                <a:solidFill>
                  <a:srgbClr val="BCBEC4"/>
                </a:solidFill>
                <a:effectLst/>
                <a:latin typeface="JetBrains Mono"/>
              </a:rPr>
            </a:br>
            <a:br>
              <a:rPr lang="de-DE" dirty="0">
                <a:solidFill>
                  <a:srgbClr val="BCBEC4"/>
                </a:solidFill>
                <a:effectLst/>
                <a:latin typeface="JetBrains Mono"/>
              </a:rPr>
            </a:br>
            <a:r>
              <a:rPr lang="de-DE" dirty="0">
                <a:solidFill>
                  <a:srgbClr val="BCBEC4"/>
                </a:solidFill>
                <a:effectLst/>
                <a:latin typeface="JetBrains Mono"/>
              </a:rPr>
              <a:t>}</a:t>
            </a:r>
            <a:br>
              <a:rPr lang="de-DE" dirty="0">
                <a:solidFill>
                  <a:srgbClr val="BCBEC4"/>
                </a:solidFill>
                <a:effectLst/>
                <a:latin typeface="JetBrains Mono"/>
              </a:rPr>
            </a:br>
            <a:endParaRPr lang="de-DE" dirty="0">
              <a:solidFill>
                <a:srgbClr val="BCBEC4"/>
              </a:solidFill>
              <a:effectLst/>
              <a:latin typeface="JetBrains Mono"/>
            </a:endParaRPr>
          </a:p>
        </p:txBody>
      </p:sp>
      <p:sp>
        <p:nvSpPr>
          <p:cNvPr id="9" name="Textfeld 8">
            <a:extLst>
              <a:ext uri="{FF2B5EF4-FFF2-40B4-BE49-F238E27FC236}">
                <a16:creationId xmlns:a16="http://schemas.microsoft.com/office/drawing/2014/main" id="{155FD7ED-3CF8-2A79-436C-9D35346DF321}"/>
              </a:ext>
            </a:extLst>
          </p:cNvPr>
          <p:cNvSpPr txBox="1"/>
          <p:nvPr/>
        </p:nvSpPr>
        <p:spPr>
          <a:xfrm>
            <a:off x="1088987" y="6227101"/>
            <a:ext cx="6094826" cy="369332"/>
          </a:xfrm>
          <a:prstGeom prst="rect">
            <a:avLst/>
          </a:prstGeom>
          <a:noFill/>
        </p:spPr>
        <p:txBody>
          <a:bodyPr wrap="square">
            <a:spAutoFit/>
          </a:bodyPr>
          <a:lstStyle/>
          <a:p>
            <a:pPr>
              <a:buNone/>
            </a:pPr>
            <a:r>
              <a:rPr lang="de-DE" dirty="0">
                <a:solidFill>
                  <a:srgbClr val="D5B778"/>
                </a:solidFill>
                <a:effectLst/>
                <a:latin typeface="JetBrains Mono"/>
              </a:rPr>
              <a:t>&lt;h3&gt;</a:t>
            </a:r>
            <a:r>
              <a:rPr lang="de-DE" dirty="0">
                <a:solidFill>
                  <a:srgbClr val="BCBEC4"/>
                </a:solidFill>
                <a:effectLst/>
                <a:latin typeface="JetBrains Mono"/>
              </a:rPr>
              <a:t>{{</a:t>
            </a:r>
            <a:r>
              <a:rPr lang="de-DE" dirty="0" err="1">
                <a:solidFill>
                  <a:srgbClr val="68AAA2"/>
                </a:solidFill>
                <a:effectLst/>
                <a:latin typeface="JetBrains Mono"/>
              </a:rPr>
              <a:t>person</a:t>
            </a:r>
            <a:r>
              <a:rPr lang="de-DE" dirty="0">
                <a:solidFill>
                  <a:srgbClr val="BCBEC4"/>
                </a:solidFill>
                <a:effectLst/>
                <a:latin typeface="JetBrains Mono"/>
              </a:rPr>
              <a:t>().</a:t>
            </a:r>
            <a:r>
              <a:rPr lang="de-DE" dirty="0" err="1">
                <a:solidFill>
                  <a:srgbClr val="C77DBB"/>
                </a:solidFill>
                <a:effectLst/>
                <a:latin typeface="JetBrains Mono"/>
              </a:rPr>
              <a:t>firstname</a:t>
            </a:r>
            <a:r>
              <a:rPr lang="de-DE" dirty="0">
                <a:solidFill>
                  <a:srgbClr val="BCBEC4"/>
                </a:solidFill>
                <a:effectLst/>
                <a:latin typeface="JetBrains Mono"/>
              </a:rPr>
              <a:t>}} {{</a:t>
            </a:r>
            <a:r>
              <a:rPr lang="de-DE" dirty="0" err="1">
                <a:solidFill>
                  <a:srgbClr val="68AAA2"/>
                </a:solidFill>
                <a:effectLst/>
                <a:latin typeface="JetBrains Mono"/>
              </a:rPr>
              <a:t>person</a:t>
            </a:r>
            <a:r>
              <a:rPr lang="de-DE" dirty="0">
                <a:solidFill>
                  <a:srgbClr val="BCBEC4"/>
                </a:solidFill>
                <a:effectLst/>
                <a:latin typeface="JetBrains Mono"/>
              </a:rPr>
              <a:t>().</a:t>
            </a:r>
            <a:r>
              <a:rPr lang="de-DE" dirty="0" err="1">
                <a:solidFill>
                  <a:srgbClr val="C77DBB"/>
                </a:solidFill>
                <a:effectLst/>
                <a:latin typeface="JetBrains Mono"/>
              </a:rPr>
              <a:t>lastname</a:t>
            </a:r>
            <a:r>
              <a:rPr lang="de-DE" dirty="0">
                <a:solidFill>
                  <a:srgbClr val="BCBEC4"/>
                </a:solidFill>
                <a:effectLst/>
                <a:latin typeface="JetBrains Mono"/>
              </a:rPr>
              <a:t>}}</a:t>
            </a:r>
            <a:r>
              <a:rPr lang="de-DE" dirty="0">
                <a:solidFill>
                  <a:srgbClr val="D5B778"/>
                </a:solidFill>
                <a:effectLst/>
                <a:latin typeface="JetBrains Mono"/>
              </a:rPr>
              <a:t>&lt;/h3&gt;</a:t>
            </a:r>
            <a:endParaRPr lang="de-DE" dirty="0">
              <a:solidFill>
                <a:srgbClr val="BCBEC4"/>
              </a:solidFill>
              <a:effectLst/>
              <a:latin typeface="JetBrains Mono"/>
            </a:endParaRPr>
          </a:p>
        </p:txBody>
      </p:sp>
      <p:cxnSp>
        <p:nvCxnSpPr>
          <p:cNvPr id="10" name="Gerade Verbindung mit Pfeil 15">
            <a:extLst>
              <a:ext uri="{FF2B5EF4-FFF2-40B4-BE49-F238E27FC236}">
                <a16:creationId xmlns:a16="http://schemas.microsoft.com/office/drawing/2014/main" id="{4964B85F-05C6-86CE-7DC0-85942A571997}"/>
              </a:ext>
            </a:extLst>
          </p:cNvPr>
          <p:cNvCxnSpPr>
            <a:cxnSpLocks/>
          </p:cNvCxnSpPr>
          <p:nvPr/>
        </p:nvCxnSpPr>
        <p:spPr>
          <a:xfrm>
            <a:off x="1880293" y="5613009"/>
            <a:ext cx="0" cy="681053"/>
          </a:xfrm>
          <a:prstGeom prst="straightConnector1">
            <a:avLst/>
          </a:prstGeom>
          <a:ln w="0">
            <a:solidFill>
              <a:srgbClr val="1D9A78"/>
            </a:solidFill>
            <a:tailEnd type="triangle" w="med" len="med"/>
          </a:ln>
        </p:spPr>
      </p:cxn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Inputs</a:t>
            </a:r>
            <a:endParaRPr lang="de-DE" sz="4400" b="0" u="none" strike="noStrike">
              <a:solidFill>
                <a:srgbClr val="000000"/>
              </a:solidFill>
              <a:uFillTx/>
              <a:latin typeface="Arial"/>
            </a:endParaRPr>
          </a:p>
        </p:txBody>
      </p:sp>
      <p:sp>
        <p:nvSpPr>
          <p:cNvPr id="63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Daten können an Komponente übergeben werden</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i="1" u="none" strike="noStrike">
                <a:solidFill>
                  <a:srgbClr val="333333"/>
                </a:solidFill>
                <a:uFillTx/>
                <a:latin typeface="Aller"/>
              </a:rPr>
              <a:t>Property Binding</a:t>
            </a:r>
            <a:r>
              <a:rPr lang="de-DE" sz="2400" b="0" u="none" strike="noStrike">
                <a:solidFill>
                  <a:srgbClr val="333333"/>
                </a:solidFill>
                <a:uFillTx/>
                <a:latin typeface="Aller"/>
              </a:rPr>
              <a:t> über [propertyName]="expression"</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[propertyName] Property in der "inneren" Komponente </a:t>
            </a:r>
            <a:r>
              <a:rPr lang="de-DE" sz="2400" b="0" i="1" u="none" strike="noStrike">
                <a:solidFill>
                  <a:srgbClr val="333333"/>
                </a:solidFill>
                <a:uFillTx/>
                <a:latin typeface="Aller"/>
              </a:rPr>
              <a:t>release-card</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expression Property in der "äußeren / aufrufenden" Komponente</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Data-Binding in Angular immer unidirektional</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Objekt veränderbar</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Referenz bleibt außen immer gleich</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640"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41"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642"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8: Inputs</a:t>
            </a:r>
            <a:endParaRPr lang="de-DE" sz="3600" b="0" u="none" strike="noStrike">
              <a:solidFill>
                <a:srgbClr val="000000"/>
              </a:solidFill>
              <a:uFillTx/>
              <a:latin typeface="Arial"/>
            </a:endParaRPr>
          </a:p>
        </p:txBody>
      </p:sp>
      <p:grpSp>
        <p:nvGrpSpPr>
          <p:cNvPr id="643" name="Group 11">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644" name="Freeform: Shape 12">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45" name="Freeform: Shape 13">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46" name="Freeform: Shape 14">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47" name="Freeform: Shape 15">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648"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Erweitere die Komponente CustomerListComponent</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Nimm als Input ein Array von Customer Objekten entgegen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Verschiebe die bisherige Darstellung aus AppComponent in das Template von CustomerListComponent</a:t>
            </a:r>
            <a:br>
              <a:rPr sz="1800"/>
            </a:br>
            <a:r>
              <a:rPr lang="de-DE" sz="1800" b="0" u="none" strike="noStrike">
                <a:solidFill>
                  <a:schemeClr val="dk2"/>
                </a:solidFill>
                <a:uFillTx/>
                <a:latin typeface="Calibri"/>
              </a:rPr>
              <a:t>(Text und Liste, nicht die h1 Überschrift)</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Passe die Verwendung von CustomerListComponent in AppComponent an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Lösche den entsprechenden Teil des Templates</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Übergebe app-customer-list die Daten per Property-Binding</a:t>
            </a:r>
            <a:endParaRPr lang="de-DE" sz="1800" b="0" u="none" strike="noStrike">
              <a:solidFill>
                <a:srgbClr val="000000"/>
              </a:solidFill>
              <a:uFillTx/>
              <a:latin typeface="Arial"/>
            </a:endParaRPr>
          </a:p>
        </p:txBody>
      </p:sp>
      <p:grpSp>
        <p:nvGrpSpPr>
          <p:cNvPr id="649" name="Group 17">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650" name="Freeform: Shape 18">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51" name="Freeform: Shape 19">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52" name="Freeform: Shape 20">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53" name="Freeform: Shape 21">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654" name="Rectangle 13">
            <a:extLst>
              <a:ext uri="{C183D7F6-B498-43B3-948B-1728B52AA6E4}">
                <adec:decorative xmlns:adec="http://schemas.microsoft.com/office/drawing/2017/decorative" val="1"/>
              </a:ext>
            </a:extLst>
          </p:cNvPr>
          <p:cNvSpPr/>
          <p:nvPr/>
        </p:nvSpPr>
        <p:spPr>
          <a:xfrm flipV="1">
            <a:off x="0" y="-1440"/>
            <a:ext cx="12190680" cy="40053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55" name="PlaceHolder 1"/>
          <p:cNvSpPr>
            <a:spLocks noGrp="1"/>
          </p:cNvSpPr>
          <p:nvPr>
            <p:ph type="title"/>
          </p:nvPr>
        </p:nvSpPr>
        <p:spPr>
          <a:xfrm>
            <a:off x="838080" y="914400"/>
            <a:ext cx="10514160" cy="265860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8000" b="0" u="none" strike="noStrike">
                <a:solidFill>
                  <a:srgbClr val="FFFFFF"/>
                </a:solidFill>
                <a:uFillTx/>
                <a:latin typeface="Calibri Light"/>
              </a:rPr>
              <a:t>Events </a:t>
            </a:r>
            <a:endParaRPr lang="de-DE" sz="8000" b="0" u="none" strike="noStrike">
              <a:solidFill>
                <a:srgbClr val="000000"/>
              </a:solidFill>
              <a:uFillTx/>
              <a:latin typeface="Arial"/>
            </a:endParaRPr>
          </a:p>
        </p:txBody>
      </p:sp>
      <p:sp>
        <p:nvSpPr>
          <p:cNvPr id="656" name="PlaceHolder 2"/>
          <p:cNvSpPr>
            <a:spLocks noGrp="1"/>
          </p:cNvSpPr>
          <p:nvPr>
            <p:ph/>
          </p:nvPr>
        </p:nvSpPr>
        <p:spPr>
          <a:xfrm>
            <a:off x="838080" y="4368960"/>
            <a:ext cx="10514160" cy="1389240"/>
          </a:xfrm>
          <a:prstGeom prst="rect">
            <a:avLst/>
          </a:prstGeom>
          <a:noFill/>
          <a:ln w="0">
            <a:noFill/>
          </a:ln>
        </p:spPr>
        <p:txBody>
          <a:bodyPr lIns="91440" tIns="45720" rIns="91440" bIns="45720" anchor="t">
            <a:normAutofit/>
          </a:bodyPr>
          <a:lstStyle/>
          <a:p>
            <a:pPr indent="0" algn="ctr" defTabSz="914400">
              <a:lnSpc>
                <a:spcPct val="90000"/>
              </a:lnSpc>
              <a:spcBef>
                <a:spcPts val="1001"/>
              </a:spcBef>
              <a:buNone/>
              <a:tabLst>
                <a:tab pos="0" algn="l"/>
              </a:tabLst>
            </a:pPr>
            <a:r>
              <a:rPr lang="en-US" sz="3200" b="0" u="none" strike="noStrike" dirty="0">
                <a:solidFill>
                  <a:schemeClr val="dk1"/>
                </a:solidFill>
                <a:uFillTx/>
                <a:latin typeface="Calibri"/>
              </a:rPr>
              <a:t>Output </a:t>
            </a:r>
            <a:r>
              <a:rPr lang="en-US" sz="3200" b="0" u="none" strike="noStrike" dirty="0" err="1">
                <a:solidFill>
                  <a:schemeClr val="dk1"/>
                </a:solidFill>
                <a:uFillTx/>
                <a:latin typeface="Calibri"/>
              </a:rPr>
              <a:t>aus</a:t>
            </a:r>
            <a:r>
              <a:rPr lang="en-US" sz="3200" b="0" u="none" strike="noStrike" dirty="0">
                <a:solidFill>
                  <a:schemeClr val="dk1"/>
                </a:solidFill>
                <a:uFillTx/>
                <a:latin typeface="Calibri"/>
              </a:rPr>
              <a:t> Components</a:t>
            </a:r>
            <a:endParaRPr lang="de-DE" sz="3200" b="0" u="none" strike="noStrike" dirty="0">
              <a:solidFill>
                <a:srgbClr val="000000"/>
              </a:solidFill>
              <a:uFillTx/>
              <a:latin typeface="Arial"/>
            </a:endParaRP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Event Binding</a:t>
            </a:r>
            <a:endParaRPr lang="de-DE" sz="4400" b="0" u="none" strike="noStrike">
              <a:solidFill>
                <a:srgbClr val="000000"/>
              </a:solidFill>
              <a:uFillTx/>
              <a:latin typeface="Arial"/>
            </a:endParaRPr>
          </a:p>
        </p:txBody>
      </p:sp>
      <p:sp>
        <p:nvSpPr>
          <p:cNvPr id="65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Data-Binding unidirektional</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Daten von außen nach innen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Wie kommen Informationen von innen nach außen?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Komponenten können Events nach außen geben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i="1" u="none" strike="noStrike">
                <a:solidFill>
                  <a:schemeClr val="dk1"/>
                </a:solidFill>
                <a:uFillTx/>
                <a:latin typeface="Calibri"/>
              </a:rPr>
              <a:t>Event Binding</a:t>
            </a:r>
            <a:r>
              <a:rPr lang="de-DE" sz="2400" b="0" u="none" strike="noStrike">
                <a:solidFill>
                  <a:schemeClr val="dk1"/>
                </a:solidFill>
                <a:uFillTx/>
                <a:latin typeface="Calibri"/>
              </a:rPr>
              <a:t> mit (eventName)="statement"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Zuweisung oder Funktionsaufruf</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Zugriff auf das Event immer über $event möglich</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Event Handler</a:t>
            </a:r>
            <a:endParaRPr lang="de-DE" sz="4400" b="0" u="none" strike="noStrike">
              <a:solidFill>
                <a:srgbClr val="000000"/>
              </a:solidFill>
              <a:uFillTx/>
              <a:latin typeface="Arial"/>
            </a:endParaRPr>
          </a:p>
        </p:txBody>
      </p:sp>
      <p:sp>
        <p:nvSpPr>
          <p:cNvPr id="66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Im Gegensatz zum Standard-Eventmodell im Browser können beliebige Funktionen mit Parametern als Handler aufgerufen werden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Event-behandelnde Funktion ist Bestandteil der </a:t>
            </a:r>
            <a:r>
              <a:rPr lang="de-DE" sz="2800" b="0" u="none" strike="noStrike">
                <a:solidFill>
                  <a:schemeClr val="dk1"/>
                </a:solidFill>
                <a:uFillTx/>
                <a:latin typeface="Courier New"/>
              </a:rPr>
              <a:t>Component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Event Handler: Beispiel</a:t>
            </a:r>
            <a:endParaRPr lang="de-DE" sz="4400" b="0" u="none" strike="noStrike">
              <a:solidFill>
                <a:srgbClr val="000000"/>
              </a:solidFill>
              <a:uFillTx/>
              <a:latin typeface="Arial"/>
            </a:endParaRPr>
          </a:p>
        </p:txBody>
      </p:sp>
      <p:sp>
        <p:nvSpPr>
          <p:cNvPr id="66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0000" lnSpcReduction="20000"/>
          </a:bodyPr>
          <a:lstStyle/>
          <a:p>
            <a:pPr indent="0" defTabSz="914400">
              <a:lnSpc>
                <a:spcPct val="90000"/>
              </a:lnSpc>
              <a:spcBef>
                <a:spcPts val="1001"/>
              </a:spcBef>
              <a:buNone/>
              <a:tabLst>
                <a:tab pos="0" algn="l"/>
              </a:tabLst>
            </a:pPr>
            <a:r>
              <a:rPr lang="de-DE" sz="2800" b="0" u="none" strike="noStrike">
                <a:solidFill>
                  <a:schemeClr val="dk1"/>
                </a:solidFill>
                <a:uFillTx/>
                <a:latin typeface="Courier New"/>
              </a:rPr>
              <a:t>export class UiAppComponent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selectionList: string[] = ["Item1", "Item2", "Item3"];</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setItem(item: string)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this.data.boundData = item;</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&lt;ul&gt;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@for (item of selectionList; track item)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&lt;li (click)="setItem(item)"&gt;{{item}}&lt;/li&gt;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&lt;/ul&gt;</a:t>
            </a:r>
            <a:endParaRPr lang="de-DE" sz="2800" b="0" u="none" strike="noStrike">
              <a:solidFill>
                <a:srgbClr val="000000"/>
              </a:solidFill>
              <a:uFillTx/>
              <a:latin typeface="Arial"/>
            </a:endParaRPr>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663"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64"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665"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9: Events</a:t>
            </a:r>
            <a:endParaRPr lang="de-DE" sz="3600" b="0" u="none" strike="noStrike">
              <a:solidFill>
                <a:srgbClr val="000000"/>
              </a:solidFill>
              <a:uFillTx/>
              <a:latin typeface="Arial"/>
            </a:endParaRPr>
          </a:p>
        </p:txBody>
      </p:sp>
      <p:grpSp>
        <p:nvGrpSpPr>
          <p:cNvPr id="666" name="Group 11">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667" name="Freeform: Shape 12">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68" name="Freeform: Shape 13">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69" name="Freeform: Shape 14">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70" name="Freeform: Shape 15">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671"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Reagiere in CustomerListComponent auf Klicks auf die Listen-Elemente</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Rufe eine Methode (listItemClicked) in der Component-Klasse auf</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Übergebe das Dom-Event ($event vom Typ MouseEvent) und das Training des geklickten Listen-Eintrags</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Logge den Namen des Customer und das Event auf die Konsole</a:t>
            </a:r>
            <a:br>
              <a:rPr sz="1800"/>
            </a:br>
            <a:r>
              <a:rPr lang="de-DE" sz="1800" b="0" u="none" strike="noStrike">
                <a:solidFill>
                  <a:schemeClr val="dk2"/>
                </a:solidFill>
                <a:uFillTx/>
                <a:latin typeface="Calibri"/>
              </a:rPr>
              <a:t>z.B. mit console.log(event, customer.firstname)</a:t>
            </a:r>
            <a:endParaRPr lang="de-DE" sz="1800" b="0" u="none" strike="noStrike">
              <a:solidFill>
                <a:srgbClr val="000000"/>
              </a:solidFill>
              <a:uFillTx/>
              <a:latin typeface="Arial"/>
            </a:endParaRPr>
          </a:p>
        </p:txBody>
      </p:sp>
      <p:grpSp>
        <p:nvGrpSpPr>
          <p:cNvPr id="672" name="Group 17">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673" name="Freeform: Shape 18">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74" name="Freeform: Shape 19">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75" name="Freeform: Shape 20">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76" name="Freeform: Shape 21">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Output -- Events aus Komponenten</a:t>
            </a:r>
            <a:endParaRPr lang="de-DE" sz="4400" b="0" u="none" strike="noStrike">
              <a:solidFill>
                <a:srgbClr val="000000"/>
              </a:solidFill>
              <a:uFillTx/>
              <a:latin typeface="Arial"/>
            </a:endParaRPr>
          </a:p>
        </p:txBody>
      </p:sp>
      <p:sp>
        <p:nvSpPr>
          <p:cNvPr id="67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Komponenten können Events nach außen werfen</a:t>
            </a:r>
            <a:endParaRPr lang="de-DE" sz="28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Eigenschaft wird mit der Funktion output&lt;T&gt;() angelegt</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Typ-Parameter gibt Typ des Events an</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Rückgabetyp ist OutputEmitterRef&lt;T&gt;</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Events werden über emit(wert) gefeuert</a:t>
            </a:r>
            <a:endParaRPr lang="de-DE" sz="28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Legacy: @Output() mit new EventEmitter&lt;T&gt;()</a:t>
            </a:r>
            <a:endParaRPr lang="de-DE" sz="2800" b="0" u="none" strike="noStrike" dirty="0">
              <a:solidFill>
                <a:srgbClr val="000000"/>
              </a:solidFill>
              <a:uFillTx/>
              <a:latin typeface="Arial"/>
            </a:endParaRPr>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Output Beispiel</a:t>
            </a:r>
            <a:endParaRPr lang="de-DE" sz="4400" b="0" u="none" strike="noStrike">
              <a:solidFill>
                <a:srgbClr val="000000"/>
              </a:solidFill>
              <a:uFillTx/>
              <a:latin typeface="Arial"/>
            </a:endParaRPr>
          </a:p>
        </p:txBody>
      </p:sp>
      <p:sp>
        <p:nvSpPr>
          <p:cNvPr id="68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import { Component, input, output } from "@angular/core";</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@Component({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selector: "release-card", template: `&lt;h3&gt;{{release().name}}&lt;/h3&gt;`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export class ReleaseCardComponent {</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release = input.required&lt;Release&gt;();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 we use domain object as event, real world: ReleaseLikedEvent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releaseLiked = output&lt;Release&gt;();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likeRelease() {</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this.releaseLiked.emit(this.release());</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a:t>
            </a:r>
            <a:endParaRPr lang="de-DE" sz="1600" b="0" u="none" strike="noStrike" dirty="0">
              <a:solidFill>
                <a:srgbClr val="000000"/>
              </a:solidFill>
              <a:uFillTx/>
              <a:latin typeface="Arial"/>
            </a:endParaRPr>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Nutzende Komponente</a:t>
            </a:r>
            <a:endParaRPr lang="de-DE" sz="4400" b="0" u="none" strike="noStrike">
              <a:solidFill>
                <a:srgbClr val="000000"/>
              </a:solidFill>
              <a:uFillTx/>
              <a:latin typeface="Arial"/>
            </a:endParaRPr>
          </a:p>
        </p:txBody>
      </p:sp>
      <p:sp>
        <p:nvSpPr>
          <p:cNvPr id="68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dirty="0">
                <a:solidFill>
                  <a:srgbClr val="1E347B"/>
                </a:solidFill>
                <a:uFillTx/>
                <a:latin typeface="SourceCodePro"/>
              </a:rPr>
              <a:t>&lt;div</a:t>
            </a:r>
            <a:r>
              <a:rPr lang="de-DE" sz="2800" b="0" u="none" strike="noStrike" dirty="0">
                <a:solidFill>
                  <a:srgbClr val="48484C"/>
                </a:solidFill>
                <a:uFillTx/>
                <a:latin typeface="SourceCodePro"/>
              </a:rPr>
              <a:t> </a:t>
            </a:r>
            <a:r>
              <a:rPr lang="de-DE" sz="2800" b="0" u="none" strike="noStrike" dirty="0" err="1">
                <a:solidFill>
                  <a:srgbClr val="008080"/>
                </a:solidFill>
                <a:uFillTx/>
                <a:latin typeface="SourceCodePro"/>
              </a:rPr>
              <a:t>class</a:t>
            </a:r>
            <a:r>
              <a:rPr lang="de-DE" sz="2800" b="0" u="none" strike="noStrike" dirty="0">
                <a:solidFill>
                  <a:srgbClr val="93A1A1"/>
                </a:solidFill>
                <a:uFillTx/>
                <a:latin typeface="SourceCodePro"/>
              </a:rPr>
              <a:t>=</a:t>
            </a:r>
            <a:r>
              <a:rPr lang="de-DE" sz="2800" b="0" u="none" strike="noStrike" dirty="0">
                <a:solidFill>
                  <a:srgbClr val="DD1144"/>
                </a:solidFill>
                <a:uFillTx/>
                <a:latin typeface="SourceCodePro"/>
              </a:rPr>
              <a:t>"</a:t>
            </a:r>
            <a:r>
              <a:rPr lang="de-DE" sz="2800" b="0" u="none" strike="noStrike" dirty="0" err="1">
                <a:solidFill>
                  <a:srgbClr val="DD1144"/>
                </a:solidFill>
                <a:uFillTx/>
                <a:latin typeface="SourceCodePro"/>
              </a:rPr>
              <a:t>releases</a:t>
            </a:r>
            <a:r>
              <a:rPr lang="de-DE" sz="2800" b="0" u="none" strike="noStrike" dirty="0">
                <a:solidFill>
                  <a:srgbClr val="DD1144"/>
                </a:solidFill>
                <a:uFillTx/>
                <a:latin typeface="SourceCodePro"/>
              </a:rPr>
              <a:t>"</a:t>
            </a:r>
            <a:r>
              <a:rPr lang="de-DE" sz="2800" b="0" u="none" strike="noStrike" dirty="0">
                <a:solidFill>
                  <a:srgbClr val="1E347B"/>
                </a:solidFill>
                <a:uFillTx/>
                <a:latin typeface="SourceCodePro"/>
              </a:rPr>
              <a:t>&gt;</a:t>
            </a:r>
          </a:p>
          <a:p>
            <a:pPr>
              <a:spcBef>
                <a:spcPts val="1001"/>
              </a:spcBef>
              <a:tabLst>
                <a:tab pos="0" algn="l"/>
              </a:tabLst>
            </a:pPr>
            <a:r>
              <a:rPr lang="de-DE" sz="2800" dirty="0">
                <a:solidFill>
                  <a:srgbClr val="008080"/>
                </a:solidFill>
                <a:latin typeface="SourceCodePro"/>
              </a:rPr>
              <a:t>	     @for (release of artist.releases; track release.id) {</a:t>
            </a:r>
          </a:p>
          <a:p>
            <a:pPr marL="457200" indent="0" defTabSz="914400">
              <a:lnSpc>
                <a:spcPct val="90000"/>
              </a:lnSpc>
              <a:spcBef>
                <a:spcPts val="499"/>
              </a:spcBef>
              <a:buNone/>
              <a:tabLst>
                <a:tab pos="0" algn="l"/>
              </a:tabLst>
            </a:pPr>
            <a:r>
              <a:rPr lang="de-DE" sz="2800" b="0" u="none" strike="noStrike" dirty="0">
                <a:solidFill>
                  <a:srgbClr val="1E347B"/>
                </a:solidFill>
                <a:uFillTx/>
                <a:latin typeface="SourceCodePro"/>
              </a:rPr>
              <a:t>&lt;release-card</a:t>
            </a:r>
            <a:endParaRPr lang="de-DE" sz="2800" b="0" u="none" strike="noStrike" dirty="0">
              <a:solidFill>
                <a:srgbClr val="000000"/>
              </a:solidFill>
              <a:uFillTx/>
              <a:latin typeface="Arial"/>
            </a:endParaRPr>
          </a:p>
          <a:p>
            <a:pPr marL="914400" indent="0" defTabSz="914400">
              <a:lnSpc>
                <a:spcPct val="90000"/>
              </a:lnSpc>
              <a:spcBef>
                <a:spcPts val="499"/>
              </a:spcBef>
              <a:buNone/>
              <a:tabLst>
                <a:tab pos="0" algn="l"/>
              </a:tabLst>
            </a:pPr>
            <a:r>
              <a:rPr lang="de-DE" sz="2800" b="0" u="none" strike="noStrike" dirty="0">
                <a:solidFill>
                  <a:srgbClr val="48484C"/>
                </a:solidFill>
                <a:uFillTx/>
                <a:latin typeface="SourceCodePro"/>
              </a:rPr>
              <a:t>[</a:t>
            </a:r>
            <a:r>
              <a:rPr lang="de-DE" sz="2800" b="0" u="none" strike="noStrike" dirty="0">
                <a:solidFill>
                  <a:srgbClr val="008080"/>
                </a:solidFill>
                <a:uFillTx/>
                <a:latin typeface="SourceCodePro"/>
              </a:rPr>
              <a:t>release</a:t>
            </a:r>
            <a:r>
              <a:rPr lang="de-DE" sz="2800" b="0" u="none" strike="noStrike" dirty="0">
                <a:solidFill>
                  <a:srgbClr val="48484C"/>
                </a:solidFill>
                <a:uFillTx/>
                <a:latin typeface="SourceCodePro"/>
              </a:rPr>
              <a:t>]</a:t>
            </a:r>
            <a:r>
              <a:rPr lang="de-DE" sz="2800" b="0" u="none" strike="noStrike" dirty="0">
                <a:solidFill>
                  <a:srgbClr val="93A1A1"/>
                </a:solidFill>
                <a:uFillTx/>
                <a:latin typeface="SourceCodePro"/>
              </a:rPr>
              <a:t>=</a:t>
            </a:r>
            <a:r>
              <a:rPr lang="de-DE" sz="2800" b="0" u="none" strike="noStrike" dirty="0">
                <a:solidFill>
                  <a:srgbClr val="DD1144"/>
                </a:solidFill>
                <a:uFillTx/>
                <a:latin typeface="SourceCodePro"/>
              </a:rPr>
              <a:t>"release"</a:t>
            </a:r>
            <a:endParaRPr lang="de-DE" sz="2800" b="0" u="none" strike="noStrike" dirty="0">
              <a:solidFill>
                <a:srgbClr val="000000"/>
              </a:solidFill>
              <a:uFillTx/>
              <a:latin typeface="Arial"/>
            </a:endParaRPr>
          </a:p>
          <a:p>
            <a:pPr marL="914400" indent="0" defTabSz="914400">
              <a:lnSpc>
                <a:spcPct val="90000"/>
              </a:lnSpc>
              <a:spcBef>
                <a:spcPts val="499"/>
              </a:spcBef>
              <a:buNone/>
              <a:tabLst>
                <a:tab pos="0" algn="l"/>
              </a:tabLst>
            </a:pPr>
            <a:r>
              <a:rPr lang="de-DE" sz="2800" b="0" u="none" strike="noStrike" dirty="0">
                <a:solidFill>
                  <a:srgbClr val="48484C"/>
                </a:solidFill>
                <a:uFillTx/>
                <a:latin typeface="SourceCodePro"/>
              </a:rPr>
              <a:t>(</a:t>
            </a:r>
            <a:r>
              <a:rPr lang="de-DE" sz="2800" b="0" u="none" strike="noStrike" dirty="0" err="1">
                <a:solidFill>
                  <a:srgbClr val="008080"/>
                </a:solidFill>
                <a:uFillTx/>
                <a:latin typeface="SourceCodePro"/>
              </a:rPr>
              <a:t>releaseLiked</a:t>
            </a:r>
            <a:r>
              <a:rPr lang="de-DE" sz="2800" b="0" u="none" strike="noStrike" dirty="0">
                <a:solidFill>
                  <a:srgbClr val="48484C"/>
                </a:solidFill>
                <a:uFillTx/>
                <a:latin typeface="SourceCodePro"/>
              </a:rPr>
              <a:t>)</a:t>
            </a:r>
            <a:r>
              <a:rPr lang="de-DE" sz="2800" b="0" u="none" strike="noStrike" dirty="0">
                <a:solidFill>
                  <a:srgbClr val="93A1A1"/>
                </a:solidFill>
                <a:uFillTx/>
                <a:latin typeface="SourceCodePro"/>
              </a:rPr>
              <a:t>=</a:t>
            </a:r>
            <a:r>
              <a:rPr lang="de-DE" sz="2800" b="0" u="none" strike="noStrike" dirty="0">
                <a:solidFill>
                  <a:srgbClr val="DD1144"/>
                </a:solidFill>
                <a:uFillTx/>
                <a:latin typeface="SourceCodePro"/>
              </a:rPr>
              <a:t>"</a:t>
            </a:r>
            <a:r>
              <a:rPr lang="de-DE" sz="2800" b="0" u="none" strike="noStrike" dirty="0" err="1">
                <a:solidFill>
                  <a:srgbClr val="DD1144"/>
                </a:solidFill>
                <a:uFillTx/>
                <a:latin typeface="SourceCodePro"/>
              </a:rPr>
              <a:t>onReleaseLiked</a:t>
            </a:r>
            <a:r>
              <a:rPr lang="de-DE" sz="2800" b="0" u="none" strike="noStrike" dirty="0">
                <a:solidFill>
                  <a:srgbClr val="DD1144"/>
                </a:solidFill>
                <a:uFillTx/>
                <a:latin typeface="SourceCodePro"/>
              </a:rPr>
              <a:t>($</a:t>
            </a:r>
            <a:r>
              <a:rPr lang="de-DE" sz="2800" b="0" u="none" strike="noStrike" dirty="0" err="1">
                <a:solidFill>
                  <a:srgbClr val="DD1144"/>
                </a:solidFill>
                <a:uFillTx/>
                <a:latin typeface="SourceCodePro"/>
              </a:rPr>
              <a:t>event</a:t>
            </a:r>
            <a:r>
              <a:rPr lang="de-DE" sz="2800" b="0" u="none" strike="noStrike" dirty="0">
                <a:solidFill>
                  <a:srgbClr val="DD1144"/>
                </a:solidFill>
                <a:uFillTx/>
                <a:latin typeface="SourceCodePro"/>
              </a:rPr>
              <a:t>, release)"</a:t>
            </a:r>
            <a:r>
              <a:rPr lang="de-DE" sz="2800" b="0" u="none" strike="noStrike" dirty="0">
                <a:solidFill>
                  <a:srgbClr val="1E347B"/>
                </a:solidFill>
                <a:uFillTx/>
                <a:latin typeface="SourceCodePro"/>
              </a:rPr>
              <a:t>&gt;</a:t>
            </a:r>
            <a:endParaRPr lang="de-DE" sz="2800" b="0" u="none" strike="noStrike" dirty="0">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dirty="0">
                <a:solidFill>
                  <a:srgbClr val="1E347B"/>
                </a:solidFill>
                <a:uFillTx/>
                <a:latin typeface="SourceCodePro"/>
              </a:rPr>
              <a:t>&lt;/release-card&gt;</a:t>
            </a:r>
          </a:p>
          <a:p>
            <a:pPr marL="457200" indent="0" defTabSz="914400">
              <a:lnSpc>
                <a:spcPct val="90000"/>
              </a:lnSpc>
              <a:spcBef>
                <a:spcPts val="499"/>
              </a:spcBef>
              <a:buNone/>
              <a:tabLst>
                <a:tab pos="0" algn="l"/>
              </a:tabLst>
            </a:pPr>
            <a:r>
              <a:rPr lang="de-DE" sz="2800" b="0" u="none" strike="noStrike" dirty="0">
                <a:solidFill>
                  <a:srgbClr val="1E347B"/>
                </a:solidFill>
                <a:uFillTx/>
                <a:latin typeface="SourceCodePro"/>
              </a:rPr>
              <a:t>}</a:t>
            </a:r>
            <a:endParaRPr lang="de-DE" sz="2800" dirty="0">
              <a:solidFill>
                <a:srgbClr val="000000"/>
              </a:solidFill>
              <a:latin typeface="Arial"/>
            </a:endParaRPr>
          </a:p>
          <a:p>
            <a:pPr marL="457200">
              <a:spcBef>
                <a:spcPts val="499"/>
              </a:spcBef>
              <a:tabLst>
                <a:tab pos="0" algn="l"/>
              </a:tabLst>
            </a:pPr>
            <a:r>
              <a:rPr lang="de-DE" sz="2800" b="0" u="none" strike="noStrike" dirty="0">
                <a:solidFill>
                  <a:srgbClr val="1E347B"/>
                </a:solidFill>
                <a:uFillTx/>
                <a:latin typeface="SourceCodePro"/>
              </a:rPr>
              <a:t>&lt;/div&gt;</a:t>
            </a:r>
            <a:endParaRPr lang="de-DE" sz="2800" b="0" u="none" strike="noStrike" dirty="0">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dirty="0">
              <a:solidFill>
                <a:srgbClr val="000000"/>
              </a:solidFill>
              <a:uFillTx/>
              <a:latin typeface="Arial"/>
            </a:endParaRPr>
          </a:p>
        </p:txBody>
      </p:sp>
      <p:cxnSp>
        <p:nvCxnSpPr>
          <p:cNvPr id="683" name="Gerade Verbindung mit Pfeil 4"/>
          <p:cNvCxnSpPr/>
          <p:nvPr/>
        </p:nvCxnSpPr>
        <p:spPr>
          <a:xfrm flipH="1" flipV="1">
            <a:off x="5824440" y="3707640"/>
            <a:ext cx="1128600" cy="965880"/>
          </a:xfrm>
          <a:prstGeom prst="straightConnector1">
            <a:avLst/>
          </a:prstGeom>
          <a:ln w="0">
            <a:solidFill>
              <a:srgbClr val="1D9A78"/>
            </a:solidFill>
            <a:tailEnd type="triangle" w="med" len="med"/>
          </a:ln>
        </p:spPr>
      </p:cxnSp>
      <p:sp>
        <p:nvSpPr>
          <p:cNvPr id="684" name="Textfeld 5"/>
          <p:cNvSpPr/>
          <p:nvPr/>
        </p:nvSpPr>
        <p:spPr>
          <a:xfrm>
            <a:off x="7063560" y="4847400"/>
            <a:ext cx="3862440" cy="638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Methode im aufrufendem Controller</a:t>
            </a:r>
            <a:endParaRPr lang="de-DE" sz="1800" b="0" u="none" strike="noStrike">
              <a:solidFill>
                <a:srgbClr val="000000"/>
              </a:solidFill>
              <a:uFillTx/>
              <a:latin typeface="Arial"/>
            </a:endParaRPr>
          </a:p>
          <a:p>
            <a:pPr defTabSz="914400">
              <a:lnSpc>
                <a:spcPct val="100000"/>
              </a:lnSpc>
            </a:pPr>
            <a:r>
              <a:rPr lang="de-DE" sz="1800" b="0" u="none" strike="noStrike">
                <a:solidFill>
                  <a:schemeClr val="dk1"/>
                </a:solidFill>
                <a:uFillTx/>
                <a:latin typeface="Calibri"/>
              </a:rPr>
              <a:t>NICHT in der Release-Card Komponente</a:t>
            </a:r>
            <a:endParaRPr lang="de-DE" sz="1800" b="0" u="none" strike="noStrike">
              <a:solidFill>
                <a:srgbClr val="000000"/>
              </a:solidFill>
              <a:uFillTx/>
              <a:latin typeface="Arial"/>
            </a:endParaRP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Lokaler State mit Signals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90"/>
              </a:spcBef>
              <a:buNone/>
              <a:tabLst>
                <a:tab pos="0" algn="l"/>
              </a:tabLst>
            </a:pPr>
            <a:r>
              <a:rPr lang="de-DE" sz="2200" b="0" u="none" strike="noStrike">
                <a:solidFill>
                  <a:srgbClr val="1E347B"/>
                </a:solidFill>
                <a:uFillTx/>
                <a:latin typeface="SourceCodePro"/>
              </a:rPr>
              <a:t>import { Component, computed, signal } from '@angular/core';</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export class AppComponent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selectedCustomer = signal&lt;Customer | undefined&gt;(undefined);</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hasSelection = computed(() =&gt; this.selectedCustomer() !== undefined);</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newCustomerSelected(customer: Customer)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this.selectedCustomer.set(customer);   // oder .update(old =&gt;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&lt;!-- Template: Signals werden wie Funktionen gelesen --&gt;</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&lt;customer-details [customer]="selectedCustomer()" /&gt;</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Signals + zoneless: Angular weiß genau, was sich geändert hat</a:t>
            </a:r>
            <a:endParaRPr lang="de-DE" sz="2200" b="0" u="none" strike="noStrike">
              <a:solidFill>
                <a:srgbClr val="000000"/>
              </a:solidFill>
              <a:uFillTx/>
              <a:latin typeface="Arial"/>
            </a:endParaRPr>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693"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94"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695" name="PlaceHolder 1"/>
          <p:cNvSpPr>
            <a:spLocks noGrp="1"/>
          </p:cNvSpPr>
          <p:nvPr>
            <p:ph type="title"/>
          </p:nvPr>
        </p:nvSpPr>
        <p:spPr>
          <a:xfrm>
            <a:off x="1179360" y="1755000"/>
            <a:ext cx="9831960" cy="106524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3600" b="0" u="none" strike="noStrike">
                <a:solidFill>
                  <a:schemeClr val="dk2"/>
                </a:solidFill>
                <a:uFillTx/>
                <a:latin typeface="Calibri Light"/>
              </a:rPr>
              <a:t>Übung 10: Output</a:t>
            </a:r>
            <a:endParaRPr lang="de-DE" sz="3600" b="0" u="none" strike="noStrike">
              <a:solidFill>
                <a:srgbClr val="000000"/>
              </a:solidFill>
              <a:uFillTx/>
              <a:latin typeface="Arial"/>
            </a:endParaRPr>
          </a:p>
        </p:txBody>
      </p:sp>
      <p:grpSp>
        <p:nvGrpSpPr>
          <p:cNvPr id="696" name="Group 11">
            <a:extLst>
              <a:ext uri="{C183D7F6-B498-43B3-948B-1728B52AA6E4}">
                <adec:decorative xmlns:adec="http://schemas.microsoft.com/office/drawing/2017/decorative" val="1"/>
              </a:ext>
            </a:extLst>
          </p:cNvPr>
          <p:cNvGrpSpPr/>
          <p:nvPr/>
        </p:nvGrpSpPr>
        <p:grpSpPr>
          <a:xfrm>
            <a:off x="7867080" y="0"/>
            <a:ext cx="4323600" cy="2639880"/>
            <a:chOff x="7867080" y="0"/>
            <a:chExt cx="4323600" cy="2639880"/>
          </a:xfrm>
        </p:grpSpPr>
        <p:sp>
          <p:nvSpPr>
            <p:cNvPr id="697" name="Freeform: Shape 12">
              <a:extLst>
                <a:ext uri="{C183D7F6-B498-43B3-948B-1728B52AA6E4}">
                  <adec:decorative xmlns:adec="http://schemas.microsoft.com/office/drawing/2017/decorative" val="1"/>
                </a:ext>
              </a:extLst>
            </p:cNvPr>
            <p:cNvSpPr/>
            <p:nvPr/>
          </p:nvSpPr>
          <p:spPr>
            <a:xfrm>
              <a:off x="7867080" y="0"/>
              <a:ext cx="4323600" cy="2639880"/>
            </a:xfrm>
            <a:custGeom>
              <a:avLst/>
              <a:gdLst>
                <a:gd name="textAreaLeft" fmla="*/ 0 w 4323600"/>
                <a:gd name="textAreaRight" fmla="*/ 4325040 w 4323600"/>
                <a:gd name="textAreaTop" fmla="*/ 0 h 2639880"/>
                <a:gd name="textAreaBottom" fmla="*/ 2641320 h 263988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98" name="Freeform: Shape 13">
              <a:extLst>
                <a:ext uri="{C183D7F6-B498-43B3-948B-1728B52AA6E4}">
                  <adec:decorative xmlns:adec="http://schemas.microsoft.com/office/drawing/2017/decorative" val="1"/>
                </a:ext>
              </a:extLst>
            </p:cNvPr>
            <p:cNvSpPr/>
            <p:nvPr/>
          </p:nvSpPr>
          <p:spPr>
            <a:xfrm>
              <a:off x="7907400" y="0"/>
              <a:ext cx="4283280" cy="2419560"/>
            </a:xfrm>
            <a:custGeom>
              <a:avLst/>
              <a:gdLst>
                <a:gd name="textAreaLeft" fmla="*/ 0 w 4283280"/>
                <a:gd name="textAreaRight" fmla="*/ 4284720 w 4283280"/>
                <a:gd name="textAreaTop" fmla="*/ 0 h 2419560"/>
                <a:gd name="textAreaBottom" fmla="*/ 2421000 h 241956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99" name="Freeform: Shape 14">
              <a:extLst>
                <a:ext uri="{C183D7F6-B498-43B3-948B-1728B52AA6E4}">
                  <adec:decorative xmlns:adec="http://schemas.microsoft.com/office/drawing/2017/decorative" val="1"/>
                </a:ext>
              </a:extLst>
            </p:cNvPr>
            <p:cNvSpPr/>
            <p:nvPr/>
          </p:nvSpPr>
          <p:spPr>
            <a:xfrm>
              <a:off x="7911000" y="0"/>
              <a:ext cx="4279320" cy="2376360"/>
            </a:xfrm>
            <a:custGeom>
              <a:avLst/>
              <a:gdLst>
                <a:gd name="textAreaLeft" fmla="*/ 0 w 4279320"/>
                <a:gd name="textAreaRight" fmla="*/ 4280760 w 4279320"/>
                <a:gd name="textAreaTop" fmla="*/ 0 h 2376360"/>
                <a:gd name="textAreaBottom" fmla="*/ 2377800 h 23763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00" name="Freeform: Shape 15">
              <a:extLst>
                <a:ext uri="{C183D7F6-B498-43B3-948B-1728B52AA6E4}">
                  <adec:decorative xmlns:adec="http://schemas.microsoft.com/office/drawing/2017/decorative" val="1"/>
                </a:ext>
              </a:extLst>
            </p:cNvPr>
            <p:cNvSpPr/>
            <p:nvPr/>
          </p:nvSpPr>
          <p:spPr>
            <a:xfrm>
              <a:off x="7911000" y="0"/>
              <a:ext cx="4279320" cy="2376360"/>
            </a:xfrm>
            <a:custGeom>
              <a:avLst/>
              <a:gdLst>
                <a:gd name="textAreaLeft" fmla="*/ 0 w 4279320"/>
                <a:gd name="textAreaRight" fmla="*/ 4280760 w 4279320"/>
                <a:gd name="textAreaTop" fmla="*/ 0 h 2376360"/>
                <a:gd name="textAreaBottom" fmla="*/ 2377800 h 23763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701" name="PlaceHolder 2"/>
          <p:cNvSpPr>
            <a:spLocks noGrp="1"/>
          </p:cNvSpPr>
          <p:nvPr>
            <p:ph/>
          </p:nvPr>
        </p:nvSpPr>
        <p:spPr>
          <a:xfrm>
            <a:off x="1179360" y="3049200"/>
            <a:ext cx="9831960" cy="2944080"/>
          </a:xfrm>
          <a:prstGeom prst="rect">
            <a:avLst/>
          </a:prstGeom>
          <a:noFill/>
          <a:ln w="0">
            <a:noFill/>
          </a:ln>
        </p:spPr>
        <p:txBody>
          <a:bodyPr lIns="91440" tIns="45720" rIns="91440" bIns="45720" anchor="ctr">
            <a:normAutofit lnSpcReduction="9999"/>
          </a:bodyPr>
          <a:lstStyle/>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Erweitere CustomerListComponent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Erstelle in CustomerListComponent ein Output customerSelected = output&lt;Customer&gt;()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Emitte in CustomerListComponent#listItemClicked customerSelected ein Event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Erstelle in AppComponent ein Event-Binding für customerSelected an CustomerListComponent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Speichere in AppComponent den zuletzt selektierten Customer in einem signal()</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Erstelle eine Komponente CustomerDetailsComponent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Generieren per ng generate component customer/customer-details</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Erstelle einen Signal-Input customer = input&lt;Customer&gt;() und zeige im Template dessen Properties an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Importiere CustomerDetailsComponent im imports-Array von AppComponent</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Verbinde die beiden Komponenten in AppComponent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Binde CustomerDetailsComponent in AppComponent ein (parallel zu CustomerListComponent)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Reiche das selektierte Customer an CustomerDetailsComponent weiter ([customer]="selectedCustomer()")</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Zeige in AppComponent die Detail-Ansicht nur an, wenn ein Customer selektiert wurde (NPE vermeiden)</a:t>
            </a:r>
            <a:endParaRPr lang="de-DE" sz="1100" b="0" u="none" strike="noStrike">
              <a:solidFill>
                <a:srgbClr val="000000"/>
              </a:solidFill>
              <a:uFillTx/>
              <a:latin typeface="Arial"/>
            </a:endParaRPr>
          </a:p>
          <a:p>
            <a:pPr indent="0" defTabSz="914400">
              <a:lnSpc>
                <a:spcPct val="90000"/>
              </a:lnSpc>
              <a:spcBef>
                <a:spcPts val="1001"/>
              </a:spcBef>
              <a:buNone/>
              <a:tabLst>
                <a:tab pos="0" algn="l"/>
              </a:tabLst>
            </a:pPr>
            <a:endParaRPr lang="de-DE" sz="1100" b="0" u="none" strike="noStrike">
              <a:solidFill>
                <a:srgbClr val="000000"/>
              </a:solidFill>
              <a:uFillTx/>
              <a:latin typeface="Arial"/>
            </a:endParaRPr>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5" name="Abgerundetes Rechteck 3"/>
          <p:cNvSpPr/>
          <p:nvPr/>
        </p:nvSpPr>
        <p:spPr>
          <a:xfrm>
            <a:off x="1158840" y="3625560"/>
            <a:ext cx="2231280" cy="102996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dirty="0" err="1">
                <a:solidFill>
                  <a:schemeClr val="lt1"/>
                </a:solidFill>
                <a:uFillTx/>
                <a:latin typeface="Calibri"/>
              </a:rPr>
              <a:t>CustomerListComp</a:t>
            </a:r>
            <a:endParaRPr lang="de-DE" sz="1800" b="0" u="none" strike="noStrike" dirty="0">
              <a:solidFill>
                <a:srgbClr val="FFFFFF"/>
              </a:solidFill>
              <a:uFillTx/>
              <a:latin typeface="Arial"/>
            </a:endParaRPr>
          </a:p>
        </p:txBody>
      </p:sp>
      <p:sp>
        <p:nvSpPr>
          <p:cNvPr id="686" name="Abgerundetes Rechteck 4"/>
          <p:cNvSpPr/>
          <p:nvPr/>
        </p:nvSpPr>
        <p:spPr>
          <a:xfrm>
            <a:off x="5181480" y="535320"/>
            <a:ext cx="3323160" cy="102996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dirty="0" err="1">
                <a:solidFill>
                  <a:schemeClr val="lt1"/>
                </a:solidFill>
                <a:uFillTx/>
                <a:latin typeface="Calibri"/>
              </a:rPr>
              <a:t>AppComponent</a:t>
            </a:r>
            <a:endParaRPr lang="de-DE" sz="1800" b="0" u="none" strike="noStrike" dirty="0">
              <a:solidFill>
                <a:srgbClr val="FFFFFF"/>
              </a:solidFill>
              <a:uFillTx/>
              <a:latin typeface="Arial"/>
            </a:endParaRPr>
          </a:p>
          <a:p>
            <a:pPr algn="ctr" defTabSz="914400">
              <a:lnSpc>
                <a:spcPct val="100000"/>
              </a:lnSpc>
            </a:pPr>
            <a:r>
              <a:rPr lang="de-DE" sz="1800" b="0" u="none" strike="noStrike" dirty="0" err="1">
                <a:solidFill>
                  <a:schemeClr val="lt1"/>
                </a:solidFill>
                <a:uFillTx/>
                <a:latin typeface="Calibri"/>
              </a:rPr>
              <a:t>selectedCustomer = signal&lt;Customer | undefined&gt;()</a:t>
            </a:r>
            <a:endParaRPr lang="de-DE" sz="1800" b="0" u="none" strike="noStrike" dirty="0">
              <a:solidFill>
                <a:srgbClr val="FFFFFF"/>
              </a:solidFill>
              <a:uFillTx/>
              <a:latin typeface="Arial"/>
            </a:endParaRPr>
          </a:p>
        </p:txBody>
      </p:sp>
      <p:sp>
        <p:nvSpPr>
          <p:cNvPr id="687" name="Abgerundetes Rechteck 5"/>
          <p:cNvSpPr/>
          <p:nvPr/>
        </p:nvSpPr>
        <p:spPr>
          <a:xfrm>
            <a:off x="7417315" y="3625560"/>
            <a:ext cx="3323160" cy="102996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dirty="0" err="1">
                <a:solidFill>
                  <a:schemeClr val="lt1"/>
                </a:solidFill>
                <a:uFillTx/>
                <a:latin typeface="Calibri"/>
              </a:rPr>
              <a:t>DetailComponent</a:t>
            </a:r>
            <a:endParaRPr lang="de-DE" sz="1800" b="0" u="none" strike="noStrike" dirty="0">
              <a:solidFill>
                <a:srgbClr val="FFFFFF"/>
              </a:solidFill>
              <a:uFillTx/>
              <a:latin typeface="Arial"/>
            </a:endParaRPr>
          </a:p>
          <a:p>
            <a:pPr algn="ctr" defTabSz="914400">
              <a:lnSpc>
                <a:spcPct val="100000"/>
              </a:lnSpc>
            </a:pPr>
            <a:r>
              <a:rPr lang="de-DE" sz="1800" b="0" u="none" strike="noStrike" dirty="0" err="1">
                <a:solidFill>
                  <a:schemeClr val="lt1"/>
                </a:solidFill>
                <a:uFillTx/>
                <a:latin typeface="Calibri"/>
              </a:rPr>
              <a:t>customer2Show = input&lt;Customer&gt;()</a:t>
            </a:r>
            <a:endParaRPr lang="de-DE" sz="1800" b="0" u="none" strike="noStrike" dirty="0">
              <a:solidFill>
                <a:srgbClr val="FFFFFF"/>
              </a:solidFill>
              <a:uFillTx/>
              <a:latin typeface="Arial"/>
            </a:endParaRPr>
          </a:p>
        </p:txBody>
      </p:sp>
      <p:sp>
        <p:nvSpPr>
          <p:cNvPr id="688" name="Textfeld 6"/>
          <p:cNvSpPr/>
          <p:nvPr/>
        </p:nvSpPr>
        <p:spPr>
          <a:xfrm>
            <a:off x="7246080" y="1846302"/>
            <a:ext cx="3945352" cy="367878"/>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dirty="0">
                <a:solidFill>
                  <a:schemeClr val="dk1"/>
                </a:solidFill>
                <a:uFillTx/>
                <a:latin typeface="Calibri"/>
              </a:rPr>
              <a:t>[customer2Show]="selectedCustomer()"</a:t>
            </a:r>
            <a:endParaRPr lang="de-DE" sz="1800" b="0" u="none" strike="noStrike" dirty="0">
              <a:solidFill>
                <a:srgbClr val="000000"/>
              </a:solidFill>
              <a:uFillTx/>
              <a:latin typeface="Arial"/>
            </a:endParaRPr>
          </a:p>
        </p:txBody>
      </p:sp>
      <p:cxnSp>
        <p:nvCxnSpPr>
          <p:cNvPr id="689" name="Gerade Verbindung mit Pfeil 8"/>
          <p:cNvCxnSpPr>
            <a:cxnSpLocks/>
          </p:cNvCxnSpPr>
          <p:nvPr/>
        </p:nvCxnSpPr>
        <p:spPr>
          <a:xfrm>
            <a:off x="6731391" y="1775520"/>
            <a:ext cx="1371849" cy="2287440"/>
          </a:xfrm>
          <a:prstGeom prst="straightConnector1">
            <a:avLst/>
          </a:prstGeom>
          <a:ln w="9525">
            <a:solidFill>
              <a:srgbClr val="000000"/>
            </a:solidFill>
            <a:round/>
            <a:tailEnd type="arrow" w="med" len="med"/>
          </a:ln>
        </p:spPr>
      </p:cxnSp>
      <p:cxnSp>
        <p:nvCxnSpPr>
          <p:cNvPr id="690" name="Gerade Verbindung mit Pfeil 10"/>
          <p:cNvCxnSpPr/>
          <p:nvPr/>
        </p:nvCxnSpPr>
        <p:spPr>
          <a:xfrm flipV="1">
            <a:off x="3487320" y="1775520"/>
            <a:ext cx="2425680" cy="2287440"/>
          </a:xfrm>
          <a:prstGeom prst="straightConnector1">
            <a:avLst/>
          </a:prstGeom>
          <a:ln w="0">
            <a:solidFill>
              <a:srgbClr val="1D9A78"/>
            </a:solidFill>
            <a:tailEnd type="triangle" w="med" len="med"/>
          </a:ln>
        </p:spPr>
      </p:cxnSp>
      <p:sp>
        <p:nvSpPr>
          <p:cNvPr id="691" name="Textfeld 11"/>
          <p:cNvSpPr/>
          <p:nvPr/>
        </p:nvSpPr>
        <p:spPr>
          <a:xfrm>
            <a:off x="967237" y="3152562"/>
            <a:ext cx="4660804" cy="367878"/>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dirty="0">
                <a:solidFill>
                  <a:schemeClr val="dk1"/>
                </a:solidFill>
                <a:uFillTx/>
                <a:latin typeface="Calibri"/>
              </a:rPr>
              <a:t>(customerSelected)="newCustomerSelected($event)"</a:t>
            </a:r>
            <a:endParaRPr lang="de-DE" sz="1800" b="0" u="none" strike="noStrike" dirty="0">
              <a:solidFill>
                <a:srgbClr val="000000"/>
              </a:solidFill>
              <a:uFillTx/>
              <a:latin typeface="Arial"/>
            </a:endParaRPr>
          </a:p>
        </p:txBody>
      </p:sp>
      <p:sp>
        <p:nvSpPr>
          <p:cNvPr id="692" name="Textfeld 12"/>
          <p:cNvSpPr/>
          <p:nvPr/>
        </p:nvSpPr>
        <p:spPr>
          <a:xfrm>
            <a:off x="8966520" y="4656960"/>
            <a:ext cx="2559396" cy="367878"/>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dirty="0">
                <a:solidFill>
                  <a:schemeClr val="dk1"/>
                </a:solidFill>
                <a:uFillTx/>
                <a:latin typeface="Calibri"/>
              </a:rPr>
              <a:t>{{customer2Show()?.name}}</a:t>
            </a:r>
            <a:endParaRPr lang="de-DE" sz="1800" b="0" u="none" strike="noStrike" dirty="0">
              <a:solidFill>
                <a:srgbClr val="000000"/>
              </a:solidFill>
              <a:uFillTx/>
              <a:latin typeface="Arial"/>
            </a:endParaRP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702" name="Rectangle 9">
            <a:extLst>
              <a:ext uri="{C183D7F6-B498-43B3-948B-1728B52AA6E4}">
                <adec:decorative xmlns:adec="http://schemas.microsoft.com/office/drawing/2017/decorative" val="1"/>
              </a:ext>
            </a:extLst>
          </p:cNvPr>
          <p:cNvSpPr/>
          <p:nvPr/>
        </p:nvSpPr>
        <p:spPr>
          <a:xfrm>
            <a:off x="0" y="0"/>
            <a:ext cx="12190680" cy="68565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sp>
        <p:nvSpPr>
          <p:cNvPr id="703" name="PlaceHolder 1"/>
          <p:cNvSpPr>
            <a:spLocks noGrp="1"/>
          </p:cNvSpPr>
          <p:nvPr>
            <p:ph type="title"/>
          </p:nvPr>
        </p:nvSpPr>
        <p:spPr>
          <a:xfrm>
            <a:off x="1848600" y="3298680"/>
            <a:ext cx="8493480" cy="1783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Expression Language </a:t>
            </a:r>
            <a:endParaRPr lang="de-DE" sz="6000" b="0" u="none" strike="noStrike">
              <a:solidFill>
                <a:srgbClr val="000000"/>
              </a:solidFill>
              <a:uFillTx/>
              <a:latin typeface="Arial"/>
            </a:endParaRPr>
          </a:p>
        </p:txBody>
      </p:sp>
      <p:sp>
        <p:nvSpPr>
          <p:cNvPr id="704" name="Oval 11">
            <a:extLst>
              <a:ext uri="{C183D7F6-B498-43B3-948B-1728B52AA6E4}">
                <adec:decorative xmlns:adec="http://schemas.microsoft.com/office/drawing/2017/decorative" val="1"/>
              </a:ext>
            </a:extLst>
          </p:cNvPr>
          <p:cNvSpPr/>
          <p:nvPr/>
        </p:nvSpPr>
        <p:spPr>
          <a:xfrm>
            <a:off x="5025960" y="889200"/>
            <a:ext cx="2138760" cy="2138760"/>
          </a:xfrm>
          <a:prstGeom prst="ellipse">
            <a:avLst/>
          </a:prstGeom>
          <a:solidFill>
            <a:srgbClr val="FFFFFF"/>
          </a:solidFill>
          <a:ln w="19050">
            <a:solidFill>
              <a:srgbClr val="1D9A7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pic>
        <p:nvPicPr>
          <p:cNvPr id="705" name="Graphic 6" descr="Bleistift"/>
          <p:cNvPicPr/>
          <p:nvPr/>
        </p:nvPicPr>
        <p:blipFill>
          <a:blip>
            <a:extLst>
              <a:ext uri="{96DAC541-7B7A-43D3-8B79-37D633B846F1}">
                <asvg:svgBlip xmlns:asvg="http://schemas.microsoft.com/office/drawing/2016/SVG/main" r:embed="rId2"/>
              </a:ext>
            </a:extLst>
          </a:blip>
          <a:stretch/>
        </p:blipFill>
        <p:spPr>
          <a:xfrm>
            <a:off x="5508360" y="1371600"/>
            <a:ext cx="1173960" cy="1173960"/>
          </a:xfrm>
          <a:prstGeom prst="rect">
            <a:avLst/>
          </a:prstGeom>
          <a:noFill/>
          <a:ln w="0">
            <a:noFill/>
          </a:ln>
        </p:spPr>
      </p:pic>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Was wir fast alles schon kennen</a:t>
            </a:r>
            <a:endParaRPr lang="de-DE" sz="4400" b="0" u="none" strike="noStrike">
              <a:solidFill>
                <a:srgbClr val="000000"/>
              </a:solidFill>
              <a:uFillTx/>
              <a:latin typeface="Arial"/>
            </a:endParaRPr>
          </a:p>
        </p:txBody>
      </p:sp>
      <p:graphicFrame>
        <p:nvGraphicFramePr>
          <p:cNvPr id="707" name="Tabelle 5"/>
          <p:cNvGraphicFramePr/>
          <p:nvPr>
            <p:extLst>
              <p:ext uri="{D42A27DB-BD31-4B8C-83A1-F6EECF244321}">
                <p14:modId xmlns:p14="http://schemas.microsoft.com/office/powerpoint/2010/main" val="3321166145"/>
              </p:ext>
            </p:extLst>
          </p:nvPr>
        </p:nvGraphicFramePr>
        <p:xfrm>
          <a:off x="838080" y="1825560"/>
          <a:ext cx="10515600" cy="2661840"/>
        </p:xfrm>
        <a:graphic>
          <a:graphicData uri="http://schemas.openxmlformats.org/drawingml/2006/table">
            <a:tbl>
              <a:tblPr/>
              <a:tblGrid>
                <a:gridCol w="525780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tblGrid>
              <a:tr h="370800">
                <a:tc>
                  <a:txBody>
                    <a:bodyPr/>
                    <a:lstStyle/>
                    <a:p>
                      <a:pPr defTabSz="914400">
                        <a:lnSpc>
                          <a:spcPct val="100000"/>
                        </a:lnSpc>
                      </a:pPr>
                      <a:r>
                        <a:rPr lang="de-DE" sz="1800" b="0" u="none" strike="noStrike" dirty="0">
                          <a:solidFill>
                            <a:schemeClr val="dk1"/>
                          </a:solidFill>
                          <a:uFillTx/>
                          <a:latin typeface="Calibri"/>
                        </a:rPr>
                        <a:t>Interpolation</a:t>
                      </a:r>
                      <a:endParaRPr lang="de-DE" sz="1800" b="0" u="none" strike="noStrike" dirty="0">
                        <a:solidFill>
                          <a:srgbClr val="FFFFFF"/>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solidFill>
                      <a:schemeClr val="accent1">
                        <a:alpha val="20000"/>
                      </a:schemeClr>
                    </a:solidFill>
                  </a:tcPr>
                </a:tc>
                <a:tc>
                  <a:txBody>
                    <a:bodyPr/>
                    <a:lstStyle/>
                    <a:p>
                      <a:pPr defTabSz="914400">
                        <a:lnSpc>
                          <a:spcPct val="100000"/>
                        </a:lnSpc>
                        <a:tabLst>
                          <a:tab pos="0" algn="l"/>
                        </a:tabLst>
                      </a:pPr>
                      <a:r>
                        <a:rPr lang="de-DE" sz="1800" b="0" u="none" strike="noStrike">
                          <a:solidFill>
                            <a:schemeClr val="dk1"/>
                          </a:solidFill>
                          <a:uFillTx/>
                          <a:latin typeface="Calibri"/>
                        </a:rPr>
                        <a:t> {{ expression }}</a:t>
                      </a:r>
                      <a:endParaRPr lang="de-DE" sz="1800" b="0" u="none" strike="noStrike">
                        <a:solidFill>
                          <a:srgbClr val="FFFFFF"/>
                        </a:solidFill>
                        <a:uFillTx/>
                        <a:latin typeface="Arial"/>
                      </a:endParaRPr>
                    </a:p>
                    <a:p>
                      <a:pPr defTabSz="914400">
                        <a:lnSpc>
                          <a:spcPct val="100000"/>
                        </a:lnSpc>
                        <a:tabLst>
                          <a:tab pos="0" algn="l"/>
                        </a:tabLst>
                      </a:pPr>
                      <a:endParaRPr lang="de-DE" sz="1800" b="0" u="none" strike="noStrike">
                        <a:solidFill>
                          <a:srgbClr val="FFFFFF"/>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solidFill>
                      <a:schemeClr val="accent1">
                        <a:alpha val="20000"/>
                      </a:schemeClr>
                    </a:solidFill>
                  </a:tcPr>
                </a:tc>
                <a:extLst>
                  <a:ext uri="{0D108BD9-81ED-4DB2-BD59-A6C34878D82A}">
                    <a16:rowId xmlns:a16="http://schemas.microsoft.com/office/drawing/2014/main" val="10000"/>
                  </a:ext>
                </a:extLst>
              </a:tr>
              <a:tr h="370800">
                <a:tc>
                  <a:txBody>
                    <a:bodyPr/>
                    <a:lstStyle/>
                    <a:p>
                      <a:pPr defTabSz="914400">
                        <a:lnSpc>
                          <a:spcPct val="100000"/>
                        </a:lnSpc>
                      </a:pPr>
                      <a:r>
                        <a:rPr lang="de-DE" sz="1800" b="0" u="none" strike="noStrike">
                          <a:solidFill>
                            <a:schemeClr val="dk1"/>
                          </a:solidFill>
                          <a:uFillTx/>
                          <a:latin typeface="Calibri"/>
                        </a:rPr>
                        <a:t>Property Bindings</a:t>
                      </a:r>
                      <a:endParaRPr lang="de-DE" sz="1800" b="0" u="none" strike="noStrike">
                        <a:solidFill>
                          <a:srgbClr val="000000"/>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noFill/>
                  </a:tcPr>
                </a:tc>
                <a:tc>
                  <a:txBody>
                    <a:bodyPr/>
                    <a:lstStyle/>
                    <a:p>
                      <a:pPr defTabSz="914400">
                        <a:lnSpc>
                          <a:spcPct val="100000"/>
                        </a:lnSpc>
                        <a:tabLst>
                          <a:tab pos="0" algn="l"/>
                        </a:tabLst>
                      </a:pPr>
                      <a:r>
                        <a:rPr lang="de-DE" sz="1800" b="0" u="none" strike="noStrike">
                          <a:solidFill>
                            <a:schemeClr val="dk1"/>
                          </a:solidFill>
                          <a:uFillTx/>
                          <a:latin typeface="Calibri"/>
                        </a:rPr>
                        <a:t>[propertyName]="expression"</a:t>
                      </a:r>
                      <a:endParaRPr lang="de-DE" sz="1800" b="0" u="none" strike="noStrike">
                        <a:solidFill>
                          <a:srgbClr val="000000"/>
                        </a:solidFill>
                        <a:uFillTx/>
                        <a:latin typeface="Arial"/>
                      </a:endParaRPr>
                    </a:p>
                    <a:p>
                      <a:pPr defTabSz="914400">
                        <a:lnSpc>
                          <a:spcPct val="100000"/>
                        </a:lnSpc>
                        <a:tabLst>
                          <a:tab pos="0" algn="l"/>
                        </a:tabLst>
                      </a:pPr>
                      <a:endParaRPr lang="de-DE" sz="1800" b="0" u="none" strike="noStrike">
                        <a:solidFill>
                          <a:srgbClr val="000000"/>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noFill/>
                  </a:tcPr>
                </a:tc>
                <a:extLst>
                  <a:ext uri="{0D108BD9-81ED-4DB2-BD59-A6C34878D82A}">
                    <a16:rowId xmlns:a16="http://schemas.microsoft.com/office/drawing/2014/main" val="10001"/>
                  </a:ext>
                </a:extLst>
              </a:tr>
              <a:tr h="370800">
                <a:tc>
                  <a:txBody>
                    <a:bodyPr/>
                    <a:lstStyle/>
                    <a:p>
                      <a:pPr defTabSz="914400">
                        <a:lnSpc>
                          <a:spcPct val="100000"/>
                        </a:lnSpc>
                      </a:pPr>
                      <a:r>
                        <a:rPr lang="de-DE" sz="1800" b="0" u="none" strike="noStrike" dirty="0">
                          <a:solidFill>
                            <a:schemeClr val="dk1"/>
                          </a:solidFill>
                          <a:uFillTx/>
                          <a:latin typeface="Calibri"/>
                        </a:rPr>
                        <a:t>Event-Bindings</a:t>
                      </a:r>
                      <a:endParaRPr lang="de-DE" sz="1800" b="0" u="none" strike="noStrike" dirty="0">
                        <a:solidFill>
                          <a:srgbClr val="FFFFFF"/>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solidFill>
                      <a:schemeClr val="accent1">
                        <a:alpha val="20000"/>
                      </a:schemeClr>
                    </a:solidFill>
                  </a:tcPr>
                </a:tc>
                <a:tc>
                  <a:txBody>
                    <a:bodyPr/>
                    <a:lstStyle/>
                    <a:p>
                      <a:pPr defTabSz="914400">
                        <a:lnSpc>
                          <a:spcPct val="100000"/>
                        </a:lnSpc>
                        <a:tabLst>
                          <a:tab pos="0" algn="l"/>
                        </a:tabLst>
                      </a:pPr>
                      <a:r>
                        <a:rPr lang="de-DE" sz="1800" b="0" u="none" strike="noStrike" dirty="0">
                          <a:solidFill>
                            <a:schemeClr val="dk1"/>
                          </a:solidFill>
                          <a:uFillTx/>
                          <a:latin typeface="Calibri"/>
                        </a:rPr>
                        <a:t>(</a:t>
                      </a:r>
                      <a:r>
                        <a:rPr lang="de-DE" sz="1800" b="0" u="none" strike="noStrike" dirty="0" err="1">
                          <a:solidFill>
                            <a:schemeClr val="dk1"/>
                          </a:solidFill>
                          <a:uFillTx/>
                          <a:latin typeface="Calibri"/>
                        </a:rPr>
                        <a:t>eventName</a:t>
                      </a:r>
                      <a:r>
                        <a:rPr lang="de-DE" sz="1800" b="0" u="none" strike="noStrike" dirty="0">
                          <a:solidFill>
                            <a:schemeClr val="dk1"/>
                          </a:solidFill>
                          <a:uFillTx/>
                          <a:latin typeface="Calibri"/>
                        </a:rPr>
                        <a:t>)="</a:t>
                      </a:r>
                      <a:r>
                        <a:rPr lang="de-DE" sz="1800" b="0" u="none" strike="noStrike" dirty="0" err="1">
                          <a:solidFill>
                            <a:schemeClr val="dk1"/>
                          </a:solidFill>
                          <a:uFillTx/>
                          <a:latin typeface="Calibri"/>
                        </a:rPr>
                        <a:t>statement</a:t>
                      </a:r>
                      <a:r>
                        <a:rPr lang="de-DE" sz="1800" b="0" u="none" strike="noStrike" dirty="0">
                          <a:solidFill>
                            <a:schemeClr val="dk1"/>
                          </a:solidFill>
                          <a:uFillTx/>
                          <a:latin typeface="Calibri"/>
                        </a:rPr>
                        <a:t>"</a:t>
                      </a:r>
                      <a:endParaRPr lang="de-DE" sz="1800" b="0" u="none" strike="noStrike" dirty="0">
                        <a:solidFill>
                          <a:srgbClr val="FFFFFF"/>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solidFill>
                      <a:schemeClr val="accent1">
                        <a:alpha val="20000"/>
                      </a:schemeClr>
                    </a:solidFill>
                  </a:tcPr>
                </a:tc>
                <a:extLst>
                  <a:ext uri="{0D108BD9-81ED-4DB2-BD59-A6C34878D82A}">
                    <a16:rowId xmlns:a16="http://schemas.microsoft.com/office/drawing/2014/main" val="10002"/>
                  </a:ext>
                </a:extLst>
              </a:tr>
              <a:tr h="370800">
                <a:tc>
                  <a:txBody>
                    <a:bodyPr/>
                    <a:lstStyle/>
                    <a:p>
                      <a:pPr defTabSz="914400">
                        <a:lnSpc>
                          <a:spcPct val="100000"/>
                        </a:lnSpc>
                      </a:pPr>
                      <a:r>
                        <a:rPr lang="de-DE" sz="1800" b="0" u="none" strike="noStrike">
                          <a:solidFill>
                            <a:schemeClr val="dk1"/>
                          </a:solidFill>
                          <a:uFillTx/>
                          <a:latin typeface="Calibri"/>
                        </a:rPr>
                        <a:t> Two-Way-Data-Binding </a:t>
                      </a:r>
                      <a:endParaRPr lang="de-DE" sz="1800" b="0" u="none" strike="noStrike">
                        <a:solidFill>
                          <a:srgbClr val="000000"/>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cap="flat" cmpd="sng" algn="ctr">
                      <a:solidFill>
                        <a:srgbClr val="1D9A78"/>
                      </a:solidFill>
                      <a:prstDash val="solid"/>
                      <a:round/>
                      <a:headEnd type="none" w="med" len="med"/>
                      <a:tailEnd type="none" w="med" len="med"/>
                    </a:lnB>
                    <a:noFill/>
                  </a:tcPr>
                </a:tc>
                <a:tc>
                  <a:txBody>
                    <a:bodyPr/>
                    <a:lstStyle/>
                    <a:p>
                      <a:pPr defTabSz="914400">
                        <a:lnSpc>
                          <a:spcPct val="100000"/>
                        </a:lnSpc>
                        <a:tabLst>
                          <a:tab pos="0" algn="l"/>
                        </a:tabLst>
                      </a:pPr>
                      <a:r>
                        <a:rPr lang="de-DE" sz="1800" b="0" u="none" strike="noStrike" dirty="0">
                          <a:solidFill>
                            <a:schemeClr val="dk1"/>
                          </a:solidFill>
                          <a:uFillTx/>
                          <a:latin typeface="Calibri"/>
                        </a:rPr>
                        <a:t>[(</a:t>
                      </a:r>
                      <a:r>
                        <a:rPr lang="de-DE" sz="1800" b="0" u="none" strike="noStrike" dirty="0" err="1">
                          <a:solidFill>
                            <a:schemeClr val="dk1"/>
                          </a:solidFill>
                          <a:uFillTx/>
                          <a:latin typeface="Calibri"/>
                        </a:rPr>
                        <a:t>ngModel</a:t>
                      </a:r>
                      <a:r>
                        <a:rPr lang="de-DE" sz="1800" b="0" u="none" strike="noStrike" dirty="0">
                          <a:solidFill>
                            <a:schemeClr val="dk1"/>
                          </a:solidFill>
                          <a:uFillTx/>
                          <a:latin typeface="Calibri"/>
                        </a:rPr>
                        <a:t>)]="</a:t>
                      </a:r>
                      <a:r>
                        <a:rPr lang="de-DE" sz="1800" b="0" u="none" strike="noStrike" dirty="0" err="1">
                          <a:solidFill>
                            <a:schemeClr val="dk1"/>
                          </a:solidFill>
                          <a:uFillTx/>
                          <a:latin typeface="Calibri"/>
                        </a:rPr>
                        <a:t>assignable</a:t>
                      </a:r>
                      <a:r>
                        <a:rPr lang="de-DE" sz="1800" b="0" u="none" strike="noStrike" dirty="0">
                          <a:solidFill>
                            <a:schemeClr val="dk1"/>
                          </a:solidFill>
                          <a:uFillTx/>
                          <a:latin typeface="Calibri"/>
                        </a:rPr>
                        <a:t> </a:t>
                      </a:r>
                      <a:r>
                        <a:rPr lang="de-DE" sz="1800" b="0" u="none" strike="noStrike" dirty="0" err="1">
                          <a:solidFill>
                            <a:schemeClr val="dk1"/>
                          </a:solidFill>
                          <a:uFillTx/>
                          <a:latin typeface="Calibri"/>
                        </a:rPr>
                        <a:t>expression</a:t>
                      </a:r>
                      <a:r>
                        <a:rPr lang="de-DE" sz="1800" b="0" u="none" strike="noStrike" dirty="0">
                          <a:solidFill>
                            <a:schemeClr val="dk1"/>
                          </a:solidFill>
                          <a:uFillTx/>
                          <a:latin typeface="Calibri"/>
                        </a:rPr>
                        <a:t>"</a:t>
                      </a:r>
                      <a:endParaRPr lang="de-DE" sz="1800" b="0" u="none" strike="noStrike" dirty="0">
                        <a:solidFill>
                          <a:srgbClr val="000000"/>
                        </a:solidFill>
                        <a:uFillTx/>
                        <a:latin typeface="Arial"/>
                      </a:endParaRPr>
                    </a:p>
                    <a:p>
                      <a:pPr defTabSz="914400">
                        <a:lnSpc>
                          <a:spcPct val="100000"/>
                        </a:lnSpc>
                        <a:tabLst>
                          <a:tab pos="0" algn="l"/>
                        </a:tabLst>
                      </a:pPr>
                      <a:endParaRPr lang="de-DE" sz="1800" b="0" u="none" strike="noStrike" dirty="0">
                        <a:solidFill>
                          <a:srgbClr val="000000"/>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cap="flat" cmpd="sng" algn="ctr">
                      <a:solidFill>
                        <a:srgbClr val="1D9A78"/>
                      </a:solidFill>
                      <a:prstDash val="solid"/>
                      <a:round/>
                      <a:headEnd type="none" w="med" len="med"/>
                      <a:tailEnd type="none" w="med" len="med"/>
                    </a:lnB>
                    <a:noFill/>
                  </a:tcPr>
                </a:tc>
                <a:extLst>
                  <a:ext uri="{0D108BD9-81ED-4DB2-BD59-A6C34878D82A}">
                    <a16:rowId xmlns:a16="http://schemas.microsoft.com/office/drawing/2014/main" val="10003"/>
                  </a:ext>
                </a:extLst>
              </a:tr>
              <a:tr h="370800">
                <a:tc>
                  <a:txBody>
                    <a:bodyPr/>
                    <a:lstStyle/>
                    <a:p>
                      <a:pPr defTabSz="914400">
                        <a:lnSpc>
                          <a:spcPct val="100000"/>
                        </a:lnSpc>
                      </a:pPr>
                      <a:r>
                        <a:rPr lang="de-DE" sz="1800" b="0" u="none" strike="noStrike" dirty="0">
                          <a:solidFill>
                            <a:srgbClr val="000000"/>
                          </a:solidFill>
                          <a:uFillTx/>
                          <a:latin typeface="Arial"/>
                        </a:rPr>
                        <a:t>In Control Flow</a:t>
                      </a:r>
                    </a:p>
                  </a:txBody>
                  <a:tcPr>
                    <a:lnL w="12240">
                      <a:solidFill>
                        <a:srgbClr val="1D9A78"/>
                      </a:solidFill>
                      <a:prstDash val="solid"/>
                    </a:lnL>
                    <a:lnR w="12240" cap="flat" cmpd="sng" algn="ctr">
                      <a:solidFill>
                        <a:srgbClr val="1D9A78"/>
                      </a:solidFill>
                      <a:prstDash val="solid"/>
                      <a:round/>
                      <a:headEnd type="none" w="med" len="med"/>
                      <a:tailEnd type="none" w="med" len="med"/>
                    </a:lnR>
                    <a:lnT w="12240">
                      <a:solidFill>
                        <a:srgbClr val="1D9A78"/>
                      </a:solidFill>
                      <a:prstDash val="solid"/>
                    </a:lnT>
                    <a:lnB w="12240">
                      <a:solidFill>
                        <a:srgbClr val="1D9A78"/>
                      </a:solidFill>
                      <a:prstDash val="solid"/>
                    </a:lnB>
                    <a:noFill/>
                  </a:tcPr>
                </a:tc>
                <a:tc>
                  <a:txBody>
                    <a:bodyPr/>
                    <a:lstStyle/>
                    <a:p>
                      <a:pPr defTabSz="914400">
                        <a:lnSpc>
                          <a:spcPct val="100000"/>
                        </a:lnSpc>
                        <a:tabLst>
                          <a:tab pos="0" algn="l"/>
                        </a:tabLst>
                      </a:pPr>
                      <a:r>
                        <a:rPr lang="de-DE" sz="1800" b="0" u="none" strike="noStrike" dirty="0">
                          <a:solidFill>
                            <a:srgbClr val="000000"/>
                          </a:solidFill>
                          <a:uFillTx/>
                          <a:latin typeface="Arial"/>
                        </a:rPr>
                        <a:t>@</a:t>
                      </a:r>
                      <a:r>
                        <a:rPr lang="de-DE" sz="1800" b="0" u="none" strike="noStrike" dirty="0" err="1">
                          <a:solidFill>
                            <a:srgbClr val="000000"/>
                          </a:solidFill>
                          <a:uFillTx/>
                          <a:latin typeface="Arial"/>
                        </a:rPr>
                        <a:t>if</a:t>
                      </a:r>
                      <a:r>
                        <a:rPr lang="de-DE" sz="1800" b="0" u="none" strike="noStrike" dirty="0">
                          <a:solidFill>
                            <a:srgbClr val="000000"/>
                          </a:solidFill>
                          <a:uFillTx/>
                          <a:latin typeface="Arial"/>
                        </a:rPr>
                        <a:t>(</a:t>
                      </a:r>
                      <a:r>
                        <a:rPr lang="de-DE" sz="1800" b="0" u="none" strike="noStrike" dirty="0" err="1">
                          <a:solidFill>
                            <a:srgbClr val="000000"/>
                          </a:solidFill>
                          <a:uFillTx/>
                          <a:latin typeface="Arial"/>
                        </a:rPr>
                        <a:t>expression</a:t>
                      </a:r>
                      <a:r>
                        <a:rPr lang="de-DE" sz="1800" b="0" u="none" strike="noStrike" dirty="0">
                          <a:solidFill>
                            <a:srgbClr val="000000"/>
                          </a:solidFill>
                          <a:uFillTx/>
                          <a:latin typeface="Arial"/>
                        </a:rPr>
                        <a:t>)</a:t>
                      </a:r>
                    </a:p>
                  </a:txBody>
                  <a:tcPr>
                    <a:lnL w="12240" cap="flat" cmpd="sng" algn="ctr">
                      <a:solidFill>
                        <a:srgbClr val="1D9A78"/>
                      </a:solidFill>
                      <a:prstDash val="solid"/>
                      <a:round/>
                      <a:headEnd type="none" w="med" len="med"/>
                      <a:tailEnd type="none" w="med" len="med"/>
                    </a:lnL>
                    <a:lnR w="12240">
                      <a:solidFill>
                        <a:srgbClr val="1D9A78"/>
                      </a:solidFill>
                      <a:prstDash val="solid"/>
                    </a:lnR>
                    <a:lnT w="12240">
                      <a:solidFill>
                        <a:srgbClr val="1D9A78"/>
                      </a:solidFill>
                      <a:prstDash val="solid"/>
                    </a:lnT>
                    <a:lnB w="12240">
                      <a:solidFill>
                        <a:srgbClr val="1D9A78"/>
                      </a:solidFill>
                      <a:prstDash val="solid"/>
                    </a:lnB>
                    <a:noFill/>
                  </a:tcPr>
                </a:tc>
                <a:extLst>
                  <a:ext uri="{0D108BD9-81ED-4DB2-BD59-A6C34878D82A}">
                    <a16:rowId xmlns:a16="http://schemas.microsoft.com/office/drawing/2014/main" val="1001572767"/>
                  </a:ext>
                </a:extLst>
              </a:tr>
            </a:tbl>
          </a:graphicData>
        </a:graphic>
      </p:graphicFrame>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Expression</a:t>
            </a:r>
            <a:endParaRPr lang="de-DE" sz="4400" b="0" u="none" strike="noStrike">
              <a:solidFill>
                <a:srgbClr val="000000"/>
              </a:solidFill>
              <a:uFillTx/>
              <a:latin typeface="Arial"/>
            </a:endParaRPr>
          </a:p>
        </p:txBody>
      </p:sp>
      <p:graphicFrame>
        <p:nvGraphicFramePr>
          <p:cNvPr id="7" name="Diagram7"/>
          <p:cNvGraphicFramePr/>
          <p:nvPr>
            <p:extLst>
              <p:ext uri="{D42A27DB-BD31-4B8C-83A1-F6EECF244321}">
                <p14:modId xmlns:p14="http://schemas.microsoft.com/office/powerpoint/2010/main" val="453746784"/>
              </p:ext>
            </p:extLst>
          </p:nvPr>
        </p:nvGraphicFramePr>
        <p:xfrm>
          <a:off x="838080" y="1825560"/>
          <a:ext cx="10514160" cy="434988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Safe Navigator</a:t>
            </a:r>
            <a:endParaRPr lang="de-DE" sz="4400" b="0" u="none" strike="noStrike">
              <a:solidFill>
                <a:srgbClr val="000000"/>
              </a:solidFill>
              <a:uFillTx/>
              <a:latin typeface="Arial"/>
            </a:endParaRPr>
          </a:p>
        </p:txBody>
      </p:sp>
      <p:sp>
        <p:nvSpPr>
          <p:cNvPr id="71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&lt;p&gt;{{bean?.name}}&lt;/p&gt;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Auch mehrfach</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tabLst>
                <a:tab pos="0" algn="l"/>
              </a:tabLst>
            </a:pPr>
            <a:r>
              <a:rPr lang="de-DE" sz="2400" b="0" u="none" strike="noStrike">
                <a:solidFill>
                  <a:schemeClr val="dk1"/>
                </a:solidFill>
                <a:uFillTx/>
                <a:latin typeface="Calibri"/>
              </a:rPr>
              <a:t>&lt;p&gt;{{bean?.complexProperty?.name}}&lt;/p&gt;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cxnSp>
        <p:nvCxnSpPr>
          <p:cNvPr id="711" name="Gerade Verbindung mit Pfeil 6"/>
          <p:cNvCxnSpPr>
            <a:stCxn id="712" idx="1"/>
          </p:cNvCxnSpPr>
          <p:nvPr/>
        </p:nvCxnSpPr>
        <p:spPr>
          <a:xfrm flipH="1" flipV="1">
            <a:off x="2680560" y="2379600"/>
            <a:ext cx="1655280" cy="952920"/>
          </a:xfrm>
          <a:prstGeom prst="straightConnector1">
            <a:avLst/>
          </a:prstGeom>
          <a:ln w="0">
            <a:solidFill>
              <a:srgbClr val="1D9A78"/>
            </a:solidFill>
            <a:tailEnd type="triangle" w="med" len="med"/>
          </a:ln>
        </p:spPr>
      </p:cxnSp>
      <p:sp>
        <p:nvSpPr>
          <p:cNvPr id="712" name="Textfeld 7"/>
          <p:cNvSpPr/>
          <p:nvPr/>
        </p:nvSpPr>
        <p:spPr>
          <a:xfrm>
            <a:off x="4335480" y="3150360"/>
            <a:ext cx="67932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Falls bean null oder undefined dann keine Exception sondern Leerstring</a:t>
            </a:r>
            <a:endParaRPr lang="de-DE" sz="1800" b="0" u="none" strike="noStrike">
              <a:solidFill>
                <a:srgbClr val="000000"/>
              </a:solidFill>
              <a:uFillTx/>
              <a:latin typeface="Arial"/>
            </a:endParaRPr>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327D73B4-9F5C-4A64-A179-51B9500CB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el 1">
            <a:extLst>
              <a:ext uri="{FF2B5EF4-FFF2-40B4-BE49-F238E27FC236}">
                <a16:creationId xmlns:a16="http://schemas.microsoft.com/office/drawing/2014/main" id="{482B6770-C1F9-158F-ED3B-B1E97227863C}"/>
              </a:ext>
            </a:extLst>
          </p:cNvPr>
          <p:cNvSpPr>
            <a:spLocks noGrp="1"/>
          </p:cNvSpPr>
          <p:nvPr>
            <p:ph type="title"/>
          </p:nvPr>
        </p:nvSpPr>
        <p:spPr>
          <a:xfrm>
            <a:off x="6657715" y="467271"/>
            <a:ext cx="4195674" cy="2052522"/>
          </a:xfrm>
        </p:spPr>
        <p:txBody>
          <a:bodyPr anchor="b">
            <a:normAutofit/>
          </a:bodyPr>
          <a:lstStyle/>
          <a:p>
            <a:r>
              <a:rPr lang="de-DE" sz="5600"/>
              <a:t>Performance Impact</a:t>
            </a:r>
          </a:p>
        </p:txBody>
      </p:sp>
      <p:sp>
        <p:nvSpPr>
          <p:cNvPr id="20" name="Oval 19">
            <a:extLst>
              <a:ext uri="{FF2B5EF4-FFF2-40B4-BE49-F238E27FC236}">
                <a16:creationId xmlns:a16="http://schemas.microsoft.com/office/drawing/2014/main" id="{C1F06963-6374-4B48-844F-071A9BAAAE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2965" y="554152"/>
            <a:ext cx="5742189" cy="5742189"/>
          </a:xfrm>
          <a:prstGeom prst="ellipse">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CNC-Drehmaschinenbearbeitung">
            <a:extLst>
              <a:ext uri="{FF2B5EF4-FFF2-40B4-BE49-F238E27FC236}">
                <a16:creationId xmlns:a16="http://schemas.microsoft.com/office/drawing/2014/main" id="{C78C90F1-9CBE-A87B-1B30-3BE40118FAE9}"/>
              </a:ext>
            </a:extLst>
          </p:cNvPr>
          <p:cNvPicPr>
            <a:picLocks noChangeAspect="1"/>
          </p:cNvPicPr>
          <p:nvPr/>
        </p:nvPicPr>
        <p:blipFill>
          <a:blip r:embed="rId2"/>
          <a:srcRect l="33250" r="-2" b="-2"/>
          <a:stretch>
            <a:fillRect/>
          </a:stretch>
        </p:blipFill>
        <p:spPr>
          <a:xfrm>
            <a:off x="505418" y="554151"/>
            <a:ext cx="5742189" cy="5742189"/>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22" name="!!plus graphic">
            <a:extLst>
              <a:ext uri="{FF2B5EF4-FFF2-40B4-BE49-F238E27FC236}">
                <a16:creationId xmlns:a16="http://schemas.microsoft.com/office/drawing/2014/main" id="{6CB927A4-E432-4310-9CD5-E89FF50631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4956" y="703679"/>
            <a:ext cx="171515" cy="171515"/>
          </a:xfrm>
          <a:custGeom>
            <a:avLst/>
            <a:gdLst>
              <a:gd name="connsiteX0" fmla="*/ 159874 w 171515"/>
              <a:gd name="connsiteY0" fmla="*/ 74116 h 171515"/>
              <a:gd name="connsiteX1" fmla="*/ 97399 w 171515"/>
              <a:gd name="connsiteY1" fmla="*/ 74116 h 171515"/>
              <a:gd name="connsiteX2" fmla="*/ 97399 w 171515"/>
              <a:gd name="connsiteY2" fmla="*/ 11641 h 171515"/>
              <a:gd name="connsiteX3" fmla="*/ 85758 w 171515"/>
              <a:gd name="connsiteY3" fmla="*/ 0 h 171515"/>
              <a:gd name="connsiteX4" fmla="*/ 74116 w 171515"/>
              <a:gd name="connsiteY4" fmla="*/ 11641 h 171515"/>
              <a:gd name="connsiteX5" fmla="*/ 74116 w 171515"/>
              <a:gd name="connsiteY5" fmla="*/ 74116 h 171515"/>
              <a:gd name="connsiteX6" fmla="*/ 11641 w 171515"/>
              <a:gd name="connsiteY6" fmla="*/ 74116 h 171515"/>
              <a:gd name="connsiteX7" fmla="*/ 0 w 171515"/>
              <a:gd name="connsiteY7" fmla="*/ 85758 h 171515"/>
              <a:gd name="connsiteX8" fmla="*/ 11641 w 171515"/>
              <a:gd name="connsiteY8" fmla="*/ 97399 h 171515"/>
              <a:gd name="connsiteX9" fmla="*/ 74116 w 171515"/>
              <a:gd name="connsiteY9" fmla="*/ 97399 h 171515"/>
              <a:gd name="connsiteX10" fmla="*/ 74116 w 171515"/>
              <a:gd name="connsiteY10" fmla="*/ 159874 h 171515"/>
              <a:gd name="connsiteX11" fmla="*/ 85758 w 171515"/>
              <a:gd name="connsiteY11" fmla="*/ 171515 h 171515"/>
              <a:gd name="connsiteX12" fmla="*/ 97399 w 171515"/>
              <a:gd name="connsiteY12" fmla="*/ 159874 h 171515"/>
              <a:gd name="connsiteX13" fmla="*/ 97399 w 171515"/>
              <a:gd name="connsiteY13" fmla="*/ 97399 h 171515"/>
              <a:gd name="connsiteX14" fmla="*/ 159874 w 171515"/>
              <a:gd name="connsiteY14" fmla="*/ 97399 h 171515"/>
              <a:gd name="connsiteX15" fmla="*/ 171515 w 171515"/>
              <a:gd name="connsiteY15" fmla="*/ 85758 h 171515"/>
              <a:gd name="connsiteX16" fmla="*/ 159874 w 171515"/>
              <a:gd name="connsiteY16" fmla="*/ 74116 h 1715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71515" h="171515">
                <a:moveTo>
                  <a:pt x="159874" y="74116"/>
                </a:moveTo>
                <a:lnTo>
                  <a:pt x="97399" y="74116"/>
                </a:lnTo>
                <a:lnTo>
                  <a:pt x="97399" y="11641"/>
                </a:lnTo>
                <a:cubicBezTo>
                  <a:pt x="97399" y="5212"/>
                  <a:pt x="92187" y="0"/>
                  <a:pt x="85758" y="0"/>
                </a:cubicBezTo>
                <a:cubicBezTo>
                  <a:pt x="79328" y="0"/>
                  <a:pt x="74116" y="5212"/>
                  <a:pt x="74116" y="11641"/>
                </a:cubicBezTo>
                <a:lnTo>
                  <a:pt x="74116" y="74116"/>
                </a:lnTo>
                <a:lnTo>
                  <a:pt x="11641" y="74116"/>
                </a:lnTo>
                <a:cubicBezTo>
                  <a:pt x="5212" y="74116"/>
                  <a:pt x="0" y="79328"/>
                  <a:pt x="0" y="85758"/>
                </a:cubicBezTo>
                <a:cubicBezTo>
                  <a:pt x="0" y="92187"/>
                  <a:pt x="5212" y="97399"/>
                  <a:pt x="11641" y="97399"/>
                </a:cubicBezTo>
                <a:lnTo>
                  <a:pt x="74116" y="97399"/>
                </a:lnTo>
                <a:lnTo>
                  <a:pt x="74116" y="159874"/>
                </a:lnTo>
                <a:cubicBezTo>
                  <a:pt x="74116" y="166303"/>
                  <a:pt x="79328" y="171515"/>
                  <a:pt x="85758" y="171515"/>
                </a:cubicBezTo>
                <a:cubicBezTo>
                  <a:pt x="92187" y="171515"/>
                  <a:pt x="97399" y="166303"/>
                  <a:pt x="97399" y="159874"/>
                </a:cubicBezTo>
                <a:lnTo>
                  <a:pt x="97399" y="97399"/>
                </a:lnTo>
                <a:lnTo>
                  <a:pt x="159874" y="97399"/>
                </a:lnTo>
                <a:cubicBezTo>
                  <a:pt x="166303" y="97399"/>
                  <a:pt x="171515" y="92187"/>
                  <a:pt x="171515" y="85758"/>
                </a:cubicBezTo>
                <a:cubicBezTo>
                  <a:pt x="171515" y="79328"/>
                  <a:pt x="166303" y="74116"/>
                  <a:pt x="159874" y="74116"/>
                </a:cubicBezTo>
                <a:close/>
              </a:path>
            </a:pathLst>
          </a:custGeom>
          <a:solidFill>
            <a:schemeClr val="accent1"/>
          </a:solidFill>
          <a:ln w="776" cap="flat">
            <a:noFill/>
            <a:prstDash val="solid"/>
            <a:miter/>
          </a:ln>
        </p:spPr>
        <p:txBody>
          <a:bodyPr rtlCol="0" anchor="ctr"/>
          <a:lstStyle/>
          <a:p>
            <a:endParaRPr lang="en-US"/>
          </a:p>
        </p:txBody>
      </p:sp>
      <p:sp>
        <p:nvSpPr>
          <p:cNvPr id="24" name="!!circle graphic">
            <a:extLst>
              <a:ext uri="{FF2B5EF4-FFF2-40B4-BE49-F238E27FC236}">
                <a16:creationId xmlns:a16="http://schemas.microsoft.com/office/drawing/2014/main" id="{1453BF6C-B012-48B7-B4E8-6D7AC7C27D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2753" y="1562696"/>
            <a:ext cx="157545" cy="157545"/>
          </a:xfrm>
          <a:custGeom>
            <a:avLst/>
            <a:gdLst>
              <a:gd name="connsiteX0" fmla="*/ 78773 w 157545"/>
              <a:gd name="connsiteY0" fmla="*/ 23283 h 157545"/>
              <a:gd name="connsiteX1" fmla="*/ 134262 w 157545"/>
              <a:gd name="connsiteY1" fmla="*/ 78773 h 157545"/>
              <a:gd name="connsiteX2" fmla="*/ 78773 w 157545"/>
              <a:gd name="connsiteY2" fmla="*/ 134262 h 157545"/>
              <a:gd name="connsiteX3" fmla="*/ 23283 w 157545"/>
              <a:gd name="connsiteY3" fmla="*/ 78773 h 157545"/>
              <a:gd name="connsiteX4" fmla="*/ 78773 w 157545"/>
              <a:gd name="connsiteY4" fmla="*/ 23283 h 157545"/>
              <a:gd name="connsiteX5" fmla="*/ 78773 w 157545"/>
              <a:gd name="connsiteY5" fmla="*/ 0 h 157545"/>
              <a:gd name="connsiteX6" fmla="*/ 0 w 157545"/>
              <a:gd name="connsiteY6" fmla="*/ 78773 h 157545"/>
              <a:gd name="connsiteX7" fmla="*/ 78773 w 157545"/>
              <a:gd name="connsiteY7" fmla="*/ 157545 h 157545"/>
              <a:gd name="connsiteX8" fmla="*/ 157545 w 157545"/>
              <a:gd name="connsiteY8" fmla="*/ 78773 h 157545"/>
              <a:gd name="connsiteX9" fmla="*/ 78773 w 157545"/>
              <a:gd name="connsiteY9" fmla="*/ 0 h 1575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7545" h="157545">
                <a:moveTo>
                  <a:pt x="78773" y="23283"/>
                </a:moveTo>
                <a:cubicBezTo>
                  <a:pt x="109419" y="23283"/>
                  <a:pt x="134262" y="48126"/>
                  <a:pt x="134262" y="78773"/>
                </a:cubicBezTo>
                <a:cubicBezTo>
                  <a:pt x="134262" y="109419"/>
                  <a:pt x="109419" y="134262"/>
                  <a:pt x="78773" y="134262"/>
                </a:cubicBezTo>
                <a:cubicBezTo>
                  <a:pt x="48126" y="134262"/>
                  <a:pt x="23283" y="109419"/>
                  <a:pt x="23283" y="78773"/>
                </a:cubicBezTo>
                <a:cubicBezTo>
                  <a:pt x="23312" y="48139"/>
                  <a:pt x="48139" y="23312"/>
                  <a:pt x="78773" y="23283"/>
                </a:cubicBezTo>
                <a:moveTo>
                  <a:pt x="78773" y="0"/>
                </a:moveTo>
                <a:cubicBezTo>
                  <a:pt x="35268" y="0"/>
                  <a:pt x="0" y="35268"/>
                  <a:pt x="0" y="78773"/>
                </a:cubicBezTo>
                <a:cubicBezTo>
                  <a:pt x="0" y="122277"/>
                  <a:pt x="35268" y="157545"/>
                  <a:pt x="78773" y="157545"/>
                </a:cubicBezTo>
                <a:cubicBezTo>
                  <a:pt x="122277" y="157545"/>
                  <a:pt x="157545" y="122277"/>
                  <a:pt x="157545" y="78773"/>
                </a:cubicBezTo>
                <a:cubicBezTo>
                  <a:pt x="157545" y="35268"/>
                  <a:pt x="122277" y="0"/>
                  <a:pt x="78773" y="0"/>
                </a:cubicBezTo>
                <a:close/>
              </a:path>
            </a:pathLst>
          </a:custGeom>
          <a:solidFill>
            <a:schemeClr val="accent1"/>
          </a:solidFill>
          <a:ln w="751" cap="flat">
            <a:noFill/>
            <a:prstDash val="solid"/>
            <a:miter/>
          </a:ln>
        </p:spPr>
        <p:txBody>
          <a:bodyPr rtlCol="0" anchor="ctr"/>
          <a:lstStyle/>
          <a:p>
            <a:endParaRPr lang="en-US"/>
          </a:p>
        </p:txBody>
      </p:sp>
      <p:sp>
        <p:nvSpPr>
          <p:cNvPr id="3" name="Inhaltsplatzhalter 2">
            <a:extLst>
              <a:ext uri="{FF2B5EF4-FFF2-40B4-BE49-F238E27FC236}">
                <a16:creationId xmlns:a16="http://schemas.microsoft.com/office/drawing/2014/main" id="{A2B63644-8C37-9DC1-698C-F54AC412C6F8}"/>
              </a:ext>
            </a:extLst>
          </p:cNvPr>
          <p:cNvSpPr>
            <a:spLocks noGrp="1"/>
          </p:cNvSpPr>
          <p:nvPr>
            <p:ph/>
          </p:nvPr>
        </p:nvSpPr>
        <p:spPr>
          <a:xfrm>
            <a:off x="6657715" y="2990818"/>
            <a:ext cx="4429856" cy="2913872"/>
          </a:xfrm>
        </p:spPr>
        <p:txBody>
          <a:bodyPr anchor="t">
            <a:normAutofit lnSpcReduction="10000"/>
          </a:bodyPr>
          <a:lstStyle/>
          <a:p>
            <a:pPr>
              <a:spcAft>
                <a:spcPts val="600"/>
              </a:spcAft>
            </a:pPr>
            <a:r>
              <a:rPr lang="de-DE" sz="1700" dirty="0">
                <a:solidFill>
                  <a:schemeClr val="tx1">
                    <a:alpha val="80000"/>
                  </a:schemeClr>
                </a:solidFill>
              </a:rPr>
              <a:t>Schlecht, wird bei jeder Change </a:t>
            </a:r>
            <a:r>
              <a:rPr lang="de-DE" sz="1700" dirty="0" err="1">
                <a:solidFill>
                  <a:schemeClr val="tx1">
                    <a:alpha val="80000"/>
                  </a:schemeClr>
                </a:solidFill>
              </a:rPr>
              <a:t>Detection</a:t>
            </a:r>
            <a:r>
              <a:rPr lang="de-DE" sz="1700" dirty="0">
                <a:solidFill>
                  <a:schemeClr val="tx1">
                    <a:alpha val="80000"/>
                  </a:schemeClr>
                </a:solidFill>
              </a:rPr>
              <a:t> </a:t>
            </a:r>
            <a:r>
              <a:rPr lang="de-DE" sz="1700" dirty="0" err="1">
                <a:solidFill>
                  <a:schemeClr val="tx1">
                    <a:alpha val="80000"/>
                  </a:schemeClr>
                </a:solidFill>
              </a:rPr>
              <a:t>gecalled</a:t>
            </a:r>
            <a:endParaRPr lang="de-DE" sz="1700" dirty="0">
              <a:solidFill>
                <a:schemeClr val="tx1">
                  <a:alpha val="80000"/>
                </a:schemeClr>
              </a:solidFill>
            </a:endParaRPr>
          </a:p>
          <a:p>
            <a:pPr lvl="1">
              <a:spcAft>
                <a:spcPts val="600"/>
              </a:spcAft>
            </a:pPr>
            <a:r>
              <a:rPr lang="de-DE" sz="1700" dirty="0">
                <a:solidFill>
                  <a:schemeClr val="tx1">
                    <a:alpha val="80000"/>
                  </a:schemeClr>
                </a:solidFill>
              </a:rPr>
              <a:t>@</a:t>
            </a:r>
            <a:r>
              <a:rPr lang="de-DE" sz="1700" dirty="0" err="1">
                <a:solidFill>
                  <a:schemeClr val="tx1">
                    <a:alpha val="80000"/>
                  </a:schemeClr>
                </a:solidFill>
              </a:rPr>
              <a:t>if</a:t>
            </a:r>
            <a:r>
              <a:rPr lang="de-DE" sz="1700" dirty="0">
                <a:solidFill>
                  <a:schemeClr val="tx1">
                    <a:alpha val="80000"/>
                  </a:schemeClr>
                </a:solidFill>
              </a:rPr>
              <a:t> (</a:t>
            </a:r>
            <a:r>
              <a:rPr lang="de-DE" sz="1700" dirty="0" err="1">
                <a:solidFill>
                  <a:schemeClr val="tx1">
                    <a:alpha val="80000"/>
                  </a:schemeClr>
                </a:solidFill>
              </a:rPr>
              <a:t>isUserActive</a:t>
            </a:r>
            <a:r>
              <a:rPr lang="de-DE" sz="1700" dirty="0">
                <a:solidFill>
                  <a:schemeClr val="tx1">
                    <a:alpha val="80000"/>
                  </a:schemeClr>
                </a:solidFill>
              </a:rPr>
              <a:t>(</a:t>
            </a:r>
            <a:r>
              <a:rPr lang="de-DE" sz="1700" dirty="0" err="1">
                <a:solidFill>
                  <a:schemeClr val="tx1">
                    <a:alpha val="80000"/>
                  </a:schemeClr>
                </a:solidFill>
              </a:rPr>
              <a:t>user</a:t>
            </a:r>
            <a:r>
              <a:rPr lang="de-DE" sz="1700" dirty="0">
                <a:solidFill>
                  <a:schemeClr val="tx1">
                    <a:alpha val="80000"/>
                  </a:schemeClr>
                </a:solidFill>
              </a:rPr>
              <a:t>)) { ... } </a:t>
            </a:r>
          </a:p>
          <a:p>
            <a:pPr>
              <a:spcAft>
                <a:spcPts val="600"/>
              </a:spcAft>
            </a:pPr>
            <a:r>
              <a:rPr lang="de-DE" sz="1700" dirty="0">
                <a:solidFill>
                  <a:schemeClr val="tx1">
                    <a:alpha val="80000"/>
                  </a:schemeClr>
                </a:solidFill>
              </a:rPr>
              <a:t>Besser</a:t>
            </a:r>
          </a:p>
          <a:p>
            <a:pPr lvl="1">
              <a:spcAft>
                <a:spcPts val="600"/>
              </a:spcAft>
            </a:pPr>
            <a:r>
              <a:rPr lang="de-DE" sz="1700" dirty="0">
                <a:solidFill>
                  <a:schemeClr val="tx1">
                    <a:alpha val="80000"/>
                  </a:schemeClr>
                </a:solidFill>
              </a:rPr>
              <a:t>// Im </a:t>
            </a:r>
            <a:r>
              <a:rPr lang="de-DE" sz="1700" dirty="0" err="1">
                <a:solidFill>
                  <a:schemeClr val="tx1">
                    <a:alpha val="80000"/>
                  </a:schemeClr>
                </a:solidFill>
              </a:rPr>
              <a:t>Component</a:t>
            </a:r>
            <a:r>
              <a:rPr lang="de-DE" sz="1700" dirty="0">
                <a:solidFill>
                  <a:schemeClr val="tx1">
                    <a:alpha val="80000"/>
                  </a:schemeClr>
                </a:solidFill>
              </a:rPr>
              <a:t> </a:t>
            </a:r>
          </a:p>
          <a:p>
            <a:pPr lvl="2">
              <a:spcAft>
                <a:spcPts val="600"/>
              </a:spcAft>
            </a:pPr>
            <a:r>
              <a:rPr lang="de-DE" sz="1700" dirty="0" err="1">
                <a:solidFill>
                  <a:schemeClr val="tx1">
                    <a:alpha val="80000"/>
                  </a:schemeClr>
                </a:solidFill>
              </a:rPr>
              <a:t>activeUser</a:t>
            </a:r>
            <a:r>
              <a:rPr lang="de-DE" sz="1700" dirty="0">
                <a:solidFill>
                  <a:schemeClr val="tx1">
                    <a:alpha val="80000"/>
                  </a:schemeClr>
                </a:solidFill>
              </a:rPr>
              <a:t> = </a:t>
            </a:r>
            <a:r>
              <a:rPr lang="de-DE" sz="1700" dirty="0" err="1">
                <a:solidFill>
                  <a:schemeClr val="tx1">
                    <a:alpha val="80000"/>
                  </a:schemeClr>
                </a:solidFill>
              </a:rPr>
              <a:t>computed</a:t>
            </a:r>
            <a:r>
              <a:rPr lang="de-DE" sz="1700" dirty="0">
                <a:solidFill>
                  <a:schemeClr val="tx1">
                    <a:alpha val="80000"/>
                  </a:schemeClr>
                </a:solidFill>
              </a:rPr>
              <a:t>(() =&gt; </a:t>
            </a:r>
            <a:r>
              <a:rPr lang="de-DE" sz="1700" dirty="0" err="1">
                <a:solidFill>
                  <a:schemeClr val="tx1">
                    <a:alpha val="80000"/>
                  </a:schemeClr>
                </a:solidFill>
              </a:rPr>
              <a:t>this.isUserActive</a:t>
            </a:r>
            <a:r>
              <a:rPr lang="de-DE" sz="1700" dirty="0">
                <a:solidFill>
                  <a:schemeClr val="tx1">
                    <a:alpha val="80000"/>
                  </a:schemeClr>
                </a:solidFill>
              </a:rPr>
              <a:t>(</a:t>
            </a:r>
            <a:r>
              <a:rPr lang="de-DE" sz="1700" dirty="0" err="1">
                <a:solidFill>
                  <a:schemeClr val="tx1">
                    <a:alpha val="80000"/>
                  </a:schemeClr>
                </a:solidFill>
              </a:rPr>
              <a:t>this.currentUser</a:t>
            </a:r>
            <a:r>
              <a:rPr lang="de-DE" sz="1700" dirty="0">
                <a:solidFill>
                  <a:schemeClr val="tx1">
                    <a:alpha val="80000"/>
                  </a:schemeClr>
                </a:solidFill>
              </a:rPr>
              <a:t>()));</a:t>
            </a:r>
          </a:p>
          <a:p>
            <a:pPr lvl="1">
              <a:spcAft>
                <a:spcPts val="600"/>
              </a:spcAft>
            </a:pPr>
            <a:r>
              <a:rPr lang="de-DE" sz="1700" dirty="0">
                <a:solidFill>
                  <a:schemeClr val="tx1">
                    <a:alpha val="80000"/>
                  </a:schemeClr>
                </a:solidFill>
              </a:rPr>
              <a:t>// Im Template 	</a:t>
            </a:r>
          </a:p>
          <a:p>
            <a:pPr lvl="2">
              <a:spcAft>
                <a:spcPts val="600"/>
              </a:spcAft>
            </a:pPr>
            <a:r>
              <a:rPr lang="de-DE" sz="1700" dirty="0">
                <a:solidFill>
                  <a:schemeClr val="tx1">
                    <a:alpha val="80000"/>
                  </a:schemeClr>
                </a:solidFill>
              </a:rPr>
              <a:t>@</a:t>
            </a:r>
            <a:r>
              <a:rPr lang="de-DE" sz="1700" dirty="0" err="1">
                <a:solidFill>
                  <a:schemeClr val="tx1">
                    <a:alpha val="80000"/>
                  </a:schemeClr>
                </a:solidFill>
              </a:rPr>
              <a:t>if</a:t>
            </a:r>
            <a:r>
              <a:rPr lang="de-DE" sz="1700" dirty="0">
                <a:solidFill>
                  <a:schemeClr val="tx1">
                    <a:alpha val="80000"/>
                  </a:schemeClr>
                </a:solidFill>
              </a:rPr>
              <a:t> (</a:t>
            </a:r>
            <a:r>
              <a:rPr lang="de-DE" sz="1700" dirty="0" err="1">
                <a:solidFill>
                  <a:schemeClr val="tx1">
                    <a:alpha val="80000"/>
                  </a:schemeClr>
                </a:solidFill>
              </a:rPr>
              <a:t>activeUser</a:t>
            </a:r>
            <a:r>
              <a:rPr lang="de-DE" sz="1700" dirty="0">
                <a:solidFill>
                  <a:schemeClr val="tx1">
                    <a:alpha val="80000"/>
                  </a:schemeClr>
                </a:solidFill>
              </a:rPr>
              <a:t>()) { ... }</a:t>
            </a:r>
          </a:p>
          <a:p>
            <a:pPr>
              <a:spcAft>
                <a:spcPts val="600"/>
              </a:spcAft>
            </a:pPr>
            <a:endParaRPr lang="de-DE" sz="1700" dirty="0">
              <a:solidFill>
                <a:schemeClr val="tx1">
                  <a:alpha val="80000"/>
                </a:schemeClr>
              </a:solidFill>
            </a:endParaRPr>
          </a:p>
        </p:txBody>
      </p:sp>
      <p:sp>
        <p:nvSpPr>
          <p:cNvPr id="26" name="!!dot graphic">
            <a:extLst>
              <a:ext uri="{FF2B5EF4-FFF2-40B4-BE49-F238E27FC236}">
                <a16:creationId xmlns:a16="http://schemas.microsoft.com/office/drawing/2014/main" id="{E3020543-B24B-4EC4-8FFC-8DD88EEA91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54149" y="5775082"/>
            <a:ext cx="112426" cy="112426"/>
          </a:xfrm>
          <a:custGeom>
            <a:avLst/>
            <a:gdLst>
              <a:gd name="connsiteX0" fmla="*/ 112426 w 112426"/>
              <a:gd name="connsiteY0" fmla="*/ 56213 h 112426"/>
              <a:gd name="connsiteX1" fmla="*/ 56213 w 112426"/>
              <a:gd name="connsiteY1" fmla="*/ 112426 h 112426"/>
              <a:gd name="connsiteX2" fmla="*/ 0 w 112426"/>
              <a:gd name="connsiteY2" fmla="*/ 56213 h 112426"/>
              <a:gd name="connsiteX3" fmla="*/ 56213 w 112426"/>
              <a:gd name="connsiteY3" fmla="*/ 0 h 112426"/>
              <a:gd name="connsiteX4" fmla="*/ 112426 w 112426"/>
              <a:gd name="connsiteY4" fmla="*/ 56213 h 1124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426" h="112426">
                <a:moveTo>
                  <a:pt x="112426" y="56213"/>
                </a:moveTo>
                <a:cubicBezTo>
                  <a:pt x="112426" y="87259"/>
                  <a:pt x="87259" y="112426"/>
                  <a:pt x="56213" y="112426"/>
                </a:cubicBezTo>
                <a:cubicBezTo>
                  <a:pt x="25167" y="112426"/>
                  <a:pt x="0" y="87259"/>
                  <a:pt x="0" y="56213"/>
                </a:cubicBezTo>
                <a:cubicBezTo>
                  <a:pt x="0" y="25167"/>
                  <a:pt x="25167" y="0"/>
                  <a:pt x="56213" y="0"/>
                </a:cubicBezTo>
                <a:cubicBezTo>
                  <a:pt x="87259" y="0"/>
                  <a:pt x="112426" y="25167"/>
                  <a:pt x="112426" y="56213"/>
                </a:cubicBezTo>
                <a:close/>
              </a:path>
            </a:pathLst>
          </a:custGeom>
          <a:solidFill>
            <a:schemeClr val="accent1"/>
          </a:solidFill>
          <a:ln w="516" cap="flat">
            <a:noFill/>
            <a:prstDash val="solid"/>
            <a:miter/>
          </a:ln>
        </p:spPr>
        <p:txBody>
          <a:bodyPr rtlCol="0" anchor="ctr"/>
          <a:lstStyle/>
          <a:p>
            <a:endParaRPr lang="en-US"/>
          </a:p>
        </p:txBody>
      </p:sp>
      <p:cxnSp>
        <p:nvCxnSpPr>
          <p:cNvPr id="28" name="!!Straight Connector">
            <a:extLst>
              <a:ext uri="{FF2B5EF4-FFF2-40B4-BE49-F238E27FC236}">
                <a16:creationId xmlns:a16="http://schemas.microsoft.com/office/drawing/2014/main" id="{C49DA8F6-BCC1-4447-B54C-57856834B9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586162" y="3619272"/>
            <a:ext cx="0" cy="3238728"/>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75948428"/>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One Way Property Bindings bei Images </a:t>
            </a:r>
            <a:endParaRPr lang="de-DE" sz="4400" b="0" u="none" strike="noStrike">
              <a:solidFill>
                <a:srgbClr val="000000"/>
              </a:solidFill>
              <a:uFillTx/>
              <a:latin typeface="Arial"/>
            </a:endParaRPr>
          </a:p>
        </p:txBody>
      </p:sp>
      <p:sp>
        <p:nvSpPr>
          <p:cNvPr id="71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&lt;img</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src</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"release.cover"</a:t>
            </a:r>
            <a:r>
              <a:rPr lang="de-DE" sz="2800" b="0" u="none" strike="noStrike">
                <a:solidFill>
                  <a:srgbClr val="1E347B"/>
                </a:solidFill>
                <a:uFillTx/>
                <a:latin typeface="SourceCodePro"/>
              </a:rPr>
              <a:t>&gt;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&lt;button</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disabled</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"!track.playable"</a:t>
            </a:r>
            <a:r>
              <a:rPr lang="de-DE" sz="2800" b="0" u="none" strike="noStrike">
                <a:solidFill>
                  <a:srgbClr val="1E347B"/>
                </a:solidFill>
                <a:uFillTx/>
                <a:latin typeface="SourceCodePro"/>
              </a:rPr>
              <a:t>&gt;&lt;/button&gt;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Event Binding </a:t>
            </a:r>
            <a:endParaRPr lang="de-DE" sz="4400" b="0" u="none" strike="noStrike">
              <a:solidFill>
                <a:srgbClr val="000000"/>
              </a:solidFill>
              <a:uFillTx/>
              <a:latin typeface="Arial"/>
            </a:endParaRPr>
          </a:p>
        </p:txBody>
      </p:sp>
      <p:sp>
        <p:nvSpPr>
          <p:cNvPr id="71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One-Way nach oben im Komponenten-Baum</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$event als Handle auf das Event-Objekt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Ziele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Standard-DOM-Events</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&lt;input type="text" (keyup)="logInput($event.target.value)"&gt;</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Custom-Events an Komponenten</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&lt;release (releaseLiked)="highlight($event)"&gt;&lt;/release&gt;</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Style Bindings</a:t>
            </a:r>
            <a:endParaRPr lang="de-DE" sz="4400" b="0" u="none" strike="noStrike">
              <a:solidFill>
                <a:srgbClr val="000000"/>
              </a:solidFill>
              <a:uFillTx/>
              <a:latin typeface="Arial"/>
            </a:endParaRPr>
          </a:p>
        </p:txBody>
      </p:sp>
      <p:sp>
        <p:nvSpPr>
          <p:cNvPr id="7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Class-Bindings</a:t>
            </a:r>
            <a:endParaRPr lang="de-DE" sz="2800" b="0" u="none" strike="noStrike">
              <a:solidFill>
                <a:srgbClr val="000000"/>
              </a:solidFill>
              <a:uFillTx/>
              <a:latin typeface="Arial"/>
            </a:endParaRPr>
          </a:p>
          <a:p>
            <a:pPr marL="685800" lvl="1" indent="-228600" defTabSz="914400">
              <a:lnSpc>
                <a:spcPct val="90000"/>
              </a:lnSpc>
              <a:spcBef>
                <a:spcPts val="499"/>
              </a:spcBef>
              <a:buClr>
                <a:srgbClr val="333333"/>
              </a:buClr>
              <a:buFont typeface="Arial"/>
              <a:buChar char="•"/>
            </a:pPr>
            <a:r>
              <a:rPr lang="de-DE" sz="2400" b="0" u="none" strike="noStrike">
                <a:solidFill>
                  <a:srgbClr val="333333"/>
                </a:solidFill>
                <a:uFillTx/>
                <a:latin typeface="Aller"/>
              </a:rPr>
              <a:t>      &lt;div class="selected"</a:t>
            </a:r>
            <a:endParaRPr lang="de-DE" sz="2400" b="0" u="none" strike="noStrike">
              <a:solidFill>
                <a:srgbClr val="000000"/>
              </a:solidFill>
              <a:uFillTx/>
              <a:latin typeface="Arial"/>
            </a:endParaRPr>
          </a:p>
          <a:p>
            <a:pPr marL="685800" lvl="1" indent="-228600" defTabSz="914400">
              <a:lnSpc>
                <a:spcPct val="90000"/>
              </a:lnSpc>
              <a:spcBef>
                <a:spcPts val="499"/>
              </a:spcBef>
              <a:buClr>
                <a:srgbClr val="1E347B"/>
              </a:buClr>
              <a:buFont typeface="Arial"/>
              <a:buChar char="•"/>
            </a:pPr>
            <a:r>
              <a:rPr lang="de-DE" sz="2400" b="0" u="none" strike="noStrike">
                <a:solidFill>
                  <a:srgbClr val="1E347B"/>
                </a:solidFill>
                <a:uFillTx/>
                <a:latin typeface="SourceCodePro"/>
              </a:rPr>
              <a:t>&lt;div</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class</a:t>
            </a:r>
            <a:r>
              <a:rPr lang="de-DE" sz="2400" b="0" u="none" strike="noStrike">
                <a:solidFill>
                  <a:srgbClr val="48484C"/>
                </a:solidFill>
                <a:uFillTx/>
                <a:latin typeface="SourceCodePro"/>
              </a:rPr>
              <a:t>.</a:t>
            </a:r>
            <a:r>
              <a:rPr lang="de-DE" sz="2400" b="0" u="none" strike="noStrike">
                <a:solidFill>
                  <a:srgbClr val="008080"/>
                </a:solidFill>
                <a:uFillTx/>
                <a:latin typeface="SourceCodePro"/>
              </a:rPr>
              <a:t>selected</a:t>
            </a:r>
            <a:r>
              <a:rPr lang="de-DE" sz="2400" b="0" u="none" strike="noStrike">
                <a:solidFill>
                  <a:srgbClr val="48484C"/>
                </a:solidFill>
                <a:uFillTx/>
                <a:latin typeface="SourceCodePro"/>
              </a:rPr>
              <a:t>]</a:t>
            </a:r>
            <a:r>
              <a:rPr lang="de-DE" sz="2400" b="0" u="none" strike="noStrike">
                <a:solidFill>
                  <a:srgbClr val="93A1A1"/>
                </a:solidFill>
                <a:uFillTx/>
                <a:latin typeface="SourceCodePro"/>
              </a:rPr>
              <a:t>=</a:t>
            </a:r>
            <a:r>
              <a:rPr lang="de-DE" sz="2400" b="0" u="none" strike="noStrike">
                <a:solidFill>
                  <a:srgbClr val="DD1144"/>
                </a:solidFill>
                <a:uFillTx/>
                <a:latin typeface="SourceCodePro"/>
              </a:rPr>
              <a:t>"isSelected(track)"</a:t>
            </a:r>
            <a:r>
              <a:rPr lang="de-DE" sz="2400" b="0" u="none" strike="noStrike">
                <a:solidFill>
                  <a:srgbClr val="1E347B"/>
                </a:solidFill>
                <a:uFillTx/>
                <a:latin typeface="SourceCodePro"/>
              </a:rPr>
              <a:t>&gt;&lt;/div&gt;</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Style-Bindings</a:t>
            </a:r>
            <a:endParaRPr lang="de-DE" sz="2800" b="0" u="none" strike="noStrike">
              <a:solidFill>
                <a:srgbClr val="000000"/>
              </a:solidFill>
              <a:uFillTx/>
              <a:latin typeface="Arial"/>
            </a:endParaRPr>
          </a:p>
          <a:p>
            <a:pPr marL="685800" lvl="1" indent="-228600" defTabSz="914400">
              <a:lnSpc>
                <a:spcPct val="90000"/>
              </a:lnSpc>
              <a:spcBef>
                <a:spcPts val="499"/>
              </a:spcBef>
              <a:buClr>
                <a:srgbClr val="1E347B"/>
              </a:buClr>
              <a:buFont typeface="Arial"/>
              <a:buChar char="•"/>
            </a:pPr>
            <a:r>
              <a:rPr lang="de-DE" sz="2400" b="0" u="none" strike="noStrike">
                <a:solidFill>
                  <a:srgbClr val="1E347B"/>
                </a:solidFill>
                <a:uFillTx/>
                <a:latin typeface="SourceCodePro"/>
              </a:rPr>
              <a:t>&lt;img</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style</a:t>
            </a:r>
            <a:r>
              <a:rPr lang="de-DE" sz="2400" b="0" u="none" strike="noStrike">
                <a:solidFill>
                  <a:srgbClr val="48484C"/>
                </a:solidFill>
                <a:uFillTx/>
                <a:latin typeface="SourceCodePro"/>
              </a:rPr>
              <a:t>.</a:t>
            </a:r>
            <a:r>
              <a:rPr lang="de-DE" sz="2400" b="0" u="none" strike="noStrike">
                <a:solidFill>
                  <a:srgbClr val="008080"/>
                </a:solidFill>
                <a:uFillTx/>
                <a:latin typeface="SourceCodePro"/>
              </a:rPr>
              <a:t>visibility</a:t>
            </a:r>
            <a:r>
              <a:rPr lang="de-DE" sz="2400" b="0" u="none" strike="noStrike">
                <a:solidFill>
                  <a:srgbClr val="48484C"/>
                </a:solidFill>
                <a:uFillTx/>
                <a:latin typeface="SourceCodePro"/>
              </a:rPr>
              <a:t>]</a:t>
            </a:r>
            <a:r>
              <a:rPr lang="de-DE" sz="2400" b="0" u="none" strike="noStrike">
                <a:solidFill>
                  <a:srgbClr val="93A1A1"/>
                </a:solidFill>
                <a:uFillTx/>
                <a:latin typeface="SourceCodePro"/>
              </a:rPr>
              <a:t>=</a:t>
            </a:r>
            <a:r>
              <a:rPr lang="de-DE" sz="2400" b="0" u="none" strike="noStrike">
                <a:solidFill>
                  <a:srgbClr val="DD1144"/>
                </a:solidFill>
                <a:uFillTx/>
                <a:latin typeface="SourceCodePro"/>
              </a:rPr>
              <a:t>"release.cover ? 'visible' : 'hidden'"</a:t>
            </a:r>
            <a:r>
              <a:rPr lang="de-DE" sz="2400" b="0" u="none" strike="noStrike">
                <a:solidFill>
                  <a:srgbClr val="1E347B"/>
                </a:solidFill>
                <a:uFillTx/>
                <a:latin typeface="SourceCodePro"/>
              </a:rPr>
              <a:t>&gt;</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Alternativ: [class]="{ selected: isSelected(track) }" bzw. [style]-Bindings (ngClass/ngStyle nicht mehr nötig)</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Data Binding in Formularen</a:t>
            </a:r>
            <a:endParaRPr lang="de-DE" sz="4400" b="0" u="none" strike="noStrike">
              <a:solidFill>
                <a:srgbClr val="000000"/>
              </a:solidFill>
              <a:uFillTx/>
              <a:latin typeface="Arial"/>
            </a:endParaRPr>
          </a:p>
        </p:txBody>
      </p:sp>
      <p:sp>
        <p:nvSpPr>
          <p:cNvPr id="72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Ziel: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Formularfelder an Properties binden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Manuelles Synchronisieren würde bedeuten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&lt;input [value]="bean.name"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(input)="bean.name=$event.target.value"&gt;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Zwei-Wege-Data-Binding mit ngModel</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&lt;input [(ngModel)]="bean.name"&gt;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i="1" u="none" strike="noStrike">
                <a:solidFill>
                  <a:schemeClr val="dk1"/>
                </a:solidFill>
                <a:uFillTx/>
                <a:latin typeface="Calibri"/>
              </a:rPr>
              <a:t>Merke: Banana in a Box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Deferrable Views: @defer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60"/>
              </a:spcBef>
              <a:buNone/>
              <a:tabLst>
                <a:tab pos="0" algn="l"/>
              </a:tabLst>
            </a:pPr>
            <a:r>
              <a:rPr lang="de-DE" sz="2100" b="0" u="none" strike="noStrike">
                <a:solidFill>
                  <a:srgbClr val="1E347B"/>
                </a:solidFill>
                <a:uFillTx/>
                <a:latin typeface="SourceCodePro"/>
              </a:rPr>
              <a:t>@defer (on idle)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&lt;customer-details [customer]="selectedCustomer()" /&gt;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@placeholder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&lt;div&gt;Lade Kundendetails...&lt;/div&gt;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@loading (minimum 500ms)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&lt;p&gt;Lädt…&lt;/p&gt;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@error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&lt;p&gt;Fehler beim Laden&lt;/p&gt;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Trigger: on idle | on viewport | on interaction | on hover | on timer(2s) | when bedingung</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Die Komponente landet in einem eigenen Bundle und wird erst bei Bedarf geladen</a:t>
            </a:r>
            <a:endParaRPr lang="de-DE" sz="2100" b="0" u="none" strike="noStrike">
              <a:solidFill>
                <a:srgbClr val="000000"/>
              </a:solidFill>
              <a:uFillTx/>
              <a:latin typeface="Arial"/>
            </a:endParaRP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721"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22"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723"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11: Bindings auf Images und mehr</a:t>
            </a:r>
            <a:endParaRPr lang="de-DE" sz="3600" b="0" u="none" strike="noStrike">
              <a:solidFill>
                <a:srgbClr val="000000"/>
              </a:solidFill>
              <a:uFillTx/>
              <a:latin typeface="Arial"/>
            </a:endParaRPr>
          </a:p>
        </p:txBody>
      </p:sp>
      <p:grpSp>
        <p:nvGrpSpPr>
          <p:cNvPr id="724"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725"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26"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27"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28"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729"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Erweitere das Datenmodell</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Füge der Klasse Customer eine optionale Eigenschaft imageUrl: string hinzu</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Nehme imageUrl im Konstruktor als Parameter entgegen und setzte das Feld</a:t>
            </a:r>
            <a:endParaRPr lang="de-DE" sz="14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Passe AppComponent an</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Kopiere aus der Musterlösung (11_image) die Bilder aus src/assets/images/customer</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Setze beim Erzeugen der Testdaten bei manchen Customer ein Bild.</a:t>
            </a:r>
            <a:br>
              <a:rPr sz="1400"/>
            </a:br>
            <a:r>
              <a:rPr lang="de-DE" sz="1400" b="0" u="none" strike="noStrike">
                <a:solidFill>
                  <a:schemeClr val="dk2"/>
                </a:solidFill>
                <a:uFillTx/>
                <a:latin typeface="Calibri"/>
              </a:rPr>
              <a:t>Pfad z.B. assets/images/customer/carl.svg</a:t>
            </a:r>
            <a:endParaRPr lang="de-DE" sz="14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Erweitere die Darstellung in CustomerDetailsComponents</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Zeige das Bild mit einer festen Größe an, falls vorhanden</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Blende das Bild aus, falls kein Bild vorhanden</a:t>
            </a:r>
            <a:endParaRPr lang="de-DE" sz="1400" b="0" u="none" strike="noStrike">
              <a:solidFill>
                <a:srgbClr val="000000"/>
              </a:solidFill>
              <a:uFillTx/>
              <a:latin typeface="Arial"/>
            </a:endParaRPr>
          </a:p>
          <a:p>
            <a:pPr marL="685800"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Optional: Lade CustomerDetailsComponent in AppComponent per @defer (on idle) mit @placeholder</a:t>
            </a:r>
            <a:endParaRPr lang="de-DE" sz="1400" b="0" u="none" strike="noStrike">
              <a:solidFill>
                <a:srgbClr val="000000"/>
              </a:solidFill>
              <a:uFillTx/>
              <a:latin typeface="Arial"/>
            </a:endParaRPr>
          </a:p>
          <a:p>
            <a:pPr indent="0" defTabSz="914400">
              <a:lnSpc>
                <a:spcPct val="90000"/>
              </a:lnSpc>
              <a:spcBef>
                <a:spcPts val="1001"/>
              </a:spcBef>
              <a:buNone/>
              <a:tabLst>
                <a:tab pos="0" algn="l"/>
              </a:tabLst>
            </a:pPr>
            <a:endParaRPr lang="de-DE" sz="1400" b="0" u="none" strike="noStrike">
              <a:solidFill>
                <a:srgbClr val="000000"/>
              </a:solidFill>
              <a:uFillTx/>
              <a:latin typeface="Arial"/>
            </a:endParaRPr>
          </a:p>
        </p:txBody>
      </p:sp>
      <p:grpSp>
        <p:nvGrpSpPr>
          <p:cNvPr id="730"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731"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32"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33"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34"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735" name="Rectangle 20">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36" name="Rectangle 22">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737"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12: Class Binding</a:t>
            </a:r>
            <a:endParaRPr lang="de-DE" sz="3600" b="0" u="none" strike="noStrike">
              <a:solidFill>
                <a:srgbClr val="000000"/>
              </a:solidFill>
              <a:uFillTx/>
              <a:latin typeface="Arial"/>
            </a:endParaRPr>
          </a:p>
        </p:txBody>
      </p:sp>
      <p:grpSp>
        <p:nvGrpSpPr>
          <p:cNvPr id="738" name="Group 24">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739" name="Freeform: Shape 25">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0" name="Freeform: Shape 26">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1" name="Freeform: Shape 27">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2" name="Freeform: Shape 28">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743"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Erweitere das Datenmodell</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Lege in Customer ein Feld discontinued: boolean an, das per Konstruktor gesetzt wird</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Erzeuge in AppComponent mindestens ein Customer, an den nichts mehr geliefert wird</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Setze für diesen Customer discontinued auf true</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Passe die Darstellung in CustomerListComponent an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Setze an nicht länger gewünschte Customer eine Klasse</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Stelle nicht länger gewünschte Customer anders dar</a:t>
            </a:r>
            <a:br>
              <a:rPr sz="1100"/>
            </a:br>
            <a:r>
              <a:rPr lang="de-DE" sz="1100" b="0" u="none" strike="noStrike">
                <a:solidFill>
                  <a:schemeClr val="dk2"/>
                </a:solidFill>
                <a:uFillTx/>
                <a:latin typeface="Calibri"/>
              </a:rPr>
              <a:t>(über Klasse an Element und CSS in customer-list.component.css, z.B. ausgegraut oder durchgestrichen)</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Hebe in der Liste das selektierte Customer hervor</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Speichere in CustomerListComponent den zuletzt selektierten Customer in einem signal()</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Prüfe am &lt;li&gt; ob der  aktuelle Customer das selektierte ist und setze ensprechend eine Klasse</a:t>
            </a:r>
            <a:endParaRPr lang="de-DE" sz="1100" b="0" u="none" strike="noStrike">
              <a:solidFill>
                <a:srgbClr val="000000"/>
              </a:solidFill>
              <a:uFillTx/>
              <a:latin typeface="Arial"/>
            </a:endParaRPr>
          </a:p>
          <a:p>
            <a:pPr indent="0" defTabSz="914400">
              <a:lnSpc>
                <a:spcPct val="90000"/>
              </a:lnSpc>
              <a:spcBef>
                <a:spcPts val="1001"/>
              </a:spcBef>
              <a:buNone/>
              <a:tabLst>
                <a:tab pos="0" algn="l"/>
              </a:tabLst>
            </a:pPr>
            <a:endParaRPr lang="de-DE" sz="1100" b="0" u="none" strike="noStrike">
              <a:solidFill>
                <a:srgbClr val="000000"/>
              </a:solidFill>
              <a:uFillTx/>
              <a:latin typeface="Arial"/>
            </a:endParaRPr>
          </a:p>
        </p:txBody>
      </p:sp>
      <p:grpSp>
        <p:nvGrpSpPr>
          <p:cNvPr id="744" name="Group 30">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745" name="Freeform: Shape 31">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6" name="Freeform: Shape 32">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7" name="Freeform: Shape 33">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8" name="Freeform: Shape 34">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Übung 13: Formulare</a:t>
            </a:r>
            <a:endParaRPr lang="de-DE" sz="4400" b="0" u="none" strike="noStrike">
              <a:solidFill>
                <a:srgbClr val="000000"/>
              </a:solidFill>
              <a:uFillTx/>
              <a:latin typeface="Arial"/>
            </a:endParaRPr>
          </a:p>
        </p:txBody>
      </p:sp>
      <p:sp>
        <p:nvSpPr>
          <p:cNvPr id="75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Biete in der Detail-Ansicht die Möglichkeit an, den Namen eines Customers zu verändern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Importiere FormsModule aus @angular/forms im imports-Array von CustomerDetailsComponent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Erstelle ein input mit ngModel</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751" name="Rectangle 14">
            <a:extLst>
              <a:ext uri="{C183D7F6-B498-43B3-948B-1728B52AA6E4}">
                <adec:decorative xmlns:adec="http://schemas.microsoft.com/office/drawing/2017/decorative" val="1"/>
              </a:ext>
            </a:extLst>
          </p:cNvPr>
          <p:cNvSpPr/>
          <p:nvPr/>
        </p:nvSpPr>
        <p:spPr>
          <a:xfrm>
            <a:off x="0" y="0"/>
            <a:ext cx="12190680" cy="68565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sp>
        <p:nvSpPr>
          <p:cNvPr id="752" name="PlaceHolder 1"/>
          <p:cNvSpPr>
            <a:spLocks noGrp="1"/>
          </p:cNvSpPr>
          <p:nvPr>
            <p:ph type="title"/>
          </p:nvPr>
        </p:nvSpPr>
        <p:spPr>
          <a:xfrm>
            <a:off x="1848600" y="3298680"/>
            <a:ext cx="8493480" cy="1783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Services</a:t>
            </a:r>
            <a:endParaRPr lang="de-DE" sz="6000" b="0" u="none" strike="noStrike">
              <a:solidFill>
                <a:srgbClr val="000000"/>
              </a:solidFill>
              <a:uFillTx/>
              <a:latin typeface="Arial"/>
            </a:endParaRPr>
          </a:p>
        </p:txBody>
      </p:sp>
      <p:sp>
        <p:nvSpPr>
          <p:cNvPr id="753" name="PlaceHolder 2"/>
          <p:cNvSpPr>
            <a:spLocks noGrp="1"/>
          </p:cNvSpPr>
          <p:nvPr>
            <p:ph/>
          </p:nvPr>
        </p:nvSpPr>
        <p:spPr>
          <a:xfrm>
            <a:off x="1848600" y="5258880"/>
            <a:ext cx="8493480" cy="902520"/>
          </a:xfrm>
          <a:prstGeom prst="rect">
            <a:avLst/>
          </a:prstGeom>
          <a:noFill/>
          <a:ln w="0">
            <a:noFill/>
          </a:ln>
        </p:spPr>
        <p:txBody>
          <a:bodyPr lIns="91440" tIns="45720" rIns="91440" bIns="45720" anchor="t">
            <a:normAutofit/>
          </a:bodyPr>
          <a:lstStyle/>
          <a:p>
            <a:pPr indent="0">
              <a:spcBef>
                <a:spcPts val="1417"/>
              </a:spcBef>
              <a:buNone/>
            </a:pPr>
            <a:endParaRPr lang="de-DE" sz="1800" b="0" u="none" strike="noStrike">
              <a:solidFill>
                <a:srgbClr val="000000"/>
              </a:solidFill>
              <a:uFillTx/>
              <a:latin typeface="Arial"/>
            </a:endParaRPr>
          </a:p>
        </p:txBody>
      </p:sp>
      <p:sp>
        <p:nvSpPr>
          <p:cNvPr id="754" name="Oval 16">
            <a:extLst>
              <a:ext uri="{C183D7F6-B498-43B3-948B-1728B52AA6E4}">
                <adec:decorative xmlns:adec="http://schemas.microsoft.com/office/drawing/2017/decorative" val="1"/>
              </a:ext>
            </a:extLst>
          </p:cNvPr>
          <p:cNvSpPr/>
          <p:nvPr/>
        </p:nvSpPr>
        <p:spPr>
          <a:xfrm>
            <a:off x="5025960" y="889200"/>
            <a:ext cx="2138760" cy="2138760"/>
          </a:xfrm>
          <a:prstGeom prst="ellipse">
            <a:avLst/>
          </a:prstGeom>
          <a:solidFill>
            <a:srgbClr val="FFFFFF"/>
          </a:solidFill>
          <a:ln w="19050">
            <a:solidFill>
              <a:srgbClr val="1D9A7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pic>
        <p:nvPicPr>
          <p:cNvPr id="755" name="Graphic 11" descr="Zahnräder"/>
          <p:cNvPicPr/>
          <p:nvPr/>
        </p:nvPicPr>
        <p:blipFill>
          <a:blip>
            <a:extLst>
              <a:ext uri="{96DAC541-7B7A-43D3-8B79-37D633B846F1}">
                <asvg:svgBlip xmlns:asvg="http://schemas.microsoft.com/office/drawing/2016/SVG/main" r:embed="rId2"/>
              </a:ext>
            </a:extLst>
          </a:blip>
          <a:stretch/>
        </p:blipFill>
        <p:spPr>
          <a:xfrm>
            <a:off x="5508360" y="1371600"/>
            <a:ext cx="1173960" cy="1173960"/>
          </a:xfrm>
          <a:prstGeom prst="rect">
            <a:avLst/>
          </a:prstGeom>
          <a:noFill/>
          <a:ln w="0">
            <a:noFill/>
          </a:ln>
        </p:spPr>
      </p:pic>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756" name="Rectangle 13">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57" name="Rectangle 15">
            <a:extLst>
              <a:ext uri="{C183D7F6-B498-43B3-948B-1728B52AA6E4}">
                <adec:decorative xmlns:adec="http://schemas.microsoft.com/office/drawing/2017/decorative" val="1"/>
              </a:ext>
            </a:extLst>
          </p:cNvPr>
          <p:cNvSpPr/>
          <p:nvPr/>
        </p:nvSpPr>
        <p:spPr>
          <a:xfrm>
            <a:off x="0" y="0"/>
            <a:ext cx="5019480" cy="64900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58" name="PlaceHolder 1"/>
          <p:cNvSpPr>
            <a:spLocks noGrp="1"/>
          </p:cNvSpPr>
          <p:nvPr>
            <p:ph type="title"/>
          </p:nvPr>
        </p:nvSpPr>
        <p:spPr>
          <a:xfrm>
            <a:off x="594360" y="1209240"/>
            <a:ext cx="3875400" cy="40633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5000" b="0" u="none" strike="noStrike">
                <a:solidFill>
                  <a:schemeClr val="dk1"/>
                </a:solidFill>
                <a:uFillTx/>
                <a:latin typeface="Calibri Light"/>
              </a:rPr>
              <a:t>Eigenschaften eines Services</a:t>
            </a:r>
            <a:endParaRPr lang="de-DE" sz="5000" b="0" u="none" strike="noStrike">
              <a:solidFill>
                <a:srgbClr val="000000"/>
              </a:solidFill>
              <a:uFillTx/>
              <a:latin typeface="Arial"/>
            </a:endParaRPr>
          </a:p>
        </p:txBody>
      </p:sp>
      <p:grpSp>
        <p:nvGrpSpPr>
          <p:cNvPr id="759" name="Group 17">
            <a:extLst>
              <a:ext uri="{C183D7F6-B498-43B3-948B-1728B52AA6E4}">
                <adec:decorative xmlns:adec="http://schemas.microsoft.com/office/drawing/2017/decorative" val="1"/>
              </a:ext>
            </a:extLst>
          </p:cNvPr>
          <p:cNvGrpSpPr/>
          <p:nvPr/>
        </p:nvGrpSpPr>
        <p:grpSpPr>
          <a:xfrm>
            <a:off x="57600" y="2569320"/>
            <a:ext cx="240840" cy="1339560"/>
            <a:chOff x="57600" y="2569320"/>
            <a:chExt cx="240840" cy="1339560"/>
          </a:xfrm>
        </p:grpSpPr>
        <p:sp>
          <p:nvSpPr>
            <p:cNvPr id="760" name="Rectangle 2">
              <a:extLst>
                <a:ext uri="{C183D7F6-B498-43B3-948B-1728B52AA6E4}">
                  <adec:decorative xmlns:adec="http://schemas.microsoft.com/office/drawing/2017/decorative" val="1"/>
                </a:ext>
              </a:extLst>
            </p:cNvPr>
            <p:cNvSpPr/>
            <p:nvPr/>
          </p:nvSpPr>
          <p:spPr>
            <a:xfrm rot="5400000">
              <a:off x="239040" y="31388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1" name="Rectangle 59">
              <a:extLst>
                <a:ext uri="{C183D7F6-B498-43B3-948B-1728B52AA6E4}">
                  <adec:decorative xmlns:adec="http://schemas.microsoft.com/office/drawing/2017/decorative" val="1"/>
                </a:ext>
              </a:extLst>
            </p:cNvPr>
            <p:cNvSpPr/>
            <p:nvPr/>
          </p:nvSpPr>
          <p:spPr>
            <a:xfrm rot="5400000">
              <a:off x="56160" y="31388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2" name="Rectangle 2">
              <a:extLst>
                <a:ext uri="{C183D7F6-B498-43B3-948B-1728B52AA6E4}">
                  <adec:decorative xmlns:adec="http://schemas.microsoft.com/office/drawing/2017/decorative" val="1"/>
                </a:ext>
              </a:extLst>
            </p:cNvPr>
            <p:cNvSpPr/>
            <p:nvPr/>
          </p:nvSpPr>
          <p:spPr>
            <a:xfrm rot="5400000">
              <a:off x="239040" y="29970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3" name="Rectangle 59">
              <a:extLst>
                <a:ext uri="{C183D7F6-B498-43B3-948B-1728B52AA6E4}">
                  <adec:decorative xmlns:adec="http://schemas.microsoft.com/office/drawing/2017/decorative" val="1"/>
                </a:ext>
              </a:extLst>
            </p:cNvPr>
            <p:cNvSpPr/>
            <p:nvPr/>
          </p:nvSpPr>
          <p:spPr>
            <a:xfrm rot="5400000">
              <a:off x="56160" y="29970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4" name="Rectangle 2">
              <a:extLst>
                <a:ext uri="{C183D7F6-B498-43B3-948B-1728B52AA6E4}">
                  <adec:decorative xmlns:adec="http://schemas.microsoft.com/office/drawing/2017/decorative" val="1"/>
                </a:ext>
              </a:extLst>
            </p:cNvPr>
            <p:cNvSpPr/>
            <p:nvPr/>
          </p:nvSpPr>
          <p:spPr>
            <a:xfrm rot="5400000">
              <a:off x="239040" y="28548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5" name="Rectangle 59">
              <a:extLst>
                <a:ext uri="{C183D7F6-B498-43B3-948B-1728B52AA6E4}">
                  <adec:decorative xmlns:adec="http://schemas.microsoft.com/office/drawing/2017/decorative" val="1"/>
                </a:ext>
              </a:extLst>
            </p:cNvPr>
            <p:cNvSpPr/>
            <p:nvPr/>
          </p:nvSpPr>
          <p:spPr>
            <a:xfrm rot="5400000">
              <a:off x="56160" y="28548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6" name="Rectangle 2">
              <a:extLst>
                <a:ext uri="{C183D7F6-B498-43B3-948B-1728B52AA6E4}">
                  <adec:decorative xmlns:adec="http://schemas.microsoft.com/office/drawing/2017/decorative" val="1"/>
                </a:ext>
              </a:extLst>
            </p:cNvPr>
            <p:cNvSpPr/>
            <p:nvPr/>
          </p:nvSpPr>
          <p:spPr>
            <a:xfrm rot="5400000">
              <a:off x="239040" y="27126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7" name="Rectangle 59">
              <a:extLst>
                <a:ext uri="{C183D7F6-B498-43B3-948B-1728B52AA6E4}">
                  <adec:decorative xmlns:adec="http://schemas.microsoft.com/office/drawing/2017/decorative" val="1"/>
                </a:ext>
              </a:extLst>
            </p:cNvPr>
            <p:cNvSpPr/>
            <p:nvPr/>
          </p:nvSpPr>
          <p:spPr>
            <a:xfrm rot="5400000">
              <a:off x="56160" y="27126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8" name="Rectangle 2">
              <a:extLst>
                <a:ext uri="{C183D7F6-B498-43B3-948B-1728B52AA6E4}">
                  <adec:decorative xmlns:adec="http://schemas.microsoft.com/office/drawing/2017/decorative" val="1"/>
                </a:ext>
              </a:extLst>
            </p:cNvPr>
            <p:cNvSpPr/>
            <p:nvPr/>
          </p:nvSpPr>
          <p:spPr>
            <a:xfrm rot="5400000">
              <a:off x="239040" y="25704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9" name="Rectangle 59">
              <a:extLst>
                <a:ext uri="{C183D7F6-B498-43B3-948B-1728B52AA6E4}">
                  <adec:decorative xmlns:adec="http://schemas.microsoft.com/office/drawing/2017/decorative" val="1"/>
                </a:ext>
              </a:extLst>
            </p:cNvPr>
            <p:cNvSpPr/>
            <p:nvPr/>
          </p:nvSpPr>
          <p:spPr>
            <a:xfrm rot="5400000">
              <a:off x="56160" y="25704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0" name="Rectangle 2">
              <a:extLst>
                <a:ext uri="{C183D7F6-B498-43B3-948B-1728B52AA6E4}">
                  <adec:decorative xmlns:adec="http://schemas.microsoft.com/office/drawing/2017/decorative" val="1"/>
                </a:ext>
              </a:extLst>
            </p:cNvPr>
            <p:cNvSpPr/>
            <p:nvPr/>
          </p:nvSpPr>
          <p:spPr>
            <a:xfrm rot="5400000">
              <a:off x="239040" y="38494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1" name="Rectangle 59">
              <a:extLst>
                <a:ext uri="{C183D7F6-B498-43B3-948B-1728B52AA6E4}">
                  <adec:decorative xmlns:adec="http://schemas.microsoft.com/office/drawing/2017/decorative" val="1"/>
                </a:ext>
              </a:extLst>
            </p:cNvPr>
            <p:cNvSpPr/>
            <p:nvPr/>
          </p:nvSpPr>
          <p:spPr>
            <a:xfrm rot="5400000">
              <a:off x="56160" y="38494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2" name="Rectangle 2">
              <a:extLst>
                <a:ext uri="{C183D7F6-B498-43B3-948B-1728B52AA6E4}">
                  <adec:decorative xmlns:adec="http://schemas.microsoft.com/office/drawing/2017/decorative" val="1"/>
                </a:ext>
              </a:extLst>
            </p:cNvPr>
            <p:cNvSpPr/>
            <p:nvPr/>
          </p:nvSpPr>
          <p:spPr>
            <a:xfrm rot="5400000">
              <a:off x="239040" y="37072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3" name="Rectangle 59">
              <a:extLst>
                <a:ext uri="{C183D7F6-B498-43B3-948B-1728B52AA6E4}">
                  <adec:decorative xmlns:adec="http://schemas.microsoft.com/office/drawing/2017/decorative" val="1"/>
                </a:ext>
              </a:extLst>
            </p:cNvPr>
            <p:cNvSpPr/>
            <p:nvPr/>
          </p:nvSpPr>
          <p:spPr>
            <a:xfrm rot="5400000">
              <a:off x="56160" y="37072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4" name="Rectangle 2">
              <a:extLst>
                <a:ext uri="{C183D7F6-B498-43B3-948B-1728B52AA6E4}">
                  <adec:decorative xmlns:adec="http://schemas.microsoft.com/office/drawing/2017/decorative" val="1"/>
                </a:ext>
              </a:extLst>
            </p:cNvPr>
            <p:cNvSpPr/>
            <p:nvPr/>
          </p:nvSpPr>
          <p:spPr>
            <a:xfrm rot="5400000">
              <a:off x="239040" y="35654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5" name="Rectangle 59">
              <a:extLst>
                <a:ext uri="{C183D7F6-B498-43B3-948B-1728B52AA6E4}">
                  <adec:decorative xmlns:adec="http://schemas.microsoft.com/office/drawing/2017/decorative" val="1"/>
                </a:ext>
              </a:extLst>
            </p:cNvPr>
            <p:cNvSpPr/>
            <p:nvPr/>
          </p:nvSpPr>
          <p:spPr>
            <a:xfrm rot="5400000">
              <a:off x="56160" y="35654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6" name="Rectangle 2">
              <a:extLst>
                <a:ext uri="{C183D7F6-B498-43B3-948B-1728B52AA6E4}">
                  <adec:decorative xmlns:adec="http://schemas.microsoft.com/office/drawing/2017/decorative" val="1"/>
                </a:ext>
              </a:extLst>
            </p:cNvPr>
            <p:cNvSpPr/>
            <p:nvPr/>
          </p:nvSpPr>
          <p:spPr>
            <a:xfrm rot="5400000">
              <a:off x="239040" y="34232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7" name="Rectangle 59">
              <a:extLst>
                <a:ext uri="{C183D7F6-B498-43B3-948B-1728B52AA6E4}">
                  <adec:decorative xmlns:adec="http://schemas.microsoft.com/office/drawing/2017/decorative" val="1"/>
                </a:ext>
              </a:extLst>
            </p:cNvPr>
            <p:cNvSpPr/>
            <p:nvPr/>
          </p:nvSpPr>
          <p:spPr>
            <a:xfrm rot="5400000">
              <a:off x="56160" y="34232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8" name="Rectangle 2">
              <a:extLst>
                <a:ext uri="{C183D7F6-B498-43B3-948B-1728B52AA6E4}">
                  <adec:decorative xmlns:adec="http://schemas.microsoft.com/office/drawing/2017/decorative" val="1"/>
                </a:ext>
              </a:extLst>
            </p:cNvPr>
            <p:cNvSpPr/>
            <p:nvPr/>
          </p:nvSpPr>
          <p:spPr>
            <a:xfrm rot="5400000">
              <a:off x="239040" y="32810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9" name="Rectangle 59">
              <a:extLst>
                <a:ext uri="{C183D7F6-B498-43B3-948B-1728B52AA6E4}">
                  <adec:decorative xmlns:adec="http://schemas.microsoft.com/office/drawing/2017/decorative" val="1"/>
                </a:ext>
              </a:extLst>
            </p:cNvPr>
            <p:cNvSpPr/>
            <p:nvPr/>
          </p:nvSpPr>
          <p:spPr>
            <a:xfrm rot="5400000">
              <a:off x="56160" y="32810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780" name="Rectangle 39">
            <a:extLst>
              <a:ext uri="{C183D7F6-B498-43B3-948B-1728B52AA6E4}">
                <adec:decorative xmlns:adec="http://schemas.microsoft.com/office/drawing/2017/decorative" val="1"/>
              </a:ext>
            </a:extLst>
          </p:cNvPr>
          <p:cNvSpPr/>
          <p:nvPr/>
        </p:nvSpPr>
        <p:spPr>
          <a:xfrm>
            <a:off x="0" y="6501240"/>
            <a:ext cx="12190680" cy="355320"/>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aphicFrame>
        <p:nvGraphicFramePr>
          <p:cNvPr id="8" name="Diagram8"/>
          <p:cNvGraphicFramePr/>
          <p:nvPr>
            <p:extLst>
              <p:ext uri="{D42A27DB-BD31-4B8C-83A1-F6EECF244321}">
                <p14:modId xmlns:p14="http://schemas.microsoft.com/office/powerpoint/2010/main" val="4177044177"/>
              </p:ext>
            </p:extLst>
          </p:nvPr>
        </p:nvGraphicFramePr>
        <p:xfrm>
          <a:off x="5614560" y="457200"/>
          <a:ext cx="6116040" cy="56952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781" name="Rectangle 8">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2" name="Rectangle 10">
            <a:extLst>
              <a:ext uri="{C183D7F6-B498-43B3-948B-1728B52AA6E4}">
                <adec:decorative xmlns:adec="http://schemas.microsoft.com/office/drawing/2017/decorative" val="1"/>
              </a:ext>
            </a:extLst>
          </p:cNvPr>
          <p:cNvSpPr/>
          <p:nvPr/>
        </p:nvSpPr>
        <p:spPr>
          <a:xfrm>
            <a:off x="0" y="0"/>
            <a:ext cx="5019480" cy="64900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3" name="PlaceHolder 1"/>
          <p:cNvSpPr>
            <a:spLocks noGrp="1"/>
          </p:cNvSpPr>
          <p:nvPr>
            <p:ph type="title"/>
          </p:nvPr>
        </p:nvSpPr>
        <p:spPr>
          <a:xfrm>
            <a:off x="594360" y="1209240"/>
            <a:ext cx="3875400" cy="40633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5000" b="0" u="none" strike="noStrike">
                <a:solidFill>
                  <a:schemeClr val="dk1"/>
                </a:solidFill>
                <a:uFillTx/>
                <a:latin typeface="Calibri Light"/>
              </a:rPr>
              <a:t>Services? Was</a:t>
            </a:r>
            <a:endParaRPr lang="de-DE" sz="5000" b="0" u="none" strike="noStrike">
              <a:solidFill>
                <a:srgbClr val="000000"/>
              </a:solidFill>
              <a:uFillTx/>
              <a:latin typeface="Arial"/>
            </a:endParaRPr>
          </a:p>
        </p:txBody>
      </p:sp>
      <p:grpSp>
        <p:nvGrpSpPr>
          <p:cNvPr id="784" name="Group 12">
            <a:extLst>
              <a:ext uri="{C183D7F6-B498-43B3-948B-1728B52AA6E4}">
                <adec:decorative xmlns:adec="http://schemas.microsoft.com/office/drawing/2017/decorative" val="1"/>
              </a:ext>
            </a:extLst>
          </p:cNvPr>
          <p:cNvGrpSpPr/>
          <p:nvPr/>
        </p:nvGrpSpPr>
        <p:grpSpPr>
          <a:xfrm>
            <a:off x="57600" y="2569320"/>
            <a:ext cx="240840" cy="1339560"/>
            <a:chOff x="57600" y="2569320"/>
            <a:chExt cx="240840" cy="1339560"/>
          </a:xfrm>
        </p:grpSpPr>
        <p:sp>
          <p:nvSpPr>
            <p:cNvPr id="785" name="Rectangle 2">
              <a:extLst>
                <a:ext uri="{C183D7F6-B498-43B3-948B-1728B52AA6E4}">
                  <adec:decorative xmlns:adec="http://schemas.microsoft.com/office/drawing/2017/decorative" val="1"/>
                </a:ext>
              </a:extLst>
            </p:cNvPr>
            <p:cNvSpPr/>
            <p:nvPr/>
          </p:nvSpPr>
          <p:spPr>
            <a:xfrm rot="5400000">
              <a:off x="239040" y="31388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6" name="Rectangle 59">
              <a:extLst>
                <a:ext uri="{C183D7F6-B498-43B3-948B-1728B52AA6E4}">
                  <adec:decorative xmlns:adec="http://schemas.microsoft.com/office/drawing/2017/decorative" val="1"/>
                </a:ext>
              </a:extLst>
            </p:cNvPr>
            <p:cNvSpPr/>
            <p:nvPr/>
          </p:nvSpPr>
          <p:spPr>
            <a:xfrm rot="5400000">
              <a:off x="56160" y="31388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7" name="Rectangle 2">
              <a:extLst>
                <a:ext uri="{C183D7F6-B498-43B3-948B-1728B52AA6E4}">
                  <adec:decorative xmlns:adec="http://schemas.microsoft.com/office/drawing/2017/decorative" val="1"/>
                </a:ext>
              </a:extLst>
            </p:cNvPr>
            <p:cNvSpPr/>
            <p:nvPr/>
          </p:nvSpPr>
          <p:spPr>
            <a:xfrm rot="5400000">
              <a:off x="239040" y="29970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8" name="Rectangle 59">
              <a:extLst>
                <a:ext uri="{C183D7F6-B498-43B3-948B-1728B52AA6E4}">
                  <adec:decorative xmlns:adec="http://schemas.microsoft.com/office/drawing/2017/decorative" val="1"/>
                </a:ext>
              </a:extLst>
            </p:cNvPr>
            <p:cNvSpPr/>
            <p:nvPr/>
          </p:nvSpPr>
          <p:spPr>
            <a:xfrm rot="5400000">
              <a:off x="56160" y="29970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9" name="Rectangle 2">
              <a:extLst>
                <a:ext uri="{C183D7F6-B498-43B3-948B-1728B52AA6E4}">
                  <adec:decorative xmlns:adec="http://schemas.microsoft.com/office/drawing/2017/decorative" val="1"/>
                </a:ext>
              </a:extLst>
            </p:cNvPr>
            <p:cNvSpPr/>
            <p:nvPr/>
          </p:nvSpPr>
          <p:spPr>
            <a:xfrm rot="5400000">
              <a:off x="239040" y="28548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0" name="Rectangle 59">
              <a:extLst>
                <a:ext uri="{C183D7F6-B498-43B3-948B-1728B52AA6E4}">
                  <adec:decorative xmlns:adec="http://schemas.microsoft.com/office/drawing/2017/decorative" val="1"/>
                </a:ext>
              </a:extLst>
            </p:cNvPr>
            <p:cNvSpPr/>
            <p:nvPr/>
          </p:nvSpPr>
          <p:spPr>
            <a:xfrm rot="5400000">
              <a:off x="56160" y="28548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1" name="Rectangle 2">
              <a:extLst>
                <a:ext uri="{C183D7F6-B498-43B3-948B-1728B52AA6E4}">
                  <adec:decorative xmlns:adec="http://schemas.microsoft.com/office/drawing/2017/decorative" val="1"/>
                </a:ext>
              </a:extLst>
            </p:cNvPr>
            <p:cNvSpPr/>
            <p:nvPr/>
          </p:nvSpPr>
          <p:spPr>
            <a:xfrm rot="5400000">
              <a:off x="239040" y="27126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2" name="Rectangle 59">
              <a:extLst>
                <a:ext uri="{C183D7F6-B498-43B3-948B-1728B52AA6E4}">
                  <adec:decorative xmlns:adec="http://schemas.microsoft.com/office/drawing/2017/decorative" val="1"/>
                </a:ext>
              </a:extLst>
            </p:cNvPr>
            <p:cNvSpPr/>
            <p:nvPr/>
          </p:nvSpPr>
          <p:spPr>
            <a:xfrm rot="5400000">
              <a:off x="56160" y="27126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3" name="Rectangle 2">
              <a:extLst>
                <a:ext uri="{C183D7F6-B498-43B3-948B-1728B52AA6E4}">
                  <adec:decorative xmlns:adec="http://schemas.microsoft.com/office/drawing/2017/decorative" val="1"/>
                </a:ext>
              </a:extLst>
            </p:cNvPr>
            <p:cNvSpPr/>
            <p:nvPr/>
          </p:nvSpPr>
          <p:spPr>
            <a:xfrm rot="5400000">
              <a:off x="239040" y="25704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4" name="Rectangle 59">
              <a:extLst>
                <a:ext uri="{C183D7F6-B498-43B3-948B-1728B52AA6E4}">
                  <adec:decorative xmlns:adec="http://schemas.microsoft.com/office/drawing/2017/decorative" val="1"/>
                </a:ext>
              </a:extLst>
            </p:cNvPr>
            <p:cNvSpPr/>
            <p:nvPr/>
          </p:nvSpPr>
          <p:spPr>
            <a:xfrm rot="5400000">
              <a:off x="56160" y="25704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5" name="Rectangle 2">
              <a:extLst>
                <a:ext uri="{C183D7F6-B498-43B3-948B-1728B52AA6E4}">
                  <adec:decorative xmlns:adec="http://schemas.microsoft.com/office/drawing/2017/decorative" val="1"/>
                </a:ext>
              </a:extLst>
            </p:cNvPr>
            <p:cNvSpPr/>
            <p:nvPr/>
          </p:nvSpPr>
          <p:spPr>
            <a:xfrm rot="5400000">
              <a:off x="239040" y="38494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6" name="Rectangle 59">
              <a:extLst>
                <a:ext uri="{C183D7F6-B498-43B3-948B-1728B52AA6E4}">
                  <adec:decorative xmlns:adec="http://schemas.microsoft.com/office/drawing/2017/decorative" val="1"/>
                </a:ext>
              </a:extLst>
            </p:cNvPr>
            <p:cNvSpPr/>
            <p:nvPr/>
          </p:nvSpPr>
          <p:spPr>
            <a:xfrm rot="5400000">
              <a:off x="56160" y="38494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7" name="Rectangle 2">
              <a:extLst>
                <a:ext uri="{C183D7F6-B498-43B3-948B-1728B52AA6E4}">
                  <adec:decorative xmlns:adec="http://schemas.microsoft.com/office/drawing/2017/decorative" val="1"/>
                </a:ext>
              </a:extLst>
            </p:cNvPr>
            <p:cNvSpPr/>
            <p:nvPr/>
          </p:nvSpPr>
          <p:spPr>
            <a:xfrm rot="5400000">
              <a:off x="239040" y="37072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8" name="Rectangle 59">
              <a:extLst>
                <a:ext uri="{C183D7F6-B498-43B3-948B-1728B52AA6E4}">
                  <adec:decorative xmlns:adec="http://schemas.microsoft.com/office/drawing/2017/decorative" val="1"/>
                </a:ext>
              </a:extLst>
            </p:cNvPr>
            <p:cNvSpPr/>
            <p:nvPr/>
          </p:nvSpPr>
          <p:spPr>
            <a:xfrm rot="5400000">
              <a:off x="56160" y="37072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9" name="Rectangle 2">
              <a:extLst>
                <a:ext uri="{C183D7F6-B498-43B3-948B-1728B52AA6E4}">
                  <adec:decorative xmlns:adec="http://schemas.microsoft.com/office/drawing/2017/decorative" val="1"/>
                </a:ext>
              </a:extLst>
            </p:cNvPr>
            <p:cNvSpPr/>
            <p:nvPr/>
          </p:nvSpPr>
          <p:spPr>
            <a:xfrm rot="5400000">
              <a:off x="239040" y="35654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00" name="Rectangle 59">
              <a:extLst>
                <a:ext uri="{C183D7F6-B498-43B3-948B-1728B52AA6E4}">
                  <adec:decorative xmlns:adec="http://schemas.microsoft.com/office/drawing/2017/decorative" val="1"/>
                </a:ext>
              </a:extLst>
            </p:cNvPr>
            <p:cNvSpPr/>
            <p:nvPr/>
          </p:nvSpPr>
          <p:spPr>
            <a:xfrm rot="5400000">
              <a:off x="56160" y="35654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01" name="Rectangle 2">
              <a:extLst>
                <a:ext uri="{C183D7F6-B498-43B3-948B-1728B52AA6E4}">
                  <adec:decorative xmlns:adec="http://schemas.microsoft.com/office/drawing/2017/decorative" val="1"/>
                </a:ext>
              </a:extLst>
            </p:cNvPr>
            <p:cNvSpPr/>
            <p:nvPr/>
          </p:nvSpPr>
          <p:spPr>
            <a:xfrm rot="5400000">
              <a:off x="239040" y="34232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02" name="Rectangle 59">
              <a:extLst>
                <a:ext uri="{C183D7F6-B498-43B3-948B-1728B52AA6E4}">
                  <adec:decorative xmlns:adec="http://schemas.microsoft.com/office/drawing/2017/decorative" val="1"/>
                </a:ext>
              </a:extLst>
            </p:cNvPr>
            <p:cNvSpPr/>
            <p:nvPr/>
          </p:nvSpPr>
          <p:spPr>
            <a:xfrm rot="5400000">
              <a:off x="56160" y="34232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03" name="Rectangle 2">
              <a:extLst>
                <a:ext uri="{C183D7F6-B498-43B3-948B-1728B52AA6E4}">
                  <adec:decorative xmlns:adec="http://schemas.microsoft.com/office/drawing/2017/decorative" val="1"/>
                </a:ext>
              </a:extLst>
            </p:cNvPr>
            <p:cNvSpPr/>
            <p:nvPr/>
          </p:nvSpPr>
          <p:spPr>
            <a:xfrm rot="5400000">
              <a:off x="239040" y="32810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04" name="Rectangle 59">
              <a:extLst>
                <a:ext uri="{C183D7F6-B498-43B3-948B-1728B52AA6E4}">
                  <adec:decorative xmlns:adec="http://schemas.microsoft.com/office/drawing/2017/decorative" val="1"/>
                </a:ext>
              </a:extLst>
            </p:cNvPr>
            <p:cNvSpPr/>
            <p:nvPr/>
          </p:nvSpPr>
          <p:spPr>
            <a:xfrm rot="5400000">
              <a:off x="56160" y="32810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805" name="Rectangle 34">
            <a:extLst>
              <a:ext uri="{C183D7F6-B498-43B3-948B-1728B52AA6E4}">
                <adec:decorative xmlns:adec="http://schemas.microsoft.com/office/drawing/2017/decorative" val="1"/>
              </a:ext>
            </a:extLst>
          </p:cNvPr>
          <p:cNvSpPr/>
          <p:nvPr/>
        </p:nvSpPr>
        <p:spPr>
          <a:xfrm>
            <a:off x="0" y="6501240"/>
            <a:ext cx="12190680" cy="355320"/>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aphicFrame>
        <p:nvGraphicFramePr>
          <p:cNvPr id="9" name="Diagram9"/>
          <p:cNvGraphicFramePr/>
          <p:nvPr>
            <p:extLst>
              <p:ext uri="{D42A27DB-BD31-4B8C-83A1-F6EECF244321}">
                <p14:modId xmlns:p14="http://schemas.microsoft.com/office/powerpoint/2010/main" val="1929844664"/>
              </p:ext>
            </p:extLst>
          </p:nvPr>
        </p:nvGraphicFramePr>
        <p:xfrm>
          <a:off x="5614560" y="457200"/>
          <a:ext cx="6116040" cy="56952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Aufgaben eines Services</a:t>
            </a:r>
            <a:endParaRPr lang="de-DE" sz="4400" b="0" u="none" strike="noStrike">
              <a:solidFill>
                <a:srgbClr val="000000"/>
              </a:solidFill>
              <a:uFillTx/>
              <a:latin typeface="Arial"/>
            </a:endParaRPr>
          </a:p>
        </p:txBody>
      </p:sp>
      <p:sp>
        <p:nvSpPr>
          <p:cNvPr id="80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Standard-Services des Angular-Frameworks stellen nützliche Routinen zur Verfügung</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Beispielsweise wird die Client-Server-Kommunikation über den </a:t>
            </a:r>
            <a:r>
              <a:rPr lang="de-DE" sz="2400" b="0" u="none" strike="noStrike">
                <a:solidFill>
                  <a:schemeClr val="dk1"/>
                </a:solidFill>
                <a:uFillTx/>
                <a:latin typeface="Courier New"/>
              </a:rPr>
              <a:t>HttpClient</a:t>
            </a:r>
            <a:r>
              <a:rPr lang="de-DE" sz="2400" b="0" u="none" strike="noStrike">
                <a:solidFill>
                  <a:schemeClr val="dk1"/>
                </a:solidFill>
                <a:uFillTx/>
                <a:latin typeface="Calibri"/>
              </a:rPr>
              <a:t>-Service realisiert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Eigene Services werden in der Anwendung häufig benutzt, um in einer sauberen Architektur ein Datenmodell zu definieren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Dieses wird dann von allen Components konsistent benutzt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Services ermöglichen damit eine Inter-Component-Kommunikation, die unabhängig von Input-Parametern sind</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Wesentlich leichter wartbar</a:t>
            </a:r>
            <a:endParaRPr lang="de-DE" sz="2000" b="0" u="none" strike="noStrike">
              <a:solidFill>
                <a:srgbClr val="000000"/>
              </a:solidFill>
              <a:uFillTx/>
              <a:latin typeface="Arial"/>
            </a:endParaRPr>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Ein simpler Service</a:t>
            </a:r>
            <a:endParaRPr lang="de-DE" sz="4400" b="0" u="none" strike="noStrike">
              <a:solidFill>
                <a:srgbClr val="000000"/>
              </a:solidFill>
              <a:uFillTx/>
              <a:latin typeface="Arial"/>
            </a:endParaRPr>
          </a:p>
        </p:txBody>
      </p:sp>
      <p:sp>
        <p:nvSpPr>
          <p:cNvPr id="80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870"/>
              </a:spcBef>
              <a:buClr>
                <a:srgbClr val="000000"/>
              </a:buClr>
              <a:buFont typeface="Arial"/>
              <a:buChar char="•"/>
            </a:pPr>
            <a:r>
              <a:rPr lang="de-DE" sz="2400" b="0" u="none" strike="noStrike">
                <a:solidFill>
                  <a:schemeClr val="dk1"/>
                </a:solidFill>
                <a:uFillTx/>
                <a:latin typeface="Calibri"/>
              </a:rPr>
              <a:t>Die Erzeugung eines Services kann das Angular-CLI übernehmen</a:t>
            </a:r>
            <a:endParaRPr lang="de-DE" sz="24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ng generate service &lt;ServiceName&gt;</a:t>
            </a:r>
            <a:endParaRPr lang="de-DE" sz="2100" b="0" u="none" strike="noStrike">
              <a:solidFill>
                <a:srgbClr val="000000"/>
              </a:solidFill>
              <a:uFillTx/>
              <a:latin typeface="Arial"/>
            </a:endParaRPr>
          </a:p>
          <a:p>
            <a:pPr marL="228600" indent="-228600" defTabSz="914400">
              <a:lnSpc>
                <a:spcPct val="90000"/>
              </a:lnSpc>
              <a:spcBef>
                <a:spcPts val="870"/>
              </a:spcBef>
              <a:buClr>
                <a:srgbClr val="000000"/>
              </a:buClr>
              <a:buFont typeface="Arial"/>
              <a:buChar char="•"/>
            </a:pPr>
            <a:r>
              <a:rPr lang="de-DE" sz="2400" b="0" u="none" strike="noStrike">
                <a:solidFill>
                  <a:schemeClr val="dk1"/>
                </a:solidFill>
                <a:uFillTx/>
                <a:latin typeface="Calibri"/>
              </a:rPr>
              <a:t>Ein Service selbst ist eine @Injectable-Klasse</a:t>
            </a:r>
            <a:endParaRPr lang="de-DE" sz="24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@Injectable({ providedIn: 'root' }) – anwendungsweiter Singleton, tree-shakeable</a:t>
            </a:r>
            <a:endParaRPr lang="de-DE" sz="2100" b="0" u="none" strike="noStrike">
              <a:solidFill>
                <a:srgbClr val="000000"/>
              </a:solidFill>
              <a:uFillTx/>
              <a:latin typeface="Arial"/>
            </a:endParaRPr>
          </a:p>
          <a:p>
            <a:pPr marL="228600" indent="-228600" defTabSz="914400">
              <a:lnSpc>
                <a:spcPct val="90000"/>
              </a:lnSpc>
              <a:spcBef>
                <a:spcPts val="870"/>
              </a:spcBef>
              <a:buClr>
                <a:srgbClr val="000000"/>
              </a:buClr>
              <a:buFont typeface="Arial"/>
              <a:buChar char="•"/>
            </a:pPr>
            <a:r>
              <a:rPr lang="de-DE" sz="2400" b="0" u="none" strike="noStrike">
                <a:solidFill>
                  <a:schemeClr val="dk1"/>
                </a:solidFill>
                <a:uFillTx/>
                <a:latin typeface="Calibri"/>
              </a:rPr>
              <a:t>Nutzung in jeder anderen Angular-Klasse per inject() (oder Konstruktor)</a:t>
            </a:r>
            <a:endParaRPr lang="de-DE" sz="24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Components</a:t>
            </a:r>
            <a:endParaRPr lang="de-DE" sz="21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Andere Services, Guards, Interceptors</a:t>
            </a:r>
            <a:endParaRPr lang="de-DE" sz="2100" b="0" u="none" strike="noStrike">
              <a:solidFill>
                <a:srgbClr val="000000"/>
              </a:solidFill>
              <a:uFillTx/>
              <a:latin typeface="Arial"/>
            </a:endParaRPr>
          </a:p>
          <a:p>
            <a:pPr marL="228600" indent="-228600" defTabSz="914400">
              <a:lnSpc>
                <a:spcPct val="90000"/>
              </a:lnSpc>
              <a:spcBef>
                <a:spcPts val="870"/>
              </a:spcBef>
              <a:buClr>
                <a:srgbClr val="000000"/>
              </a:buClr>
              <a:buFont typeface="Arial"/>
              <a:buChar char="•"/>
            </a:pPr>
            <a:r>
              <a:rPr lang="de-DE" sz="2400" b="0" u="none" strike="noStrike">
                <a:solidFill>
                  <a:schemeClr val="dk1"/>
                </a:solidFill>
                <a:uFillTx/>
                <a:latin typeface="Calibri"/>
              </a:rPr>
              <a:t>Alternativen zur Registrierung</a:t>
            </a:r>
            <a:endParaRPr lang="de-DE" sz="24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providers in bootstrapApplication (main.ts)</a:t>
            </a:r>
            <a:endParaRPr lang="de-DE" sz="21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providers der @Component-Annotation</a:t>
            </a:r>
            <a:endParaRPr lang="de-DE" sz="21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https://angular.dev/guide/di</a:t>
            </a:r>
            <a:endParaRPr lang="de-DE" sz="2100" b="0" u="none" strike="noStrike">
              <a:solidFill>
                <a:srgbClr val="000000"/>
              </a:solidFill>
              <a:uFillTx/>
              <a:latin typeface="Arial"/>
            </a:endParaRPr>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Methode in Services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008080"/>
                </a:solidFill>
                <a:uFillTx/>
                <a:latin typeface="SourceCodePro"/>
              </a:rPr>
              <a:t>Artist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"./artist.model"</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ArtistService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48484C"/>
                </a:solidFill>
                <a:uFillTx/>
                <a:latin typeface="SourceCodePro"/>
              </a:rPr>
              <a:t>getAllArtists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Artist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1E347B"/>
                </a:solidFill>
                <a:uFillTx/>
                <a:latin typeface="SourceCodePro"/>
              </a:rPr>
              <a:t>	return</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API Stabilität</a:t>
            </a:r>
            <a:endParaRPr lang="de-DE" sz="4400" b="0" u="none" strike="noStrike">
              <a:solidFill>
                <a:srgbClr val="000000"/>
              </a:solidFill>
              <a:uFillTx/>
              <a:latin typeface="Arial"/>
            </a:endParaRPr>
          </a:p>
        </p:txBody>
      </p:sp>
      <p:sp>
        <p:nvSpPr>
          <p:cNvPr id="81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Service versteckt Details über Datenhaltung vor Komponenten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API stabil, Datenquelle austauschbar</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Best Practice: Mock-Daten parallel zu Service in eigene Datei ablegen</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008080"/>
                </a:solidFill>
                <a:uFillTx/>
                <a:latin typeface="SourceCodePro"/>
              </a:rPr>
              <a:t>Artist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"./artist.model"</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ARTISTS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'./artist.mock'</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ArtistService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914400" indent="0" defTabSz="914400">
              <a:lnSpc>
                <a:spcPct val="90000"/>
              </a:lnSpc>
              <a:spcBef>
                <a:spcPts val="499"/>
              </a:spcBef>
              <a:buNone/>
              <a:tabLst>
                <a:tab pos="0" algn="l"/>
              </a:tabLst>
            </a:pPr>
            <a:r>
              <a:rPr lang="de-DE" sz="2800" b="0" u="none" strike="noStrike">
                <a:solidFill>
                  <a:srgbClr val="48484C"/>
                </a:solidFill>
                <a:uFillTx/>
                <a:latin typeface="SourceCodePro"/>
              </a:rPr>
              <a:t>getAllArtists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Artist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914400" indent="0" defTabSz="914400">
              <a:lnSpc>
                <a:spcPct val="90000"/>
              </a:lnSpc>
              <a:spcBef>
                <a:spcPts val="499"/>
              </a:spcBef>
              <a:buNone/>
              <a:tabLst>
                <a:tab pos="0" algn="l"/>
              </a:tabLst>
            </a:pPr>
            <a:r>
              <a:rPr lang="de-DE" sz="2800" b="0" u="none" strike="noStrike">
                <a:solidFill>
                  <a:srgbClr val="1E347B"/>
                </a:solidFill>
                <a:uFillTx/>
                <a:latin typeface="SourceCodePro"/>
              </a:rPr>
              <a:t>	return</a:t>
            </a:r>
            <a:r>
              <a:rPr lang="de-DE" sz="2800" b="0" u="none" strike="noStrike">
                <a:solidFill>
                  <a:srgbClr val="48484C"/>
                </a:solidFill>
                <a:uFillTx/>
                <a:latin typeface="SourceCodePro"/>
              </a:rPr>
              <a:t> ARTISTS</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914400" indent="0" defTabSz="914400">
              <a:lnSpc>
                <a:spcPct val="90000"/>
              </a:lnSpc>
              <a:spcBef>
                <a:spcPts val="499"/>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Arial"/>
              </a:rPr>
              <a:t>Objektnetze in OO- Systemen</a:t>
            </a:r>
            <a:endParaRPr lang="de-DE" sz="4400" b="0" u="none" strike="noStrike">
              <a:solidFill>
                <a:srgbClr val="000000"/>
              </a:solidFill>
              <a:uFillTx/>
              <a:latin typeface="Arial"/>
            </a:endParaRPr>
          </a:p>
        </p:txBody>
      </p:sp>
      <p:graphicFrame>
        <p:nvGraphicFramePr>
          <p:cNvPr id="10" name="Diagram10"/>
          <p:cNvGraphicFramePr/>
          <p:nvPr>
            <p:extLst>
              <p:ext uri="{D42A27DB-BD31-4B8C-83A1-F6EECF244321}">
                <p14:modId xmlns:p14="http://schemas.microsoft.com/office/powerpoint/2010/main" val="1758125532"/>
              </p:ext>
            </p:extLst>
          </p:nvPr>
        </p:nvGraphicFramePr>
        <p:xfrm>
          <a:off x="1981080" y="1600200"/>
          <a:ext cx="8228160" cy="45244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Assignment by Third Party</a:t>
            </a:r>
            <a:endParaRPr lang="de-DE" sz="4400" b="0" u="none" strike="noStrike">
              <a:solidFill>
                <a:srgbClr val="000000"/>
              </a:solidFill>
              <a:uFillTx/>
              <a:latin typeface="Arial"/>
            </a:endParaRPr>
          </a:p>
        </p:txBody>
      </p:sp>
      <p:sp>
        <p:nvSpPr>
          <p:cNvPr id="816" name="PlaceHolder 2"/>
          <p:cNvSpPr>
            <a:spLocks noGrp="1"/>
          </p:cNvSpPr>
          <p:nvPr>
            <p:ph/>
          </p:nvPr>
        </p:nvSpPr>
        <p:spPr>
          <a:xfrm>
            <a:off x="838080" y="1825560"/>
            <a:ext cx="10514160" cy="4349880"/>
          </a:xfrm>
          <a:prstGeom prst="rect">
            <a:avLst/>
          </a:prstGeom>
          <a:noFill/>
          <a:ln w="0">
            <a:noFill/>
          </a:ln>
        </p:spPr>
        <p:txBody>
          <a:bodyPr lIns="91440" tIns="45720" rIns="91440" bIns="45720" anchor="ctr">
            <a:noAutofit/>
          </a:bodyPr>
          <a:lstStyle/>
          <a:p>
            <a:pPr marL="228600" indent="-228600" defTabSz="914400">
              <a:lnSpc>
                <a:spcPct val="90000"/>
              </a:lnSpc>
              <a:spcBef>
                <a:spcPts val="1001"/>
              </a:spcBef>
              <a:buNone/>
              <a:tabLst>
                <a:tab pos="0" algn="l"/>
              </a:tabLst>
            </a:pPr>
            <a:r>
              <a:rPr lang="de-DE" sz="2800" b="0" u="none" strike="noStrike">
                <a:solidFill>
                  <a:schemeClr val="dk1"/>
                </a:solidFill>
                <a:uFillTx/>
                <a:latin typeface="Courier New"/>
              </a:rPr>
              <a:t> </a:t>
            </a:r>
            <a:r>
              <a:rPr lang="de-DE" sz="2000" b="1" u="none" strike="noStrike">
                <a:solidFill>
                  <a:srgbClr val="7F0055"/>
                </a:solidFill>
                <a:uFillTx/>
                <a:latin typeface="Courier New"/>
              </a:rPr>
              <a:t>public</a:t>
            </a:r>
            <a:r>
              <a:rPr lang="de-DE" sz="2000" b="0" u="none" strike="noStrike">
                <a:solidFill>
                  <a:schemeClr val="dk1"/>
                </a:solidFill>
                <a:uFillTx/>
                <a:latin typeface="Courier New"/>
              </a:rPr>
              <a:t> </a:t>
            </a:r>
            <a:r>
              <a:rPr lang="de-DE" sz="2000" b="1" u="none" strike="noStrike">
                <a:solidFill>
                  <a:srgbClr val="7F0055"/>
                </a:solidFill>
                <a:uFillTx/>
                <a:latin typeface="Courier New"/>
              </a:rPr>
              <a:t>static</a:t>
            </a:r>
            <a:r>
              <a:rPr lang="de-DE" sz="2000" b="0" u="none" strike="noStrike">
                <a:solidFill>
                  <a:schemeClr val="dk1"/>
                </a:solidFill>
                <a:uFillTx/>
                <a:latin typeface="Courier New"/>
              </a:rPr>
              <a:t> </a:t>
            </a:r>
            <a:r>
              <a:rPr lang="de-DE" sz="2000" b="1" u="none" strike="noStrike">
                <a:solidFill>
                  <a:srgbClr val="7F0055"/>
                </a:solidFill>
                <a:uFillTx/>
                <a:latin typeface="Courier New"/>
              </a:rPr>
              <a:t>void</a:t>
            </a:r>
            <a:r>
              <a:rPr lang="de-DE" sz="2000" b="0" u="none" strike="noStrike">
                <a:solidFill>
                  <a:schemeClr val="dk1"/>
                </a:solidFill>
                <a:uFillTx/>
                <a:latin typeface="Courier New"/>
              </a:rPr>
              <a:t> main(String[] args)</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 {</a:t>
            </a:r>
            <a:endParaRPr lang="de-DE" sz="2000" b="0" u="none" strike="noStrike">
              <a:solidFill>
                <a:srgbClr val="000000"/>
              </a:solidFill>
              <a:uFillTx/>
              <a:latin typeface="Arial"/>
            </a:endParaRPr>
          </a:p>
          <a:p>
            <a:pPr marL="685800" indent="-228600" defTabSz="914400">
              <a:lnSpc>
                <a:spcPct val="90000"/>
              </a:lnSpc>
              <a:spcBef>
                <a:spcPts val="499"/>
              </a:spcBef>
              <a:buNone/>
              <a:tabLst>
                <a:tab pos="0" algn="l"/>
              </a:tabLst>
            </a:pPr>
            <a:r>
              <a:rPr lang="de-DE" sz="1800" b="0" u="none" strike="noStrike">
                <a:solidFill>
                  <a:schemeClr val="dk1"/>
                </a:solidFill>
                <a:uFillTx/>
                <a:latin typeface="Courier New"/>
              </a:rPr>
              <a:t> 	</a:t>
            </a:r>
            <a:r>
              <a:rPr lang="de-DE" sz="2400" b="0" u="none" strike="noStrike">
                <a:solidFill>
                  <a:schemeClr val="dk1"/>
                </a:solidFill>
                <a:uFillTx/>
                <a:latin typeface="Courier New"/>
              </a:rPr>
              <a:t>MyService service = </a:t>
            </a:r>
            <a:r>
              <a:rPr lang="de-DE" sz="2400" b="1" u="none" strike="noStrike">
                <a:solidFill>
                  <a:srgbClr val="7F0055"/>
                </a:solidFill>
                <a:uFillTx/>
                <a:latin typeface="Courier New"/>
              </a:rPr>
              <a:t>new</a:t>
            </a:r>
            <a:r>
              <a:rPr lang="de-DE" sz="2400" b="0" u="none" strike="noStrike">
                <a:solidFill>
                  <a:schemeClr val="dk1"/>
                </a:solidFill>
                <a:uFillTx/>
                <a:latin typeface="Courier New"/>
              </a:rPr>
              <a:t> MyService();</a:t>
            </a:r>
            <a:endParaRPr lang="de-DE" sz="2400" b="0" u="none" strike="noStrike">
              <a:solidFill>
                <a:srgbClr val="000000"/>
              </a:solidFill>
              <a:uFillTx/>
              <a:latin typeface="Arial"/>
            </a:endParaRPr>
          </a:p>
          <a:p>
            <a:pPr marL="685800" indent="-228600" defTabSz="914400">
              <a:lnSpc>
                <a:spcPct val="90000"/>
              </a:lnSpc>
              <a:spcBef>
                <a:spcPts val="499"/>
              </a:spcBef>
              <a:buNone/>
              <a:tabLst>
                <a:tab pos="0" algn="l"/>
              </a:tabLst>
            </a:pPr>
            <a:r>
              <a:rPr lang="de-DE" sz="2400" b="0" u="none" strike="noStrike">
                <a:solidFill>
                  <a:schemeClr val="dk1"/>
                </a:solidFill>
                <a:uFillTx/>
                <a:latin typeface="Courier New"/>
              </a:rPr>
              <a:t> 	service.setDAO(</a:t>
            </a:r>
            <a:r>
              <a:rPr lang="de-DE" sz="2400" b="1" u="none" strike="noStrike">
                <a:solidFill>
                  <a:srgbClr val="7F0055"/>
                </a:solidFill>
                <a:uFillTx/>
                <a:latin typeface="Courier New"/>
              </a:rPr>
              <a:t>new</a:t>
            </a:r>
            <a:r>
              <a:rPr lang="de-DE" sz="2400" b="0" u="none" strike="noStrike">
                <a:solidFill>
                  <a:schemeClr val="dk1"/>
                </a:solidFill>
                <a:uFillTx/>
                <a:latin typeface="Courier New"/>
              </a:rPr>
              <a:t> MyDAO());</a:t>
            </a:r>
            <a:endParaRPr lang="de-DE" sz="24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 }</a:t>
            </a:r>
            <a:endParaRPr lang="de-DE" sz="2000" b="0" u="none" strike="noStrike">
              <a:solidFill>
                <a:srgbClr val="000000"/>
              </a:solidFill>
              <a:uFillTx/>
              <a:latin typeface="Arial"/>
            </a:endParaRPr>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Creating itself - DIRECT</a:t>
            </a:r>
            <a:endParaRPr lang="de-DE" sz="4400" b="0" u="none" strike="noStrike">
              <a:solidFill>
                <a:srgbClr val="000000"/>
              </a:solidFill>
              <a:uFillTx/>
              <a:latin typeface="Arial"/>
            </a:endParaRPr>
          </a:p>
        </p:txBody>
      </p:sp>
      <p:sp>
        <p:nvSpPr>
          <p:cNvPr id="818" name="PlaceHolder 2"/>
          <p:cNvSpPr>
            <a:spLocks noGrp="1"/>
          </p:cNvSpPr>
          <p:nvPr>
            <p:ph/>
          </p:nvPr>
        </p:nvSpPr>
        <p:spPr>
          <a:xfrm>
            <a:off x="838080" y="1825560"/>
            <a:ext cx="10514160" cy="4349880"/>
          </a:xfrm>
          <a:prstGeom prst="rect">
            <a:avLst/>
          </a:prstGeom>
          <a:noFill/>
          <a:ln w="0">
            <a:noFill/>
          </a:ln>
        </p:spPr>
        <p:txBody>
          <a:bodyPr lIns="91440" tIns="45720" rIns="91440" bIns="45720" anchor="ctr">
            <a:noAutofit/>
          </a:bodyPr>
          <a:lstStyle/>
          <a:p>
            <a:pPr marL="228600" indent="-228600" defTabSz="914400">
              <a:lnSpc>
                <a:spcPct val="90000"/>
              </a:lnSpc>
              <a:spcBef>
                <a:spcPts val="1001"/>
              </a:spcBef>
              <a:buNone/>
              <a:tabLst>
                <a:tab pos="0" algn="l"/>
              </a:tabLst>
            </a:pPr>
            <a:r>
              <a:rPr lang="de-DE" sz="2800" b="0" u="none" strike="noStrike">
                <a:solidFill>
                  <a:schemeClr val="dk1"/>
                </a:solidFill>
                <a:uFillTx/>
                <a:latin typeface="Courier New"/>
              </a:rPr>
              <a:t>	</a:t>
            </a:r>
            <a:r>
              <a:rPr lang="de-DE" sz="2000" b="1" u="none" strike="noStrike">
                <a:solidFill>
                  <a:srgbClr val="7F0055"/>
                </a:solidFill>
                <a:uFillTx/>
                <a:latin typeface="Courier New"/>
              </a:rPr>
              <a:t>public</a:t>
            </a:r>
            <a:r>
              <a:rPr lang="de-DE" sz="2000" b="0" u="none" strike="noStrike">
                <a:solidFill>
                  <a:schemeClr val="dk1"/>
                </a:solidFill>
                <a:uFillTx/>
                <a:latin typeface="Courier New"/>
              </a:rPr>
              <a:t> MyService()</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	{</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		</a:t>
            </a:r>
            <a:r>
              <a:rPr lang="de-DE" sz="2000" b="1" u="none" strike="noStrike">
                <a:solidFill>
                  <a:srgbClr val="7F0055"/>
                </a:solidFill>
                <a:uFillTx/>
                <a:latin typeface="Courier New"/>
              </a:rPr>
              <a:t>this</a:t>
            </a:r>
            <a:r>
              <a:rPr lang="de-DE" sz="2000" b="0" u="none" strike="noStrike">
                <a:solidFill>
                  <a:schemeClr val="dk1"/>
                </a:solidFill>
                <a:uFillTx/>
                <a:latin typeface="Courier New"/>
              </a:rPr>
              <a:t>.myDao = </a:t>
            </a:r>
            <a:r>
              <a:rPr lang="de-DE" sz="2000" b="1" u="none" strike="noStrike">
                <a:solidFill>
                  <a:srgbClr val="7F0055"/>
                </a:solidFill>
                <a:uFillTx/>
                <a:latin typeface="Courier New"/>
              </a:rPr>
              <a:t>new</a:t>
            </a:r>
            <a:r>
              <a:rPr lang="de-DE" sz="2000" b="0" u="none" strike="noStrike">
                <a:solidFill>
                  <a:schemeClr val="dk1"/>
                </a:solidFill>
                <a:uFillTx/>
                <a:latin typeface="Courier New"/>
              </a:rPr>
              <a:t> MyDao();</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	}</a:t>
            </a:r>
            <a:endParaRPr lang="de-DE" sz="2000" b="0" u="none" strike="noStrike">
              <a:solidFill>
                <a:srgbClr val="000000"/>
              </a:solidFill>
              <a:uFillTx/>
              <a:latin typeface="Arial"/>
            </a:endParaRPr>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Factory- Pattern</a:t>
            </a:r>
            <a:endParaRPr lang="de-DE" sz="4400" b="0" u="none" strike="noStrike">
              <a:solidFill>
                <a:srgbClr val="000000"/>
              </a:solidFill>
              <a:uFillTx/>
              <a:latin typeface="Arial"/>
            </a:endParaRPr>
          </a:p>
        </p:txBody>
      </p:sp>
      <p:sp>
        <p:nvSpPr>
          <p:cNvPr id="820" name="PlaceHolder 2"/>
          <p:cNvSpPr>
            <a:spLocks noGrp="1"/>
          </p:cNvSpPr>
          <p:nvPr>
            <p:ph/>
          </p:nvPr>
        </p:nvSpPr>
        <p:spPr>
          <a:xfrm>
            <a:off x="1991520" y="1556640"/>
            <a:ext cx="8228160" cy="4524480"/>
          </a:xfrm>
          <a:prstGeom prst="rect">
            <a:avLst/>
          </a:prstGeom>
          <a:noFill/>
          <a:ln w="0">
            <a:noFill/>
          </a:ln>
        </p:spPr>
        <p:txBody>
          <a:bodyPr lIns="91440" tIns="45720" rIns="91440" bIns="45720" anchor="ctr">
            <a:noAutofit/>
          </a:bodyPr>
          <a:lstStyle/>
          <a:p>
            <a:pPr marL="228600" indent="-228600" defTabSz="914400">
              <a:lnSpc>
                <a:spcPct val="90000"/>
              </a:lnSpc>
              <a:spcBef>
                <a:spcPts val="1001"/>
              </a:spcBef>
              <a:buNone/>
              <a:tabLst>
                <a:tab pos="0" algn="l"/>
              </a:tabLst>
            </a:pPr>
            <a:r>
              <a:rPr lang="de-DE" sz="2000" b="1" u="none" strike="noStrike">
                <a:solidFill>
                  <a:srgbClr val="7F0055"/>
                </a:solidFill>
                <a:uFillTx/>
                <a:latin typeface="Courier New"/>
              </a:rPr>
              <a:t>public</a:t>
            </a:r>
            <a:r>
              <a:rPr lang="de-DE" sz="2000" b="0" u="none" strike="noStrike">
                <a:solidFill>
                  <a:schemeClr val="dk1"/>
                </a:solidFill>
                <a:uFillTx/>
                <a:latin typeface="Courier New"/>
              </a:rPr>
              <a:t> MyService()</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1" u="none" strike="noStrike">
                <a:solidFill>
                  <a:srgbClr val="7F0055"/>
                </a:solidFill>
                <a:uFillTx/>
                <a:latin typeface="Courier New"/>
              </a:rPr>
              <a:t>	this</a:t>
            </a:r>
            <a:r>
              <a:rPr lang="de-DE" sz="2000" b="0" u="none" strike="noStrike">
                <a:solidFill>
                  <a:schemeClr val="dk1"/>
                </a:solidFill>
                <a:uFillTx/>
                <a:latin typeface="Courier New"/>
              </a:rPr>
              <a:t>.myDao = Factory.getMyDao();</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endParaRPr lang="de-DE" sz="1800" b="0" u="none" strike="noStrike">
              <a:solidFill>
                <a:srgbClr val="000000"/>
              </a:solidFill>
              <a:uFillTx/>
              <a:latin typeface="Arial"/>
            </a:endParaRPr>
          </a:p>
          <a:p>
            <a:pPr marL="228600"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Dependency Injection</a:t>
            </a:r>
            <a:endParaRPr lang="de-DE" sz="4400" b="0" u="none" strike="noStrike">
              <a:solidFill>
                <a:srgbClr val="000000"/>
              </a:solidFill>
              <a:uFillTx/>
              <a:latin typeface="Arial"/>
            </a:endParaRPr>
          </a:p>
        </p:txBody>
      </p:sp>
      <p:sp>
        <p:nvSpPr>
          <p:cNvPr id="82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Objekte werden zur Laufzeit „injiziert“.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Objekte werden passiv, statt sie zum Beispiel mit einer Factory aktiv zu erzeugen.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Abhängigkeiten sind explizit an der Schnittstelle durch entsprechende set-Methoden zu erkennen.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Es können beliebige andere Objekte zugewiesen werden(z.B. Mocks / an Bedürfnisse angepasste Objekte).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Sehr flexibel wenn Objekte nur noch von Interfaces abhängen.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Externe Konfiguration der Beziehungen zwischen Objekten.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Objekte bekommen ihre abhängigen Objekte statt sie selbst zu suchen.</a:t>
            </a:r>
            <a:endParaRPr lang="de-DE" sz="2800" b="0" u="none" strike="noStrike">
              <a:solidFill>
                <a:srgbClr val="000000"/>
              </a:solidFill>
              <a:uFillTx/>
              <a:latin typeface="Arial"/>
            </a:endParaRP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Service</a:t>
            </a:r>
            <a:endParaRPr lang="de-DE" sz="4400" b="0" u="none" strike="noStrike">
              <a:solidFill>
                <a:srgbClr val="000000"/>
              </a:solidFill>
              <a:uFillTx/>
              <a:latin typeface="Arial"/>
            </a:endParaRPr>
          </a:p>
        </p:txBody>
      </p:sp>
      <p:grpSp>
        <p:nvGrpSpPr>
          <p:cNvPr id="824" name="Gruppieren 6"/>
          <p:cNvGrpSpPr/>
          <p:nvPr/>
        </p:nvGrpSpPr>
        <p:grpSpPr>
          <a:xfrm>
            <a:off x="1549800" y="1367640"/>
            <a:ext cx="8675640" cy="5310360"/>
            <a:chOff x="1549800" y="1367640"/>
            <a:chExt cx="8675640" cy="5310360"/>
          </a:xfrm>
        </p:grpSpPr>
        <p:pic>
          <p:nvPicPr>
            <p:cNvPr id="825" name="Picture 2"/>
            <p:cNvPicPr/>
            <p:nvPr/>
          </p:nvPicPr>
          <p:blipFill>
            <a:blip r:embed="rId2"/>
            <a:stretch/>
          </p:blipFill>
          <p:spPr>
            <a:xfrm>
              <a:off x="1549800" y="1367640"/>
              <a:ext cx="5608800" cy="2208240"/>
            </a:xfrm>
            <a:prstGeom prst="rect">
              <a:avLst/>
            </a:prstGeom>
            <a:noFill/>
            <a:ln w="0">
              <a:noFill/>
            </a:ln>
          </p:spPr>
        </p:pic>
        <p:sp>
          <p:nvSpPr>
            <p:cNvPr id="826" name="Legende mit Linie 1 8"/>
            <p:cNvSpPr/>
            <p:nvPr/>
          </p:nvSpPr>
          <p:spPr>
            <a:xfrm>
              <a:off x="7670520" y="1583640"/>
              <a:ext cx="2554920" cy="1006560"/>
            </a:xfrm>
            <a:prstGeom prst="borderCallout1">
              <a:avLst>
                <a:gd name="adj1" fmla="val 18750"/>
                <a:gd name="adj2" fmla="val -8333"/>
                <a:gd name="adj3" fmla="val 38092"/>
                <a:gd name="adj4" fmla="val -163187"/>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@Injectable macht diese Klasse dem Angular-Context bekannt</a:t>
              </a:r>
              <a:endParaRPr lang="de-DE" sz="1800" b="0" u="none" strike="noStrike">
                <a:solidFill>
                  <a:srgbClr val="000000"/>
                </a:solidFill>
                <a:uFillTx/>
                <a:latin typeface="Arial"/>
              </a:endParaRPr>
            </a:p>
          </p:txBody>
        </p:sp>
        <p:pic>
          <p:nvPicPr>
            <p:cNvPr id="827" name="Picture 4"/>
            <p:cNvPicPr/>
            <p:nvPr/>
          </p:nvPicPr>
          <p:blipFill>
            <a:blip r:embed="rId3"/>
            <a:stretch/>
          </p:blipFill>
          <p:spPr>
            <a:xfrm>
              <a:off x="2040120" y="3960000"/>
              <a:ext cx="2313000" cy="741600"/>
            </a:xfrm>
            <a:prstGeom prst="rect">
              <a:avLst/>
            </a:prstGeom>
            <a:noFill/>
            <a:ln w="0">
              <a:noFill/>
            </a:ln>
          </p:spPr>
        </p:pic>
        <p:sp>
          <p:nvSpPr>
            <p:cNvPr id="828" name="Legende mit Linie 1 10"/>
            <p:cNvSpPr/>
            <p:nvPr/>
          </p:nvSpPr>
          <p:spPr>
            <a:xfrm>
              <a:off x="7670520" y="3456000"/>
              <a:ext cx="2554920" cy="1006560"/>
            </a:xfrm>
            <a:prstGeom prst="borderCallout1">
              <a:avLst>
                <a:gd name="adj1" fmla="val 18750"/>
                <a:gd name="adj2" fmla="val -8333"/>
                <a:gd name="adj3" fmla="val 64257"/>
                <a:gd name="adj4" fmla="val -152869"/>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Im Modul oder der </a:t>
              </a:r>
              <a:r>
                <a:rPr lang="de-DE" sz="1800" b="0" u="none" strike="noStrike">
                  <a:solidFill>
                    <a:schemeClr val="dk1"/>
                  </a:solidFill>
                  <a:uFillTx/>
                  <a:latin typeface="Courier New"/>
                </a:rPr>
                <a:t>@Component</a:t>
              </a:r>
              <a:r>
                <a:rPr lang="de-DE" sz="1800" b="0" u="none" strike="noStrike">
                  <a:solidFill>
                    <a:schemeClr val="dk1"/>
                  </a:solidFill>
                  <a:uFillTx/>
                  <a:latin typeface="Calibri"/>
                </a:rPr>
                <a:t>-Annotation</a:t>
              </a:r>
              <a:endParaRPr lang="de-DE" sz="1800" b="0" u="none" strike="noStrike">
                <a:solidFill>
                  <a:srgbClr val="000000"/>
                </a:solidFill>
                <a:uFillTx/>
                <a:latin typeface="Arial"/>
              </a:endParaRPr>
            </a:p>
          </p:txBody>
        </p:sp>
        <p:pic>
          <p:nvPicPr>
            <p:cNvPr id="829" name="Picture 5"/>
            <p:cNvPicPr/>
            <p:nvPr/>
          </p:nvPicPr>
          <p:blipFill>
            <a:blip r:embed="rId4"/>
            <a:stretch/>
          </p:blipFill>
          <p:spPr>
            <a:xfrm>
              <a:off x="2035800" y="4860000"/>
              <a:ext cx="5913720" cy="1818000"/>
            </a:xfrm>
            <a:prstGeom prst="rect">
              <a:avLst/>
            </a:prstGeom>
            <a:noFill/>
            <a:ln w="0">
              <a:noFill/>
            </a:ln>
          </p:spPr>
        </p:pic>
        <p:sp>
          <p:nvSpPr>
            <p:cNvPr id="830" name="Legende mit Linie 1 12"/>
            <p:cNvSpPr/>
            <p:nvPr/>
          </p:nvSpPr>
          <p:spPr>
            <a:xfrm>
              <a:off x="7670520" y="5508000"/>
              <a:ext cx="2554920" cy="1006560"/>
            </a:xfrm>
            <a:prstGeom prst="borderCallout1">
              <a:avLst>
                <a:gd name="adj1" fmla="val 18750"/>
                <a:gd name="adj2" fmla="val -8333"/>
                <a:gd name="adj3" fmla="val -19470"/>
                <a:gd name="adj4" fmla="val -142551"/>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Dependency Injection in einer Component</a:t>
              </a:r>
              <a:endParaRPr lang="de-DE" sz="1800" b="0" u="none" strike="noStrike">
                <a:solidFill>
                  <a:srgbClr val="000000"/>
                </a:solidFill>
                <a:uFillTx/>
                <a:latin typeface="Arial"/>
              </a:endParaRPr>
            </a:p>
          </p:txBody>
        </p:sp>
      </p:gr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 Konfig</a:t>
            </a:r>
            <a:endParaRPr lang="de-DE" sz="4400" b="0" u="none" strike="noStrike">
              <a:solidFill>
                <a:srgbClr val="000000"/>
              </a:solidFill>
              <a:uFillTx/>
              <a:latin typeface="Arial"/>
            </a:endParaRPr>
          </a:p>
        </p:txBody>
      </p:sp>
      <p:sp>
        <p:nvSpPr>
          <p:cNvPr id="83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Woher weiß Angular was zu injizieren ist?</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Muss konfiguriert werden: Providers</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Injector -&gt; Provider -&gt; Instance</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Konfiguration direkt am Service</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@Injectable({ providedIn: 'root' })</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export class TrackService { }</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oder global in main.ts</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bootstrapApplication(AppComponent, { providers: [ TrackService ] });</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Wie sieht ein Provider aus?</a:t>
            </a:r>
            <a:endParaRPr lang="de-DE" sz="2800" b="0" u="none" strike="noStrike">
              <a:solidFill>
                <a:srgbClr val="000000"/>
              </a:solidFill>
              <a:uFillTx/>
              <a:latin typeface="Arial"/>
            </a:endParaRPr>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Wie geht DI in Angular</a:t>
            </a:r>
            <a:endParaRPr lang="de-DE" sz="4400" b="0" u="none" strike="noStrike">
              <a:solidFill>
                <a:srgbClr val="000000"/>
              </a:solidFill>
              <a:uFillTx/>
              <a:latin typeface="Arial"/>
            </a:endParaRPr>
          </a:p>
        </p:txBody>
      </p:sp>
      <p:sp>
        <p:nvSpPr>
          <p:cNvPr id="83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0000" lnSpcReduction="20000"/>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Direkte Abhängigkeit</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einfach nur die Klasse angeben: [ConsoleLogger]</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Kurz für [{ provide: ConsoleLogger, useClass: ConsoleLogger}]</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Allgemein: Provider-Objekt</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provide: Unter welchem Namen steht es zur Verfügung -&gt; Klasse oder InjectionToken</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Ein Rezept, wie es erzeugt werden soll -&gt; useClass, useValue, useFactory oder useExisting</a:t>
            </a:r>
            <a:endParaRPr lang="de-DE" sz="24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bootstrapApplication(AppComponent, {</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  providers: [</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    { provide: ConsoleLogger, useClass: ConsoleLogger }, // same as shortcut</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    { provide: Logger, useExisting: ConsoleLogger } // different token, same instance</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  ]</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a:t>
            </a:r>
            <a:endParaRPr lang="de-DE" sz="2800" b="0" u="none" strike="noStrike">
              <a:solidFill>
                <a:srgbClr val="000000"/>
              </a:solidFill>
              <a:uFillTx/>
              <a:latin typeface="Arial"/>
            </a:endParaRP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Moderne Dependency Injection mit inject()</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import { Component, inject } from '@angular/core';</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@Component({ selector: 'app-root', templateUrl: './app.component.html'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export class AppComponent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private readonly customerService = inject(CustomerService);</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customers = this.customerService.getAll();</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Früher: constructor(private customerService: CustomerService)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inject() funktioniert auch in Funktionen (Injection Context):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export const authGuard: CanActivateFn = () =&gt; inject(AuthService).isLoggedIn();</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Vorteile: weniger Boilerplate, einfache Vererbung, funktionale Guards &amp; Interceptors</a:t>
            </a:r>
            <a:endParaRPr lang="de-DE" sz="2000" b="0" u="none" strike="noStrike">
              <a:solidFill>
                <a:srgbClr val="000000"/>
              </a:solidFill>
              <a:uFillTx/>
              <a:latin typeface="Arial"/>
            </a:endParaRPr>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Kontextbasierte Injektion	</a:t>
            </a:r>
            <a:endParaRPr lang="de-DE" sz="4400" b="0" u="none" strike="noStrike">
              <a:solidFill>
                <a:srgbClr val="000000"/>
              </a:solidFill>
              <a:uFillTx/>
              <a:latin typeface="Arial"/>
            </a:endParaRPr>
          </a:p>
        </p:txBody>
      </p:sp>
      <p:sp>
        <p:nvSpPr>
          <p:cNvPr id="83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Injektoren bilden einen Baum</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Jede Komponente ein Child-Injector vom Injector der Vater-Komponente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Instanzen sind Singletons in einem Injektor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Provider für Child-Injektoren können an Komponenten definiert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Child-Injector kann Provider des Vaters überschreiben / ergänzen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providers Property in @Component Decorator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Einsatzmöglichkeiten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Auflösen von Namenskonflikten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Unterschiedliche Konfiguration (z.B. Log-Level)</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837"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38"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839"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14</a:t>
            </a:r>
            <a:endParaRPr lang="de-DE" sz="3600" b="0" u="none" strike="noStrike">
              <a:solidFill>
                <a:srgbClr val="000000"/>
              </a:solidFill>
              <a:uFillTx/>
              <a:latin typeface="Arial"/>
            </a:endParaRPr>
          </a:p>
        </p:txBody>
      </p:sp>
      <p:grpSp>
        <p:nvGrpSpPr>
          <p:cNvPr id="840"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841"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42"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43"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44"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845"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300" b="0" u="none" strike="noStrike">
                <a:solidFill>
                  <a:schemeClr val="dk2"/>
                </a:solidFill>
                <a:uFillTx/>
                <a:latin typeface="Calibri"/>
              </a:rPr>
              <a:t>Erstelle einen Service CustomerService</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Generieren per ng generate service customer/customer</a:t>
            </a:r>
            <a:endParaRPr lang="de-DE" sz="13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300" b="0" u="none" strike="noStrike">
                <a:solidFill>
                  <a:schemeClr val="dk2"/>
                </a:solidFill>
                <a:uFillTx/>
                <a:latin typeface="Calibri"/>
              </a:rPr>
              <a:t>Erstelle Mock-Daten</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Erstelle eine Datei src/app/customer/customer.mock.ts</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Exportiere darin ein Array von Customer (kopieren aus AppComponent)</a:t>
            </a:r>
            <a:endParaRPr lang="de-DE" sz="13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300" b="0" u="none" strike="noStrike">
                <a:solidFill>
                  <a:schemeClr val="dk2"/>
                </a:solidFill>
                <a:uFillTx/>
                <a:latin typeface="Calibri"/>
              </a:rPr>
              <a:t>Verwende im Service die Mock-Daten</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Importiere die Mock-Daten aus customer.mock</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Erstelle in CustomerService eine Methode getAll(): Customer[]</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Gebe darin die Mock-Daten zurück</a:t>
            </a:r>
            <a:endParaRPr lang="de-DE" sz="13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300" b="0" u="none" strike="noStrike">
                <a:solidFill>
                  <a:schemeClr val="dk2"/>
                </a:solidFill>
                <a:uFillTx/>
                <a:latin typeface="Calibri"/>
              </a:rPr>
              <a:t>Verwende den Service noch nicht!</a:t>
            </a:r>
            <a:endParaRPr lang="de-DE" sz="1300" b="0" u="none" strike="noStrike">
              <a:solidFill>
                <a:srgbClr val="000000"/>
              </a:solidFill>
              <a:uFillTx/>
              <a:latin typeface="Arial"/>
            </a:endParaRPr>
          </a:p>
        </p:txBody>
      </p:sp>
      <p:grpSp>
        <p:nvGrpSpPr>
          <p:cNvPr id="846"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847"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48"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49"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50"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851"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52"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853"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15</a:t>
            </a:r>
            <a:endParaRPr lang="de-DE" sz="3600" b="0" u="none" strike="noStrike">
              <a:solidFill>
                <a:srgbClr val="000000"/>
              </a:solidFill>
              <a:uFillTx/>
              <a:latin typeface="Arial"/>
            </a:endParaRPr>
          </a:p>
        </p:txBody>
      </p:sp>
      <p:grpSp>
        <p:nvGrpSpPr>
          <p:cNvPr id="854"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855"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56"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57"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58"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859"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Lasse CustomerService in AppComponent injizieren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Stelle den CustomerService über @Injectable({ providedIn: 'root' }) zur Verfügung (Default von ng generate)</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Injiziere CustomerService in AppComponent per inject(CustomerService)</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Verwende CustomerService in AppComponent um die Daten zu beziehen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Lösche den Code zum Erzeugen der Test-Daten in AppComponent</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Rufe CustomerService#getAll auf um Daten zu bekommen</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860"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861"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62"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63"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64"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Komponenten Lebenszyklus</a:t>
            </a:r>
            <a:endParaRPr lang="de-DE" sz="4400" b="0" u="none" strike="noStrike">
              <a:solidFill>
                <a:srgbClr val="000000"/>
              </a:solidFill>
              <a:uFillTx/>
              <a:latin typeface="Arial"/>
            </a:endParaRPr>
          </a:p>
        </p:txBody>
      </p:sp>
      <p:sp>
        <p:nvSpPr>
          <p:cNvPr id="866" name="PlaceHolder 2"/>
          <p:cNvSpPr>
            <a:spLocks noGrp="1"/>
          </p:cNvSpPr>
          <p:nvPr>
            <p:ph/>
          </p:nvPr>
        </p:nvSpPr>
        <p:spPr>
          <a:xfrm>
            <a:off x="838080" y="1690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Komponenten haben einen Lebenszyklus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1" u="none" strike="noStrike">
                <a:solidFill>
                  <a:schemeClr val="dk1"/>
                </a:solidFill>
                <a:uFillTx/>
                <a:latin typeface="Calibri"/>
              </a:rPr>
              <a:t>Aufruf des Konstruktors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1" u="none" strike="noStrike">
                <a:solidFill>
                  <a:schemeClr val="dk1"/>
                </a:solidFill>
                <a:uFillTx/>
                <a:latin typeface="Calibri"/>
              </a:rPr>
              <a:t>ngOnChanges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1" u="none" strike="noStrike">
                <a:solidFill>
                  <a:schemeClr val="dk1"/>
                </a:solidFill>
                <a:uFillTx/>
                <a:latin typeface="Calibri"/>
              </a:rPr>
              <a:t>ngOnInit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ngDoCheck</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ngAfterContentInit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ngAfterContentChecked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ngAfterViewInit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ngAfterViewChecked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[ngDoCheck und ggf. ngOnChanges]*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1" u="none" strike="noStrike">
                <a:solidFill>
                  <a:schemeClr val="dk1"/>
                </a:solidFill>
                <a:uFillTx/>
                <a:latin typeface="Calibri"/>
              </a:rPr>
              <a:t>ngOnDestroy</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Was soll das?</a:t>
            </a:r>
            <a:endParaRPr lang="de-DE" sz="4400" b="0" u="none" strike="noStrike">
              <a:solidFill>
                <a:srgbClr val="000000"/>
              </a:solidFill>
              <a:uFillTx/>
              <a:latin typeface="Arial"/>
            </a:endParaRPr>
          </a:p>
        </p:txBody>
      </p:sp>
      <p:sp>
        <p:nvSpPr>
          <p:cNvPr id="86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Bestimmte Informationen stehen erst später zur Verfügung</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ID des Trainings beim Routing</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Kind-Komponenten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Instanziierung und Initialisierung trennen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Gut für Testbarkeit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Achtung: keine Lifecycle-Hooks für Services</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Best Practices: OnInit</a:t>
            </a:r>
            <a:endParaRPr lang="de-DE" sz="4400" b="0" u="none" strike="noStrike">
              <a:solidFill>
                <a:srgbClr val="000000"/>
              </a:solidFill>
              <a:uFillTx/>
              <a:latin typeface="Arial"/>
            </a:endParaRPr>
          </a:p>
        </p:txBody>
      </p:sp>
      <p:sp>
        <p:nvSpPr>
          <p:cNvPr id="87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29"/>
              </a:spcBef>
              <a:buNone/>
              <a:tabLst>
                <a:tab pos="0" algn="l"/>
              </a:tabLst>
            </a:pPr>
            <a:r>
              <a:rPr lang="de-DE" sz="2000" b="0" u="none" strike="noStrike">
                <a:solidFill>
                  <a:srgbClr val="1E347B"/>
                </a:solidFill>
                <a:uFillTx/>
                <a:latin typeface="SourceCodePro"/>
              </a:rPr>
              <a:t>import { Component, OnInit, inject } from "@angular/core";</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@Component({</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selector: "music-app", template: `&lt;h1&gt;Music App&lt;/h1&gt;`,</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providers: [ ArtistService ]</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export class MusicAppComponent implements OnInit {</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private readonly service = inject(ArtistService);</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public artists: Artist[] = [];</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ngOnInit() {</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this.artists = this.service.getAll();</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871"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72"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873"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16: OnInit</a:t>
            </a:r>
            <a:endParaRPr lang="de-DE" sz="3600" b="0" u="none" strike="noStrike">
              <a:solidFill>
                <a:srgbClr val="000000"/>
              </a:solidFill>
              <a:uFillTx/>
              <a:latin typeface="Arial"/>
            </a:endParaRPr>
          </a:p>
        </p:txBody>
      </p:sp>
      <p:grpSp>
        <p:nvGrpSpPr>
          <p:cNvPr id="874"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875"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76"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77"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78"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879"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1800" b="0" u="none" strike="noStrike">
                <a:solidFill>
                  <a:schemeClr val="dk2"/>
                </a:solidFill>
                <a:uFillTx/>
                <a:latin typeface="Aller"/>
              </a:rPr>
              <a:t>Initialisiere die Daten in AppComponent im ngOnInit Hook statt im Konstruktor</a:t>
            </a:r>
            <a:endParaRPr lang="de-DE" sz="1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800" b="0" u="none" strike="noStrike">
                <a:solidFill>
                  <a:schemeClr val="dk2"/>
                </a:solidFill>
                <a:uFillTx/>
                <a:latin typeface="Aller"/>
              </a:rPr>
              <a:t>Implementiere das Interface OnInit aus @angular/core</a:t>
            </a:r>
            <a:endParaRPr lang="de-DE" sz="1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800" b="0" u="none" strike="noStrike">
                <a:solidFill>
                  <a:schemeClr val="dk2"/>
                </a:solidFill>
                <a:uFillTx/>
                <a:latin typeface="Aller"/>
              </a:rPr>
              <a:t>Verschiebe das Laden der Daten aus dem Konstruktor in die Hook-Methode</a:t>
            </a:r>
            <a:endParaRPr lang="de-DE" sz="1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880"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881"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2"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3"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4"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885" name="Rectangle 12">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6" name="Rectangle 14">
            <a:extLst>
              <a:ext uri="{C183D7F6-B498-43B3-948B-1728B52AA6E4}">
                <adec:decorative xmlns:adec="http://schemas.microsoft.com/office/drawing/2017/decorative" val="1"/>
              </a:ext>
            </a:extLst>
          </p:cNvPr>
          <p:cNvSpPr/>
          <p:nvPr/>
        </p:nvSpPr>
        <p:spPr>
          <a:xfrm rot="10800000">
            <a:off x="1440" y="-21240"/>
            <a:ext cx="12190680" cy="4372560"/>
          </a:xfrm>
          <a:prstGeom prst="rect">
            <a:avLst/>
          </a:prstGeom>
          <a:gradFill rotWithShape="0">
            <a:gsLst>
              <a:gs pos="0">
                <a:srgbClr val="16735A"/>
              </a:gs>
              <a:gs pos="100000">
                <a:srgbClr val="000000"/>
              </a:gs>
            </a:gsLst>
            <a:lin ang="4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7" name="Rectangle 16">
            <a:extLst>
              <a:ext uri="{C183D7F6-B498-43B3-948B-1728B52AA6E4}">
                <adec:decorative xmlns:adec="http://schemas.microsoft.com/office/drawing/2017/decorative" val="1"/>
              </a:ext>
            </a:extLst>
          </p:cNvPr>
          <p:cNvSpPr/>
          <p:nvPr/>
        </p:nvSpPr>
        <p:spPr>
          <a:xfrm rot="5400000">
            <a:off x="3909960" y="-3931560"/>
            <a:ext cx="4373280" cy="12190680"/>
          </a:xfrm>
          <a:prstGeom prst="rect">
            <a:avLst/>
          </a:prstGeom>
          <a:gradFill rotWithShape="0">
            <a:gsLst>
              <a:gs pos="40000">
                <a:srgbClr val="1D9A78">
                  <a:alpha val="0"/>
                </a:srgbClr>
              </a:gs>
              <a:gs pos="100000">
                <a:srgbClr val="16735A">
                  <a:alpha val="52000"/>
                </a:srgbClr>
              </a:gs>
            </a:gsLst>
            <a:lin ang="7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8" name="Rectangle 18">
            <a:extLst>
              <a:ext uri="{C183D7F6-B498-43B3-948B-1728B52AA6E4}">
                <adec:decorative xmlns:adec="http://schemas.microsoft.com/office/drawing/2017/decorative" val="1"/>
              </a:ext>
            </a:extLst>
          </p:cNvPr>
          <p:cNvSpPr/>
          <p:nvPr/>
        </p:nvSpPr>
        <p:spPr>
          <a:xfrm rot="5400000">
            <a:off x="4138200" y="-3703680"/>
            <a:ext cx="4372560" cy="11734920"/>
          </a:xfrm>
          <a:prstGeom prst="rect">
            <a:avLst/>
          </a:prstGeom>
          <a:gradFill rotWithShape="0">
            <a:gsLst>
              <a:gs pos="17000">
                <a:srgbClr val="1D9A78">
                  <a:alpha val="0"/>
                </a:srgbClr>
              </a:gs>
              <a:gs pos="100000">
                <a:srgbClr val="000000">
                  <a:alpha val="37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9" name="Rectangle 20">
            <a:extLst>
              <a:ext uri="{C183D7F6-B498-43B3-948B-1728B52AA6E4}">
                <adec:decorative xmlns:adec="http://schemas.microsoft.com/office/drawing/2017/decorative" val="1"/>
              </a:ext>
            </a:extLst>
          </p:cNvPr>
          <p:cNvSpPr/>
          <p:nvPr/>
        </p:nvSpPr>
        <p:spPr>
          <a:xfrm>
            <a:off x="0" y="-22680"/>
            <a:ext cx="8541000" cy="4372560"/>
          </a:xfrm>
          <a:prstGeom prst="rect">
            <a:avLst/>
          </a:prstGeom>
          <a:gradFill rotWithShape="0">
            <a:gsLst>
              <a:gs pos="0">
                <a:srgbClr val="0E4D3C">
                  <a:alpha val="0"/>
                </a:srgbClr>
              </a:gs>
              <a:gs pos="100000">
                <a:srgbClr val="000000">
                  <a:alpha val="25000"/>
                </a:srgbClr>
              </a:gs>
            </a:gsLst>
            <a:lin ang="186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90" name="Freeform: Shape 22">
            <a:extLst>
              <a:ext uri="{C183D7F6-B498-43B3-948B-1728B52AA6E4}">
                <adec:decorative xmlns:adec="http://schemas.microsoft.com/office/drawing/2017/decorative" val="1"/>
              </a:ext>
            </a:extLst>
          </p:cNvPr>
          <p:cNvSpPr/>
          <p:nvPr/>
        </p:nvSpPr>
        <p:spPr>
          <a:xfrm rot="12508800">
            <a:off x="5945400" y="-1029600"/>
            <a:ext cx="4988880" cy="4437720"/>
          </a:xfrm>
          <a:custGeom>
            <a:avLst/>
            <a:gdLst>
              <a:gd name="textAreaLeft" fmla="*/ 0 w 4988880"/>
              <a:gd name="textAreaRight" fmla="*/ 4990320 w 4988880"/>
              <a:gd name="textAreaTop" fmla="*/ 0 h 4437720"/>
              <a:gd name="textAreaBottom" fmla="*/ 4439160 h 4437720"/>
            </a:gdLst>
            <a:ahLst/>
            <a:cxnLst/>
            <a:rect l="textAreaLeft" t="textAreaTop" r="textAreaRight" b="textAreaBottom"/>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rotWithShape="0">
            <a:gsLst>
              <a:gs pos="0">
                <a:srgbClr val="1D9A78">
                  <a:alpha val="22000"/>
                </a:srgbClr>
              </a:gs>
              <a:gs pos="87000">
                <a:srgbClr val="5AE0BB">
                  <a:alpha val="2000"/>
                </a:srgbClr>
              </a:gs>
            </a:gsLst>
            <a:lin ang="20904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91" name="PlaceHolder 1"/>
          <p:cNvSpPr>
            <a:spLocks noGrp="1"/>
          </p:cNvSpPr>
          <p:nvPr>
            <p:ph type="title"/>
          </p:nvPr>
        </p:nvSpPr>
        <p:spPr>
          <a:xfrm>
            <a:off x="1314720" y="735120"/>
            <a:ext cx="10052280" cy="292716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en-US" sz="4800" b="0" u="none" strike="noStrike">
                <a:solidFill>
                  <a:srgbClr val="FFFFFF"/>
                </a:solidFill>
                <a:uFillTx/>
                <a:latin typeface="Calibri Light"/>
              </a:rPr>
              <a:t>Pipes</a:t>
            </a:r>
            <a:endParaRPr lang="de-DE" sz="4800" b="0" u="none" strike="noStrike">
              <a:solidFill>
                <a:srgbClr val="000000"/>
              </a:solidFill>
              <a:uFillTx/>
              <a:latin typeface="Arial"/>
            </a:endParaRPr>
          </a:p>
        </p:txBody>
      </p:sp>
      <p:sp>
        <p:nvSpPr>
          <p:cNvPr id="892" name="PlaceHolder 2"/>
          <p:cNvSpPr>
            <a:spLocks noGrp="1"/>
          </p:cNvSpPr>
          <p:nvPr>
            <p:ph/>
          </p:nvPr>
        </p:nvSpPr>
        <p:spPr>
          <a:xfrm>
            <a:off x="1350720" y="4870800"/>
            <a:ext cx="10004400" cy="1456920"/>
          </a:xfrm>
          <a:prstGeom prst="rect">
            <a:avLst/>
          </a:prstGeom>
          <a:noFill/>
          <a:ln w="0">
            <a:noFill/>
          </a:ln>
        </p:spPr>
        <p:txBody>
          <a:bodyPr lIns="91440" tIns="45720" rIns="91440" bIns="45720" anchor="ctr">
            <a:normAutofit/>
          </a:bodyPr>
          <a:lstStyle/>
          <a:p>
            <a:pPr indent="0" defTabSz="914400">
              <a:lnSpc>
                <a:spcPct val="90000"/>
              </a:lnSpc>
              <a:spcBef>
                <a:spcPts val="1001"/>
              </a:spcBef>
              <a:buNone/>
              <a:tabLst>
                <a:tab pos="0" algn="l"/>
              </a:tabLst>
            </a:pPr>
            <a:r>
              <a:rPr lang="en-US" sz="2400" b="0" u="none" strike="noStrike">
                <a:solidFill>
                  <a:schemeClr val="dk1"/>
                </a:solidFill>
                <a:uFillTx/>
                <a:latin typeface="Calibri"/>
              </a:rPr>
              <a:t>Daten für UI aufbereiten</a:t>
            </a:r>
            <a:endParaRPr lang="de-DE" sz="2400" b="0" u="none" strike="noStrike">
              <a:solidFill>
                <a:srgbClr val="000000"/>
              </a:solidFill>
              <a:uFillTx/>
              <a:latin typeface="Arial"/>
            </a:endParaRPr>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Allgemein</a:t>
            </a:r>
            <a:endParaRPr lang="de-DE" sz="4400" b="0" u="none" strike="noStrike">
              <a:solidFill>
                <a:srgbClr val="000000"/>
              </a:solidFill>
              <a:uFillTx/>
              <a:latin typeface="Arial"/>
            </a:endParaRPr>
          </a:p>
        </p:txBody>
      </p:sp>
      <p:sp>
        <p:nvSpPr>
          <p:cNvPr id="89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Daten-Transformation für das UI</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Kleine, wiederverwendbare Operationen für das UI</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An Funktionale Programmierung angelehnt</a:t>
            </a:r>
            <a:endParaRPr lang="de-DE" sz="24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Daten und Konfiguration per Parameter</a:t>
            </a:r>
            <a:endParaRPr lang="de-DE" sz="20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Pipe verändert ursprünglichen Wert nicht</a:t>
            </a:r>
            <a:endParaRPr lang="de-DE" sz="20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Pipes werden an Expression mit | angehängt </a:t>
            </a:r>
            <a:endParaRPr lang="de-DE" sz="2800" b="0" u="none" strike="noStrike">
              <a:solidFill>
                <a:srgbClr val="000000"/>
              </a:solidFill>
              <a:uFillTx/>
              <a:latin typeface="Arial"/>
            </a:endParaRPr>
          </a:p>
          <a:p>
            <a:pPr marL="685800" lvl="1" indent="-228600" defTabSz="914400">
              <a:lnSpc>
                <a:spcPct val="90000"/>
              </a:lnSpc>
              <a:spcBef>
                <a:spcPts val="499"/>
              </a:spcBef>
              <a:buClr>
                <a:srgbClr val="48484C"/>
              </a:buClr>
              <a:buFont typeface="Arial"/>
              <a:buChar char="•"/>
            </a:pPr>
            <a:r>
              <a:rPr lang="de-DE" sz="2400" b="0" u="none" strike="noStrike">
                <a:solidFill>
                  <a:srgbClr val="48484C"/>
                </a:solidFill>
                <a:uFillTx/>
                <a:latin typeface="SourceCodePro"/>
              </a:rPr>
              <a:t>{{ </a:t>
            </a:r>
            <a:r>
              <a:rPr lang="de-DE" sz="2400" b="0" i="1" u="none" strike="noStrike">
                <a:solidFill>
                  <a:srgbClr val="48484C"/>
                </a:solidFill>
                <a:uFillTx/>
                <a:latin typeface="SourceCodePro"/>
              </a:rPr>
              <a:t>property</a:t>
            </a:r>
            <a:r>
              <a:rPr lang="de-DE" sz="2400" b="0" u="none" strike="noStrike">
                <a:solidFill>
                  <a:srgbClr val="48484C"/>
                </a:solidFill>
                <a:uFillTx/>
                <a:latin typeface="SourceCodePro"/>
              </a:rPr>
              <a:t> | json }}</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Pipes können per : konfiguriert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48484C"/>
              </a:buClr>
              <a:buFont typeface="Arial"/>
              <a:buChar char="•"/>
            </a:pPr>
            <a:r>
              <a:rPr lang="de-DE" sz="2400" b="0" u="none" strike="noStrike">
                <a:solidFill>
                  <a:srgbClr val="48484C"/>
                </a:solidFill>
                <a:uFillTx/>
                <a:latin typeface="SourceCodePro"/>
              </a:rPr>
              <a:t>{{ release.releaseDate | date:'dd.MM.yyyy' }}</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Pipes können verkettet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48484C"/>
              </a:buClr>
              <a:buFont typeface="Arial"/>
              <a:buChar char="•"/>
            </a:pPr>
            <a:r>
              <a:rPr lang="de-DE" sz="2400" b="0" u="none" strike="noStrike">
                <a:solidFill>
                  <a:srgbClr val="48484C"/>
                </a:solidFill>
                <a:uFillTx/>
                <a:latin typeface="SourceCodePro"/>
              </a:rPr>
              <a:t>{{ release.releaseDate | date | uppercase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Was sind Pipes?</a:t>
            </a:r>
            <a:endParaRPr lang="de-DE" sz="4400" b="0" u="none" strike="noStrike">
              <a:solidFill>
                <a:srgbClr val="000000"/>
              </a:solidFill>
              <a:uFillTx/>
              <a:latin typeface="Arial"/>
            </a:endParaRPr>
          </a:p>
        </p:txBody>
      </p:sp>
      <p:sp>
        <p:nvSpPr>
          <p:cNvPr id="89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Pipes formatieren das Ergebnis beispielsweise einer Interpolation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{{dateOfBirth | date}}</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Hier wird das Geburtsdatum als Datum formatiert dargestellt</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Pipes sowie der Operator </a:t>
            </a:r>
            <a:r>
              <a:rPr lang="de-DE" sz="2400" b="0" u="none" strike="noStrike">
                <a:solidFill>
                  <a:schemeClr val="dk1"/>
                </a:solidFill>
                <a:uFillTx/>
                <a:latin typeface="Courier New"/>
              </a:rPr>
              <a:t>|</a:t>
            </a:r>
            <a:r>
              <a:rPr lang="de-DE" sz="2400" b="0" u="none" strike="noStrike">
                <a:solidFill>
                  <a:schemeClr val="dk1"/>
                </a:solidFill>
                <a:uFillTx/>
                <a:latin typeface="Calibri"/>
              </a:rPr>
              <a:t> sind aus der Linux-Welt übernommen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Vordefinierte Pipes umfassen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date[:format[:timezone[:locale]]]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en-US" sz="2400" b="0" u="none" strike="noStrike">
                <a:solidFill>
                  <a:schemeClr val="dk1"/>
                </a:solidFill>
                <a:uFillTx/>
                <a:latin typeface="Courier New"/>
              </a:rPr>
              <a:t>currency[:currencyCode[:display[:digitInfo[:locale]]]]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en-US" sz="2400" b="0" u="none" strike="noStrike">
                <a:solidFill>
                  <a:schemeClr val="dk1"/>
                </a:solidFill>
                <a:uFillTx/>
                <a:latin typeface="Courier New"/>
              </a:rPr>
              <a:t>lowercase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en-US" sz="2400" b="0" u="none" strike="noStrike">
                <a:solidFill>
                  <a:schemeClr val="dk1"/>
                </a:solidFill>
                <a:uFillTx/>
                <a:latin typeface="Calibri"/>
              </a:rPr>
              <a:t>Vollständige Liste und Dokumentation unter </a:t>
            </a:r>
            <a:r>
              <a:rPr lang="en-US" sz="2400" b="0" i="1" u="none" strike="noStrike">
                <a:solidFill>
                  <a:schemeClr val="dk1"/>
                </a:solidFill>
                <a:uFillTx/>
                <a:latin typeface="Courier New"/>
              </a:rPr>
              <a:t>https://angular.io/api?status=stable&amp;type=pipe</a:t>
            </a:r>
            <a:endParaRPr lang="de-DE" sz="2400" b="0" u="none" strike="noStrike">
              <a:solidFill>
                <a:srgbClr val="000000"/>
              </a:solidFill>
              <a:uFillTx/>
              <a:latin typeface="Arial"/>
            </a:endParaRPr>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Decimal Pipe</a:t>
            </a:r>
            <a:endParaRPr lang="de-DE" sz="4400" b="0" u="none" strike="noStrike">
              <a:solidFill>
                <a:srgbClr val="000000"/>
              </a:solidFill>
              <a:uFillTx/>
              <a:latin typeface="Arial"/>
            </a:endParaRPr>
          </a:p>
        </p:txBody>
      </p:sp>
      <p:sp>
        <p:nvSpPr>
          <p:cNvPr id="89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Formatiertung von Zahlenwert</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Parameter: Anzahl Nachkommastellen</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track.size | decimal:2 }}</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Date Pipe</a:t>
            </a:r>
            <a:endParaRPr lang="de-DE" sz="4400" b="0" u="none" strike="noStrike">
              <a:solidFill>
                <a:srgbClr val="000000"/>
              </a:solidFill>
              <a:uFillTx/>
              <a:latin typeface="Arial"/>
            </a:endParaRPr>
          </a:p>
        </p:txBody>
      </p:sp>
      <p:sp>
        <p:nvSpPr>
          <p:cNvPr id="90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Für Datum-String, Date-Object, Timestamp-Number</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Nimmt als Parameter Shortcut (z.B. short) oder Format-String entgegen</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Kurzschreibweise: Zusammenspiel mit locale des Browsers</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release.releaseDate | date:'short'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release.releaseDate | date:'dd.MM.yyyy' }}</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901"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02"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903"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17: Pipe</a:t>
            </a:r>
            <a:endParaRPr lang="de-DE" sz="3600" b="0" u="none" strike="noStrike">
              <a:solidFill>
                <a:srgbClr val="000000"/>
              </a:solidFill>
              <a:uFillTx/>
              <a:latin typeface="Arial"/>
            </a:endParaRPr>
          </a:p>
        </p:txBody>
      </p:sp>
      <p:grpSp>
        <p:nvGrpSpPr>
          <p:cNvPr id="904"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905"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06"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07"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08"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909"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Erweitere das Datenmodell</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Lege in Customer ein Feld / Konstruktor-Parameter lastOrderDate vom Typ Date an</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Passe die Mock-Daten an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Setze für jeden Customer ein unterschiedliches Datum (new Date(year, month - 1, day))</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Für mind. 1 Customer weniger als 1 Woche zurück</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Setze für nicht länger gewünschte Customer natürlich ein Datum in der weiteren Vergangenheit</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Erweitere das Template von CustomerDetailsComponent</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Gib das Datum  lastOrderDate formatiert aus</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Probiere verschiedene Formattierungen aus (Pattern, Shortcuts)</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910"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911"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12"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13"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14"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Pipes sind Klassen</a:t>
            </a:r>
            <a:endParaRPr lang="de-DE" sz="4400" b="0" u="none" strike="noStrike">
              <a:solidFill>
                <a:srgbClr val="000000"/>
              </a:solidFill>
              <a:uFillTx/>
              <a:latin typeface="Arial"/>
            </a:endParaRPr>
          </a:p>
        </p:txBody>
      </p:sp>
      <p:sp>
        <p:nvSpPr>
          <p:cNvPr id="91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Pipes sind Klassen</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Implementieren Interface PipeTransform aus @angular/core</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Werden mit @Pipe Decorator aus @angular/core markiert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import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008080"/>
                </a:solidFill>
                <a:uFillTx/>
                <a:latin typeface="SourceCodePro"/>
              </a:rPr>
              <a:t>Pipe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PipeTransform</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from</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"@angular/core"</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95F91"/>
                </a:solidFill>
                <a:uFillTx/>
                <a:latin typeface="SourceCodePro"/>
              </a:rPr>
              <a:t>@Pipe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name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"hasLikes"</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export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class</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HasLikesPipe</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implements</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PipeTransform</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transform</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withLikes</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likes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number</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boolean</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		return</a:t>
            </a:r>
            <a:r>
              <a:rPr lang="de-DE" sz="2400" b="0" u="none" strike="noStrike">
                <a:solidFill>
                  <a:srgbClr val="48484C"/>
                </a:solidFill>
                <a:uFillTx/>
                <a:latin typeface="SourceCodePro"/>
              </a:rPr>
              <a:t> withLikes</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likes </a:t>
            </a:r>
            <a:r>
              <a:rPr lang="de-DE" sz="2400" b="0" u="none" strike="noStrike">
                <a:solidFill>
                  <a:srgbClr val="93A1A1"/>
                </a:solidFill>
                <a:uFillTx/>
                <a:latin typeface="SourceCodePro"/>
              </a:rPr>
              <a:t>&gt;</a:t>
            </a:r>
            <a:r>
              <a:rPr lang="de-DE" sz="2400" b="0" u="none" strike="noStrike">
                <a:solidFill>
                  <a:srgbClr val="48484C"/>
                </a:solidFill>
                <a:uFillTx/>
                <a:latin typeface="SourceCodePro"/>
              </a:rPr>
              <a:t> </a:t>
            </a:r>
            <a:r>
              <a:rPr lang="de-DE" sz="2400" b="0" u="none" strike="noStrike">
                <a:solidFill>
                  <a:srgbClr val="195F91"/>
                </a:solidFill>
                <a:uFillTx/>
                <a:latin typeface="SourceCodePro"/>
              </a:rPr>
              <a:t>0</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Verwendung von Pipes in Komponenten</a:t>
            </a:r>
            <a:endParaRPr lang="de-DE" sz="4400" b="0" u="none" strike="noStrike">
              <a:solidFill>
                <a:srgbClr val="000000"/>
              </a:solidFill>
              <a:uFillTx/>
              <a:latin typeface="Arial"/>
            </a:endParaRPr>
          </a:p>
        </p:txBody>
      </p:sp>
      <p:sp>
        <p:nvSpPr>
          <p:cNvPr id="9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880"/>
              </a:spcBef>
              <a:buNone/>
              <a:tabLst>
                <a:tab pos="0" algn="l"/>
              </a:tabLst>
            </a:pPr>
            <a:r>
              <a:rPr lang="de-DE" sz="2500" b="0" u="none" strike="noStrike">
                <a:solidFill>
                  <a:srgbClr val="195F91"/>
                </a:solidFill>
                <a:uFillTx/>
                <a:latin typeface="SourceCodePro"/>
              </a:rPr>
              <a:t>import { DatePipe } from '@angular/common';</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import { HasLikesPipe } from './has-likes.pipe';</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@Component({</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  selector: 'release-card',</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  imports: [ HasLikesPipe, DatePipe ],</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  template: `@if (release() | hasLikes) { &lt;span&gt;♥&lt;/span&gt; }`</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export class ReleaseCardComponent { … }</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 Pipes sind standalone – Import direkt in der verwendenden Komponente</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 Legacy: declarations/exports im NgModule (siehe Anhang)</a:t>
            </a:r>
            <a:endParaRPr lang="de-DE" sz="2500" b="0" u="none" strike="noStrike">
              <a:solidFill>
                <a:srgbClr val="000000"/>
              </a:solidFill>
              <a:uFillTx/>
              <a:latin typeface="Arial"/>
            </a:endParaRPr>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919"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20"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921"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18: Eigene Pipe</a:t>
            </a:r>
            <a:endParaRPr lang="de-DE" sz="3600" b="0" u="none" strike="noStrike">
              <a:solidFill>
                <a:srgbClr val="000000"/>
              </a:solidFill>
              <a:uFillTx/>
              <a:latin typeface="Arial"/>
            </a:endParaRPr>
          </a:p>
        </p:txBody>
      </p:sp>
      <p:grpSp>
        <p:nvGrpSpPr>
          <p:cNvPr id="922"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923"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24"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25"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26"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927"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Schreibe eine eigene Pipe currentActiveCustomers</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Generieren per ng generate pipe customer/current-active-customers-pipe</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Implementiere PipeTransform mit der Methode transform(date: Date, daysInPast = 7): boolean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Gib true zurück, falls der Cutomer innerhalb der letzten x Tage bestellt hat (Parameter soon)const timeDiff = Date.now() - date.getTime().</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const maxTimeDiffInMS = daysInPast * 1000 * 60 * 60 * 24;</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const isActive = timeDiff &lt; maxTimeDiffInMS;</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Wende die currentActiveCustomers Pipe auf das lastOrderDate Datum in CustomerDetailsComponent an (Pipe im imports-Array importieren)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Verpacke die Ausgabe des lastOrderDate Datums in einen div-Container</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Setze an diesem div eine Klasse, wenn der Customer aktiv ist ([class.active]="...")</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Übergebe z.B. 5 (Tage) als Parameter  daysInPast an currentActiveCustomers</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Stelle über CSS mithilfe der gesetzten Klasse Customer, die active sind, anders dar (z.B. rote Schrift)</a:t>
            </a:r>
            <a:endParaRPr lang="de-DE" sz="1100" b="0" u="none" strike="noStrike">
              <a:solidFill>
                <a:srgbClr val="000000"/>
              </a:solidFill>
              <a:uFillTx/>
              <a:latin typeface="Arial"/>
            </a:endParaRPr>
          </a:p>
          <a:p>
            <a:pPr indent="0" defTabSz="914400">
              <a:lnSpc>
                <a:spcPct val="90000"/>
              </a:lnSpc>
              <a:spcBef>
                <a:spcPts val="1001"/>
              </a:spcBef>
              <a:buNone/>
              <a:tabLst>
                <a:tab pos="0" algn="l"/>
              </a:tabLst>
            </a:pPr>
            <a:endParaRPr lang="de-DE" sz="1100" b="0" u="none" strike="noStrike">
              <a:solidFill>
                <a:srgbClr val="000000"/>
              </a:solidFill>
              <a:uFillTx/>
              <a:latin typeface="Arial"/>
            </a:endParaRPr>
          </a:p>
        </p:txBody>
      </p:sp>
      <p:grpSp>
        <p:nvGrpSpPr>
          <p:cNvPr id="928"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929"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30"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31"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32"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3" name="Textfeld 3"/>
          <p:cNvSpPr/>
          <p:nvPr/>
        </p:nvSpPr>
        <p:spPr>
          <a:xfrm>
            <a:off x="800280" y="840960"/>
            <a:ext cx="268452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DE" sz="1800" b="0" u="none" strike="noStrike">
                <a:solidFill>
                  <a:schemeClr val="dk1"/>
                </a:solidFill>
                <a:uFillTx/>
                <a:latin typeface="Calibri"/>
              </a:rPr>
              <a:t>nextRun:Date</a:t>
            </a:r>
            <a:endParaRPr lang="de-DE" sz="1800" b="0" u="none" strike="noStrike">
              <a:solidFill>
                <a:srgbClr val="000000"/>
              </a:solidFill>
              <a:uFillTx/>
              <a:latin typeface="Arial"/>
            </a:endParaRPr>
          </a:p>
        </p:txBody>
      </p:sp>
      <p:sp>
        <p:nvSpPr>
          <p:cNvPr id="934" name="Rechteck 4"/>
          <p:cNvSpPr/>
          <p:nvPr/>
        </p:nvSpPr>
        <p:spPr>
          <a:xfrm>
            <a:off x="408240" y="530640"/>
            <a:ext cx="3215160" cy="1900800"/>
          </a:xfrm>
          <a:prstGeom prst="rect">
            <a:avLst/>
          </a:prstGeom>
          <a:solidFill>
            <a:srgbClr val="4472C4"/>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nextRun:Date</a:t>
            </a: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Training.ts</a:t>
            </a:r>
            <a:endParaRPr lang="de-DE" sz="1800" b="0" u="none" strike="noStrike">
              <a:solidFill>
                <a:srgbClr val="FFFFFF"/>
              </a:solidFill>
              <a:uFillTx/>
              <a:latin typeface="Arial"/>
            </a:endParaRPr>
          </a:p>
        </p:txBody>
      </p:sp>
      <p:sp>
        <p:nvSpPr>
          <p:cNvPr id="935" name="Rechteck 5"/>
          <p:cNvSpPr/>
          <p:nvPr/>
        </p:nvSpPr>
        <p:spPr>
          <a:xfrm>
            <a:off x="6095880" y="457200"/>
            <a:ext cx="3215160" cy="1900800"/>
          </a:xfrm>
          <a:prstGeom prst="rect">
            <a:avLst/>
          </a:prstGeom>
          <a:solidFill>
            <a:srgbClr val="70AD47"/>
          </a:solidFill>
          <a:ln>
            <a:solidFill>
              <a:srgbClr val="314B1F"/>
            </a:solidFill>
          </a:ln>
        </p:spPr>
        <p:style>
          <a:lnRef idx="2">
            <a:schemeClr val="accent6">
              <a:shade val="15000"/>
            </a:schemeClr>
          </a:lnRef>
          <a:fillRef idx="1">
            <a:schemeClr val="accent6"/>
          </a:fillRef>
          <a:effectRef idx="0">
            <a:schemeClr val="accent6"/>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nextRun</a:t>
            </a: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training.js</a:t>
            </a:r>
            <a:endParaRPr lang="de-DE" sz="1800" b="0" u="none" strike="noStrike">
              <a:solidFill>
                <a:srgbClr val="FFFFFF"/>
              </a:solidFill>
              <a:uFillTx/>
              <a:latin typeface="Arial"/>
            </a:endParaRPr>
          </a:p>
        </p:txBody>
      </p:sp>
      <p:sp>
        <p:nvSpPr>
          <p:cNvPr id="936" name="Rechteck 6"/>
          <p:cNvSpPr/>
          <p:nvPr/>
        </p:nvSpPr>
        <p:spPr>
          <a:xfrm>
            <a:off x="522360" y="4743360"/>
            <a:ext cx="4570560" cy="1582560"/>
          </a:xfrm>
          <a:prstGeom prst="rect">
            <a:avLst/>
          </a:prstGeom>
          <a:solidFill>
            <a:srgbClr val="4472C4"/>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Transform(value: Date)</a:t>
            </a: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takePlacesoonPipe.ts</a:t>
            </a:r>
            <a:endParaRPr lang="de-DE" sz="1800" b="0" u="none" strike="noStrike">
              <a:solidFill>
                <a:srgbClr val="FFFFFF"/>
              </a:solidFill>
              <a:uFillTx/>
              <a:latin typeface="Arial"/>
            </a:endParaRPr>
          </a:p>
        </p:txBody>
      </p:sp>
      <p:cxnSp>
        <p:nvCxnSpPr>
          <p:cNvPr id="937" name="Verbinder: gewinkelt 8"/>
          <p:cNvCxnSpPr/>
          <p:nvPr/>
        </p:nvCxnSpPr>
        <p:spPr>
          <a:xfrm rot="16200000" flipH="1">
            <a:off x="681120" y="2688480"/>
            <a:ext cx="4483440" cy="1014120"/>
          </a:xfrm>
          <a:prstGeom prst="bentConnector3">
            <a:avLst>
              <a:gd name="adj1" fmla="val 50004"/>
            </a:avLst>
          </a:prstGeom>
          <a:ln w="0">
            <a:solidFill>
              <a:srgbClr val="000000"/>
            </a:solidFill>
            <a:tailEnd type="triangle" w="med" len="med"/>
          </a:ln>
        </p:spPr>
      </p:cxnSp>
      <p:sp>
        <p:nvSpPr>
          <p:cNvPr id="938" name="Rechteck 9"/>
          <p:cNvSpPr/>
          <p:nvPr/>
        </p:nvSpPr>
        <p:spPr>
          <a:xfrm>
            <a:off x="10213560" y="1886040"/>
            <a:ext cx="1451880" cy="2570400"/>
          </a:xfrm>
          <a:prstGeom prst="rect">
            <a:avLst/>
          </a:prstGeom>
          <a:solidFill>
            <a:srgbClr val="ED7D31"/>
          </a:solidFill>
          <a:ln>
            <a:solidFill>
              <a:srgbClr val="673615"/>
            </a:solidFill>
          </a:ln>
        </p:spPr>
        <p:style>
          <a:lnRef idx="2">
            <a:schemeClr val="accent2">
              <a:shade val="15000"/>
            </a:schemeClr>
          </a:lnRef>
          <a:fillRef idx="1">
            <a:schemeClr val="accent2"/>
          </a:fillRef>
          <a:effectRef idx="0">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„id“:4,</a:t>
            </a: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"nextRun“:“2023-12-23“</a:t>
            </a: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training.json</a:t>
            </a:r>
            <a:endParaRPr lang="de-DE" sz="1800" b="0" u="none" strike="noStrike">
              <a:solidFill>
                <a:srgbClr val="FFFFFF"/>
              </a:solidFill>
              <a:uFillTx/>
              <a:latin typeface="Arial"/>
            </a:endParaRPr>
          </a:p>
        </p:txBody>
      </p:sp>
      <p:cxnSp>
        <p:nvCxnSpPr>
          <p:cNvPr id="939" name="Verbinder: gewinkelt 11"/>
          <p:cNvCxnSpPr/>
          <p:nvPr/>
        </p:nvCxnSpPr>
        <p:spPr>
          <a:xfrm rot="10800000">
            <a:off x="8865360" y="3428280"/>
            <a:ext cx="1569240" cy="14040"/>
          </a:xfrm>
          <a:prstGeom prst="bentConnector3">
            <a:avLst>
              <a:gd name="adj1" fmla="val 50000"/>
            </a:avLst>
          </a:prstGeom>
          <a:ln w="0">
            <a:solidFill>
              <a:srgbClr val="4472C4"/>
            </a:solidFill>
            <a:tailEnd type="triangle" w="med" len="med"/>
          </a:ln>
        </p:spPr>
      </p:cxnSp>
      <p:sp>
        <p:nvSpPr>
          <p:cNvPr id="940" name="Rechteck 12"/>
          <p:cNvSpPr/>
          <p:nvPr/>
        </p:nvSpPr>
        <p:spPr>
          <a:xfrm>
            <a:off x="7217280" y="3192120"/>
            <a:ext cx="1647720" cy="1002600"/>
          </a:xfrm>
          <a:prstGeom prst="rect">
            <a:avLst/>
          </a:prstGeom>
          <a:solidFill>
            <a:srgbClr val="70AD47"/>
          </a:solidFill>
          <a:ln>
            <a:solidFill>
              <a:srgbClr val="314B1F"/>
            </a:solidFill>
          </a:ln>
        </p:spPr>
        <p:style>
          <a:lnRef idx="2">
            <a:schemeClr val="accent6">
              <a:shade val="15000"/>
            </a:schemeClr>
          </a:lnRef>
          <a:fillRef idx="1">
            <a:schemeClr val="accent6"/>
          </a:fillRef>
          <a:effectRef idx="0">
            <a:schemeClr val="accent6"/>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nextRun: “2023-12-23“</a:t>
            </a:r>
            <a:endParaRPr lang="de-DE" sz="1800" b="0" u="none" strike="noStrike">
              <a:solidFill>
                <a:srgbClr val="FFFFFF"/>
              </a:solidFill>
              <a:uFillTx/>
              <a:latin typeface="Arial"/>
            </a:endParaRPr>
          </a:p>
        </p:txBody>
      </p:sp>
      <p:cxnSp>
        <p:nvCxnSpPr>
          <p:cNvPr id="941" name="Verbinder: gewinkelt 14"/>
          <p:cNvCxnSpPr/>
          <p:nvPr/>
        </p:nvCxnSpPr>
        <p:spPr>
          <a:xfrm rot="10800000" flipV="1">
            <a:off x="3624120" y="3583080"/>
            <a:ext cx="4026240" cy="1773360"/>
          </a:xfrm>
          <a:prstGeom prst="bentConnector3">
            <a:avLst>
              <a:gd name="adj1" fmla="val 49995"/>
            </a:avLst>
          </a:prstGeom>
          <a:ln w="0">
            <a:solidFill>
              <a:srgbClr val="000000"/>
            </a:solidFill>
            <a:tailEnd type="triangle" w="med" len="med"/>
          </a:ln>
        </p:spPr>
      </p:cxnSp>
      <p:cxnSp>
        <p:nvCxnSpPr>
          <p:cNvPr id="942" name="Gerader Verbinder 16"/>
          <p:cNvCxnSpPr/>
          <p:nvPr/>
        </p:nvCxnSpPr>
        <p:spPr>
          <a:xfrm>
            <a:off x="3429000" y="2196000"/>
            <a:ext cx="4075200" cy="1234080"/>
          </a:xfrm>
          <a:prstGeom prst="straightConnector1">
            <a:avLst/>
          </a:prstGeom>
          <a:ln w="0">
            <a:solidFill>
              <a:srgbClr val="5B9BD5"/>
            </a:solidFill>
          </a:ln>
        </p:spPr>
      </p:cxnSp>
      <p:cxnSp>
        <p:nvCxnSpPr>
          <p:cNvPr id="943" name="Gerader Verbinder 18"/>
          <p:cNvCxnSpPr/>
          <p:nvPr/>
        </p:nvCxnSpPr>
        <p:spPr>
          <a:xfrm>
            <a:off x="7216920" y="2040840"/>
            <a:ext cx="287280" cy="1283400"/>
          </a:xfrm>
          <a:prstGeom prst="straightConnector1">
            <a:avLst/>
          </a:prstGeom>
          <a:ln w="0">
            <a:solidFill>
              <a:srgbClr val="4472C4"/>
            </a:solidFill>
          </a:ln>
        </p:spPr>
      </p:cxn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944" name="Rectangle 10">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945" name="Picture 6" descr="Nahaufnahme einer Platine"/>
          <p:cNvPicPr/>
          <p:nvPr/>
        </p:nvPicPr>
        <p:blipFill>
          <a:blip r:embed="rId3"/>
          <a:srcRect r="5881"/>
          <a:stretch/>
        </p:blipFill>
        <p:spPr>
          <a:xfrm>
            <a:off x="2522520" y="0"/>
            <a:ext cx="9668160" cy="6856560"/>
          </a:xfrm>
          <a:prstGeom prst="rect">
            <a:avLst/>
          </a:prstGeom>
          <a:noFill/>
          <a:ln w="0">
            <a:noFill/>
          </a:ln>
        </p:spPr>
      </p:pic>
      <p:sp>
        <p:nvSpPr>
          <p:cNvPr id="946" name="Rectangle 12">
            <a:extLst>
              <a:ext uri="{C183D7F6-B498-43B3-948B-1728B52AA6E4}">
                <adec:decorative xmlns:adec="http://schemas.microsoft.com/office/drawing/2017/decorative" val="1"/>
              </a:ext>
            </a:extLst>
          </p:cNvPr>
          <p:cNvSpPr/>
          <p:nvPr/>
        </p:nvSpPr>
        <p:spPr>
          <a:xfrm>
            <a:off x="0" y="0"/>
            <a:ext cx="7065360" cy="6856560"/>
          </a:xfrm>
          <a:prstGeom prst="rect">
            <a:avLst/>
          </a:prstGeom>
          <a:gradFill rotWithShape="0">
            <a:gsLst>
              <a:gs pos="0">
                <a:srgbClr val="FFFFFF">
                  <a:alpha val="0"/>
                </a:srgbClr>
              </a:gs>
              <a:gs pos="19000">
                <a:srgbClr val="FFFFFF">
                  <a:alpha val="38000"/>
                </a:srgbClr>
              </a:gs>
              <a:gs pos="35000">
                <a:srgbClr val="FFFFFF">
                  <a:alpha val="77000"/>
                </a:srgbClr>
              </a:gs>
              <a:gs pos="48000">
                <a:srgbClr val="FFFFFF"/>
              </a:gs>
              <a:gs pos="100000">
                <a:srgbClr val="FFFFFF"/>
              </a:gs>
            </a:gsLst>
            <a:lin ang="10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47" name="PlaceHolder 1"/>
          <p:cNvSpPr>
            <a:spLocks noGrp="1"/>
          </p:cNvSpPr>
          <p:nvPr>
            <p:ph type="title"/>
          </p:nvPr>
        </p:nvSpPr>
        <p:spPr>
          <a:xfrm>
            <a:off x="952200" y="743400"/>
            <a:ext cx="3971880" cy="369072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4000" b="0" u="none" strike="noStrike">
                <a:solidFill>
                  <a:schemeClr val="dk1"/>
                </a:solidFill>
                <a:uFillTx/>
                <a:latin typeface="Calibri Light"/>
              </a:rPr>
              <a:t>Asynchrone &amp; Reaktive Programmierung</a:t>
            </a:r>
            <a:endParaRPr lang="de-DE" sz="4000" b="0" u="none" strike="noStrike">
              <a:solidFill>
                <a:srgbClr val="000000"/>
              </a:solidFill>
              <a:uFillTx/>
              <a:latin typeface="Arial"/>
            </a:endParaRPr>
          </a:p>
        </p:txBody>
      </p:sp>
      <p:sp>
        <p:nvSpPr>
          <p:cNvPr id="948" name="PlaceHolder 2"/>
          <p:cNvSpPr>
            <a:spLocks noGrp="1"/>
          </p:cNvSpPr>
          <p:nvPr>
            <p:ph type="subTitle"/>
          </p:nvPr>
        </p:nvSpPr>
        <p:spPr>
          <a:xfrm>
            <a:off x="952200" y="4629240"/>
            <a:ext cx="3971880" cy="1483920"/>
          </a:xfrm>
          <a:prstGeom prst="rect">
            <a:avLst/>
          </a:prstGeom>
          <a:noFill/>
          <a:ln w="0">
            <a:noFill/>
          </a:ln>
        </p:spPr>
        <p:txBody>
          <a:bodyPr lIns="91440" tIns="45720" rIns="91440" bIns="45720" anchor="t">
            <a:normAutofit/>
          </a:bodyPr>
          <a:lstStyle/>
          <a:p>
            <a:pPr indent="0" algn="ctr">
              <a:buNone/>
            </a:pPr>
            <a:endParaRPr lang="de-DE" sz="1800" b="0" u="none" strike="noStrike">
              <a:solidFill>
                <a:srgbClr val="000000"/>
              </a:solidFill>
              <a:uFillTx/>
              <a:latin typeface="Arial"/>
            </a:endParaRPr>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Welche Eigenschaft hat die Variable X</a:t>
            </a:r>
            <a:endParaRPr lang="de-DE" sz="4400" b="0" u="none" strike="noStrike">
              <a:solidFill>
                <a:srgbClr val="000000"/>
              </a:solidFill>
              <a:uFillTx/>
              <a:latin typeface="Arial"/>
            </a:endParaRPr>
          </a:p>
        </p:txBody>
      </p:sp>
      <p:sp>
        <p:nvSpPr>
          <p:cNvPr id="95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var</a:t>
            </a:r>
            <a:r>
              <a:rPr lang="de-DE" sz="2800" b="0" u="none" strike="noStrike">
                <a:solidFill>
                  <a:srgbClr val="48484C"/>
                </a:solidFill>
                <a:uFillTx/>
                <a:latin typeface="SourceCodePro"/>
              </a:rPr>
              <a:t> x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95F91"/>
                </a:solidFill>
                <a:uFillTx/>
                <a:latin typeface="SourceCodePro"/>
              </a:rPr>
              <a:t>1</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console.log</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x</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var</a:t>
            </a:r>
            <a:r>
              <a:rPr lang="de-DE" sz="2800" b="0" u="none" strike="noStrike">
                <a:solidFill>
                  <a:srgbClr val="48484C"/>
                </a:solidFill>
                <a:uFillTx/>
                <a:latin typeface="SourceCodePro"/>
              </a:rPr>
              <a:t> x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195F91"/>
                </a:solidFill>
                <a:uFillTx/>
                <a:latin typeface="SourceCodePro"/>
              </a:rPr>
              <a:t>1</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95F91"/>
                </a:solidFill>
                <a:uFillTx/>
                <a:latin typeface="SourceCodePro"/>
              </a:rPr>
              <a:t>2</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95F91"/>
                </a:solidFill>
                <a:uFillTx/>
                <a:latin typeface="SourceCodePro"/>
              </a:rPr>
              <a:t>3</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x</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forEach</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alert</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Und hier?</a:t>
            </a:r>
            <a:endParaRPr lang="de-DE" sz="4400" b="0" u="none" strike="noStrike">
              <a:solidFill>
                <a:srgbClr val="000000"/>
              </a:solidFill>
              <a:uFillTx/>
              <a:latin typeface="Arial"/>
            </a:endParaRPr>
          </a:p>
        </p:txBody>
      </p:sp>
      <p:sp>
        <p:nvSpPr>
          <p:cNvPr id="95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48484C"/>
                </a:solidFill>
                <a:uFillTx/>
                <a:latin typeface="SourceCodePro"/>
              </a:rPr>
              <a:t>asyncFunction</a:t>
            </a:r>
            <a:r>
              <a:rPr lang="de-DE" sz="2800" b="0" u="none" strike="noStrike">
                <a:solidFill>
                  <a:srgbClr val="93A1A1"/>
                </a:solidFill>
                <a:uFillTx/>
                <a:latin typeface="SourceCodePro"/>
              </a:rPr>
              <a:t>(</a:t>
            </a:r>
            <a:r>
              <a:rPr lang="de-DE" sz="2800" b="0" u="none" strike="noStrike">
                <a:solidFill>
                  <a:srgbClr val="1E347B"/>
                </a:solidFill>
                <a:uFillTx/>
                <a:latin typeface="SourceCodePro"/>
              </a:rPr>
              <a:t>function</a:t>
            </a:r>
            <a:r>
              <a:rPr lang="de-DE" sz="2800" b="0" u="none" strike="noStrike">
                <a:solidFill>
                  <a:srgbClr val="48484C"/>
                </a:solidFill>
                <a:uFillTx/>
                <a:latin typeface="SourceCodePro"/>
              </a:rPr>
              <a:t> callback</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x</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console.log</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x</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cxnSp>
        <p:nvCxnSpPr>
          <p:cNvPr id="953" name="Gerade Verbindung mit Pfeil 4"/>
          <p:cNvCxnSpPr/>
          <p:nvPr/>
        </p:nvCxnSpPr>
        <p:spPr>
          <a:xfrm>
            <a:off x="2817360" y="6006600"/>
            <a:ext cx="5919120" cy="1440"/>
          </a:xfrm>
          <a:prstGeom prst="straightConnector1">
            <a:avLst/>
          </a:prstGeom>
          <a:ln w="0">
            <a:solidFill>
              <a:srgbClr val="1D9A78"/>
            </a:solidFill>
            <a:tailEnd type="triangle" w="med" len="med"/>
          </a:ln>
        </p:spPr>
      </p:cxnSp>
      <p:sp>
        <p:nvSpPr>
          <p:cNvPr id="954" name="Textfeld 5"/>
          <p:cNvSpPr/>
          <p:nvPr/>
        </p:nvSpPr>
        <p:spPr>
          <a:xfrm>
            <a:off x="3987720" y="6111000"/>
            <a:ext cx="52632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Zeit</a:t>
            </a:r>
            <a:endParaRPr lang="de-DE" sz="1800" b="0" u="none" strike="noStrike">
              <a:solidFill>
                <a:srgbClr val="000000"/>
              </a:solidFill>
              <a:uFillTx/>
              <a:latin typeface="Arial"/>
            </a:endParaRPr>
          </a:p>
        </p:txBody>
      </p:sp>
      <p:cxnSp>
        <p:nvCxnSpPr>
          <p:cNvPr id="955" name="Gerade Verbindung mit Pfeil 7"/>
          <p:cNvCxnSpPr/>
          <p:nvPr/>
        </p:nvCxnSpPr>
        <p:spPr>
          <a:xfrm flipV="1">
            <a:off x="2683440" y="3925080"/>
            <a:ext cx="1440" cy="2008800"/>
          </a:xfrm>
          <a:prstGeom prst="straightConnector1">
            <a:avLst/>
          </a:prstGeom>
          <a:ln w="0">
            <a:solidFill>
              <a:srgbClr val="1D9A78"/>
            </a:solidFill>
            <a:tailEnd type="triangle" w="med" len="med"/>
          </a:ln>
        </p:spPr>
      </p:cxnSp>
      <p:cxnSp>
        <p:nvCxnSpPr>
          <p:cNvPr id="956" name="Gerade Verbindung 9"/>
          <p:cNvCxnSpPr/>
          <p:nvPr/>
        </p:nvCxnSpPr>
        <p:spPr>
          <a:xfrm>
            <a:off x="3040560" y="5605200"/>
            <a:ext cx="871200" cy="1440"/>
          </a:xfrm>
          <a:prstGeom prst="straightConnector1">
            <a:avLst/>
          </a:prstGeom>
          <a:ln w="0">
            <a:solidFill>
              <a:srgbClr val="1D9A78"/>
            </a:solidFill>
          </a:ln>
        </p:spPr>
      </p:cxnSp>
      <p:sp>
        <p:nvSpPr>
          <p:cNvPr id="957" name="Textfeld 10"/>
          <p:cNvSpPr/>
          <p:nvPr/>
        </p:nvSpPr>
        <p:spPr>
          <a:xfrm>
            <a:off x="1676160" y="3816720"/>
            <a:ext cx="8316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Thread</a:t>
            </a:r>
            <a:endParaRPr lang="de-DE" sz="1800" b="0" u="none" strike="noStrike">
              <a:solidFill>
                <a:srgbClr val="000000"/>
              </a:solidFill>
              <a:uFillTx/>
              <a:latin typeface="Arial"/>
            </a:endParaRPr>
          </a:p>
        </p:txBody>
      </p:sp>
      <p:sp>
        <p:nvSpPr>
          <p:cNvPr id="958" name="Textfeld 11"/>
          <p:cNvSpPr/>
          <p:nvPr/>
        </p:nvSpPr>
        <p:spPr>
          <a:xfrm>
            <a:off x="1939680" y="5345280"/>
            <a:ext cx="3726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t1</a:t>
            </a:r>
            <a:endParaRPr lang="de-DE" sz="1800" b="0" u="none" strike="noStrike">
              <a:solidFill>
                <a:srgbClr val="000000"/>
              </a:solidFill>
              <a:uFillTx/>
              <a:latin typeface="Arial"/>
            </a:endParaRPr>
          </a:p>
        </p:txBody>
      </p:sp>
      <p:cxnSp>
        <p:nvCxnSpPr>
          <p:cNvPr id="959" name="Gerade Verbindung 13"/>
          <p:cNvCxnSpPr/>
          <p:nvPr/>
        </p:nvCxnSpPr>
        <p:spPr>
          <a:xfrm>
            <a:off x="3925080" y="4676040"/>
            <a:ext cx="1555200" cy="1440"/>
          </a:xfrm>
          <a:prstGeom prst="straightConnector1">
            <a:avLst/>
          </a:prstGeom>
          <a:ln w="0">
            <a:solidFill>
              <a:srgbClr val="1D9A78"/>
            </a:solidFill>
          </a:ln>
        </p:spPr>
      </p:cxnSp>
      <p:cxnSp>
        <p:nvCxnSpPr>
          <p:cNvPr id="960" name="Gerade Verbindung mit Pfeil 15"/>
          <p:cNvCxnSpPr/>
          <p:nvPr/>
        </p:nvCxnSpPr>
        <p:spPr>
          <a:xfrm flipV="1">
            <a:off x="3910320" y="4764960"/>
            <a:ext cx="1440" cy="841680"/>
          </a:xfrm>
          <a:prstGeom prst="straightConnector1">
            <a:avLst/>
          </a:prstGeom>
          <a:ln w="0">
            <a:solidFill>
              <a:srgbClr val="1D9A78"/>
            </a:solidFill>
            <a:tailEnd type="triangle" w="med" len="med"/>
          </a:ln>
        </p:spPr>
      </p:cxnSp>
      <p:cxnSp>
        <p:nvCxnSpPr>
          <p:cNvPr id="961" name="Gerade Verbindung mit Pfeil 17"/>
          <p:cNvCxnSpPr/>
          <p:nvPr/>
        </p:nvCxnSpPr>
        <p:spPr>
          <a:xfrm>
            <a:off x="5478840" y="4809600"/>
            <a:ext cx="1440" cy="797040"/>
          </a:xfrm>
          <a:prstGeom prst="straightConnector1">
            <a:avLst/>
          </a:prstGeom>
          <a:ln w="0">
            <a:solidFill>
              <a:srgbClr val="1D9A78"/>
            </a:solidFill>
            <a:tailEnd type="triangle" w="med" len="med"/>
          </a:ln>
        </p:spPr>
      </p:cxnSp>
      <p:cxnSp>
        <p:nvCxnSpPr>
          <p:cNvPr id="962" name="Gerade Verbindung 19"/>
          <p:cNvCxnSpPr/>
          <p:nvPr/>
        </p:nvCxnSpPr>
        <p:spPr>
          <a:xfrm>
            <a:off x="5568120" y="5605200"/>
            <a:ext cx="1242720" cy="1440"/>
          </a:xfrm>
          <a:prstGeom prst="straightConnector1">
            <a:avLst/>
          </a:prstGeom>
          <a:ln w="0">
            <a:solidFill>
              <a:srgbClr val="1D9A78"/>
            </a:solidFill>
          </a:ln>
        </p:spPr>
      </p:cxnSp>
      <p:sp>
        <p:nvSpPr>
          <p:cNvPr id="963" name="Textfeld 20"/>
          <p:cNvSpPr/>
          <p:nvPr/>
        </p:nvSpPr>
        <p:spPr>
          <a:xfrm>
            <a:off x="1933920" y="4396320"/>
            <a:ext cx="3726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t2</a:t>
            </a:r>
            <a:endParaRPr lang="de-DE" sz="1800" b="0" u="none" strike="noStrike">
              <a:solidFill>
                <a:srgbClr val="000000"/>
              </a:solidFill>
              <a:uFillTx/>
              <a:latin typeface="Arial"/>
            </a:endParaRPr>
          </a:p>
        </p:txBody>
      </p:sp>
      <p:cxnSp>
        <p:nvCxnSpPr>
          <p:cNvPr id="964" name="Gerade Verbindung mit Pfeil 22"/>
          <p:cNvCxnSpPr/>
          <p:nvPr/>
        </p:nvCxnSpPr>
        <p:spPr>
          <a:xfrm>
            <a:off x="5025240" y="2252520"/>
            <a:ext cx="1339560" cy="3278520"/>
          </a:xfrm>
          <a:prstGeom prst="straightConnector1">
            <a:avLst/>
          </a:prstGeom>
          <a:ln w="0">
            <a:solidFill>
              <a:srgbClr val="1D9A78"/>
            </a:solidFill>
            <a:tailEnd type="triangle" w="med" len="med"/>
          </a:ln>
        </p:spPr>
      </p:cxnSp>
      <p:sp>
        <p:nvSpPr>
          <p:cNvPr id="965" name="Textfeld 23"/>
          <p:cNvSpPr/>
          <p:nvPr/>
        </p:nvSpPr>
        <p:spPr>
          <a:xfrm>
            <a:off x="5532120" y="5397120"/>
            <a:ext cx="223704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rgbClr val="48484C"/>
                </a:solidFill>
                <a:uFillTx/>
                <a:latin typeface="SourceCodePro"/>
              </a:rPr>
              <a:t>console.log</a:t>
            </a:r>
            <a:r>
              <a:rPr lang="de-DE" sz="1800" b="0" u="none" strike="noStrike">
                <a:solidFill>
                  <a:srgbClr val="93A1A1"/>
                </a:solidFill>
                <a:uFillTx/>
                <a:latin typeface="SourceCodePro"/>
              </a:rPr>
              <a:t>(</a:t>
            </a:r>
            <a:r>
              <a:rPr lang="de-DE" sz="1800" b="0" u="none" strike="noStrike">
                <a:solidFill>
                  <a:srgbClr val="48484C"/>
                </a:solidFill>
                <a:uFillTx/>
                <a:latin typeface="SourceCodePro"/>
              </a:rPr>
              <a:t>x</a:t>
            </a:r>
            <a:r>
              <a:rPr lang="de-DE" sz="1800" b="0" u="none" strike="noStrike">
                <a:solidFill>
                  <a:srgbClr val="93A1A1"/>
                </a:solidFill>
                <a:uFillTx/>
                <a:latin typeface="SourceCodePro"/>
              </a:rPr>
              <a:t>);</a:t>
            </a:r>
            <a:endParaRPr lang="de-DE" sz="1800" b="0" u="none" strike="noStrike">
              <a:solidFill>
                <a:srgbClr val="000000"/>
              </a:solidFill>
              <a:uFillTx/>
              <a:latin typeface="Arial"/>
            </a:endParaRPr>
          </a:p>
        </p:txBody>
      </p:sp>
      <p:sp>
        <p:nvSpPr>
          <p:cNvPr id="966" name="Textfeld 24"/>
          <p:cNvSpPr/>
          <p:nvPr/>
        </p:nvSpPr>
        <p:spPr>
          <a:xfrm>
            <a:off x="3781080" y="4341960"/>
            <a:ext cx="23904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calculationLongRunning</a:t>
            </a:r>
            <a:endParaRPr lang="de-DE" sz="1800" b="0" u="none" strike="noStrike">
              <a:solidFill>
                <a:srgbClr val="000000"/>
              </a:solidFill>
              <a:uFillTx/>
              <a:latin typeface="Arial"/>
            </a:endParaRPr>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Threading im Browser</a:t>
            </a:r>
            <a:endParaRPr lang="de-DE" sz="4400" b="0" u="none" strike="noStrike">
              <a:solidFill>
                <a:srgbClr val="000000"/>
              </a:solidFill>
              <a:uFillTx/>
              <a:latin typeface="Arial"/>
            </a:endParaRPr>
          </a:p>
        </p:txBody>
      </p:sp>
      <p:sp>
        <p:nvSpPr>
          <p:cNvPr id="96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Javascript per Definition Single-Threaded</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Event-Loop Thread mit Queue, die vom Interpreter abgearbeitet wird</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Beispiel: Ajax Aufruf</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JavaScript startet HTTP Request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Interpreter wartet nicht bis Server geantwortet hat, UI würde einfrieren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Interpreter arbeitet andere Sachen ab (Event-Loop)</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Nach Response, wird weiterer Code in Event-Loop-Queue eingestellt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Code läuft erst wenn in Event-Loop an der Reihe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Callback API </a:t>
            </a:r>
            <a:endParaRPr lang="de-DE" sz="4400" b="0" u="none" strike="noStrike">
              <a:solidFill>
                <a:srgbClr val="000000"/>
              </a:solidFill>
              <a:uFillTx/>
              <a:latin typeface="Arial"/>
            </a:endParaRPr>
          </a:p>
        </p:txBody>
      </p:sp>
      <p:sp>
        <p:nvSpPr>
          <p:cNvPr id="97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Asynchroner Funktion wird Callback als zusätzlicher Parameter mitgegeben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Callback wird aufgerufen sobald Ergebnis bereit steht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Probleme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Keine standardisierte API (Wie werden Fehler behandelt?)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Mehrmalige oder spätere Nutzung kompliziert ("Callback-Hell")</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Abhängigkeit von mehreren asynchronen Ergebnissen sehr schwierig zu handhaben</a:t>
            </a:r>
            <a:endParaRPr lang="de-DE" sz="2400" b="0" u="none" strike="noStrike">
              <a:solidFill>
                <a:srgbClr val="000000"/>
              </a:solidFill>
              <a:uFillTx/>
              <a:latin typeface="Arial"/>
            </a:endParaRPr>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Lösung sind Promises</a:t>
            </a:r>
            <a:endParaRPr lang="de-DE" sz="4400" b="0" u="none" strike="noStrike">
              <a:solidFill>
                <a:srgbClr val="000000"/>
              </a:solidFill>
              <a:uFillTx/>
              <a:latin typeface="Arial"/>
            </a:endParaRPr>
          </a:p>
        </p:txBody>
      </p:sp>
      <p:sp>
        <p:nvSpPr>
          <p:cNvPr id="97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Stellvertreter für Ergebnis, das zunächst unbekannt ist (z.B. http-Aufruf)</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Asynchronen Funktionen geben Promise zurück, kein Callback als Parameter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Können erfüllt oder abgelehnt werden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Bieten API für success- und error-Funktionen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Promise kann genau ein Mal aufgelöst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Wingdings"/>
              </a:rPr>
              <a:t></a:t>
            </a:r>
            <a:r>
              <a:rPr lang="de-DE" sz="2400" b="0" u="none" strike="noStrike">
                <a:solidFill>
                  <a:schemeClr val="dk1"/>
                </a:solidFill>
                <a:uFillTx/>
                <a:latin typeface="Calibri"/>
              </a:rPr>
              <a:t> </a:t>
            </a:r>
            <a:r>
              <a:rPr lang="de-DE" sz="2400" b="0" i="1" u="none" strike="noStrike">
                <a:solidFill>
                  <a:schemeClr val="dk1"/>
                </a:solidFill>
                <a:uFillTx/>
                <a:latin typeface="Calibri"/>
              </a:rPr>
              <a:t>Nicht geeignet für mehrere asynchrone Werte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Promise Beispiel</a:t>
            </a:r>
            <a:endParaRPr lang="de-DE" sz="4400" b="0" u="none" strike="noStrike">
              <a:solidFill>
                <a:srgbClr val="000000"/>
              </a:solidFill>
              <a:uFillTx/>
              <a:latin typeface="Arial"/>
            </a:endParaRPr>
          </a:p>
        </p:txBody>
      </p:sp>
      <p:sp>
        <p:nvSpPr>
          <p:cNvPr id="97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93A1A1"/>
                </a:solidFill>
                <a:uFillTx/>
                <a:latin typeface="SourceCodePro"/>
              </a:rPr>
              <a:t>// call to async function returns a promise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const</a:t>
            </a:r>
            <a:r>
              <a:rPr lang="de-DE" sz="2800" b="0" u="none" strike="noStrike">
                <a:solidFill>
                  <a:srgbClr val="48484C"/>
                </a:solidFill>
                <a:uFillTx/>
                <a:latin typeface="SourceCodePro"/>
              </a:rPr>
              <a:t> promise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doSomethingAsynchronous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promise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then</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	(</a:t>
            </a:r>
            <a:r>
              <a:rPr lang="de-DE" sz="2800" b="0" u="none" strike="noStrike">
                <a:solidFill>
                  <a:srgbClr val="48484C"/>
                </a:solidFill>
                <a:uFillTx/>
                <a:latin typeface="SourceCodePro"/>
              </a:rPr>
              <a:t>result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=&gt;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return filter(result)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success handler</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	(</a:t>
            </a:r>
            <a:r>
              <a:rPr lang="de-DE" sz="2800" b="0" u="none" strike="noStrike">
                <a:solidFill>
                  <a:srgbClr val="48484C"/>
                </a:solidFill>
                <a:uFillTx/>
                <a:latin typeface="SourceCodePro"/>
              </a:rPr>
              <a:t>error</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=&gt;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error handler (optional)</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).then((result) =&gt;);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Observable als Promise++</a:t>
            </a:r>
            <a:endParaRPr lang="de-DE" sz="4400" b="0" u="none" strike="noStrike">
              <a:solidFill>
                <a:srgbClr val="000000"/>
              </a:solidFill>
              <a:uFillTx/>
              <a:latin typeface="Arial"/>
            </a:endParaRPr>
          </a:p>
        </p:txBody>
      </p:sp>
      <p:sp>
        <p:nvSpPr>
          <p:cNvPr id="976" name="PlaceHolder 2"/>
          <p:cNvSpPr>
            <a:spLocks noGrp="1"/>
          </p:cNvSpPr>
          <p:nvPr>
            <p:ph/>
          </p:nvPr>
        </p:nvSpPr>
        <p:spPr>
          <a:xfrm>
            <a:off x="838080" y="183708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Observables sind Streams von Events und Daten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Aber auch Fehlern</a:t>
            </a:r>
            <a:endParaRPr lang="de-DE" sz="24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--a---b-c---d---X|</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tabLst>
                <a:tab pos="0" algn="l"/>
              </a:tabLst>
            </a:pPr>
            <a:r>
              <a:rPr lang="de-DE" sz="2400" b="0" u="none" strike="noStrike">
                <a:solidFill>
                  <a:schemeClr val="dk1"/>
                </a:solidFill>
                <a:uFillTx/>
                <a:latin typeface="Calibri"/>
              </a:rPr>
              <a:t>-- Zeitline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tabLst>
                <a:tab pos="0" algn="l"/>
              </a:tabLst>
            </a:pPr>
            <a:r>
              <a:rPr lang="de-DE" sz="2400" b="0" u="none" strike="noStrike">
                <a:solidFill>
                  <a:schemeClr val="dk1"/>
                </a:solidFill>
                <a:uFillTx/>
                <a:latin typeface="Calibri"/>
              </a:rPr>
              <a:t>| Endsignal</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tabLst>
                <a:tab pos="0" algn="l"/>
              </a:tabLst>
            </a:pPr>
            <a:r>
              <a:rPr lang="de-DE" sz="2400" b="0" u="none" strike="noStrike">
                <a:solidFill>
                  <a:schemeClr val="dk1"/>
                </a:solidFill>
                <a:uFillTx/>
                <a:latin typeface="Calibri"/>
              </a:rPr>
              <a:t>a,b .. Ereignisse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Schönere und interaktive Visualisierung</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sng" strike="noStrike">
                <a:solidFill>
                  <a:schemeClr val="dk1"/>
                </a:solidFill>
                <a:uFillTx/>
                <a:latin typeface="Calibri"/>
                <a:hlinkClick r:id="rId3"/>
              </a:rPr>
              <a:t>https://rxmarbles.com</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
        <p:nvSpPr>
          <p:cNvPr id="977" name="Abgerundetes Rechteck 3"/>
          <p:cNvSpPr/>
          <p:nvPr/>
        </p:nvSpPr>
        <p:spPr>
          <a:xfrm>
            <a:off x="7426800" y="3152160"/>
            <a:ext cx="1217880" cy="103176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Observer</a:t>
            </a:r>
            <a:endParaRPr lang="de-DE" sz="1800" b="0" u="none" strike="noStrike">
              <a:solidFill>
                <a:srgbClr val="FFFFFF"/>
              </a:solidFill>
              <a:uFillTx/>
              <a:latin typeface="Arial"/>
            </a:endParaRPr>
          </a:p>
        </p:txBody>
      </p:sp>
      <p:sp>
        <p:nvSpPr>
          <p:cNvPr id="978" name="Abgerundetes Rechteck 4"/>
          <p:cNvSpPr/>
          <p:nvPr/>
        </p:nvSpPr>
        <p:spPr>
          <a:xfrm>
            <a:off x="10134720" y="3152160"/>
            <a:ext cx="1453680" cy="103176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Observables</a:t>
            </a:r>
            <a:endParaRPr lang="de-DE" sz="1800" b="0" u="none" strike="noStrike">
              <a:solidFill>
                <a:srgbClr val="FFFFFF"/>
              </a:solidFill>
              <a:uFillTx/>
              <a:latin typeface="Arial"/>
            </a:endParaRPr>
          </a:p>
        </p:txBody>
      </p:sp>
      <p:sp>
        <p:nvSpPr>
          <p:cNvPr id="979" name="Abgerundetes Rechteck 5"/>
          <p:cNvSpPr/>
          <p:nvPr/>
        </p:nvSpPr>
        <p:spPr>
          <a:xfrm>
            <a:off x="9352080" y="2557440"/>
            <a:ext cx="2637720" cy="504000"/>
          </a:xfrm>
          <a:prstGeom prst="roundRect">
            <a:avLst>
              <a:gd name="adj" fmla="val 16667"/>
            </a:avLst>
          </a:prstGeom>
          <a:solidFill>
            <a:srgbClr val="36AFCE"/>
          </a:solidFill>
          <a:ln>
            <a:solidFill>
              <a:srgbClr val="278198"/>
            </a:solidFill>
          </a:ln>
        </p:spPr>
        <p:style>
          <a:lnRef idx="2">
            <a:schemeClr val="accent3">
              <a:shade val="50000"/>
            </a:schemeClr>
          </a:lnRef>
          <a:fillRef idx="1">
            <a:schemeClr val="accent3"/>
          </a:fillRef>
          <a:effectRef idx="0">
            <a:schemeClr val="accent3"/>
          </a:effectRef>
          <a:fontRef idx="minor"/>
        </p:style>
        <p:txBody>
          <a:bodyPr lIns="90000" tIns="45000" rIns="90000" bIns="45000" anchor="ctr">
            <a:noAutofit/>
          </a:bodyPr>
          <a:lstStyle/>
          <a:p>
            <a:pPr algn="ctr" defTabSz="914400">
              <a:lnSpc>
                <a:spcPct val="100000"/>
              </a:lnSpc>
            </a:pPr>
            <a:endParaRPr lang="de-DE" sz="1800" b="0" u="none" strike="noStrike">
              <a:solidFill>
                <a:schemeClr val="lt1"/>
              </a:solidFill>
              <a:uFillTx/>
              <a:latin typeface="Calibri"/>
            </a:endParaRPr>
          </a:p>
        </p:txBody>
      </p:sp>
      <p:sp>
        <p:nvSpPr>
          <p:cNvPr id="980" name="Textfeld 6"/>
          <p:cNvSpPr/>
          <p:nvPr/>
        </p:nvSpPr>
        <p:spPr>
          <a:xfrm>
            <a:off x="9617400" y="2289600"/>
            <a:ext cx="8730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listener</a:t>
            </a:r>
            <a:endParaRPr lang="de-DE" sz="1800" b="0" u="none" strike="noStrike">
              <a:solidFill>
                <a:srgbClr val="000000"/>
              </a:solidFill>
              <a:uFillTx/>
              <a:latin typeface="Arial"/>
            </a:endParaRPr>
          </a:p>
        </p:txBody>
      </p:sp>
      <p:cxnSp>
        <p:nvCxnSpPr>
          <p:cNvPr id="981" name="Gerade Verbindung mit Pfeil 8"/>
          <p:cNvCxnSpPr/>
          <p:nvPr/>
        </p:nvCxnSpPr>
        <p:spPr>
          <a:xfrm>
            <a:off x="8564040" y="3902760"/>
            <a:ext cx="1571760" cy="1440"/>
          </a:xfrm>
          <a:prstGeom prst="straightConnector1">
            <a:avLst/>
          </a:prstGeom>
          <a:ln w="0">
            <a:solidFill>
              <a:srgbClr val="1D9A78"/>
            </a:solidFill>
            <a:tailEnd type="triangle" w="med" len="med"/>
          </a:ln>
        </p:spPr>
      </p:cxnSp>
      <p:sp>
        <p:nvSpPr>
          <p:cNvPr id="982" name="Textfeld 9"/>
          <p:cNvSpPr/>
          <p:nvPr/>
        </p:nvSpPr>
        <p:spPr>
          <a:xfrm>
            <a:off x="8420040" y="3957480"/>
            <a:ext cx="185652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addObserver(this)</a:t>
            </a:r>
            <a:endParaRPr lang="de-DE" sz="1800" b="0" u="none" strike="noStrike">
              <a:solidFill>
                <a:srgbClr val="000000"/>
              </a:solidFill>
              <a:uFillTx/>
              <a:latin typeface="Arial"/>
            </a:endParaRPr>
          </a:p>
        </p:txBody>
      </p:sp>
      <p:cxnSp>
        <p:nvCxnSpPr>
          <p:cNvPr id="983" name="Gerade Verbindung mit Pfeil 11"/>
          <p:cNvCxnSpPr/>
          <p:nvPr/>
        </p:nvCxnSpPr>
        <p:spPr>
          <a:xfrm flipV="1">
            <a:off x="8467200" y="2809800"/>
            <a:ext cx="1257840" cy="604800"/>
          </a:xfrm>
          <a:prstGeom prst="straightConnector1">
            <a:avLst/>
          </a:prstGeom>
          <a:ln w="0">
            <a:solidFill>
              <a:srgbClr val="000000"/>
            </a:solidFill>
            <a:tailEnd type="triangle" w="med" len="med"/>
          </a:ln>
        </p:spPr>
      </p:cxnSp>
      <p:cxnSp>
        <p:nvCxnSpPr>
          <p:cNvPr id="984" name="Gerade Verbindung 13"/>
          <p:cNvCxnSpPr/>
          <p:nvPr/>
        </p:nvCxnSpPr>
        <p:spPr>
          <a:xfrm flipV="1">
            <a:off x="9898560" y="2530440"/>
            <a:ext cx="1440" cy="533520"/>
          </a:xfrm>
          <a:prstGeom prst="straightConnector1">
            <a:avLst/>
          </a:prstGeom>
          <a:ln w="0">
            <a:solidFill>
              <a:srgbClr val="1D9A78"/>
            </a:solidFill>
          </a:ln>
        </p:spPr>
      </p:cxnSp>
      <p:sp>
        <p:nvSpPr>
          <p:cNvPr id="985" name="Textfeld 15"/>
          <p:cNvSpPr/>
          <p:nvPr/>
        </p:nvSpPr>
        <p:spPr>
          <a:xfrm>
            <a:off x="9898560" y="4401000"/>
            <a:ext cx="2177280" cy="1186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DE" sz="1800" b="0" u="none" strike="noStrike">
                <a:solidFill>
                  <a:schemeClr val="dk1"/>
                </a:solidFill>
                <a:uFillTx/>
                <a:latin typeface="Calibri"/>
              </a:rPr>
              <a:t>for(l in listener){</a:t>
            </a:r>
            <a:endParaRPr lang="de-DE" sz="1800" b="0" u="none" strike="noStrike">
              <a:solidFill>
                <a:srgbClr val="000000"/>
              </a:solidFill>
              <a:uFillTx/>
              <a:latin typeface="Arial"/>
            </a:endParaRPr>
          </a:p>
          <a:p>
            <a:pPr defTabSz="914400">
              <a:lnSpc>
                <a:spcPct val="100000"/>
              </a:lnSpc>
            </a:pPr>
            <a:r>
              <a:rPr lang="de-DE" sz="1800" b="0" u="none" strike="noStrike">
                <a:solidFill>
                  <a:schemeClr val="dk1"/>
                </a:solidFill>
                <a:uFillTx/>
                <a:latin typeface="Calibri"/>
              </a:rPr>
              <a:t>   l.notify(oldWeight, this.weight)</a:t>
            </a:r>
            <a:endParaRPr lang="de-DE" sz="1800" b="0" u="none" strike="noStrike">
              <a:solidFill>
                <a:srgbClr val="000000"/>
              </a:solidFill>
              <a:uFillTx/>
              <a:latin typeface="Arial"/>
            </a:endParaRPr>
          </a:p>
          <a:p>
            <a:pPr defTabSz="914400">
              <a:lnSpc>
                <a:spcPct val="100000"/>
              </a:lnSpc>
            </a:pPr>
            <a:r>
              <a:rPr lang="de-DE" sz="1800" b="0" u="none" strike="noStrike">
                <a:solidFill>
                  <a:schemeClr val="dk1"/>
                </a:solidFill>
                <a:uFillTx/>
                <a:latin typeface="Calibri"/>
              </a:rPr>
              <a:t>}</a:t>
            </a:r>
            <a:endParaRPr lang="de-DE" sz="1800" b="0" u="none" strike="noStrike">
              <a:solidFill>
                <a:srgbClr val="000000"/>
              </a:solidFill>
              <a:uFillTx/>
              <a:latin typeface="Arial"/>
            </a:endParaRPr>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rmAutofit fontScale="90000"/>
          </a:bodyPr>
          <a:lstStyle/>
          <a:p>
            <a:pPr indent="0" defTabSz="914400">
              <a:lnSpc>
                <a:spcPct val="90000"/>
              </a:lnSpc>
              <a:buNone/>
              <a:tabLst>
                <a:tab pos="0" algn="l"/>
              </a:tabLst>
            </a:pPr>
            <a:br>
              <a:rPr sz="4400"/>
            </a:br>
            <a:r>
              <a:rPr lang="de-DE" sz="4400" b="0" u="none" strike="noStrike">
                <a:solidFill>
                  <a:schemeClr val="dk1"/>
                </a:solidFill>
                <a:uFillTx/>
                <a:latin typeface="Calibri Light"/>
              </a:rPr>
              <a:t>Methoden für Zwischenverarbeitung</a:t>
            </a:r>
            <a:br>
              <a:rPr sz="4400"/>
            </a:br>
            <a:endParaRPr lang="de-DE" sz="4400" b="0" u="none" strike="noStrike">
              <a:solidFill>
                <a:srgbClr val="000000"/>
              </a:solidFill>
              <a:uFillTx/>
              <a:latin typeface="Arial"/>
            </a:endParaRPr>
          </a:p>
        </p:txBody>
      </p:sp>
      <p:sp>
        <p:nvSpPr>
          <p:cNvPr id="98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1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Häufig genutzte Methoden: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map für Transformation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debounce für Verzögerung</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filter zum Aussortieren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Jede Transformation gibt wieder Observable zurück</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--a---b-c---d---|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map to alphabet index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--1---2-3---4---|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filter &gt; 2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--------3---4---|</a:t>
            </a:r>
            <a:endParaRPr lang="de-DE" sz="2800" b="0" u="none" strike="noStrike">
              <a:solidFill>
                <a:srgbClr val="000000"/>
              </a:solidFill>
              <a:uFillTx/>
              <a:latin typeface="Arial"/>
            </a:endParaRPr>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Observables sind lazy</a:t>
            </a:r>
            <a:endParaRPr lang="de-DE" sz="4400" b="0" u="none" strike="noStrike">
              <a:solidFill>
                <a:srgbClr val="000000"/>
              </a:solidFill>
              <a:uFillTx/>
              <a:latin typeface="Arial"/>
            </a:endParaRPr>
          </a:p>
        </p:txBody>
      </p:sp>
      <p:sp>
        <p:nvSpPr>
          <p:cNvPr id="989" name="PlaceHolder 2"/>
          <p:cNvSpPr>
            <a:spLocks noGrp="1"/>
          </p:cNvSpPr>
          <p:nvPr>
            <p:ph/>
          </p:nvPr>
        </p:nvSpPr>
        <p:spPr>
          <a:xfrm>
            <a:off x="637560" y="1780920"/>
            <a:ext cx="10514160" cy="4349880"/>
          </a:xfrm>
          <a:prstGeom prst="rect">
            <a:avLst/>
          </a:prstGeom>
          <a:noFill/>
          <a:ln w="0">
            <a:noFill/>
          </a:ln>
        </p:spPr>
        <p:txBody>
          <a:bodyPr lIns="91440" tIns="45720" rIns="91440" bIns="45720" anchor="t">
            <a:normAutofit fontScale="85000" lnSpcReduction="1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Observables brauchen Abnehmer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forEach(dataHandler): Promise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subscribe(dataHandler, errorHandler?): Subscription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Handler: Funktionen mit Seiteneffekten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Intermediate Transformationen werden nur ausgeführt wenn Abnehmer da ist</a:t>
            </a:r>
            <a:endParaRPr lang="de-DE" sz="28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--a---b-c---d---|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map to alphabet index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--1---2-3---4---|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filter &gt; 2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--------3---4---|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subscribe console.log</a:t>
            </a:r>
            <a:endParaRPr lang="de-DE" sz="2800" b="0" u="none" strike="noStrike">
              <a:solidFill>
                <a:srgbClr val="000000"/>
              </a:solidFill>
              <a:uFillTx/>
              <a:latin typeface="Arial"/>
            </a:endParaRPr>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Diagram11"/>
          <p:cNvGraphicFramePr/>
          <p:nvPr>
            <p:extLst>
              <p:ext uri="{D42A27DB-BD31-4B8C-83A1-F6EECF244321}">
                <p14:modId xmlns:p14="http://schemas.microsoft.com/office/powerpoint/2010/main" val="2789536305"/>
              </p:ext>
            </p:extLst>
          </p:nvPr>
        </p:nvGraphicFramePr>
        <p:xfrm>
          <a:off x="4084560" y="2185200"/>
          <a:ext cx="6094440" cy="406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90" name="Rechteck 2"/>
          <p:cNvSpPr/>
          <p:nvPr/>
        </p:nvSpPr>
        <p:spPr>
          <a:xfrm>
            <a:off x="828000" y="353520"/>
            <a:ext cx="7266240" cy="9126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scene3d>
              <a:camera prst="orthographicFront"/>
              <a:lightRig rig="balanced" dir="t">
                <a:rot lat="0" lon="0" rev="2100000"/>
              </a:lightRig>
            </a:scene3d>
            <a:sp3d extrusionH="57150" prstMaterial="metal">
              <a:bevelT w="38100" h="25400"/>
              <a:contourClr>
                <a:schemeClr val="bg2"/>
              </a:contourClr>
            </a:sp3d>
          </a:bodyPr>
          <a:lstStyle/>
          <a:p>
            <a:pPr algn="ctr" defTabSz="914400">
              <a:lnSpc>
                <a:spcPct val="100000"/>
              </a:lnSpc>
            </a:pPr>
            <a:r>
              <a:rPr lang="de-DE" sz="5400" b="1" u="none" strike="noStrike">
                <a:solidFill>
                  <a:schemeClr val="lt1">
                    <a:shade val="50000"/>
                  </a:schemeClr>
                </a:solidFill>
                <a:uFillTx/>
                <a:latin typeface="Calibri"/>
              </a:rPr>
              <a:t>Intermediate vs Terminal</a:t>
            </a:r>
            <a:endParaRPr lang="de-DE" sz="5400" b="0" u="none" strike="noStrike">
              <a:solidFill>
                <a:srgbClr val="000000"/>
              </a:solidFill>
              <a:uFillTx/>
              <a:latin typeface="Arial"/>
            </a:endParaRPr>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Unsubscribe Nicht vergessen </a:t>
            </a:r>
            <a:endParaRPr lang="de-DE" sz="4400" b="0" u="none" strike="noStrike">
              <a:solidFill>
                <a:srgbClr val="000000"/>
              </a:solidFill>
              <a:uFillTx/>
              <a:latin typeface="Arial"/>
            </a:endParaRPr>
          </a:p>
        </p:txBody>
      </p:sp>
      <p:sp>
        <p:nvSpPr>
          <p:cNvPr id="99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subscribe() gibt Subscription zurück</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Subscription hat unsubscribe() Methode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Wenn completed, werden alle intern alle Handler gelöscht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i="1" u="none" strike="noStrike">
                <a:solidFill>
                  <a:schemeClr val="dk1"/>
                </a:solidFill>
                <a:uFillTx/>
                <a:latin typeface="Calibri"/>
              </a:rPr>
              <a:t>Nutze ngOnDestroy für unsubscribe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i="1" u="none" strike="noStrike">
                <a:solidFill>
                  <a:schemeClr val="dk1"/>
                </a:solidFill>
                <a:uFillTx/>
                <a:latin typeface="Calibri"/>
              </a:rPr>
              <a:t>Modern: takeUntilDestroyed() aus @angular/core/rxjs-interop oder toSignal() – unsubscribe automatisch</a:t>
            </a:r>
            <a:endParaRPr lang="de-DE" sz="2800" b="0" u="none" strike="noStrike">
              <a:solidFill>
                <a:srgbClr val="000000"/>
              </a:solidFill>
              <a:uFillTx/>
              <a:latin typeface="Arial"/>
            </a:endParaRPr>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Automatisches Unsubscribe</a:t>
            </a:r>
            <a:endParaRPr lang="de-DE" sz="4400" b="0" u="none" strike="noStrike">
              <a:solidFill>
                <a:srgbClr val="000000"/>
              </a:solidFill>
              <a:uFillTx/>
              <a:latin typeface="Arial"/>
            </a:endParaRPr>
          </a:p>
        </p:txBody>
      </p:sp>
      <p:sp>
        <p:nvSpPr>
          <p:cNvPr id="99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48484C"/>
                </a:solidFill>
                <a:uFillTx/>
                <a:latin typeface="SourceCodePro"/>
              </a:rPr>
              <a:t>{{ aPromise | async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anObservable | async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&lt;trainingList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trainings</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"releaseObservable$ | async"</a:t>
            </a:r>
            <a:r>
              <a:rPr lang="de-DE" sz="2800" b="0" u="none" strike="noStrike">
                <a:solidFill>
                  <a:srgbClr val="1E347B"/>
                </a:solidFill>
                <a:uFillTx/>
                <a:latin typeface="SourceCodePro"/>
              </a:rPr>
              <a:t>&gt;&lt;/ trainingList&gt;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t>Alternative ohne async-Pipe: toSignal() (siehe RxJS Interop)</a:t>
            </a:r>
            <a:endParaRPr lang="de-DE" sz="2800" b="0" u="none" strike="noStrike">
              <a:solidFill>
                <a:srgbClr val="000000"/>
              </a:solidFill>
              <a:uFillTx/>
              <a:latin typeface="Arial"/>
            </a:endParaRPr>
          </a:p>
        </p:txBody>
      </p:sp>
      <p:sp>
        <p:nvSpPr>
          <p:cNvPr id="995" name="Rechteck 3"/>
          <p:cNvSpPr/>
          <p:nvPr/>
        </p:nvSpPr>
        <p:spPr>
          <a:xfrm>
            <a:off x="2639160" y="3256200"/>
            <a:ext cx="1767960" cy="593280"/>
          </a:xfrm>
          <a:prstGeom prst="rect">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Training[]</a:t>
            </a:r>
            <a:endParaRPr lang="de-DE" sz="1800" b="0" u="none" strike="noStrike">
              <a:solidFill>
                <a:srgbClr val="FFFFFF"/>
              </a:solidFill>
              <a:uFillTx/>
              <a:latin typeface="Arial"/>
            </a:endParaRPr>
          </a:p>
        </p:txBody>
      </p:sp>
      <p:sp>
        <p:nvSpPr>
          <p:cNvPr id="996" name="Rechteck 4"/>
          <p:cNvSpPr/>
          <p:nvPr/>
        </p:nvSpPr>
        <p:spPr>
          <a:xfrm>
            <a:off x="5018040" y="3256200"/>
            <a:ext cx="2381040" cy="649080"/>
          </a:xfrm>
          <a:prstGeom prst="rect">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Observable&lt;Training[]&gt;</a:t>
            </a:r>
            <a:endParaRPr lang="de-DE" sz="1800" b="0" u="none" strike="noStrike">
              <a:solidFill>
                <a:srgbClr val="FFFFFF"/>
              </a:solidFill>
              <a:uFillTx/>
              <a:latin typeface="Arial"/>
            </a:endParaRPr>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400" b="0" u="none" strike="noStrike">
                <a:solidFill>
                  <a:schemeClr val="dk1"/>
                </a:solidFill>
                <a:uFillTx/>
                <a:latin typeface="Calibri Light"/>
              </a:rPr>
              <a:t>Reactive Extensions – RxJS</a:t>
            </a:r>
            <a:endParaRPr lang="de-DE" sz="4400" b="0" u="none" strike="noStrike">
              <a:solidFill>
                <a:srgbClr val="000000"/>
              </a:solidFill>
              <a:uFillTx/>
              <a:latin typeface="Arial"/>
            </a:endParaRPr>
          </a:p>
        </p:txBody>
      </p:sp>
      <p:sp>
        <p:nvSpPr>
          <p:cNvPr id="99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Entwickelt von MS für verschiedene Sprachen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Implementierung von Observables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Wird in Angular verwendet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sng" strike="noStrike">
                <a:solidFill>
                  <a:schemeClr val="dk1"/>
                </a:solidFill>
                <a:uFillTx/>
                <a:latin typeface="Calibri"/>
                <a:hlinkClick r:id="rId2"/>
              </a:rPr>
              <a:t>http://reactivex.io/</a:t>
            </a:r>
            <a:endParaRPr lang="de-DE" sz="2400" b="0" u="none" strike="noStrike">
              <a:solidFill>
                <a:srgbClr val="000000"/>
              </a:solidFill>
              <a:uFillTx/>
              <a:latin typeface="Arial"/>
            </a:endParaRP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RxJS Interop: toSignal()</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60"/>
              </a:spcBef>
              <a:buNone/>
              <a:tabLst>
                <a:tab pos="0" algn="l"/>
              </a:tabLst>
            </a:pPr>
            <a:r>
              <a:rPr lang="de-DE" sz="2100" b="0" u="none" strike="noStrike">
                <a:solidFill>
                  <a:srgbClr val="1E347B"/>
                </a:solidFill>
                <a:uFillTx/>
                <a:latin typeface="SourceCodePro"/>
              </a:rPr>
              <a:t>import { toSignal } from '@angular/core/rxjs-interop';</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export class AppComponent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private readonly customerService = inject(CustomerService);</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 Observable -&gt; Signal, Subscription wird automatisch beendet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customers = toSignal(this.customerService.getAll(), { initialValue: [] as Customer[]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&lt;!-- Template: keine async-Pipe nötig --&gt;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&lt;customer-list [customers]="customers()" /&gt;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Gegenrichtung: toObservable(signal)</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RxJS für asynchrone Streams (HTTP, Events) – Signals für den Template-State</a:t>
            </a:r>
            <a:endParaRPr lang="de-DE" sz="2100" b="0" u="none" strike="noStrike">
              <a:solidFill>
                <a:srgbClr val="000000"/>
              </a:solidFill>
              <a:uFillTx/>
              <a:latin typeface="Arial"/>
            </a:endParaRPr>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999"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00"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001"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19: Async CustomerService</a:t>
            </a:r>
            <a:endParaRPr lang="de-DE" sz="3600" b="0" u="none" strike="noStrike">
              <a:solidFill>
                <a:srgbClr val="000000"/>
              </a:solidFill>
              <a:uFillTx/>
              <a:latin typeface="Arial"/>
            </a:endParaRPr>
          </a:p>
        </p:txBody>
      </p:sp>
      <p:grpSp>
        <p:nvGrpSpPr>
          <p:cNvPr id="1002"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003"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04"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05"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06"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007"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Verpasse CustomerService eine Observable basierte API</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Lege im Service ein ReplaySubject als Feld an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Rufe im Konstuktor am Subject next mit den Mock-Daten auf</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Lasse getAll das Observable&lt;Customer[]&gt; des Subject zurückgeben</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Passe alle Aufrufe an (toSignal(), alternativ subscribe oder async-Pipe)</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Eigentlich nur:</a:t>
            </a:r>
            <a:endParaRPr lang="de-DE" sz="1800" b="0" u="none" strike="noStrike">
              <a:solidFill>
                <a:srgbClr val="000000"/>
              </a:solidFill>
              <a:uFillTx/>
              <a:latin typeface="Arial"/>
            </a:endParaRPr>
          </a:p>
          <a:p>
            <a:pPr marL="1143000" lvl="2"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AppComponent: customerMockList = toSignal(customerService.getAll(), { initialValue: [] })</a:t>
            </a:r>
            <a:endParaRPr lang="de-DE" sz="1800" b="0" u="none" strike="noStrike">
              <a:solidFill>
                <a:srgbClr val="000000"/>
              </a:solidFill>
              <a:uFillTx/>
              <a:latin typeface="Arial"/>
            </a:endParaRPr>
          </a:p>
          <a:p>
            <a:pPr marL="1143000" lvl="2"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app.component.html: &lt;customer-list [customers]="customerMockList()"&gt;</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1008"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009"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10"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11"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12"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 name="PlaceHolder 1"/>
          <p:cNvSpPr>
            <a:spLocks noGrp="1"/>
          </p:cNvSpPr>
          <p:nvPr>
            <p:ph type="title"/>
          </p:nvPr>
        </p:nvSpPr>
        <p:spPr>
          <a:xfrm>
            <a:off x="831960" y="1709640"/>
            <a:ext cx="10514160" cy="2851200"/>
          </a:xfrm>
          <a:prstGeom prst="rect">
            <a:avLst/>
          </a:prstGeom>
          <a:noFill/>
          <a:ln w="0">
            <a:noFill/>
          </a:ln>
        </p:spPr>
        <p:txBody>
          <a:bodyPr lIns="91440" tIns="45720" rIns="91440" bIns="45720" anchor="b">
            <a:noAutofit/>
          </a:bodyPr>
          <a:lstStyle/>
          <a:p>
            <a:pPr indent="0" defTabSz="914400">
              <a:lnSpc>
                <a:spcPct val="90000"/>
              </a:lnSpc>
              <a:buNone/>
              <a:tabLst>
                <a:tab pos="0" algn="l"/>
              </a:tabLst>
            </a:pPr>
            <a:r>
              <a:rPr lang="de-DE" sz="6000" b="0" u="none" strike="noStrike">
                <a:solidFill>
                  <a:schemeClr val="dk1"/>
                </a:solidFill>
                <a:uFillTx/>
                <a:latin typeface="Calibri Light"/>
              </a:rPr>
              <a:t>Routing und Navigation</a:t>
            </a:r>
            <a:endParaRPr lang="de-DE" sz="6000" b="0" u="none" strike="noStrike">
              <a:solidFill>
                <a:srgbClr val="000000"/>
              </a:solidFill>
              <a:uFillTx/>
              <a:latin typeface="Arial"/>
            </a:endParaRPr>
          </a:p>
        </p:txBody>
      </p:sp>
      <p:sp>
        <p:nvSpPr>
          <p:cNvPr id="1014" name="PlaceHolder 2"/>
          <p:cNvSpPr>
            <a:spLocks noGrp="1"/>
          </p:cNvSpPr>
          <p:nvPr>
            <p:ph/>
          </p:nvPr>
        </p:nvSpPr>
        <p:spPr>
          <a:xfrm>
            <a:off x="831960" y="4589640"/>
            <a:ext cx="10514160" cy="1498680"/>
          </a:xfrm>
          <a:prstGeom prst="rect">
            <a:avLst/>
          </a:prstGeom>
          <a:noFill/>
          <a:ln w="0">
            <a:noFill/>
          </a:ln>
        </p:spPr>
        <p:txBody>
          <a:bodyPr lIns="91440" tIns="45720" rIns="91440" bIns="45720" anchor="t">
            <a:noAutofit/>
          </a:bodyPr>
          <a:lstStyle/>
          <a:p>
            <a:pPr indent="0">
              <a:spcBef>
                <a:spcPts val="1417"/>
              </a:spcBef>
              <a:buNone/>
            </a:pPr>
            <a:endParaRPr lang="de-DE" sz="1800" b="0" u="none" strike="noStrike">
              <a:solidFill>
                <a:srgbClr val="000000"/>
              </a:solidFill>
              <a:uFillTx/>
              <a:latin typeface="Arial"/>
            </a:endParaRPr>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Arbeitsweise</a:t>
            </a:r>
            <a:endParaRPr lang="de-DE" sz="4400" b="0" u="none" strike="noStrike">
              <a:solidFill>
                <a:srgbClr val="000000"/>
              </a:solidFill>
              <a:uFillTx/>
              <a:latin typeface="Arial"/>
            </a:endParaRPr>
          </a:p>
        </p:txBody>
      </p:sp>
      <p:sp>
        <p:nvSpPr>
          <p:cNvPr id="101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Routen definieren Pfade der Anwendung</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Jede Route verbindet einen Pfad mit einer Component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Auch Redirects können definiert werden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 Pfade unterstützen Platzhalter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Routen werden in app.routes.ts definiert und per provideRouter(routes) in main.ts für die gesamte Applikation bereitgestellt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dazu werden Klassen importiert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import { Routes, provideRouter } from '@angular/router'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Routen-Pfade müssen nicht disjunkt sein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Der erste Treffer eines Pfads wird benutzt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Damit sind in der Routen-Definition speziellere Pfade vor allgemeinen zu platzieren</a:t>
            </a:r>
            <a:endParaRPr lang="de-DE" sz="2400" b="0" u="none" strike="noStrike">
              <a:solidFill>
                <a:srgbClr val="000000"/>
              </a:solidFill>
              <a:uFillTx/>
              <a:latin typeface="Arial"/>
            </a:endParaRPr>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Features von Routen</a:t>
            </a:r>
            <a:endParaRPr lang="de-DE" sz="4400" b="0" u="none" strike="noStrike">
              <a:solidFill>
                <a:srgbClr val="000000"/>
              </a:solidFill>
              <a:uFillTx/>
              <a:latin typeface="Arial"/>
            </a:endParaRPr>
          </a:p>
        </p:txBody>
      </p:sp>
      <p:sp>
        <p:nvSpPr>
          <p:cNvPr id="10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Deep Linking über URL</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Browser Historie (Vor / Zurück)</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Links über symbolische Namen, nicht über hart codierte URLs</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Pfad- oder Hash-Navigation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Hierarchischer Aufbau, nicht zwingend absolute Routen</a:t>
            </a:r>
            <a:endParaRPr lang="de-DE" sz="2800" b="0" u="none" strike="noStrike">
              <a:solidFill>
                <a:srgbClr val="000000"/>
              </a:solidFill>
              <a:uFillTx/>
              <a:latin typeface="Arial"/>
            </a:endParaRPr>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Routendefinition</a:t>
            </a:r>
            <a:endParaRPr lang="de-DE" sz="4400" b="0" u="none" strike="noStrike">
              <a:solidFill>
                <a:srgbClr val="000000"/>
              </a:solidFill>
              <a:uFillTx/>
              <a:latin typeface="Arial"/>
            </a:endParaRPr>
          </a:p>
        </p:txBody>
      </p:sp>
      <p:sp>
        <p:nvSpPr>
          <p:cNvPr id="102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Route</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Relativer path (ohne führenden Slash)</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component für die Anzeige</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Routes</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'@angular/router'</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const</a:t>
            </a:r>
            <a:r>
              <a:rPr lang="de-DE" sz="2800" b="0" u="none" strike="noStrike">
                <a:solidFill>
                  <a:srgbClr val="48484C"/>
                </a:solidFill>
                <a:uFillTx/>
                <a:latin typeface="SourceCodePro"/>
              </a:rPr>
              <a:t> routes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Routes</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a:t>
            </a:r>
            <a:r>
              <a:rPr lang="de-DE" sz="2400" b="0" u="none" strike="noStrike">
                <a:solidFill>
                  <a:srgbClr val="48484C"/>
                </a:solidFill>
                <a:uFillTx/>
                <a:latin typeface="SourceCodePro"/>
              </a:rPr>
              <a:t> path</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'release'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component</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AllReleasesComponent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a:t>
            </a:r>
            <a:r>
              <a:rPr lang="de-DE" sz="2400" b="0" u="none" strike="noStrike">
                <a:solidFill>
                  <a:srgbClr val="48484C"/>
                </a:solidFill>
                <a:uFillTx/>
                <a:latin typeface="SourceCodePro"/>
              </a:rPr>
              <a:t> path</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'artist'</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component</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AllArtistsComponent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021" name="Rectangle 7">
            <a:extLst>
              <a:ext uri="{C183D7F6-B498-43B3-948B-1728B52AA6E4}">
                <adec:decorative xmlns:adec="http://schemas.microsoft.com/office/drawing/2017/decorative" val="1"/>
              </a:ext>
            </a:extLst>
          </p:cNvPr>
          <p:cNvSpPr/>
          <p:nvPr/>
        </p:nvSpPr>
        <p:spPr>
          <a:xfrm>
            <a:off x="288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22" name="Freeform: Shape 9">
            <a:extLst>
              <a:ext uri="{C183D7F6-B498-43B3-948B-1728B52AA6E4}">
                <adec:decorative xmlns:adec="http://schemas.microsoft.com/office/drawing/2017/decorative" val="1"/>
              </a:ext>
            </a:extLst>
          </p:cNvPr>
          <p:cNvSpPr/>
          <p:nvPr/>
        </p:nvSpPr>
        <p:spPr>
          <a:xfrm>
            <a:off x="0" y="0"/>
            <a:ext cx="4165920" cy="6856560"/>
          </a:xfrm>
          <a:custGeom>
            <a:avLst/>
            <a:gdLst>
              <a:gd name="textAreaLeft" fmla="*/ 0 w 4165920"/>
              <a:gd name="textAreaRight" fmla="*/ 4167360 w 4165920"/>
              <a:gd name="textAreaTop" fmla="*/ 0 h 6856560"/>
              <a:gd name="textAreaBottom" fmla="*/ 6858000 h 6856560"/>
            </a:gdLst>
            <a:ahLst/>
            <a:cxnLst/>
            <a:rect l="textAreaLeft" t="textAreaTop" r="textAreaRight" b="textAreaBottom"/>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23" name="PlaceHolder 1"/>
          <p:cNvSpPr>
            <a:spLocks noGrp="1"/>
          </p:cNvSpPr>
          <p:nvPr>
            <p:ph type="title"/>
          </p:nvPr>
        </p:nvSpPr>
        <p:spPr>
          <a:xfrm>
            <a:off x="686880" y="1153440"/>
            <a:ext cx="3198960" cy="445968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400" b="0" u="none" strike="noStrike">
                <a:solidFill>
                  <a:srgbClr val="FFFFFF"/>
                </a:solidFill>
                <a:uFillTx/>
                <a:latin typeface="Calibri Light"/>
              </a:rPr>
              <a:t>Ablauf</a:t>
            </a:r>
            <a:endParaRPr lang="de-DE" sz="4400" b="0" u="none" strike="noStrike">
              <a:solidFill>
                <a:srgbClr val="000000"/>
              </a:solidFill>
              <a:uFillTx/>
              <a:latin typeface="Arial"/>
            </a:endParaRPr>
          </a:p>
        </p:txBody>
      </p:sp>
      <p:sp>
        <p:nvSpPr>
          <p:cNvPr id="1024" name="Arc 11">
            <a:extLst>
              <a:ext uri="{C183D7F6-B498-43B3-948B-1728B52AA6E4}">
                <adec:decorative xmlns:adec="http://schemas.microsoft.com/office/drawing/2017/decorative" val="1"/>
              </a:ext>
            </a:extLst>
          </p:cNvPr>
          <p:cNvSpPr/>
          <p:nvPr/>
        </p:nvSpPr>
        <p:spPr>
          <a:xfrm flipV="1">
            <a:off x="7550280" y="2452680"/>
            <a:ext cx="4082040" cy="4082040"/>
          </a:xfrm>
          <a:prstGeom prst="arc">
            <a:avLst>
              <a:gd name="adj1" fmla="val 16200000"/>
              <a:gd name="adj2" fmla="val 0"/>
            </a:avLst>
          </a:prstGeom>
          <a:noFill/>
          <a:ln w="127000" cap="rnd">
            <a:solidFill>
              <a:srgbClr val="1D6FA9"/>
            </a:solidFill>
            <a:prstDash val="dash"/>
          </a:ln>
        </p:spPr>
        <p:style>
          <a:lnRef idx="1">
            <a:schemeClr val="accent1"/>
          </a:lnRef>
          <a:fillRef idx="0">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solidFill>
              <a:uFillTx/>
              <a:latin typeface="Calibri"/>
            </a:endParaRPr>
          </a:p>
        </p:txBody>
      </p:sp>
      <p:sp>
        <p:nvSpPr>
          <p:cNvPr id="1025" name="PlaceHolder 2"/>
          <p:cNvSpPr>
            <a:spLocks noGrp="1"/>
          </p:cNvSpPr>
          <p:nvPr>
            <p:ph/>
          </p:nvPr>
        </p:nvSpPr>
        <p:spPr>
          <a:xfrm>
            <a:off x="4447440" y="591480"/>
            <a:ext cx="6905160" cy="558432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URL des Browsers wird überprüft / auf Änderungen überwacht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Passende Route wird gesucht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Komponente wird angezeigt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Verlinken von Routen</a:t>
            </a:r>
            <a:endParaRPr lang="de-DE" sz="4400" b="0" u="none" strike="noStrike">
              <a:solidFill>
                <a:srgbClr val="000000"/>
              </a:solidFill>
              <a:uFillTx/>
              <a:latin typeface="Arial"/>
            </a:endParaRPr>
          </a:p>
        </p:txBody>
      </p:sp>
      <p:sp>
        <p:nvSpPr>
          <p:cNvPr id="102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1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Dazu gibt es die </a:t>
            </a:r>
            <a:r>
              <a:rPr lang="de-DE" sz="2800" b="0" u="none" strike="noStrike">
                <a:solidFill>
                  <a:schemeClr val="dk1"/>
                </a:solidFill>
                <a:uFillTx/>
                <a:latin typeface="Courier New"/>
              </a:rPr>
              <a:t>routerLink</a:t>
            </a:r>
            <a:r>
              <a:rPr lang="de-DE" sz="2800" b="0" u="none" strike="noStrike">
                <a:solidFill>
                  <a:schemeClr val="dk1"/>
                </a:solidFill>
                <a:uFillTx/>
                <a:latin typeface="Calibri"/>
              </a:rPr>
              <a:t>-Direktive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anzuzeigende Seite wird in einem </a:t>
            </a:r>
            <a:r>
              <a:rPr lang="de-DE" sz="2800" b="0" u="none" strike="noStrike">
                <a:solidFill>
                  <a:schemeClr val="dk1"/>
                </a:solidFill>
                <a:uFillTx/>
                <a:latin typeface="Courier New"/>
              </a:rPr>
              <a:t>router-outlet</a:t>
            </a:r>
            <a:r>
              <a:rPr lang="de-DE" sz="2800" b="0" u="none" strike="noStrike">
                <a:solidFill>
                  <a:schemeClr val="dk1"/>
                </a:solidFill>
                <a:uFillTx/>
                <a:latin typeface="Calibri"/>
              </a:rPr>
              <a:t>-Element angezeigt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95F91"/>
                </a:solidFill>
                <a:uFillTx/>
                <a:latin typeface="SourceCodePro"/>
              </a:rPr>
              <a:t>@Component</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selector</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"music-app"</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	template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DD1144"/>
                </a:solidFill>
                <a:uFillTx/>
                <a:latin typeface="SourceCodePro"/>
              </a:rPr>
              <a:t>		&lt;h1&gt;Music App&lt;/h1&gt;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DD1144"/>
                </a:solidFill>
                <a:uFillTx/>
                <a:latin typeface="SourceCodePro"/>
              </a:rPr>
              <a:t>		&lt;router-outlet&gt;&lt;/router-outlet&gt;`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MusicAppComponent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Default / Fallback Route</a:t>
            </a:r>
            <a:endParaRPr lang="de-DE" sz="4400" b="0" u="none" strike="noStrike">
              <a:solidFill>
                <a:srgbClr val="000000"/>
              </a:solidFill>
              <a:uFillTx/>
              <a:latin typeface="Arial"/>
            </a:endParaRPr>
          </a:p>
        </p:txBody>
      </p:sp>
      <p:sp>
        <p:nvSpPr>
          <p:cNvPr id="102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Keine gültige Route gefunden?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Einstieg über URL ohne Route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ungültige Route</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Fallback konfigurierbar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path mit **</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redirectTo: auf anderen Pfad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Achtung: Reihenfolge der Routen spielt eine Rolle,</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1" u="none" strike="noStrike">
                <a:solidFill>
                  <a:schemeClr val="dk1"/>
                </a:solidFill>
                <a:uFillTx/>
                <a:latin typeface="Calibri"/>
              </a:rPr>
              <a:t> Fallback als Letzte</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br>
              <a:rPr sz="2800"/>
            </a:b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Routenkonfiguration</a:t>
            </a:r>
            <a:endParaRPr lang="de-DE" sz="4400" b="0" u="none" strike="noStrike">
              <a:solidFill>
                <a:srgbClr val="000000"/>
              </a:solidFill>
              <a:uFillTx/>
              <a:latin typeface="Arial"/>
            </a:endParaRPr>
          </a:p>
        </p:txBody>
      </p:sp>
      <p:sp>
        <p:nvSpPr>
          <p:cNvPr id="103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provideRouter(routes, ...features) erzeugt die Provider für den Router-Service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Aufruf einmalig in bootstrapApplication (main.ts)</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Features als optionale Funktionen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withComponentInputBinding() – Routen-Parameter als Inputs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withHashLocation(), withDebugTracing(), withPreloading(...)</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Lazy Loading per loadComponent / loadChildren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Legacy: RouterModule.forRoot / forChild im AppModule (siehe Anhang)</a:t>
            </a:r>
            <a:endParaRPr lang="de-DE" sz="2800" b="0" u="none" strike="noStrike">
              <a:solidFill>
                <a:srgbClr val="000000"/>
              </a:solidFill>
              <a:uFillTx/>
              <a:latin typeface="Arial"/>
            </a:endParaRPr>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Routen-Definition</a:t>
            </a:r>
            <a:endParaRPr lang="de-DE" sz="4400" b="0" u="none" strike="noStrike">
              <a:solidFill>
                <a:srgbClr val="000000"/>
              </a:solidFill>
              <a:uFillTx/>
              <a:latin typeface="Arial"/>
            </a:endParaRPr>
          </a:p>
        </p:txBody>
      </p:sp>
      <p:sp>
        <p:nvSpPr>
          <p:cNvPr id="103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06"/>
              </a:spcBef>
              <a:buNone/>
              <a:tabLst>
                <a:tab pos="0" algn="l"/>
              </a:tabLst>
            </a:pPr>
            <a:r>
              <a:rPr lang="de-DE" sz="1700" b="0" u="none" strike="noStrike">
                <a:solidFill>
                  <a:schemeClr val="dk1"/>
                </a:solidFill>
                <a:uFillTx/>
                <a:latin typeface="Courier New"/>
              </a:rPr>
              <a:t>// app.routes.ts</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export const routes: Routes =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 path: 'path1', component: Component1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 path: 'lazy', loadComponent: () =&gt; import('./lazy.component').then(m =&gt; m.LazyComponent)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 path: '', redirectTo: '/index', pathMatch: 'full'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 path: '**', component: PageNotFoundComponent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main.ts</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bootstrapApplication(AppComponent,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providers: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provideRouter(routes, withDebugTracing()) // &lt;-- debugging purposes only</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a:t>
            </a:r>
            <a:endParaRPr lang="de-DE" sz="1700" b="0" u="none" strike="noStrike">
              <a:solidFill>
                <a:srgbClr val="000000"/>
              </a:solidFill>
              <a:uFillTx/>
              <a:latin typeface="Arial"/>
            </a:endParaRPr>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Location-Strategy</a:t>
            </a:r>
            <a:endParaRPr lang="de-DE" sz="4400" b="0" u="none" strike="noStrike">
              <a:solidFill>
                <a:srgbClr val="000000"/>
              </a:solidFill>
              <a:uFillTx/>
              <a:latin typeface="Arial"/>
            </a:endParaRPr>
          </a:p>
        </p:txBody>
      </p:sp>
      <p:sp>
        <p:nvSpPr>
          <p:cNvPr id="103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0000" lnSpcReduction="20000"/>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LocationStrategy festlegen</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PathLocationStrategy (default)</a:t>
            </a:r>
            <a:endParaRPr lang="de-DE" sz="24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Bessere SEO Indizierung</a:t>
            </a:r>
            <a:endParaRPr lang="de-DE" sz="20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HashLocationStrategy: default AngularJS 1</a:t>
            </a:r>
            <a:endParaRPr lang="de-DE" sz="24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Simpler</a:t>
            </a:r>
            <a:endParaRPr lang="de-DE" sz="20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Verwendung von PathLocationStrategy</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&lt;base href="/"&gt; als erstes Element im head der index.html</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import { provideRouter, withHashLocation } from '@angular/router';</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import { routes } from './app/app.routes';</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bootstrapApplication(AppComponent, {</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  providers: [ provideRouter(routes, withHashLocation()) ]</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a:t>
            </a:r>
            <a:endParaRPr lang="de-DE" sz="2800" b="0" u="none" strike="noStrike">
              <a:solidFill>
                <a:srgbClr val="000000"/>
              </a:solidFill>
              <a:uFillTx/>
              <a:latin typeface="Arial"/>
            </a:endParaRPr>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036"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37"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038"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20: Routen für Listenansicht</a:t>
            </a:r>
            <a:endParaRPr lang="de-DE" sz="3600" b="0" u="none" strike="noStrike">
              <a:solidFill>
                <a:srgbClr val="000000"/>
              </a:solidFill>
              <a:uFillTx/>
              <a:latin typeface="Arial"/>
            </a:endParaRPr>
          </a:p>
        </p:txBody>
      </p:sp>
      <p:grpSp>
        <p:nvGrpSpPr>
          <p:cNvPr id="1039"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040"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1"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2"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3"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044"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Bereite die Anwendung auf Routing vor</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Erstelle eine Datei src/app/app.routes.ts</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Definiere und exportiere eine Konstante des Typs Routes (export const routes: Routes = [])</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Registriere die Routen in main.ts per provideRouter(routes)</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Importiere RouterOutlet im imports-Array von AppComponent</a:t>
            </a:r>
            <a:endParaRPr lang="de-DE" sz="9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Erstelle eine Route für die Listen-Ansicht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Füge in app.routes.ts eine Routen-Konfiguration für path: "customer" und component: CustomerListComponent hinzu</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Erstelle auch eine Redirect-Route für path: "**“ mit redirect auf customer</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Lösche CustomerListComponent und CustomerDetailsComponent aus dem Template von AppComponent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Füge in das Template von AppComponent ein router-outlet ein</a:t>
            </a:r>
            <a:endParaRPr lang="de-DE" sz="9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Passe CustomerListComponent an die Veränderungen an</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Daten können nicht mehr per Input übergeben werden, da keine direkte Verwendung</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Lade in CustomerListComponent die Daten vom Service (inject() + toSignal())</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Kein ngOnDestroy nötig – toSignal() beendet die Subscription automatisch</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Lösche das Laden der customers aus AppComponent</a:t>
            </a:r>
            <a:endParaRPr lang="de-DE" sz="900" b="0" u="none" strike="noStrike">
              <a:solidFill>
                <a:srgbClr val="000000"/>
              </a:solidFill>
              <a:uFillTx/>
              <a:latin typeface="Arial"/>
            </a:endParaRPr>
          </a:p>
          <a:p>
            <a:pPr indent="0" defTabSz="914400">
              <a:lnSpc>
                <a:spcPct val="90000"/>
              </a:lnSpc>
              <a:spcBef>
                <a:spcPts val="1001"/>
              </a:spcBef>
              <a:buNone/>
              <a:tabLst>
                <a:tab pos="0" algn="l"/>
              </a:tabLst>
            </a:pPr>
            <a:endParaRPr lang="de-DE" sz="900" b="0" u="none" strike="noStrike">
              <a:solidFill>
                <a:srgbClr val="000000"/>
              </a:solidFill>
              <a:uFillTx/>
              <a:latin typeface="Arial"/>
            </a:endParaRPr>
          </a:p>
        </p:txBody>
      </p:sp>
      <p:grpSp>
        <p:nvGrpSpPr>
          <p:cNvPr id="1045"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046"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7"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8"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9"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Pfadparameter für dynamische Information</a:t>
            </a:r>
            <a:endParaRPr lang="de-DE" sz="4400" b="0" u="none" strike="noStrike">
              <a:solidFill>
                <a:srgbClr val="000000"/>
              </a:solidFill>
              <a:uFillTx/>
              <a:latin typeface="Arial"/>
            </a:endParaRPr>
          </a:p>
        </p:txBody>
      </p:sp>
      <p:graphicFrame>
        <p:nvGraphicFramePr>
          <p:cNvPr id="12" name="Diagram12"/>
          <p:cNvGraphicFramePr/>
          <p:nvPr>
            <p:extLst>
              <p:ext uri="{D42A27DB-BD31-4B8C-83A1-F6EECF244321}">
                <p14:modId xmlns:p14="http://schemas.microsoft.com/office/powerpoint/2010/main" val="1615343029"/>
              </p:ext>
            </p:extLst>
          </p:nvPr>
        </p:nvGraphicFramePr>
        <p:xfrm>
          <a:off x="838080" y="1825560"/>
          <a:ext cx="10514160" cy="43498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Pfadparameter</a:t>
            </a:r>
            <a:endParaRPr lang="de-DE" sz="4400" b="0" u="none" strike="noStrike">
              <a:solidFill>
                <a:srgbClr val="000000"/>
              </a:solidFill>
              <a:uFillTx/>
              <a:latin typeface="Arial"/>
            </a:endParaRPr>
          </a:p>
        </p:txBody>
      </p:sp>
      <p:sp>
        <p:nvSpPr>
          <p:cNvPr id="105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path</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'artist/:id'</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component</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ArtistDetailsComponent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Details zu den Routen</a:t>
            </a:r>
            <a:endParaRPr lang="de-DE" sz="4400" b="0" u="none" strike="noStrike">
              <a:solidFill>
                <a:srgbClr val="000000"/>
              </a:solidFill>
              <a:uFillTx/>
              <a:latin typeface="Arial"/>
            </a:endParaRPr>
          </a:p>
        </p:txBody>
      </p:sp>
      <p:sp>
        <p:nvSpPr>
          <p:cNvPr id="1054" name="PlaceHolder 2"/>
          <p:cNvSpPr>
            <a:spLocks noGrp="1"/>
          </p:cNvSpPr>
          <p:nvPr>
            <p:ph/>
          </p:nvPr>
        </p:nvSpPr>
        <p:spPr>
          <a:xfrm>
            <a:off x="1775520" y="1196640"/>
            <a:ext cx="8533800" cy="5088960"/>
          </a:xfrm>
          <a:prstGeom prst="rect">
            <a:avLst/>
          </a:prstGeom>
          <a:noFill/>
          <a:ln w="0">
            <a:noFill/>
          </a:ln>
        </p:spPr>
        <p:txBody>
          <a:bodyPr lIns="91440" tIns="45720" rIns="91440" bIns="45720" anchor="t">
            <a:noAutofit/>
          </a:bodyPr>
          <a:lstStyle/>
          <a:p>
            <a:pPr marL="228600" indent="-228600" defTabSz="914400">
              <a:lnSpc>
                <a:spcPct val="90000"/>
              </a:lnSpc>
              <a:spcBef>
                <a:spcPts val="940"/>
              </a:spcBef>
              <a:buClr>
                <a:srgbClr val="000000"/>
              </a:buClr>
              <a:buFont typeface="Arial"/>
              <a:buChar char="•"/>
            </a:pPr>
            <a:r>
              <a:rPr lang="de-DE" sz="2600" b="0" u="none" strike="noStrike">
                <a:solidFill>
                  <a:schemeClr val="dk1"/>
                </a:solidFill>
                <a:uFillTx/>
                <a:latin typeface="Calibri"/>
              </a:rPr>
              <a:t>Modern: Routen-Parameter, Query-Parameter und Route-Data direkt als Input der Komponente</a:t>
            </a:r>
            <a:endParaRPr lang="de-DE" sz="26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ourier New"/>
              </a:rPr>
              <a:t>provideRouter(routes, withComponentInputBinding())</a:t>
            </a:r>
            <a:endParaRPr lang="de-DE" sz="23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ourier New"/>
              </a:rPr>
              <a:t>id = input&lt;string&gt;() in der Ziel-Komponente</a:t>
            </a:r>
            <a:endParaRPr lang="de-DE" sz="2300" b="0" u="none" strike="noStrike">
              <a:solidFill>
                <a:srgbClr val="000000"/>
              </a:solidFill>
              <a:uFillTx/>
              <a:latin typeface="Arial"/>
            </a:endParaRPr>
          </a:p>
          <a:p>
            <a:pPr marL="228600" indent="-228600" defTabSz="914400">
              <a:lnSpc>
                <a:spcPct val="90000"/>
              </a:lnSpc>
              <a:spcBef>
                <a:spcPts val="940"/>
              </a:spcBef>
              <a:buClr>
                <a:srgbClr val="000000"/>
              </a:buClr>
              <a:buFont typeface="Arial"/>
              <a:buChar char="•"/>
            </a:pPr>
            <a:r>
              <a:rPr lang="de-DE" sz="2600" b="0" u="none" strike="noStrike">
                <a:solidFill>
                  <a:schemeClr val="dk1"/>
                </a:solidFill>
                <a:uFillTx/>
                <a:latin typeface="Calibri"/>
              </a:rPr>
              <a:t>Alternativ: ActivatedRoute per inject() – Zugriff auf die Routen-Definition, die zum Aufruf geführt hat</a:t>
            </a:r>
            <a:endParaRPr lang="de-DE" sz="26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ourier New"/>
              </a:rPr>
              <a:t>url, paramMap, queryParamMap, data, …</a:t>
            </a:r>
            <a:endParaRPr lang="de-DE" sz="2300" b="0" u="none" strike="noStrike">
              <a:solidFill>
                <a:srgbClr val="000000"/>
              </a:solidFill>
              <a:uFillTx/>
              <a:latin typeface="Arial"/>
            </a:endParaRPr>
          </a:p>
          <a:p>
            <a:pPr marL="228600" indent="-228600" defTabSz="914400">
              <a:lnSpc>
                <a:spcPct val="90000"/>
              </a:lnSpc>
              <a:spcBef>
                <a:spcPts val="940"/>
              </a:spcBef>
              <a:buClr>
                <a:srgbClr val="000000"/>
              </a:buClr>
              <a:buFont typeface="Arial"/>
              <a:buChar char="•"/>
            </a:pPr>
            <a:r>
              <a:rPr lang="de-DE" sz="2600" b="0" u="none" strike="noStrike">
                <a:solidFill>
                  <a:schemeClr val="dk1"/>
                </a:solidFill>
                <a:uFillTx/>
                <a:latin typeface="Calibri"/>
              </a:rPr>
              <a:t>Router-Events werden an interessierte Listener delegiert</a:t>
            </a:r>
            <a:endParaRPr lang="de-DE" sz="26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ourier New"/>
              </a:rPr>
              <a:t>NavigationStart, RoutesRecognized, NavigationEnd, …</a:t>
            </a:r>
            <a:endParaRPr lang="de-DE" sz="2300" b="0" u="none" strike="noStrike">
              <a:solidFill>
                <a:srgbClr val="000000"/>
              </a:solidFill>
              <a:uFillTx/>
              <a:latin typeface="Arial"/>
            </a:endParaRPr>
          </a:p>
          <a:p>
            <a:pPr marL="228600" indent="-228600" defTabSz="914400">
              <a:lnSpc>
                <a:spcPct val="90000"/>
              </a:lnSpc>
              <a:spcBef>
                <a:spcPts val="940"/>
              </a:spcBef>
              <a:buClr>
                <a:srgbClr val="000000"/>
              </a:buClr>
              <a:buFont typeface="Arial"/>
              <a:buChar char="•"/>
            </a:pPr>
            <a:r>
              <a:rPr lang="de-DE" sz="2600" b="0" u="none" strike="noStrike">
                <a:solidFill>
                  <a:schemeClr val="dk1"/>
                </a:solidFill>
                <a:uFillTx/>
                <a:latin typeface="Calibri"/>
              </a:rPr>
              <a:t>Details unter https://angular.dev/guide/routing</a:t>
            </a:r>
            <a:endParaRPr lang="de-DE" sz="2600" b="0" u="none" strike="noStrike">
              <a:solidFill>
                <a:srgbClr val="000000"/>
              </a:solidFill>
              <a:uFillTx/>
              <a:latin typeface="Arial"/>
            </a:endParaRPr>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Component Input Binding</a:t>
            </a:r>
            <a:endParaRPr lang="de-DE" sz="4400" b="0" u="none" strike="noStrike">
              <a:solidFill>
                <a:srgbClr val="000000"/>
              </a:solidFill>
              <a:uFillTx/>
              <a:latin typeface="Arial"/>
            </a:endParaRPr>
          </a:p>
        </p:txBody>
      </p:sp>
      <p:sp>
        <p:nvSpPr>
          <p:cNvPr id="105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898"/>
              </a:spcBef>
              <a:buNone/>
              <a:tabLst>
                <a:tab pos="0" algn="l"/>
              </a:tabLst>
            </a:pPr>
            <a:r>
              <a:rPr lang="de-DE" sz="2500" b="0" u="none" strike="noStrike">
                <a:solidFill>
                  <a:srgbClr val="1E347B"/>
                </a:solidFill>
                <a:uFillTx/>
                <a:latin typeface="SourceCodePro"/>
              </a:rPr>
              <a:t>// main.ts</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provideRouter(routes, withComponentInputBinding())</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app.routes.ts</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path: 'artist/:id', component: ArtistDetailsComponent }</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artist-details.component.ts</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export class ArtistDetailsComponent {</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private readonly service = inject(ArtistService);</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id = input&lt;string&gt;();          // wird aus :id befüllt</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artist = computed(() =&gt; …);   // reagiert auf Änderungen von id()</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a:t>
            </a:r>
            <a:endParaRPr lang="de-DE" sz="2500" b="0" u="none" strike="noStrike">
              <a:solidFill>
                <a:srgbClr val="000000"/>
              </a:solidFill>
              <a:uFillTx/>
              <a:latin typeface="Arial"/>
            </a:endParaRPr>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Weiterverarbeitung von Routenparametern</a:t>
            </a:r>
            <a:endParaRPr lang="de-DE" sz="4400" b="0" u="none" strike="noStrike">
              <a:solidFill>
                <a:srgbClr val="000000"/>
              </a:solidFill>
              <a:uFillTx/>
              <a:latin typeface="Arial"/>
            </a:endParaRPr>
          </a:p>
        </p:txBody>
      </p:sp>
      <p:sp>
        <p:nvSpPr>
          <p:cNvPr id="106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790"/>
              </a:spcBef>
              <a:buNone/>
              <a:tabLst>
                <a:tab pos="0" algn="l"/>
              </a:tabLst>
            </a:pPr>
            <a:r>
              <a:rPr lang="de-DE" sz="2200" b="0" u="none" strike="noStrike">
                <a:solidFill>
                  <a:srgbClr val="48484C"/>
                </a:solidFill>
                <a:uFillTx/>
                <a:latin typeface="SourceCodePro"/>
              </a:rPr>
              <a:t>export class ArtistDetailsComponent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private readonly service = inject(ArtistService);</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id = input.required&lt;string&gt;();</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artist = toSignal(</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toObservable(this.id).pipe(</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map(id =&gt; parseInt(id)),</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switchMap(id =&gt; this.service.getById(id))</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Legacy: this.route.params.pipe(map(...), switchMap(...)).subscribe(...)</a:t>
            </a:r>
            <a:endParaRPr lang="de-DE" sz="2200" b="0" u="none" strike="noStrike">
              <a:solidFill>
                <a:srgbClr val="000000"/>
              </a:solidFill>
              <a:uFillTx/>
              <a:latin typeface="Arial"/>
            </a:endParaRPr>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Navigation im html</a:t>
            </a:r>
            <a:endParaRPr lang="de-DE" sz="4400" b="0" u="none" strike="noStrike">
              <a:solidFill>
                <a:srgbClr val="000000"/>
              </a:solidFill>
              <a:uFillTx/>
              <a:latin typeface="Arial"/>
            </a:endParaRPr>
          </a:p>
        </p:txBody>
      </p:sp>
      <p:sp>
        <p:nvSpPr>
          <p:cNvPr id="106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1E347B"/>
              </a:buClr>
              <a:buFont typeface="Calibri Light"/>
              <a:buAutoNum type="arabicPeriod"/>
            </a:pPr>
            <a:r>
              <a:rPr lang="de-DE" sz="2800" b="0" u="none" strike="noStrike">
                <a:solidFill>
                  <a:srgbClr val="1E347B"/>
                </a:solidFill>
                <a:uFillTx/>
                <a:latin typeface="SourceCodePro"/>
              </a:rPr>
              <a:t>&lt;a</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routerLink</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"['/artist']"</a:t>
            </a:r>
            <a:r>
              <a:rPr lang="de-DE" sz="2800" b="0" u="none" strike="noStrike">
                <a:solidFill>
                  <a:srgbClr val="1E347B"/>
                </a:solidFill>
                <a:uFillTx/>
                <a:latin typeface="SourceCodePro"/>
              </a:rPr>
              <a:t>&gt;</a:t>
            </a:r>
            <a:r>
              <a:rPr lang="de-DE" sz="2800" b="0" u="none" strike="noStrike">
                <a:solidFill>
                  <a:srgbClr val="48484C"/>
                </a:solidFill>
                <a:uFillTx/>
                <a:latin typeface="SourceCodePro"/>
              </a:rPr>
              <a:t>Artists</a:t>
            </a:r>
            <a:r>
              <a:rPr lang="de-DE" sz="2800" b="0" u="none" strike="noStrike">
                <a:solidFill>
                  <a:srgbClr val="1E347B"/>
                </a:solidFill>
                <a:uFillTx/>
                <a:latin typeface="SourceCodePro"/>
              </a:rPr>
              <a:t>&lt;/a&gt;</a:t>
            </a:r>
            <a:endParaRPr lang="de-DE" sz="2800" b="0" u="none" strike="noStrike">
              <a:solidFill>
                <a:srgbClr val="000000"/>
              </a:solidFill>
              <a:uFillTx/>
              <a:latin typeface="Arial"/>
            </a:endParaRPr>
          </a:p>
          <a:p>
            <a:pPr marL="228600" indent="-228600" defTabSz="914400">
              <a:lnSpc>
                <a:spcPct val="90000"/>
              </a:lnSpc>
              <a:spcBef>
                <a:spcPts val="1001"/>
              </a:spcBef>
              <a:buClr>
                <a:srgbClr val="1E347B"/>
              </a:buClr>
              <a:buFont typeface="Calibri Light"/>
              <a:buAutoNum type="arabicPeriod"/>
            </a:pPr>
            <a:r>
              <a:rPr lang="de-DE" sz="2800" b="0" u="none" strike="noStrike">
                <a:solidFill>
                  <a:srgbClr val="1E347B"/>
                </a:solidFill>
                <a:uFillTx/>
                <a:latin typeface="SourceCodePro"/>
              </a:rPr>
              <a:t>&lt;a</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routerLink</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"['/artist', artist.id]"</a:t>
            </a:r>
            <a:r>
              <a:rPr lang="de-DE" sz="2800" b="0" u="none" strike="noStrike">
                <a:solidFill>
                  <a:srgbClr val="1E347B"/>
                </a:solidFill>
                <a:uFillTx/>
                <a:latin typeface="SourceCodePro"/>
              </a:rPr>
              <a:t>&gt;</a:t>
            </a:r>
            <a:r>
              <a:rPr lang="de-DE" sz="2800" b="0" u="none" strike="noStrike">
                <a:solidFill>
                  <a:srgbClr val="48484C"/>
                </a:solidFill>
                <a:uFillTx/>
                <a:latin typeface="SourceCodePro"/>
              </a:rPr>
              <a:t>Some Artist</a:t>
            </a:r>
            <a:r>
              <a:rPr lang="de-DE" sz="2800" b="0" u="none" strike="noStrike">
                <a:solidFill>
                  <a:srgbClr val="1E347B"/>
                </a:solidFill>
                <a:uFillTx/>
                <a:latin typeface="SourceCodePro"/>
              </a:rPr>
              <a:t>&lt;/a&gt;</a:t>
            </a:r>
            <a:endParaRPr lang="de-DE" sz="2800" b="0" u="none" strike="noStrike">
              <a:solidFill>
                <a:srgbClr val="000000"/>
              </a:solidFill>
              <a:uFillTx/>
              <a:latin typeface="Arial"/>
            </a:endParaRPr>
          </a:p>
          <a:p>
            <a:pPr marL="228600" indent="-228600" defTabSz="914400">
              <a:lnSpc>
                <a:spcPct val="90000"/>
              </a:lnSpc>
              <a:spcBef>
                <a:spcPts val="1001"/>
              </a:spcBef>
              <a:buClr>
                <a:srgbClr val="1E347B"/>
              </a:buClr>
              <a:buFont typeface="Calibri Light"/>
              <a:buAutoNum type="arabicPeriod"/>
            </a:pPr>
            <a:r>
              <a:rPr lang="de-DE" sz="2800" b="0" u="none" strike="noStrike">
                <a:solidFill>
                  <a:srgbClr val="1E347B"/>
                </a:solidFill>
                <a:uFillTx/>
                <a:latin typeface="SourceCodePro"/>
              </a:rPr>
              <a:t>&lt;a</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routerLink</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"[artist.id]"</a:t>
            </a:r>
            <a:r>
              <a:rPr lang="de-DE" sz="2800" b="0" u="none" strike="noStrike">
                <a:solidFill>
                  <a:srgbClr val="1E347B"/>
                </a:solidFill>
                <a:uFillTx/>
                <a:latin typeface="SourceCodePro"/>
              </a:rPr>
              <a:t>&gt;</a:t>
            </a:r>
            <a:r>
              <a:rPr lang="de-DE" sz="2800" b="0" u="none" strike="noStrike">
                <a:solidFill>
                  <a:srgbClr val="48484C"/>
                </a:solidFill>
                <a:uFillTx/>
                <a:latin typeface="SourceCodePro"/>
              </a:rPr>
              <a:t>Artist with ID</a:t>
            </a:r>
            <a:r>
              <a:rPr lang="de-DE" sz="2800" b="0" u="none" strike="noStrike">
                <a:solidFill>
                  <a:srgbClr val="1E347B"/>
                </a:solidFill>
                <a:uFillTx/>
                <a:latin typeface="SourceCodePro"/>
              </a:rPr>
              <a:t>&lt;/a&gt;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Absolute Links mit führendem Slash (1,2)</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Zur aktuellen Route relative Links ohne führenden Slash (3)</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Navigation im Code – Component Klasse</a:t>
            </a:r>
            <a:endParaRPr lang="de-DE" sz="4400" b="0" u="none" strike="noStrike">
              <a:solidFill>
                <a:srgbClr val="000000"/>
              </a:solidFill>
              <a:uFillTx/>
              <a:latin typeface="Arial"/>
            </a:endParaRPr>
          </a:p>
        </p:txBody>
      </p:sp>
      <p:sp>
        <p:nvSpPr>
          <p:cNvPr id="106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48484C"/>
                </a:solidFill>
                <a:uFillTx/>
                <a:latin typeface="SourceCodePro"/>
              </a:rPr>
              <a:t>private readonly router = inject(Router);</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save()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 Navigate back to list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this.router.navigate(['artist']);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a:t>
            </a:r>
            <a:endParaRPr lang="de-DE" sz="2800" b="0" u="none" strike="noStrike">
              <a:solidFill>
                <a:srgbClr val="000000"/>
              </a:solidFill>
              <a:uFillTx/>
              <a:latin typeface="Arial"/>
            </a:endParaRPr>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065"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66"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067"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21: Routing mit Parametern</a:t>
            </a:r>
            <a:endParaRPr lang="de-DE" sz="3600" b="0" u="none" strike="noStrike">
              <a:solidFill>
                <a:srgbClr val="000000"/>
              </a:solidFill>
              <a:uFillTx/>
              <a:latin typeface="Arial"/>
            </a:endParaRPr>
          </a:p>
        </p:txBody>
      </p:sp>
      <p:grpSp>
        <p:nvGrpSpPr>
          <p:cNvPr id="1068"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069"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0"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1"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2"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073"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Erstelle eine Route für die Detail Ansicht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Konfiguriere eine Route für /customer/:id die auf die CustomerDetailComponent verweist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Erweitere CustomerService um eine Methode getById : Observable&lt;Customer&gt;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Lese in CustomerDetailsComponent den Routen-Parameter per Signal-Input id = input&lt;string&gt;() aus (withComponentInputBinding() in main.ts)</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Hole das Customer für die Anzeige per ID vom Service</a:t>
            </a:r>
            <a:endParaRPr lang="de-DE" sz="9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Verlinke die Listen-Ansicht mit der Detail-Ansicht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Importiere RouterLink im imports-Array von CustomerListComponent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Füge den Listen-Elementen einen routerLink hinzu</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Navigiere im routerLink zur Detail-Ansicht für das Element</a:t>
            </a:r>
            <a:endParaRPr lang="de-DE" sz="9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Verlinke die Detail-Ansicht mit der Listen-Ansicht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Füge im Template von CustomerDetailsComponent einen Link zurück zur Liste ein</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Verwende einen Button mit einem Click-Handler</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Navigiere im Handler per router.navigate (Router per inject())</a:t>
            </a:r>
            <a:endParaRPr lang="de-DE" sz="900" b="0" u="none" strike="noStrike">
              <a:solidFill>
                <a:srgbClr val="000000"/>
              </a:solidFill>
              <a:uFillTx/>
              <a:latin typeface="Arial"/>
            </a:endParaRPr>
          </a:p>
          <a:p>
            <a:pPr indent="0" defTabSz="914400">
              <a:lnSpc>
                <a:spcPct val="90000"/>
              </a:lnSpc>
              <a:spcBef>
                <a:spcPts val="1001"/>
              </a:spcBef>
              <a:buNone/>
              <a:tabLst>
                <a:tab pos="0" algn="l"/>
              </a:tabLst>
            </a:pPr>
            <a:endParaRPr lang="de-DE" sz="900" b="0" u="none" strike="noStrike">
              <a:solidFill>
                <a:srgbClr val="000000"/>
              </a:solidFill>
              <a:uFillTx/>
              <a:latin typeface="Arial"/>
            </a:endParaRPr>
          </a:p>
        </p:txBody>
      </p:sp>
      <p:grpSp>
        <p:nvGrpSpPr>
          <p:cNvPr id="1074"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075"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6"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7"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8"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bg>
      <p:bgPr>
        <a:solidFill>
          <a:schemeClr val="dk1">
            <a:tint val="95000"/>
          </a:schemeClr>
        </a:solidFill>
        <a:effectLst/>
      </p:bgPr>
    </p:bg>
    <p:spTree>
      <p:nvGrpSpPr>
        <p:cNvPr id="1" name=""/>
        <p:cNvGrpSpPr/>
        <p:nvPr/>
      </p:nvGrpSpPr>
      <p:grpSpPr>
        <a:xfrm>
          <a:off x="0" y="0"/>
          <a:ext cx="0" cy="0"/>
          <a:chOff x="0" y="0"/>
          <a:chExt cx="0" cy="0"/>
        </a:xfrm>
      </p:grpSpPr>
      <p:sp>
        <p:nvSpPr>
          <p:cNvPr id="1079" name="PlaceHolder 1"/>
          <p:cNvSpPr>
            <a:spLocks noGrp="1"/>
          </p:cNvSpPr>
          <p:nvPr>
            <p:ph type="title"/>
          </p:nvPr>
        </p:nvSpPr>
        <p:spPr>
          <a:xfrm>
            <a:off x="7464600" y="1783800"/>
            <a:ext cx="4086000" cy="288756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5400" b="0" u="none" strike="noStrike">
                <a:solidFill>
                  <a:schemeClr val="lt1"/>
                </a:solidFill>
                <a:uFillTx/>
                <a:latin typeface="Calibri Light"/>
              </a:rPr>
              <a:t>Formulare und Eingabefelder </a:t>
            </a:r>
            <a:endParaRPr lang="de-DE" sz="5400" b="0" u="none" strike="noStrike">
              <a:solidFill>
                <a:srgbClr val="FFFFFF"/>
              </a:solidFill>
              <a:uFillTx/>
              <a:latin typeface="Arial"/>
            </a:endParaRPr>
          </a:p>
        </p:txBody>
      </p:sp>
      <p:sp>
        <p:nvSpPr>
          <p:cNvPr id="1080" name="PlaceHolder 2"/>
          <p:cNvSpPr>
            <a:spLocks noGrp="1"/>
          </p:cNvSpPr>
          <p:nvPr>
            <p:ph type="subTitle"/>
          </p:nvPr>
        </p:nvSpPr>
        <p:spPr>
          <a:xfrm>
            <a:off x="7464600" y="4750920"/>
            <a:ext cx="4086000" cy="114660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2000" b="0" u="none" strike="noStrike">
                <a:solidFill>
                  <a:schemeClr val="lt1"/>
                </a:solidFill>
                <a:uFillTx/>
                <a:latin typeface="Calibri"/>
              </a:rPr>
              <a:t>Bearbeiten von Daten</a:t>
            </a:r>
            <a:endParaRPr lang="de-DE" sz="2000" b="0" u="none" strike="noStrike">
              <a:solidFill>
                <a:srgbClr val="FFFFFF"/>
              </a:solidFill>
              <a:uFillTx/>
              <a:latin typeface="Arial"/>
            </a:endParaRPr>
          </a:p>
        </p:txBody>
      </p:sp>
      <p:sp>
        <p:nvSpPr>
          <p:cNvPr id="1081" name="Freeform: Shape 10">
            <a:extLst>
              <a:ext uri="{C183D7F6-B498-43B3-948B-1728B52AA6E4}">
                <adec:decorative xmlns:adec="http://schemas.microsoft.com/office/drawing/2017/decorative" val="1"/>
              </a:ext>
            </a:extLst>
          </p:cNvPr>
          <p:cNvSpPr/>
          <p:nvPr/>
        </p:nvSpPr>
        <p:spPr>
          <a:xfrm flipH="1" flipV="1">
            <a:off x="-1440" y="0"/>
            <a:ext cx="7186680" cy="6856560"/>
          </a:xfrm>
          <a:custGeom>
            <a:avLst/>
            <a:gdLst>
              <a:gd name="textAreaLeft" fmla="*/ 720 w 7186680"/>
              <a:gd name="textAreaRight" fmla="*/ 7188840 w 7186680"/>
              <a:gd name="textAreaTop" fmla="*/ -720 h 6856560"/>
              <a:gd name="textAreaBottom" fmla="*/ 6857280 h 6856560"/>
            </a:gdLst>
            <a:ahLst/>
            <a:cxnLst/>
            <a:rect l="textAreaLeft" t="textAreaTop" r="textAreaRight" b="textAreaBottom"/>
            <a:pathLst>
              <a:path w="7188051" h="6858000">
                <a:moveTo>
                  <a:pt x="7188051" y="6858000"/>
                </a:moveTo>
                <a:lnTo>
                  <a:pt x="108694" y="6858000"/>
                </a:lnTo>
                <a:lnTo>
                  <a:pt x="79127" y="6681235"/>
                </a:lnTo>
                <a:cubicBezTo>
                  <a:pt x="26981" y="6316967"/>
                  <a:pt x="0" y="5944579"/>
                  <a:pt x="0" y="5565888"/>
                </a:cubicBezTo>
                <a:cubicBezTo>
                  <a:pt x="0" y="3459953"/>
                  <a:pt x="834428" y="1548908"/>
                  <a:pt x="2190696" y="145339"/>
                </a:cubicBezTo>
                <a:lnTo>
                  <a:pt x="2339431" y="0"/>
                </a:lnTo>
                <a:lnTo>
                  <a:pt x="7188051" y="0"/>
                </a:lnTo>
                <a:close/>
              </a:path>
            </a:pathLst>
          </a:custGeom>
          <a:solidFill>
            <a:schemeClr val="tx1">
              <a:alpha val="80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82" name="Picture 6"/>
          <p:cNvSpPr/>
          <p:nvPr/>
        </p:nvSpPr>
        <p:spPr>
          <a:xfrm>
            <a:off x="0" y="0"/>
            <a:ext cx="7027200" cy="6856560"/>
          </a:xfrm>
          <a:custGeom>
            <a:avLst/>
            <a:gdLst>
              <a:gd name="textAreaLeft" fmla="*/ 0 w 7027200"/>
              <a:gd name="textAreaRight" fmla="*/ 7028640 w 7027200"/>
              <a:gd name="textAreaTop" fmla="*/ 0 h 6856560"/>
              <a:gd name="textAreaBottom" fmla="*/ 6858000 h 6856560"/>
            </a:gdLst>
            <a:ahLst/>
            <a:cxnLst/>
            <a:rect l="textAreaLeft" t="textAreaTop" r="textAreaRight" b="textAreaBottom"/>
            <a:pathLst>
              <a:path w="7028495" h="6858000">
                <a:moveTo>
                  <a:pt x="0" y="0"/>
                </a:moveTo>
                <a:lnTo>
                  <a:pt x="6915668" y="0"/>
                </a:lnTo>
                <a:lnTo>
                  <a:pt x="6952411" y="219663"/>
                </a:lnTo>
                <a:cubicBezTo>
                  <a:pt x="7002551" y="569921"/>
                  <a:pt x="7028495" y="927986"/>
                  <a:pt x="7028495" y="1292112"/>
                </a:cubicBezTo>
                <a:cubicBezTo>
                  <a:pt x="7028495" y="3343346"/>
                  <a:pt x="6205186" y="5202289"/>
                  <a:pt x="4870994" y="6556512"/>
                </a:cubicBezTo>
                <a:lnTo>
                  <a:pt x="4556185" y="6858000"/>
                </a:lnTo>
                <a:lnTo>
                  <a:pt x="0" y="6858000"/>
                </a:lnTo>
                <a:close/>
              </a:path>
            </a:pathLst>
          </a:custGeom>
          <a:blipFill rotWithShape="0">
            <a:blip r:embed="rId3"/>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nSpc>
                <a:spcPct val="100000"/>
              </a:lnSpc>
            </a:pPr>
            <a:endParaRPr lang="de-DE" sz="1800" b="0" u="none" strike="noStrike">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2000"/>
                                  </p:stCondLst>
                                  <p:iterate type="lt">
                                    <p:tmAbs val="100"/>
                                  </p:iterate>
                                  <p:childTnLst>
                                    <p:set>
                                      <p:cBhvr>
                                        <p:cTn id="6" dur="1" fill="hold">
                                          <p:stCondLst>
                                            <p:cond delay="0"/>
                                          </p:stCondLst>
                                        </p:cTn>
                                        <p:tgtEl>
                                          <p:spTgt spid="1080">
                                            <p:txEl>
                                              <p:pRg st="0" end="0"/>
                                            </p:txEl>
                                          </p:spTgt>
                                        </p:tgtEl>
                                        <p:attrNameLst>
                                          <p:attrName>style.visibility</p:attrName>
                                        </p:attrNameLst>
                                      </p:cBhvr>
                                      <p:to>
                                        <p:strVal val="visible"/>
                                      </p:to>
                                    </p:set>
                                    <p:animEffect transition="in" filter="fade">
                                      <p:cBhvr additive="repl">
                                        <p:cTn id="7" dur="400"/>
                                        <p:tgtEl>
                                          <p:spTgt spid="1080">
                                            <p:txEl>
                                              <p:pRg st="0" end="0"/>
                                            </p:txEl>
                                          </p:spTgt>
                                        </p:tgtEl>
                                      </p:cBhvr>
                                    </p:animEffect>
                                  </p:childTnLst>
                                </p:cTn>
                              </p:par>
                              <p:par>
                                <p:cTn id="8" presetID="10" presetClass="entr" fill="hold" nodeType="withEffect">
                                  <p:stCondLst>
                                    <p:cond delay="1000"/>
                                  </p:stCondLst>
                                  <p:iterate type="lt">
                                    <p:tmAbs val="100"/>
                                  </p:iterate>
                                  <p:childTnLst>
                                    <p:set>
                                      <p:cBhvr>
                                        <p:cTn id="9" dur="1" fill="hold">
                                          <p:stCondLst>
                                            <p:cond delay="0"/>
                                          </p:stCondLst>
                                        </p:cTn>
                                        <p:tgtEl>
                                          <p:spTgt spid="1079"/>
                                        </p:tgtEl>
                                        <p:attrNameLst>
                                          <p:attrName>style.visibility</p:attrName>
                                        </p:attrNameLst>
                                      </p:cBhvr>
                                      <p:to>
                                        <p:strVal val="visible"/>
                                      </p:to>
                                    </p:set>
                                    <p:animEffect transition="in" filter="fade">
                                      <p:cBhvr additive="repl">
                                        <p:cTn id="10" dur="400"/>
                                        <p:tgtEl>
                                          <p:spTgt spid="107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Rückblick auf Standard html</a:t>
            </a:r>
            <a:endParaRPr lang="de-DE" sz="4400" b="0" u="none" strike="noStrike">
              <a:solidFill>
                <a:srgbClr val="000000"/>
              </a:solidFill>
              <a:uFillTx/>
              <a:latin typeface="Arial"/>
            </a:endParaRPr>
          </a:p>
        </p:txBody>
      </p:sp>
      <p:sp>
        <p:nvSpPr>
          <p:cNvPr id="108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Formular (form) einfacher Aufbau</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Mit Feldern (input, select, ..)</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FieldSet für visuelle Gruppierung</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Validierung mittels HTML 5 (teilweise)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Posten der Daten mittels Pagereload oder AJAX</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Formulare inAngular</a:t>
            </a:r>
            <a:endParaRPr lang="de-DE" sz="4400" b="0" u="none" strike="noStrike">
              <a:solidFill>
                <a:srgbClr val="000000"/>
              </a:solidFill>
              <a:uFillTx/>
              <a:latin typeface="Arial"/>
            </a:endParaRPr>
          </a:p>
        </p:txBody>
      </p:sp>
      <p:graphicFrame>
        <p:nvGraphicFramePr>
          <p:cNvPr id="13" name="Diagram13"/>
          <p:cNvGraphicFramePr/>
          <p:nvPr>
            <p:extLst>
              <p:ext uri="{D42A27DB-BD31-4B8C-83A1-F6EECF244321}">
                <p14:modId xmlns:p14="http://schemas.microsoft.com/office/powerpoint/2010/main" val="641428892"/>
              </p:ext>
            </p:extLst>
          </p:nvPr>
        </p:nvGraphicFramePr>
        <p:xfrm>
          <a:off x="838080" y="1825560"/>
          <a:ext cx="10514160" cy="43498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Formulare, Gruppen, Felder</a:t>
            </a:r>
            <a:endParaRPr lang="de-DE" sz="4400" b="0" u="none" strike="noStrike">
              <a:solidFill>
                <a:srgbClr val="000000"/>
              </a:solidFill>
              <a:uFillTx/>
              <a:latin typeface="Arial"/>
            </a:endParaRPr>
          </a:p>
        </p:txBody>
      </p:sp>
      <p:sp>
        <p:nvSpPr>
          <p:cNvPr id="108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 Formular = Gruppe + Submit-Aktion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Eine Gruppe enthält Liste von Feldern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Zustand abhängig von enthaltenen Feldern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z.B: Gruppe invalide, falls min. 1 Feld invalide</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Feld ist ein Wert + weitere Zustände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dirty, touched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valid</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Formulare Bauen mit ReactiveFormsModule</a:t>
            </a:r>
            <a:endParaRPr lang="de-DE" sz="4400" b="0" u="none" strike="noStrike">
              <a:solidFill>
                <a:srgbClr val="000000"/>
              </a:solidFill>
              <a:uFillTx/>
              <a:latin typeface="Arial"/>
            </a:endParaRPr>
          </a:p>
        </p:txBody>
      </p:sp>
      <p:sp>
        <p:nvSpPr>
          <p:cNvPr id="108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Model-Klassen um Formular zu beschreiben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FormGroup und FormControl</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Gruppen bilden Baum mit Feldern als Blätter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Formular selbst ist eine FormGroup</a:t>
            </a:r>
            <a:endParaRPr lang="de-DE" sz="2400" b="0" u="none" strike="noStrike">
              <a:solidFill>
                <a:srgbClr val="000000"/>
              </a:solidFill>
              <a:uFillTx/>
              <a:latin typeface="Arial"/>
            </a:endParaRPr>
          </a:p>
          <a:p>
            <a:pPr marL="685800"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Seit Angular 14 streng typisiert: FormGroup&lt;{ name: FormControl&lt;string&gt; }&gt;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HowTo</a:t>
            </a:r>
            <a:endParaRPr lang="de-DE" sz="4400" b="0" u="none" strike="noStrike">
              <a:solidFill>
                <a:srgbClr val="000000"/>
              </a:solidFill>
              <a:uFillTx/>
              <a:latin typeface="Arial"/>
            </a:endParaRPr>
          </a:p>
        </p:txBody>
      </p:sp>
      <p:sp>
        <p:nvSpPr>
          <p:cNvPr id="1091" name="PlaceHolder 2"/>
          <p:cNvSpPr>
            <a:spLocks noGrp="1"/>
          </p:cNvSpPr>
          <p:nvPr>
            <p:ph/>
          </p:nvPr>
        </p:nvSpPr>
        <p:spPr>
          <a:xfrm>
            <a:off x="213120" y="2506680"/>
            <a:ext cx="10514160" cy="4349880"/>
          </a:xfrm>
          <a:prstGeom prst="rect">
            <a:avLst/>
          </a:prstGeom>
          <a:noFill/>
          <a:ln w="0">
            <a:noFill/>
          </a:ln>
        </p:spPr>
        <p:txBody>
          <a:bodyPr lIns="91440" tIns="45720" rIns="91440" bIns="45720" anchor="t">
            <a:normAutofit/>
          </a:bodyPr>
          <a:lstStyle/>
          <a:p>
            <a:pPr indent="0" defTabSz="914400">
              <a:lnSpc>
                <a:spcPct val="90000"/>
              </a:lnSpc>
              <a:spcBef>
                <a:spcPts val="910"/>
              </a:spcBef>
              <a:buNone/>
              <a:tabLst>
                <a:tab pos="0" algn="l"/>
              </a:tabLst>
            </a:pPr>
            <a:r>
              <a:rPr lang="de-DE" sz="1700" b="0" u="none" strike="noStrike">
                <a:solidFill>
                  <a:srgbClr val="1E347B"/>
                </a:solidFill>
                <a:uFillTx/>
                <a:latin typeface="SourceCodePro"/>
              </a:rPr>
              <a:t>import { FormGroup, FormControl, ReactiveFormsModule } from "@angular/forms";</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@Component({ imports: [ReactiveFormsModule], … })</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export class ReleaseFormComponent implements OnInit {</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release = input.required&lt;Release&gt;();</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form = new FormGroup({</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name: new FormControl('', { nonNullable: true }),</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date: new FormControl&lt;string | null&gt;(null)</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ngOnInit() {</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this.form.patchValue({ name: this.release().name });</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p:txBody>
      </p:sp>
      <p:sp>
        <p:nvSpPr>
          <p:cNvPr id="1092" name="Rechteck 3"/>
          <p:cNvSpPr/>
          <p:nvPr/>
        </p:nvSpPr>
        <p:spPr>
          <a:xfrm>
            <a:off x="6219360" y="4184640"/>
            <a:ext cx="6094440" cy="3107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DE" sz="1800" b="0" u="none" strike="noStrike">
                <a:solidFill>
                  <a:srgbClr val="1E347B"/>
                </a:solidFill>
                <a:uFillTx/>
                <a:latin typeface="SourceCodePro"/>
              </a:rPr>
              <a:t>&lt;form</a:t>
            </a:r>
            <a:r>
              <a:rPr lang="de-DE" sz="1800" b="0" u="none" strike="noStrike">
                <a:solidFill>
                  <a:srgbClr val="48484C"/>
                </a:solidFill>
                <a:uFillTx/>
                <a:latin typeface="SourceCodePro"/>
              </a:rPr>
              <a:t> [</a:t>
            </a:r>
            <a:r>
              <a:rPr lang="de-DE" sz="1800" b="0" u="none" strike="noStrike">
                <a:solidFill>
                  <a:srgbClr val="008080"/>
                </a:solidFill>
                <a:uFillTx/>
                <a:latin typeface="SourceCodePro"/>
              </a:rPr>
              <a:t>formGroup</a:t>
            </a:r>
            <a:r>
              <a:rPr lang="de-DE" sz="1800" b="0" u="none" strike="noStrike">
                <a:solidFill>
                  <a:srgbClr val="48484C"/>
                </a:solidFill>
                <a:uFillTx/>
                <a:latin typeface="SourceCodePro"/>
              </a:rPr>
              <a:t>]</a:t>
            </a:r>
            <a:r>
              <a:rPr lang="de-DE" sz="1800" b="0" u="none" strike="noStrike">
                <a:solidFill>
                  <a:srgbClr val="93A1A1"/>
                </a:solidFill>
                <a:uFillTx/>
                <a:latin typeface="SourceCodePro"/>
              </a:rPr>
              <a:t>=</a:t>
            </a:r>
            <a:r>
              <a:rPr lang="de-DE" sz="1800" b="0" u="none" strike="noStrike">
                <a:solidFill>
                  <a:srgbClr val="DD1144"/>
                </a:solidFill>
                <a:uFillTx/>
                <a:latin typeface="SourceCodePro"/>
              </a:rPr>
              <a:t>"form"</a:t>
            </a:r>
            <a:r>
              <a:rPr lang="de-DE" sz="1800" b="0" u="none" strike="noStrike">
                <a:solidFill>
                  <a:srgbClr val="48484C"/>
                </a:solidFill>
                <a:uFillTx/>
                <a:latin typeface="SourceCodePro"/>
              </a:rPr>
              <a:t> (</a:t>
            </a:r>
            <a:r>
              <a:rPr lang="de-DE" sz="1800" b="0" u="none" strike="noStrike">
                <a:solidFill>
                  <a:srgbClr val="008080"/>
                </a:solidFill>
                <a:uFillTx/>
                <a:latin typeface="SourceCodePro"/>
              </a:rPr>
              <a:t>ngSubmit</a:t>
            </a:r>
            <a:r>
              <a:rPr lang="de-DE" sz="1800" b="0" u="none" strike="noStrike">
                <a:solidFill>
                  <a:srgbClr val="48484C"/>
                </a:solidFill>
                <a:uFillTx/>
                <a:latin typeface="SourceCodePro"/>
              </a:rPr>
              <a:t>)</a:t>
            </a:r>
            <a:r>
              <a:rPr lang="de-DE" sz="1800" b="0" u="none" strike="noStrike">
                <a:solidFill>
                  <a:srgbClr val="93A1A1"/>
                </a:solidFill>
                <a:uFillTx/>
                <a:latin typeface="SourceCodePro"/>
              </a:rPr>
              <a:t>=</a:t>
            </a:r>
            <a:r>
              <a:rPr lang="de-DE" sz="1800" b="0" u="none" strike="noStrike">
                <a:solidFill>
                  <a:srgbClr val="DD1144"/>
                </a:solidFill>
                <a:uFillTx/>
                <a:latin typeface="SourceCodePro"/>
              </a:rPr>
              <a:t>"onSubmit()"</a:t>
            </a:r>
            <a:r>
              <a:rPr lang="de-DE" sz="1800" b="0" u="none" strike="noStrike">
                <a:solidFill>
                  <a:srgbClr val="1E347B"/>
                </a:solidFill>
                <a:uFillTx/>
                <a:latin typeface="SourceCodePro"/>
              </a:rPr>
              <a:t>&gt;</a:t>
            </a:r>
            <a:endParaRPr lang="de-DE" sz="1800" b="0" u="none" strike="noStrike">
              <a:solidFill>
                <a:srgbClr val="000000"/>
              </a:solidFill>
              <a:uFillTx/>
              <a:latin typeface="Arial"/>
            </a:endParaRPr>
          </a:p>
          <a:p>
            <a:pPr marL="457200" defTabSz="914400">
              <a:lnSpc>
                <a:spcPct val="100000"/>
              </a:lnSpc>
            </a:pPr>
            <a:r>
              <a:rPr lang="de-DE" sz="1800" b="0" u="none" strike="noStrike">
                <a:solidFill>
                  <a:srgbClr val="1E347B"/>
                </a:solidFill>
                <a:uFillTx/>
                <a:latin typeface="SourceCodePro"/>
              </a:rPr>
              <a:t>&lt;label&gt;</a:t>
            </a:r>
            <a:r>
              <a:rPr lang="de-DE" sz="1800" b="0" u="none" strike="noStrike">
                <a:solidFill>
                  <a:srgbClr val="48484C"/>
                </a:solidFill>
                <a:uFillTx/>
                <a:latin typeface="SourceCodePro"/>
              </a:rPr>
              <a:t>Name:</a:t>
            </a:r>
            <a:r>
              <a:rPr lang="de-DE" sz="1800" b="0" u="none" strike="noStrike">
                <a:solidFill>
                  <a:srgbClr val="1E347B"/>
                </a:solidFill>
                <a:uFillTx/>
                <a:latin typeface="SourceCodePro"/>
              </a:rPr>
              <a:t>&lt;/label&gt;</a:t>
            </a:r>
            <a:endParaRPr lang="de-DE" sz="1800" b="0" u="none" strike="noStrike">
              <a:solidFill>
                <a:srgbClr val="000000"/>
              </a:solidFill>
              <a:uFillTx/>
              <a:latin typeface="Arial"/>
            </a:endParaRPr>
          </a:p>
          <a:p>
            <a:pPr marL="457200" defTabSz="914400">
              <a:lnSpc>
                <a:spcPct val="100000"/>
              </a:lnSpc>
            </a:pPr>
            <a:r>
              <a:rPr lang="de-DE" sz="1800" b="0" u="none" strike="noStrike">
                <a:solidFill>
                  <a:srgbClr val="1E347B"/>
                </a:solidFill>
                <a:uFillTx/>
                <a:latin typeface="SourceCodePro"/>
              </a:rPr>
              <a:t>&lt;input</a:t>
            </a:r>
            <a:r>
              <a:rPr lang="de-DE" sz="1800" b="0" u="none" strike="noStrike">
                <a:solidFill>
                  <a:srgbClr val="48484C"/>
                </a:solidFill>
                <a:uFillTx/>
                <a:latin typeface="SourceCodePro"/>
              </a:rPr>
              <a:t> </a:t>
            </a:r>
            <a:r>
              <a:rPr lang="de-DE" sz="1800" b="0" u="none" strike="noStrike">
                <a:solidFill>
                  <a:srgbClr val="008080"/>
                </a:solidFill>
                <a:uFillTx/>
                <a:latin typeface="SourceCodePro"/>
              </a:rPr>
              <a:t>type</a:t>
            </a:r>
            <a:r>
              <a:rPr lang="de-DE" sz="1800" b="0" u="none" strike="noStrike">
                <a:solidFill>
                  <a:srgbClr val="93A1A1"/>
                </a:solidFill>
                <a:uFillTx/>
                <a:latin typeface="SourceCodePro"/>
              </a:rPr>
              <a:t>=</a:t>
            </a:r>
            <a:r>
              <a:rPr lang="de-DE" sz="1800" b="0" u="none" strike="noStrike">
                <a:solidFill>
                  <a:srgbClr val="DD1144"/>
                </a:solidFill>
                <a:uFillTx/>
                <a:latin typeface="SourceCodePro"/>
              </a:rPr>
              <a:t>"text"</a:t>
            </a:r>
            <a:r>
              <a:rPr lang="de-DE" sz="1800" b="0" u="none" strike="noStrike">
                <a:solidFill>
                  <a:srgbClr val="48484C"/>
                </a:solidFill>
                <a:uFillTx/>
                <a:latin typeface="SourceCodePro"/>
              </a:rPr>
              <a:t> [</a:t>
            </a:r>
            <a:r>
              <a:rPr lang="de-DE" sz="1800" b="0" u="none" strike="noStrike">
                <a:solidFill>
                  <a:srgbClr val="008080"/>
                </a:solidFill>
                <a:uFillTx/>
                <a:latin typeface="SourceCodePro"/>
              </a:rPr>
              <a:t>formControl</a:t>
            </a:r>
            <a:r>
              <a:rPr lang="de-DE" sz="1800" b="0" u="none" strike="noStrike">
                <a:solidFill>
                  <a:srgbClr val="48484C"/>
                </a:solidFill>
                <a:uFillTx/>
                <a:latin typeface="SourceCodePro"/>
              </a:rPr>
              <a:t>]</a:t>
            </a:r>
            <a:r>
              <a:rPr lang="de-DE" sz="1800" b="0" u="none" strike="noStrike">
                <a:solidFill>
                  <a:srgbClr val="93A1A1"/>
                </a:solidFill>
                <a:uFillTx/>
                <a:latin typeface="SourceCodePro"/>
              </a:rPr>
              <a:t>=</a:t>
            </a:r>
            <a:r>
              <a:rPr lang="de-DE" sz="1800" b="0" u="none" strike="noStrike">
                <a:solidFill>
                  <a:srgbClr val="DD1144"/>
                </a:solidFill>
                <a:uFillTx/>
                <a:latin typeface="SourceCodePro"/>
              </a:rPr>
              <a:t>"form.controls.name"</a:t>
            </a:r>
            <a:r>
              <a:rPr lang="de-DE" sz="1800" b="0" u="none" strike="noStrike">
                <a:solidFill>
                  <a:srgbClr val="1E347B"/>
                </a:solidFill>
                <a:uFillTx/>
                <a:latin typeface="SourceCodePro"/>
              </a:rPr>
              <a:t>&gt;</a:t>
            </a:r>
            <a:endParaRPr lang="de-DE" sz="1800" b="0" u="none" strike="noStrike">
              <a:solidFill>
                <a:srgbClr val="000000"/>
              </a:solidFill>
              <a:uFillTx/>
              <a:latin typeface="Arial"/>
            </a:endParaRPr>
          </a:p>
          <a:p>
            <a:pPr marL="457200" defTabSz="914400">
              <a:lnSpc>
                <a:spcPct val="100000"/>
              </a:lnSpc>
            </a:pPr>
            <a:r>
              <a:rPr lang="de-DE" sz="1800" b="0" u="none" strike="noStrike">
                <a:solidFill>
                  <a:srgbClr val="1E347B"/>
                </a:solidFill>
                <a:uFillTx/>
                <a:latin typeface="SourceCodePro"/>
              </a:rPr>
              <a:t>&lt;label&gt;</a:t>
            </a:r>
            <a:r>
              <a:rPr lang="de-DE" sz="1800" b="0" u="none" strike="noStrike">
                <a:solidFill>
                  <a:srgbClr val="48484C"/>
                </a:solidFill>
                <a:uFillTx/>
                <a:latin typeface="SourceCodePro"/>
              </a:rPr>
              <a:t>Date:</a:t>
            </a:r>
            <a:r>
              <a:rPr lang="de-DE" sz="1800" b="0" u="none" strike="noStrike">
                <a:solidFill>
                  <a:srgbClr val="1E347B"/>
                </a:solidFill>
                <a:uFillTx/>
                <a:latin typeface="SourceCodePro"/>
              </a:rPr>
              <a:t>&lt;/label&gt;</a:t>
            </a:r>
            <a:endParaRPr lang="de-DE" sz="1800" b="0" u="none" strike="noStrike">
              <a:solidFill>
                <a:srgbClr val="000000"/>
              </a:solidFill>
              <a:uFillTx/>
              <a:latin typeface="Arial"/>
            </a:endParaRPr>
          </a:p>
          <a:p>
            <a:pPr marL="457200" defTabSz="914400">
              <a:lnSpc>
                <a:spcPct val="100000"/>
              </a:lnSpc>
            </a:pPr>
            <a:r>
              <a:rPr lang="de-DE" sz="1800" b="0" u="none" strike="noStrike">
                <a:solidFill>
                  <a:srgbClr val="1E347B"/>
                </a:solidFill>
                <a:uFillTx/>
                <a:latin typeface="SourceCodePro"/>
              </a:rPr>
              <a:t>&lt;input</a:t>
            </a:r>
            <a:r>
              <a:rPr lang="de-DE" sz="1800" b="0" u="none" strike="noStrike">
                <a:solidFill>
                  <a:srgbClr val="48484C"/>
                </a:solidFill>
                <a:uFillTx/>
                <a:latin typeface="SourceCodePro"/>
              </a:rPr>
              <a:t> </a:t>
            </a:r>
            <a:r>
              <a:rPr lang="de-DE" sz="1800" b="0" u="none" strike="noStrike">
                <a:solidFill>
                  <a:srgbClr val="008080"/>
                </a:solidFill>
                <a:uFillTx/>
                <a:latin typeface="SourceCodePro"/>
              </a:rPr>
              <a:t>type</a:t>
            </a:r>
            <a:r>
              <a:rPr lang="de-DE" sz="1800" b="0" u="none" strike="noStrike">
                <a:solidFill>
                  <a:srgbClr val="93A1A1"/>
                </a:solidFill>
                <a:uFillTx/>
                <a:latin typeface="SourceCodePro"/>
              </a:rPr>
              <a:t>=</a:t>
            </a:r>
            <a:r>
              <a:rPr lang="de-DE" sz="1800" b="0" u="none" strike="noStrike">
                <a:solidFill>
                  <a:srgbClr val="DD1144"/>
                </a:solidFill>
                <a:uFillTx/>
                <a:latin typeface="SourceCodePro"/>
              </a:rPr>
              <a:t>"date"</a:t>
            </a:r>
            <a:r>
              <a:rPr lang="de-DE" sz="1800" b="0" u="none" strike="noStrike">
                <a:solidFill>
                  <a:srgbClr val="48484C"/>
                </a:solidFill>
                <a:uFillTx/>
                <a:latin typeface="SourceCodePro"/>
              </a:rPr>
              <a:t> </a:t>
            </a:r>
            <a:r>
              <a:rPr lang="de-DE" sz="1800" b="0" u="none" strike="noStrike">
                <a:solidFill>
                  <a:srgbClr val="008080"/>
                </a:solidFill>
                <a:uFillTx/>
                <a:latin typeface="SourceCodePro"/>
              </a:rPr>
              <a:t>formControlName</a:t>
            </a:r>
            <a:r>
              <a:rPr lang="de-DE" sz="1800" b="0" u="none" strike="noStrike">
                <a:solidFill>
                  <a:srgbClr val="93A1A1"/>
                </a:solidFill>
                <a:uFillTx/>
                <a:latin typeface="SourceCodePro"/>
              </a:rPr>
              <a:t>=</a:t>
            </a:r>
            <a:r>
              <a:rPr lang="de-DE" sz="1800" b="0" u="none" strike="noStrike">
                <a:solidFill>
                  <a:srgbClr val="DD1144"/>
                </a:solidFill>
                <a:uFillTx/>
                <a:latin typeface="SourceCodePro"/>
              </a:rPr>
              <a:t>"date"</a:t>
            </a:r>
            <a:r>
              <a:rPr lang="de-DE" sz="1800" b="0" u="none" strike="noStrike">
                <a:solidFill>
                  <a:srgbClr val="1E347B"/>
                </a:solidFill>
                <a:uFillTx/>
                <a:latin typeface="SourceCodePro"/>
              </a:rPr>
              <a:t>&gt;</a:t>
            </a:r>
            <a:endParaRPr lang="de-DE" sz="1800" b="0" u="none" strike="noStrike">
              <a:solidFill>
                <a:srgbClr val="000000"/>
              </a:solidFill>
              <a:uFillTx/>
              <a:latin typeface="Arial"/>
            </a:endParaRPr>
          </a:p>
          <a:p>
            <a:pPr marL="457200" defTabSz="914400">
              <a:lnSpc>
                <a:spcPct val="100000"/>
              </a:lnSpc>
            </a:pPr>
            <a:r>
              <a:rPr lang="de-DE" sz="1800" b="0" u="none" strike="noStrike">
                <a:solidFill>
                  <a:srgbClr val="1E347B"/>
                </a:solidFill>
                <a:uFillTx/>
                <a:latin typeface="SourceCodePro"/>
              </a:rPr>
              <a:t>&lt;/form&gt;</a:t>
            </a:r>
            <a:endParaRPr lang="de-DE" sz="1800" b="0" u="none" strike="noStrike">
              <a:solidFill>
                <a:srgbClr val="000000"/>
              </a:solidFill>
              <a:uFillTx/>
              <a:latin typeface="Arial"/>
            </a:endParaRPr>
          </a:p>
          <a:p>
            <a:pPr marL="457200" defTabSz="914400">
              <a:lnSpc>
                <a:spcPct val="100000"/>
              </a:lnSpc>
            </a:pPr>
            <a:br>
              <a:rPr sz="1800"/>
            </a:br>
            <a:endParaRPr lang="de-DE" sz="1800" b="0" u="none" strike="noStrike">
              <a:solidFill>
                <a:srgbClr val="000000"/>
              </a:solidFill>
              <a:uFillTx/>
              <a:latin typeface="Arial"/>
            </a:endParaRPr>
          </a:p>
        </p:txBody>
      </p:sp>
      <p:cxnSp>
        <p:nvCxnSpPr>
          <p:cNvPr id="1093" name="Gerade Verbindung mit Pfeil 5"/>
          <p:cNvCxnSpPr/>
          <p:nvPr/>
        </p:nvCxnSpPr>
        <p:spPr>
          <a:xfrm flipV="1">
            <a:off x="4189680" y="4433040"/>
            <a:ext cx="3913920" cy="522360"/>
          </a:xfrm>
          <a:prstGeom prst="straightConnector1">
            <a:avLst/>
          </a:prstGeom>
          <a:ln w="0">
            <a:solidFill>
              <a:srgbClr val="B74919"/>
            </a:solidFill>
            <a:tailEnd type="triangle" w="med" len="med"/>
          </a:ln>
        </p:spPr>
      </p:cxnSp>
      <p:cxnSp>
        <p:nvCxnSpPr>
          <p:cNvPr id="1094" name="Gerader Verbinder 9"/>
          <p:cNvCxnSpPr/>
          <p:nvPr/>
        </p:nvCxnSpPr>
        <p:spPr>
          <a:xfrm>
            <a:off x="10623960" y="5555880"/>
            <a:ext cx="1440" cy="613800"/>
          </a:xfrm>
          <a:prstGeom prst="straightConnector1">
            <a:avLst/>
          </a:prstGeom>
          <a:ln w="0">
            <a:solidFill>
              <a:srgbClr val="1D9A78"/>
            </a:solidFill>
          </a:ln>
        </p:spPr>
      </p:cxnSp>
      <p:cxnSp>
        <p:nvCxnSpPr>
          <p:cNvPr id="1095" name="Gerader Verbinder 11"/>
          <p:cNvCxnSpPr/>
          <p:nvPr/>
        </p:nvCxnSpPr>
        <p:spPr>
          <a:xfrm flipH="1" flipV="1">
            <a:off x="1937160" y="6051960"/>
            <a:ext cx="8680320" cy="125280"/>
          </a:xfrm>
          <a:prstGeom prst="straightConnector1">
            <a:avLst/>
          </a:prstGeom>
          <a:ln w="0">
            <a:solidFill>
              <a:srgbClr val="1D9A78"/>
            </a:solidFill>
          </a:ln>
        </p:spPr>
      </p:cxnSp>
      <p:cxnSp>
        <p:nvCxnSpPr>
          <p:cNvPr id="1096" name="Gerade Verbindung mit Pfeil 13"/>
          <p:cNvCxnSpPr/>
          <p:nvPr/>
        </p:nvCxnSpPr>
        <p:spPr>
          <a:xfrm flipV="1">
            <a:off x="1937160" y="5796360"/>
            <a:ext cx="1440" cy="226080"/>
          </a:xfrm>
          <a:prstGeom prst="straightConnector1">
            <a:avLst/>
          </a:prstGeom>
          <a:ln w="0">
            <a:solidFill>
              <a:srgbClr val="1D9A78"/>
            </a:solidFill>
            <a:tailEnd type="triangle" w="med" len="med"/>
          </a:ln>
        </p:spPr>
      </p:cxn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097"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98"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099"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22: FormBuilder</a:t>
            </a:r>
            <a:endParaRPr lang="de-DE" sz="3600" b="0" u="none" strike="noStrike">
              <a:solidFill>
                <a:srgbClr val="000000"/>
              </a:solidFill>
              <a:uFillTx/>
              <a:latin typeface="Arial"/>
            </a:endParaRPr>
          </a:p>
        </p:txBody>
      </p:sp>
      <p:grpSp>
        <p:nvGrpSpPr>
          <p:cNvPr id="1100"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101"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02"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03"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04"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105"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Bereite die Anwendung für die Verwendung der Forms-API vor</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Importiere ReactiveFormsModule im imports-Array von CustomerDetailsComponent</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Implementiere in CustomerDetailsComponent ein Formular</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Verwende die typisierte Forms-API (FormGroup/FormControl oder inject(FormBuilder).nonNullable) und speichere das Formular in einem Feld</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Erstelle für jedes Feld in Customer (außer ID und image) ein FormControl</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Initialisiere die Felder mit den vom Service geholten Daten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Implementiere ein passendes Template mit einem Label und passendem Input pro FormControl</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Tip: </a:t>
            </a:r>
            <a:r>
              <a:rPr lang="de-DE" sz="1100" b="0" i="1" u="none" strike="noStrike">
                <a:solidFill>
                  <a:schemeClr val="dk2"/>
                </a:solidFill>
                <a:uFillTx/>
                <a:latin typeface="Calibri"/>
              </a:rPr>
              <a:t>&lt;input type="date"&gt; </a:t>
            </a:r>
            <a:r>
              <a:rPr lang="de-DE" sz="1100" b="0" u="none" strike="noStrike">
                <a:solidFill>
                  <a:schemeClr val="dk2"/>
                </a:solidFill>
                <a:uFillTx/>
                <a:latin typeface="Calibri"/>
              </a:rPr>
              <a:t>für lastOrderDate, Daten-Mapping erforderlich</a:t>
            </a:r>
            <a:br>
              <a:rPr sz="1100"/>
            </a:br>
            <a:r>
              <a:rPr lang="de-DE" sz="1100" b="0" i="1" u="none" strike="noStrike">
                <a:solidFill>
                  <a:schemeClr val="dk2"/>
                </a:solidFill>
                <a:uFillTx/>
                <a:latin typeface="Calibri"/>
              </a:rPr>
              <a:t>customer.lastOrderDate.toIsoString().substr(0, 10) </a:t>
            </a:r>
            <a:r>
              <a:rPr lang="de-DE" sz="1100" b="0" u="none" strike="noStrike">
                <a:solidFill>
                  <a:schemeClr val="dk2"/>
                </a:solidFill>
                <a:uFillTx/>
                <a:latin typeface="Calibri"/>
              </a:rPr>
              <a:t>und </a:t>
            </a:r>
            <a:r>
              <a:rPr lang="de-DE" sz="1100" b="0" i="1" u="none" strike="noStrike">
                <a:solidFill>
                  <a:schemeClr val="dk2"/>
                </a:solidFill>
                <a:uFillTx/>
                <a:latin typeface="Calibri"/>
              </a:rPr>
              <a:t>new Date(inputValue)</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Implementiere das Speichern der geänderten Daten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Verwende das ngSubmit-Event am Formular und einen Submit-Button zum Speichern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Übernehme die geänderten Daten in das Domain-Objekt (Tip: Object.assign)</a:t>
            </a:r>
            <a:endParaRPr lang="de-DE" sz="1100" b="0" u="none" strike="noStrike">
              <a:solidFill>
                <a:srgbClr val="000000"/>
              </a:solidFill>
              <a:uFillTx/>
              <a:latin typeface="Arial"/>
            </a:endParaRPr>
          </a:p>
          <a:p>
            <a:pPr indent="0" defTabSz="914400">
              <a:lnSpc>
                <a:spcPct val="90000"/>
              </a:lnSpc>
              <a:spcBef>
                <a:spcPts val="1001"/>
              </a:spcBef>
              <a:buNone/>
              <a:tabLst>
                <a:tab pos="0" algn="l"/>
              </a:tabLst>
            </a:pPr>
            <a:endParaRPr lang="de-DE" sz="1100" b="0" u="none" strike="noStrike">
              <a:solidFill>
                <a:srgbClr val="000000"/>
              </a:solidFill>
              <a:uFillTx/>
              <a:latin typeface="Arial"/>
            </a:endParaRPr>
          </a:p>
        </p:txBody>
      </p:sp>
      <p:grpSp>
        <p:nvGrpSpPr>
          <p:cNvPr id="1106"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107"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08"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09"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10"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111" name="Rectangle 9">
            <a:extLst>
              <a:ext uri="{C183D7F6-B498-43B3-948B-1728B52AA6E4}">
                <adec:decorative xmlns:adec="http://schemas.microsoft.com/office/drawing/2017/decorative" val="1"/>
              </a:ext>
            </a:extLst>
          </p:cNvPr>
          <p:cNvSpPr/>
          <p:nvPr/>
        </p:nvSpPr>
        <p:spPr>
          <a:xfrm>
            <a:off x="0" y="0"/>
            <a:ext cx="12190680" cy="685656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112" name="Picture 5" descr="Lupe vor klarem Hintergrund"/>
          <p:cNvPicPr/>
          <p:nvPr/>
        </p:nvPicPr>
        <p:blipFill>
          <a:blip r:embed="rId2">
            <a:alphaModFix amt="50000"/>
          </a:blip>
          <a:srcRect b="15729"/>
          <a:stretch/>
        </p:blipFill>
        <p:spPr>
          <a:xfrm>
            <a:off x="0" y="0"/>
            <a:ext cx="12190680" cy="6856560"/>
          </a:xfrm>
          <a:prstGeom prst="rect">
            <a:avLst/>
          </a:prstGeom>
          <a:noFill/>
          <a:ln w="0">
            <a:noFill/>
          </a:ln>
        </p:spPr>
      </p:pic>
      <p:sp>
        <p:nvSpPr>
          <p:cNvPr id="1113" name="PlaceHolder 1"/>
          <p:cNvSpPr>
            <a:spLocks noGrp="1"/>
          </p:cNvSpPr>
          <p:nvPr>
            <p:ph type="title"/>
          </p:nvPr>
        </p:nvSpPr>
        <p:spPr>
          <a:xfrm>
            <a:off x="1523880" y="1122480"/>
            <a:ext cx="9142560" cy="2899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Validierung</a:t>
            </a:r>
            <a:endParaRPr lang="de-DE" sz="6000" b="0" u="none" strike="noStrike">
              <a:solidFill>
                <a:srgbClr val="FFFFFF"/>
              </a:solidFill>
              <a:uFillTx/>
              <a:latin typeface="Arial"/>
            </a:endParaRPr>
          </a:p>
        </p:txBody>
      </p:sp>
      <p:sp>
        <p:nvSpPr>
          <p:cNvPr id="1114" name="PlaceHolder 2"/>
          <p:cNvSpPr>
            <a:spLocks noGrp="1"/>
          </p:cNvSpPr>
          <p:nvPr>
            <p:ph/>
          </p:nvPr>
        </p:nvSpPr>
        <p:spPr>
          <a:xfrm>
            <a:off x="1523880" y="4159440"/>
            <a:ext cx="9142560" cy="1096920"/>
          </a:xfrm>
          <a:prstGeom prst="rect">
            <a:avLst/>
          </a:prstGeom>
          <a:noFill/>
          <a:ln w="0">
            <a:noFill/>
          </a:ln>
        </p:spPr>
        <p:txBody>
          <a:bodyPr lIns="91440" tIns="45720" rIns="91440" bIns="45720" anchor="t">
            <a:normAutofit/>
          </a:bodyPr>
          <a:lstStyle/>
          <a:p>
            <a:pPr indent="0" algn="ctr" defTabSz="914400">
              <a:lnSpc>
                <a:spcPct val="90000"/>
              </a:lnSpc>
              <a:spcBef>
                <a:spcPts val="1001"/>
              </a:spcBef>
              <a:buNone/>
              <a:tabLst>
                <a:tab pos="0" algn="l"/>
              </a:tabLst>
            </a:pPr>
            <a:r>
              <a:rPr lang="en-US" sz="2400" b="0" u="none" strike="noStrike">
                <a:solidFill>
                  <a:srgbClr val="FFFFFF"/>
                </a:solidFill>
                <a:uFillTx/>
                <a:latin typeface="Calibri"/>
              </a:rPr>
              <a:t>Prüfen der Formulareingaben</a:t>
            </a:r>
            <a:endParaRPr lang="de-DE" sz="2400" b="0" u="none" strike="noStrike">
              <a:solidFill>
                <a:srgbClr val="FFFFFF"/>
              </a:solidFill>
              <a:uFillTx/>
              <a:latin typeface="Arial"/>
            </a:endParaRPr>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algn="ctr">
              <a:buNone/>
            </a:pPr>
            <a:endParaRPr lang="de-DE" sz="1800" b="0" u="none" strike="noStrike">
              <a:solidFill>
                <a:srgbClr val="000000"/>
              </a:solidFill>
              <a:uFillTx/>
              <a:latin typeface="Arial"/>
            </a:endParaRPr>
          </a:p>
        </p:txBody>
      </p:sp>
      <p:sp>
        <p:nvSpPr>
          <p:cNvPr id="111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2-fache Validierung ist nicht redundant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Client-seitig Validierung für User Experience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Server-seitig Validierung für Sicherheit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Validatoren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Build-in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Custom</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Verwendung</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Mittels Attributierung bzw. Direktive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Mit Hilfe der Forms API</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Verwendung</a:t>
            </a:r>
            <a:endParaRPr lang="de-DE" sz="4400" b="0" u="none" strike="noStrike">
              <a:solidFill>
                <a:srgbClr val="000000"/>
              </a:solidFill>
              <a:uFillTx/>
              <a:latin typeface="Arial"/>
            </a:endParaRPr>
          </a:p>
        </p:txBody>
      </p:sp>
      <p:sp>
        <p:nvSpPr>
          <p:cNvPr id="11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this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form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new</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FormGroup</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name: new FormControl('', Validators.required),</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city</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new</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FormControl</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Validators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maxLength</a:t>
            </a:r>
            <a:r>
              <a:rPr lang="de-DE" sz="2800" b="0" u="none" strike="noStrike">
                <a:solidFill>
                  <a:srgbClr val="93A1A1"/>
                </a:solidFill>
                <a:uFillTx/>
                <a:latin typeface="SourceCodePro"/>
              </a:rPr>
              <a:t>(</a:t>
            </a:r>
            <a:r>
              <a:rPr lang="de-DE" sz="2800" b="0" u="none" strike="noStrike">
                <a:solidFill>
                  <a:srgbClr val="195F91"/>
                </a:solidFill>
                <a:uFillTx/>
                <a:latin typeface="SourceCodePro"/>
              </a:rPr>
              <a:t>10</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zip</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new</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FormControl</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Validators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pattern</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'[0-9]{5}'</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street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new</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FormControl</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Validators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compose</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008080"/>
                </a:solidFill>
                <a:uFillTx/>
                <a:latin typeface="SourceCodePro"/>
              </a:rPr>
              <a:t>		Validators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required</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Validators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minLength</a:t>
            </a:r>
            <a:r>
              <a:rPr lang="de-DE" sz="2800" b="0" u="none" strike="noStrike">
                <a:solidFill>
                  <a:srgbClr val="93A1A1"/>
                </a:solidFill>
                <a:uFillTx/>
                <a:latin typeface="SourceCodePro"/>
              </a:rPr>
              <a:t>(</a:t>
            </a:r>
            <a:r>
              <a:rPr lang="de-DE" sz="2800" b="0" u="none" strike="noStrike">
                <a:solidFill>
                  <a:srgbClr val="195F91"/>
                </a:solidFill>
                <a:uFillTx/>
                <a:latin typeface="SourceCodePro"/>
              </a:rPr>
              <a:t>3</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Validierungsfehler</a:t>
            </a:r>
            <a:endParaRPr lang="de-DE" sz="4400" b="0" u="none" strike="noStrike">
              <a:solidFill>
                <a:srgbClr val="000000"/>
              </a:solidFill>
              <a:uFillTx/>
              <a:latin typeface="Arial"/>
            </a:endParaRPr>
          </a:p>
        </p:txBody>
      </p:sp>
      <p:sp>
        <p:nvSpPr>
          <p:cNvPr id="112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Zustand pro Feld / Gruppe / Formular</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untouched, touched</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pristine, dirty</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valid, errors</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Value</a:t>
            </a:r>
            <a:endParaRPr lang="de-DE" sz="2400" b="0" u="none" strike="noStrike">
              <a:solidFill>
                <a:srgbClr val="000000"/>
              </a:solidFill>
              <a:uFillTx/>
              <a:latin typeface="Arial"/>
            </a:endParaRPr>
          </a:p>
          <a:p>
            <a:pPr marL="285840" indent="-285840" defTabSz="914400">
              <a:lnSpc>
                <a:spcPct val="90000"/>
              </a:lnSpc>
              <a:spcBef>
                <a:spcPts val="1001"/>
              </a:spcBef>
              <a:buClr>
                <a:srgbClr val="333333"/>
              </a:buClr>
              <a:buFont typeface="Arial"/>
              <a:buChar char="•"/>
            </a:pPr>
            <a:r>
              <a:rPr lang="de-DE" sz="2800" b="0" u="none" strike="noStrike">
                <a:solidFill>
                  <a:srgbClr val="333333"/>
                </a:solidFill>
                <a:uFillTx/>
                <a:latin typeface="Aller"/>
              </a:rPr>
              <a:t>Zusammenspiel mit CSS Klassen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Angular setzt CSS-Klassen an Formular und Feldern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ng-valid, ng-invalid, ng-pristine, ng-dirty</a:t>
            </a:r>
            <a:endParaRPr lang="de-DE" sz="2400" b="0" u="none" strike="noStrike">
              <a:solidFill>
                <a:srgbClr val="000000"/>
              </a:solidFill>
              <a:uFillTx/>
              <a:latin typeface="Arial"/>
            </a:endParaRPr>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Zugriff auf Fehlerzustand</a:t>
            </a:r>
            <a:endParaRPr lang="de-DE" sz="4400" b="0" u="none" strike="noStrike">
              <a:solidFill>
                <a:srgbClr val="000000"/>
              </a:solidFill>
              <a:uFillTx/>
              <a:latin typeface="Arial"/>
            </a:endParaRPr>
          </a:p>
        </p:txBody>
      </p:sp>
      <p:sp>
        <p:nvSpPr>
          <p:cNvPr id="112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&lt;div</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class</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"form-group"</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a:t>
            </a:r>
            <a:r>
              <a:rPr lang="de-DE" sz="2800" b="0" u="none" strike="noStrike">
                <a:solidFill>
                  <a:srgbClr val="008080"/>
                </a:solidFill>
                <a:uFillTx/>
                <a:latin typeface="SourceCodePro"/>
              </a:rPr>
              <a:t>class</a:t>
            </a:r>
            <a:r>
              <a:rPr lang="de-DE" sz="2800" b="0" u="none" strike="noStrike">
                <a:solidFill>
                  <a:srgbClr val="48484C"/>
                </a:solidFill>
                <a:uFillTx/>
                <a:latin typeface="SourceCodePro"/>
              </a:rPr>
              <a:t>.</a:t>
            </a:r>
            <a:r>
              <a:rPr lang="de-DE" sz="2800" b="0" u="none" strike="noStrike">
                <a:solidFill>
                  <a:srgbClr val="008080"/>
                </a:solidFill>
                <a:uFillTx/>
                <a:latin typeface="SourceCodePro"/>
              </a:rPr>
              <a:t>has-error</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"form.controls.</a:t>
            </a:r>
            <a:r>
              <a:rPr lang="de-DE" sz="3200" b="0" u="none" strike="noStrike">
                <a:solidFill>
                  <a:srgbClr val="DD1144"/>
                </a:solidFill>
                <a:uFillTx/>
                <a:latin typeface="SourceCodePro"/>
              </a:rPr>
              <a:t>email</a:t>
            </a:r>
            <a:r>
              <a:rPr lang="de-DE" sz="2800" b="0" u="none" strike="noStrike">
                <a:solidFill>
                  <a:srgbClr val="DD1144"/>
                </a:solidFill>
                <a:uFillTx/>
                <a:latin typeface="SourceCodePro"/>
              </a:rPr>
              <a:t>.dirty &amp;&amp; 	!form.controls.</a:t>
            </a:r>
            <a:r>
              <a:rPr lang="de-DE" sz="3600" b="0" u="none" strike="noStrike">
                <a:solidFill>
                  <a:srgbClr val="DD1144"/>
                </a:solidFill>
                <a:uFillTx/>
                <a:latin typeface="SourceCodePro"/>
              </a:rPr>
              <a:t>email</a:t>
            </a:r>
            <a:r>
              <a:rPr lang="de-DE" sz="2800" b="0" u="none" strike="noStrike">
                <a:solidFill>
                  <a:srgbClr val="DD1144"/>
                </a:solidFill>
                <a:uFillTx/>
                <a:latin typeface="SourceCodePro"/>
              </a:rPr>
              <a:t>.valid"</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a:t>
            </a:r>
            <a:r>
              <a:rPr lang="de-DE" sz="2800" b="0" u="none" strike="noStrike">
                <a:solidFill>
                  <a:srgbClr val="008080"/>
                </a:solidFill>
                <a:uFillTx/>
                <a:latin typeface="SourceCodePro"/>
              </a:rPr>
              <a:t>class</a:t>
            </a:r>
            <a:r>
              <a:rPr lang="de-DE" sz="2800" b="0" u="none" strike="noStrike">
                <a:solidFill>
                  <a:srgbClr val="48484C"/>
                </a:solidFill>
                <a:uFillTx/>
                <a:latin typeface="SourceCodePro"/>
              </a:rPr>
              <a:t>.</a:t>
            </a:r>
            <a:r>
              <a:rPr lang="de-DE" sz="2800" b="0" u="none" strike="noStrike">
                <a:solidFill>
                  <a:srgbClr val="008080"/>
                </a:solidFill>
                <a:uFillTx/>
                <a:latin typeface="SourceCodePro"/>
              </a:rPr>
              <a:t>has-warning</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"form.controls.</a:t>
            </a:r>
            <a:r>
              <a:rPr lang="de-DE" sz="3200" b="0" u="none" strike="noStrike">
                <a:solidFill>
                  <a:srgbClr val="DD1144"/>
                </a:solidFill>
                <a:uFillTx/>
                <a:latin typeface="SourceCodePro"/>
              </a:rPr>
              <a:t>email</a:t>
            </a:r>
            <a:r>
              <a:rPr lang="de-DE" sz="2800" b="0" u="none" strike="noStrike">
                <a:solidFill>
                  <a:srgbClr val="DD1144"/>
                </a:solidFill>
                <a:uFillTx/>
                <a:latin typeface="SourceCodePro"/>
              </a:rPr>
              <a:t>.pristine &amp;&amp; 	!form.controls.</a:t>
            </a:r>
            <a:r>
              <a:rPr lang="de-DE" sz="3200" b="0" u="none" strike="noStrike">
                <a:solidFill>
                  <a:srgbClr val="DD1144"/>
                </a:solidFill>
                <a:uFillTx/>
                <a:latin typeface="SourceCodePro"/>
              </a:rPr>
              <a:t>email</a:t>
            </a:r>
            <a:r>
              <a:rPr lang="de-DE" sz="2800" b="0" u="none" strike="noStrike">
                <a:solidFill>
                  <a:srgbClr val="DD1144"/>
                </a:solidFill>
                <a:uFillTx/>
                <a:latin typeface="SourceCodePro"/>
              </a:rPr>
              <a:t>.valid"</a:t>
            </a:r>
            <a:r>
              <a:rPr lang="de-DE" sz="2800" b="0" u="none" strike="noStrike">
                <a:solidFill>
                  <a:srgbClr val="1E347B"/>
                </a:solidFill>
                <a:uFillTx/>
                <a:latin typeface="SourceCodePro"/>
              </a:rPr>
              <a:t>&gt;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	&lt;input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type</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"email"</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class</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"form-control"</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formControlName</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t>
            </a:r>
            <a:r>
              <a:rPr lang="de-DE" sz="3200" b="0" u="none" strike="noStrike">
                <a:solidFill>
                  <a:srgbClr val="DD1144"/>
                </a:solidFill>
                <a:uFillTx/>
                <a:latin typeface="SourceCodePro"/>
              </a:rPr>
              <a:t>email</a:t>
            </a:r>
            <a:r>
              <a:rPr lang="de-DE" sz="2800" b="0" u="none" strike="noStrike">
                <a:solidFill>
                  <a:srgbClr val="DD1144"/>
                </a:solidFill>
                <a:uFillTx/>
                <a:latin typeface="SourceCodePro"/>
              </a:rPr>
              <a:t>"</a:t>
            </a:r>
            <a:r>
              <a:rPr lang="de-DE" sz="2800" b="0" u="none" strike="noStrike">
                <a:solidFill>
                  <a:srgbClr val="1E347B"/>
                </a:solidFill>
                <a:uFillTx/>
                <a:latin typeface="SourceCodePro"/>
              </a:rPr>
              <a:t>&gt;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&lt;/div&gt;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ErrorsMap</a:t>
            </a:r>
            <a:endParaRPr lang="de-DE" sz="4400" b="0" u="none" strike="noStrike">
              <a:solidFill>
                <a:srgbClr val="000000"/>
              </a:solidFill>
              <a:uFillTx/>
              <a:latin typeface="Arial"/>
            </a:endParaRPr>
          </a:p>
        </p:txBody>
      </p:sp>
      <p:sp>
        <p:nvSpPr>
          <p:cNvPr id="112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&lt;div</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hidden</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"!form.controls.password.dirty"</a:t>
            </a:r>
            <a:r>
              <a:rPr lang="de-DE" sz="2800" b="0" u="none" strike="noStrike">
                <a:solidFill>
                  <a:srgbClr val="1E347B"/>
                </a:solidFill>
                <a:uFillTx/>
                <a:latin typeface="SourceCodePro"/>
              </a:rPr>
              <a:t>&gt;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&lt;div</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hidden</a:t>
            </a:r>
            <a:r>
              <a:rPr lang="de-DE" sz="2400" b="0" u="none" strike="noStrike">
                <a:solidFill>
                  <a:srgbClr val="48484C"/>
                </a:solidFill>
                <a:uFillTx/>
                <a:latin typeface="SourceCodePro"/>
              </a:rPr>
              <a:t>]</a:t>
            </a:r>
            <a:r>
              <a:rPr lang="de-DE" sz="2400" b="0" u="none" strike="noStrike">
                <a:solidFill>
                  <a:srgbClr val="93A1A1"/>
                </a:solidFill>
                <a:uFillTx/>
                <a:latin typeface="SourceCodePro"/>
              </a:rPr>
              <a:t>=</a:t>
            </a:r>
            <a:r>
              <a:rPr lang="de-DE" sz="2400" b="0" u="none" strike="noStrike">
                <a:solidFill>
                  <a:srgbClr val="DD1144"/>
                </a:solidFill>
                <a:uFillTx/>
                <a:latin typeface="SourceCodePro"/>
              </a:rPr>
              <a:t>"!form.controls.password.errors?.required"</a:t>
            </a:r>
            <a:r>
              <a:rPr lang="de-DE" sz="2400" b="0" u="none" strike="noStrike">
                <a:solidFill>
                  <a:srgbClr val="1E347B"/>
                </a:solidFill>
                <a:uFillTx/>
                <a:latin typeface="SourceCodePro"/>
              </a:rPr>
              <a:t>&gt;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Password ist Pflichtfeld</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&lt;/div&gt;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&lt;div</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hidden</a:t>
            </a:r>
            <a:r>
              <a:rPr lang="de-DE" sz="2400" b="0" u="none" strike="noStrike">
                <a:solidFill>
                  <a:srgbClr val="48484C"/>
                </a:solidFill>
                <a:uFillTx/>
                <a:latin typeface="SourceCodePro"/>
              </a:rPr>
              <a:t>]</a:t>
            </a:r>
            <a:r>
              <a:rPr lang="de-DE" sz="2400" b="0" u="none" strike="noStrike">
                <a:solidFill>
                  <a:srgbClr val="93A1A1"/>
                </a:solidFill>
                <a:uFillTx/>
                <a:latin typeface="SourceCodePro"/>
              </a:rPr>
              <a:t>=</a:t>
            </a:r>
            <a:r>
              <a:rPr lang="de-DE" sz="2400" b="0" u="none" strike="noStrike">
                <a:solidFill>
                  <a:srgbClr val="DD1144"/>
                </a:solidFill>
                <a:uFillTx/>
                <a:latin typeface="SourceCodePro"/>
              </a:rPr>
              <a:t>"!form.controls.password.errors?.complex"</a:t>
            </a:r>
            <a:r>
              <a:rPr lang="de-DE" sz="2400" b="0" u="none" strike="noStrike">
                <a:solidFill>
                  <a:srgbClr val="1E347B"/>
                </a:solidFill>
                <a:uFillTx/>
                <a:latin typeface="SourceCodePro"/>
              </a:rPr>
              <a:t>&gt;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Password muss aus 8 Zeichen und mind. 1 Sonderzeichen und Großbuchstaben bestehen.</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&lt;/div&gt;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1E347B"/>
                </a:solidFill>
                <a:uFillTx/>
                <a:latin typeface="SourceCodePro"/>
              </a:rPr>
              <a:t>&lt;/div&gt;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125"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26"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127"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22: Validierung</a:t>
            </a:r>
            <a:endParaRPr lang="de-DE" sz="3600" b="0" u="none" strike="noStrike">
              <a:solidFill>
                <a:srgbClr val="000000"/>
              </a:solidFill>
              <a:uFillTx/>
              <a:latin typeface="Arial"/>
            </a:endParaRPr>
          </a:p>
        </p:txBody>
      </p:sp>
      <p:grpSp>
        <p:nvGrpSpPr>
          <p:cNvPr id="1128"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129"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30"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31"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32"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133"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Validiere in CustomerDetailComponent</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First- und lastname required</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Zip als string aber nur zahlen</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Gib für jedes invalide Feld eine Fehlermeldung aus</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Verhindere das Absenden des invaliden Formulares</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Tip: [disabled] an Submit-Button</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1134"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135"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36"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37"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38"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139" name="Rectangle 10">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40" name="PlaceHolder 1"/>
          <p:cNvSpPr>
            <a:spLocks noGrp="1"/>
          </p:cNvSpPr>
          <p:nvPr>
            <p:ph type="title"/>
          </p:nvPr>
        </p:nvSpPr>
        <p:spPr>
          <a:xfrm>
            <a:off x="804600" y="5116680"/>
            <a:ext cx="10590840" cy="99936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4000" b="0" u="none" strike="noStrike">
                <a:solidFill>
                  <a:schemeClr val="dk2"/>
                </a:solidFill>
                <a:uFillTx/>
                <a:latin typeface="Calibri Light"/>
              </a:rPr>
              <a:t>Kind Komponenten</a:t>
            </a:r>
            <a:endParaRPr lang="de-DE" sz="4000" b="0" u="none" strike="noStrike">
              <a:solidFill>
                <a:srgbClr val="000000"/>
              </a:solidFill>
              <a:uFillTx/>
              <a:latin typeface="Arial"/>
            </a:endParaRPr>
          </a:p>
        </p:txBody>
      </p:sp>
      <p:pic>
        <p:nvPicPr>
          <p:cNvPr id="1141" name="Picture 6" descr="Gelbe und orangefarbene Steckdose"/>
          <p:cNvPicPr/>
          <p:nvPr/>
        </p:nvPicPr>
        <p:blipFill>
          <a:blip r:embed="rId2"/>
          <a:srcRect t="25789" b="22586"/>
          <a:stretch/>
        </p:blipFill>
        <p:spPr>
          <a:xfrm>
            <a:off x="0" y="0"/>
            <a:ext cx="12190680" cy="4200120"/>
          </a:xfrm>
          <a:prstGeom prst="rect">
            <a:avLst/>
          </a:prstGeom>
          <a:noFill/>
          <a:ln w="0">
            <a:noFill/>
          </a:ln>
        </p:spPr>
      </p:pic>
      <p:grpSp>
        <p:nvGrpSpPr>
          <p:cNvPr id="1142" name="Group 12">
            <a:extLst>
              <a:ext uri="{C183D7F6-B498-43B3-948B-1728B52AA6E4}">
                <adec:decorative xmlns:adec="http://schemas.microsoft.com/office/drawing/2017/decorative" val="1"/>
              </a:ext>
            </a:extLst>
          </p:cNvPr>
          <p:cNvGrpSpPr/>
          <p:nvPr/>
        </p:nvGrpSpPr>
        <p:grpSpPr>
          <a:xfrm>
            <a:off x="0" y="2941920"/>
            <a:ext cx="12187440" cy="1827360"/>
            <a:chOff x="0" y="2941920"/>
            <a:chExt cx="12187440" cy="1827360"/>
          </a:xfrm>
        </p:grpSpPr>
        <p:sp useBgFill="1">
          <p:nvSpPr>
            <p:cNvPr id="1143" name="Freeform: Shape 13">
              <a:extLst>
                <a:ext uri="{C183D7F6-B498-43B3-948B-1728B52AA6E4}">
                  <adec:decorative xmlns:adec="http://schemas.microsoft.com/office/drawing/2017/decorative" val="1"/>
                </a:ext>
              </a:extLst>
            </p:cNvPr>
            <p:cNvSpPr/>
            <p:nvPr/>
          </p:nvSpPr>
          <p:spPr>
            <a:xfrm>
              <a:off x="0" y="3569040"/>
              <a:ext cx="12187440" cy="1200240"/>
            </a:xfrm>
            <a:custGeom>
              <a:avLst/>
              <a:gdLst>
                <a:gd name="textAreaLeft" fmla="*/ 0 w 12187440"/>
                <a:gd name="textAreaRight" fmla="*/ 12188880 w 12187440"/>
                <a:gd name="textAreaTop" fmla="*/ 0 h 1200240"/>
                <a:gd name="textAreaBottom" fmla="*/ 1201680 h 1200240"/>
              </a:gdLst>
              <a:ahLst/>
              <a:cxnLst/>
              <a:rect l="textAreaLeft" t="textAreaTop" r="textAreaRight" b="textAreaBottom"/>
              <a:pathLst>
                <a:path w="9182100" h="1019102">
                  <a:moveTo>
                    <a:pt x="0" y="1019102"/>
                  </a:moveTo>
                  <a:lnTo>
                    <a:pt x="9182100" y="1019102"/>
                  </a:lnTo>
                  <a:lnTo>
                    <a:pt x="9182100" y="273009"/>
                  </a:lnTo>
                  <a:cubicBezTo>
                    <a:pt x="9143429" y="275485"/>
                    <a:pt x="9104662" y="277200"/>
                    <a:pt x="9065895" y="278343"/>
                  </a:cubicBezTo>
                  <a:cubicBezTo>
                    <a:pt x="8798243" y="285201"/>
                    <a:pt x="8529066" y="277009"/>
                    <a:pt x="8261890" y="257769"/>
                  </a:cubicBezTo>
                  <a:cubicBezTo>
                    <a:pt x="8187024" y="251863"/>
                    <a:pt x="8112443" y="245386"/>
                    <a:pt x="8038624" y="235956"/>
                  </a:cubicBezTo>
                  <a:cubicBezTo>
                    <a:pt x="7980140" y="228051"/>
                    <a:pt x="7920228" y="219002"/>
                    <a:pt x="7862221" y="213097"/>
                  </a:cubicBezTo>
                  <a:cubicBezTo>
                    <a:pt x="7322439" y="159280"/>
                    <a:pt x="6780943" y="130991"/>
                    <a:pt x="6238780" y="126419"/>
                  </a:cubicBezTo>
                  <a:cubicBezTo>
                    <a:pt x="6102477" y="126324"/>
                    <a:pt x="5964745" y="128800"/>
                    <a:pt x="5828729" y="142421"/>
                  </a:cubicBezTo>
                  <a:cubicBezTo>
                    <a:pt x="5624703" y="162328"/>
                    <a:pt x="5429441" y="202048"/>
                    <a:pt x="5227606" y="219764"/>
                  </a:cubicBezTo>
                  <a:cubicBezTo>
                    <a:pt x="4950238" y="245767"/>
                    <a:pt x="4670393" y="228527"/>
                    <a:pt x="4394359" y="190713"/>
                  </a:cubicBezTo>
                  <a:cubicBezTo>
                    <a:pt x="4193381" y="163090"/>
                    <a:pt x="3988880" y="147755"/>
                    <a:pt x="3789236" y="107655"/>
                  </a:cubicBezTo>
                  <a:cubicBezTo>
                    <a:pt x="3660743" y="85271"/>
                    <a:pt x="3520249" y="51648"/>
                    <a:pt x="3391567" y="30502"/>
                  </a:cubicBezTo>
                  <a:cubicBezTo>
                    <a:pt x="2990469" y="-28553"/>
                    <a:pt x="2579370" y="5928"/>
                    <a:pt x="2180177" y="67745"/>
                  </a:cubicBezTo>
                  <a:cubicBezTo>
                    <a:pt x="1965198" y="103273"/>
                    <a:pt x="1751648" y="146136"/>
                    <a:pt x="1543336" y="209953"/>
                  </a:cubicBezTo>
                  <a:cubicBezTo>
                    <a:pt x="1456087" y="238528"/>
                    <a:pt x="1365885" y="264627"/>
                    <a:pt x="1276731" y="286439"/>
                  </a:cubicBezTo>
                  <a:cubicBezTo>
                    <a:pt x="1001173" y="335398"/>
                    <a:pt x="716471" y="346923"/>
                    <a:pt x="441293" y="292345"/>
                  </a:cubicBezTo>
                  <a:cubicBezTo>
                    <a:pt x="285655" y="263198"/>
                    <a:pt x="143923" y="198237"/>
                    <a:pt x="0" y="135563"/>
                  </a:cubicBezTo>
                  <a:lnTo>
                    <a:pt x="0" y="1019102"/>
                  </a:lnTo>
                  <a:close/>
                </a:path>
              </a:pathLst>
            </a:custGeom>
            <a:ln w="9525">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800" b="0" u="none" strike="noStrike">
                <a:solidFill>
                  <a:schemeClr val="dk1"/>
                </a:solidFill>
                <a:uFillTx/>
                <a:latin typeface="Calibri"/>
              </a:endParaRPr>
            </a:p>
          </p:txBody>
        </p:sp>
        <p:sp>
          <p:nvSpPr>
            <p:cNvPr id="1144" name="Freeform: Shape 14">
              <a:extLst>
                <a:ext uri="{C183D7F6-B498-43B3-948B-1728B52AA6E4}">
                  <adec:decorative xmlns:adec="http://schemas.microsoft.com/office/drawing/2017/decorative" val="1"/>
                </a:ext>
              </a:extLst>
            </p:cNvPr>
            <p:cNvSpPr/>
            <p:nvPr/>
          </p:nvSpPr>
          <p:spPr>
            <a:xfrm>
              <a:off x="0" y="2941920"/>
              <a:ext cx="12187440" cy="1098360"/>
            </a:xfrm>
            <a:custGeom>
              <a:avLst/>
              <a:gdLst>
                <a:gd name="textAreaLeft" fmla="*/ 0 w 12187440"/>
                <a:gd name="textAreaRight" fmla="*/ 12188880 w 12187440"/>
                <a:gd name="textAreaTop" fmla="*/ 0 h 1098360"/>
                <a:gd name="textAreaBottom" fmla="*/ 1099800 h 1098360"/>
              </a:gdLst>
              <a:ahLst/>
              <a:cxnLst/>
              <a:rect l="textAreaLeft" t="textAreaTop" r="textAreaRight" b="textAreaBottom"/>
              <a:pathLst>
                <a:path w="9182100" h="932744">
                  <a:moveTo>
                    <a:pt x="9182100" y="396420"/>
                  </a:moveTo>
                  <a:cubicBezTo>
                    <a:pt x="9156097" y="395182"/>
                    <a:pt x="9129999" y="393753"/>
                    <a:pt x="9103805" y="392229"/>
                  </a:cubicBezTo>
                  <a:cubicBezTo>
                    <a:pt x="8974169" y="384419"/>
                    <a:pt x="8843105" y="372989"/>
                    <a:pt x="8712422" y="359749"/>
                  </a:cubicBezTo>
                  <a:cubicBezTo>
                    <a:pt x="8581739" y="346319"/>
                    <a:pt x="8451056" y="331269"/>
                    <a:pt x="8322755" y="313362"/>
                  </a:cubicBezTo>
                  <a:cubicBezTo>
                    <a:pt x="8258747" y="304695"/>
                    <a:pt x="8195120" y="294979"/>
                    <a:pt x="8134826" y="283930"/>
                  </a:cubicBezTo>
                  <a:cubicBezTo>
                    <a:pt x="8119872" y="281168"/>
                    <a:pt x="8105013" y="278501"/>
                    <a:pt x="8090916" y="275643"/>
                  </a:cubicBezTo>
                  <a:lnTo>
                    <a:pt x="8069485" y="271262"/>
                  </a:lnTo>
                  <a:lnTo>
                    <a:pt x="8041862" y="266595"/>
                  </a:lnTo>
                  <a:cubicBezTo>
                    <a:pt x="8023574" y="263547"/>
                    <a:pt x="8004524" y="260213"/>
                    <a:pt x="7986903" y="257546"/>
                  </a:cubicBezTo>
                  <a:lnTo>
                    <a:pt x="7934230" y="249640"/>
                  </a:lnTo>
                  <a:cubicBezTo>
                    <a:pt x="7864221" y="239258"/>
                    <a:pt x="7795832" y="230209"/>
                    <a:pt x="7727537" y="221922"/>
                  </a:cubicBezTo>
                  <a:lnTo>
                    <a:pt x="7625239" y="209730"/>
                  </a:lnTo>
                  <a:lnTo>
                    <a:pt x="7523227" y="198110"/>
                  </a:lnTo>
                  <a:cubicBezTo>
                    <a:pt x="7387209" y="183060"/>
                    <a:pt x="7251573" y="170392"/>
                    <a:pt x="7115651" y="158010"/>
                  </a:cubicBezTo>
                  <a:cubicBezTo>
                    <a:pt x="6979730" y="146580"/>
                    <a:pt x="6843522" y="135721"/>
                    <a:pt x="6706839" y="126958"/>
                  </a:cubicBezTo>
                  <a:lnTo>
                    <a:pt x="6604064" y="120862"/>
                  </a:lnTo>
                  <a:cubicBezTo>
                    <a:pt x="6569869" y="118767"/>
                    <a:pt x="6535484" y="116862"/>
                    <a:pt x="6501003" y="115338"/>
                  </a:cubicBezTo>
                  <a:lnTo>
                    <a:pt x="6397467" y="110385"/>
                  </a:lnTo>
                  <a:lnTo>
                    <a:pt x="6293168" y="106860"/>
                  </a:lnTo>
                  <a:cubicBezTo>
                    <a:pt x="6222969" y="105146"/>
                    <a:pt x="6152769" y="103527"/>
                    <a:pt x="6079712" y="103908"/>
                  </a:cubicBezTo>
                  <a:cubicBezTo>
                    <a:pt x="6061710" y="103908"/>
                    <a:pt x="6043708" y="103812"/>
                    <a:pt x="6024563" y="104479"/>
                  </a:cubicBezTo>
                  <a:cubicBezTo>
                    <a:pt x="6005703" y="104955"/>
                    <a:pt x="5986844" y="105527"/>
                    <a:pt x="5968080" y="106479"/>
                  </a:cubicBezTo>
                  <a:cubicBezTo>
                    <a:pt x="5930456" y="108003"/>
                    <a:pt x="5893023" y="110385"/>
                    <a:pt x="5855875" y="113242"/>
                  </a:cubicBezTo>
                  <a:cubicBezTo>
                    <a:pt x="5706904" y="124577"/>
                    <a:pt x="5565934" y="145151"/>
                    <a:pt x="5439251" y="160105"/>
                  </a:cubicBezTo>
                  <a:cubicBezTo>
                    <a:pt x="5311902" y="175536"/>
                    <a:pt x="5194745" y="184680"/>
                    <a:pt x="5075396" y="186585"/>
                  </a:cubicBezTo>
                  <a:cubicBezTo>
                    <a:pt x="4956429" y="188490"/>
                    <a:pt x="4835748" y="182775"/>
                    <a:pt x="4712780" y="171249"/>
                  </a:cubicBezTo>
                  <a:lnTo>
                    <a:pt x="4666679" y="166773"/>
                  </a:lnTo>
                  <a:lnTo>
                    <a:pt x="4620292" y="161629"/>
                  </a:lnTo>
                  <a:cubicBezTo>
                    <a:pt x="4604862" y="160010"/>
                    <a:pt x="4589336" y="157914"/>
                    <a:pt x="4573810" y="156009"/>
                  </a:cubicBezTo>
                  <a:lnTo>
                    <a:pt x="4550569" y="153057"/>
                  </a:lnTo>
                  <a:lnTo>
                    <a:pt x="4538948" y="151628"/>
                  </a:lnTo>
                  <a:lnTo>
                    <a:pt x="4526566" y="149913"/>
                  </a:lnTo>
                  <a:lnTo>
                    <a:pt x="4327779" y="122862"/>
                  </a:lnTo>
                  <a:lnTo>
                    <a:pt x="3929729" y="68189"/>
                  </a:lnTo>
                  <a:lnTo>
                    <a:pt x="3729133" y="41900"/>
                  </a:lnTo>
                  <a:lnTo>
                    <a:pt x="3628930" y="28946"/>
                  </a:lnTo>
                  <a:lnTo>
                    <a:pt x="3573399" y="22278"/>
                  </a:lnTo>
                  <a:cubicBezTo>
                    <a:pt x="3554445" y="19992"/>
                    <a:pt x="3535585" y="17992"/>
                    <a:pt x="3516916" y="16468"/>
                  </a:cubicBezTo>
                  <a:cubicBezTo>
                    <a:pt x="3366611" y="2752"/>
                    <a:pt x="3219736" y="-2010"/>
                    <a:pt x="3074670" y="752"/>
                  </a:cubicBezTo>
                  <a:cubicBezTo>
                    <a:pt x="3002280" y="2181"/>
                    <a:pt x="2930176" y="4467"/>
                    <a:pt x="2858738" y="8753"/>
                  </a:cubicBezTo>
                  <a:cubicBezTo>
                    <a:pt x="2787206" y="13039"/>
                    <a:pt x="2716149" y="18754"/>
                    <a:pt x="2645474" y="25326"/>
                  </a:cubicBezTo>
                  <a:cubicBezTo>
                    <a:pt x="2362581" y="52473"/>
                    <a:pt x="2085975" y="97145"/>
                    <a:pt x="1810798" y="158010"/>
                  </a:cubicBezTo>
                  <a:cubicBezTo>
                    <a:pt x="1741837" y="173345"/>
                    <a:pt x="1673066" y="189442"/>
                    <a:pt x="1602772" y="208111"/>
                  </a:cubicBezTo>
                  <a:lnTo>
                    <a:pt x="1548860" y="222780"/>
                  </a:lnTo>
                  <a:lnTo>
                    <a:pt x="1501331" y="236115"/>
                  </a:lnTo>
                  <a:cubicBezTo>
                    <a:pt x="1471327" y="244497"/>
                    <a:pt x="1441228" y="253450"/>
                    <a:pt x="1411224" y="260880"/>
                  </a:cubicBezTo>
                  <a:cubicBezTo>
                    <a:pt x="1291209" y="293074"/>
                    <a:pt x="1170813" y="318982"/>
                    <a:pt x="1050893" y="338032"/>
                  </a:cubicBezTo>
                  <a:cubicBezTo>
                    <a:pt x="990790" y="347557"/>
                    <a:pt x="931069" y="354796"/>
                    <a:pt x="871252" y="360511"/>
                  </a:cubicBezTo>
                  <a:cubicBezTo>
                    <a:pt x="841438" y="362702"/>
                    <a:pt x="811530" y="365559"/>
                    <a:pt x="781812" y="366512"/>
                  </a:cubicBezTo>
                  <a:cubicBezTo>
                    <a:pt x="751904" y="368512"/>
                    <a:pt x="722376" y="368893"/>
                    <a:pt x="692563" y="369655"/>
                  </a:cubicBezTo>
                  <a:cubicBezTo>
                    <a:pt x="633222" y="370036"/>
                    <a:pt x="574167" y="368131"/>
                    <a:pt x="515017" y="363940"/>
                  </a:cubicBezTo>
                  <a:cubicBezTo>
                    <a:pt x="455867" y="359749"/>
                    <a:pt x="397097" y="351748"/>
                    <a:pt x="337661" y="341937"/>
                  </a:cubicBezTo>
                  <a:cubicBezTo>
                    <a:pt x="278225" y="331936"/>
                    <a:pt x="218599" y="318696"/>
                    <a:pt x="156972" y="303456"/>
                  </a:cubicBezTo>
                  <a:cubicBezTo>
                    <a:pt x="106680" y="290883"/>
                    <a:pt x="55150" y="276405"/>
                    <a:pt x="0" y="261642"/>
                  </a:cubicBezTo>
                  <a:lnTo>
                    <a:pt x="0" y="713412"/>
                  </a:lnTo>
                  <a:cubicBezTo>
                    <a:pt x="3048" y="714841"/>
                    <a:pt x="6096" y="716270"/>
                    <a:pt x="9144" y="717699"/>
                  </a:cubicBezTo>
                  <a:cubicBezTo>
                    <a:pt x="74295" y="747798"/>
                    <a:pt x="142875" y="775896"/>
                    <a:pt x="213360" y="801042"/>
                  </a:cubicBezTo>
                  <a:cubicBezTo>
                    <a:pt x="354521" y="851715"/>
                    <a:pt x="503873" y="887244"/>
                    <a:pt x="653510" y="908199"/>
                  </a:cubicBezTo>
                  <a:cubicBezTo>
                    <a:pt x="803338" y="928773"/>
                    <a:pt x="953929" y="935631"/>
                    <a:pt x="1101947" y="930773"/>
                  </a:cubicBezTo>
                  <a:cubicBezTo>
                    <a:pt x="1250252" y="926582"/>
                    <a:pt x="1396365" y="911437"/>
                    <a:pt x="1540002" y="889434"/>
                  </a:cubicBezTo>
                  <a:cubicBezTo>
                    <a:pt x="1576197" y="884386"/>
                    <a:pt x="1611535" y="877433"/>
                    <a:pt x="1647158" y="871242"/>
                  </a:cubicBezTo>
                  <a:lnTo>
                    <a:pt x="1698117" y="862193"/>
                  </a:lnTo>
                  <a:lnTo>
                    <a:pt x="1742789" y="854668"/>
                  </a:lnTo>
                  <a:cubicBezTo>
                    <a:pt x="1804035" y="845048"/>
                    <a:pt x="1867472" y="835428"/>
                    <a:pt x="1931003" y="826950"/>
                  </a:cubicBezTo>
                  <a:cubicBezTo>
                    <a:pt x="2058353" y="810282"/>
                    <a:pt x="2186750" y="795327"/>
                    <a:pt x="2314861" y="783897"/>
                  </a:cubicBezTo>
                  <a:cubicBezTo>
                    <a:pt x="2378964" y="778087"/>
                    <a:pt x="2442972" y="772467"/>
                    <a:pt x="2506885" y="768086"/>
                  </a:cubicBezTo>
                  <a:cubicBezTo>
                    <a:pt x="2538794" y="765990"/>
                    <a:pt x="2570798" y="763800"/>
                    <a:pt x="2602611" y="762085"/>
                  </a:cubicBezTo>
                  <a:cubicBezTo>
                    <a:pt x="2634520" y="760180"/>
                    <a:pt x="2666333" y="758370"/>
                    <a:pt x="2698052" y="756846"/>
                  </a:cubicBezTo>
                  <a:cubicBezTo>
                    <a:pt x="2761583" y="753894"/>
                    <a:pt x="2825020" y="751703"/>
                    <a:pt x="2887980" y="750846"/>
                  </a:cubicBezTo>
                  <a:cubicBezTo>
                    <a:pt x="2951036" y="749417"/>
                    <a:pt x="3013615" y="749322"/>
                    <a:pt x="3075813" y="750179"/>
                  </a:cubicBezTo>
                  <a:cubicBezTo>
                    <a:pt x="3106865" y="750846"/>
                    <a:pt x="3137916" y="751417"/>
                    <a:pt x="3168587" y="752751"/>
                  </a:cubicBezTo>
                  <a:cubicBezTo>
                    <a:pt x="3199448" y="753703"/>
                    <a:pt x="3229928" y="755227"/>
                    <a:pt x="3260408" y="756656"/>
                  </a:cubicBezTo>
                  <a:cubicBezTo>
                    <a:pt x="3320987" y="760466"/>
                    <a:pt x="3381470" y="764562"/>
                    <a:pt x="3440049" y="771610"/>
                  </a:cubicBezTo>
                  <a:cubicBezTo>
                    <a:pt x="3454908" y="773039"/>
                    <a:pt x="3469386" y="775039"/>
                    <a:pt x="3483864" y="776849"/>
                  </a:cubicBezTo>
                  <a:lnTo>
                    <a:pt x="3528536" y="782469"/>
                  </a:lnTo>
                  <a:lnTo>
                    <a:pt x="3628549" y="796089"/>
                  </a:lnTo>
                  <a:lnTo>
                    <a:pt x="3828574" y="823140"/>
                  </a:lnTo>
                  <a:cubicBezTo>
                    <a:pt x="3962019" y="840190"/>
                    <a:pt x="4095750" y="858573"/>
                    <a:pt x="4231196" y="874099"/>
                  </a:cubicBezTo>
                  <a:lnTo>
                    <a:pt x="4433126" y="897435"/>
                  </a:lnTo>
                  <a:lnTo>
                    <a:pt x="4485990" y="903246"/>
                  </a:lnTo>
                  <a:cubicBezTo>
                    <a:pt x="4503897" y="905151"/>
                    <a:pt x="4521708" y="907341"/>
                    <a:pt x="4539806" y="908961"/>
                  </a:cubicBezTo>
                  <a:lnTo>
                    <a:pt x="4593908" y="914199"/>
                  </a:lnTo>
                  <a:lnTo>
                    <a:pt x="4648296" y="918771"/>
                  </a:lnTo>
                  <a:cubicBezTo>
                    <a:pt x="4793456" y="930392"/>
                    <a:pt x="4942237" y="935631"/>
                    <a:pt x="5092446" y="931154"/>
                  </a:cubicBezTo>
                  <a:cubicBezTo>
                    <a:pt x="5242274" y="927249"/>
                    <a:pt x="5393627" y="911437"/>
                    <a:pt x="5533168" y="891816"/>
                  </a:cubicBezTo>
                  <a:cubicBezTo>
                    <a:pt x="5673471" y="872289"/>
                    <a:pt x="5798820" y="851906"/>
                    <a:pt x="5918169" y="840666"/>
                  </a:cubicBezTo>
                  <a:cubicBezTo>
                    <a:pt x="5948077" y="837809"/>
                    <a:pt x="5977795" y="835237"/>
                    <a:pt x="6007323" y="833237"/>
                  </a:cubicBezTo>
                  <a:cubicBezTo>
                    <a:pt x="6022086" y="832094"/>
                    <a:pt x="6036945" y="831332"/>
                    <a:pt x="6051709" y="830570"/>
                  </a:cubicBezTo>
                  <a:lnTo>
                    <a:pt x="6097429" y="828379"/>
                  </a:lnTo>
                  <a:cubicBezTo>
                    <a:pt x="6158960" y="825236"/>
                    <a:pt x="6223445" y="823807"/>
                    <a:pt x="6287834" y="822569"/>
                  </a:cubicBezTo>
                  <a:cubicBezTo>
                    <a:pt x="6417374" y="820664"/>
                    <a:pt x="6549485" y="820188"/>
                    <a:pt x="6681597" y="821235"/>
                  </a:cubicBezTo>
                  <a:cubicBezTo>
                    <a:pt x="6813899" y="822378"/>
                    <a:pt x="6946773" y="823617"/>
                    <a:pt x="7079647" y="826569"/>
                  </a:cubicBezTo>
                  <a:cubicBezTo>
                    <a:pt x="7212520" y="828951"/>
                    <a:pt x="7345585" y="831903"/>
                    <a:pt x="7478173" y="836094"/>
                  </a:cubicBezTo>
                  <a:cubicBezTo>
                    <a:pt x="7610475" y="839714"/>
                    <a:pt x="7743539" y="844953"/>
                    <a:pt x="7871937" y="851430"/>
                  </a:cubicBezTo>
                  <a:lnTo>
                    <a:pt x="7919657" y="854097"/>
                  </a:lnTo>
                  <a:cubicBezTo>
                    <a:pt x="7935564" y="854954"/>
                    <a:pt x="7949756" y="856192"/>
                    <a:pt x="7964901" y="857240"/>
                  </a:cubicBezTo>
                  <a:lnTo>
                    <a:pt x="8015955" y="861050"/>
                  </a:lnTo>
                  <a:cubicBezTo>
                    <a:pt x="8035195" y="862383"/>
                    <a:pt x="8053769" y="863622"/>
                    <a:pt x="8072247" y="864384"/>
                  </a:cubicBezTo>
                  <a:cubicBezTo>
                    <a:pt x="8145780" y="867527"/>
                    <a:pt x="8216456" y="868479"/>
                    <a:pt x="8286750" y="868384"/>
                  </a:cubicBezTo>
                  <a:cubicBezTo>
                    <a:pt x="8427148" y="867527"/>
                    <a:pt x="8565452" y="862574"/>
                    <a:pt x="8704040" y="853716"/>
                  </a:cubicBezTo>
                  <a:cubicBezTo>
                    <a:pt x="8842534" y="844762"/>
                    <a:pt x="8980741" y="832284"/>
                    <a:pt x="9120188" y="814092"/>
                  </a:cubicBezTo>
                  <a:cubicBezTo>
                    <a:pt x="9140761" y="811425"/>
                    <a:pt x="9161336" y="808567"/>
                    <a:pt x="9181909" y="805519"/>
                  </a:cubicBezTo>
                  <a:lnTo>
                    <a:pt x="9181909" y="396420"/>
                  </a:lnTo>
                  <a:close/>
                </a:path>
              </a:pathLst>
            </a:custGeom>
            <a:solidFill>
              <a:schemeClr val="bg1">
                <a:alpha val="30000"/>
              </a:schemeClr>
            </a:solidFill>
            <a:ln w="9525">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800" b="0" u="none" strike="noStrike">
                <a:solidFill>
                  <a:schemeClr val="dk1"/>
                </a:solidFill>
                <a:uFillTx/>
                <a:latin typeface="Calibri"/>
              </a:endParaRPr>
            </a:p>
          </p:txBody>
        </p:sp>
        <p:sp>
          <p:nvSpPr>
            <p:cNvPr id="1145" name="Freeform: Shape 15">
              <a:extLst>
                <a:ext uri="{C183D7F6-B498-43B3-948B-1728B52AA6E4}">
                  <adec:decorative xmlns:adec="http://schemas.microsoft.com/office/drawing/2017/decorative" val="1"/>
                </a:ext>
              </a:extLst>
            </p:cNvPr>
            <p:cNvSpPr/>
            <p:nvPr/>
          </p:nvSpPr>
          <p:spPr>
            <a:xfrm>
              <a:off x="0" y="3456000"/>
              <a:ext cx="12187440" cy="640080"/>
            </a:xfrm>
            <a:custGeom>
              <a:avLst/>
              <a:gdLst>
                <a:gd name="textAreaLeft" fmla="*/ 0 w 12187440"/>
                <a:gd name="textAreaRight" fmla="*/ 12188880 w 12187440"/>
                <a:gd name="textAreaTop" fmla="*/ 0 h 640080"/>
                <a:gd name="textAreaBottom" fmla="*/ 641520 h 640080"/>
              </a:gdLst>
              <a:ahLst/>
              <a:cxnLst/>
              <a:rect l="textAreaLeft" t="textAreaTop" r="textAreaRight" b="textAreaBottom"/>
              <a:pathLst>
                <a:path w="9182100" h="544245">
                  <a:moveTo>
                    <a:pt x="9182100" y="154189"/>
                  </a:moveTo>
                  <a:cubicBezTo>
                    <a:pt x="9137618" y="157142"/>
                    <a:pt x="9092851" y="159904"/>
                    <a:pt x="9047702" y="162762"/>
                  </a:cubicBezTo>
                  <a:cubicBezTo>
                    <a:pt x="8917114" y="170668"/>
                    <a:pt x="8784717" y="178002"/>
                    <a:pt x="8652224" y="178287"/>
                  </a:cubicBezTo>
                  <a:cubicBezTo>
                    <a:pt x="8519732" y="178764"/>
                    <a:pt x="8387049" y="171239"/>
                    <a:pt x="8255603" y="161047"/>
                  </a:cubicBezTo>
                  <a:cubicBezTo>
                    <a:pt x="8189881" y="155904"/>
                    <a:pt x="8124539" y="149236"/>
                    <a:pt x="8060722" y="140854"/>
                  </a:cubicBezTo>
                  <a:cubicBezTo>
                    <a:pt x="8044815" y="138759"/>
                    <a:pt x="8029099" y="136473"/>
                    <a:pt x="8013478" y="134187"/>
                  </a:cubicBezTo>
                  <a:lnTo>
                    <a:pt x="7990428" y="130567"/>
                  </a:lnTo>
                  <a:lnTo>
                    <a:pt x="7964139" y="126853"/>
                  </a:lnTo>
                  <a:cubicBezTo>
                    <a:pt x="7946708" y="124376"/>
                    <a:pt x="7928896" y="121709"/>
                    <a:pt x="7911656" y="119518"/>
                  </a:cubicBezTo>
                  <a:lnTo>
                    <a:pt x="7860220" y="113232"/>
                  </a:lnTo>
                  <a:cubicBezTo>
                    <a:pt x="7723728" y="96277"/>
                    <a:pt x="7589044" y="83038"/>
                    <a:pt x="7453884" y="70369"/>
                  </a:cubicBezTo>
                  <a:cubicBezTo>
                    <a:pt x="7318915" y="57701"/>
                    <a:pt x="7184041" y="46366"/>
                    <a:pt x="7048976" y="36556"/>
                  </a:cubicBezTo>
                  <a:cubicBezTo>
                    <a:pt x="6981444" y="31793"/>
                    <a:pt x="6913912" y="26840"/>
                    <a:pt x="6846285" y="22649"/>
                  </a:cubicBezTo>
                  <a:cubicBezTo>
                    <a:pt x="6778657" y="18553"/>
                    <a:pt x="6710934" y="14934"/>
                    <a:pt x="6643212" y="11600"/>
                  </a:cubicBezTo>
                  <a:lnTo>
                    <a:pt x="6541485" y="7314"/>
                  </a:lnTo>
                  <a:cubicBezTo>
                    <a:pt x="6507576" y="5790"/>
                    <a:pt x="6473667" y="4647"/>
                    <a:pt x="6439567" y="3885"/>
                  </a:cubicBezTo>
                  <a:lnTo>
                    <a:pt x="6337459" y="1313"/>
                  </a:lnTo>
                  <a:lnTo>
                    <a:pt x="6234970" y="75"/>
                  </a:lnTo>
                  <a:cubicBezTo>
                    <a:pt x="6166295" y="-116"/>
                    <a:pt x="6097715" y="-116"/>
                    <a:pt x="6027802" y="2265"/>
                  </a:cubicBezTo>
                  <a:cubicBezTo>
                    <a:pt x="5993320" y="3123"/>
                    <a:pt x="5957412" y="4456"/>
                    <a:pt x="5921978" y="6552"/>
                  </a:cubicBezTo>
                  <a:cubicBezTo>
                    <a:pt x="5886546" y="8552"/>
                    <a:pt x="5851112" y="11124"/>
                    <a:pt x="5815965" y="14362"/>
                  </a:cubicBezTo>
                  <a:cubicBezTo>
                    <a:pt x="5674995" y="27126"/>
                    <a:pt x="5538597" y="48938"/>
                    <a:pt x="5408390" y="67036"/>
                  </a:cubicBezTo>
                  <a:cubicBezTo>
                    <a:pt x="5277993" y="85514"/>
                    <a:pt x="5151692" y="99039"/>
                    <a:pt x="5023866" y="103992"/>
                  </a:cubicBezTo>
                  <a:cubicBezTo>
                    <a:pt x="4960049" y="106660"/>
                    <a:pt x="4895946" y="107231"/>
                    <a:pt x="4831556" y="106374"/>
                  </a:cubicBezTo>
                  <a:cubicBezTo>
                    <a:pt x="4767167" y="105231"/>
                    <a:pt x="4702588" y="102468"/>
                    <a:pt x="4637723" y="98754"/>
                  </a:cubicBezTo>
                  <a:cubicBezTo>
                    <a:pt x="4572762" y="95230"/>
                    <a:pt x="4507992" y="88848"/>
                    <a:pt x="4442460" y="83038"/>
                  </a:cubicBezTo>
                  <a:cubicBezTo>
                    <a:pt x="4408837" y="80752"/>
                    <a:pt x="4375214" y="79228"/>
                    <a:pt x="4341686" y="77227"/>
                  </a:cubicBezTo>
                  <a:cubicBezTo>
                    <a:pt x="4308158" y="75227"/>
                    <a:pt x="4274534" y="73417"/>
                    <a:pt x="4241006" y="71989"/>
                  </a:cubicBezTo>
                  <a:cubicBezTo>
                    <a:pt x="4106895" y="65131"/>
                    <a:pt x="3971925" y="59797"/>
                    <a:pt x="3836956" y="54177"/>
                  </a:cubicBezTo>
                  <a:lnTo>
                    <a:pt x="3634549" y="45414"/>
                  </a:lnTo>
                  <a:lnTo>
                    <a:pt x="3533394" y="40461"/>
                  </a:lnTo>
                  <a:lnTo>
                    <a:pt x="3481959" y="37889"/>
                  </a:lnTo>
                  <a:cubicBezTo>
                    <a:pt x="3464719" y="37127"/>
                    <a:pt x="3447479" y="36079"/>
                    <a:pt x="3430238" y="35889"/>
                  </a:cubicBezTo>
                  <a:cubicBezTo>
                    <a:pt x="3292602" y="31126"/>
                    <a:pt x="3156299" y="33603"/>
                    <a:pt x="3020473" y="37603"/>
                  </a:cubicBezTo>
                  <a:cubicBezTo>
                    <a:pt x="2884741" y="41985"/>
                    <a:pt x="2749487" y="48843"/>
                    <a:pt x="2614422" y="56844"/>
                  </a:cubicBezTo>
                  <a:lnTo>
                    <a:pt x="2208657" y="81609"/>
                  </a:lnTo>
                  <a:cubicBezTo>
                    <a:pt x="2073116" y="89991"/>
                    <a:pt x="1937195" y="97515"/>
                    <a:pt x="1800606" y="107612"/>
                  </a:cubicBezTo>
                  <a:cubicBezTo>
                    <a:pt x="1732217" y="112184"/>
                    <a:pt x="1663827" y="117804"/>
                    <a:pt x="1594676" y="124948"/>
                  </a:cubicBezTo>
                  <a:lnTo>
                    <a:pt x="1491996" y="136568"/>
                  </a:lnTo>
                  <a:lnTo>
                    <a:pt x="1442942" y="141902"/>
                  </a:lnTo>
                  <a:lnTo>
                    <a:pt x="1418463" y="144664"/>
                  </a:lnTo>
                  <a:lnTo>
                    <a:pt x="1393984" y="146855"/>
                  </a:lnTo>
                  <a:cubicBezTo>
                    <a:pt x="1263491" y="159142"/>
                    <a:pt x="1134142" y="166667"/>
                    <a:pt x="1006697" y="169810"/>
                  </a:cubicBezTo>
                  <a:cubicBezTo>
                    <a:pt x="942975" y="172001"/>
                    <a:pt x="879729" y="171239"/>
                    <a:pt x="816864" y="170953"/>
                  </a:cubicBezTo>
                  <a:lnTo>
                    <a:pt x="769906" y="169715"/>
                  </a:lnTo>
                  <a:cubicBezTo>
                    <a:pt x="754285" y="169525"/>
                    <a:pt x="738569" y="169048"/>
                    <a:pt x="723043" y="168096"/>
                  </a:cubicBezTo>
                  <a:lnTo>
                    <a:pt x="676370" y="166286"/>
                  </a:lnTo>
                  <a:cubicBezTo>
                    <a:pt x="660845" y="165238"/>
                    <a:pt x="645414" y="164095"/>
                    <a:pt x="629888" y="163333"/>
                  </a:cubicBezTo>
                  <a:cubicBezTo>
                    <a:pt x="568071" y="159047"/>
                    <a:pt x="506540" y="154094"/>
                    <a:pt x="445484" y="146093"/>
                  </a:cubicBezTo>
                  <a:cubicBezTo>
                    <a:pt x="384524" y="137997"/>
                    <a:pt x="323850" y="128091"/>
                    <a:pt x="263366" y="115232"/>
                  </a:cubicBezTo>
                  <a:cubicBezTo>
                    <a:pt x="202787" y="102850"/>
                    <a:pt x="142589" y="87419"/>
                    <a:pt x="81439" y="70369"/>
                  </a:cubicBezTo>
                  <a:cubicBezTo>
                    <a:pt x="66199" y="66178"/>
                    <a:pt x="50864" y="61702"/>
                    <a:pt x="35338" y="57034"/>
                  </a:cubicBezTo>
                  <a:lnTo>
                    <a:pt x="0" y="46652"/>
                  </a:lnTo>
                  <a:lnTo>
                    <a:pt x="0" y="426795"/>
                  </a:lnTo>
                  <a:cubicBezTo>
                    <a:pt x="58198" y="446416"/>
                    <a:pt x="117920" y="464323"/>
                    <a:pt x="178594" y="479658"/>
                  </a:cubicBezTo>
                  <a:cubicBezTo>
                    <a:pt x="319850" y="514901"/>
                    <a:pt x="465582" y="537094"/>
                    <a:pt x="610457" y="542619"/>
                  </a:cubicBezTo>
                  <a:cubicBezTo>
                    <a:pt x="682943" y="545953"/>
                    <a:pt x="755142" y="543762"/>
                    <a:pt x="826865" y="539666"/>
                  </a:cubicBezTo>
                  <a:cubicBezTo>
                    <a:pt x="898398" y="534523"/>
                    <a:pt x="969645" y="526903"/>
                    <a:pt x="1039654" y="515187"/>
                  </a:cubicBezTo>
                  <a:cubicBezTo>
                    <a:pt x="1180052" y="492517"/>
                    <a:pt x="1316736" y="457751"/>
                    <a:pt x="1449705" y="415270"/>
                  </a:cubicBezTo>
                  <a:cubicBezTo>
                    <a:pt x="1483138" y="405364"/>
                    <a:pt x="1515809" y="393172"/>
                    <a:pt x="1548765" y="382123"/>
                  </a:cubicBezTo>
                  <a:lnTo>
                    <a:pt x="1642872" y="349261"/>
                  </a:lnTo>
                  <a:cubicBezTo>
                    <a:pt x="1705261" y="328211"/>
                    <a:pt x="1768983" y="308208"/>
                    <a:pt x="1832991" y="289158"/>
                  </a:cubicBezTo>
                  <a:cubicBezTo>
                    <a:pt x="1961198" y="251821"/>
                    <a:pt x="2091404" y="219435"/>
                    <a:pt x="2222754" y="193623"/>
                  </a:cubicBezTo>
                  <a:cubicBezTo>
                    <a:pt x="2354199" y="168382"/>
                    <a:pt x="2486882" y="149332"/>
                    <a:pt x="2620137" y="138378"/>
                  </a:cubicBezTo>
                  <a:cubicBezTo>
                    <a:pt x="2753392" y="127424"/>
                    <a:pt x="2887123" y="122947"/>
                    <a:pt x="3020473" y="127234"/>
                  </a:cubicBezTo>
                  <a:cubicBezTo>
                    <a:pt x="3087148" y="129043"/>
                    <a:pt x="3153632" y="133711"/>
                    <a:pt x="3219736" y="139807"/>
                  </a:cubicBezTo>
                  <a:cubicBezTo>
                    <a:pt x="3252788" y="143426"/>
                    <a:pt x="3285839" y="146760"/>
                    <a:pt x="3318605" y="151713"/>
                  </a:cubicBezTo>
                  <a:lnTo>
                    <a:pt x="3367754" y="158666"/>
                  </a:lnTo>
                  <a:cubicBezTo>
                    <a:pt x="3384042" y="161238"/>
                    <a:pt x="3400330" y="164000"/>
                    <a:pt x="3416618" y="166858"/>
                  </a:cubicBezTo>
                  <a:cubicBezTo>
                    <a:pt x="3432905" y="169525"/>
                    <a:pt x="3449003" y="172954"/>
                    <a:pt x="3465195" y="176097"/>
                  </a:cubicBezTo>
                  <a:cubicBezTo>
                    <a:pt x="3481483" y="179431"/>
                    <a:pt x="3497199" y="182288"/>
                    <a:pt x="3513868" y="185908"/>
                  </a:cubicBezTo>
                  <a:lnTo>
                    <a:pt x="3612737" y="207625"/>
                  </a:lnTo>
                  <a:lnTo>
                    <a:pt x="3810381" y="252106"/>
                  </a:lnTo>
                  <a:cubicBezTo>
                    <a:pt x="3942112" y="282015"/>
                    <a:pt x="4073843" y="312590"/>
                    <a:pt x="4206621" y="339736"/>
                  </a:cubicBezTo>
                  <a:cubicBezTo>
                    <a:pt x="4239768" y="346785"/>
                    <a:pt x="4272915" y="353452"/>
                    <a:pt x="4306062" y="359834"/>
                  </a:cubicBezTo>
                  <a:cubicBezTo>
                    <a:pt x="4339209" y="366216"/>
                    <a:pt x="4372356" y="372979"/>
                    <a:pt x="4405503" y="378979"/>
                  </a:cubicBezTo>
                  <a:cubicBezTo>
                    <a:pt x="4473416" y="389266"/>
                    <a:pt x="4542378" y="398410"/>
                    <a:pt x="4611529" y="405745"/>
                  </a:cubicBezTo>
                  <a:cubicBezTo>
                    <a:pt x="4749832" y="420794"/>
                    <a:pt x="4890326" y="428795"/>
                    <a:pt x="5031677" y="427462"/>
                  </a:cubicBezTo>
                  <a:cubicBezTo>
                    <a:pt x="5102352" y="426985"/>
                    <a:pt x="5173028" y="423747"/>
                    <a:pt x="5243227" y="418699"/>
                  </a:cubicBezTo>
                  <a:cubicBezTo>
                    <a:pt x="5313427" y="413650"/>
                    <a:pt x="5382959" y="406030"/>
                    <a:pt x="5451062" y="398029"/>
                  </a:cubicBezTo>
                  <a:cubicBezTo>
                    <a:pt x="5587651" y="381551"/>
                    <a:pt x="5717381" y="362501"/>
                    <a:pt x="5844635" y="353071"/>
                  </a:cubicBezTo>
                  <a:cubicBezTo>
                    <a:pt x="5876544" y="350690"/>
                    <a:pt x="5908262" y="348404"/>
                    <a:pt x="5939981" y="346975"/>
                  </a:cubicBezTo>
                  <a:cubicBezTo>
                    <a:pt x="5971794" y="345356"/>
                    <a:pt x="6003036" y="344308"/>
                    <a:pt x="6035898" y="344118"/>
                  </a:cubicBezTo>
                  <a:cubicBezTo>
                    <a:pt x="6100477" y="343070"/>
                    <a:pt x="6166390" y="343356"/>
                    <a:pt x="6232303" y="343642"/>
                  </a:cubicBezTo>
                  <a:cubicBezTo>
                    <a:pt x="6364415" y="344880"/>
                    <a:pt x="6497669" y="347833"/>
                    <a:pt x="6630924" y="351071"/>
                  </a:cubicBezTo>
                  <a:lnTo>
                    <a:pt x="6831140" y="356596"/>
                  </a:lnTo>
                  <a:lnTo>
                    <a:pt x="7031545" y="362501"/>
                  </a:lnTo>
                  <a:cubicBezTo>
                    <a:pt x="7165086" y="367454"/>
                    <a:pt x="7298818" y="371835"/>
                    <a:pt x="7432262" y="378408"/>
                  </a:cubicBezTo>
                  <a:cubicBezTo>
                    <a:pt x="7565518" y="384790"/>
                    <a:pt x="7699153" y="392124"/>
                    <a:pt x="7830312" y="402506"/>
                  </a:cubicBezTo>
                  <a:lnTo>
                    <a:pt x="7879270" y="406792"/>
                  </a:lnTo>
                  <a:lnTo>
                    <a:pt x="7926895" y="411745"/>
                  </a:lnTo>
                  <a:lnTo>
                    <a:pt x="7977569" y="417175"/>
                  </a:lnTo>
                  <a:cubicBezTo>
                    <a:pt x="7995380" y="418984"/>
                    <a:pt x="8013097" y="420699"/>
                    <a:pt x="8030623" y="422127"/>
                  </a:cubicBezTo>
                  <a:cubicBezTo>
                    <a:pt x="8100632" y="427843"/>
                    <a:pt x="8169402" y="431748"/>
                    <a:pt x="8237982" y="435177"/>
                  </a:cubicBezTo>
                  <a:cubicBezTo>
                    <a:pt x="8375047" y="442035"/>
                    <a:pt x="8511254" y="444511"/>
                    <a:pt x="8647748" y="449464"/>
                  </a:cubicBezTo>
                  <a:cubicBezTo>
                    <a:pt x="8715946" y="451750"/>
                    <a:pt x="8784336" y="454513"/>
                    <a:pt x="8852821" y="456132"/>
                  </a:cubicBezTo>
                  <a:cubicBezTo>
                    <a:pt x="8887111" y="456989"/>
                    <a:pt x="8921401" y="457751"/>
                    <a:pt x="8955786" y="458132"/>
                  </a:cubicBezTo>
                  <a:cubicBezTo>
                    <a:pt x="8990171" y="458323"/>
                    <a:pt x="9024651" y="458227"/>
                    <a:pt x="9059227" y="457751"/>
                  </a:cubicBezTo>
                  <a:cubicBezTo>
                    <a:pt x="9099995" y="456989"/>
                    <a:pt x="9140857" y="455275"/>
                    <a:pt x="9182005" y="452512"/>
                  </a:cubicBezTo>
                  <a:lnTo>
                    <a:pt x="9182005" y="154189"/>
                  </a:lnTo>
                  <a:close/>
                </a:path>
              </a:pathLst>
            </a:custGeom>
            <a:solidFill>
              <a:schemeClr val="bg1">
                <a:alpha val="30000"/>
              </a:schemeClr>
            </a:solidFill>
            <a:ln w="9525">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800" b="0" u="none" strike="noStrike">
                <a:solidFill>
                  <a:schemeClr val="dk1"/>
                </a:solidFill>
                <a:uFillTx/>
                <a:latin typeface="Calibri"/>
              </a:endParaRPr>
            </a:p>
          </p:txBody>
        </p:sp>
        <p:sp>
          <p:nvSpPr>
            <p:cNvPr id="1146" name="Freeform: Shape 16">
              <a:extLst>
                <a:ext uri="{C183D7F6-B498-43B3-948B-1728B52AA6E4}">
                  <adec:decorative xmlns:adec="http://schemas.microsoft.com/office/drawing/2017/decorative" val="1"/>
                </a:ext>
              </a:extLst>
            </p:cNvPr>
            <p:cNvSpPr/>
            <p:nvPr/>
          </p:nvSpPr>
          <p:spPr>
            <a:xfrm>
              <a:off x="0" y="3153600"/>
              <a:ext cx="12187440" cy="901080"/>
            </a:xfrm>
            <a:custGeom>
              <a:avLst/>
              <a:gdLst>
                <a:gd name="textAreaLeft" fmla="*/ 0 w 12187440"/>
                <a:gd name="textAreaRight" fmla="*/ 12188880 w 12187440"/>
                <a:gd name="textAreaTop" fmla="*/ 0 h 901080"/>
                <a:gd name="textAreaBottom" fmla="*/ 902520 h 901080"/>
              </a:gdLst>
              <a:ahLst/>
              <a:cxnLst/>
              <a:rect l="textAreaLeft" t="textAreaTop" r="textAreaRight" b="textAreaBottom"/>
              <a:pathLst>
                <a:path w="9182100" h="765639">
                  <a:moveTo>
                    <a:pt x="9182100" y="351088"/>
                  </a:moveTo>
                  <a:cubicBezTo>
                    <a:pt x="9180862" y="351088"/>
                    <a:pt x="9179719" y="350993"/>
                    <a:pt x="9178480" y="350993"/>
                  </a:cubicBezTo>
                  <a:cubicBezTo>
                    <a:pt x="9047607" y="346421"/>
                    <a:pt x="8915591" y="337944"/>
                    <a:pt x="8783955" y="327561"/>
                  </a:cubicBezTo>
                  <a:cubicBezTo>
                    <a:pt x="8652320" y="316894"/>
                    <a:pt x="8520589" y="304416"/>
                    <a:pt x="8390763" y="288795"/>
                  </a:cubicBezTo>
                  <a:cubicBezTo>
                    <a:pt x="8325898" y="281175"/>
                    <a:pt x="8261509" y="272602"/>
                    <a:pt x="8199502" y="262601"/>
                  </a:cubicBezTo>
                  <a:cubicBezTo>
                    <a:pt x="8184070" y="260029"/>
                    <a:pt x="8168831" y="257553"/>
                    <a:pt x="8153972" y="254886"/>
                  </a:cubicBezTo>
                  <a:lnTo>
                    <a:pt x="8131588" y="250790"/>
                  </a:lnTo>
                  <a:lnTo>
                    <a:pt x="8104632" y="246504"/>
                  </a:lnTo>
                  <a:cubicBezTo>
                    <a:pt x="8086725" y="243741"/>
                    <a:pt x="8068247" y="240598"/>
                    <a:pt x="8050911" y="238217"/>
                  </a:cubicBezTo>
                  <a:lnTo>
                    <a:pt x="7998810" y="230978"/>
                  </a:lnTo>
                  <a:cubicBezTo>
                    <a:pt x="7860697" y="212023"/>
                    <a:pt x="7725633" y="198021"/>
                    <a:pt x="7589902" y="183925"/>
                  </a:cubicBezTo>
                  <a:cubicBezTo>
                    <a:pt x="7454360" y="170304"/>
                    <a:pt x="7319010" y="158779"/>
                    <a:pt x="7183469" y="147634"/>
                  </a:cubicBezTo>
                  <a:cubicBezTo>
                    <a:pt x="7047929" y="137252"/>
                    <a:pt x="6912198" y="127632"/>
                    <a:pt x="6775990" y="119821"/>
                  </a:cubicBezTo>
                  <a:cubicBezTo>
                    <a:pt x="6639592" y="112582"/>
                    <a:pt x="6503194" y="105439"/>
                    <a:pt x="6364795" y="102391"/>
                  </a:cubicBezTo>
                  <a:cubicBezTo>
                    <a:pt x="6295263" y="101057"/>
                    <a:pt x="6225826" y="99819"/>
                    <a:pt x="6154293" y="100581"/>
                  </a:cubicBezTo>
                  <a:cubicBezTo>
                    <a:pt x="6136577" y="100581"/>
                    <a:pt x="6118860" y="100581"/>
                    <a:pt x="6100287" y="101343"/>
                  </a:cubicBezTo>
                  <a:cubicBezTo>
                    <a:pt x="6081903" y="101819"/>
                    <a:pt x="6063615" y="102486"/>
                    <a:pt x="6045327" y="103438"/>
                  </a:cubicBezTo>
                  <a:cubicBezTo>
                    <a:pt x="6008656" y="104962"/>
                    <a:pt x="5972175" y="107439"/>
                    <a:pt x="5935980" y="110296"/>
                  </a:cubicBezTo>
                  <a:cubicBezTo>
                    <a:pt x="5790724" y="121631"/>
                    <a:pt x="5651659" y="142110"/>
                    <a:pt x="5523357" y="157635"/>
                  </a:cubicBezTo>
                  <a:cubicBezTo>
                    <a:pt x="5394484" y="173542"/>
                    <a:pt x="5273040" y="183543"/>
                    <a:pt x="5149882" y="185639"/>
                  </a:cubicBezTo>
                  <a:cubicBezTo>
                    <a:pt x="5027010" y="187925"/>
                    <a:pt x="4902803" y="182210"/>
                    <a:pt x="4777073" y="170685"/>
                  </a:cubicBezTo>
                  <a:lnTo>
                    <a:pt x="4729925" y="166208"/>
                  </a:lnTo>
                  <a:lnTo>
                    <a:pt x="4682585" y="161064"/>
                  </a:lnTo>
                  <a:cubicBezTo>
                    <a:pt x="4666869" y="159445"/>
                    <a:pt x="4650963" y="157350"/>
                    <a:pt x="4635151" y="155445"/>
                  </a:cubicBezTo>
                  <a:lnTo>
                    <a:pt x="4611434" y="152492"/>
                  </a:lnTo>
                  <a:cubicBezTo>
                    <a:pt x="4603623" y="151539"/>
                    <a:pt x="4595622" y="150587"/>
                    <a:pt x="4587145" y="149349"/>
                  </a:cubicBezTo>
                  <a:lnTo>
                    <a:pt x="4387977" y="122774"/>
                  </a:lnTo>
                  <a:lnTo>
                    <a:pt x="3989356" y="68577"/>
                  </a:lnTo>
                  <a:lnTo>
                    <a:pt x="3789140" y="42192"/>
                  </a:lnTo>
                  <a:lnTo>
                    <a:pt x="3689033" y="29143"/>
                  </a:lnTo>
                  <a:lnTo>
                    <a:pt x="3634835" y="22571"/>
                  </a:lnTo>
                  <a:cubicBezTo>
                    <a:pt x="3616452" y="20285"/>
                    <a:pt x="3598069" y="18380"/>
                    <a:pt x="3579876" y="16856"/>
                  </a:cubicBezTo>
                  <a:cubicBezTo>
                    <a:pt x="3433667" y="3140"/>
                    <a:pt x="3289840" y="-1622"/>
                    <a:pt x="3147441" y="473"/>
                  </a:cubicBezTo>
                  <a:cubicBezTo>
                    <a:pt x="3005138" y="2283"/>
                    <a:pt x="2864263" y="10188"/>
                    <a:pt x="2724722" y="22857"/>
                  </a:cubicBezTo>
                  <a:cubicBezTo>
                    <a:pt x="2445353" y="48098"/>
                    <a:pt x="2171129" y="90198"/>
                    <a:pt x="1898428" y="147730"/>
                  </a:cubicBezTo>
                  <a:cubicBezTo>
                    <a:pt x="1830134" y="162208"/>
                    <a:pt x="1762030" y="177448"/>
                    <a:pt x="1692878" y="195069"/>
                  </a:cubicBezTo>
                  <a:lnTo>
                    <a:pt x="1640205" y="208785"/>
                  </a:lnTo>
                  <a:lnTo>
                    <a:pt x="1592294" y="221643"/>
                  </a:lnTo>
                  <a:cubicBezTo>
                    <a:pt x="1561624" y="229740"/>
                    <a:pt x="1530858" y="238503"/>
                    <a:pt x="1500092" y="245551"/>
                  </a:cubicBezTo>
                  <a:cubicBezTo>
                    <a:pt x="1377125" y="276412"/>
                    <a:pt x="1253490" y="300987"/>
                    <a:pt x="1130046" y="318227"/>
                  </a:cubicBezTo>
                  <a:cubicBezTo>
                    <a:pt x="1068229" y="326895"/>
                    <a:pt x="1006602" y="333086"/>
                    <a:pt x="944880" y="337658"/>
                  </a:cubicBezTo>
                  <a:cubicBezTo>
                    <a:pt x="914114" y="339277"/>
                    <a:pt x="883253" y="341563"/>
                    <a:pt x="852583" y="341944"/>
                  </a:cubicBezTo>
                  <a:cubicBezTo>
                    <a:pt x="821817" y="343278"/>
                    <a:pt x="791147" y="342992"/>
                    <a:pt x="760476" y="343087"/>
                  </a:cubicBezTo>
                  <a:cubicBezTo>
                    <a:pt x="699230" y="342135"/>
                    <a:pt x="638175" y="338706"/>
                    <a:pt x="577215" y="332800"/>
                  </a:cubicBezTo>
                  <a:cubicBezTo>
                    <a:pt x="516255" y="326895"/>
                    <a:pt x="455771" y="317179"/>
                    <a:pt x="394907" y="305463"/>
                  </a:cubicBezTo>
                  <a:cubicBezTo>
                    <a:pt x="334137" y="293557"/>
                    <a:pt x="273368" y="278412"/>
                    <a:pt x="211265" y="261363"/>
                  </a:cubicBezTo>
                  <a:cubicBezTo>
                    <a:pt x="149066" y="244123"/>
                    <a:pt x="85820" y="224310"/>
                    <a:pt x="17526" y="204880"/>
                  </a:cubicBezTo>
                  <a:cubicBezTo>
                    <a:pt x="11716" y="203165"/>
                    <a:pt x="5906" y="201546"/>
                    <a:pt x="0" y="199927"/>
                  </a:cubicBezTo>
                  <a:lnTo>
                    <a:pt x="0" y="526920"/>
                  </a:lnTo>
                  <a:cubicBezTo>
                    <a:pt x="32576" y="541874"/>
                    <a:pt x="66104" y="557114"/>
                    <a:pt x="100298" y="571973"/>
                  </a:cubicBezTo>
                  <a:cubicBezTo>
                    <a:pt x="164973" y="600167"/>
                    <a:pt x="232410" y="626456"/>
                    <a:pt x="301562" y="649697"/>
                  </a:cubicBezTo>
                  <a:cubicBezTo>
                    <a:pt x="439865" y="696655"/>
                    <a:pt x="585216" y="728754"/>
                    <a:pt x="731044" y="746947"/>
                  </a:cubicBezTo>
                  <a:cubicBezTo>
                    <a:pt x="876967" y="764664"/>
                    <a:pt x="1023652" y="769426"/>
                    <a:pt x="1168241" y="762759"/>
                  </a:cubicBezTo>
                  <a:cubicBezTo>
                    <a:pt x="1313021" y="756663"/>
                    <a:pt x="1455896" y="740185"/>
                    <a:pt x="1596581" y="716944"/>
                  </a:cubicBezTo>
                  <a:cubicBezTo>
                    <a:pt x="1632014" y="711610"/>
                    <a:pt x="1666685" y="704371"/>
                    <a:pt x="1701641" y="697894"/>
                  </a:cubicBezTo>
                  <a:lnTo>
                    <a:pt x="1752124" y="688273"/>
                  </a:lnTo>
                  <a:lnTo>
                    <a:pt x="1797939" y="679891"/>
                  </a:lnTo>
                  <a:cubicBezTo>
                    <a:pt x="1860328" y="669128"/>
                    <a:pt x="1924431" y="658746"/>
                    <a:pt x="1988630" y="649316"/>
                  </a:cubicBezTo>
                  <a:cubicBezTo>
                    <a:pt x="2117217" y="630838"/>
                    <a:pt x="2246852" y="614645"/>
                    <a:pt x="2376297" y="601691"/>
                  </a:cubicBezTo>
                  <a:cubicBezTo>
                    <a:pt x="2441067" y="595214"/>
                    <a:pt x="2505742" y="589118"/>
                    <a:pt x="2570416" y="584165"/>
                  </a:cubicBezTo>
                  <a:cubicBezTo>
                    <a:pt x="2635091" y="579402"/>
                    <a:pt x="2699671" y="574831"/>
                    <a:pt x="2764155" y="571497"/>
                  </a:cubicBezTo>
                  <a:cubicBezTo>
                    <a:pt x="2828639" y="568068"/>
                    <a:pt x="2892933" y="565401"/>
                    <a:pt x="2956941" y="564163"/>
                  </a:cubicBezTo>
                  <a:cubicBezTo>
                    <a:pt x="3021045" y="562353"/>
                    <a:pt x="3084766" y="561972"/>
                    <a:pt x="3148298" y="562639"/>
                  </a:cubicBezTo>
                  <a:cubicBezTo>
                    <a:pt x="3211735" y="563305"/>
                    <a:pt x="3274695" y="565591"/>
                    <a:pt x="3337274" y="568544"/>
                  </a:cubicBezTo>
                  <a:cubicBezTo>
                    <a:pt x="3399568" y="572259"/>
                    <a:pt x="3461671" y="576259"/>
                    <a:pt x="3522345" y="583308"/>
                  </a:cubicBezTo>
                  <a:cubicBezTo>
                    <a:pt x="3537680" y="584737"/>
                    <a:pt x="3552730" y="586737"/>
                    <a:pt x="3567779" y="588642"/>
                  </a:cubicBezTo>
                  <a:lnTo>
                    <a:pt x="3613785" y="594357"/>
                  </a:lnTo>
                  <a:lnTo>
                    <a:pt x="3713798" y="607882"/>
                  </a:lnTo>
                  <a:lnTo>
                    <a:pt x="3913823" y="634838"/>
                  </a:lnTo>
                  <a:cubicBezTo>
                    <a:pt x="4047268" y="652078"/>
                    <a:pt x="4180904" y="670366"/>
                    <a:pt x="4315873" y="686273"/>
                  </a:cubicBezTo>
                  <a:lnTo>
                    <a:pt x="4517422" y="710086"/>
                  </a:lnTo>
                  <a:cubicBezTo>
                    <a:pt x="4586573" y="717896"/>
                    <a:pt x="4657916" y="725992"/>
                    <a:pt x="4728972" y="731422"/>
                  </a:cubicBezTo>
                  <a:cubicBezTo>
                    <a:pt x="4871371" y="743042"/>
                    <a:pt x="5016627" y="748376"/>
                    <a:pt x="5162931" y="744185"/>
                  </a:cubicBezTo>
                  <a:cubicBezTo>
                    <a:pt x="5308949" y="740566"/>
                    <a:pt x="5456111" y="725611"/>
                    <a:pt x="5594033" y="706466"/>
                  </a:cubicBezTo>
                  <a:cubicBezTo>
                    <a:pt x="5732621" y="687511"/>
                    <a:pt x="5859876" y="667033"/>
                    <a:pt x="5982939" y="655793"/>
                  </a:cubicBezTo>
                  <a:cubicBezTo>
                    <a:pt x="6013799" y="652936"/>
                    <a:pt x="6044375" y="650364"/>
                    <a:pt x="6075045" y="648459"/>
                  </a:cubicBezTo>
                  <a:cubicBezTo>
                    <a:pt x="6105906" y="646363"/>
                    <a:pt x="6135529" y="645125"/>
                    <a:pt x="6167819" y="643887"/>
                  </a:cubicBezTo>
                  <a:cubicBezTo>
                    <a:pt x="6230779" y="641125"/>
                    <a:pt x="6295930" y="640077"/>
                    <a:pt x="6361081" y="639124"/>
                  </a:cubicBezTo>
                  <a:cubicBezTo>
                    <a:pt x="6491955" y="637981"/>
                    <a:pt x="6624638" y="638553"/>
                    <a:pt x="6757321" y="640458"/>
                  </a:cubicBezTo>
                  <a:cubicBezTo>
                    <a:pt x="6890195" y="642553"/>
                    <a:pt x="7023449" y="645030"/>
                    <a:pt x="7156704" y="649030"/>
                  </a:cubicBezTo>
                  <a:cubicBezTo>
                    <a:pt x="7289959" y="652650"/>
                    <a:pt x="7423404" y="656841"/>
                    <a:pt x="7556373" y="662365"/>
                  </a:cubicBezTo>
                  <a:cubicBezTo>
                    <a:pt x="7689152" y="667509"/>
                    <a:pt x="7822502" y="673986"/>
                    <a:pt x="7952328" y="682177"/>
                  </a:cubicBezTo>
                  <a:lnTo>
                    <a:pt x="8000714" y="685511"/>
                  </a:lnTo>
                  <a:cubicBezTo>
                    <a:pt x="8016811" y="686654"/>
                    <a:pt x="8031670" y="688178"/>
                    <a:pt x="8047196" y="689416"/>
                  </a:cubicBezTo>
                  <a:lnTo>
                    <a:pt x="8097965" y="693893"/>
                  </a:lnTo>
                  <a:cubicBezTo>
                    <a:pt x="8116539" y="695417"/>
                    <a:pt x="8134731" y="696846"/>
                    <a:pt x="8152733" y="697894"/>
                  </a:cubicBezTo>
                  <a:cubicBezTo>
                    <a:pt x="8224647" y="701989"/>
                    <a:pt x="8294465" y="704085"/>
                    <a:pt x="8363903" y="705133"/>
                  </a:cubicBezTo>
                  <a:cubicBezTo>
                    <a:pt x="8502777" y="706657"/>
                    <a:pt x="8640223" y="704180"/>
                    <a:pt x="8777764" y="698084"/>
                  </a:cubicBezTo>
                  <a:cubicBezTo>
                    <a:pt x="8912352" y="692083"/>
                    <a:pt x="9046845" y="682749"/>
                    <a:pt x="9182005" y="668366"/>
                  </a:cubicBezTo>
                  <a:lnTo>
                    <a:pt x="9182005" y="351088"/>
                  </a:lnTo>
                  <a:close/>
                </a:path>
              </a:pathLst>
            </a:custGeom>
            <a:solidFill>
              <a:schemeClr val="bg1">
                <a:alpha val="30000"/>
              </a:schemeClr>
            </a:solidFill>
            <a:ln w="9525">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800" b="0" u="none" strike="noStrike">
                <a:solidFill>
                  <a:schemeClr val="dk1"/>
                </a:solidFill>
                <a:uFillTx/>
                <a:latin typeface="Calibri"/>
              </a:endParaRPr>
            </a:p>
          </p:txBody>
        </p:sp>
      </p:grpSp>
      <p:sp>
        <p:nvSpPr>
          <p:cNvPr id="1147" name="PlaceHolder 2"/>
          <p:cNvSpPr>
            <a:spLocks noGrp="1"/>
          </p:cNvSpPr>
          <p:nvPr>
            <p:ph/>
          </p:nvPr>
        </p:nvSpPr>
        <p:spPr>
          <a:xfrm>
            <a:off x="804600" y="4580640"/>
            <a:ext cx="9415440" cy="482760"/>
          </a:xfrm>
          <a:prstGeom prst="rect">
            <a:avLst/>
          </a:prstGeom>
          <a:noFill/>
          <a:ln w="0">
            <a:noFill/>
          </a:ln>
        </p:spPr>
        <p:txBody>
          <a:bodyPr lIns="91440" tIns="45720" rIns="91440" bIns="45720" anchor="b">
            <a:normAutofit/>
          </a:bodyPr>
          <a:lstStyle/>
          <a:p>
            <a:pPr indent="0" defTabSz="914400">
              <a:lnSpc>
                <a:spcPct val="90000"/>
              </a:lnSpc>
              <a:spcBef>
                <a:spcPts val="1001"/>
              </a:spcBef>
              <a:buNone/>
              <a:tabLst>
                <a:tab pos="0" algn="l"/>
              </a:tabLst>
            </a:pPr>
            <a:r>
              <a:rPr lang="en-US" sz="2000" b="0" u="none" strike="noStrike">
                <a:solidFill>
                  <a:schemeClr val="dk2"/>
                </a:solidFill>
                <a:uFillTx/>
                <a:latin typeface="Calibri"/>
              </a:rPr>
              <a:t>Modulare wiederverwendbare Komponenten</a:t>
            </a:r>
            <a:endParaRPr lang="de-DE" sz="2000" b="0" u="none" strike="noStrike">
              <a:solidFill>
                <a:srgbClr val="000000"/>
              </a:solidFill>
              <a:uFillTx/>
              <a:latin typeface="Arial"/>
            </a:endParaRPr>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Best Practice</a:t>
            </a:r>
            <a:endParaRPr lang="de-DE" sz="4400" b="0" u="none" strike="noStrike">
              <a:solidFill>
                <a:srgbClr val="000000"/>
              </a:solidFill>
              <a:uFillTx/>
              <a:latin typeface="Arial"/>
            </a:endParaRPr>
          </a:p>
        </p:txBody>
      </p:sp>
      <p:sp>
        <p:nvSpPr>
          <p:cNvPr id="114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Smarte Komponenten und einfache (dumme) Komponenten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Smarte Komponenten wissen etwas über Umgebung </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z.B. Abhängigkeiten von Services</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Dumme Komponenten haben nur Inputs und Outputs </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z.B. keine Abhängigkeiten von Services</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Bessere Wiederverwendbarkeit bei dummen Komponenten</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In unserer Beispielanwendung Formular aus Detailkomponente auslagern. </a:t>
            </a:r>
            <a:r>
              <a:rPr lang="de-DE" sz="2800" b="0" u="none" strike="noStrike">
                <a:solidFill>
                  <a:schemeClr val="dk1"/>
                </a:solidFill>
                <a:uFillTx/>
                <a:latin typeface="Wingdings"/>
              </a:rPr>
              <a:t></a:t>
            </a:r>
            <a:r>
              <a:rPr lang="de-DE" sz="2800" b="0" u="none" strike="noStrike">
                <a:solidFill>
                  <a:schemeClr val="dk1"/>
                </a:solidFill>
                <a:uFillTx/>
                <a:latin typeface="Calibri"/>
              </a:rPr>
              <a:t> </a:t>
            </a:r>
            <a:r>
              <a:rPr lang="de-DE" sz="2800" b="1" u="none" strike="noStrike">
                <a:solidFill>
                  <a:schemeClr val="dk1"/>
                </a:solidFill>
                <a:uFillTx/>
                <a:latin typeface="Calibri"/>
              </a:rPr>
              <a:t>Wie läuft die Interaktion topDown und bottomUp</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Rückblick: Input Output</a:t>
            </a:r>
            <a:endParaRPr lang="de-DE" sz="4400" b="0" u="none" strike="noStrike">
              <a:solidFill>
                <a:srgbClr val="000000"/>
              </a:solidFill>
              <a:uFillTx/>
              <a:latin typeface="Arial"/>
            </a:endParaRPr>
          </a:p>
        </p:txBody>
      </p:sp>
      <p:sp>
        <p:nvSpPr>
          <p:cNvPr id="115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Vater zu Kind über Property-Binding</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Daten von oben nach unten übergeben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Kind: Signal-Input input() – Reaktion auf Änderungen per computed() / effect() statt ngOnChanges</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Kind zu Vater über Event-Binding mit output()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Events von unten nach oben reichen</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viewChild() – Signal Query</a:t>
            </a:r>
            <a:endParaRPr lang="de-DE" sz="4400" b="0" u="none" strike="noStrike">
              <a:solidFill>
                <a:srgbClr val="000000"/>
              </a:solidFill>
              <a:uFillTx/>
              <a:latin typeface="Arial"/>
            </a:endParaRPr>
          </a:p>
        </p:txBody>
      </p:sp>
      <p:sp>
        <p:nvSpPr>
          <p:cNvPr id="115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Injection von Kindkomponente zur einfacheren Interaktion</a:t>
            </a:r>
            <a:endParaRPr lang="de-DE" sz="2800" b="0" u="none" strike="noStrike">
              <a:solidFill>
                <a:srgbClr val="000000"/>
              </a:solidFill>
              <a:uFillTx/>
              <a:latin typeface="Arial"/>
            </a:endParaRPr>
          </a:p>
          <a:p>
            <a:pPr marL="0" indent="0" defTabSz="914400">
              <a:lnSpc>
                <a:spcPct val="90000"/>
              </a:lnSpc>
              <a:spcBef>
                <a:spcPts val="1001"/>
              </a:spcBef>
              <a:buClr>
                <a:srgbClr val="000000"/>
              </a:buClr>
              <a:buFont typeface="Arial"/>
              <a:buNone/>
            </a:pPr>
            <a:r>
              <a:rPr lang="de-DE" sz="2800" b="0" u="none" strike="noStrike">
                <a:solidFill>
                  <a:schemeClr val="dk1"/>
                </a:solidFill>
                <a:uFillTx/>
                <a:latin typeface="Calibri"/>
              </a:rPr>
              <a:t>export class ParentComponent {</a:t>
            </a:r>
            <a:endParaRPr lang="de-DE" sz="2800" b="0" u="none" strike="noStrike">
              <a:solidFill>
                <a:srgbClr val="000000"/>
              </a:solidFill>
              <a:uFillTx/>
              <a:latin typeface="Arial"/>
            </a:endParaRPr>
          </a:p>
          <a:p>
            <a:pPr marL="0" indent="0" defTabSz="914400">
              <a:lnSpc>
                <a:spcPct val="90000"/>
              </a:lnSpc>
              <a:spcBef>
                <a:spcPts val="1001"/>
              </a:spcBef>
              <a:buClr>
                <a:srgbClr val="000000"/>
              </a:buClr>
              <a:buFont typeface="Arial"/>
              <a:buNone/>
            </a:pPr>
            <a:r>
              <a:rPr lang="de-DE" sz="2800" b="0" u="none" strike="noStrike">
                <a:solidFill>
                  <a:schemeClr val="dk1"/>
                </a:solidFill>
                <a:uFillTx/>
                <a:latin typeface="Calibri"/>
              </a:rPr>
              <a:t>  listComponent = viewChild(ListComponent);   // Signal&lt;ListComponent | undefined&gt;</a:t>
            </a:r>
            <a:endParaRPr lang="de-DE" sz="2800" b="0" u="none" strike="noStrike">
              <a:solidFill>
                <a:srgbClr val="000000"/>
              </a:solidFill>
              <a:uFillTx/>
              <a:latin typeface="Arial"/>
            </a:endParaRPr>
          </a:p>
          <a:p>
            <a:pPr marL="0" indent="0" defTabSz="914400">
              <a:lnSpc>
                <a:spcPct val="90000"/>
              </a:lnSpc>
              <a:spcBef>
                <a:spcPts val="1001"/>
              </a:spcBef>
              <a:buClr>
                <a:srgbClr val="000000"/>
              </a:buClr>
              <a:buFont typeface="Arial"/>
              <a:buNone/>
            </a:pPr>
            <a:r>
              <a:rPr lang="de-DE" sz="2800" b="0" u="none" strike="noStrike">
                <a:solidFill>
                  <a:schemeClr val="dk1"/>
                </a:solidFill>
                <a:uFillTx/>
                <a:latin typeface="Calibri"/>
              </a:rPr>
              <a:t>  refresh() { this.listComponent()?.reload(); }</a:t>
            </a:r>
            <a:endParaRPr lang="de-DE" sz="2800" b="0" u="none" strike="noStrike">
              <a:solidFill>
                <a:srgbClr val="000000"/>
              </a:solidFill>
              <a:uFillTx/>
              <a:latin typeface="Arial"/>
            </a:endParaRPr>
          </a:p>
          <a:p>
            <a:pPr marL="0" indent="0" defTabSz="914400">
              <a:lnSpc>
                <a:spcPct val="90000"/>
              </a:lnSpc>
              <a:spcBef>
                <a:spcPts val="1001"/>
              </a:spcBef>
              <a:buClr>
                <a:srgbClr val="000000"/>
              </a:buClr>
              <a:buFont typeface="Arial"/>
              <a:buNone/>
            </a:pPr>
            <a:r>
              <a:rPr lang="de-DE" sz="2800" b="0" u="none" strike="noStrike">
                <a:solidFill>
                  <a:schemeClr val="dk1"/>
                </a:solidFill>
                <a:uFillTx/>
                <a:latin typeface="Calibri"/>
              </a:rPr>
              <a: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Legacy: @ViewChild(ListComponent) private listComponent: ListComponent;</a:t>
            </a:r>
            <a:endParaRPr lang="de-DE" sz="2800" b="0" u="none" strike="noStrike">
              <a:solidFill>
                <a:srgbClr val="000000"/>
              </a:solidFill>
              <a:uFillTx/>
              <a:latin typeface="Arial"/>
            </a:endParaRPr>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Kommunikation über ThirdParty</a:t>
            </a:r>
            <a:endParaRPr lang="de-DE" sz="4400" b="0" u="none" strike="noStrike">
              <a:solidFill>
                <a:srgbClr val="000000"/>
              </a:solidFill>
              <a:uFillTx/>
              <a:latin typeface="Arial"/>
            </a:endParaRPr>
          </a:p>
        </p:txBody>
      </p:sp>
      <p:sp>
        <p:nvSpPr>
          <p:cNvPr id="115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Kommunikationskanal</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Service stellt Observables bereit </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Auch andere Kommunikationsstrukturen möglich z.B. 1:n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Vaterkomponente kann als Provider vom Service dienen (Scoped Service Instanziierung)</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Kommunikations-Service</a:t>
            </a:r>
            <a:endParaRPr lang="de-DE" sz="4400" b="0" u="none" strike="noStrike">
              <a:solidFill>
                <a:srgbClr val="000000"/>
              </a:solidFill>
              <a:uFillTx/>
              <a:latin typeface="Arial"/>
            </a:endParaRPr>
          </a:p>
        </p:txBody>
      </p:sp>
      <p:sp>
        <p:nvSpPr>
          <p:cNvPr id="1157" name="PlaceHolder 2"/>
          <p:cNvSpPr>
            <a:spLocks noGrp="1"/>
          </p:cNvSpPr>
          <p:nvPr>
            <p:ph/>
          </p:nvPr>
        </p:nvSpPr>
        <p:spPr>
          <a:xfrm>
            <a:off x="838080" y="1825560"/>
            <a:ext cx="5180040" cy="4349880"/>
          </a:xfrm>
          <a:prstGeom prst="rect">
            <a:avLst/>
          </a:prstGeom>
          <a:noFill/>
          <a:ln w="0">
            <a:noFill/>
          </a:ln>
        </p:spPr>
        <p:txBody>
          <a:bodyPr lIns="91440" tIns="45720" rIns="91440" bIns="45720" anchor="t">
            <a:normAutofit/>
          </a:bodyPr>
          <a:lstStyle/>
          <a:p>
            <a:pPr indent="0" defTabSz="914400">
              <a:lnSpc>
                <a:spcPct val="90000"/>
              </a:lnSpc>
              <a:spcBef>
                <a:spcPts val="682"/>
              </a:spcBef>
              <a:buNone/>
              <a:tabLst>
                <a:tab pos="0" algn="l"/>
              </a:tabLst>
            </a:pPr>
            <a:r>
              <a:rPr lang="de-DE" sz="1800" b="0" u="none" strike="noStrike">
                <a:solidFill>
                  <a:srgbClr val="195F91"/>
                </a:solidFill>
                <a:uFillTx/>
                <a:latin typeface="SourceCodePro"/>
              </a:rPr>
              <a:t>@Component({ selector: 'list', …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class ListComponent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private readonly com = inject(Communication);</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constructor()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this.com.detailToList.pipe(takeUntilDestroyed())</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.subscribe((update: DetailUpdate) =&gt; console.log("update received"));</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doSomething()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this.com.listToDetail.next(new ListUpdate());</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a:t>
            </a:r>
            <a:endParaRPr lang="de-DE" sz="1800" b="0" u="none" strike="noStrike">
              <a:solidFill>
                <a:srgbClr val="000000"/>
              </a:solidFill>
              <a:uFillTx/>
              <a:latin typeface="Arial"/>
            </a:endParaRPr>
          </a:p>
        </p:txBody>
      </p:sp>
      <p:sp>
        <p:nvSpPr>
          <p:cNvPr id="1158" name="PlaceHolder 3"/>
          <p:cNvSpPr>
            <a:spLocks noGrp="1"/>
          </p:cNvSpPr>
          <p:nvPr>
            <p:ph/>
          </p:nvPr>
        </p:nvSpPr>
        <p:spPr>
          <a:xfrm>
            <a:off x="6172200" y="1825560"/>
            <a:ext cx="5180040" cy="4349880"/>
          </a:xfrm>
          <a:prstGeom prst="rect">
            <a:avLst/>
          </a:prstGeom>
          <a:noFill/>
          <a:ln w="0">
            <a:noFill/>
          </a:ln>
        </p:spPr>
        <p:txBody>
          <a:bodyPr lIns="91440" tIns="45720" rIns="91440" bIns="45720" anchor="t">
            <a:normAutofit/>
          </a:bodyPr>
          <a:lstStyle/>
          <a:p>
            <a:pPr indent="0" defTabSz="914400">
              <a:lnSpc>
                <a:spcPct val="90000"/>
              </a:lnSpc>
              <a:spcBef>
                <a:spcPts val="496"/>
              </a:spcBef>
              <a:buNone/>
              <a:tabLst>
                <a:tab pos="0" algn="l"/>
              </a:tabLst>
            </a:pPr>
            <a:r>
              <a:rPr lang="de-DE" sz="2000" b="0" u="none" strike="noStrike">
                <a:solidFill>
                  <a:srgbClr val="1E347B"/>
                </a:solidFill>
                <a:uFillTx/>
                <a:latin typeface="SourceCodePro"/>
              </a:rPr>
              <a:t>@Injectable()</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class Communication {</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  listToDetail = new Subject&lt;ListUpdate&gt;();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  detailToList = new Subject&lt;DetailUpdate&gt;();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@Component({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  imports: [ListComponent, DetailComponent],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  template: `&lt;list /&gt;&lt;detail /&gt;`,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  providers: [Communication]</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class MasterDetailComponent {}</a:t>
            </a:r>
            <a:endParaRPr lang="de-DE" sz="2000" b="0" u="none" strike="noStrike">
              <a:solidFill>
                <a:srgbClr val="000000"/>
              </a:solidFill>
              <a:uFillTx/>
              <a:latin typeface="Arial"/>
            </a:endParaRPr>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159" name="Rectangle 10">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0" name="Rectangle 12">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161"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23</a:t>
            </a:r>
            <a:endParaRPr lang="de-DE" sz="3600" b="0" u="none" strike="noStrike">
              <a:solidFill>
                <a:srgbClr val="000000"/>
              </a:solidFill>
              <a:uFillTx/>
              <a:latin typeface="Arial"/>
            </a:endParaRPr>
          </a:p>
        </p:txBody>
      </p:sp>
      <p:grpSp>
        <p:nvGrpSpPr>
          <p:cNvPr id="1162" name="Group 14">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163" name="Freeform: Shape 15">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4" name="Freeform: Shape 16">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5" name="Freeform: Shape 17">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6" name="Freeform: Shape 18">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167"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Stelle in CustomerService eine Methode update bereit</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Rufe die Methode beim Speichern des Formulares in CustomerDetailsComponent auf</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Ersetze in der Methode das ursprüngliche Customer-Objekt durch das neue</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Feuere einen neuen Datensatz am internen Subject</a:t>
            </a:r>
            <a:endParaRPr lang="de-DE" sz="14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Zeige in AppComponent immer den letzt aktiven Customer an</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Implementiere in CustomerService die Logik (Methode getNext(): Observable&lt;Customer&gt;)</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Nutze dafür das Observable von getAll</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Nutze eine flache Kopie des Arrays zum Sortieren (array.slice().sort)</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Hole in AppComponent das Observable von getNext und wandle es per toSignal() in ein Signal um</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Zeige im UI den Namen des nächsten Customer an</a:t>
            </a:r>
            <a:endParaRPr lang="de-DE" sz="1400" b="0" u="none" strike="noStrike">
              <a:solidFill>
                <a:srgbClr val="000000"/>
              </a:solidFill>
              <a:uFillTx/>
              <a:latin typeface="Arial"/>
            </a:endParaRPr>
          </a:p>
          <a:p>
            <a:pPr indent="0" defTabSz="914400">
              <a:lnSpc>
                <a:spcPct val="90000"/>
              </a:lnSpc>
              <a:spcBef>
                <a:spcPts val="1001"/>
              </a:spcBef>
              <a:buNone/>
              <a:tabLst>
                <a:tab pos="0" algn="l"/>
              </a:tabLst>
            </a:pPr>
            <a:endParaRPr lang="de-DE" sz="1400" b="0" u="none" strike="noStrike">
              <a:solidFill>
                <a:srgbClr val="000000"/>
              </a:solidFill>
              <a:uFillTx/>
              <a:latin typeface="Arial"/>
            </a:endParaRPr>
          </a:p>
        </p:txBody>
      </p:sp>
      <p:grpSp>
        <p:nvGrpSpPr>
          <p:cNvPr id="1168" name="Group 20">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169" name="Freeform: Shape 21">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70" name="Freeform: Shape 22">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71" name="Freeform: Shape 23">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72" name="Freeform: Shape 24">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173" name="Rectangle 13">
            <a:extLst>
              <a:ext uri="{C183D7F6-B498-43B3-948B-1728B52AA6E4}">
                <adec:decorative xmlns:adec="http://schemas.microsoft.com/office/drawing/2017/decorative" val="1"/>
              </a:ext>
            </a:extLst>
          </p:cNvPr>
          <p:cNvSpPr/>
          <p:nvPr/>
        </p:nvSpPr>
        <p:spPr>
          <a:xfrm>
            <a:off x="0" y="0"/>
            <a:ext cx="12190680" cy="685656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174" name="Picture 9" descr="Zwei Telefonhörer, die kommunizieren"/>
          <p:cNvPicPr/>
          <p:nvPr/>
        </p:nvPicPr>
        <p:blipFill>
          <a:blip r:embed="rId2">
            <a:alphaModFix amt="50000"/>
          </a:blip>
          <a:srcRect b="25000"/>
          <a:stretch/>
        </p:blipFill>
        <p:spPr>
          <a:xfrm>
            <a:off x="0" y="0"/>
            <a:ext cx="12190680" cy="6856560"/>
          </a:xfrm>
          <a:prstGeom prst="rect">
            <a:avLst/>
          </a:prstGeom>
          <a:noFill/>
          <a:ln w="0">
            <a:noFill/>
          </a:ln>
        </p:spPr>
      </p:pic>
      <p:sp>
        <p:nvSpPr>
          <p:cNvPr id="1175" name="PlaceHolder 1"/>
          <p:cNvSpPr>
            <a:spLocks noGrp="1"/>
          </p:cNvSpPr>
          <p:nvPr>
            <p:ph type="title"/>
          </p:nvPr>
        </p:nvSpPr>
        <p:spPr>
          <a:xfrm>
            <a:off x="1523880" y="1122480"/>
            <a:ext cx="9142560" cy="2899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Remote-Kommunikation</a:t>
            </a:r>
            <a:endParaRPr lang="de-DE" sz="6000" b="0" u="none" strike="noStrike">
              <a:solidFill>
                <a:srgbClr val="FFFFFF"/>
              </a:solidFill>
              <a:uFillTx/>
              <a:latin typeface="Arial"/>
            </a:endParaRPr>
          </a:p>
        </p:txBody>
      </p:sp>
      <p:sp>
        <p:nvSpPr>
          <p:cNvPr id="1176" name="PlaceHolder 2"/>
          <p:cNvSpPr>
            <a:spLocks noGrp="1"/>
          </p:cNvSpPr>
          <p:nvPr>
            <p:ph/>
          </p:nvPr>
        </p:nvSpPr>
        <p:spPr>
          <a:xfrm>
            <a:off x="1523880" y="4159440"/>
            <a:ext cx="9142560" cy="1096920"/>
          </a:xfrm>
          <a:prstGeom prst="rect">
            <a:avLst/>
          </a:prstGeom>
          <a:noFill/>
          <a:ln w="0">
            <a:noFill/>
          </a:ln>
        </p:spPr>
        <p:txBody>
          <a:bodyPr lIns="91440" tIns="45720" rIns="91440" bIns="45720" anchor="t">
            <a:normAutofit/>
          </a:bodyPr>
          <a:lstStyle/>
          <a:p>
            <a:pPr indent="0">
              <a:spcBef>
                <a:spcPts val="1417"/>
              </a:spcBef>
              <a:buNone/>
            </a:pPr>
            <a:endParaRPr lang="de-DE" sz="1800" b="0" u="none" strike="noStrike">
              <a:solidFill>
                <a:srgbClr val="FFFFFF"/>
              </a:solidFill>
              <a:uFillTx/>
              <a:latin typeface="Arial"/>
            </a:endParaRPr>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177" name="Rectangle 8">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178" name="Picture 4" descr="Plant growing in a concrete crack"/>
          <p:cNvPicPr/>
          <p:nvPr/>
        </p:nvPicPr>
        <p:blipFill>
          <a:blip r:embed="rId2"/>
          <a:srcRect t="15730"/>
          <a:stretch/>
        </p:blipFill>
        <p:spPr>
          <a:xfrm>
            <a:off x="-2880" y="0"/>
            <a:ext cx="12190680" cy="6856560"/>
          </a:xfrm>
          <a:prstGeom prst="rect">
            <a:avLst/>
          </a:prstGeom>
          <a:noFill/>
          <a:ln w="0">
            <a:noFill/>
          </a:ln>
        </p:spPr>
      </p:pic>
      <p:sp>
        <p:nvSpPr>
          <p:cNvPr id="1179" name="Rectangle 10">
            <a:extLst>
              <a:ext uri="{C183D7F6-B498-43B3-948B-1728B52AA6E4}">
                <adec:decorative xmlns:adec="http://schemas.microsoft.com/office/drawing/2017/decorative" val="1"/>
              </a:ext>
            </a:extLst>
          </p:cNvPr>
          <p:cNvSpPr/>
          <p:nvPr/>
        </p:nvSpPr>
        <p:spPr>
          <a:xfrm>
            <a:off x="0" y="2207520"/>
            <a:ext cx="12190680" cy="3160800"/>
          </a:xfrm>
          <a:prstGeom prst="rect">
            <a:avLst/>
          </a:prstGeom>
          <a:gradFill rotWithShape="0">
            <a:gsLst>
              <a:gs pos="0">
                <a:srgbClr val="000000">
                  <a:alpha val="0"/>
                </a:srgbClr>
              </a:gs>
              <a:gs pos="25000">
                <a:srgbClr val="000000">
                  <a:alpha val="15000"/>
                </a:srgbClr>
              </a:gs>
              <a:gs pos="50000">
                <a:srgbClr val="000000">
                  <a:alpha val="30000"/>
                </a:srgbClr>
              </a:gs>
              <a:gs pos="75000">
                <a:srgbClr val="000000">
                  <a:alpha val="15000"/>
                </a:srgbClr>
              </a:gs>
              <a:gs pos="100000">
                <a:srgbClr val="000000">
                  <a:alpha val="0"/>
                </a:srgbClr>
              </a:gs>
            </a:gsLst>
            <a:lin ang="16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80" name="PlaceHolder 1"/>
          <p:cNvSpPr>
            <a:spLocks noGrp="1"/>
          </p:cNvSpPr>
          <p:nvPr>
            <p:ph type="title"/>
          </p:nvPr>
        </p:nvSpPr>
        <p:spPr>
          <a:xfrm>
            <a:off x="1097280" y="325440"/>
            <a:ext cx="10056960" cy="3573360"/>
          </a:xfrm>
          <a:prstGeom prst="rect">
            <a:avLst/>
          </a:prstGeom>
          <a:noFill/>
          <a:ln w="0">
            <a:noFill/>
          </a:ln>
          <a:effectLst>
            <a:outerShdw blurRad="50760" dist="37674" dir="2700000" rotWithShape="0">
              <a:srgbClr val="000000">
                <a:alpha val="40000"/>
              </a:srgbClr>
            </a:outerShdw>
          </a:effectLst>
        </p:spPr>
        <p:txBody>
          <a:bodyPr lIns="91440" tIns="45720" rIns="91440" bIns="45720" anchor="b">
            <a:normAutofit/>
          </a:bodyPr>
          <a:lstStyle/>
          <a:p>
            <a:pPr indent="0" algn="ctr" defTabSz="914400">
              <a:lnSpc>
                <a:spcPct val="90000"/>
              </a:lnSpc>
              <a:buNone/>
              <a:tabLst>
                <a:tab pos="0" algn="l"/>
              </a:tabLst>
            </a:pPr>
            <a:r>
              <a:rPr lang="en-US" sz="5200" b="0" u="none" strike="noStrike">
                <a:solidFill>
                  <a:srgbClr val="FFFFFF"/>
                </a:solidFill>
                <a:uFillTx/>
                <a:latin typeface="Calibri Light"/>
              </a:rPr>
              <a:t>Exkurs REST</a:t>
            </a:r>
            <a:endParaRPr lang="de-DE" sz="5200" b="0" u="none" strike="noStrike">
              <a:solidFill>
                <a:srgbClr val="000000"/>
              </a:solidFill>
              <a:uFillTx/>
              <a:latin typeface="Arial"/>
            </a:endParaRPr>
          </a:p>
        </p:txBody>
      </p:sp>
      <p:sp>
        <p:nvSpPr>
          <p:cNvPr id="1181" name="PlaceHolder 2"/>
          <p:cNvSpPr>
            <a:spLocks noGrp="1"/>
          </p:cNvSpPr>
          <p:nvPr>
            <p:ph/>
          </p:nvPr>
        </p:nvSpPr>
        <p:spPr>
          <a:xfrm>
            <a:off x="1100160" y="4071960"/>
            <a:ext cx="10056960" cy="1281240"/>
          </a:xfrm>
          <a:prstGeom prst="rect">
            <a:avLst/>
          </a:prstGeom>
          <a:noFill/>
          <a:ln w="0">
            <a:noFill/>
          </a:ln>
          <a:effectLst>
            <a:outerShdw blurRad="50760" dist="37674" dir="2700000" rotWithShape="0">
              <a:srgbClr val="000000">
                <a:alpha val="40000"/>
              </a:srgbClr>
            </a:outerShdw>
          </a:effectLst>
        </p:spPr>
        <p:txBody>
          <a:bodyPr lIns="91440" tIns="45720" rIns="91440" bIns="45720" anchor="t">
            <a:normAutofit/>
          </a:bodyPr>
          <a:lstStyle/>
          <a:p>
            <a:pPr indent="0">
              <a:spcBef>
                <a:spcPts val="1417"/>
              </a:spcBef>
              <a:buNone/>
            </a:pPr>
            <a:endParaRPr lang="de-DE" sz="1800" b="0" u="none" strike="noStrike">
              <a:solidFill>
                <a:srgbClr val="000000"/>
              </a:solidFill>
              <a:uFillTx/>
              <a:latin typeface="Arial"/>
            </a:endParaRPr>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Das http-Protokoll</a:t>
            </a:r>
            <a:endParaRPr lang="de-DE" sz="4400" b="0" u="none" strike="noStrike">
              <a:solidFill>
                <a:srgbClr val="000000"/>
              </a:solidFill>
              <a:uFillTx/>
              <a:latin typeface="Arial"/>
            </a:endParaRPr>
          </a:p>
        </p:txBody>
      </p:sp>
      <p:sp>
        <p:nvSpPr>
          <p:cNvPr id="118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Eine umfassende Spezifikation des w3w-Konsortiums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Siehe http://en.wikipedia.org/wiki/Http</a:t>
            </a:r>
            <a:endParaRPr lang="de-DE" sz="2400" b="0" u="none" strike="noStrike">
              <a:solidFill>
                <a:srgbClr val="000000"/>
              </a:solidFill>
              <a:uFillTx/>
              <a:latin typeface="Arial"/>
            </a:endParaRPr>
          </a:p>
        </p:txBody>
      </p:sp>
      <p:pic>
        <p:nvPicPr>
          <p:cNvPr id="1184" name="Picture 8"/>
          <p:cNvPicPr/>
          <p:nvPr/>
        </p:nvPicPr>
        <p:blipFill>
          <a:blip r:embed="rId3"/>
          <a:srcRect b="26747"/>
          <a:stretch/>
        </p:blipFill>
        <p:spPr>
          <a:xfrm>
            <a:off x="2660040" y="2899800"/>
            <a:ext cx="7775640" cy="3275640"/>
          </a:xfrm>
          <a:prstGeom prst="rect">
            <a:avLst/>
          </a:prstGeom>
          <a:noFill/>
          <a:ln w="9525">
            <a:solidFill>
              <a:srgbClr val="000000"/>
            </a:solidFill>
            <a:miter/>
          </a:ln>
        </p:spPr>
      </p:pic>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Elemente der http-Spezifikation</a:t>
            </a:r>
            <a:endParaRPr lang="de-DE" sz="4400" b="0" u="none" strike="noStrike">
              <a:solidFill>
                <a:srgbClr val="000000"/>
              </a:solidFill>
              <a:uFillTx/>
              <a:latin typeface="Arial"/>
            </a:endParaRPr>
          </a:p>
        </p:txBody>
      </p:sp>
      <p:sp>
        <p:nvSpPr>
          <p:cNvPr id="118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Definition von URIs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Pfad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Parameter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http-Request und http-Response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Daten-Container mit Header und Body</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Encodierung</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Umfassender Satz von Header-Properties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Content-Length</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Accepts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Content-Type</a:t>
            </a:r>
            <a:endParaRPr lang="de-DE" sz="2400" b="0" u="none" strike="noStrike">
              <a:solidFill>
                <a:srgbClr val="000000"/>
              </a:solidFill>
              <a:uFillTx/>
              <a:latin typeface="Arial"/>
            </a:endParaRPr>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Elemente der http-Spezifikation II</a:t>
            </a:r>
            <a:endParaRPr lang="de-DE" sz="4400" b="0" u="none" strike="noStrike">
              <a:solidFill>
                <a:srgbClr val="000000"/>
              </a:solidFill>
              <a:uFillTx/>
              <a:latin typeface="Arial"/>
            </a:endParaRPr>
          </a:p>
        </p:txBody>
      </p:sp>
      <p:sp>
        <p:nvSpPr>
          <p:cNvPr id="118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http-Methoden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PUT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GET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POST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DELETE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OPTIONS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HEAD</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Statuscodes für Aufrufe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404: „Not found“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204: „Created“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t>
            </a:r>
            <a:endParaRPr lang="de-DE" sz="2400" b="0" u="none" strike="noStrike">
              <a:solidFill>
                <a:srgbClr val="000000"/>
              </a:solidFill>
              <a:uFillTx/>
              <a:latin typeface="Arial"/>
            </a:endParaRPr>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MimeTypes</a:t>
            </a:r>
            <a:endParaRPr lang="de-DE" sz="4400" b="0" u="none" strike="noStrike">
              <a:solidFill>
                <a:srgbClr val="000000"/>
              </a:solidFill>
              <a:uFillTx/>
              <a:latin typeface="Arial"/>
            </a:endParaRPr>
          </a:p>
        </p:txBody>
      </p:sp>
      <p:sp>
        <p:nvSpPr>
          <p:cNvPr id="119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Definition der Datentypen des Internet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Nicht zu verwechseln mit einem XML-Schema</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 MimeType ist „nur“ eine strukturierte Zeichenkette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Eigene Erweiterungen sind möglich</a:t>
            </a:r>
            <a:endParaRPr lang="de-DE" sz="2400" b="0" u="none" strike="noStrike">
              <a:solidFill>
                <a:srgbClr val="000000"/>
              </a:solidFill>
              <a:uFillTx/>
              <a:latin typeface="Arial"/>
            </a:endParaRPr>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REST und http</a:t>
            </a:r>
            <a:endParaRPr lang="de-DE" sz="4400" b="0" u="none" strike="noStrike">
              <a:solidFill>
                <a:srgbClr val="000000"/>
              </a:solidFill>
              <a:uFillTx/>
              <a:latin typeface="Arial"/>
            </a:endParaRPr>
          </a:p>
        </p:txBody>
      </p:sp>
      <p:sp>
        <p:nvSpPr>
          <p:cNvPr id="119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REST hat mit http prinzipiell nichts zu tun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REST ist eine abstrakte Architektur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http ist ein konkretes Kommunikationsprotokoll</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Aber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http passt als Kommunikations-Protokoll der „Referenz-Implementierung“ Internet natürlich perfekt zum REST-Stil</a:t>
            </a:r>
            <a:endParaRPr lang="de-DE" sz="2400" b="0" u="none" strike="noStrike">
              <a:solidFill>
                <a:srgbClr val="000000"/>
              </a:solidFill>
              <a:uFillTx/>
              <a:latin typeface="Arial"/>
            </a:endParaRPr>
          </a:p>
          <a:p>
            <a:pPr marL="685800" indent="-228600" defTabSz="914400">
              <a:lnSpc>
                <a:spcPct val="90000"/>
              </a:lnSpc>
              <a:spcBef>
                <a:spcPts val="499"/>
              </a:spcBef>
              <a:buNone/>
              <a:tabLst>
                <a:tab pos="0" algn="l"/>
              </a:tabLst>
            </a:pPr>
            <a:endParaRPr lang="de-DE" sz="2400" b="0" u="none" strike="noStrike">
              <a:solidFill>
                <a:srgbClr val="000000"/>
              </a:solidFill>
              <a:uFillTx/>
              <a:latin typeface="Arial"/>
            </a:endParaRPr>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Diagram14"/>
          <p:cNvGraphicFramePr/>
          <p:nvPr>
            <p:extLst>
              <p:ext uri="{D42A27DB-BD31-4B8C-83A1-F6EECF244321}">
                <p14:modId xmlns:p14="http://schemas.microsoft.com/office/powerpoint/2010/main" val="3799023"/>
              </p:ext>
            </p:extLst>
          </p:nvPr>
        </p:nvGraphicFramePr>
        <p:xfrm>
          <a:off x="1847520" y="476640"/>
          <a:ext cx="7559280" cy="59032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3" name="PlaceHolder 1"/>
          <p:cNvSpPr>
            <a:spLocks noGrp="1"/>
          </p:cNvSpPr>
          <p:nvPr>
            <p:ph type="title"/>
          </p:nvPr>
        </p:nvSpPr>
        <p:spPr>
          <a:xfrm>
            <a:off x="831960" y="1709640"/>
            <a:ext cx="10514160" cy="2851200"/>
          </a:xfrm>
          <a:prstGeom prst="rect">
            <a:avLst/>
          </a:prstGeom>
          <a:noFill/>
          <a:ln w="0">
            <a:noFill/>
          </a:ln>
        </p:spPr>
        <p:txBody>
          <a:bodyPr lIns="91440" tIns="45720" rIns="91440" bIns="45720" anchor="b">
            <a:noAutofit/>
          </a:bodyPr>
          <a:lstStyle/>
          <a:p>
            <a:pPr indent="0" defTabSz="914400">
              <a:lnSpc>
                <a:spcPct val="90000"/>
              </a:lnSpc>
              <a:buNone/>
              <a:tabLst>
                <a:tab pos="0" algn="l"/>
              </a:tabLst>
            </a:pPr>
            <a:r>
              <a:rPr lang="de-DE" sz="6000" b="0" u="none" strike="noStrike">
                <a:solidFill>
                  <a:schemeClr val="dk1"/>
                </a:solidFill>
                <a:uFillTx/>
                <a:latin typeface="Calibri Light"/>
              </a:rPr>
              <a:t>Der http Client</a:t>
            </a:r>
            <a:endParaRPr lang="de-DE" sz="6000" b="0" u="none" strike="noStrike">
              <a:solidFill>
                <a:srgbClr val="000000"/>
              </a:solidFill>
              <a:uFillTx/>
              <a:latin typeface="Arial"/>
            </a:endParaRPr>
          </a:p>
        </p:txBody>
      </p:sp>
      <p:sp>
        <p:nvSpPr>
          <p:cNvPr id="1194" name="PlaceHolder 2"/>
          <p:cNvSpPr>
            <a:spLocks noGrp="1"/>
          </p:cNvSpPr>
          <p:nvPr>
            <p:ph/>
          </p:nvPr>
        </p:nvSpPr>
        <p:spPr>
          <a:xfrm>
            <a:off x="831960" y="4589640"/>
            <a:ext cx="10514160" cy="1498680"/>
          </a:xfrm>
          <a:prstGeom prst="rect">
            <a:avLst/>
          </a:prstGeom>
          <a:noFill/>
          <a:ln w="0">
            <a:noFill/>
          </a:ln>
        </p:spPr>
        <p:txBody>
          <a:bodyPr lIns="91440" tIns="45720" rIns="91440" bIns="45720" anchor="t">
            <a:noAutofit/>
          </a:bodyPr>
          <a:lstStyle/>
          <a:p>
            <a:pPr indent="0">
              <a:spcBef>
                <a:spcPts val="1417"/>
              </a:spcBef>
              <a:buNone/>
            </a:pPr>
            <a:endParaRPr lang="de-DE" sz="1800" b="0" u="none" strike="noStrike">
              <a:solidFill>
                <a:srgbClr val="000000"/>
              </a:solidFill>
              <a:uFillTx/>
              <a:latin typeface="Arial"/>
            </a:endParaRPr>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Der Service HttpClient</a:t>
            </a:r>
            <a:endParaRPr lang="de-DE" sz="4400" b="0" u="none" strike="noStrike">
              <a:solidFill>
                <a:srgbClr val="000000"/>
              </a:solidFill>
              <a:uFillTx/>
              <a:latin typeface="Arial"/>
            </a:endParaRPr>
          </a:p>
        </p:txBody>
      </p:sp>
      <p:sp>
        <p:nvSpPr>
          <p:cNvPr id="119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970"/>
              </a:spcBef>
              <a:buClr>
                <a:srgbClr val="000000"/>
              </a:buClr>
              <a:buFont typeface="Arial"/>
              <a:buChar char="•"/>
            </a:pPr>
            <a:r>
              <a:rPr lang="de-DE" sz="2700" b="0" u="none" strike="noStrike">
                <a:solidFill>
                  <a:schemeClr val="dk1"/>
                </a:solidFill>
                <a:uFillTx/>
                <a:latin typeface="Calibri"/>
              </a:rPr>
              <a:t>HttpClient ist ein Service</a:t>
            </a:r>
            <a:endParaRPr lang="de-DE" sz="2700" b="0" u="none" strike="noStrike">
              <a:solidFill>
                <a:srgbClr val="000000"/>
              </a:solidFill>
              <a:uFillTx/>
              <a:latin typeface="Arial"/>
            </a:endParaRPr>
          </a:p>
          <a:p>
            <a:pPr marL="685800" lvl="1" indent="-228600" defTabSz="914400">
              <a:lnSpc>
                <a:spcPct val="90000"/>
              </a:lnSpc>
              <a:spcBef>
                <a:spcPts val="484"/>
              </a:spcBef>
              <a:buClr>
                <a:srgbClr val="000000"/>
              </a:buClr>
              <a:buFont typeface="Arial"/>
              <a:buChar char="•"/>
            </a:pPr>
            <a:r>
              <a:rPr lang="de-DE" sz="2300" b="0" u="none" strike="noStrike">
                <a:solidFill>
                  <a:schemeClr val="dk1"/>
                </a:solidFill>
                <a:uFillTx/>
                <a:latin typeface="Calibri"/>
              </a:rPr>
              <a:t>und steht damit via Dependency Injection zur Verfügung: inject(HttpClient)</a:t>
            </a:r>
            <a:endParaRPr lang="de-DE" sz="2300" b="0" u="none" strike="noStrike">
              <a:solidFill>
                <a:srgbClr val="000000"/>
              </a:solidFill>
              <a:uFillTx/>
              <a:latin typeface="Arial"/>
            </a:endParaRPr>
          </a:p>
          <a:p>
            <a:pPr marL="228600" indent="-228600" defTabSz="914400">
              <a:lnSpc>
                <a:spcPct val="90000"/>
              </a:lnSpc>
              <a:spcBef>
                <a:spcPts val="970"/>
              </a:spcBef>
              <a:buClr>
                <a:srgbClr val="000000"/>
              </a:buClr>
              <a:buFont typeface="Arial"/>
              <a:buChar char="•"/>
            </a:pPr>
            <a:r>
              <a:rPr lang="de-DE" sz="2700" b="0" u="none" strike="noStrike">
                <a:solidFill>
                  <a:schemeClr val="dk1"/>
                </a:solidFill>
                <a:uFillTx/>
                <a:latin typeface="Calibri"/>
              </a:rPr>
              <a:t>provideHttpClient() in main.ts registrieren</a:t>
            </a:r>
            <a:endParaRPr lang="de-DE" sz="2700" b="0" u="none" strike="noStrike">
              <a:solidFill>
                <a:srgbClr val="000000"/>
              </a:solidFill>
              <a:uFillTx/>
              <a:latin typeface="Arial"/>
            </a:endParaRPr>
          </a:p>
          <a:p>
            <a:pPr marL="685800" lvl="1" indent="-228600" defTabSz="914400">
              <a:lnSpc>
                <a:spcPct val="90000"/>
              </a:lnSpc>
              <a:spcBef>
                <a:spcPts val="484"/>
              </a:spcBef>
              <a:buClr>
                <a:srgbClr val="000000"/>
              </a:buClr>
              <a:buFont typeface="Arial"/>
              <a:buChar char="•"/>
            </a:pPr>
            <a:r>
              <a:rPr lang="de-DE" sz="2300" b="0" u="none" strike="noStrike">
                <a:solidFill>
                  <a:schemeClr val="dk1"/>
                </a:solidFill>
                <a:uFillTx/>
                <a:latin typeface="Calibri"/>
              </a:rPr>
              <a:t>optional withFetch(), withInterceptors([...])</a:t>
            </a:r>
            <a:endParaRPr lang="de-DE" sz="2300" b="0" u="none" strike="noStrike">
              <a:solidFill>
                <a:srgbClr val="000000"/>
              </a:solidFill>
              <a:uFillTx/>
              <a:latin typeface="Arial"/>
            </a:endParaRPr>
          </a:p>
          <a:p>
            <a:pPr marL="228600" indent="-228600" defTabSz="914400">
              <a:lnSpc>
                <a:spcPct val="90000"/>
              </a:lnSpc>
              <a:spcBef>
                <a:spcPts val="970"/>
              </a:spcBef>
              <a:buClr>
                <a:srgbClr val="000000"/>
              </a:buClr>
              <a:buFont typeface="Arial"/>
              <a:buChar char="•"/>
            </a:pPr>
            <a:r>
              <a:rPr lang="de-DE" sz="2700" b="0" u="none" strike="noStrike">
                <a:solidFill>
                  <a:schemeClr val="dk1"/>
                </a:solidFill>
                <a:uFillTx/>
                <a:latin typeface="Calibri"/>
              </a:rPr>
              <a:t>Das API</a:t>
            </a:r>
            <a:endParaRPr lang="de-DE" sz="2700" b="0" u="none" strike="noStrike">
              <a:solidFill>
                <a:srgbClr val="000000"/>
              </a:solidFill>
              <a:uFillTx/>
              <a:latin typeface="Arial"/>
            </a:endParaRPr>
          </a:p>
          <a:p>
            <a:pPr marL="685800" lvl="1" indent="-228600" defTabSz="914400">
              <a:lnSpc>
                <a:spcPct val="90000"/>
              </a:lnSpc>
              <a:spcBef>
                <a:spcPts val="484"/>
              </a:spcBef>
              <a:buClr>
                <a:srgbClr val="000000"/>
              </a:buClr>
              <a:buFont typeface="Arial"/>
              <a:buChar char="•"/>
            </a:pPr>
            <a:r>
              <a:rPr lang="de-DE" sz="2300" b="0" u="none" strike="noStrike">
                <a:solidFill>
                  <a:schemeClr val="dk1"/>
                </a:solidFill>
                <a:uFillTx/>
                <a:latin typeface="Calibri"/>
              </a:rPr>
              <a:t>umfasst die Standard-http-Methoden</a:t>
            </a:r>
            <a:endParaRPr lang="de-DE" sz="2300" b="0" u="none" strike="noStrike">
              <a:solidFill>
                <a:srgbClr val="000000"/>
              </a:solidFill>
              <a:uFillTx/>
              <a:latin typeface="Arial"/>
            </a:endParaRPr>
          </a:p>
          <a:p>
            <a:pPr marL="685800" lvl="1" indent="-228600" defTabSz="914400">
              <a:lnSpc>
                <a:spcPct val="90000"/>
              </a:lnSpc>
              <a:spcBef>
                <a:spcPts val="484"/>
              </a:spcBef>
              <a:buClr>
                <a:srgbClr val="000000"/>
              </a:buClr>
              <a:buFont typeface="Arial"/>
              <a:buChar char="•"/>
            </a:pPr>
            <a:r>
              <a:rPr lang="de-DE" sz="2300" b="0" u="none" strike="noStrike">
                <a:solidFill>
                  <a:schemeClr val="dk1"/>
                </a:solidFill>
                <a:uFillTx/>
                <a:latin typeface="Calibri"/>
              </a:rPr>
              <a:t>ist asynchron konzipiert (Observables)</a:t>
            </a:r>
            <a:endParaRPr lang="de-DE" sz="2300" b="0" u="none" strike="noStrike">
              <a:solidFill>
                <a:srgbClr val="000000"/>
              </a:solidFill>
              <a:uFillTx/>
              <a:latin typeface="Arial"/>
            </a:endParaRPr>
          </a:p>
          <a:p>
            <a:pPr marL="0" indent="0" defTabSz="914400">
              <a:lnSpc>
                <a:spcPct val="90000"/>
              </a:lnSpc>
              <a:spcBef>
                <a:spcPts val="970"/>
              </a:spcBef>
              <a:buClr>
                <a:srgbClr val="000000"/>
              </a:buClr>
              <a:buFont typeface="Arial"/>
              <a:buNone/>
            </a:pPr>
            <a:r>
              <a:rPr lang="de-DE" sz="2700" b="0" u="none" strike="noStrike">
                <a:solidFill>
                  <a:schemeClr val="dk1"/>
                </a:solidFill>
                <a:uFillTx/>
                <a:latin typeface="Calibri"/>
              </a:rPr>
              <a:t>this.http.get&lt;Data&gt;('/endpoint').subscribe(data =&gt; {</a:t>
            </a:r>
            <a:endParaRPr lang="de-DE" sz="2700" b="0" u="none" strike="noStrike">
              <a:solidFill>
                <a:srgbClr val="000000"/>
              </a:solidFill>
              <a:uFillTx/>
              <a:latin typeface="Arial"/>
            </a:endParaRPr>
          </a:p>
          <a:p>
            <a:pPr marL="0" indent="0" defTabSz="914400">
              <a:lnSpc>
                <a:spcPct val="90000"/>
              </a:lnSpc>
              <a:spcBef>
                <a:spcPts val="970"/>
              </a:spcBef>
              <a:buClr>
                <a:srgbClr val="000000"/>
              </a:buClr>
              <a:buFont typeface="Arial"/>
              <a:buNone/>
            </a:pPr>
            <a:r>
              <a:rPr lang="de-DE" sz="2700" b="0" u="none" strike="noStrike">
                <a:solidFill>
                  <a:schemeClr val="dk1"/>
                </a:solidFill>
                <a:uFillTx/>
                <a:latin typeface="Calibri"/>
              </a:rPr>
              <a:t>  this.results = data.jsonAttribute;</a:t>
            </a:r>
            <a:endParaRPr lang="de-DE" sz="2700" b="0" u="none" strike="noStrike">
              <a:solidFill>
                <a:srgbClr val="000000"/>
              </a:solidFill>
              <a:uFillTx/>
              <a:latin typeface="Arial"/>
            </a:endParaRPr>
          </a:p>
          <a:p>
            <a:pPr marL="0" indent="0" defTabSz="914400">
              <a:lnSpc>
                <a:spcPct val="90000"/>
              </a:lnSpc>
              <a:spcBef>
                <a:spcPts val="970"/>
              </a:spcBef>
              <a:buClr>
                <a:srgbClr val="000000"/>
              </a:buClr>
              <a:buFont typeface="Arial"/>
              <a:buNone/>
            </a:pPr>
            <a:r>
              <a:rPr lang="de-DE" sz="2700" b="0" u="none" strike="noStrike">
                <a:solidFill>
                  <a:schemeClr val="dk1"/>
                </a:solidFill>
                <a:uFillTx/>
                <a:latin typeface="Calibri"/>
              </a:rPr>
              <a:t>});</a:t>
            </a:r>
            <a:endParaRPr lang="de-DE" sz="2700" b="0" u="none" strike="noStrike">
              <a:solidFill>
                <a:srgbClr val="000000"/>
              </a:solidFill>
              <a:uFillTx/>
              <a:latin typeface="Arial"/>
            </a:endParaRPr>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Json Daten extrahieren</a:t>
            </a:r>
            <a:endParaRPr lang="de-DE" sz="4400" b="0" u="none" strike="noStrike">
              <a:solidFill>
                <a:srgbClr val="000000"/>
              </a:solidFill>
              <a:uFillTx/>
              <a:latin typeface="Arial"/>
            </a:endParaRPr>
          </a:p>
        </p:txBody>
      </p:sp>
      <p:sp>
        <p:nvSpPr>
          <p:cNvPr id="119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indent="0" defTabSz="914400">
              <a:lnSpc>
                <a:spcPct val="90000"/>
              </a:lnSpc>
              <a:spcBef>
                <a:spcPts val="1001"/>
              </a:spcBef>
              <a:buNone/>
              <a:tabLst>
                <a:tab pos="0" algn="l"/>
              </a:tabLst>
            </a:pPr>
            <a:r>
              <a:rPr lang="de-DE" sz="2800" b="0" u="none" strike="noStrike">
                <a:solidFill>
                  <a:srgbClr val="48484C"/>
                </a:solidFill>
                <a:uFillTx/>
                <a:latin typeface="SourceCodePro"/>
              </a:rPr>
              <a:t>private readonly http = inject(HttpClient);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getAll(): Observable&lt;Release[]&gt;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return this.http.get&lt;{ data: Release[] }&gt;('api/release').pipe(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map(response =&gt; response.data),</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catchError(this.handleError)</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JSON-Parsing übernimmt HttpClient automatisch</a:t>
            </a:r>
            <a:endParaRPr lang="de-DE" sz="2800" b="0" u="none" strike="noStrike">
              <a:solidFill>
                <a:srgbClr val="000000"/>
              </a:solidFill>
              <a:uFillTx/>
              <a:latin typeface="Arial"/>
            </a:endParaRPr>
          </a:p>
        </p:txBody>
      </p:sp>
      <p:sp>
        <p:nvSpPr>
          <p:cNvPr id="1199" name="Textfeld 3"/>
          <p:cNvSpPr/>
          <p:nvPr/>
        </p:nvSpPr>
        <p:spPr>
          <a:xfrm>
            <a:off x="7754760" y="2199240"/>
            <a:ext cx="1877040" cy="363960"/>
          </a:xfrm>
          <a:prstGeom prst="rect">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wrap="none" lIns="90000" tIns="45000" rIns="90000" bIns="45000" anchor="t">
            <a:spAutoFit/>
          </a:bodyPr>
          <a:lstStyle/>
          <a:p>
            <a:pPr defTabSz="914400">
              <a:lnSpc>
                <a:spcPct val="100000"/>
              </a:lnSpc>
            </a:pPr>
            <a:r>
              <a:rPr lang="de-DE" sz="1800" b="0" u="none" strike="noStrike">
                <a:solidFill>
                  <a:schemeClr val="lt1"/>
                </a:solidFill>
                <a:uFillTx/>
                <a:latin typeface="Calibri"/>
              </a:rPr>
              <a:t>Liefert Observable</a:t>
            </a:r>
            <a:endParaRPr lang="de-DE" sz="1800" b="0" u="none" strike="noStrike">
              <a:solidFill>
                <a:srgbClr val="000000"/>
              </a:solidFill>
              <a:uFillTx/>
              <a:latin typeface="Arial"/>
            </a:endParaRPr>
          </a:p>
        </p:txBody>
      </p:sp>
      <p:cxnSp>
        <p:nvCxnSpPr>
          <p:cNvPr id="1200" name="Gerade Verbindung mit Pfeil 5"/>
          <p:cNvCxnSpPr/>
          <p:nvPr/>
        </p:nvCxnSpPr>
        <p:spPr>
          <a:xfrm flipH="1">
            <a:off x="5902920" y="2326320"/>
            <a:ext cx="1679760" cy="1440"/>
          </a:xfrm>
          <a:prstGeom prst="straightConnector1">
            <a:avLst/>
          </a:prstGeom>
          <a:ln w="0">
            <a:solidFill>
              <a:srgbClr val="1D9A78"/>
            </a:solidFill>
            <a:tailEnd type="triangle" w="med" len="med"/>
          </a:ln>
        </p:spPr>
      </p:cxn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Exception Handler</a:t>
            </a:r>
            <a:endParaRPr lang="de-DE" sz="4400" b="0" u="none" strike="noStrike">
              <a:solidFill>
                <a:srgbClr val="000000"/>
              </a:solidFill>
              <a:uFillTx/>
              <a:latin typeface="Arial"/>
            </a:endParaRPr>
          </a:p>
        </p:txBody>
      </p:sp>
      <p:sp>
        <p:nvSpPr>
          <p:cNvPr id="120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97"/>
              </a:spcBef>
              <a:buNone/>
              <a:tabLst>
                <a:tab pos="0" algn="l"/>
              </a:tabLst>
            </a:pPr>
            <a:r>
              <a:rPr lang="de-DE" sz="2000" b="0" u="none" strike="noStrike">
                <a:solidFill>
                  <a:srgbClr val="1E347B"/>
                </a:solidFill>
                <a:uFillTx/>
                <a:latin typeface="SourceCodePro"/>
              </a:rPr>
              <a:t>private handleError(error: HttpErrorResponse) {</a:t>
            </a:r>
            <a:endParaRPr lang="de-DE" sz="20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1E347B"/>
                </a:solidFill>
                <a:uFillTx/>
                <a:latin typeface="SourceCodePro"/>
              </a:rPr>
              <a:t>let</a:t>
            </a:r>
            <a:r>
              <a:rPr lang="de-DE" sz="1700" b="0" u="none" strike="noStrike">
                <a:solidFill>
                  <a:srgbClr val="48484C"/>
                </a:solidFill>
                <a:uFillTx/>
                <a:latin typeface="SourceCodePro"/>
              </a:rPr>
              <a:t> message</a:t>
            </a:r>
            <a:r>
              <a:rPr lang="de-DE" sz="1700" b="0" u="none" strike="noStrike">
                <a:solidFill>
                  <a:srgbClr val="93A1A1"/>
                </a:solidFill>
                <a:uFillTx/>
                <a:latin typeface="SourceCodePro"/>
              </a:rPr>
              <a:t>;</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1E347B"/>
                </a:solidFill>
                <a:uFillTx/>
                <a:latin typeface="SourceCodePro"/>
              </a:rPr>
              <a:t>if</a:t>
            </a:r>
            <a:r>
              <a:rPr lang="de-DE" sz="1700" b="0" u="none" strike="noStrike">
                <a:solidFill>
                  <a:srgbClr val="48484C"/>
                </a:solidFill>
                <a:uFillTx/>
                <a:latin typeface="SourceCodePro"/>
              </a:rPr>
              <a: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error</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message</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48484C"/>
                </a:solidFill>
                <a:uFillTx/>
                <a:latin typeface="SourceCodePro"/>
              </a:rPr>
              <a:t>	message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error</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message</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93A1A1"/>
                </a:solidFill>
                <a:uFillTx/>
                <a:latin typeface="SourceCodePro"/>
              </a:rPr>
              <a:t>}</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1E347B"/>
                </a:solidFill>
                <a:uFillTx/>
                <a:latin typeface="SourceCodePro"/>
              </a:rPr>
              <a:t>else</a:t>
            </a:r>
            <a:r>
              <a:rPr lang="de-DE" sz="1700" b="0" u="none" strike="noStrike">
                <a:solidFill>
                  <a:srgbClr val="48484C"/>
                </a:solidFill>
                <a:uFillTx/>
                <a:latin typeface="SourceCodePro"/>
              </a:rPr>
              <a:t> </a:t>
            </a:r>
            <a:r>
              <a:rPr lang="de-DE" sz="1700" b="0" u="none" strike="noStrike">
                <a:solidFill>
                  <a:srgbClr val="1E347B"/>
                </a:solidFill>
                <a:uFillTx/>
                <a:latin typeface="SourceCodePro"/>
              </a:rPr>
              <a:t>if</a:t>
            </a:r>
            <a:r>
              <a:rPr lang="de-DE" sz="1700" b="0" u="none" strike="noStrike">
                <a:solidFill>
                  <a:srgbClr val="48484C"/>
                </a:solidFill>
                <a:uFillTx/>
                <a:latin typeface="SourceCodePro"/>
              </a:rPr>
              <a: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error</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status</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48484C"/>
                </a:solidFill>
                <a:uFillTx/>
                <a:latin typeface="SourceCodePro"/>
              </a:rPr>
              <a:t>	message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r>
              <a:rPr lang="de-DE" sz="1700" b="0" u="none" strike="noStrike">
                <a:solidFill>
                  <a:srgbClr val="DD1144"/>
                </a:solidFill>
                <a:uFillTx/>
                <a:latin typeface="SourceCodePro"/>
              </a:rPr>
              <a:t>'${error.status} - ${error.statusText}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93A1A1"/>
                </a:solidFill>
                <a:uFillTx/>
                <a:latin typeface="SourceCodePro"/>
              </a:rPr>
              <a:t>}</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1E347B"/>
                </a:solidFill>
                <a:uFillTx/>
                <a:latin typeface="SourceCodePro"/>
              </a:rPr>
              <a:t>else</a:t>
            </a:r>
            <a:r>
              <a:rPr lang="de-DE" sz="1700" b="0" u="none" strike="noStrike">
                <a:solidFill>
                  <a:srgbClr val="48484C"/>
                </a:solidFill>
                <a:uFillTx/>
                <a:latin typeface="SourceCodePro"/>
              </a:rPr>
              <a: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48484C"/>
                </a:solidFill>
                <a:uFillTx/>
                <a:latin typeface="SourceCodePro"/>
              </a:rPr>
              <a:t>	message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r>
              <a:rPr lang="de-DE" sz="1700" b="0" u="none" strike="noStrike">
                <a:solidFill>
                  <a:srgbClr val="DD1144"/>
                </a:solidFill>
                <a:uFillTx/>
                <a:latin typeface="SourceCodePro"/>
              </a:rPr>
              <a:t>'Server error‘</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93A1A1"/>
                </a:solidFill>
                <a:uFillTx/>
                <a:latin typeface="SourceCodePro"/>
              </a:rPr>
              <a:t>}</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93A1A1"/>
                </a:solidFill>
                <a:uFillTx/>
                <a:latin typeface="SourceCodePro"/>
              </a:rPr>
              <a:t>// Rethrow in intermediate Methods</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1E347B"/>
                </a:solidFill>
                <a:uFillTx/>
                <a:latin typeface="SourceCodePro"/>
              </a:rPr>
              <a:t>return throwError(() =&gt; new Error(message));</a:t>
            </a:r>
            <a:endParaRPr lang="de-DE" sz="1700" b="0" u="none" strike="noStrike">
              <a:solidFill>
                <a:srgbClr val="000000"/>
              </a:solidFill>
              <a:uFillTx/>
              <a:latin typeface="Arial"/>
            </a:endParaRPr>
          </a:p>
          <a:p>
            <a:pPr marL="457200" indent="0" defTabSz="914400">
              <a:lnSpc>
                <a:spcPct val="90000"/>
              </a:lnSpc>
              <a:spcBef>
                <a:spcPts val="697"/>
              </a:spcBef>
              <a:buNone/>
              <a:tabLst>
                <a:tab pos="0" algn="l"/>
              </a:tabLst>
            </a:pPr>
            <a:r>
              <a:rPr lang="de-DE" sz="2000" b="0" u="none" strike="noStrike">
                <a:solidFill>
                  <a:srgbClr val="93A1A1"/>
                </a:solidFill>
                <a:uFillTx/>
                <a:latin typeface="SourceCodePro"/>
              </a:rPr>
              <a:t>}</a:t>
            </a:r>
            <a:endParaRPr lang="de-DE" sz="2000" b="0" u="none" strike="noStrike">
              <a:solidFill>
                <a:srgbClr val="000000"/>
              </a:solidFill>
              <a:uFillTx/>
              <a:latin typeface="Arial"/>
            </a:endParaRPr>
          </a:p>
          <a:p>
            <a:pPr marL="457200" indent="0" defTabSz="914400">
              <a:lnSpc>
                <a:spcPct val="90000"/>
              </a:lnSpc>
              <a:spcBef>
                <a:spcPts val="697"/>
              </a:spcBef>
              <a:buNone/>
              <a:tabLst>
                <a:tab pos="0" algn="l"/>
              </a:tabLst>
            </a:pPr>
            <a:endParaRPr lang="de-DE" sz="2000" b="0" u="none" strike="noStrike">
              <a:solidFill>
                <a:srgbClr val="000000"/>
              </a:solidFill>
              <a:uFillTx/>
              <a:latin typeface="Arial"/>
            </a:endParaRPr>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Header</a:t>
            </a:r>
            <a:endParaRPr lang="de-DE" sz="4400" b="0" u="none" strike="noStrike">
              <a:solidFill>
                <a:srgbClr val="000000"/>
              </a:solidFill>
              <a:uFillTx/>
              <a:latin typeface="Arial"/>
            </a:endParaRPr>
          </a:p>
        </p:txBody>
      </p:sp>
      <p:sp>
        <p:nvSpPr>
          <p:cNvPr id="120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const headers = new HttpHeaders({ 'Content-Type': 'application/json'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return this.http.post&lt;{ data: MyObject }&gt;('api/objects', object, { headers }).pipe(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  map(response =&gt; response.data),</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  catchError(this.handleError)</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 JSON.stringify übernimmt HttpClient automatisch</a:t>
            </a:r>
            <a:endParaRPr lang="de-DE" sz="2800" b="0" u="none" strike="noStrike">
              <a:solidFill>
                <a:srgbClr val="000000"/>
              </a:solidFill>
              <a:uFillTx/>
              <a:latin typeface="Arial"/>
            </a:endParaRPr>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1205" name="PlaceHolder 1"/>
          <p:cNvSpPr>
            <a:spLocks noGrp="1"/>
          </p:cNvSpPr>
          <p:nvPr>
            <p:ph type="title"/>
          </p:nvPr>
        </p:nvSpPr>
        <p:spPr>
          <a:xfrm>
            <a:off x="4965480" y="629280"/>
            <a:ext cx="6585120" cy="128484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4100" b="0" u="none" strike="noStrike">
                <a:solidFill>
                  <a:schemeClr val="dk1"/>
                </a:solidFill>
                <a:uFillTx/>
                <a:latin typeface="Calibri Light"/>
              </a:rPr>
              <a:t>Übung 24: Starten des Servers</a:t>
            </a:r>
            <a:endParaRPr lang="de-DE" sz="4100" b="0" u="none" strike="noStrike">
              <a:solidFill>
                <a:srgbClr val="000000"/>
              </a:solidFill>
              <a:uFillTx/>
              <a:latin typeface="Arial"/>
            </a:endParaRPr>
          </a:p>
        </p:txBody>
      </p:sp>
      <p:sp>
        <p:nvSpPr>
          <p:cNvPr id="1206" name="PlaceHolder 2"/>
          <p:cNvSpPr>
            <a:spLocks noGrp="1"/>
          </p:cNvSpPr>
          <p:nvPr>
            <p:ph/>
          </p:nvPr>
        </p:nvSpPr>
        <p:spPr>
          <a:xfrm>
            <a:off x="4965480" y="2438280"/>
            <a:ext cx="6585120" cy="378396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Zip-Datei </a:t>
            </a:r>
            <a:r>
              <a:rPr lang="de-DE" sz="2000" b="0" i="1" u="none" strike="noStrike" dirty="0">
                <a:solidFill>
                  <a:schemeClr val="dk1"/>
                </a:solidFill>
                <a:uFillTx/>
                <a:latin typeface="Calibri"/>
              </a:rPr>
              <a:t>server-</a:t>
            </a:r>
            <a:r>
              <a:rPr lang="de-DE" sz="2000" b="0" i="1" u="none" strike="noStrike" dirty="0" err="1">
                <a:solidFill>
                  <a:schemeClr val="dk1"/>
                </a:solidFill>
                <a:uFillTx/>
                <a:latin typeface="Calibri"/>
              </a:rPr>
              <a:t>js.zip</a:t>
            </a:r>
            <a:r>
              <a:rPr lang="de-DE" sz="2000" b="0" u="none" strike="noStrike" dirty="0">
                <a:solidFill>
                  <a:schemeClr val="dk1"/>
                </a:solidFill>
                <a:uFillTx/>
                <a:latin typeface="Calibri"/>
              </a:rPr>
              <a:t> entpacken</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Konsole öffnen und in Server Verzeichnis wechseln</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Installieren per </a:t>
            </a:r>
            <a:r>
              <a:rPr lang="de-DE" sz="2000" b="0" u="none" strike="noStrike" dirty="0" err="1">
                <a:solidFill>
                  <a:schemeClr val="dk1"/>
                </a:solidFill>
                <a:uFillTx/>
                <a:latin typeface="Calibri"/>
              </a:rPr>
              <a:t>npm</a:t>
            </a:r>
            <a:r>
              <a:rPr lang="de-DE" sz="2000" b="0" u="none" strike="noStrike" dirty="0">
                <a:solidFill>
                  <a:schemeClr val="dk1"/>
                </a:solidFill>
                <a:uFillTx/>
                <a:latin typeface="Calibri"/>
              </a:rPr>
              <a:t> </a:t>
            </a:r>
            <a:r>
              <a:rPr lang="de-DE" sz="2000" b="0" u="none" strike="noStrike" dirty="0" err="1">
                <a:solidFill>
                  <a:schemeClr val="dk1"/>
                </a:solidFill>
                <a:uFillTx/>
                <a:latin typeface="Calibri"/>
              </a:rPr>
              <a:t>install</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Starten über </a:t>
            </a:r>
            <a:r>
              <a:rPr lang="de-DE" sz="2000" b="0" u="none" strike="noStrike" dirty="0" err="1">
                <a:solidFill>
                  <a:schemeClr val="dk1"/>
                </a:solidFill>
                <a:uFillTx/>
                <a:latin typeface="Calibri"/>
              </a:rPr>
              <a:t>node</a:t>
            </a:r>
            <a:r>
              <a:rPr lang="de-DE" sz="2000" b="0" u="none" strike="noStrike" dirty="0">
                <a:solidFill>
                  <a:schemeClr val="dk1"/>
                </a:solidFill>
                <a:uFillTx/>
                <a:latin typeface="Calibri"/>
              </a:rPr>
              <a:t> </a:t>
            </a:r>
            <a:r>
              <a:rPr lang="de-DE" sz="2000" b="0" u="none" strike="noStrike" dirty="0" err="1">
                <a:solidFill>
                  <a:schemeClr val="dk1"/>
                </a:solidFill>
                <a:uFillTx/>
                <a:latin typeface="Calibri"/>
              </a:rPr>
              <a:t>server.js</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Backend läuft unter localhost:3000</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err="1">
                <a:solidFill>
                  <a:schemeClr val="dk1"/>
                </a:solidFill>
                <a:uFillTx/>
                <a:latin typeface="Calibri"/>
              </a:rPr>
              <a:t>dev.proxy.json</a:t>
            </a:r>
            <a:r>
              <a:rPr lang="de-DE" sz="2000" b="0" u="none" strike="noStrike" dirty="0">
                <a:solidFill>
                  <a:schemeClr val="dk1"/>
                </a:solidFill>
                <a:uFillTx/>
                <a:latin typeface="Calibri"/>
              </a:rPr>
              <a:t>: { "/</a:t>
            </a:r>
            <a:r>
              <a:rPr lang="de-DE" sz="2000" b="0" u="none" strike="noStrike" dirty="0" err="1">
                <a:solidFill>
                  <a:schemeClr val="dk1"/>
                </a:solidFill>
                <a:uFillTx/>
                <a:latin typeface="Calibri"/>
              </a:rPr>
              <a:t>api</a:t>
            </a:r>
            <a:r>
              <a:rPr lang="de-DE" sz="2000" b="0" u="none" strike="noStrike" dirty="0">
                <a:solidFill>
                  <a:schemeClr val="dk1"/>
                </a:solidFill>
                <a:uFillTx/>
                <a:latin typeface="Calibri"/>
              </a:rPr>
              <a:t>": { "</a:t>
            </a:r>
            <a:r>
              <a:rPr lang="de-DE" sz="2000" b="0" u="none" strike="noStrike" dirty="0" err="1">
                <a:solidFill>
                  <a:schemeClr val="dk1"/>
                </a:solidFill>
                <a:uFillTx/>
                <a:latin typeface="Calibri"/>
              </a:rPr>
              <a:t>target</a:t>
            </a:r>
            <a:r>
              <a:rPr lang="de-DE" sz="2000" b="0" u="none" strike="noStrike" dirty="0">
                <a:solidFill>
                  <a:schemeClr val="dk1"/>
                </a:solidFill>
                <a:uFillTx/>
                <a:latin typeface="Calibri"/>
              </a:rPr>
              <a:t>": "http://localhost:3000" } }</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Dev-Server mit Proxy starten (</a:t>
            </a:r>
            <a:r>
              <a:rPr lang="de-DE" sz="2000" b="0" u="sng" strike="noStrike" dirty="0">
                <a:solidFill>
                  <a:schemeClr val="dk1"/>
                </a:solidFill>
                <a:uFillTx/>
                <a:latin typeface="Calibri"/>
                <a:hlinkClick r:id="rId2"/>
              </a:rPr>
              <a:t>CORS</a:t>
            </a:r>
            <a:r>
              <a:rPr lang="de-DE" sz="2000" b="0" u="none" strike="noStrike" dirty="0">
                <a:solidFill>
                  <a:schemeClr val="dk1"/>
                </a:solidFill>
                <a:uFillTx/>
                <a:latin typeface="Calibri"/>
              </a:rPr>
              <a:t>) </a:t>
            </a:r>
            <a:r>
              <a:rPr lang="de-DE" sz="2000" b="0" u="none" strike="noStrike" dirty="0" err="1">
                <a:solidFill>
                  <a:schemeClr val="dk1"/>
                </a:solidFill>
                <a:uFillTx/>
                <a:latin typeface="Calibri"/>
              </a:rPr>
              <a:t>ng</a:t>
            </a:r>
            <a:r>
              <a:rPr lang="de-DE" sz="2000" b="0" u="none" strike="noStrike" dirty="0">
                <a:solidFill>
                  <a:schemeClr val="dk1"/>
                </a:solidFill>
                <a:uFillTx/>
                <a:latin typeface="Calibri"/>
              </a:rPr>
              <a:t> </a:t>
            </a:r>
            <a:r>
              <a:rPr lang="de-DE" sz="2000" b="0" u="none" strike="noStrike" dirty="0" err="1">
                <a:solidFill>
                  <a:schemeClr val="dk1"/>
                </a:solidFill>
                <a:uFillTx/>
                <a:latin typeface="Calibri"/>
              </a:rPr>
              <a:t>serve</a:t>
            </a:r>
            <a:r>
              <a:rPr lang="de-DE" sz="2000" b="0" u="none" strike="noStrike" dirty="0">
                <a:solidFill>
                  <a:schemeClr val="dk1"/>
                </a:solidFill>
                <a:uFillTx/>
                <a:latin typeface="Calibri"/>
              </a:rPr>
              <a:t> --proxy </a:t>
            </a:r>
            <a:r>
              <a:rPr lang="de-DE" sz="2000" b="0" u="none" strike="noStrike" dirty="0" err="1">
                <a:solidFill>
                  <a:schemeClr val="dk1"/>
                </a:solidFill>
                <a:uFillTx/>
                <a:latin typeface="Calibri"/>
              </a:rPr>
              <a:t>dev.proxy.json</a:t>
            </a:r>
            <a:endParaRPr lang="de-DE" sz="2000" b="0" u="none" strike="noStrike" dirty="0">
              <a:solidFill>
                <a:srgbClr val="000000"/>
              </a:solidFill>
              <a:uFillTx/>
              <a:latin typeface="Arial"/>
            </a:endParaRPr>
          </a:p>
        </p:txBody>
      </p:sp>
      <p:pic>
        <p:nvPicPr>
          <p:cNvPr id="1207" name="Picture 4" descr="Leuchtendes Serverraumpanel"/>
          <p:cNvPicPr/>
          <p:nvPr/>
        </p:nvPicPr>
        <p:blipFill>
          <a:blip r:embed="rId3"/>
          <a:srcRect l="24076" r="30806"/>
          <a:stretch/>
        </p:blipFill>
        <p:spPr>
          <a:xfrm>
            <a:off x="0" y="0"/>
            <a:ext cx="4634280" cy="6856560"/>
          </a:xfrm>
          <a:prstGeom prst="rect">
            <a:avLst/>
          </a:prstGeom>
          <a:noFill/>
          <a:ln w="0">
            <a:noFill/>
          </a:ln>
        </p:spPr>
      </p:pic>
      <p:cxnSp>
        <p:nvCxnSpPr>
          <p:cNvPr id="1208" name="Straight Connector 8">
            <a:extLst>
              <a:ext uri="{C183D7F6-B498-43B3-948B-1728B52AA6E4}">
                <adec:decorative xmlns:adec="http://schemas.microsoft.com/office/drawing/2017/decorative" val="1"/>
              </a:ext>
            </a:extLst>
          </p:cNvPr>
          <p:cNvCxnSpPr/>
          <p:nvPr/>
        </p:nvCxnSpPr>
        <p:spPr>
          <a:xfrm>
            <a:off x="5080680" y="2115000"/>
            <a:ext cx="6310800" cy="1440"/>
          </a:xfrm>
          <a:prstGeom prst="straightConnector1">
            <a:avLst/>
          </a:prstGeom>
          <a:ln w="19050">
            <a:solidFill>
              <a:srgbClr val="4651FF"/>
            </a:solidFill>
            <a:round/>
          </a:ln>
        </p:spPr>
      </p:cxn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Übung 24: Endpunkte</a:t>
            </a:r>
            <a:endParaRPr lang="de-DE" sz="4400" b="0" u="none" strike="noStrike">
              <a:solidFill>
                <a:srgbClr val="000000"/>
              </a:solidFill>
              <a:uFillTx/>
              <a:latin typeface="Arial"/>
            </a:endParaRPr>
          </a:p>
        </p:txBody>
      </p:sp>
      <p:sp>
        <p:nvSpPr>
          <p:cNvPr id="121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GET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api/customer (GET_ALL)</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api/customer/:id (GET_BY_ID)</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POST api/customer (INSERT)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PUT/PATCH/DELETE api/customer/:id (UPDATE, PARTIAL_UPDATE, REMOVE)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Übung 24: http </a:t>
            </a:r>
            <a:endParaRPr lang="de-DE" sz="4400" b="0" u="none" strike="noStrike">
              <a:solidFill>
                <a:srgbClr val="000000"/>
              </a:solidFill>
              <a:uFillTx/>
              <a:latin typeface="Arial"/>
            </a:endParaRPr>
          </a:p>
        </p:txBody>
      </p:sp>
      <p:sp>
        <p:nvSpPr>
          <p:cNvPr id="121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940"/>
              </a:spcBef>
              <a:buClr>
                <a:srgbClr val="000000"/>
              </a:buClr>
              <a:buFont typeface="Arial"/>
              <a:buChar char="•"/>
            </a:pPr>
            <a:r>
              <a:rPr lang="de-DE" sz="2600" b="0" u="none" strike="noStrike">
                <a:solidFill>
                  <a:schemeClr val="dk1"/>
                </a:solidFill>
                <a:uFillTx/>
                <a:latin typeface="Calibri"/>
              </a:rPr>
              <a:t>Verwende in CustomerService das Backend (inject(HttpClient)) statt der Mock-Daten</a:t>
            </a:r>
            <a:endParaRPr lang="de-DE" sz="2600" b="0" u="none" strike="noStrike">
              <a:solidFill>
                <a:srgbClr val="000000"/>
              </a:solidFill>
              <a:uFillTx/>
              <a:latin typeface="Arial"/>
            </a:endParaRPr>
          </a:p>
          <a:p>
            <a:pPr marL="228600" indent="-228600" defTabSz="914400" lvl="1">
              <a:lnSpc>
                <a:spcPct val="90000"/>
              </a:lnSpc>
              <a:spcBef>
                <a:spcPts val="940"/>
              </a:spcBef>
              <a:buClr>
                <a:srgbClr val="000000"/>
              </a:buClr>
              <a:buFont typeface="Arial"/>
              <a:buChar char="•"/>
            </a:pPr>
            <a:r>
              <a:rPr lang="de-DE" sz="2600" b="0" u="none" strike="noStrike">
                <a:solidFill>
                  <a:schemeClr val="dk1"/>
                </a:solidFill>
                <a:uFillTx/>
                <a:latin typeface="Calibri"/>
              </a:rPr>
              <a:t>Registriere provideHttpClient() in main.ts</a:t>
            </a:r>
            <a:endParaRPr lang="de-DE" sz="26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Dev-Server mit Proxy starten</a:t>
            </a:r>
            <a:endParaRPr lang="de-DE" sz="23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Lade die Liste initial vom Backend</a:t>
            </a:r>
            <a:endParaRPr lang="de-DE" sz="23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Achtung: Date Felder vom Server werden serialisiert als String gesendet</a:t>
            </a:r>
            <a:endParaRPr lang="de-DE" sz="2300" b="0" u="none" strike="noStrike">
              <a:solidFill>
                <a:srgbClr val="000000"/>
              </a:solidFill>
              <a:uFillTx/>
              <a:latin typeface="Arial"/>
            </a:endParaRPr>
          </a:p>
          <a:p>
            <a:pPr marL="1143000" lvl="2" indent="-228600" defTabSz="914400">
              <a:lnSpc>
                <a:spcPct val="90000"/>
              </a:lnSpc>
              <a:spcBef>
                <a:spcPts val="469"/>
              </a:spcBef>
              <a:buClr>
                <a:srgbClr val="000000"/>
              </a:buClr>
              <a:buFont typeface="Arial"/>
              <a:buChar char="•"/>
            </a:pPr>
            <a:r>
              <a:rPr lang="de-DE" sz="1900" b="0" u="none" strike="noStrike">
                <a:solidFill>
                  <a:schemeClr val="dk1"/>
                </a:solidFill>
                <a:uFillTx/>
                <a:latin typeface="Calibri"/>
              </a:rPr>
              <a:t>Müssen noch in Date umgewandelt werden</a:t>
            </a:r>
            <a:endParaRPr lang="de-DE" sz="19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Schicke die geänderten Daten in update per put zum Backend</a:t>
            </a:r>
            <a:endParaRPr lang="de-DE" sz="23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Lade (der Einfachheit halber) nach einem update die Liste neu vom Backend</a:t>
            </a:r>
            <a:endParaRPr lang="de-DE" sz="2300" b="0" u="none" strike="noStrike">
              <a:solidFill>
                <a:srgbClr val="000000"/>
              </a:solidFill>
              <a:uFillTx/>
              <a:latin typeface="Arial"/>
            </a:endParaRPr>
          </a:p>
          <a:p>
            <a:pPr marL="685800"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Musterlösung: 23_communication (enthält bereits die HTTP-Anbindung)</a:t>
            </a:r>
            <a:endParaRPr lang="de-DE" sz="2300" b="0" u="none" strike="noStrike">
              <a:solidFill>
                <a:srgbClr val="000000"/>
              </a:solidFill>
              <a:uFillTx/>
              <a:latin typeface="Arial"/>
            </a:endParaRPr>
          </a:p>
          <a:p>
            <a:pPr indent="0" defTabSz="914400">
              <a:lnSpc>
                <a:spcPct val="90000"/>
              </a:lnSpc>
              <a:spcBef>
                <a:spcPts val="940"/>
              </a:spcBef>
              <a:buNone/>
              <a:tabLst>
                <a:tab pos="0" algn="l"/>
              </a:tabLst>
            </a:pPr>
            <a:endParaRPr lang="de-DE" sz="2600" b="0" u="none" strike="noStrike">
              <a:solidFill>
                <a:srgbClr val="000000"/>
              </a:solidFill>
              <a:uFillTx/>
              <a:latin typeface="Arial"/>
            </a:endParaRP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Ausblick: Resource API</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10"/>
              </a:spcBef>
              <a:buNone/>
              <a:tabLst>
                <a:tab pos="0" algn="l"/>
              </a:tabLst>
            </a:pPr>
            <a:r>
              <a:rPr lang="de-DE" sz="1700" b="0" u="none" strike="noStrike">
                <a:solidFill>
                  <a:srgbClr val="1E347B"/>
                </a:solidFill>
                <a:uFillTx/>
                <a:latin typeface="SourceCodePro"/>
              </a:rPr>
              <a:t>export class CustomerDetailsComponent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private readonly customerService = inject(CustomerService);</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id = input.required&lt;string&gt;();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 lädt automatisch neu, sobald sich id() ändert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customer = httpResource&lt;Customer&gt;(() =&gt; `api/customer/${this.id()}`);</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 Alternative mit bestehendem Observable-Service</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customer2 = rxResource({</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params: () =&gt; this.id(),</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stream: ({ params }) =&gt; this.customerService.getById(params)</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&lt;!-- Template --&gt;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@if (customer.isLoading()) { &lt;p&gt;Lade…&lt;/p&gt;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@if (customer.hasValue()) { &lt;p&gt;{{ customer.value().firstname }}&lt;/p&gt;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Resource APIs sind teilweise noch experimentell</a:t>
            </a:r>
            <a:endParaRPr lang="de-DE" sz="1700" b="0" u="none" strike="noStrike">
              <a:solidFill>
                <a:srgbClr val="000000"/>
              </a:solidFill>
              <a:uFillTx/>
              <a:latin typeface="Arial"/>
            </a:endParaRPr>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Eigene Direktiven</a:t>
            </a:r>
            <a:endParaRPr lang="de-DE" sz="4400" b="0" u="none" strike="noStrike">
              <a:solidFill>
                <a:srgbClr val="000000"/>
              </a:solidFill>
              <a:uFillTx/>
              <a:latin typeface="Arial"/>
            </a:endParaRPr>
          </a:p>
        </p:txBody>
      </p:sp>
      <p:sp>
        <p:nvSpPr>
          <p:cNvPr id="121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Können simpel erstellt werden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ourier New"/>
              </a:rPr>
              <a:t>ng generate directive &lt;directive-name&gt;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Direktive ist wiederum eine annotierte TypeScript-Klasse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Der </a:t>
            </a:r>
            <a:r>
              <a:rPr lang="de-DE" sz="2400" b="0" u="none" strike="noStrike">
                <a:solidFill>
                  <a:schemeClr val="dk1"/>
                </a:solidFill>
                <a:uFillTx/>
                <a:latin typeface="Courier New"/>
              </a:rPr>
              <a:t>selector</a:t>
            </a:r>
            <a:r>
              <a:rPr lang="de-DE" sz="2400" b="0" u="none" strike="noStrike">
                <a:solidFill>
                  <a:schemeClr val="dk1"/>
                </a:solidFill>
                <a:uFillTx/>
                <a:latin typeface="Calibri"/>
              </a:rPr>
              <a:t> ist das neue HTML-Attribute oder -Element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Das DOM-Element, das manipuliert werden soll, wird per inject(ElementRef) bereitgestellt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Eigene Directive: Beispiel</a:t>
            </a:r>
            <a:endParaRPr lang="de-DE" sz="4400" b="0" u="none" strike="noStrike">
              <a:solidFill>
                <a:srgbClr val="000000"/>
              </a:solidFill>
              <a:uFillTx/>
              <a:latin typeface="Arial"/>
            </a:endParaRPr>
          </a:p>
        </p:txBody>
      </p:sp>
      <p:sp>
        <p:nvSpPr>
          <p:cNvPr id="121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Ein Beispiel ist unter https://angular.dev/guide/directives/attribute-directives zu finden</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import { Directive, ElementRef, inject } from '@angular/core';</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@Directive({</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  selector: '[appHighlight]'</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export class HighlightDirective {</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  private readonly el = inject(ElementRef);</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  constructor() {</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    this.el.nativeElement.style.backgroundColor = 'yellow';</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  }</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Verwendung: HighlightDirective im imports-Array der Komponente</a:t>
            </a:r>
            <a:endParaRPr lang="de-DE" sz="2000" b="0" u="none" strike="noStrike">
              <a:solidFill>
                <a:srgbClr val="000000"/>
              </a:solidFill>
              <a:uFillTx/>
              <a:latin typeface="Arial"/>
            </a:endParaRPr>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54A6CB-ADC2-4A49-F648-89AC3305282C}"/>
            </a:ext>
          </a:extLst>
        </p:cNvPr>
        <p:cNvGrpSpPr/>
        <p:nvPr/>
      </p:nvGrpSpPr>
      <p:grpSpPr>
        <a:xfrm>
          <a:off x="0" y="0"/>
          <a:ext cx="0" cy="0"/>
          <a:chOff x="0" y="0"/>
          <a:chExt cx="0" cy="0"/>
        </a:xfrm>
      </p:grpSpPr>
      <p:sp>
        <p:nvSpPr>
          <p:cNvPr id="468" name="Rectangle 19">
            <a:extLst>
              <a:ext uri="{FF2B5EF4-FFF2-40B4-BE49-F238E27FC236}">
                <a16:creationId xmlns:a16="http://schemas.microsoft.com/office/drawing/2014/main" id="{13B630D4-2025-7783-D478-2A9099B4B682}"/>
              </a:ex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a:extLst>
              <a:ext uri="{FF2B5EF4-FFF2-40B4-BE49-F238E27FC236}">
                <a16:creationId xmlns:a16="http://schemas.microsoft.com/office/drawing/2014/main" id="{A9102D2B-C67B-E6CE-0364-DC0244BFBFA2}"/>
              </a:ext>
            </a:extLst>
          </p:cNvPr>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Legacy: Angular Module (NgModule)</a:t>
            </a:r>
            <a:endParaRPr lang="de-DE" sz="7200" b="0" u="none" strike="noStrike" dirty="0">
              <a:solidFill>
                <a:srgbClr val="000000"/>
              </a:solidFill>
              <a:uFillTx/>
              <a:latin typeface="Arial"/>
            </a:endParaRPr>
          </a:p>
        </p:txBody>
      </p:sp>
    </p:spTree>
    <p:extLst>
      <p:ext uri="{BB962C8B-B14F-4D97-AF65-F5344CB8AC3E}">
        <p14:creationId xmlns:p14="http://schemas.microsoft.com/office/powerpoint/2010/main" val="2710323235"/>
      </p:ext>
    </p:extLst>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B8051E-010F-E9DB-0449-9B0536446F32}"/>
            </a:ext>
          </a:extLst>
        </p:cNvPr>
        <p:cNvGrpSpPr/>
        <p:nvPr/>
      </p:nvGrpSpPr>
      <p:grpSpPr>
        <a:xfrm>
          <a:off x="0" y="0"/>
          <a:ext cx="0" cy="0"/>
          <a:chOff x="0" y="0"/>
          <a:chExt cx="0" cy="0"/>
        </a:xfrm>
      </p:grpSpPr>
      <p:sp useBgFill="1">
        <p:nvSpPr>
          <p:cNvPr id="470" name="Rectangle 7">
            <a:extLst>
              <a:ext uri="{FF2B5EF4-FFF2-40B4-BE49-F238E27FC236}">
                <a16:creationId xmlns:a16="http://schemas.microsoft.com/office/drawing/2014/main" id="{F91F6562-3088-FC7F-C63E-205BEB15E4DB}"/>
              </a:ex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1" name="Rectangle 9">
            <a:extLst>
              <a:ext uri="{FF2B5EF4-FFF2-40B4-BE49-F238E27FC236}">
                <a16:creationId xmlns:a16="http://schemas.microsoft.com/office/drawing/2014/main" id="{241B5756-3121-9FC1-2C28-ECCCE526E98C}"/>
              </a:ex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2" name="Rectangle 11">
            <a:extLst>
              <a:ext uri="{FF2B5EF4-FFF2-40B4-BE49-F238E27FC236}">
                <a16:creationId xmlns:a16="http://schemas.microsoft.com/office/drawing/2014/main" id="{03975521-EAFC-3E5D-AC4B-CA9FC19CA137}"/>
              </a:ex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3" name="Rectangle 13">
            <a:extLst>
              <a:ext uri="{FF2B5EF4-FFF2-40B4-BE49-F238E27FC236}">
                <a16:creationId xmlns:a16="http://schemas.microsoft.com/office/drawing/2014/main" id="{A1743429-1850-41A8-4826-FFBB170F5D53}"/>
              </a:ex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4" name="Rectangle 15">
            <a:extLst>
              <a:ext uri="{FF2B5EF4-FFF2-40B4-BE49-F238E27FC236}">
                <a16:creationId xmlns:a16="http://schemas.microsoft.com/office/drawing/2014/main" id="{4C1CB3D5-3E7B-E81A-35D7-7102D763E0CC}"/>
              </a:ex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5" name="PlaceHolder 1">
            <a:extLst>
              <a:ext uri="{FF2B5EF4-FFF2-40B4-BE49-F238E27FC236}">
                <a16:creationId xmlns:a16="http://schemas.microsoft.com/office/drawing/2014/main" id="{1765237A-BC4E-5B6F-40B2-BC8F88CDBB55}"/>
              </a:ext>
            </a:extLst>
          </p:cNvPr>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Was ist ein Modul</a:t>
            </a:r>
            <a:endParaRPr lang="de-DE" sz="4000" b="0" u="none" strike="noStrike">
              <a:solidFill>
                <a:srgbClr val="000000"/>
              </a:solidFill>
              <a:uFillTx/>
              <a:latin typeface="Arial"/>
            </a:endParaRPr>
          </a:p>
        </p:txBody>
      </p:sp>
      <p:sp>
        <p:nvSpPr>
          <p:cNvPr id="476" name="PlaceHolder 2">
            <a:extLst>
              <a:ext uri="{FF2B5EF4-FFF2-40B4-BE49-F238E27FC236}">
                <a16:creationId xmlns:a16="http://schemas.microsoft.com/office/drawing/2014/main" id="{0312532E-BD52-4B87-C70B-D5ADF2876EE7}"/>
              </a:ext>
            </a:extLst>
          </p:cNvPr>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Angular-spezifischer Code muss organisiert werden</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Gleiche Grundgedanken und Aufbau wie bei ES6 Modulen</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Kapselung &amp; Wiederverwendbarkeit</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Leichtes Einbinden von Bibliotheken</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Genaue Steuerung was wo verwendet wird</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Kompromiss zwischen</a:t>
            </a:r>
            <a:br>
              <a:rPr sz="2000"/>
            </a:br>
            <a:r>
              <a:rPr lang="de-DE" sz="2000" b="0" u="none" strike="noStrike">
                <a:solidFill>
                  <a:schemeClr val="dk1"/>
                </a:solidFill>
                <a:uFillTx/>
                <a:latin typeface="Calibri"/>
              </a:rPr>
              <a:t>"alles immer angeben müssen" (Angular &lt; 2.0.0-rc.5) und</a:t>
            </a:r>
            <a:br>
              <a:rPr sz="2000"/>
            </a:br>
            <a:r>
              <a:rPr lang="de-DE" sz="2000" b="0" u="none" strike="noStrike">
                <a:solidFill>
                  <a:schemeClr val="dk1"/>
                </a:solidFill>
                <a:uFillTx/>
                <a:latin typeface="Calibri"/>
              </a:rPr>
              <a:t>"einfach rein schmeißen" (AngularJS 1)</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endParaRPr lang="de-DE" sz="2000" b="0" u="none" strike="noStrike">
              <a:solidFill>
                <a:srgbClr val="000000"/>
              </a:solidFill>
              <a:uFillTx/>
              <a:latin typeface="Arial"/>
            </a:endParaRPr>
          </a:p>
        </p:txBody>
      </p:sp>
    </p:spTree>
    <p:extLst>
      <p:ext uri="{BB962C8B-B14F-4D97-AF65-F5344CB8AC3E}">
        <p14:creationId xmlns:p14="http://schemas.microsoft.com/office/powerpoint/2010/main" val="618172226"/>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7E11D-6D3A-A835-CF5D-3258302B25D5}"/>
            </a:ext>
          </a:extLst>
        </p:cNvPr>
        <p:cNvGrpSpPr/>
        <p:nvPr/>
      </p:nvGrpSpPr>
      <p:grpSpPr>
        <a:xfrm>
          <a:off x="0" y="0"/>
          <a:ext cx="0" cy="0"/>
          <a:chOff x="0" y="0"/>
          <a:chExt cx="0" cy="0"/>
        </a:xfrm>
      </p:grpSpPr>
      <p:sp useBgFill="1">
        <p:nvSpPr>
          <p:cNvPr id="477" name="Rectangle 12">
            <a:extLst>
              <a:ext uri="{FF2B5EF4-FFF2-40B4-BE49-F238E27FC236}">
                <a16:creationId xmlns:a16="http://schemas.microsoft.com/office/drawing/2014/main" id="{CA02EA36-F573-3474-3515-297E2109840A}"/>
              </a:ex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8" name="Rectangle 14">
            <a:extLst>
              <a:ext uri="{FF2B5EF4-FFF2-40B4-BE49-F238E27FC236}">
                <a16:creationId xmlns:a16="http://schemas.microsoft.com/office/drawing/2014/main" id="{41D634CC-729C-F010-D629-9B68541A0EB5}"/>
              </a:ex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9" name="Rectangle 16">
            <a:extLst>
              <a:ext uri="{FF2B5EF4-FFF2-40B4-BE49-F238E27FC236}">
                <a16:creationId xmlns:a16="http://schemas.microsoft.com/office/drawing/2014/main" id="{885796EE-3AD5-5B40-7D58-B47685C3EE90}"/>
              </a:ex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0" name="Rectangle 18">
            <a:extLst>
              <a:ext uri="{FF2B5EF4-FFF2-40B4-BE49-F238E27FC236}">
                <a16:creationId xmlns:a16="http://schemas.microsoft.com/office/drawing/2014/main" id="{DD787181-E3FF-E3BF-BE4B-08D4AA97F1F0}"/>
              </a:ex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1" name="Rectangle 20">
            <a:extLst>
              <a:ext uri="{FF2B5EF4-FFF2-40B4-BE49-F238E27FC236}">
                <a16:creationId xmlns:a16="http://schemas.microsoft.com/office/drawing/2014/main" id="{3C14D31F-9768-4D45-3D90-F2ABECF73BD9}"/>
              </a:ex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2" name="PlaceHolder 1">
            <a:extLst>
              <a:ext uri="{FF2B5EF4-FFF2-40B4-BE49-F238E27FC236}">
                <a16:creationId xmlns:a16="http://schemas.microsoft.com/office/drawing/2014/main" id="{C990544B-859D-8D49-62BE-428EF029B49B}"/>
              </a:ext>
            </a:extLst>
          </p:cNvPr>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Übersicht der Dateien eines Moduls</a:t>
            </a:r>
            <a:endParaRPr lang="de-DE" sz="4000" b="0" u="none" strike="noStrike">
              <a:solidFill>
                <a:srgbClr val="000000"/>
              </a:solidFill>
              <a:uFillTx/>
              <a:latin typeface="Arial"/>
            </a:endParaRPr>
          </a:p>
        </p:txBody>
      </p:sp>
      <p:sp>
        <p:nvSpPr>
          <p:cNvPr id="483" name="PlaceHolder 2">
            <a:extLst>
              <a:ext uri="{FF2B5EF4-FFF2-40B4-BE49-F238E27FC236}">
                <a16:creationId xmlns:a16="http://schemas.microsoft.com/office/drawing/2014/main" id="{8EECC88E-50E0-B3D8-D00A-687D4B97D531}"/>
              </a:ext>
            </a:extLst>
          </p:cNvPr>
          <p:cNvSpPr>
            <a:spLocks noGrp="1"/>
          </p:cNvSpPr>
          <p:nvPr>
            <p:ph/>
          </p:nvPr>
        </p:nvSpPr>
        <p:spPr>
          <a:xfrm>
            <a:off x="1371600" y="2318040"/>
            <a:ext cx="9722520" cy="3682080"/>
          </a:xfrm>
          <a:prstGeom prst="rect">
            <a:avLst/>
          </a:prstGeom>
          <a:noFill/>
          <a:ln w="0">
            <a:noFill/>
          </a:ln>
        </p:spPr>
        <p:txBody>
          <a:bodyPr lIns="91440" tIns="45720" rIns="91440" bIns="45720" anchor="ctr">
            <a:normAutofit lnSpcReduction="9999"/>
          </a:bodyPr>
          <a:lstStyle/>
          <a:p>
            <a:pPr marL="228600" indent="-228600" defTabSz="914400">
              <a:lnSpc>
                <a:spcPct val="90000"/>
              </a:lnSpc>
              <a:spcBef>
                <a:spcPts val="1001"/>
              </a:spcBef>
              <a:buClr>
                <a:srgbClr val="000000"/>
              </a:buClr>
              <a:buFont typeface="Arial"/>
              <a:buChar char="•"/>
            </a:pPr>
            <a:r>
              <a:rPr lang="de-DE" sz="1800" b="0" i="1" u="none" strike="noStrike">
                <a:solidFill>
                  <a:schemeClr val="dk1"/>
                </a:solidFill>
                <a:uFillTx/>
                <a:latin typeface="Courier New"/>
              </a:rPr>
              <a:t>src/index.html</a:t>
            </a:r>
            <a:endParaRPr lang="de-DE" sz="1800" b="0" u="none" strike="noStrike">
              <a:solidFill>
                <a:srgbClr val="000000"/>
              </a:solidFill>
              <a:uFillTx/>
              <a:latin typeface="Arial"/>
            </a:endParaRPr>
          </a:p>
          <a:p>
            <a:pPr marL="444600" lvl="2" indent="-270000" defTabSz="914400">
              <a:lnSpc>
                <a:spcPct val="90000"/>
              </a:lnSpc>
              <a:spcBef>
                <a:spcPts val="601"/>
              </a:spcBef>
              <a:buClr>
                <a:srgbClr val="B51621"/>
              </a:buClr>
              <a:buFont typeface="Arial"/>
              <a:buChar char="•"/>
            </a:pPr>
            <a:r>
              <a:rPr lang="de-DE" sz="1800" b="0" u="none" strike="noStrike">
                <a:solidFill>
                  <a:schemeClr val="dk1"/>
                </a:solidFill>
                <a:uFillTx/>
                <a:latin typeface="Calibri"/>
              </a:rPr>
              <a:t>Die Hauptseite</a:t>
            </a:r>
            <a:endParaRPr lang="de-DE" sz="1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800" b="0" i="1" u="none" strike="noStrike">
                <a:solidFill>
                  <a:schemeClr val="dk1"/>
                </a:solidFill>
                <a:uFillTx/>
                <a:latin typeface="Courier New"/>
              </a:rPr>
              <a:t>src/app/app.module.ts</a:t>
            </a:r>
            <a:endParaRPr lang="de-DE" sz="1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800" b="0" u="none" strike="noStrike">
                <a:solidFill>
                  <a:schemeClr val="dk1"/>
                </a:solidFill>
                <a:uFillTx/>
                <a:latin typeface="Calibri"/>
              </a:rPr>
              <a:t>Definition des Moduls</a:t>
            </a:r>
            <a:endParaRPr lang="de-DE" sz="1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800" b="0" i="1" u="none" strike="noStrike">
                <a:solidFill>
                  <a:schemeClr val="dk1"/>
                </a:solidFill>
                <a:uFillTx/>
                <a:latin typeface="Courier New"/>
              </a:rPr>
              <a:t>src/app/app.component.ts</a:t>
            </a:r>
            <a:endParaRPr lang="de-DE" sz="1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800" b="0" u="none" strike="noStrike">
                <a:solidFill>
                  <a:schemeClr val="dk1"/>
                </a:solidFill>
                <a:uFillTx/>
                <a:latin typeface="Calibri"/>
              </a:rPr>
              <a:t>Definition des dynamischen Anteils einer Komponente mit TypeScript</a:t>
            </a:r>
            <a:endParaRPr lang="de-DE" sz="1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800" b="0" i="1" u="none" strike="noStrike">
                <a:solidFill>
                  <a:schemeClr val="dk1"/>
                </a:solidFill>
                <a:uFillTx/>
                <a:latin typeface="Courier New"/>
              </a:rPr>
              <a:t>src/app/app.component.html</a:t>
            </a:r>
            <a:endParaRPr lang="de-DE" sz="1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800" b="0" u="none" strike="noStrike">
                <a:solidFill>
                  <a:schemeClr val="dk1"/>
                </a:solidFill>
                <a:uFillTx/>
                <a:latin typeface="Calibri"/>
              </a:rPr>
              <a:t>Definition des HTML-Templates einer Komponente</a:t>
            </a:r>
            <a:endParaRPr lang="de-DE" sz="1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800" b="0" i="1" u="none" strike="noStrike">
                <a:solidFill>
                  <a:schemeClr val="dk1"/>
                </a:solidFill>
                <a:uFillTx/>
                <a:latin typeface="Courier New"/>
              </a:rPr>
              <a:t>src/app/app.component.css</a:t>
            </a:r>
            <a:endParaRPr lang="de-DE" sz="1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800" b="0" u="none" strike="noStrike">
                <a:solidFill>
                  <a:schemeClr val="dk1"/>
                </a:solidFill>
                <a:uFillTx/>
                <a:latin typeface="Calibri"/>
              </a:rPr>
              <a:t>Stylesheet der Komponente</a:t>
            </a:r>
            <a:endParaRPr lang="de-DE" sz="1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800" b="0" i="1" u="none" strike="noStrike">
                <a:solidFill>
                  <a:schemeClr val="dk1"/>
                </a:solidFill>
                <a:uFillTx/>
                <a:latin typeface="Courier New"/>
              </a:rPr>
              <a:t>src/app/app.component.spec.ts</a:t>
            </a:r>
            <a:endParaRPr lang="de-DE" sz="1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800" b="0" u="none" strike="noStrike">
                <a:solidFill>
                  <a:schemeClr val="dk1"/>
                </a:solidFill>
                <a:uFillTx/>
                <a:latin typeface="Calibri"/>
              </a:rPr>
              <a:t>Definition von Karma-Tests </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spTree>
    <p:extLst>
      <p:ext uri="{BB962C8B-B14F-4D97-AF65-F5344CB8AC3E}">
        <p14:creationId xmlns:p14="http://schemas.microsoft.com/office/powerpoint/2010/main" val="3678440033"/>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908E9-CD00-EF03-9743-CA66C0D3E299}"/>
            </a:ext>
          </a:extLst>
        </p:cNvPr>
        <p:cNvGrpSpPr/>
        <p:nvPr/>
      </p:nvGrpSpPr>
      <p:grpSpPr>
        <a:xfrm>
          <a:off x="0" y="0"/>
          <a:ext cx="0" cy="0"/>
          <a:chOff x="0" y="0"/>
          <a:chExt cx="0" cy="0"/>
        </a:xfrm>
      </p:grpSpPr>
      <p:sp useBgFill="1">
        <p:nvSpPr>
          <p:cNvPr id="484" name="Rectangle 70">
            <a:extLst>
              <a:ext uri="{FF2B5EF4-FFF2-40B4-BE49-F238E27FC236}">
                <a16:creationId xmlns:a16="http://schemas.microsoft.com/office/drawing/2014/main" id="{3A15611D-39CE-1989-B00F-3F03613D2BA4}"/>
              </a:ex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5" name="PlaceHolder 1">
            <a:extLst>
              <a:ext uri="{FF2B5EF4-FFF2-40B4-BE49-F238E27FC236}">
                <a16:creationId xmlns:a16="http://schemas.microsoft.com/office/drawing/2014/main" id="{221E38BF-3FA4-4789-5568-ABEC35BDD787}"/>
              </a:ext>
            </a:extLst>
          </p:cNvPr>
          <p:cNvSpPr>
            <a:spLocks noGrp="1"/>
          </p:cNvSpPr>
          <p:nvPr>
            <p:ph type="title"/>
          </p:nvPr>
        </p:nvSpPr>
        <p:spPr>
          <a:xfrm>
            <a:off x="838080" y="557280"/>
            <a:ext cx="10514160" cy="1132200"/>
          </a:xfrm>
          <a:prstGeom prst="rect">
            <a:avLst/>
          </a:prstGeom>
          <a:noFill/>
          <a:ln w="0">
            <a:noFill/>
          </a:ln>
        </p:spPr>
        <p:txBody>
          <a:bodyPr lIns="91440" tIns="45720" rIns="91440" bIns="45720" anchor="ctr">
            <a:normAutofit fontScale="92500"/>
          </a:bodyPr>
          <a:lstStyle/>
          <a:p>
            <a:pPr indent="0" algn="ctr" defTabSz="914400">
              <a:lnSpc>
                <a:spcPct val="90000"/>
              </a:lnSpc>
              <a:buNone/>
              <a:tabLst>
                <a:tab pos="0" algn="l"/>
              </a:tabLst>
            </a:pPr>
            <a:r>
              <a:rPr lang="en-US" sz="5200" b="0" u="none" strike="noStrike">
                <a:solidFill>
                  <a:schemeClr val="dk1"/>
                </a:solidFill>
                <a:uFillTx/>
                <a:latin typeface="Calibri Light"/>
              </a:rPr>
              <a:t>Referenz auf Module in Index-Seite</a:t>
            </a:r>
            <a:endParaRPr lang="de-DE" sz="5200" b="0" u="none" strike="noStrike">
              <a:solidFill>
                <a:srgbClr val="000000"/>
              </a:solidFill>
              <a:uFillTx/>
              <a:latin typeface="Arial"/>
            </a:endParaRPr>
          </a:p>
        </p:txBody>
      </p:sp>
      <p:cxnSp>
        <p:nvCxnSpPr>
          <p:cNvPr id="486" name="Gerade Verbindung mit Pfeil 8">
            <a:extLst>
              <a:ext uri="{FF2B5EF4-FFF2-40B4-BE49-F238E27FC236}">
                <a16:creationId xmlns:a16="http://schemas.microsoft.com/office/drawing/2014/main" id="{7DAD50F8-73F2-54CC-57AE-2E0E7E528282}"/>
              </a:ext>
            </a:extLst>
          </p:cNvPr>
          <p:cNvCxnSpPr/>
          <p:nvPr/>
        </p:nvCxnSpPr>
        <p:spPr>
          <a:xfrm flipH="1" flipV="1">
            <a:off x="4102200" y="4584240"/>
            <a:ext cx="1892160" cy="545040"/>
          </a:xfrm>
          <a:prstGeom prst="straightConnector1">
            <a:avLst/>
          </a:prstGeom>
          <a:ln w="0">
            <a:solidFill>
              <a:srgbClr val="1D9A78"/>
            </a:solidFill>
            <a:tailEnd type="triangle" w="med" len="med"/>
          </a:ln>
        </p:spPr>
      </p:cxnSp>
      <p:grpSp>
        <p:nvGrpSpPr>
          <p:cNvPr id="487" name="Gruppieren 6">
            <a:extLst>
              <a:ext uri="{FF2B5EF4-FFF2-40B4-BE49-F238E27FC236}">
                <a16:creationId xmlns:a16="http://schemas.microsoft.com/office/drawing/2014/main" id="{AD81CE0B-3356-3F17-1B6A-ABE774B96E54}"/>
              </a:ext>
            </a:extLst>
          </p:cNvPr>
          <p:cNvGrpSpPr/>
          <p:nvPr/>
        </p:nvGrpSpPr>
        <p:grpSpPr>
          <a:xfrm>
            <a:off x="2859120" y="1828800"/>
            <a:ext cx="6472800" cy="4350960"/>
            <a:chOff x="2859120" y="1828800"/>
            <a:chExt cx="6472800" cy="4350960"/>
          </a:xfrm>
        </p:grpSpPr>
        <p:pic>
          <p:nvPicPr>
            <p:cNvPr id="488" name="Picture 2">
              <a:extLst>
                <a:ext uri="{FF2B5EF4-FFF2-40B4-BE49-F238E27FC236}">
                  <a16:creationId xmlns:a16="http://schemas.microsoft.com/office/drawing/2014/main" id="{00B8EB95-DF7D-6A40-99E6-14C331E04E03}"/>
                </a:ext>
              </a:extLst>
            </p:cNvPr>
            <p:cNvPicPr/>
            <p:nvPr/>
          </p:nvPicPr>
          <p:blipFill>
            <a:blip r:embed="rId2"/>
            <a:stretch/>
          </p:blipFill>
          <p:spPr>
            <a:xfrm>
              <a:off x="2859120" y="1828800"/>
              <a:ext cx="6472800" cy="3276000"/>
            </a:xfrm>
            <a:prstGeom prst="rect">
              <a:avLst/>
            </a:prstGeom>
            <a:noFill/>
            <a:ln w="0">
              <a:noFill/>
            </a:ln>
          </p:spPr>
        </p:pic>
        <p:sp>
          <p:nvSpPr>
            <p:cNvPr id="489" name="Legende mit Linie 1 5">
              <a:extLst>
                <a:ext uri="{FF2B5EF4-FFF2-40B4-BE49-F238E27FC236}">
                  <a16:creationId xmlns:a16="http://schemas.microsoft.com/office/drawing/2014/main" id="{12216B13-3195-66A6-B677-48BAF9FB0B74}"/>
                </a:ext>
              </a:extLst>
            </p:cNvPr>
            <p:cNvSpPr/>
            <p:nvPr/>
          </p:nvSpPr>
          <p:spPr>
            <a:xfrm>
              <a:off x="6876720" y="4659480"/>
              <a:ext cx="2159640" cy="1520280"/>
            </a:xfrm>
            <a:prstGeom prst="borderCallout1">
              <a:avLst>
                <a:gd name="adj1" fmla="val 18750"/>
                <a:gd name="adj2" fmla="val -8333"/>
                <a:gd name="adj3" fmla="val -13509"/>
                <a:gd name="adj4" fmla="val -68600"/>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rmAutofit/>
            </a:bodyPr>
            <a:lstStyle/>
            <a:p>
              <a:pPr algn="ctr" defTabSz="914400">
                <a:lnSpc>
                  <a:spcPct val="90000"/>
                </a:lnSpc>
                <a:spcAft>
                  <a:spcPts val="601"/>
                </a:spcAft>
              </a:pPr>
              <a:r>
                <a:rPr lang="de-DE" sz="2400" b="0" u="none" strike="noStrike">
                  <a:solidFill>
                    <a:schemeClr val="dk1"/>
                  </a:solidFill>
                  <a:uFillTx/>
                  <a:latin typeface="Calibri"/>
                </a:rPr>
                <a:t>Der Einstiegspunkt für Angular</a:t>
              </a:r>
              <a:endParaRPr lang="de-DE" sz="2400" b="0" u="none" strike="noStrike">
                <a:solidFill>
                  <a:srgbClr val="000000"/>
                </a:solidFill>
                <a:uFillTx/>
                <a:latin typeface="Arial"/>
              </a:endParaRPr>
            </a:p>
          </p:txBody>
        </p:sp>
      </p:grpSp>
      <p:cxnSp>
        <p:nvCxnSpPr>
          <p:cNvPr id="490" name="Gerade Verbindung mit Pfeil 11">
            <a:extLst>
              <a:ext uri="{FF2B5EF4-FFF2-40B4-BE49-F238E27FC236}">
                <a16:creationId xmlns:a16="http://schemas.microsoft.com/office/drawing/2014/main" id="{D9DA14EB-EFD9-8BDF-960A-7FA597149567}"/>
              </a:ext>
            </a:extLst>
          </p:cNvPr>
          <p:cNvCxnSpPr/>
          <p:nvPr/>
        </p:nvCxnSpPr>
        <p:spPr>
          <a:xfrm flipH="1" flipV="1">
            <a:off x="5348520" y="4458960"/>
            <a:ext cx="1529280" cy="648360"/>
          </a:xfrm>
          <a:prstGeom prst="straightConnector1">
            <a:avLst/>
          </a:prstGeom>
          <a:ln w="0">
            <a:solidFill>
              <a:srgbClr val="1D9A78"/>
            </a:solidFill>
            <a:tailEnd type="triangle" w="med" len="med"/>
          </a:ln>
        </p:spPr>
      </p:cxnSp>
    </p:spTree>
    <p:extLst>
      <p:ext uri="{BB962C8B-B14F-4D97-AF65-F5344CB8AC3E}">
        <p14:creationId xmlns:p14="http://schemas.microsoft.com/office/powerpoint/2010/main" val="1321717424"/>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8CBE91-2CD2-AD0C-A3E3-C3A02E7BD9B4}"/>
            </a:ext>
          </a:extLst>
        </p:cNvPr>
        <p:cNvGrpSpPr/>
        <p:nvPr/>
      </p:nvGrpSpPr>
      <p:grpSpPr>
        <a:xfrm>
          <a:off x="0" y="0"/>
          <a:ext cx="0" cy="0"/>
          <a:chOff x="0" y="0"/>
          <a:chExt cx="0" cy="0"/>
        </a:xfrm>
      </p:grpSpPr>
      <p:sp>
        <p:nvSpPr>
          <p:cNvPr id="491" name="PlaceHolder 1">
            <a:extLst>
              <a:ext uri="{FF2B5EF4-FFF2-40B4-BE49-F238E27FC236}">
                <a16:creationId xmlns:a16="http://schemas.microsoft.com/office/drawing/2014/main" id="{50FF4DB0-49F1-ACCA-4EC1-2393638953F1}"/>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Component-Annotation</a:t>
            </a:r>
            <a:endParaRPr lang="de-DE" sz="4400" b="0" u="none" strike="noStrike">
              <a:solidFill>
                <a:srgbClr val="000000"/>
              </a:solidFill>
              <a:uFillTx/>
              <a:latin typeface="Arial"/>
            </a:endParaRPr>
          </a:p>
        </p:txBody>
      </p:sp>
      <p:sp>
        <p:nvSpPr>
          <p:cNvPr id="492" name="PlaceHolder 2">
            <a:extLst>
              <a:ext uri="{FF2B5EF4-FFF2-40B4-BE49-F238E27FC236}">
                <a16:creationId xmlns:a16="http://schemas.microsoft.com/office/drawing/2014/main" id="{DD610C24-2C61-13F8-D407-B610B5CE3AA1}"/>
              </a:ext>
            </a:extLst>
          </p:cNvPr>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1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Eine Component ist eine TypeScript-Klasse mit der </a:t>
            </a:r>
            <a:r>
              <a:rPr lang="de-DE" sz="2800" b="0" u="none" strike="noStrike">
                <a:solidFill>
                  <a:schemeClr val="dk1"/>
                </a:solidFill>
                <a:uFillTx/>
                <a:latin typeface="Courier New"/>
              </a:rPr>
              <a:t>@Component</a:t>
            </a:r>
            <a:r>
              <a:rPr lang="de-DE" sz="2800" b="0" u="none" strike="noStrike">
                <a:solidFill>
                  <a:schemeClr val="dk1"/>
                </a:solidFill>
                <a:uFillTx/>
                <a:latin typeface="Calibri"/>
              </a:rPr>
              <a:t>-Annotation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Annotationen enthalten Metadaten, die der Klasse zugeordnet werden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Diese müssen von einem Framework interpretiert werden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Annotationen sind damit so etwas wie statische Eigenschaften einer Klasse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Allerdings sind diese syntaktisch nicht Bestandteil der Klassendeklaration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Damit ergibt sich eine sauber Trennung</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Eine typische Component definiert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Den Selector als Bezug zum Template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 Lokation des Templates</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Vollständige Liste unter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i="1" u="none" strike="noStrike">
                <a:solidFill>
                  <a:schemeClr val="dk1"/>
                </a:solidFill>
                <a:uFillTx/>
                <a:latin typeface="Courier New"/>
              </a:rPr>
              <a:t>https://angular.io/api/core/Component</a:t>
            </a:r>
            <a:endParaRPr lang="de-DE" sz="2400" b="0" u="none" strike="noStrike">
              <a:solidFill>
                <a:srgbClr val="000000"/>
              </a:solidFill>
              <a:uFillTx/>
              <a:latin typeface="Arial"/>
            </a:endParaRPr>
          </a:p>
        </p:txBody>
      </p:sp>
    </p:spTree>
    <p:extLst>
      <p:ext uri="{BB962C8B-B14F-4D97-AF65-F5344CB8AC3E}">
        <p14:creationId xmlns:p14="http://schemas.microsoft.com/office/powerpoint/2010/main" val="3314102431"/>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3EFFC9-8E4D-4D48-043C-369B6CADB540}"/>
            </a:ext>
          </a:extLst>
        </p:cNvPr>
        <p:cNvGrpSpPr/>
        <p:nvPr/>
      </p:nvGrpSpPr>
      <p:grpSpPr>
        <a:xfrm>
          <a:off x="0" y="0"/>
          <a:ext cx="0" cy="0"/>
          <a:chOff x="0" y="0"/>
          <a:chExt cx="0" cy="0"/>
        </a:xfrm>
      </p:grpSpPr>
      <p:sp>
        <p:nvSpPr>
          <p:cNvPr id="493" name="PlaceHolder 1">
            <a:extLst>
              <a:ext uri="{FF2B5EF4-FFF2-40B4-BE49-F238E27FC236}">
                <a16:creationId xmlns:a16="http://schemas.microsoft.com/office/drawing/2014/main" id="{814E1C06-44B7-05C0-3739-1DB1106058D7}"/>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Aufgabe der Component</a:t>
            </a:r>
            <a:endParaRPr lang="de-DE" sz="4400" b="0" u="none" strike="noStrike">
              <a:solidFill>
                <a:srgbClr val="000000"/>
              </a:solidFill>
              <a:uFillTx/>
              <a:latin typeface="Arial"/>
            </a:endParaRPr>
          </a:p>
        </p:txBody>
      </p:sp>
      <p:sp>
        <p:nvSpPr>
          <p:cNvPr id="494" name="PlaceHolder 2">
            <a:extLst>
              <a:ext uri="{FF2B5EF4-FFF2-40B4-BE49-F238E27FC236}">
                <a16:creationId xmlns:a16="http://schemas.microsoft.com/office/drawing/2014/main" id="{11C5C325-94D8-42A8-B664-CCFBEFE1A972}"/>
              </a:ext>
            </a:extLst>
          </p:cNvPr>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Eigenschaften der Component-Klasse dienen als Schnittstelle zum HTML-Code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Werte werden über Interpolation oder Direktiven gebunden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Funktionen dienen als Event-Handler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Bei Bedarf implementiert die Component-Klasse Lifecycle-Funktionen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ngOnChanges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ngOnInit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i="1" u="none" strike="noStrike">
                <a:solidFill>
                  <a:schemeClr val="dk1"/>
                </a:solidFill>
                <a:uFillTx/>
                <a:latin typeface="Courier New"/>
              </a:rPr>
              <a:t>https://angular.io/guide/lifecycle-hooks</a:t>
            </a:r>
            <a:endParaRPr lang="de-DE" sz="2400" b="0" u="none" strike="noStrike">
              <a:solidFill>
                <a:srgbClr val="000000"/>
              </a:solidFill>
              <a:uFillTx/>
              <a:latin typeface="Arial"/>
            </a:endParaRPr>
          </a:p>
        </p:txBody>
      </p:sp>
    </p:spTree>
    <p:extLst>
      <p:ext uri="{BB962C8B-B14F-4D97-AF65-F5344CB8AC3E}">
        <p14:creationId xmlns:p14="http://schemas.microsoft.com/office/powerpoint/2010/main" val="3441094309"/>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CFB250-1AB1-AFC8-E8F2-6E37E225DC68}"/>
            </a:ext>
          </a:extLst>
        </p:cNvPr>
        <p:cNvGrpSpPr/>
        <p:nvPr/>
      </p:nvGrpSpPr>
      <p:grpSpPr>
        <a:xfrm>
          <a:off x="0" y="0"/>
          <a:ext cx="0" cy="0"/>
          <a:chOff x="0" y="0"/>
          <a:chExt cx="0" cy="0"/>
        </a:xfrm>
      </p:grpSpPr>
      <p:sp>
        <p:nvSpPr>
          <p:cNvPr id="495" name="PlaceHolder 1">
            <a:extLst>
              <a:ext uri="{FF2B5EF4-FFF2-40B4-BE49-F238E27FC236}">
                <a16:creationId xmlns:a16="http://schemas.microsoft.com/office/drawing/2014/main" id="{51B3BB4A-776F-95B1-9186-BEDEDD1DABFD}"/>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Angular-Module: Die Component</a:t>
            </a:r>
            <a:endParaRPr lang="de-DE" sz="4400" b="0" u="none" strike="noStrike">
              <a:solidFill>
                <a:srgbClr val="000000"/>
              </a:solidFill>
              <a:uFillTx/>
              <a:latin typeface="Arial"/>
            </a:endParaRPr>
          </a:p>
        </p:txBody>
      </p:sp>
      <p:sp>
        <p:nvSpPr>
          <p:cNvPr id="496" name="PlaceHolder 2">
            <a:extLst>
              <a:ext uri="{FF2B5EF4-FFF2-40B4-BE49-F238E27FC236}">
                <a16:creationId xmlns:a16="http://schemas.microsoft.com/office/drawing/2014/main" id="{8F4E3228-6FCE-10CB-017D-BEA1D0B3C05A}"/>
              </a:ext>
            </a:extLst>
          </p:cNvPr>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1800" b="0" u="none" strike="noStrike">
                <a:solidFill>
                  <a:srgbClr val="0033B3"/>
                </a:solidFill>
                <a:uFillTx/>
                <a:latin typeface="Calibri"/>
              </a:rPr>
              <a:t>import </a:t>
            </a:r>
            <a:r>
              <a:rPr lang="de-DE" sz="1800" b="0" u="none" strike="noStrike">
                <a:solidFill>
                  <a:schemeClr val="dk1"/>
                </a:solidFill>
                <a:uFillTx/>
                <a:latin typeface="Calibri"/>
              </a:rPr>
              <a:t>{</a:t>
            </a:r>
            <a:r>
              <a:rPr lang="de-DE" sz="1800" b="0" u="none" strike="noStrike">
                <a:solidFill>
                  <a:srgbClr val="000000"/>
                </a:solidFill>
                <a:uFillTx/>
                <a:latin typeface="Calibri"/>
              </a:rPr>
              <a:t>ApplicationRef</a:t>
            </a:r>
            <a:r>
              <a:rPr lang="de-DE" sz="1800" b="0" u="none" strike="noStrike">
                <a:solidFill>
                  <a:schemeClr val="dk1"/>
                </a:solidFill>
                <a:uFillTx/>
                <a:latin typeface="Calibri"/>
              </a:rPr>
              <a:t>, </a:t>
            </a:r>
            <a:r>
              <a:rPr lang="de-DE" sz="1800" b="0" u="none" strike="noStrike">
                <a:solidFill>
                  <a:srgbClr val="830091"/>
                </a:solidFill>
                <a:uFillTx/>
                <a:latin typeface="Calibri"/>
              </a:rPr>
              <a:t>Component</a:t>
            </a:r>
            <a:r>
              <a:rPr lang="de-DE" sz="1800" b="0" u="none" strike="noStrike">
                <a:solidFill>
                  <a:schemeClr val="dk1"/>
                </a:solidFill>
                <a:uFillTx/>
                <a:latin typeface="Calibri"/>
              </a:rPr>
              <a:t>, </a:t>
            </a:r>
            <a:r>
              <a:rPr lang="de-DE" sz="1800" b="0" u="none" strike="noStrike">
                <a:solidFill>
                  <a:srgbClr val="000000"/>
                </a:solidFill>
                <a:uFillTx/>
                <a:latin typeface="Calibri"/>
              </a:rPr>
              <a:t>OnDestroy</a:t>
            </a:r>
            <a:r>
              <a:rPr lang="de-DE" sz="1800" b="0" u="none" strike="noStrike">
                <a:solidFill>
                  <a:schemeClr val="dk1"/>
                </a:solidFill>
                <a:uFillTx/>
                <a:latin typeface="Calibri"/>
              </a:rPr>
              <a:t>, </a:t>
            </a:r>
            <a:r>
              <a:rPr lang="de-DE" sz="1800" b="0" u="none" strike="noStrike">
                <a:solidFill>
                  <a:srgbClr val="000000"/>
                </a:solidFill>
                <a:uFillTx/>
                <a:latin typeface="Calibri"/>
              </a:rPr>
              <a:t>OnInit</a:t>
            </a:r>
            <a:r>
              <a:rPr lang="de-DE" sz="1800" b="0" u="none" strike="noStrike">
                <a:solidFill>
                  <a:schemeClr val="dk1"/>
                </a:solidFill>
                <a:uFillTx/>
                <a:latin typeface="Calibri"/>
              </a:rPr>
              <a:t>} </a:t>
            </a:r>
            <a:r>
              <a:rPr lang="de-DE" sz="1800" b="0" u="none" strike="noStrike">
                <a:solidFill>
                  <a:srgbClr val="0033B3"/>
                </a:solidFill>
                <a:uFillTx/>
                <a:latin typeface="Calibri"/>
              </a:rPr>
              <a:t>from </a:t>
            </a:r>
            <a:r>
              <a:rPr lang="de-DE" sz="1800" b="0" u="none" strike="noStrike">
                <a:solidFill>
                  <a:srgbClr val="067D17"/>
                </a:solidFill>
                <a:uFillTx/>
                <a:latin typeface="Calibri"/>
              </a:rPr>
              <a:t>"@angular/core"</a:t>
            </a:r>
            <a:r>
              <a:rPr lang="de-DE" sz="1800" b="0" u="none" strike="noStrike">
                <a:solidFill>
                  <a:schemeClr val="dk1"/>
                </a:solidFill>
                <a:uFillTx/>
                <a:latin typeface="Calibri"/>
              </a:rPr>
              <a:t>;</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r>
              <a:rPr lang="de-DE" sz="1800" b="0" u="none" strike="noStrike">
                <a:solidFill>
                  <a:srgbClr val="9E880D"/>
                </a:solidFill>
                <a:uFillTx/>
                <a:latin typeface="Calibri"/>
              </a:rPr>
              <a:t>@Component</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selector</a:t>
            </a:r>
            <a:r>
              <a:rPr lang="de-DE" sz="1800" b="0" u="none" strike="noStrike">
                <a:solidFill>
                  <a:schemeClr val="dk1"/>
                </a:solidFill>
                <a:uFillTx/>
                <a:latin typeface="Calibri"/>
              </a:rPr>
              <a:t>: </a:t>
            </a:r>
            <a:r>
              <a:rPr lang="de-DE" sz="1800" b="0" u="none" strike="noStrike">
                <a:solidFill>
                  <a:srgbClr val="067D17"/>
                </a:solidFill>
                <a:uFillTx/>
                <a:latin typeface="Calibri"/>
              </a:rPr>
              <a:t>“app-root"</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templateUrl</a:t>
            </a:r>
            <a:r>
              <a:rPr lang="de-DE" sz="1800" b="0" u="none" strike="noStrike">
                <a:solidFill>
                  <a:schemeClr val="dk1"/>
                </a:solidFill>
                <a:uFillTx/>
                <a:latin typeface="Calibri"/>
              </a:rPr>
              <a:t>: </a:t>
            </a:r>
            <a:r>
              <a:rPr lang="de-DE" sz="1800" b="0" u="none" strike="noStrike">
                <a:solidFill>
                  <a:srgbClr val="067D17"/>
                </a:solidFill>
                <a:uFillTx/>
                <a:latin typeface="Calibri"/>
              </a:rPr>
              <a:t>"./app.component.html"</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styleUrls</a:t>
            </a:r>
            <a:r>
              <a:rPr lang="de-DE" sz="1800" b="0" u="none" strike="noStrike">
                <a:solidFill>
                  <a:schemeClr val="dk1"/>
                </a:solidFill>
                <a:uFillTx/>
                <a:latin typeface="Calibri"/>
              </a:rPr>
              <a:t>: [</a:t>
            </a:r>
            <a:r>
              <a:rPr lang="de-DE" sz="1800" b="0" u="none" strike="noStrike">
                <a:solidFill>
                  <a:srgbClr val="067D17"/>
                </a:solidFill>
                <a:uFillTx/>
                <a:latin typeface="Calibri"/>
              </a:rPr>
              <a:t>"./app.component.scss"</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animations</a:t>
            </a:r>
            <a:r>
              <a:rPr lang="de-DE" sz="1800" b="0" u="none" strike="noStrike">
                <a:solidFill>
                  <a:schemeClr val="dk1"/>
                </a:solidFill>
                <a:uFillTx/>
                <a:latin typeface="Calibri"/>
              </a:rPr>
              <a:t>: [</a:t>
            </a:r>
            <a:r>
              <a:rPr lang="de-DE" sz="1800" b="0" u="none" strike="noStrike">
                <a:solidFill>
                  <a:srgbClr val="830091"/>
                </a:solidFill>
                <a:uFillTx/>
                <a:latin typeface="Calibri"/>
              </a:rPr>
              <a:t>fadeAnimation</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a:t>
            </a:r>
            <a:br>
              <a:rPr sz="1800"/>
            </a:br>
            <a:r>
              <a:rPr lang="de-DE" sz="1800" b="0" u="none" strike="noStrike">
                <a:solidFill>
                  <a:srgbClr val="0033B3"/>
                </a:solidFill>
                <a:uFillTx/>
                <a:latin typeface="Calibri"/>
              </a:rPr>
              <a:t>export class </a:t>
            </a:r>
            <a:r>
              <a:rPr lang="de-DE" sz="1800" b="0" u="none" strike="noStrike">
                <a:solidFill>
                  <a:srgbClr val="000000"/>
                </a:solidFill>
                <a:uFillTx/>
                <a:latin typeface="Calibri"/>
              </a:rPr>
              <a:t>AppComponent </a:t>
            </a:r>
            <a:r>
              <a:rPr lang="de-DE" sz="1800" b="0" u="none" strike="noStrike">
                <a:solidFill>
                  <a:srgbClr val="0033B3"/>
                </a:solidFill>
                <a:uFillTx/>
                <a:latin typeface="Calibri"/>
              </a:rPr>
              <a:t>implements </a:t>
            </a:r>
            <a:r>
              <a:rPr lang="de-DE" sz="1800" b="0" u="none" strike="noStrike">
                <a:solidFill>
                  <a:srgbClr val="000000"/>
                </a:solidFill>
                <a:uFillTx/>
                <a:latin typeface="Calibri"/>
              </a:rPr>
              <a:t>OnInit</a:t>
            </a:r>
            <a:r>
              <a:rPr lang="de-DE" sz="1800" b="0" u="none" strike="noStrike">
                <a:solidFill>
                  <a:schemeClr val="dk1"/>
                </a:solidFill>
                <a:uFillTx/>
                <a:latin typeface="Calibri"/>
              </a:rPr>
              <a:t>, </a:t>
            </a:r>
            <a:r>
              <a:rPr lang="de-DE" sz="1800" b="0" u="none" strike="noStrike">
                <a:solidFill>
                  <a:srgbClr val="000000"/>
                </a:solidFill>
                <a:uFillTx/>
                <a:latin typeface="Calibri"/>
              </a:rPr>
              <a:t>OnDestroy </a:t>
            </a:r>
            <a:r>
              <a:rPr lang="de-DE" sz="1800" b="0" u="none" strike="noStrike">
                <a:solidFill>
                  <a:schemeClr val="dk1"/>
                </a:solidFill>
                <a:uFillTx/>
                <a:latin typeface="Calibri"/>
              </a:rPr>
              <a:t>{</a:t>
            </a:r>
            <a:br>
              <a:rPr sz="1800"/>
            </a:br>
            <a:br>
              <a:rPr sz="1800"/>
            </a:br>
            <a:r>
              <a:rPr lang="de-DE" sz="1800" b="0" u="none" strike="noStrike">
                <a:solidFill>
                  <a:schemeClr val="dk1"/>
                </a:solidFill>
                <a:uFillTx/>
                <a:latin typeface="Calibri"/>
              </a:rPr>
              <a:t>    </a:t>
            </a:r>
            <a:r>
              <a:rPr lang="de-DE" sz="1800" b="0" u="none" strike="noStrike">
                <a:solidFill>
                  <a:srgbClr val="0033B3"/>
                </a:solidFill>
                <a:uFillTx/>
                <a:latin typeface="Calibri"/>
              </a:rPr>
              <a:t>public </a:t>
            </a:r>
            <a:r>
              <a:rPr lang="de-DE" sz="1800" b="0" u="none" strike="noStrike">
                <a:solidFill>
                  <a:srgbClr val="871094"/>
                </a:solidFill>
                <a:uFillTx/>
                <a:latin typeface="Calibri"/>
              </a:rPr>
              <a:t>title </a:t>
            </a:r>
            <a:r>
              <a:rPr lang="de-DE" sz="1800" b="0" u="none" strike="noStrike">
                <a:solidFill>
                  <a:schemeClr val="dk1"/>
                </a:solidFill>
                <a:uFillTx/>
                <a:latin typeface="Calibri"/>
              </a:rPr>
              <a:t>= </a:t>
            </a:r>
            <a:r>
              <a:rPr lang="de-DE" sz="1800" b="0" u="none" strike="noStrike">
                <a:solidFill>
                  <a:srgbClr val="067D17"/>
                </a:solidFill>
                <a:uFillTx/>
                <a:latin typeface="Calibri"/>
              </a:rPr>
              <a:t>"theFrontend"</a:t>
            </a:r>
            <a:r>
              <a:rPr lang="de-DE" sz="1800" b="0" u="none" strike="noStrike">
                <a:solidFill>
                  <a:schemeClr val="dk1"/>
                </a:solidFill>
                <a:uFillTx/>
                <a:latin typeface="Calibri"/>
              </a:rPr>
              <a:t>;</a:t>
            </a:r>
            <a:endParaRPr lang="de-DE" sz="1800" b="0" u="none" strike="noStrike">
              <a:solidFill>
                <a:srgbClr val="000000"/>
              </a:solidFill>
              <a:uFillTx/>
              <a:latin typeface="Arial"/>
            </a:endParaRPr>
          </a:p>
        </p:txBody>
      </p:sp>
      <p:sp>
        <p:nvSpPr>
          <p:cNvPr id="497" name="Legende mit Linie 1 5">
            <a:extLst>
              <a:ext uri="{FF2B5EF4-FFF2-40B4-BE49-F238E27FC236}">
                <a16:creationId xmlns:a16="http://schemas.microsoft.com/office/drawing/2014/main" id="{BBF103DB-4587-4352-9490-FFD36CDAFD68}"/>
              </a:ext>
            </a:extLst>
          </p:cNvPr>
          <p:cNvSpPr/>
          <p:nvPr/>
        </p:nvSpPr>
        <p:spPr>
          <a:xfrm>
            <a:off x="8696160" y="2734920"/>
            <a:ext cx="2554920" cy="754560"/>
          </a:xfrm>
          <a:prstGeom prst="borderCallout1">
            <a:avLst>
              <a:gd name="adj1" fmla="val 18750"/>
              <a:gd name="adj2" fmla="val -8333"/>
              <a:gd name="adj3" fmla="val -18598"/>
              <a:gd name="adj4" fmla="val -129136"/>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Referenz auf den Einstiegspunkt</a:t>
            </a:r>
            <a:endParaRPr lang="de-DE" sz="1800" b="0" u="none" strike="noStrike">
              <a:solidFill>
                <a:srgbClr val="000000"/>
              </a:solidFill>
              <a:uFillTx/>
              <a:latin typeface="Arial"/>
            </a:endParaRPr>
          </a:p>
        </p:txBody>
      </p:sp>
      <p:sp>
        <p:nvSpPr>
          <p:cNvPr id="498" name="Legende mit Linie 1 9">
            <a:extLst>
              <a:ext uri="{FF2B5EF4-FFF2-40B4-BE49-F238E27FC236}">
                <a16:creationId xmlns:a16="http://schemas.microsoft.com/office/drawing/2014/main" id="{C46B5330-FF00-BD4E-FC43-FFCF8C85D47F}"/>
              </a:ext>
            </a:extLst>
          </p:cNvPr>
          <p:cNvSpPr/>
          <p:nvPr/>
        </p:nvSpPr>
        <p:spPr>
          <a:xfrm>
            <a:off x="8696160" y="3706920"/>
            <a:ext cx="2554920" cy="682560"/>
          </a:xfrm>
          <a:prstGeom prst="borderCallout1">
            <a:avLst>
              <a:gd name="adj1" fmla="val 18750"/>
              <a:gd name="adj2" fmla="val -8333"/>
              <a:gd name="adj3" fmla="val -101397"/>
              <a:gd name="adj4" fmla="val -73759"/>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Referenz auf Template und CSS</a:t>
            </a:r>
            <a:endParaRPr lang="de-DE" sz="1800" b="0" u="none" strike="noStrike">
              <a:solidFill>
                <a:srgbClr val="000000"/>
              </a:solidFill>
              <a:uFillTx/>
              <a:latin typeface="Arial"/>
            </a:endParaRPr>
          </a:p>
        </p:txBody>
      </p:sp>
      <p:sp>
        <p:nvSpPr>
          <p:cNvPr id="499" name="Legende mit Linie 1 10">
            <a:extLst>
              <a:ext uri="{FF2B5EF4-FFF2-40B4-BE49-F238E27FC236}">
                <a16:creationId xmlns:a16="http://schemas.microsoft.com/office/drawing/2014/main" id="{0957CF1D-D60A-1D8D-3313-F500BF8E3BB8}"/>
              </a:ext>
            </a:extLst>
          </p:cNvPr>
          <p:cNvSpPr/>
          <p:nvPr/>
        </p:nvSpPr>
        <p:spPr>
          <a:xfrm>
            <a:off x="8696160" y="1690560"/>
            <a:ext cx="2554920" cy="754560"/>
          </a:xfrm>
          <a:prstGeom prst="borderCallout1">
            <a:avLst>
              <a:gd name="adj1" fmla="val 18750"/>
              <a:gd name="adj2" fmla="val -8333"/>
              <a:gd name="adj3" fmla="val 26754"/>
              <a:gd name="adj4" fmla="val -54499"/>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TypeScript-Import der Angular-Core-Bibliothek</a:t>
            </a:r>
            <a:endParaRPr lang="de-DE" sz="1800" b="0" u="none" strike="noStrike">
              <a:solidFill>
                <a:srgbClr val="000000"/>
              </a:solidFill>
              <a:uFillTx/>
              <a:latin typeface="Arial"/>
            </a:endParaRPr>
          </a:p>
        </p:txBody>
      </p:sp>
      <p:sp>
        <p:nvSpPr>
          <p:cNvPr id="500" name="Legende mit Linie 1 11">
            <a:extLst>
              <a:ext uri="{FF2B5EF4-FFF2-40B4-BE49-F238E27FC236}">
                <a16:creationId xmlns:a16="http://schemas.microsoft.com/office/drawing/2014/main" id="{8DCB0920-C8CA-D866-7E2C-7ACBD9F8ECE4}"/>
              </a:ext>
            </a:extLst>
          </p:cNvPr>
          <p:cNvSpPr/>
          <p:nvPr/>
        </p:nvSpPr>
        <p:spPr>
          <a:xfrm>
            <a:off x="8696160" y="4552920"/>
            <a:ext cx="2554920" cy="754560"/>
          </a:xfrm>
          <a:prstGeom prst="borderCallout1">
            <a:avLst>
              <a:gd name="adj1" fmla="val 18750"/>
              <a:gd name="adj2" fmla="val -8333"/>
              <a:gd name="adj3" fmla="val -89533"/>
              <a:gd name="adj4" fmla="val -115378"/>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Definition einer Variablen und </a:t>
            </a:r>
            <a:endParaRPr lang="de-DE" sz="1800" b="0" u="none" strike="noStrike">
              <a:solidFill>
                <a:srgbClr val="000000"/>
              </a:solidFill>
              <a:uFillTx/>
              <a:latin typeface="Arial"/>
            </a:endParaRPr>
          </a:p>
          <a:p>
            <a:pPr algn="ctr" defTabSz="914400">
              <a:lnSpc>
                <a:spcPct val="100000"/>
              </a:lnSpc>
            </a:pPr>
            <a:r>
              <a:rPr lang="de-DE" sz="1800" b="0" u="none" strike="noStrike">
                <a:solidFill>
                  <a:schemeClr val="dk1"/>
                </a:solidFill>
                <a:uFillTx/>
                <a:latin typeface="Calibri"/>
              </a:rPr>
              <a:t>Wert-Zuweisung</a:t>
            </a:r>
            <a:endParaRPr lang="de-DE" sz="1800" b="0" u="none" strike="noStrike">
              <a:solidFill>
                <a:srgbClr val="000000"/>
              </a:solidFill>
              <a:uFillTx/>
              <a:latin typeface="Arial"/>
            </a:endParaRPr>
          </a:p>
        </p:txBody>
      </p:sp>
      <p:cxnSp>
        <p:nvCxnSpPr>
          <p:cNvPr id="501" name="Gerade Verbindung mit Pfeil 8">
            <a:extLst>
              <a:ext uri="{FF2B5EF4-FFF2-40B4-BE49-F238E27FC236}">
                <a16:creationId xmlns:a16="http://schemas.microsoft.com/office/drawing/2014/main" id="{EE4D74B7-F17F-F70D-ABFC-0A6402D2B9D7}"/>
              </a:ext>
            </a:extLst>
          </p:cNvPr>
          <p:cNvCxnSpPr/>
          <p:nvPr/>
        </p:nvCxnSpPr>
        <p:spPr>
          <a:xfrm flipH="1">
            <a:off x="7547040" y="2162520"/>
            <a:ext cx="1150560" cy="1440"/>
          </a:xfrm>
          <a:prstGeom prst="straightConnector1">
            <a:avLst/>
          </a:prstGeom>
          <a:ln w="0">
            <a:solidFill>
              <a:srgbClr val="1D9A78"/>
            </a:solidFill>
            <a:tailEnd type="triangle" w="med" len="med"/>
          </a:ln>
        </p:spPr>
      </p:cxnSp>
      <p:cxnSp>
        <p:nvCxnSpPr>
          <p:cNvPr id="502" name="Gerade Verbindung mit Pfeil 13">
            <a:extLst>
              <a:ext uri="{FF2B5EF4-FFF2-40B4-BE49-F238E27FC236}">
                <a16:creationId xmlns:a16="http://schemas.microsoft.com/office/drawing/2014/main" id="{1438C3AE-31DC-A50E-95B9-5CCC667B8A2D}"/>
              </a:ext>
            </a:extLst>
          </p:cNvPr>
          <p:cNvCxnSpPr/>
          <p:nvPr/>
        </p:nvCxnSpPr>
        <p:spPr>
          <a:xfrm flipH="1" flipV="1">
            <a:off x="3607200" y="2604240"/>
            <a:ext cx="5518440" cy="422280"/>
          </a:xfrm>
          <a:prstGeom prst="straightConnector1">
            <a:avLst/>
          </a:prstGeom>
          <a:ln w="0">
            <a:solidFill>
              <a:srgbClr val="1D9A78"/>
            </a:solidFill>
            <a:tailEnd type="triangle" w="med" len="med"/>
          </a:ln>
        </p:spPr>
      </p:cxnSp>
      <p:cxnSp>
        <p:nvCxnSpPr>
          <p:cNvPr id="503" name="Gerade Verbindung mit Pfeil 15">
            <a:extLst>
              <a:ext uri="{FF2B5EF4-FFF2-40B4-BE49-F238E27FC236}">
                <a16:creationId xmlns:a16="http://schemas.microsoft.com/office/drawing/2014/main" id="{892DC9A3-73D9-81E5-E2F8-49DC1DAF4A23}"/>
              </a:ext>
            </a:extLst>
          </p:cNvPr>
          <p:cNvCxnSpPr>
            <a:stCxn id="498" idx="2"/>
          </p:cNvCxnSpPr>
          <p:nvPr/>
        </p:nvCxnSpPr>
        <p:spPr>
          <a:xfrm flipH="1" flipV="1">
            <a:off x="4672080" y="3108240"/>
            <a:ext cx="5301720" cy="1281600"/>
          </a:xfrm>
          <a:prstGeom prst="straightConnector1">
            <a:avLst/>
          </a:prstGeom>
          <a:ln w="0">
            <a:solidFill>
              <a:srgbClr val="1D9A78"/>
            </a:solidFill>
            <a:tailEnd type="triangle" w="med" len="med"/>
          </a:ln>
        </p:spPr>
      </p:cxnSp>
      <p:cxnSp>
        <p:nvCxnSpPr>
          <p:cNvPr id="504" name="Gerade Verbindung mit Pfeil 17">
            <a:extLst>
              <a:ext uri="{FF2B5EF4-FFF2-40B4-BE49-F238E27FC236}">
                <a16:creationId xmlns:a16="http://schemas.microsoft.com/office/drawing/2014/main" id="{88854060-AAF6-5FF0-DCAE-637763DDE067}"/>
              </a:ext>
            </a:extLst>
          </p:cNvPr>
          <p:cNvCxnSpPr/>
          <p:nvPr/>
        </p:nvCxnSpPr>
        <p:spPr>
          <a:xfrm flipH="1" flipV="1">
            <a:off x="3953880" y="4289760"/>
            <a:ext cx="4510800" cy="459000"/>
          </a:xfrm>
          <a:prstGeom prst="straightConnector1">
            <a:avLst/>
          </a:prstGeom>
          <a:ln w="0">
            <a:solidFill>
              <a:srgbClr val="1D9A78"/>
            </a:solidFill>
            <a:tailEnd type="triangle" w="med" len="med"/>
          </a:ln>
        </p:spPr>
      </p:cxnSp>
    </p:spTree>
    <p:extLst>
      <p:ext uri="{BB962C8B-B14F-4D97-AF65-F5344CB8AC3E}">
        <p14:creationId xmlns:p14="http://schemas.microsoft.com/office/powerpoint/2010/main" val="1774662930"/>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216EA8-31A8-210F-48FE-6FF24A441CD6}"/>
            </a:ext>
          </a:extLst>
        </p:cNvPr>
        <p:cNvGrpSpPr/>
        <p:nvPr/>
      </p:nvGrpSpPr>
      <p:grpSpPr>
        <a:xfrm>
          <a:off x="0" y="0"/>
          <a:ext cx="0" cy="0"/>
          <a:chOff x="0" y="0"/>
          <a:chExt cx="0" cy="0"/>
        </a:xfrm>
      </p:grpSpPr>
      <p:sp>
        <p:nvSpPr>
          <p:cNvPr id="505" name="PlaceHolder 1">
            <a:extLst>
              <a:ext uri="{FF2B5EF4-FFF2-40B4-BE49-F238E27FC236}">
                <a16:creationId xmlns:a16="http://schemas.microsoft.com/office/drawing/2014/main" id="{2B5A7888-8ECB-1184-E5A2-CCEA2604B290}"/>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Angular-Module: Das HTML-Template</a:t>
            </a:r>
            <a:endParaRPr lang="de-DE" sz="4400" b="0" u="none" strike="noStrike">
              <a:solidFill>
                <a:srgbClr val="000000"/>
              </a:solidFill>
              <a:uFillTx/>
              <a:latin typeface="Arial"/>
            </a:endParaRPr>
          </a:p>
        </p:txBody>
      </p:sp>
      <p:grpSp>
        <p:nvGrpSpPr>
          <p:cNvPr id="506" name="Gruppieren 5">
            <a:extLst>
              <a:ext uri="{FF2B5EF4-FFF2-40B4-BE49-F238E27FC236}">
                <a16:creationId xmlns:a16="http://schemas.microsoft.com/office/drawing/2014/main" id="{3BB0FAD5-8BC9-601C-3416-73D5B1952007}"/>
              </a:ext>
            </a:extLst>
          </p:cNvPr>
          <p:cNvGrpSpPr/>
          <p:nvPr/>
        </p:nvGrpSpPr>
        <p:grpSpPr>
          <a:xfrm>
            <a:off x="838080" y="1384200"/>
            <a:ext cx="9035280" cy="5265720"/>
            <a:chOff x="838080" y="1384200"/>
            <a:chExt cx="9035280" cy="5265720"/>
          </a:xfrm>
        </p:grpSpPr>
        <p:pic>
          <p:nvPicPr>
            <p:cNvPr id="507" name="Picture 2">
              <a:extLst>
                <a:ext uri="{FF2B5EF4-FFF2-40B4-BE49-F238E27FC236}">
                  <a16:creationId xmlns:a16="http://schemas.microsoft.com/office/drawing/2014/main" id="{7EDBA99B-479D-0969-996C-69259FBFEE24}"/>
                </a:ext>
              </a:extLst>
            </p:cNvPr>
            <p:cNvPicPr/>
            <p:nvPr/>
          </p:nvPicPr>
          <p:blipFill>
            <a:blip r:embed="rId2"/>
            <a:srcRect r="31407"/>
            <a:stretch/>
          </p:blipFill>
          <p:spPr>
            <a:xfrm>
              <a:off x="838080" y="1384200"/>
              <a:ext cx="7164360" cy="5265720"/>
            </a:xfrm>
            <a:prstGeom prst="rect">
              <a:avLst/>
            </a:prstGeom>
            <a:noFill/>
            <a:ln w="0">
              <a:noFill/>
            </a:ln>
          </p:spPr>
        </p:pic>
        <p:sp>
          <p:nvSpPr>
            <p:cNvPr id="508" name="Legende mit Linie 1 6">
              <a:extLst>
                <a:ext uri="{FF2B5EF4-FFF2-40B4-BE49-F238E27FC236}">
                  <a16:creationId xmlns:a16="http://schemas.microsoft.com/office/drawing/2014/main" id="{15BFF4EA-E848-D678-DDB5-08C7BCBCFAC7}"/>
                </a:ext>
              </a:extLst>
            </p:cNvPr>
            <p:cNvSpPr/>
            <p:nvPr/>
          </p:nvSpPr>
          <p:spPr>
            <a:xfrm>
              <a:off x="7318440" y="2037600"/>
              <a:ext cx="2554920" cy="1006560"/>
            </a:xfrm>
            <a:prstGeom prst="borderCallout1">
              <a:avLst>
                <a:gd name="adj1" fmla="val 18750"/>
                <a:gd name="adj2" fmla="val -8333"/>
                <a:gd name="adj3" fmla="val 37220"/>
                <a:gd name="adj4" fmla="val -87862"/>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Referenzieren der Component-Variable mit Interpolation</a:t>
              </a:r>
              <a:endParaRPr lang="de-DE" sz="1800" b="0" u="none" strike="noStrike">
                <a:solidFill>
                  <a:srgbClr val="000000"/>
                </a:solidFill>
                <a:uFillTx/>
                <a:latin typeface="Arial"/>
              </a:endParaRPr>
            </a:p>
          </p:txBody>
        </p:sp>
      </p:grpSp>
      <p:cxnSp>
        <p:nvCxnSpPr>
          <p:cNvPr id="509" name="Gerade Verbindung mit Pfeil 8">
            <a:extLst>
              <a:ext uri="{FF2B5EF4-FFF2-40B4-BE49-F238E27FC236}">
                <a16:creationId xmlns:a16="http://schemas.microsoft.com/office/drawing/2014/main" id="{43594C18-706B-DDEC-84C2-914897851735}"/>
              </a:ext>
            </a:extLst>
          </p:cNvPr>
          <p:cNvCxnSpPr/>
          <p:nvPr/>
        </p:nvCxnSpPr>
        <p:spPr>
          <a:xfrm flipH="1">
            <a:off x="5198040" y="2541240"/>
            <a:ext cx="2121480" cy="15480"/>
          </a:xfrm>
          <a:prstGeom prst="straightConnector1">
            <a:avLst/>
          </a:prstGeom>
          <a:ln w="0">
            <a:solidFill>
              <a:srgbClr val="1D9A78"/>
            </a:solidFill>
            <a:tailEnd type="triangle" w="med" len="med"/>
          </a:ln>
        </p:spPr>
      </p:cxnSp>
    </p:spTree>
    <p:extLst>
      <p:ext uri="{BB962C8B-B14F-4D97-AF65-F5344CB8AC3E}">
        <p14:creationId xmlns:p14="http://schemas.microsoft.com/office/powerpoint/2010/main" val="3114752151"/>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28BDE5-E5CE-B692-5C3E-66A745CABF45}"/>
            </a:ext>
          </a:extLst>
        </p:cNvPr>
        <p:cNvGrpSpPr/>
        <p:nvPr/>
      </p:nvGrpSpPr>
      <p:grpSpPr>
        <a:xfrm>
          <a:off x="0" y="0"/>
          <a:ext cx="0" cy="0"/>
          <a:chOff x="0" y="0"/>
          <a:chExt cx="0" cy="0"/>
        </a:xfrm>
      </p:grpSpPr>
      <p:sp>
        <p:nvSpPr>
          <p:cNvPr id="510" name="PlaceHolder 1">
            <a:extLst>
              <a:ext uri="{FF2B5EF4-FFF2-40B4-BE49-F238E27FC236}">
                <a16:creationId xmlns:a16="http://schemas.microsoft.com/office/drawing/2014/main" id="{E3A56073-D1E2-D5F9-54C7-4CE9BEA4DB2B}"/>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Angular-Module: Module-Deklaration</a:t>
            </a:r>
            <a:endParaRPr lang="de-DE" sz="4400" b="0" u="none" strike="noStrike">
              <a:solidFill>
                <a:srgbClr val="000000"/>
              </a:solidFill>
              <a:uFillTx/>
              <a:latin typeface="Arial"/>
            </a:endParaRPr>
          </a:p>
        </p:txBody>
      </p:sp>
      <p:grpSp>
        <p:nvGrpSpPr>
          <p:cNvPr id="511" name="Gruppieren 5">
            <a:extLst>
              <a:ext uri="{FF2B5EF4-FFF2-40B4-BE49-F238E27FC236}">
                <a16:creationId xmlns:a16="http://schemas.microsoft.com/office/drawing/2014/main" id="{86CF11C3-6633-C0F8-4AF3-5BCA98155151}"/>
              </a:ext>
            </a:extLst>
          </p:cNvPr>
          <p:cNvGrpSpPr/>
          <p:nvPr/>
        </p:nvGrpSpPr>
        <p:grpSpPr>
          <a:xfrm>
            <a:off x="1376280" y="1369800"/>
            <a:ext cx="8819640" cy="5312160"/>
            <a:chOff x="1376280" y="1369800"/>
            <a:chExt cx="8819640" cy="5312160"/>
          </a:xfrm>
        </p:grpSpPr>
        <p:pic>
          <p:nvPicPr>
            <p:cNvPr id="512" name="Picture 2">
              <a:extLst>
                <a:ext uri="{FF2B5EF4-FFF2-40B4-BE49-F238E27FC236}">
                  <a16:creationId xmlns:a16="http://schemas.microsoft.com/office/drawing/2014/main" id="{F022C183-6AF4-D305-EAD2-A258177D216F}"/>
                </a:ext>
              </a:extLst>
            </p:cNvPr>
            <p:cNvPicPr/>
            <p:nvPr/>
          </p:nvPicPr>
          <p:blipFill>
            <a:blip r:embed="rId2"/>
            <a:stretch/>
          </p:blipFill>
          <p:spPr>
            <a:xfrm>
              <a:off x="1376280" y="1369800"/>
              <a:ext cx="6418440" cy="4789800"/>
            </a:xfrm>
            <a:prstGeom prst="rect">
              <a:avLst/>
            </a:prstGeom>
            <a:noFill/>
            <a:ln w="0">
              <a:noFill/>
            </a:ln>
          </p:spPr>
        </p:pic>
        <p:sp>
          <p:nvSpPr>
            <p:cNvPr id="513" name="Legende mit Linie 1 6">
              <a:extLst>
                <a:ext uri="{FF2B5EF4-FFF2-40B4-BE49-F238E27FC236}">
                  <a16:creationId xmlns:a16="http://schemas.microsoft.com/office/drawing/2014/main" id="{8C978B35-36B2-46C3-75E1-8147D55A5764}"/>
                </a:ext>
              </a:extLst>
            </p:cNvPr>
            <p:cNvSpPr/>
            <p:nvPr/>
          </p:nvSpPr>
          <p:spPr>
            <a:xfrm>
              <a:off x="7641000" y="1823040"/>
              <a:ext cx="2554920" cy="1006560"/>
            </a:xfrm>
            <a:prstGeom prst="borderCallout1">
              <a:avLst>
                <a:gd name="adj1" fmla="val 18750"/>
                <a:gd name="adj2" fmla="val -8333"/>
                <a:gd name="adj3" fmla="val 14544"/>
                <a:gd name="adj4" fmla="val -34550"/>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Import von Angular-Core und dem Browser-Support</a:t>
              </a:r>
              <a:endParaRPr lang="de-DE" sz="1800" b="0" u="none" strike="noStrike">
                <a:solidFill>
                  <a:srgbClr val="000000"/>
                </a:solidFill>
                <a:uFillTx/>
                <a:latin typeface="Arial"/>
              </a:endParaRPr>
            </a:p>
          </p:txBody>
        </p:sp>
        <p:sp>
          <p:nvSpPr>
            <p:cNvPr id="514" name="Legende mit Linie 1 7">
              <a:extLst>
                <a:ext uri="{FF2B5EF4-FFF2-40B4-BE49-F238E27FC236}">
                  <a16:creationId xmlns:a16="http://schemas.microsoft.com/office/drawing/2014/main" id="{A645C0AB-48ED-3E1D-A7F2-59A72FA7DA66}"/>
                </a:ext>
              </a:extLst>
            </p:cNvPr>
            <p:cNvSpPr/>
            <p:nvPr/>
          </p:nvSpPr>
          <p:spPr>
            <a:xfrm>
              <a:off x="7641000" y="2975040"/>
              <a:ext cx="2554920" cy="1006560"/>
            </a:xfrm>
            <a:prstGeom prst="borderCallout1">
              <a:avLst>
                <a:gd name="adj1" fmla="val 18750"/>
                <a:gd name="adj2" fmla="val -8333"/>
                <a:gd name="adj3" fmla="val -14237"/>
                <a:gd name="adj4" fmla="val -42805"/>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Import der eigenen Komponente</a:t>
              </a:r>
              <a:endParaRPr lang="de-DE" sz="1800" b="0" u="none" strike="noStrike">
                <a:solidFill>
                  <a:srgbClr val="000000"/>
                </a:solidFill>
                <a:uFillTx/>
                <a:latin typeface="Arial"/>
              </a:endParaRPr>
            </a:p>
          </p:txBody>
        </p:sp>
        <p:sp>
          <p:nvSpPr>
            <p:cNvPr id="515" name="Legende mit Linie 1 8">
              <a:extLst>
                <a:ext uri="{FF2B5EF4-FFF2-40B4-BE49-F238E27FC236}">
                  <a16:creationId xmlns:a16="http://schemas.microsoft.com/office/drawing/2014/main" id="{2D8DAC1A-E3C2-4717-1D64-C7A534A94247}"/>
                </a:ext>
              </a:extLst>
            </p:cNvPr>
            <p:cNvSpPr/>
            <p:nvPr/>
          </p:nvSpPr>
          <p:spPr>
            <a:xfrm>
              <a:off x="7641000" y="5675400"/>
              <a:ext cx="2554920" cy="1006560"/>
            </a:xfrm>
            <a:prstGeom prst="borderCallout1">
              <a:avLst>
                <a:gd name="adj1" fmla="val 18750"/>
                <a:gd name="adj2" fmla="val -8333"/>
                <a:gd name="adj3" fmla="val 20649"/>
                <a:gd name="adj4" fmla="val -117442"/>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Durch den Export wird das Modul aktiviert</a:t>
              </a:r>
              <a:endParaRPr lang="de-DE" sz="1800" b="0" u="none" strike="noStrike">
                <a:solidFill>
                  <a:srgbClr val="000000"/>
                </a:solidFill>
                <a:uFillTx/>
                <a:latin typeface="Arial"/>
              </a:endParaRPr>
            </a:p>
          </p:txBody>
        </p:sp>
        <p:sp>
          <p:nvSpPr>
            <p:cNvPr id="516" name="Legende mit Linie 1 9">
              <a:extLst>
                <a:ext uri="{FF2B5EF4-FFF2-40B4-BE49-F238E27FC236}">
                  <a16:creationId xmlns:a16="http://schemas.microsoft.com/office/drawing/2014/main" id="{BB436715-9C5B-3849-68FD-C49CDA073B7D}"/>
                </a:ext>
              </a:extLst>
            </p:cNvPr>
            <p:cNvSpPr/>
            <p:nvPr/>
          </p:nvSpPr>
          <p:spPr>
            <a:xfrm>
              <a:off x="7641000" y="4271400"/>
              <a:ext cx="2554920" cy="1006560"/>
            </a:xfrm>
            <a:prstGeom prst="borderCallout1">
              <a:avLst>
                <a:gd name="adj1" fmla="val 18750"/>
                <a:gd name="adj2" fmla="val -8333"/>
                <a:gd name="adj3" fmla="val 50303"/>
                <a:gd name="adj4" fmla="val -120193"/>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Definition aller Eigenschaften des Moduls</a:t>
              </a:r>
              <a:endParaRPr lang="de-DE" sz="1800" b="0" u="none" strike="noStrike">
                <a:solidFill>
                  <a:srgbClr val="000000"/>
                </a:solidFill>
                <a:uFillTx/>
                <a:latin typeface="Arial"/>
              </a:endParaRPr>
            </a:p>
          </p:txBody>
        </p:sp>
      </p:grpSp>
      <p:cxnSp>
        <p:nvCxnSpPr>
          <p:cNvPr id="517" name="Gerade Verbindung mit Pfeil 11">
            <a:extLst>
              <a:ext uri="{FF2B5EF4-FFF2-40B4-BE49-F238E27FC236}">
                <a16:creationId xmlns:a16="http://schemas.microsoft.com/office/drawing/2014/main" id="{FB482755-09A7-8BF3-4D24-657E4913E6F6}"/>
              </a:ext>
            </a:extLst>
          </p:cNvPr>
          <p:cNvCxnSpPr/>
          <p:nvPr/>
        </p:nvCxnSpPr>
        <p:spPr>
          <a:xfrm flipH="1" flipV="1">
            <a:off x="5861880" y="2975040"/>
            <a:ext cx="1479600" cy="455400"/>
          </a:xfrm>
          <a:prstGeom prst="straightConnector1">
            <a:avLst/>
          </a:prstGeom>
          <a:ln w="0">
            <a:solidFill>
              <a:srgbClr val="1D9A78"/>
            </a:solidFill>
            <a:tailEnd type="triangle" w="med" len="med"/>
          </a:ln>
        </p:spPr>
      </p:cxnSp>
      <p:cxnSp>
        <p:nvCxnSpPr>
          <p:cNvPr id="518" name="Gerade Verbindung mit Pfeil 17">
            <a:extLst>
              <a:ext uri="{FF2B5EF4-FFF2-40B4-BE49-F238E27FC236}">
                <a16:creationId xmlns:a16="http://schemas.microsoft.com/office/drawing/2014/main" id="{D3F94CA2-905C-58A7-4252-4828D594BE0A}"/>
              </a:ext>
            </a:extLst>
          </p:cNvPr>
          <p:cNvCxnSpPr/>
          <p:nvPr/>
        </p:nvCxnSpPr>
        <p:spPr>
          <a:xfrm flipH="1" flipV="1">
            <a:off x="3769560" y="3983040"/>
            <a:ext cx="3398760" cy="678600"/>
          </a:xfrm>
          <a:prstGeom prst="straightConnector1">
            <a:avLst/>
          </a:prstGeom>
          <a:ln w="0">
            <a:solidFill>
              <a:srgbClr val="1D9A78"/>
            </a:solidFill>
            <a:tailEnd type="triangle" w="med" len="med"/>
          </a:ln>
        </p:spPr>
      </p:cxnSp>
      <p:cxnSp>
        <p:nvCxnSpPr>
          <p:cNvPr id="519" name="Gerade Verbindung mit Pfeil 19">
            <a:extLst>
              <a:ext uri="{FF2B5EF4-FFF2-40B4-BE49-F238E27FC236}">
                <a16:creationId xmlns:a16="http://schemas.microsoft.com/office/drawing/2014/main" id="{87A64F01-A3DD-D561-B0E6-800628C5753B}"/>
              </a:ext>
            </a:extLst>
          </p:cNvPr>
          <p:cNvCxnSpPr/>
          <p:nvPr/>
        </p:nvCxnSpPr>
        <p:spPr>
          <a:xfrm flipH="1">
            <a:off x="2275560" y="6021000"/>
            <a:ext cx="5366520" cy="1440"/>
          </a:xfrm>
          <a:prstGeom prst="straightConnector1">
            <a:avLst/>
          </a:prstGeom>
          <a:ln w="0">
            <a:solidFill>
              <a:srgbClr val="1D9A78"/>
            </a:solidFill>
            <a:tailEnd type="triangle" w="med" len="med"/>
          </a:ln>
        </p:spPr>
      </p:cxnSp>
    </p:spTree>
    <p:extLst>
      <p:ext uri="{BB962C8B-B14F-4D97-AF65-F5344CB8AC3E}">
        <p14:creationId xmlns:p14="http://schemas.microsoft.com/office/powerpoint/2010/main" val="3419740262"/>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9BDCD0-93A6-1375-0407-8CD156CA3973}"/>
            </a:ext>
          </a:extLst>
        </p:cNvPr>
        <p:cNvGrpSpPr/>
        <p:nvPr/>
      </p:nvGrpSpPr>
      <p:grpSpPr>
        <a:xfrm>
          <a:off x="0" y="0"/>
          <a:ext cx="0" cy="0"/>
          <a:chOff x="0" y="0"/>
          <a:chExt cx="0" cy="0"/>
        </a:xfrm>
      </p:grpSpPr>
      <p:sp>
        <p:nvSpPr>
          <p:cNvPr id="520" name="PlaceHolder 1">
            <a:extLst>
              <a:ext uri="{FF2B5EF4-FFF2-40B4-BE49-F238E27FC236}">
                <a16:creationId xmlns:a16="http://schemas.microsoft.com/office/drawing/2014/main" id="{7C53F256-08FA-2930-C951-45D0185C1828}"/>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Ablauf bis hier her</a:t>
            </a:r>
            <a:endParaRPr lang="de-DE" sz="4400" b="0" u="none" strike="noStrike">
              <a:solidFill>
                <a:srgbClr val="000000"/>
              </a:solidFill>
              <a:uFillTx/>
              <a:latin typeface="Arial"/>
            </a:endParaRPr>
          </a:p>
        </p:txBody>
      </p:sp>
      <p:sp>
        <p:nvSpPr>
          <p:cNvPr id="521" name="PlaceHolder 2">
            <a:extLst>
              <a:ext uri="{FF2B5EF4-FFF2-40B4-BE49-F238E27FC236}">
                <a16:creationId xmlns:a16="http://schemas.microsoft.com/office/drawing/2014/main" id="{C59A1369-6CA1-4EA9-6EA3-D6BCF6B53E06}"/>
              </a:ext>
            </a:extLst>
          </p:cNvPr>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Ablauf bis hier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Aufruf bootstrapModule mit Modul (AppModule)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Modul ist Referenz auf eine Klasse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Klasse hat einen Decorator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Modul-Decorator enthält Komponenten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Woher weiß Angular welche Komponente für das Bootstrapping verwendet werden soll?</a:t>
            </a:r>
            <a:endParaRPr lang="de-DE" sz="2800" b="0" u="none" strike="noStrike">
              <a:solidFill>
                <a:srgbClr val="000000"/>
              </a:solidFill>
              <a:uFillTx/>
              <a:latin typeface="Arial"/>
            </a:endParaRPr>
          </a:p>
        </p:txBody>
      </p:sp>
    </p:spTree>
    <p:extLst>
      <p:ext uri="{BB962C8B-B14F-4D97-AF65-F5344CB8AC3E}">
        <p14:creationId xmlns:p14="http://schemas.microsoft.com/office/powerpoint/2010/main" val="1562722106"/>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D769CA-71FC-5DBD-04F1-55B9142A0463}"/>
            </a:ext>
          </a:extLst>
        </p:cNvPr>
        <p:cNvGrpSpPr/>
        <p:nvPr/>
      </p:nvGrpSpPr>
      <p:grpSpPr>
        <a:xfrm>
          <a:off x="0" y="0"/>
          <a:ext cx="0" cy="0"/>
          <a:chOff x="0" y="0"/>
          <a:chExt cx="0" cy="0"/>
        </a:xfrm>
      </p:grpSpPr>
      <p:sp>
        <p:nvSpPr>
          <p:cNvPr id="522" name="PlaceHolder 1">
            <a:extLst>
              <a:ext uri="{FF2B5EF4-FFF2-40B4-BE49-F238E27FC236}">
                <a16:creationId xmlns:a16="http://schemas.microsoft.com/office/drawing/2014/main" id="{7CBD5ECB-0870-2F6E-4D33-B3CFD9D90096}"/>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Angular-Module: Module-Deklaration</a:t>
            </a:r>
            <a:endParaRPr lang="de-DE" sz="4400" b="0" u="none" strike="noStrike">
              <a:solidFill>
                <a:srgbClr val="000000"/>
              </a:solidFill>
              <a:uFillTx/>
              <a:latin typeface="Arial"/>
            </a:endParaRPr>
          </a:p>
        </p:txBody>
      </p:sp>
      <p:grpSp>
        <p:nvGrpSpPr>
          <p:cNvPr id="523" name="Gruppieren 5">
            <a:extLst>
              <a:ext uri="{FF2B5EF4-FFF2-40B4-BE49-F238E27FC236}">
                <a16:creationId xmlns:a16="http://schemas.microsoft.com/office/drawing/2014/main" id="{B2F151CD-B472-B4C0-22E1-AB583632DBDD}"/>
              </a:ext>
            </a:extLst>
          </p:cNvPr>
          <p:cNvGrpSpPr/>
          <p:nvPr/>
        </p:nvGrpSpPr>
        <p:grpSpPr>
          <a:xfrm>
            <a:off x="1451520" y="1326240"/>
            <a:ext cx="8819640" cy="5312520"/>
            <a:chOff x="1451520" y="1326240"/>
            <a:chExt cx="8819640" cy="5312520"/>
          </a:xfrm>
        </p:grpSpPr>
        <p:pic>
          <p:nvPicPr>
            <p:cNvPr id="524" name="Picture 2">
              <a:extLst>
                <a:ext uri="{FF2B5EF4-FFF2-40B4-BE49-F238E27FC236}">
                  <a16:creationId xmlns:a16="http://schemas.microsoft.com/office/drawing/2014/main" id="{B1A8C3C9-A133-B5A9-18B3-CDE8A8665E5E}"/>
                </a:ext>
              </a:extLst>
            </p:cNvPr>
            <p:cNvPicPr/>
            <p:nvPr/>
          </p:nvPicPr>
          <p:blipFill>
            <a:blip r:embed="rId2"/>
            <a:stretch/>
          </p:blipFill>
          <p:spPr>
            <a:xfrm>
              <a:off x="1451520" y="1326240"/>
              <a:ext cx="6418440" cy="4789800"/>
            </a:xfrm>
            <a:prstGeom prst="rect">
              <a:avLst/>
            </a:prstGeom>
            <a:noFill/>
            <a:ln w="0">
              <a:noFill/>
            </a:ln>
          </p:spPr>
        </p:pic>
        <p:sp>
          <p:nvSpPr>
            <p:cNvPr id="525" name="Legende mit Linie 1 8">
              <a:extLst>
                <a:ext uri="{FF2B5EF4-FFF2-40B4-BE49-F238E27FC236}">
                  <a16:creationId xmlns:a16="http://schemas.microsoft.com/office/drawing/2014/main" id="{028A4743-5803-0460-24B3-1C101CA926BB}"/>
                </a:ext>
              </a:extLst>
            </p:cNvPr>
            <p:cNvSpPr/>
            <p:nvPr/>
          </p:nvSpPr>
          <p:spPr>
            <a:xfrm>
              <a:off x="7716240" y="5632200"/>
              <a:ext cx="2554920" cy="1006560"/>
            </a:xfrm>
            <a:prstGeom prst="borderCallout1">
              <a:avLst>
                <a:gd name="adj1" fmla="val 18750"/>
                <a:gd name="adj2" fmla="val -8333"/>
                <a:gd name="adj3" fmla="val 20649"/>
                <a:gd name="adj4" fmla="val -117442"/>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„Main“ Component</a:t>
              </a:r>
              <a:endParaRPr lang="de-DE" sz="1800" b="0" u="none" strike="noStrike">
                <a:solidFill>
                  <a:srgbClr val="000000"/>
                </a:solidFill>
                <a:uFillTx/>
                <a:latin typeface="Arial"/>
              </a:endParaRPr>
            </a:p>
          </p:txBody>
        </p:sp>
      </p:grpSp>
      <p:cxnSp>
        <p:nvCxnSpPr>
          <p:cNvPr id="526" name="Gerade Verbindung mit Pfeil 19">
            <a:extLst>
              <a:ext uri="{FF2B5EF4-FFF2-40B4-BE49-F238E27FC236}">
                <a16:creationId xmlns:a16="http://schemas.microsoft.com/office/drawing/2014/main" id="{78773D40-83F1-FE4D-9D1A-0BDCEE4C00B6}"/>
              </a:ext>
            </a:extLst>
          </p:cNvPr>
          <p:cNvCxnSpPr/>
          <p:nvPr/>
        </p:nvCxnSpPr>
        <p:spPr>
          <a:xfrm flipH="1" flipV="1">
            <a:off x="4559400" y="5423760"/>
            <a:ext cx="3082680" cy="598680"/>
          </a:xfrm>
          <a:prstGeom prst="straightConnector1">
            <a:avLst/>
          </a:prstGeom>
          <a:ln w="0">
            <a:solidFill>
              <a:srgbClr val="1D9A78"/>
            </a:solidFill>
            <a:tailEnd type="triangle" w="med" len="med"/>
          </a:ln>
        </p:spPr>
      </p:cxnSp>
    </p:spTree>
    <p:extLst>
      <p:ext uri="{BB962C8B-B14F-4D97-AF65-F5344CB8AC3E}">
        <p14:creationId xmlns:p14="http://schemas.microsoft.com/office/powerpoint/2010/main" val="898978360"/>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09CAD6-B838-7DF4-4B64-C471F7A377E1}"/>
            </a:ext>
          </a:extLst>
        </p:cNvPr>
        <p:cNvGrpSpPr/>
        <p:nvPr/>
      </p:nvGrpSpPr>
      <p:grpSpPr>
        <a:xfrm>
          <a:off x="0" y="0"/>
          <a:ext cx="0" cy="0"/>
          <a:chOff x="0" y="0"/>
          <a:chExt cx="0" cy="0"/>
        </a:xfrm>
      </p:grpSpPr>
      <p:sp>
        <p:nvSpPr>
          <p:cNvPr id="527" name="Rectangle 7">
            <a:extLst>
              <a:ext uri="{FF2B5EF4-FFF2-40B4-BE49-F238E27FC236}">
                <a16:creationId xmlns:a16="http://schemas.microsoft.com/office/drawing/2014/main" id="{78361653-AEE0-3EBD-63CC-A2CFF3C8A0D8}"/>
              </a:ext>
              <a:ext uri="{C183D7F6-B498-43B3-948B-1728B52AA6E4}">
                <adec:decorative xmlns:adec="http://schemas.microsoft.com/office/drawing/2017/decorative" val="1"/>
              </a:ext>
            </a:extLst>
          </p:cNvPr>
          <p:cNvSpPr/>
          <p:nvPr/>
        </p:nvSpPr>
        <p:spPr>
          <a:xfrm>
            <a:off x="0" y="0"/>
            <a:ext cx="12190680" cy="19098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28" name="PlaceHolder 1">
            <a:extLst>
              <a:ext uri="{FF2B5EF4-FFF2-40B4-BE49-F238E27FC236}">
                <a16:creationId xmlns:a16="http://schemas.microsoft.com/office/drawing/2014/main" id="{6519FC65-E49A-9298-AC24-9D788A076E39}"/>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600" b="0" u="none" strike="noStrike">
                <a:solidFill>
                  <a:srgbClr val="FFFFFF"/>
                </a:solidFill>
                <a:uFillTx/>
                <a:latin typeface="Calibri Light"/>
              </a:rPr>
              <a:t>Kompletter Ablauf</a:t>
            </a:r>
            <a:endParaRPr lang="de-DE" sz="4600" b="0" u="none" strike="noStrike">
              <a:solidFill>
                <a:srgbClr val="000000"/>
              </a:solidFill>
              <a:uFillTx/>
              <a:latin typeface="Arial"/>
            </a:endParaRPr>
          </a:p>
        </p:txBody>
      </p:sp>
      <p:sp>
        <p:nvSpPr>
          <p:cNvPr id="529" name="PlaceHolder 2">
            <a:extLst>
              <a:ext uri="{FF2B5EF4-FFF2-40B4-BE49-F238E27FC236}">
                <a16:creationId xmlns:a16="http://schemas.microsoft.com/office/drawing/2014/main" id="{CC95F139-51D4-B0FD-9B68-8F5FE4C51AC3}"/>
              </a:ext>
            </a:extLst>
          </p:cNvPr>
          <p:cNvSpPr>
            <a:spLocks noGrp="1"/>
          </p:cNvSpPr>
          <p:nvPr>
            <p:ph/>
          </p:nvPr>
        </p:nvSpPr>
        <p:spPr>
          <a:xfrm>
            <a:off x="838080" y="2438280"/>
            <a:ext cx="10514160" cy="373716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Ablauf insgesamt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Aufruf bootstrapModule mit Modul (AppModule)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Modul ist Referenz auf eine Klasse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Klasse hat einen Decorator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Modul-Decorator hat Feld bootstrap</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Feld bootstrap hält Referenz auf Komponenten Klasse (AppComponent)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Komponenten-Klasse hat Decorator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Komponenten-Decorator hat Feld selector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Selector wird in DOM aus index.html gesucht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Komponente wird instanziiert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600" b="0" u="none" strike="noStrike">
              <a:solidFill>
                <a:srgbClr val="000000"/>
              </a:solidFill>
              <a:uFillTx/>
              <a:latin typeface="Arial"/>
            </a:endParaRPr>
          </a:p>
        </p:txBody>
      </p:sp>
    </p:spTree>
    <p:extLst>
      <p:ext uri="{BB962C8B-B14F-4D97-AF65-F5344CB8AC3E}">
        <p14:creationId xmlns:p14="http://schemas.microsoft.com/office/powerpoint/2010/main" val="1899238438"/>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DA2147-24E1-5084-C55C-734754B6F93E}"/>
            </a:ext>
          </a:extLst>
        </p:cNvPr>
        <p:cNvGrpSpPr/>
        <p:nvPr/>
      </p:nvGrpSpPr>
      <p:grpSpPr>
        <a:xfrm>
          <a:off x="0" y="0"/>
          <a:ext cx="0" cy="0"/>
          <a:chOff x="0" y="0"/>
          <a:chExt cx="0" cy="0"/>
        </a:xfrm>
      </p:grpSpPr>
      <p:sp>
        <p:nvSpPr>
          <p:cNvPr id="600" name="PlaceHolder 1">
            <a:extLst>
              <a:ext uri="{FF2B5EF4-FFF2-40B4-BE49-F238E27FC236}">
                <a16:creationId xmlns:a16="http://schemas.microsoft.com/office/drawing/2014/main" id="{FA14A6CD-5E4E-6F50-2EC3-C50CB9FE5D7D}"/>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dirty="0">
                <a:solidFill>
                  <a:schemeClr val="dk1"/>
                </a:solidFill>
                <a:uFillTx/>
                <a:latin typeface="Calibri Light"/>
              </a:rPr>
              <a:t>Deklaration, Imports und Exports</a:t>
            </a:r>
            <a:endParaRPr lang="de-DE" sz="4400" b="0" u="none" strike="noStrike" dirty="0">
              <a:solidFill>
                <a:srgbClr val="000000"/>
              </a:solidFill>
              <a:uFillTx/>
              <a:latin typeface="Arial"/>
            </a:endParaRPr>
          </a:p>
        </p:txBody>
      </p:sp>
      <p:sp>
        <p:nvSpPr>
          <p:cNvPr id="601" name="PlaceHolder 2">
            <a:extLst>
              <a:ext uri="{FF2B5EF4-FFF2-40B4-BE49-F238E27FC236}">
                <a16:creationId xmlns:a16="http://schemas.microsoft.com/office/drawing/2014/main" id="{4246F74B-B3E6-BB26-1369-168F7990D685}"/>
              </a:ext>
            </a:extLst>
          </p:cNvPr>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95F91"/>
                </a:solidFill>
                <a:uFillTx/>
                <a:latin typeface="SourceCodePro"/>
              </a:rPr>
              <a:t>@NgModule</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declarations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ReleaseListComponent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ReleaseCardComponent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imports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BrowserModule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exports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ReleaseListComponent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ReleaseModule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extLst>
      <p:ext uri="{BB962C8B-B14F-4D97-AF65-F5344CB8AC3E}">
        <p14:creationId xmlns:p14="http://schemas.microsoft.com/office/powerpoint/2010/main" val="50893908"/>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Module generieren</a:t>
            </a:r>
            <a:endParaRPr lang="de-DE" sz="4400" b="0" u="none" strike="noStrike">
              <a:solidFill>
                <a:srgbClr val="000000"/>
              </a:solidFill>
              <a:uFillTx/>
              <a:latin typeface="Arial"/>
            </a:endParaRPr>
          </a:p>
        </p:txBody>
      </p:sp>
      <p:sp>
        <p:nvSpPr>
          <p:cNvPr id="60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Angular CLI legt neue Module an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Module-Klasse + Annotation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Module-Komponente</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ng generate module </a:t>
            </a:r>
            <a:r>
              <a:rPr lang="de-DE" sz="2800" b="0" i="1" u="none" strike="noStrike">
                <a:solidFill>
                  <a:schemeClr val="dk1"/>
                </a:solidFill>
                <a:uFillTx/>
                <a:latin typeface="Calibri"/>
              </a:rPr>
              <a:t>name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Wird </a:t>
            </a:r>
            <a:r>
              <a:rPr lang="de-DE" sz="2800" b="0" i="1" u="none" strike="noStrike">
                <a:solidFill>
                  <a:schemeClr val="dk1"/>
                </a:solidFill>
                <a:uFillTx/>
                <a:latin typeface="Calibri"/>
              </a:rPr>
              <a:t>NICHT</a:t>
            </a:r>
            <a:r>
              <a:rPr lang="de-DE" sz="2800" b="0" u="none" strike="noStrike">
                <a:solidFill>
                  <a:schemeClr val="dk1"/>
                </a:solidFill>
                <a:uFillTx/>
                <a:latin typeface="Calibri"/>
              </a:rPr>
              <a:t> automatisch am nächsthöherer gelegenen Modul registriert </a:t>
            </a:r>
            <a:r>
              <a:rPr lang="de-DE" sz="2800" b="0" u="none" strike="noStrike">
                <a:solidFill>
                  <a:schemeClr val="dk1"/>
                </a:solidFill>
                <a:uFillTx/>
                <a:latin typeface="Wingdings"/>
              </a:rPr>
              <a:t></a:t>
            </a:r>
            <a:r>
              <a:rPr lang="de-DE" sz="2800" b="0" u="none" strike="noStrike">
                <a:solidFill>
                  <a:schemeClr val="dk1"/>
                </a:solidFill>
                <a:uFillTx/>
                <a:latin typeface="Calibri"/>
              </a:rPr>
              <a:t> selbst machen</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extLst>
      <p:ext uri="{BB962C8B-B14F-4D97-AF65-F5344CB8AC3E}">
        <p14:creationId xmlns:p14="http://schemas.microsoft.com/office/powerpoint/2010/main" val="3965960293"/>
      </p:ext>
    </p:extLst>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3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DI Konfig</a:t>
            </a:r>
            <a:endParaRPr lang="de-DE" sz="4400" b="0" u="none" strike="noStrike">
              <a:solidFill>
                <a:srgbClr val="000000"/>
              </a:solidFill>
              <a:uFillTx/>
              <a:latin typeface="Arial"/>
            </a:endParaRPr>
          </a:p>
        </p:txBody>
      </p:sp>
      <p:sp>
        <p:nvSpPr>
          <p:cNvPr id="83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Woher weiß Angular was zu injizieren ist?</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Muss konfiguriert werden: </a:t>
            </a:r>
            <a:r>
              <a:rPr lang="de-DE" sz="2400" b="0" i="1" u="none" strike="noStrike">
                <a:solidFill>
                  <a:srgbClr val="333333"/>
                </a:solidFill>
                <a:uFillTx/>
                <a:latin typeface="Aller"/>
              </a:rPr>
              <a:t>Providers</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Injector -&gt; Provider -&gt; Instance</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Konfiguration an Modulen</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95F91"/>
                </a:solidFill>
                <a:uFillTx/>
                <a:latin typeface="SourceCodePro"/>
              </a:rPr>
              <a:t>@NgModule</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providers</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 array of providers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export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class</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TrackModule</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tabLst>
                <a:tab pos="0" algn="l"/>
              </a:tabLst>
            </a:pPr>
            <a:r>
              <a:rPr lang="de-DE" sz="2800" b="0" u="none" strike="noStrike">
                <a:solidFill>
                  <a:srgbClr val="333333"/>
                </a:solidFill>
                <a:uFillTx/>
                <a:latin typeface="Aller"/>
              </a:rPr>
              <a:t>Wie sieht ein Provider aus?</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3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Wie geht DI in Angular</a:t>
            </a:r>
            <a:endParaRPr lang="de-DE" sz="4400" b="0" u="none" strike="noStrike">
              <a:solidFill>
                <a:srgbClr val="000000"/>
              </a:solidFill>
              <a:uFillTx/>
              <a:latin typeface="Arial"/>
            </a:endParaRPr>
          </a:p>
        </p:txBody>
      </p:sp>
      <p:sp>
        <p:nvSpPr>
          <p:cNvPr id="83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0000" lnSpcReduction="20000"/>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Direkte Abhängigkeit</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einfach nur die Klasse angeben: [ConsoleLogger]</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Kurz für [{ provide: ConsoleLogger, useClass: ConsoleLogger}]</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Allgemein: Provider-Objekt</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provide: Unter welchem Namen steht es zur Verfügung -&gt; Klasse</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Ein Rezept, wie soll es erzeugt werden soll -&gt;</a:t>
            </a:r>
            <a:br>
              <a:rPr sz="2400"/>
            </a:br>
            <a:r>
              <a:rPr lang="de-DE" sz="2400" b="0" u="none" strike="noStrike">
                <a:solidFill>
                  <a:srgbClr val="333333"/>
                </a:solidFill>
                <a:uFillTx/>
                <a:latin typeface="Aller"/>
              </a:rPr>
              <a:t>useClass, useValue, useFactory oder useExisting</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95F91"/>
                </a:solidFill>
                <a:uFillTx/>
                <a:latin typeface="SourceCodePro"/>
              </a:rPr>
              <a:t>@NgModule</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providers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	{</a:t>
            </a:r>
            <a:r>
              <a:rPr lang="de-DE" sz="2800" b="0" u="none" strike="noStrike">
                <a:solidFill>
                  <a:srgbClr val="48484C"/>
                </a:solidFill>
                <a:uFillTx/>
                <a:latin typeface="SourceCodePro"/>
              </a:rPr>
              <a:t> provide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ConsoleLogger</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useClass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ConsoleLogger</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same as shortcut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	{</a:t>
            </a:r>
            <a:r>
              <a:rPr lang="de-DE" sz="2800" b="0" u="none" strike="noStrike">
                <a:solidFill>
                  <a:srgbClr val="48484C"/>
                </a:solidFill>
                <a:uFillTx/>
                <a:latin typeface="SourceCodePro"/>
              </a:rPr>
              <a:t> provide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Logger</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useExisting</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ConsoleLogger</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different token, same instance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TrackModule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Deklaration an Modulen</a:t>
            </a:r>
            <a:endParaRPr lang="de-DE" sz="4400" b="0" u="none" strike="noStrike">
              <a:solidFill>
                <a:srgbClr val="000000"/>
              </a:solidFill>
              <a:uFillTx/>
              <a:latin typeface="Arial"/>
            </a:endParaRPr>
          </a:p>
        </p:txBody>
      </p:sp>
      <p:sp>
        <p:nvSpPr>
          <p:cNvPr id="9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95F91"/>
                </a:solidFill>
                <a:uFillTx/>
                <a:latin typeface="SourceCodePro"/>
              </a:rPr>
              <a:t>@NgModule</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declarations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HasLikesPipe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exports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HasLikesPipe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AppModule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3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Routenkonfiguration</a:t>
            </a:r>
            <a:endParaRPr lang="de-DE" sz="4400" b="0" u="none" strike="noStrike">
              <a:solidFill>
                <a:srgbClr val="000000"/>
              </a:solidFill>
              <a:uFillTx/>
              <a:latin typeface="Arial"/>
            </a:endParaRPr>
          </a:p>
        </p:txBody>
      </p:sp>
      <p:sp>
        <p:nvSpPr>
          <p:cNvPr id="103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Wird verwendet um Provider für Router Service zu erzeugen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Provider wird von RouterModule bereitgestellt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RouterModule muss in AppModule importiert werden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forRoot darf nur einmal im AppModule verwendet werden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forChild nur bei Lazy-Loading</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3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Beispiel: Routen-Definition</a:t>
            </a:r>
            <a:endParaRPr lang="de-DE" sz="4400" b="0" u="none" strike="noStrike">
              <a:solidFill>
                <a:srgbClr val="000000"/>
              </a:solidFill>
              <a:uFillTx/>
              <a:latin typeface="Arial"/>
            </a:endParaRPr>
          </a:p>
        </p:txBody>
      </p:sp>
      <p:sp>
        <p:nvSpPr>
          <p:cNvPr id="103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62500" lnSpcReduction="20000"/>
          </a:bodyPr>
          <a:lstStyle/>
          <a:p>
            <a:pPr indent="0" defTabSz="914400">
              <a:lnSpc>
                <a:spcPct val="90000"/>
              </a:lnSpc>
              <a:spcBef>
                <a:spcPts val="1001"/>
              </a:spcBef>
              <a:buNone/>
              <a:tabLst>
                <a:tab pos="0" algn="l"/>
              </a:tabLst>
            </a:pPr>
            <a:r>
              <a:rPr lang="de-DE" sz="2800" b="0" u="none" strike="noStrike">
                <a:solidFill>
                  <a:schemeClr val="dk1"/>
                </a:solidFill>
                <a:uFillTx/>
                <a:latin typeface="Courier New"/>
              </a:rPr>
              <a:t>const appRoutes: Routes =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 path: 'path1', component: Component1},</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 path: ' ',  redirectTo: '/index', pathMatch: 'full'},</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 path: '**', component: PageNotFoundComponent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@NgModule({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imports: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RouterModule.forRoot(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appRoutes,</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 enableTracing: true } // &lt;-- debugging purposes only</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export class AppModule { }</a:t>
            </a:r>
            <a:endParaRPr lang="de-DE" sz="2800" b="0" u="none" strike="noStrike">
              <a:solidFill>
                <a:srgbClr val="000000"/>
              </a:solidFill>
              <a:uFillTx/>
              <a:latin typeface="Arial"/>
            </a:endParaRP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3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Location-Strategy</a:t>
            </a:r>
            <a:endParaRPr lang="de-DE" sz="4400" b="0" u="none" strike="noStrike">
              <a:solidFill>
                <a:srgbClr val="000000"/>
              </a:solidFill>
              <a:uFillTx/>
              <a:latin typeface="Arial"/>
            </a:endParaRPr>
          </a:p>
        </p:txBody>
      </p:sp>
      <p:sp>
        <p:nvSpPr>
          <p:cNvPr id="103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0000" lnSpcReduction="20000"/>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LocationStrategy festlegen</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PathLocationStrategy </a:t>
            </a:r>
            <a:r>
              <a:rPr lang="de-DE" sz="2400" b="1" u="none" strike="noStrike">
                <a:solidFill>
                  <a:srgbClr val="333333"/>
                </a:solidFill>
                <a:uFillTx/>
                <a:latin typeface="Aller"/>
              </a:rPr>
              <a:t>(default)</a:t>
            </a:r>
            <a:endParaRPr lang="de-DE" sz="24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Bessere SEO Indizierung</a:t>
            </a:r>
            <a:endParaRPr lang="de-DE" sz="20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HashLocationStrategy: </a:t>
            </a:r>
            <a:r>
              <a:rPr lang="de-DE" sz="2400" b="0" i="1" u="none" strike="noStrike">
                <a:solidFill>
                  <a:srgbClr val="333333"/>
                </a:solidFill>
                <a:uFillTx/>
                <a:latin typeface="Aller"/>
              </a:rPr>
              <a:t>default AngularJS 1</a:t>
            </a:r>
            <a:endParaRPr lang="de-DE" sz="24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Simpler</a:t>
            </a:r>
            <a:endParaRPr lang="de-DE" sz="20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Verwendung von </a:t>
            </a:r>
            <a:r>
              <a:rPr lang="de-DE" sz="2800" b="1" u="none" strike="noStrike">
                <a:solidFill>
                  <a:srgbClr val="333333"/>
                </a:solidFill>
                <a:uFillTx/>
                <a:latin typeface="Aller"/>
              </a:rPr>
              <a:t>PathLocationStrategy</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&lt;base href="."&gt; als erstes Element im head der index.html</a:t>
            </a:r>
            <a:endParaRPr lang="de-DE" sz="24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RouterModule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'@angular/router'</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routes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'./app/app.routes'</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95F91"/>
                </a:solidFill>
                <a:uFillTx/>
                <a:latin typeface="SourceCodePro"/>
              </a:rPr>
              <a:t>@NgModule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imports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008080"/>
                </a:solidFill>
                <a:uFillTx/>
                <a:latin typeface="SourceCodePro"/>
              </a:rPr>
              <a:t>RouterModule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forRoot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routes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useHash</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true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AppModule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br>
              <a:rPr sz="2800"/>
            </a:br>
            <a:endParaRPr lang="de-DE" sz="2800" b="0" u="none" strike="noStrike">
              <a:solidFill>
                <a:srgbClr val="000000"/>
              </a:solidFill>
              <a:uFillTx/>
              <a:latin typeface="Arial"/>
            </a:endParaRP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5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ActivatedRoute und params.subscribe</a:t>
            </a:r>
            <a:endParaRPr lang="de-DE" sz="4400" b="0" u="none" strike="noStrike">
              <a:solidFill>
                <a:srgbClr val="000000"/>
              </a:solidFill>
              <a:uFillTx/>
              <a:latin typeface="Arial"/>
            </a:endParaRPr>
          </a:p>
        </p:txBody>
      </p:sp>
      <p:sp>
        <p:nvSpPr>
          <p:cNvPr id="105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19999"/>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ActivatedRoute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"@angular/router"</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ArtistDetailsComponent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implements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OnInit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OnDestroy</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private</a:t>
            </a:r>
            <a:r>
              <a:rPr lang="de-DE" sz="2400" b="0" u="none" strike="noStrike">
                <a:solidFill>
                  <a:srgbClr val="48484C"/>
                </a:solidFill>
                <a:uFillTx/>
                <a:latin typeface="SourceCodePro"/>
              </a:rPr>
              <a:t> subscription</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Subscription</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constructor</a:t>
            </a:r>
            <a:r>
              <a:rPr lang="de-DE" sz="2400" b="0" u="none" strike="noStrike">
                <a:solidFill>
                  <a:srgbClr val="93A1A1"/>
                </a:solidFill>
                <a:uFillTx/>
                <a:latin typeface="SourceCodePro"/>
              </a:rPr>
              <a:t>(</a:t>
            </a:r>
            <a:r>
              <a:rPr lang="de-DE" sz="2400" b="0" u="none" strike="noStrike">
                <a:solidFill>
                  <a:srgbClr val="1E347B"/>
                </a:solidFill>
                <a:uFillTx/>
                <a:latin typeface="SourceCodePro"/>
              </a:rPr>
              <a:t>private</a:t>
            </a:r>
            <a:r>
              <a:rPr lang="de-DE" sz="2400" b="0" u="none" strike="noStrike">
                <a:solidFill>
                  <a:srgbClr val="48484C"/>
                </a:solidFill>
                <a:uFillTx/>
                <a:latin typeface="SourceCodePro"/>
              </a:rPr>
              <a:t> route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ActivatedRoute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ngOnInit</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	this</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subscription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this</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route</a:t>
            </a:r>
            <a:r>
              <a:rPr lang="de-DE" sz="2400" b="0" u="none" strike="noStrike">
                <a:solidFill>
                  <a:srgbClr val="93A1A1"/>
                </a:solidFill>
                <a:uFillTx/>
                <a:latin typeface="SourceCodePro"/>
              </a:rPr>
              <a:t>.</a:t>
            </a:r>
            <a:r>
              <a:rPr lang="de-DE" sz="2400" b="0" u="none" strike="noStrike">
                <a:solidFill>
                  <a:srgbClr val="1E347B"/>
                </a:solidFill>
                <a:uFillTx/>
                <a:latin typeface="SourceCodePro"/>
              </a:rPr>
              <a:t>params</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		.</a:t>
            </a:r>
            <a:r>
              <a:rPr lang="de-DE" sz="2400" b="0" u="none" strike="noStrike">
                <a:solidFill>
                  <a:srgbClr val="48484C"/>
                </a:solidFill>
                <a:uFillTx/>
                <a:latin typeface="SourceCodePro"/>
              </a:rPr>
              <a:t>subscribe</a:t>
            </a:r>
            <a:r>
              <a:rPr lang="de-DE" sz="2400" b="0" u="none" strike="noStrike">
                <a:solidFill>
                  <a:srgbClr val="93A1A1"/>
                </a:solidFill>
                <a:uFillTx/>
                <a:latin typeface="SourceCodePro"/>
              </a:rPr>
              <a:t>(</a:t>
            </a:r>
            <a:r>
              <a:rPr lang="de-DE" sz="2400" b="0" u="none" strike="noStrike">
                <a:solidFill>
                  <a:srgbClr val="1E347B"/>
                </a:solidFill>
                <a:uFillTx/>
                <a:latin typeface="SourceCodePro"/>
              </a:rPr>
              <a:t>params</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=&gt;</a:t>
            </a:r>
            <a:r>
              <a:rPr lang="de-DE" sz="2400" b="0" u="none" strike="noStrike">
                <a:solidFill>
                  <a:srgbClr val="48484C"/>
                </a:solidFill>
                <a:uFillTx/>
                <a:latin typeface="SourceCodePro"/>
              </a:rPr>
              <a:t> console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log</a:t>
            </a:r>
            <a:r>
              <a:rPr lang="de-DE" sz="2400" b="0" u="none" strike="noStrike">
                <a:solidFill>
                  <a:srgbClr val="93A1A1"/>
                </a:solidFill>
                <a:uFillTx/>
                <a:latin typeface="SourceCodePro"/>
              </a:rPr>
              <a:t>(</a:t>
            </a:r>
            <a:r>
              <a:rPr lang="de-DE" sz="2400" b="0" u="none" strike="noStrike">
                <a:solidFill>
                  <a:srgbClr val="1E347B"/>
                </a:solidFill>
                <a:uFillTx/>
                <a:latin typeface="SourceCodePro"/>
              </a:rPr>
              <a:t>params</a:t>
            </a:r>
            <a:r>
              <a:rPr lang="de-DE" sz="2400" b="0" u="none" strike="noStrike">
                <a:solidFill>
                  <a:srgbClr val="93A1A1"/>
                </a:solidFill>
                <a:uFillTx/>
                <a:latin typeface="SourceCodePro"/>
              </a:rPr>
              <a:t>[</a:t>
            </a:r>
            <a:r>
              <a:rPr lang="de-DE" sz="2400" b="0" u="none" strike="noStrike">
                <a:solidFill>
                  <a:srgbClr val="DD1144"/>
                </a:solidFill>
                <a:uFillTx/>
                <a:latin typeface="SourceCodePro"/>
              </a:rPr>
              <a:t>'id'</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ngOnDestroy</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this</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subscription</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unsubscribe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cxnSp>
        <p:nvCxnSpPr>
          <p:cNvPr id="1057" name="Gerade Verbindung mit Pfeil 4"/>
          <p:cNvCxnSpPr/>
          <p:nvPr/>
        </p:nvCxnSpPr>
        <p:spPr>
          <a:xfrm flipH="1">
            <a:off x="6990840" y="3429000"/>
            <a:ext cx="580320" cy="889560"/>
          </a:xfrm>
          <a:prstGeom prst="straightConnector1">
            <a:avLst/>
          </a:prstGeom>
          <a:ln w="0">
            <a:solidFill>
              <a:srgbClr val="1D9A78"/>
            </a:solidFill>
            <a:tailEnd type="triangle" w="med" len="med"/>
          </a:ln>
        </p:spPr>
      </p:cxnSp>
      <p:sp>
        <p:nvSpPr>
          <p:cNvPr id="1058" name="Textfeld 7"/>
          <p:cNvSpPr/>
          <p:nvPr/>
        </p:nvSpPr>
        <p:spPr>
          <a:xfrm>
            <a:off x="7424280" y="3244320"/>
            <a:ext cx="25740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Zugriff auf Pfadparameter</a:t>
            </a:r>
            <a:endParaRPr lang="de-DE" sz="1800" b="0" u="none" strike="noStrike">
              <a:solidFill>
                <a:srgbClr val="000000"/>
              </a:solidFill>
              <a:uFillTx/>
              <a:latin typeface="Arial"/>
            </a:endParaRP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9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Der Service HttpClient</a:t>
            </a:r>
            <a:endParaRPr lang="de-DE" sz="4400" b="0" u="none" strike="noStrike">
              <a:solidFill>
                <a:srgbClr val="000000"/>
              </a:solidFill>
              <a:uFillTx/>
              <a:latin typeface="Arial"/>
            </a:endParaRPr>
          </a:p>
        </p:txBody>
      </p:sp>
      <p:sp>
        <p:nvSpPr>
          <p:cNvPr id="119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HttpClient ist ein Service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und steht damit via Dependency Injection zur Verfügung</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1" u="none" strike="noStrike">
                <a:solidFill>
                  <a:schemeClr val="dk1"/>
                </a:solidFill>
                <a:uFillTx/>
                <a:latin typeface="Calibri"/>
              </a:rPr>
              <a:t>HttpModule in AppModule importieren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XHRBackend führt Requests aus</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Das API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umfasst die Standard-http-Methoden </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ist asynchron konzipiert</a:t>
            </a:r>
            <a:endParaRPr lang="de-DE" sz="24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a:p>
            <a:pPr marL="539640" indent="0" defTabSz="914400">
              <a:lnSpc>
                <a:spcPct val="90000"/>
              </a:lnSpc>
              <a:spcBef>
                <a:spcPts val="499"/>
              </a:spcBef>
              <a:buNone/>
              <a:tabLst>
                <a:tab pos="0" algn="l"/>
              </a:tabLst>
            </a:pPr>
            <a:r>
              <a:rPr lang="en-US" sz="2000" b="0" u="none" strike="noStrike">
                <a:solidFill>
                  <a:schemeClr val="dk1"/>
                </a:solidFill>
                <a:uFillTx/>
                <a:latin typeface="Courier New"/>
              </a:rPr>
              <a:t>http.get('/endpoint').subscribe(data =&gt; {</a:t>
            </a:r>
            <a:endParaRPr lang="de-DE" sz="2000" b="0" u="none" strike="noStrike">
              <a:solidFill>
                <a:srgbClr val="000000"/>
              </a:solidFill>
              <a:uFillTx/>
              <a:latin typeface="Arial"/>
            </a:endParaRPr>
          </a:p>
          <a:p>
            <a:pPr marL="539640" indent="0" defTabSz="914400">
              <a:lnSpc>
                <a:spcPct val="90000"/>
              </a:lnSpc>
              <a:spcBef>
                <a:spcPts val="499"/>
              </a:spcBef>
              <a:buNone/>
              <a:tabLst>
                <a:tab pos="0" algn="l"/>
              </a:tabLst>
            </a:pPr>
            <a:r>
              <a:rPr lang="en-US" sz="2000" b="0" u="none" strike="noStrike">
                <a:solidFill>
                  <a:schemeClr val="dk1"/>
                </a:solidFill>
                <a:uFillTx/>
                <a:latin typeface="Courier New"/>
              </a:rPr>
              <a:t>      // Read the result field from the JSON response.</a:t>
            </a:r>
            <a:endParaRPr lang="de-DE" sz="2000" b="0" u="none" strike="noStrike">
              <a:solidFill>
                <a:srgbClr val="000000"/>
              </a:solidFill>
              <a:uFillTx/>
              <a:latin typeface="Arial"/>
            </a:endParaRPr>
          </a:p>
          <a:p>
            <a:pPr marL="539640" indent="0" defTabSz="914400">
              <a:lnSpc>
                <a:spcPct val="90000"/>
              </a:lnSpc>
              <a:spcBef>
                <a:spcPts val="499"/>
              </a:spcBef>
              <a:buNone/>
              <a:tabLst>
                <a:tab pos="0" algn="l"/>
              </a:tabLst>
            </a:pPr>
            <a:r>
              <a:rPr lang="en-US" sz="2000" b="0" u="none" strike="noStrike">
                <a:solidFill>
                  <a:schemeClr val="dk1"/>
                </a:solidFill>
                <a:uFillTx/>
                <a:latin typeface="Courier New"/>
              </a:rPr>
              <a:t>      this.results = data['jsonAttribute'];</a:t>
            </a:r>
            <a:endParaRPr lang="de-DE" sz="2000" b="0" u="none" strike="noStrike">
              <a:solidFill>
                <a:srgbClr val="000000"/>
              </a:solidFill>
              <a:uFillTx/>
              <a:latin typeface="Arial"/>
            </a:endParaRPr>
          </a:p>
          <a:p>
            <a:pPr marL="539640" indent="0" defTabSz="914400">
              <a:lnSpc>
                <a:spcPct val="90000"/>
              </a:lnSpc>
              <a:spcBef>
                <a:spcPts val="499"/>
              </a:spcBef>
              <a:buNone/>
              <a:tabLst>
                <a:tab pos="0" algn="l"/>
              </a:tabLst>
            </a:pPr>
            <a:r>
              <a:rPr lang="en-US" sz="2000" b="0" u="none" strike="noStrike">
                <a:solidFill>
                  <a:schemeClr val="dk1"/>
                </a:solidFill>
                <a:uFillTx/>
                <a:latin typeface="Courier New"/>
              </a:rPr>
              <a:t>    });</a:t>
            </a:r>
            <a:endParaRPr lang="de-DE" sz="2000" b="0" u="none" strike="noStrike">
              <a:solidFill>
                <a:srgbClr val="000000"/>
              </a:solidFill>
              <a:uFillTx/>
              <a:latin typeface="Arial"/>
            </a:endParaRP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chemeClr val="lt1"/>
        </a:solidFill>
        <a:effectLst/>
      </p:bgPr>
    </p:bg>
    <p:spTree>
      <p:nvGrpSpPr>
        <p:cNvPr id="1" name=""/>
        <p:cNvGrpSpPr/>
        <p:nvPr/>
      </p:nvGrpSpPr>
      <p:grpSpPr/>
      <p:sp useBgFill="1">
        <p:nvSpPr>
          <p:cNvPr id="1159" name="Rectangle 10">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0" name="Rectangle 12">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161"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25: Legacy – Angular Module</a:t>
            </a:r>
            <a:endParaRPr lang="de-DE" sz="3600" b="0" u="none" strike="noStrike">
              <a:solidFill>
                <a:srgbClr val="000000"/>
              </a:solidFill>
              <a:uFillTx/>
              <a:latin typeface="Arial"/>
            </a:endParaRPr>
          </a:p>
        </p:txBody>
      </p:sp>
      <p:grpSp>
        <p:nvGrpSpPr>
          <p:cNvPr id="1162" name="Group 14">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163" name="Freeform: Shape 15">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4" name="Freeform: Shape 16">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5" name="Freeform: Shape 17">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6" name="Freeform: Shape 18">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167"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Öffne das Projekt 25_modules_legacy (NgModule-basierte Variante)</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Backend starten (server: npm install, node server.js)</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App starten mit ng serve --proxy-config dev.proxy.json</a:t>
            </a:r>
            <a:endParaRPr lang="de-DE" sz="14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Analysiere den Aufbau</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main.ts: platformBrowserDynamic().bootstrapModule(AppModule)</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AppModule: declarations, imports, providers, bootstrap</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TrainingsModule und AppRoutingModule (RouterModule.forRoot)</a:t>
            </a:r>
            <a:endParaRPr lang="de-DE" sz="14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Erweitere das Modul</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Erzeuge eine Komponente per ng g c trainings/training-info --standalone=false und deklariere sie im TrainingsModule</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Binde eine Standalone-Komponente über imports: [] in ein NgModule ein (Mischbetrieb)</a:t>
            </a:r>
            <a:endParaRPr lang="de-DE" sz="14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Optional: Migriere das Projekt</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ng generate @angular/core:standalone ausführen und mit 23_communication vergleichen</a:t>
            </a:r>
            <a:endParaRPr lang="de-DE" sz="1400" b="0" u="none" strike="noStrike">
              <a:solidFill>
                <a:srgbClr val="000000"/>
              </a:solidFill>
              <a:uFillTx/>
              <a:latin typeface="Arial"/>
            </a:endParaRPr>
          </a:p>
        </p:txBody>
      </p:sp>
      <p:grpSp>
        <p:nvGrpSpPr>
          <p:cNvPr id="1168" name="Group 20">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169" name="Freeform: Shape 21">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70" name="Freeform: Shape 22">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71" name="Freeform: Shape 23">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72" name="Freeform: Shape 24">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217" name="Rectangle 10">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218" name="Rectangle 12">
            <a:extLst>
              <a:ext uri="{C183D7F6-B498-43B3-948B-1728B52AA6E4}">
                <adec:decorative xmlns:adec="http://schemas.microsoft.com/office/drawing/2017/decorative" val="1"/>
              </a:ext>
            </a:extLst>
          </p:cNvPr>
          <p:cNvSpPr/>
          <p:nvPr/>
        </p:nvSpPr>
        <p:spPr>
          <a:xfrm rot="5400000" flipH="1">
            <a:off x="-1418760" y="1418760"/>
            <a:ext cx="6874200" cy="4039200"/>
          </a:xfrm>
          <a:prstGeom prst="rect">
            <a:avLst/>
          </a:prstGeom>
          <a:gradFill rotWithShape="0">
            <a:gsLst>
              <a:gs pos="11000">
                <a:srgbClr val="000000"/>
              </a:gs>
              <a:gs pos="100000">
                <a:srgbClr val="16735A"/>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219" name="Rectangle 14">
            <a:extLst>
              <a:ext uri="{C183D7F6-B498-43B3-948B-1728B52AA6E4}">
                <adec:decorative xmlns:adec="http://schemas.microsoft.com/office/drawing/2017/decorative" val="1"/>
              </a:ext>
            </a:extLst>
          </p:cNvPr>
          <p:cNvSpPr/>
          <p:nvPr/>
        </p:nvSpPr>
        <p:spPr>
          <a:xfrm rot="16200000">
            <a:off x="-159480" y="2660760"/>
            <a:ext cx="4354200" cy="4039200"/>
          </a:xfrm>
          <a:prstGeom prst="rect">
            <a:avLst/>
          </a:prstGeom>
          <a:gradFill rotWithShape="0">
            <a:gsLst>
              <a:gs pos="0">
                <a:srgbClr val="1D9A78">
                  <a:alpha val="50000"/>
                </a:srgbClr>
              </a:gs>
              <a:gs pos="100000">
                <a:srgbClr val="0E4D3C">
                  <a:alpha val="0"/>
                </a:srgbClr>
              </a:gs>
            </a:gsLst>
            <a:lin ang="6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220" name="Picture 6" descr="Einen Termin in einen Papierkalender eintragen"/>
          <p:cNvPicPr/>
          <p:nvPr/>
        </p:nvPicPr>
        <p:blipFill>
          <a:blip r:embed="rId2"/>
          <a:srcRect r="20784"/>
          <a:stretch/>
        </p:blipFill>
        <p:spPr>
          <a:xfrm>
            <a:off x="4038480" y="0"/>
            <a:ext cx="8158680" cy="6874200"/>
          </a:xfrm>
          <a:prstGeom prst="rect">
            <a:avLst/>
          </a:prstGeom>
          <a:noFill/>
          <a:ln w="0">
            <a:noFill/>
          </a:ln>
        </p:spPr>
      </p:pic>
      <p:sp>
        <p:nvSpPr>
          <p:cNvPr id="1221" name="Freeform: Shape 16">
            <a:extLst>
              <a:ext uri="{C183D7F6-B498-43B3-948B-1728B52AA6E4}">
                <adec:decorative xmlns:adec="http://schemas.microsoft.com/office/drawing/2017/decorative" val="1"/>
              </a:ext>
            </a:extLst>
          </p:cNvPr>
          <p:cNvSpPr/>
          <p:nvPr/>
        </p:nvSpPr>
        <p:spPr>
          <a:xfrm rot="6097800">
            <a:off x="-744480" y="1200240"/>
            <a:ext cx="4806720" cy="4087080"/>
          </a:xfrm>
          <a:custGeom>
            <a:avLst/>
            <a:gdLst>
              <a:gd name="textAreaLeft" fmla="*/ 0 w 4806720"/>
              <a:gd name="textAreaRight" fmla="*/ 4808160 w 4806720"/>
              <a:gd name="textAreaTop" fmla="*/ 0 h 4087080"/>
              <a:gd name="textAreaBottom" fmla="*/ 4088520 h 4087080"/>
            </a:gdLst>
            <a:ahLst/>
            <a:cxnLst/>
            <a:rect l="textAreaLeft" t="textAreaTop" r="textAreaRight" b="textAreaBottom"/>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rotWithShape="0">
            <a:gsLst>
              <a:gs pos="39000">
                <a:srgbClr val="5AE0BB">
                  <a:alpha val="0"/>
                </a:srgbClr>
              </a:gs>
              <a:gs pos="100000">
                <a:srgbClr val="16735A">
                  <a:alpha val="26000"/>
                </a:srgbClr>
              </a:gs>
            </a:gsLst>
            <a:lin ang="1296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222" name="PlaceHolder 1"/>
          <p:cNvSpPr>
            <a:spLocks noGrp="1"/>
          </p:cNvSpPr>
          <p:nvPr>
            <p:ph type="title"/>
          </p:nvPr>
        </p:nvSpPr>
        <p:spPr>
          <a:xfrm>
            <a:off x="534600" y="2950560"/>
            <a:ext cx="3051000" cy="3529800"/>
          </a:xfrm>
          <a:prstGeom prst="rect">
            <a:avLst/>
          </a:prstGeom>
          <a:noFill/>
          <a:ln w="0">
            <a:noFill/>
          </a:ln>
        </p:spPr>
        <p:txBody>
          <a:bodyPr lIns="91440" tIns="45720" rIns="91440" bIns="45720" anchor="t">
            <a:normAutofit/>
          </a:bodyPr>
          <a:lstStyle/>
          <a:p>
            <a:pPr indent="0" algn="r" defTabSz="914400">
              <a:lnSpc>
                <a:spcPct val="90000"/>
              </a:lnSpc>
              <a:buNone/>
              <a:tabLst>
                <a:tab pos="0" algn="l"/>
              </a:tabLst>
            </a:pPr>
            <a:r>
              <a:rPr lang="en-US" sz="4000" b="0" u="none" strike="noStrike">
                <a:solidFill>
                  <a:srgbClr val="FFFFFF"/>
                </a:solidFill>
                <a:uFillTx/>
                <a:latin typeface="Calibri Light"/>
              </a:rPr>
              <a:t>Anhang</a:t>
            </a:r>
            <a:endParaRPr lang="de-DE" sz="4000" b="0" u="none" strike="noStrike">
              <a:solidFill>
                <a:srgbClr val="000000"/>
              </a:solidFill>
              <a:uFillTx/>
              <a:latin typeface="Arial"/>
            </a:endParaRPr>
          </a:p>
        </p:txBody>
      </p:sp>
      <p:sp>
        <p:nvSpPr>
          <p:cNvPr id="1223" name="PlaceHolder 2"/>
          <p:cNvSpPr>
            <a:spLocks noGrp="1"/>
          </p:cNvSpPr>
          <p:nvPr>
            <p:ph/>
          </p:nvPr>
        </p:nvSpPr>
        <p:spPr>
          <a:xfrm>
            <a:off x="777960" y="743760"/>
            <a:ext cx="2807280" cy="1380960"/>
          </a:xfrm>
          <a:prstGeom prst="rect">
            <a:avLst/>
          </a:prstGeom>
          <a:noFill/>
          <a:ln w="0">
            <a:noFill/>
          </a:ln>
        </p:spPr>
        <p:txBody>
          <a:bodyPr lIns="91440" tIns="45720" rIns="91440" bIns="45720" anchor="b">
            <a:normAutofit/>
          </a:bodyPr>
          <a:lstStyle/>
          <a:p>
            <a:pPr indent="0">
              <a:spcBef>
                <a:spcPts val="1417"/>
              </a:spcBef>
              <a:buNone/>
            </a:pPr>
            <a:endParaRPr lang="de-DE" sz="1800" b="0" u="none" strike="noStrike">
              <a:solidFill>
                <a:srgbClr val="000000"/>
              </a:solidFill>
              <a:uFillTx/>
              <a:latin typeface="Arial"/>
            </a:endParaRPr>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4" name="PlaceHolder 1"/>
          <p:cNvSpPr>
            <a:spLocks noGrp="1"/>
          </p:cNvSpPr>
          <p:nvPr>
            <p:ph type="title"/>
          </p:nvPr>
        </p:nvSpPr>
        <p:spPr>
          <a:xfrm>
            <a:off x="831960" y="1709640"/>
            <a:ext cx="10514160" cy="2851200"/>
          </a:xfrm>
          <a:prstGeom prst="rect">
            <a:avLst/>
          </a:prstGeom>
          <a:noFill/>
          <a:ln w="0">
            <a:noFill/>
          </a:ln>
        </p:spPr>
        <p:txBody>
          <a:bodyPr lIns="91440" tIns="45720" rIns="91440" bIns="45720" anchor="b">
            <a:noAutofit/>
          </a:bodyPr>
          <a:lstStyle/>
          <a:p>
            <a:pPr indent="0" defTabSz="914400">
              <a:lnSpc>
                <a:spcPct val="90000"/>
              </a:lnSpc>
              <a:buNone/>
              <a:tabLst>
                <a:tab pos="0" algn="l"/>
              </a:tabLst>
            </a:pPr>
            <a:r>
              <a:rPr lang="de-DE" sz="6000" b="0" u="none" strike="noStrike">
                <a:solidFill>
                  <a:schemeClr val="dk1"/>
                </a:solidFill>
                <a:uFillTx/>
                <a:latin typeface="Calibri Light"/>
              </a:rPr>
              <a:t>node.js</a:t>
            </a:r>
            <a:endParaRPr lang="de-DE" sz="6000" b="0" u="none" strike="noStrike">
              <a:solidFill>
                <a:srgbClr val="000000"/>
              </a:solidFill>
              <a:uFillTx/>
              <a:latin typeface="Arial"/>
            </a:endParaRPr>
          </a:p>
        </p:txBody>
      </p:sp>
      <p:sp>
        <p:nvSpPr>
          <p:cNvPr id="1225" name="PlaceHolder 2"/>
          <p:cNvSpPr>
            <a:spLocks noGrp="1"/>
          </p:cNvSpPr>
          <p:nvPr>
            <p:ph/>
          </p:nvPr>
        </p:nvSpPr>
        <p:spPr>
          <a:xfrm>
            <a:off x="831960" y="4589640"/>
            <a:ext cx="10514160" cy="1498680"/>
          </a:xfrm>
          <a:prstGeom prst="rect">
            <a:avLst/>
          </a:prstGeom>
          <a:noFill/>
          <a:ln w="0">
            <a:noFill/>
          </a:ln>
        </p:spPr>
        <p:txBody>
          <a:bodyPr lIns="91440" tIns="45720" rIns="91440" bIns="45720" anchor="t">
            <a:noAutofit/>
          </a:bodyPr>
          <a:lstStyle/>
          <a:p>
            <a:pPr indent="0">
              <a:spcBef>
                <a:spcPts val="1417"/>
              </a:spcBef>
              <a:buNone/>
            </a:pPr>
            <a:endParaRPr lang="de-DE" sz="1800" b="0" u="none" strike="noStrike">
              <a:solidFill>
                <a:srgbClr val="000000"/>
              </a:solidFill>
              <a:uFillTx/>
              <a:latin typeface="Arial"/>
            </a:endParaRPr>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Was ist node.js?</a:t>
            </a:r>
            <a:endParaRPr lang="de-DE" sz="4400" b="0" u="none" strike="noStrike">
              <a:solidFill>
                <a:srgbClr val="000000"/>
              </a:solidFill>
              <a:uFillTx/>
              <a:latin typeface="Arial"/>
            </a:endParaRPr>
          </a:p>
        </p:txBody>
      </p:sp>
      <p:sp>
        <p:nvSpPr>
          <p:cNvPr id="122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7500" lnSpcReduction="20000"/>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node.js ist ein Interpreter für Server-seitiges JavaScript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Auf Grundlagen der Google V8-Engine</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Mit node.js können damit keine Browser-Anwendungen betrieben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Keine UI, Keine User-Events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Kein Html-Dokument und  damit kein DOM</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Kein Browser-API</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Window</a:t>
            </a:r>
            <a:endParaRPr lang="de-DE" sz="20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Historie</a:t>
            </a:r>
            <a:endParaRPr lang="de-DE" sz="20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Dafür stellt node.js eigene Bibliotheken zur Verfügung</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Dateizugriff</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Multithreading</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Networking</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sng" strike="noStrike">
                <a:solidFill>
                  <a:schemeClr val="dk1"/>
                </a:solidFill>
                <a:uFillTx/>
                <a:latin typeface="Courier New"/>
              </a:rPr>
              <a:t>https://nodejs.org/dist/latest-v8.x/docs/api/</a:t>
            </a:r>
            <a:endParaRPr lang="de-DE" sz="2400" b="0" u="none" strike="noStrike">
              <a:solidFill>
                <a:srgbClr val="000000"/>
              </a:solidFill>
              <a:uFillTx/>
              <a:latin typeface="Arial"/>
            </a:endParaRPr>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Ein kompletter http-Server</a:t>
            </a:r>
            <a:endParaRPr lang="de-DE" sz="4400" b="0" u="none" strike="noStrike">
              <a:solidFill>
                <a:srgbClr val="000000"/>
              </a:solidFill>
              <a:uFillTx/>
              <a:latin typeface="Arial"/>
            </a:endParaRPr>
          </a:p>
        </p:txBody>
      </p:sp>
      <p:sp>
        <p:nvSpPr>
          <p:cNvPr id="122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var http = require('http');</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var fs = require('fs');</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http.createServer(function handler(req, res) {</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var url = req.url;</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if (url.match(/.html/)) {</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res.writeHead(200, {</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'Content-Type' : 'text/html'</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 else if …</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var filename = "./static-content" + req.url;</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fs.createReadStream(filename).pipe(res);</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}).listen(6061, '127.0.0.1');</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endParaRPr lang="de-DE" sz="1800" b="0" u="none" strike="noStrike">
              <a:solidFill>
                <a:srgbClr val="000000"/>
              </a:solidFill>
              <a:uFillTx/>
              <a:latin typeface="Arial"/>
            </a:endParaRPr>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Installation: node.js</a:t>
            </a:r>
            <a:endParaRPr lang="de-DE" sz="4400" b="0" u="none" strike="noStrike">
              <a:solidFill>
                <a:srgbClr val="000000"/>
              </a:solidFill>
              <a:uFillTx/>
              <a:latin typeface="Arial"/>
            </a:endParaRPr>
          </a:p>
        </p:txBody>
      </p:sp>
      <p:pic>
        <p:nvPicPr>
          <p:cNvPr id="1231" name="Picture 2"/>
          <p:cNvPicPr/>
          <p:nvPr/>
        </p:nvPicPr>
        <p:blipFill>
          <a:blip r:embed="rId2"/>
          <a:stretch/>
        </p:blipFill>
        <p:spPr>
          <a:xfrm>
            <a:off x="3500280" y="1817280"/>
            <a:ext cx="6086520" cy="4575240"/>
          </a:xfrm>
          <a:prstGeom prst="rect">
            <a:avLst/>
          </a:prstGeom>
          <a:noFill/>
          <a:ln w="9525">
            <a:solidFill>
              <a:srgbClr val="000000"/>
            </a:solidFill>
            <a:miter/>
          </a:ln>
        </p:spPr>
      </p:pic>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1232" name="Rectangle 8">
            <a:extLst>
              <a:ext uri="{C183D7F6-B498-43B3-948B-1728B52AA6E4}">
                <adec:decorative xmlns:adec="http://schemas.microsoft.com/office/drawing/2017/decorative" val="1"/>
              </a:ext>
            </a:extLst>
          </p:cNvPr>
          <p:cNvSpPr/>
          <p:nvPr/>
        </p:nvSpPr>
        <p:spPr>
          <a:xfrm>
            <a:off x="0" y="0"/>
            <a:ext cx="5091840" cy="68565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233" name="PlaceHolder 1"/>
          <p:cNvSpPr>
            <a:spLocks noGrp="1"/>
          </p:cNvSpPr>
          <p:nvPr>
            <p:ph type="title"/>
          </p:nvPr>
        </p:nvSpPr>
        <p:spPr>
          <a:xfrm>
            <a:off x="524880" y="620280"/>
            <a:ext cx="3807000" cy="55033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6000" b="0" u="none" strike="noStrike">
                <a:solidFill>
                  <a:schemeClr val="lt1"/>
                </a:solidFill>
                <a:uFillTx/>
                <a:latin typeface="Calibri Light"/>
              </a:rPr>
              <a:t>Testen der Installation</a:t>
            </a:r>
            <a:endParaRPr lang="de-DE" sz="6000" b="0" u="none" strike="noStrike">
              <a:solidFill>
                <a:srgbClr val="000000"/>
              </a:solidFill>
              <a:uFillTx/>
              <a:latin typeface="Arial"/>
            </a:endParaRPr>
          </a:p>
        </p:txBody>
      </p:sp>
      <p:graphicFrame>
        <p:nvGraphicFramePr>
          <p:cNvPr id="15" name="Diagram15"/>
          <p:cNvGraphicFramePr/>
          <p:nvPr>
            <p:extLst>
              <p:ext uri="{D42A27DB-BD31-4B8C-83A1-F6EECF244321}">
                <p14:modId xmlns:p14="http://schemas.microsoft.com/office/powerpoint/2010/main" val="3074464505"/>
              </p:ext>
            </p:extLst>
          </p:nvPr>
        </p:nvGraphicFramePr>
        <p:xfrm>
          <a:off x="5468400" y="620280"/>
          <a:ext cx="6262200" cy="55033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Node und Browser-basierte Anwendungen</a:t>
            </a:r>
            <a:endParaRPr lang="de-DE" sz="4400" b="0" u="none" strike="noStrike">
              <a:solidFill>
                <a:srgbClr val="000000"/>
              </a:solidFill>
              <a:uFillTx/>
              <a:latin typeface="Arial"/>
            </a:endParaRPr>
          </a:p>
        </p:txBody>
      </p:sp>
      <p:sp>
        <p:nvSpPr>
          <p:cNvPr id="123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Obwohl node.js nicht im Browser ausgeführt wird, wird es trotzdem gerne im Rahmen der Software-Entwicklung genutzt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Hierzu wird node als Web Server eingesetzt, der die JavaScript-Dateien sowie die statischen Ressourcen (HTML, CSS, …) zum Browser sendet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Mit Hilfe eines Browser-Sync-Frameworks triggern Änderungen von JavaScript-Dateien auf Server-Seite einen Browser-Refresh</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sng" strike="noStrike">
                <a:solidFill>
                  <a:schemeClr val="dk1"/>
                </a:solidFill>
                <a:uFillTx/>
                <a:latin typeface="Courier New"/>
              </a:rPr>
              <a:t>https://www.browsersync.io/</a:t>
            </a:r>
            <a:endParaRPr lang="de-DE" sz="20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Damit werden Änderungen ohne weitere Benutzer-Interaktion sofort angezeigt</a:t>
            </a:r>
            <a:endParaRPr lang="de-DE" sz="20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Für eine agile Software-Entwicklung natürlich äußerst praktisch</a:t>
            </a:r>
            <a:endParaRPr lang="de-DE" sz="2000" b="0" u="none" strike="noStrike">
              <a:solidFill>
                <a:srgbClr val="000000"/>
              </a:solidFill>
              <a:uFillTx/>
              <a:latin typeface="Arial"/>
            </a:endParaRPr>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236" name="Rectangle 8">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237" name="Rectangle 10">
            <a:extLst>
              <a:ext uri="{C183D7F6-B498-43B3-948B-1728B52AA6E4}">
                <adec:decorative xmlns:adec="http://schemas.microsoft.com/office/drawing/2017/decorative" val="1"/>
              </a:ext>
            </a:extLst>
          </p:cNvPr>
          <p:cNvSpPr/>
          <p:nvPr/>
        </p:nvSpPr>
        <p:spPr>
          <a:xfrm rot="5400000" flipH="1">
            <a:off x="-1418760" y="1418760"/>
            <a:ext cx="6874200" cy="4039200"/>
          </a:xfrm>
          <a:prstGeom prst="rect">
            <a:avLst/>
          </a:prstGeom>
          <a:gradFill rotWithShape="0">
            <a:gsLst>
              <a:gs pos="11000">
                <a:srgbClr val="000000"/>
              </a:gs>
              <a:gs pos="100000">
                <a:srgbClr val="16735A"/>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238" name="Rectangle 12">
            <a:extLst>
              <a:ext uri="{C183D7F6-B498-43B3-948B-1728B52AA6E4}">
                <adec:decorative xmlns:adec="http://schemas.microsoft.com/office/drawing/2017/decorative" val="1"/>
              </a:ext>
            </a:extLst>
          </p:cNvPr>
          <p:cNvSpPr/>
          <p:nvPr/>
        </p:nvSpPr>
        <p:spPr>
          <a:xfrm rot="16200000">
            <a:off x="-159480" y="2660760"/>
            <a:ext cx="4354200" cy="4039200"/>
          </a:xfrm>
          <a:prstGeom prst="rect">
            <a:avLst/>
          </a:prstGeom>
          <a:gradFill rotWithShape="0">
            <a:gsLst>
              <a:gs pos="0">
                <a:srgbClr val="1D9A78">
                  <a:alpha val="50000"/>
                </a:srgbClr>
              </a:gs>
              <a:gs pos="100000">
                <a:srgbClr val="0E4D3C">
                  <a:alpha val="0"/>
                </a:srgbClr>
              </a:gs>
            </a:gsLst>
            <a:lin ang="6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239" name="Picture 4" descr="Cardboard boxes on conveyor belt"/>
          <p:cNvPicPr/>
          <p:nvPr/>
        </p:nvPicPr>
        <p:blipFill>
          <a:blip r:embed="rId2"/>
          <a:srcRect l="15465" r="5319"/>
          <a:stretch/>
        </p:blipFill>
        <p:spPr>
          <a:xfrm>
            <a:off x="4038480" y="0"/>
            <a:ext cx="8158680" cy="6874200"/>
          </a:xfrm>
          <a:prstGeom prst="rect">
            <a:avLst/>
          </a:prstGeom>
          <a:noFill/>
          <a:ln w="0">
            <a:noFill/>
          </a:ln>
        </p:spPr>
      </p:pic>
      <p:sp>
        <p:nvSpPr>
          <p:cNvPr id="1240" name="Freeform: Shape 14">
            <a:extLst>
              <a:ext uri="{C183D7F6-B498-43B3-948B-1728B52AA6E4}">
                <adec:decorative xmlns:adec="http://schemas.microsoft.com/office/drawing/2017/decorative" val="1"/>
              </a:ext>
            </a:extLst>
          </p:cNvPr>
          <p:cNvSpPr/>
          <p:nvPr/>
        </p:nvSpPr>
        <p:spPr>
          <a:xfrm rot="6097800">
            <a:off x="-744480" y="1200240"/>
            <a:ext cx="4806720" cy="4087080"/>
          </a:xfrm>
          <a:custGeom>
            <a:avLst/>
            <a:gdLst>
              <a:gd name="textAreaLeft" fmla="*/ 0 w 4806720"/>
              <a:gd name="textAreaRight" fmla="*/ 4808160 w 4806720"/>
              <a:gd name="textAreaTop" fmla="*/ 0 h 4087080"/>
              <a:gd name="textAreaBottom" fmla="*/ 4088520 h 4087080"/>
            </a:gdLst>
            <a:ahLst/>
            <a:cxnLst/>
            <a:rect l="textAreaLeft" t="textAreaTop" r="textAreaRight" b="textAreaBottom"/>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rotWithShape="0">
            <a:gsLst>
              <a:gs pos="39000">
                <a:srgbClr val="5AE0BB">
                  <a:alpha val="0"/>
                </a:srgbClr>
              </a:gs>
              <a:gs pos="100000">
                <a:srgbClr val="16735A">
                  <a:alpha val="26000"/>
                </a:srgbClr>
              </a:gs>
            </a:gsLst>
            <a:lin ang="1296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241" name="PlaceHolder 1"/>
          <p:cNvSpPr>
            <a:spLocks noGrp="1"/>
          </p:cNvSpPr>
          <p:nvPr>
            <p:ph type="title"/>
          </p:nvPr>
        </p:nvSpPr>
        <p:spPr>
          <a:xfrm>
            <a:off x="534600" y="2950560"/>
            <a:ext cx="3051000" cy="3529800"/>
          </a:xfrm>
          <a:prstGeom prst="rect">
            <a:avLst/>
          </a:prstGeom>
          <a:noFill/>
          <a:ln w="0">
            <a:noFill/>
          </a:ln>
        </p:spPr>
        <p:txBody>
          <a:bodyPr lIns="91440" tIns="45720" rIns="91440" bIns="45720" anchor="t">
            <a:normAutofit/>
          </a:bodyPr>
          <a:lstStyle/>
          <a:p>
            <a:pPr indent="0" algn="r" defTabSz="914400">
              <a:lnSpc>
                <a:spcPct val="90000"/>
              </a:lnSpc>
              <a:buNone/>
              <a:tabLst>
                <a:tab pos="0" algn="l"/>
              </a:tabLst>
            </a:pPr>
            <a:r>
              <a:rPr lang="en-US" sz="4000" b="0" u="none" strike="noStrike">
                <a:solidFill>
                  <a:srgbClr val="FFFFFF"/>
                </a:solidFill>
                <a:uFillTx/>
                <a:latin typeface="Calibri Light"/>
              </a:rPr>
              <a:t>npm – Der Node Package Manager</a:t>
            </a:r>
            <a:endParaRPr lang="de-DE" sz="4000" b="0" u="none" strike="noStrike">
              <a:solidFill>
                <a:srgbClr val="000000"/>
              </a:solidFill>
              <a:uFillTx/>
              <a:latin typeface="Arial"/>
            </a:endParaRPr>
          </a:p>
        </p:txBody>
      </p:sp>
      <p:sp>
        <p:nvSpPr>
          <p:cNvPr id="1242" name="PlaceHolder 2"/>
          <p:cNvSpPr>
            <a:spLocks noGrp="1"/>
          </p:cNvSpPr>
          <p:nvPr>
            <p:ph/>
          </p:nvPr>
        </p:nvSpPr>
        <p:spPr>
          <a:xfrm>
            <a:off x="777960" y="743760"/>
            <a:ext cx="2807280" cy="1380960"/>
          </a:xfrm>
          <a:prstGeom prst="rect">
            <a:avLst/>
          </a:prstGeom>
          <a:noFill/>
          <a:ln w="0">
            <a:noFill/>
          </a:ln>
        </p:spPr>
        <p:txBody>
          <a:bodyPr lIns="91440" tIns="45720" rIns="91440" bIns="45720" anchor="b">
            <a:normAutofit/>
          </a:bodyPr>
          <a:lstStyle/>
          <a:p>
            <a:pPr indent="0">
              <a:spcBef>
                <a:spcPts val="1417"/>
              </a:spcBef>
              <a:buNone/>
            </a:pPr>
            <a:endParaRPr lang="de-DE" sz="1800" b="0" u="none" strike="noStrike">
              <a:solidFill>
                <a:srgbClr val="000000"/>
              </a:solidFill>
              <a:uFillTx/>
              <a:latin typeface="Arial"/>
            </a:endParaRPr>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Was ist npm?</a:t>
            </a:r>
            <a:endParaRPr lang="de-DE" sz="4400" b="0" u="none" strike="noStrike">
              <a:solidFill>
                <a:srgbClr val="000000"/>
              </a:solidFill>
              <a:uFillTx/>
              <a:latin typeface="Arial"/>
            </a:endParaRPr>
          </a:p>
        </p:txBody>
      </p:sp>
      <p:sp>
        <p:nvSpPr>
          <p:cNvPr id="124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Primär ein Packaging Manager</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ourier New"/>
              </a:rPr>
              <a:t>npm</a:t>
            </a:r>
            <a:r>
              <a:rPr lang="de-DE" sz="2800" b="0" u="none" strike="noStrike">
                <a:solidFill>
                  <a:schemeClr val="dk1"/>
                </a:solidFill>
                <a:uFillTx/>
                <a:latin typeface="Calibri"/>
              </a:rPr>
              <a:t> ist Bestandteil der </a:t>
            </a:r>
            <a:r>
              <a:rPr lang="de-DE" sz="2800" b="0" u="none" strike="noStrike">
                <a:solidFill>
                  <a:schemeClr val="dk1"/>
                </a:solidFill>
                <a:uFillTx/>
                <a:latin typeface="Courier New"/>
              </a:rPr>
              <a:t>node</a:t>
            </a:r>
            <a:r>
              <a:rPr lang="de-DE" sz="2800" b="0" u="none" strike="noStrike">
                <a:solidFill>
                  <a:schemeClr val="dk1"/>
                </a:solidFill>
                <a:uFillTx/>
                <a:latin typeface="Calibri"/>
              </a:rPr>
              <a:t>-Installation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npm –v</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offizielle npm Registry liegt im Internet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600" b="0" u="sng" strike="noStrike">
                <a:solidFill>
                  <a:schemeClr val="dk1"/>
                </a:solidFill>
                <a:uFillTx/>
                <a:latin typeface="Courier New"/>
                <a:hlinkClick r:id="rId2"/>
              </a:rPr>
              <a:t>https://docs.npmjs.com/misc/registry</a:t>
            </a:r>
            <a:endParaRPr lang="de-DE" sz="16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Im Wesentlichen eine CouchDB</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Laden der Software durch RESTful Aufrufe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 </a:t>
            </a:r>
            <a:r>
              <a:rPr lang="de-DE" sz="2400" b="0" u="none" strike="noStrike">
                <a:solidFill>
                  <a:schemeClr val="dk1"/>
                </a:solidFill>
                <a:uFillTx/>
                <a:latin typeface="Courier New"/>
              </a:rPr>
              <a:t>npm</a:t>
            </a:r>
            <a:r>
              <a:rPr lang="de-DE" sz="2400" b="0" u="none" strike="noStrike">
                <a:solidFill>
                  <a:schemeClr val="dk1"/>
                </a:solidFill>
                <a:uFillTx/>
                <a:latin typeface="Calibri"/>
              </a:rPr>
              <a:t>-Registry  ist aktuell die größte Sammlung von Software</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Unternehmens-interne oder private Registries können angemietet werden</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npm Kommandos</a:t>
            </a:r>
            <a:endParaRPr lang="de-DE" sz="4400" b="0" u="none" strike="noStrike">
              <a:solidFill>
                <a:srgbClr val="000000"/>
              </a:solidFill>
              <a:uFillTx/>
              <a:latin typeface="Arial"/>
            </a:endParaRPr>
          </a:p>
        </p:txBody>
      </p:sp>
      <p:sp>
        <p:nvSpPr>
          <p:cNvPr id="124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ourier New"/>
              </a:rPr>
              <a:t>npm</a:t>
            </a:r>
            <a:r>
              <a:rPr lang="de-DE" sz="2800" b="0" u="none" strike="noStrike">
                <a:solidFill>
                  <a:schemeClr val="dk1"/>
                </a:solidFill>
                <a:uFillTx/>
                <a:latin typeface="Calibri"/>
              </a:rPr>
              <a:t> wird über die Kommandozeile angesprochen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eine grafische Oberfläche wird als separates Modul zur Verfügung gestellt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Hilfesystem</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npm –h</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npm &lt;command&gt; -h</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sng" strike="noStrike">
                <a:solidFill>
                  <a:schemeClr val="dk1"/>
                </a:solidFill>
                <a:uFillTx/>
                <a:latin typeface="Courier New"/>
                <a:hlinkClick r:id="rId2"/>
              </a:rPr>
              <a:t>https://docs.npmjs.com/</a:t>
            </a:r>
            <a:endParaRPr lang="de-DE" sz="24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247" name="Rectangle 10">
            <a:extLst>
              <a:ext uri="{C183D7F6-B498-43B3-948B-1728B52AA6E4}">
                <adec:decorative xmlns:adec="http://schemas.microsoft.com/office/drawing/2017/decorative" val="1"/>
              </a:ext>
            </a:extLst>
          </p:cNvPr>
          <p:cNvSpPr/>
          <p:nvPr/>
        </p:nvSpPr>
        <p:spPr>
          <a:xfrm>
            <a:off x="0" y="0"/>
            <a:ext cx="12190680" cy="685656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248" name="Picture 6" descr="Sphere of mesh and nodes"/>
          <p:cNvPicPr/>
          <p:nvPr/>
        </p:nvPicPr>
        <p:blipFill>
          <a:blip r:embed="rId2">
            <a:alphaModFix amt="50000"/>
          </a:blip>
          <a:srcRect t="2677" b="22323"/>
          <a:stretch/>
        </p:blipFill>
        <p:spPr>
          <a:xfrm>
            <a:off x="0" y="0"/>
            <a:ext cx="12190680" cy="6856560"/>
          </a:xfrm>
          <a:prstGeom prst="rect">
            <a:avLst/>
          </a:prstGeom>
          <a:noFill/>
          <a:ln w="0">
            <a:noFill/>
          </a:ln>
        </p:spPr>
      </p:pic>
      <p:sp>
        <p:nvSpPr>
          <p:cNvPr id="1249" name="PlaceHolder 1"/>
          <p:cNvSpPr>
            <a:spLocks noGrp="1"/>
          </p:cNvSpPr>
          <p:nvPr>
            <p:ph type="title"/>
          </p:nvPr>
        </p:nvSpPr>
        <p:spPr>
          <a:xfrm>
            <a:off x="1523880" y="1122480"/>
            <a:ext cx="9142560" cy="2899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Node-Modules</a:t>
            </a:r>
            <a:endParaRPr lang="de-DE" sz="6000" b="0" u="none" strike="noStrike">
              <a:solidFill>
                <a:srgbClr val="FFFFFF"/>
              </a:solidFill>
              <a:uFillTx/>
              <a:latin typeface="Arial"/>
            </a:endParaRPr>
          </a:p>
        </p:txBody>
      </p:sp>
      <p:sp>
        <p:nvSpPr>
          <p:cNvPr id="1250" name="PlaceHolder 2"/>
          <p:cNvSpPr>
            <a:spLocks noGrp="1"/>
          </p:cNvSpPr>
          <p:nvPr>
            <p:ph/>
          </p:nvPr>
        </p:nvSpPr>
        <p:spPr>
          <a:xfrm>
            <a:off x="1523880" y="4159440"/>
            <a:ext cx="9142560" cy="1096920"/>
          </a:xfrm>
          <a:prstGeom prst="rect">
            <a:avLst/>
          </a:prstGeom>
          <a:noFill/>
          <a:ln w="0">
            <a:noFill/>
          </a:ln>
        </p:spPr>
        <p:txBody>
          <a:bodyPr lIns="91440" tIns="45720" rIns="91440" bIns="45720" anchor="t">
            <a:normAutofit/>
          </a:bodyPr>
          <a:lstStyle/>
          <a:p>
            <a:pPr indent="0">
              <a:spcBef>
                <a:spcPts val="1417"/>
              </a:spcBef>
              <a:buNone/>
            </a:pPr>
            <a:endParaRPr lang="de-DE" sz="1800" b="0" u="none" strike="noStrike">
              <a:solidFill>
                <a:srgbClr val="FFFFFF"/>
              </a:solidFill>
              <a:uFillTx/>
              <a:latin typeface="Arial"/>
            </a:endParaRPr>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Node Modules</a:t>
            </a:r>
            <a:endParaRPr lang="de-DE" sz="4400" b="0" u="none" strike="noStrike">
              <a:solidFill>
                <a:srgbClr val="000000"/>
              </a:solidFill>
              <a:uFillTx/>
              <a:latin typeface="Arial"/>
            </a:endParaRPr>
          </a:p>
        </p:txBody>
      </p:sp>
      <p:sp>
        <p:nvSpPr>
          <p:cNvPr id="125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Jede via </a:t>
            </a:r>
            <a:r>
              <a:rPr lang="de-DE" sz="2800" b="0" u="none" strike="noStrike">
                <a:solidFill>
                  <a:schemeClr val="dk1"/>
                </a:solidFill>
                <a:uFillTx/>
                <a:latin typeface="Courier New"/>
              </a:rPr>
              <a:t>npm</a:t>
            </a:r>
            <a:r>
              <a:rPr lang="de-DE" sz="2800" b="0" u="none" strike="noStrike">
                <a:solidFill>
                  <a:schemeClr val="dk1"/>
                </a:solidFill>
                <a:uFillTx/>
                <a:latin typeface="Calibri"/>
              </a:rPr>
              <a:t> geladene Bibliothek wird als Node-Module konzipiert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Jedes Modul besitzt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Eine Informationsdatei, die </a:t>
            </a:r>
            <a:r>
              <a:rPr lang="de-DE" sz="2400" b="0" i="1" u="none" strike="noStrike">
                <a:solidFill>
                  <a:schemeClr val="dk1"/>
                </a:solidFill>
                <a:uFillTx/>
                <a:latin typeface="Courier New"/>
              </a:rPr>
              <a:t>package.json</a:t>
            </a:r>
            <a:r>
              <a:rPr lang="de-DE" sz="2400" b="0" u="none" strike="noStrike">
                <a:solidFill>
                  <a:schemeClr val="dk1"/>
                </a:solidFill>
                <a:uFillTx/>
                <a:latin typeface="Calibri"/>
              </a:rPr>
              <a:t>, die das Projekt zusätzlich beschreibt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Abhängige Bibliotheken im Unterverzeichnis </a:t>
            </a:r>
            <a:r>
              <a:rPr lang="de-DE" sz="2400" b="0" i="1" u="none" strike="noStrike">
                <a:solidFill>
                  <a:schemeClr val="dk1"/>
                </a:solidFill>
                <a:uFillTx/>
                <a:latin typeface="Courier New"/>
              </a:rPr>
              <a:t>node_modules</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Diese sind selbst ebenfalls Node-Module</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Einen Entry-Point, in dem der Module-Entwickler das Fachobjekt seines Moduls erzeugt und exportiert</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Dazu wird dem </a:t>
            </a:r>
            <a:r>
              <a:rPr lang="de-DE" sz="2000" b="0" u="none" strike="noStrike">
                <a:solidFill>
                  <a:schemeClr val="dk1"/>
                </a:solidFill>
                <a:uFillTx/>
                <a:latin typeface="Courier New"/>
              </a:rPr>
              <a:t>module</a:t>
            </a:r>
            <a:r>
              <a:rPr lang="de-DE" sz="2000" b="0" u="none" strike="noStrike">
                <a:solidFill>
                  <a:schemeClr val="dk1"/>
                </a:solidFill>
                <a:uFillTx/>
                <a:latin typeface="Calibri"/>
              </a:rPr>
              <a:t>-Objekt die Eigenschaft </a:t>
            </a:r>
            <a:r>
              <a:rPr lang="de-DE" sz="2000" b="0" u="none" strike="noStrike">
                <a:solidFill>
                  <a:schemeClr val="dk1"/>
                </a:solidFill>
                <a:uFillTx/>
                <a:latin typeface="Courier New"/>
              </a:rPr>
              <a:t>exports</a:t>
            </a:r>
            <a:r>
              <a:rPr lang="de-DE" sz="2000" b="0" u="none" strike="noStrike">
                <a:solidFill>
                  <a:schemeClr val="dk1"/>
                </a:solidFill>
                <a:uFillTx/>
                <a:latin typeface="Calibri"/>
              </a:rPr>
              <a:t> gesetzt</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Zur Benutzung eines Moduls innerhalb eines Scripts dient der Node-Befehl </a:t>
            </a:r>
            <a:r>
              <a:rPr lang="de-DE" sz="2400" b="0" u="none" strike="noStrike">
                <a:solidFill>
                  <a:schemeClr val="dk1"/>
                </a:solidFill>
                <a:uFillTx/>
                <a:latin typeface="Courier New"/>
              </a:rPr>
              <a:t>require</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Der Rückgabewert von </a:t>
            </a:r>
            <a:r>
              <a:rPr lang="de-DE" sz="2000" b="0" u="none" strike="noStrike">
                <a:solidFill>
                  <a:schemeClr val="dk1"/>
                </a:solidFill>
                <a:uFillTx/>
                <a:latin typeface="Courier New"/>
              </a:rPr>
              <a:t>require</a:t>
            </a:r>
            <a:r>
              <a:rPr lang="de-DE" sz="2000" b="0" u="none" strike="noStrike">
                <a:solidFill>
                  <a:schemeClr val="dk1"/>
                </a:solidFill>
                <a:uFillTx/>
                <a:latin typeface="Calibri"/>
              </a:rPr>
              <a:t> ist das vom Modul erzeugte und exportierte Fachobjekt</a:t>
            </a:r>
            <a:endParaRPr lang="de-DE" sz="2000" b="0" u="none" strike="noStrike">
              <a:solidFill>
                <a:srgbClr val="000000"/>
              </a:solidFill>
              <a:uFillTx/>
              <a:latin typeface="Arial"/>
            </a:endParaRPr>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Die package.json</a:t>
            </a:r>
            <a:endParaRPr lang="de-DE" sz="4400" b="0" u="none" strike="noStrike">
              <a:solidFill>
                <a:srgbClr val="000000"/>
              </a:solidFill>
              <a:uFillTx/>
              <a:latin typeface="Arial"/>
            </a:endParaRPr>
          </a:p>
        </p:txBody>
      </p:sp>
      <p:sp>
        <p:nvSpPr>
          <p:cNvPr id="125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Enthält die Projektinformation im JSON-Format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Datei enthält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Den Projektnamen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 aktuelle Versionsnummer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Meta-Informationen wie Autor, Schlüsselwörter, Lizenz</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Dependencies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 </a:t>
            </a:r>
            <a:r>
              <a:rPr lang="de-DE" sz="2400" b="0" u="none" strike="noStrike">
                <a:solidFill>
                  <a:schemeClr val="dk1"/>
                </a:solidFill>
                <a:uFillTx/>
                <a:latin typeface="Courier New"/>
              </a:rPr>
              <a:t>scripts</a:t>
            </a:r>
            <a:r>
              <a:rPr lang="de-DE" sz="2400" b="0" u="none" strike="noStrike">
                <a:solidFill>
                  <a:schemeClr val="dk1"/>
                </a:solidFill>
                <a:uFillTx/>
                <a:latin typeface="Calibri"/>
              </a:rPr>
              <a:t>-Objekt mit ausführbaren Befehlen</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Diese können mit </a:t>
            </a:r>
            <a:r>
              <a:rPr lang="de-DE" sz="2000" b="0" u="none" strike="noStrike">
                <a:solidFill>
                  <a:schemeClr val="dk1"/>
                </a:solidFill>
                <a:uFillTx/>
                <a:latin typeface="Courier New"/>
              </a:rPr>
              <a:t>npm run &lt;script&gt;</a:t>
            </a:r>
            <a:r>
              <a:rPr lang="de-DE" sz="2000" b="0" u="none" strike="noStrike">
                <a:solidFill>
                  <a:schemeClr val="dk1"/>
                </a:solidFill>
                <a:uFillTx/>
                <a:latin typeface="Calibri"/>
              </a:rPr>
              <a:t> ausgeführt werden</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Initialisierung eines Projekts</a:t>
            </a:r>
            <a:endParaRPr lang="de-DE" sz="4400" b="0" u="none" strike="noStrike">
              <a:solidFill>
                <a:srgbClr val="000000"/>
              </a:solidFill>
              <a:uFillTx/>
              <a:latin typeface="Arial"/>
            </a:endParaRPr>
          </a:p>
        </p:txBody>
      </p:sp>
      <p:sp>
        <p:nvSpPr>
          <p:cNvPr id="125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Jedes </a:t>
            </a:r>
            <a:r>
              <a:rPr lang="de-DE" sz="2800" b="0" u="none" strike="noStrike">
                <a:solidFill>
                  <a:schemeClr val="dk1"/>
                </a:solidFill>
                <a:uFillTx/>
                <a:latin typeface="Courier New"/>
              </a:rPr>
              <a:t>npm</a:t>
            </a:r>
            <a:r>
              <a:rPr lang="de-DE" sz="2800" b="0" u="none" strike="noStrike">
                <a:solidFill>
                  <a:schemeClr val="dk1"/>
                </a:solidFill>
                <a:uFillTx/>
                <a:latin typeface="Calibri"/>
              </a:rPr>
              <a:t>-basierte Projekt ist ein neues Node-Module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Initialisierung mit </a:t>
            </a:r>
            <a:r>
              <a:rPr lang="de-DE" sz="2800" b="0" u="none" strike="noStrike">
                <a:solidFill>
                  <a:schemeClr val="dk1"/>
                </a:solidFill>
                <a:uFillTx/>
                <a:latin typeface="Courier New"/>
              </a:rPr>
              <a:t>npm init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Dabei werden interaktiv die Informationen abgefragt, die zur Erstellung der initialen </a:t>
            </a:r>
            <a:r>
              <a:rPr lang="de-DE" sz="2400" b="0" i="1" u="none" strike="noStrike">
                <a:solidFill>
                  <a:schemeClr val="dk1"/>
                </a:solidFill>
                <a:uFillTx/>
                <a:latin typeface="Courier New"/>
              </a:rPr>
              <a:t>package.json</a:t>
            </a:r>
            <a:r>
              <a:rPr lang="de-DE" sz="2400" b="0" u="none" strike="noStrike">
                <a:solidFill>
                  <a:schemeClr val="dk1"/>
                </a:solidFill>
                <a:uFillTx/>
                <a:latin typeface="Calibri"/>
              </a:rPr>
              <a:t> benötigt werden</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Projektstruktur</a:t>
            </a:r>
            <a:endParaRPr lang="de-DE" sz="4400" b="0" u="none" strike="noStrike">
              <a:solidFill>
                <a:srgbClr val="000000"/>
              </a:solidFill>
              <a:uFillTx/>
              <a:latin typeface="Arial"/>
            </a:endParaRPr>
          </a:p>
        </p:txBody>
      </p:sp>
      <p:graphicFrame>
        <p:nvGraphicFramePr>
          <p:cNvPr id="16" name="Diagram16"/>
          <p:cNvGraphicFramePr/>
          <p:nvPr>
            <p:extLst>
              <p:ext uri="{D42A27DB-BD31-4B8C-83A1-F6EECF244321}">
                <p14:modId xmlns:p14="http://schemas.microsoft.com/office/powerpoint/2010/main" val="958983526"/>
              </p:ext>
            </p:extLst>
          </p:nvPr>
        </p:nvGraphicFramePr>
        <p:xfrm>
          <a:off x="6217560" y="1122120"/>
          <a:ext cx="4138920" cy="52552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Ein einfaches Projekt</a:t>
            </a:r>
            <a:endParaRPr lang="de-DE" sz="4400" b="0" u="none" strike="noStrike">
              <a:solidFill>
                <a:srgbClr val="000000"/>
              </a:solidFill>
              <a:uFillTx/>
              <a:latin typeface="Arial"/>
            </a:endParaRPr>
          </a:p>
        </p:txBody>
      </p:sp>
      <p:sp>
        <p:nvSpPr>
          <p:cNvPr id="125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55000" lnSpcReduction="20000"/>
          </a:bodyPr>
          <a:lstStyle/>
          <a:p>
            <a:pPr indent="0" defTabSz="914400">
              <a:lnSpc>
                <a:spcPct val="90000"/>
              </a:lnSpc>
              <a:spcBef>
                <a:spcPts val="1001"/>
              </a:spcBef>
              <a:buNone/>
              <a:tabLst>
                <a:tab pos="0" algn="l"/>
              </a:tabLst>
            </a:pPr>
            <a:r>
              <a:rPr lang="de-DE" sz="2800" b="0" u="none" strike="noStrike">
                <a:solidFill>
                  <a:schemeClr val="dk1"/>
                </a:solidFill>
                <a:uFillTx/>
                <a:latin typeface="Courier New"/>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"name": "npm-sample",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"version": "1.0.0",</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"description": "a simple training project",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"main": "index.js",</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"scripts":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"test": "echo \"Error: no test specified\" &amp;&amp; exit 1"</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"keywords":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"training"</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"author": "theAuthor",</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"license": "ISC"</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a:t>
            </a:r>
            <a:endParaRPr lang="de-DE" sz="2800" b="0" u="none" strike="noStrike">
              <a:solidFill>
                <a:srgbClr val="000000"/>
              </a:solidFill>
              <a:uFillTx/>
              <a:latin typeface="Arial"/>
            </a:endParaRPr>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Ein einfaches Node-Module</a:t>
            </a:r>
            <a:endParaRPr lang="de-DE" sz="4400" b="0" u="none" strike="noStrike">
              <a:solidFill>
                <a:srgbClr val="000000"/>
              </a:solidFill>
              <a:uFillTx/>
              <a:latin typeface="Arial"/>
            </a:endParaRPr>
          </a:p>
        </p:txBody>
      </p:sp>
      <p:sp>
        <p:nvSpPr>
          <p:cNvPr id="126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Datei </a:t>
            </a:r>
            <a:r>
              <a:rPr lang="de-DE" sz="2800" b="0" i="1" u="none" strike="noStrike">
                <a:solidFill>
                  <a:schemeClr val="dk1"/>
                </a:solidFill>
                <a:uFillTx/>
                <a:latin typeface="Courier New"/>
              </a:rPr>
              <a:t>index.js</a:t>
            </a:r>
            <a:endParaRPr lang="de-DE" sz="2800" b="0" u="none" strike="noStrike">
              <a:solidFill>
                <a:srgbClr val="000000"/>
              </a:solidFill>
              <a:uFillTx/>
              <a:latin typeface="Arial"/>
            </a:endParaRPr>
          </a:p>
          <a:p>
            <a:pPr marL="289080" indent="0" defTabSz="914400">
              <a:lnSpc>
                <a:spcPct val="90000"/>
              </a:lnSpc>
              <a:spcBef>
                <a:spcPts val="499"/>
              </a:spcBef>
              <a:buNone/>
              <a:tabLst>
                <a:tab pos="0" algn="l"/>
              </a:tabLst>
            </a:pPr>
            <a:r>
              <a:rPr lang="de-DE" sz="2400" b="0" i="1" u="none" strike="noStrike">
                <a:solidFill>
                  <a:schemeClr val="dk1"/>
                </a:solidFill>
                <a:uFillTx/>
                <a:latin typeface="Courier New"/>
              </a:rPr>
              <a:t>module.exports = {</a:t>
            </a:r>
            <a:endParaRPr lang="de-DE" sz="2400" b="0" u="none" strike="noStrike">
              <a:solidFill>
                <a:srgbClr val="000000"/>
              </a:solidFill>
              <a:uFillTx/>
              <a:latin typeface="Arial"/>
            </a:endParaRPr>
          </a:p>
          <a:p>
            <a:pPr marL="289080" indent="0" defTabSz="914400">
              <a:lnSpc>
                <a:spcPct val="90000"/>
              </a:lnSpc>
              <a:spcBef>
                <a:spcPts val="499"/>
              </a:spcBef>
              <a:buNone/>
              <a:tabLst>
                <a:tab pos="0" algn="l"/>
              </a:tabLst>
            </a:pPr>
            <a:r>
              <a:rPr lang="de-DE" sz="2400" b="0" i="1" u="none" strike="noStrike">
                <a:solidFill>
                  <a:schemeClr val="dk1"/>
                </a:solidFill>
                <a:uFillTx/>
                <a:latin typeface="Courier New"/>
              </a:rPr>
              <a:t>	log: function(){</a:t>
            </a:r>
            <a:endParaRPr lang="de-DE" sz="2400" b="0" u="none" strike="noStrike">
              <a:solidFill>
                <a:srgbClr val="000000"/>
              </a:solidFill>
              <a:uFillTx/>
              <a:latin typeface="Arial"/>
            </a:endParaRPr>
          </a:p>
          <a:p>
            <a:pPr marL="289080" indent="0" defTabSz="914400">
              <a:lnSpc>
                <a:spcPct val="90000"/>
              </a:lnSpc>
              <a:spcBef>
                <a:spcPts val="499"/>
              </a:spcBef>
              <a:buNone/>
              <a:tabLst>
                <a:tab pos="0" algn="l"/>
              </a:tabLst>
            </a:pPr>
            <a:r>
              <a:rPr lang="de-DE" sz="2400" b="0" i="1" u="none" strike="noStrike">
                <a:solidFill>
                  <a:schemeClr val="dk1"/>
                </a:solidFill>
                <a:uFillTx/>
                <a:latin typeface="Courier New"/>
              </a:rPr>
              <a:t>            console.log('Hello')</a:t>
            </a:r>
            <a:endParaRPr lang="de-DE" sz="2400" b="0" u="none" strike="noStrike">
              <a:solidFill>
                <a:srgbClr val="000000"/>
              </a:solidFill>
              <a:uFillTx/>
              <a:latin typeface="Arial"/>
            </a:endParaRPr>
          </a:p>
          <a:p>
            <a:pPr marL="289080" indent="0" defTabSz="914400">
              <a:lnSpc>
                <a:spcPct val="90000"/>
              </a:lnSpc>
              <a:spcBef>
                <a:spcPts val="499"/>
              </a:spcBef>
              <a:buNone/>
              <a:tabLst>
                <a:tab pos="0" algn="l"/>
              </a:tabLst>
            </a:pPr>
            <a:r>
              <a:rPr lang="de-DE" sz="2400" b="0" i="1" u="none" strike="noStrike">
                <a:solidFill>
                  <a:schemeClr val="dk1"/>
                </a:solidFill>
                <a:uFillTx/>
                <a:latin typeface="Courier New"/>
              </a:rPr>
              <a:t>          }</a:t>
            </a:r>
            <a:endParaRPr lang="de-DE" sz="2400" b="0" u="none" strike="noStrike">
              <a:solidFill>
                <a:srgbClr val="000000"/>
              </a:solidFill>
              <a:uFillTx/>
              <a:latin typeface="Arial"/>
            </a:endParaRPr>
          </a:p>
          <a:p>
            <a:pPr marL="289080" indent="0" defTabSz="914400">
              <a:lnSpc>
                <a:spcPct val="90000"/>
              </a:lnSpc>
              <a:spcBef>
                <a:spcPts val="499"/>
              </a:spcBef>
              <a:buNone/>
              <a:tabLst>
                <a:tab pos="0" algn="l"/>
              </a:tabLst>
            </a:pPr>
            <a:r>
              <a:rPr lang="de-DE" sz="2400" b="0" i="1" u="none" strike="noStrike">
                <a:solidFill>
                  <a:schemeClr val="dk1"/>
                </a:solidFill>
                <a:uFillTx/>
                <a:latin typeface="Courier New"/>
              </a:rPr>
              <a: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In der REPL</a:t>
            </a:r>
            <a:endParaRPr lang="de-DE" sz="2800" b="0" u="none" strike="noStrike">
              <a:solidFill>
                <a:srgbClr val="000000"/>
              </a:solidFill>
              <a:uFillTx/>
              <a:latin typeface="Arial"/>
            </a:endParaRPr>
          </a:p>
          <a:p>
            <a:pPr marL="289080" indent="0" defTabSz="914400">
              <a:lnSpc>
                <a:spcPct val="90000"/>
              </a:lnSpc>
              <a:spcBef>
                <a:spcPts val="499"/>
              </a:spcBef>
              <a:buNone/>
              <a:tabLst>
                <a:tab pos="0" algn="l"/>
              </a:tabLst>
            </a:pPr>
            <a:r>
              <a:rPr lang="de-DE" sz="2400" b="0" u="none" strike="noStrike">
                <a:solidFill>
                  <a:schemeClr val="dk1"/>
                </a:solidFill>
                <a:uFillTx/>
                <a:latin typeface="Courier New"/>
              </a:rPr>
              <a:t>var training = require('./index.js')</a:t>
            </a:r>
            <a:endParaRPr lang="de-DE" sz="2400" b="0" u="none" strike="noStrike">
              <a:solidFill>
                <a:srgbClr val="000000"/>
              </a:solidFill>
              <a:uFillTx/>
              <a:latin typeface="Arial"/>
            </a:endParaRPr>
          </a:p>
          <a:p>
            <a:pPr marL="289080" indent="0" defTabSz="914400">
              <a:lnSpc>
                <a:spcPct val="90000"/>
              </a:lnSpc>
              <a:spcBef>
                <a:spcPts val="499"/>
              </a:spcBef>
              <a:buNone/>
              <a:tabLst>
                <a:tab pos="0" algn="l"/>
              </a:tabLst>
            </a:pPr>
            <a:r>
              <a:rPr lang="de-DE" sz="2400" b="0" u="none" strike="noStrike">
                <a:solidFill>
                  <a:schemeClr val="dk1"/>
                </a:solidFill>
                <a:uFillTx/>
                <a:latin typeface="Courier New"/>
              </a:rPr>
              <a:t>training.log()</a:t>
            </a:r>
            <a:endParaRPr lang="de-DE" sz="2400" b="0" u="none" strike="noStrike">
              <a:solidFill>
                <a:srgbClr val="000000"/>
              </a:solidFill>
              <a:uFillTx/>
              <a:latin typeface="Arial"/>
            </a:endParaRPr>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Installieren von Abhängigkeiten</a:t>
            </a:r>
            <a:endParaRPr lang="de-DE" sz="4400" b="0" u="none" strike="noStrike">
              <a:solidFill>
                <a:srgbClr val="000000"/>
              </a:solidFill>
              <a:uFillTx/>
              <a:latin typeface="Arial"/>
            </a:endParaRPr>
          </a:p>
        </p:txBody>
      </p:sp>
      <p:sp>
        <p:nvSpPr>
          <p:cNvPr id="126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19999"/>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Abhängigkeiten werden mit </a:t>
            </a:r>
            <a:r>
              <a:rPr lang="de-DE" sz="2800" b="0" u="none" strike="noStrike" dirty="0" err="1">
                <a:solidFill>
                  <a:schemeClr val="dk1"/>
                </a:solidFill>
                <a:uFillTx/>
                <a:latin typeface="Courier New"/>
              </a:rPr>
              <a:t>npm</a:t>
            </a:r>
            <a:r>
              <a:rPr lang="de-DE" sz="2800" b="0" u="none" strike="noStrike" dirty="0">
                <a:solidFill>
                  <a:schemeClr val="dk1"/>
                </a:solidFill>
                <a:uFillTx/>
                <a:latin typeface="Courier New"/>
              </a:rPr>
              <a:t> </a:t>
            </a:r>
            <a:r>
              <a:rPr lang="de-DE" sz="2800" b="0" u="none" strike="noStrike" dirty="0" err="1">
                <a:solidFill>
                  <a:schemeClr val="dk1"/>
                </a:solidFill>
                <a:uFillTx/>
                <a:latin typeface="Courier New"/>
              </a:rPr>
              <a:t>install</a:t>
            </a:r>
            <a:r>
              <a:rPr lang="de-DE" sz="2800" b="0" u="none" strike="noStrike" dirty="0">
                <a:solidFill>
                  <a:schemeClr val="dk1"/>
                </a:solidFill>
                <a:uFillTx/>
                <a:latin typeface="Calibri"/>
              </a:rPr>
              <a:t> von einer </a:t>
            </a:r>
            <a:r>
              <a:rPr lang="de-DE" sz="2800" b="0" u="none" strike="noStrike" dirty="0" err="1">
                <a:solidFill>
                  <a:schemeClr val="dk1"/>
                </a:solidFill>
                <a:uFillTx/>
                <a:latin typeface="Calibri"/>
              </a:rPr>
              <a:t>npm</a:t>
            </a:r>
            <a:r>
              <a:rPr lang="de-DE" sz="2800" b="0" u="none" strike="noStrike" dirty="0">
                <a:solidFill>
                  <a:schemeClr val="dk1"/>
                </a:solidFill>
                <a:uFillTx/>
                <a:latin typeface="Calibri"/>
              </a:rPr>
              <a:t>-Registry geladen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Ohne weitere Konfiguration wird dazu die Standard-Registry benutzt</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Damit ist eine Internet-Verbindung notwendig</a:t>
            </a:r>
            <a:endParaRPr lang="de-DE" sz="20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Es können aber auch Unternehmens-interne Repository-Server benutzt werden</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z.B. Nexus</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Rechner-Registry</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Die Abhängigkeiten werden auf dem Rechner abgelegt</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Ab jetzt ist damit keine Internet-Verbindung mehr nötig</a:t>
            </a:r>
            <a:endParaRPr lang="de-DE" sz="20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Orte:</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lokale Ablage in einem Unterverzeichnis namens </a:t>
            </a:r>
            <a:r>
              <a:rPr lang="de-DE" sz="2000" b="0" i="1" u="none" strike="noStrike" dirty="0" err="1">
                <a:solidFill>
                  <a:schemeClr val="dk1"/>
                </a:solidFill>
                <a:uFillTx/>
                <a:latin typeface="Courier New"/>
              </a:rPr>
              <a:t>node</a:t>
            </a:r>
            <a:r>
              <a:rPr lang="de-DE" sz="2000" b="0" i="1" u="none" strike="noStrike" dirty="0">
                <a:solidFill>
                  <a:schemeClr val="dk1"/>
                </a:solidFill>
                <a:uFillTx/>
                <a:latin typeface="Courier New"/>
              </a:rPr>
              <a:t>-modules</a:t>
            </a:r>
            <a:endParaRPr lang="de-DE" sz="2000" b="0" u="none" strike="noStrike" dirty="0">
              <a:solidFill>
                <a:srgbClr val="000000"/>
              </a:solidFill>
              <a:uFillTx/>
              <a:latin typeface="Arial"/>
            </a:endParaRPr>
          </a:p>
          <a:p>
            <a:pPr marL="1600200" lvl="3" indent="-228600" defTabSz="914400">
              <a:lnSpc>
                <a:spcPct val="90000"/>
              </a:lnSpc>
              <a:spcBef>
                <a:spcPts val="499"/>
              </a:spcBef>
              <a:buClr>
                <a:srgbClr val="000000"/>
              </a:buClr>
              <a:buFont typeface="Arial"/>
              <a:buChar char="•"/>
            </a:pPr>
            <a:r>
              <a:rPr lang="de-DE" sz="1800" b="0" u="none" strike="noStrike" dirty="0">
                <a:solidFill>
                  <a:schemeClr val="dk1"/>
                </a:solidFill>
                <a:uFillTx/>
                <a:latin typeface="Calibri"/>
              </a:rPr>
              <a:t>Empfohlenes Standard-Verfahren zur Installation von </a:t>
            </a:r>
            <a:r>
              <a:rPr lang="de-DE" sz="1800" b="0" u="none" strike="noStrike" dirty="0" err="1">
                <a:solidFill>
                  <a:schemeClr val="dk1"/>
                </a:solidFill>
                <a:uFillTx/>
                <a:latin typeface="Calibri"/>
              </a:rPr>
              <a:t>Dependencies</a:t>
            </a:r>
            <a:r>
              <a:rPr lang="de-DE" sz="1800" b="0" u="none" strike="noStrike" dirty="0">
                <a:solidFill>
                  <a:schemeClr val="dk1"/>
                </a:solidFill>
                <a:uFillTx/>
                <a:latin typeface="Calibri"/>
              </a:rPr>
              <a:t> für eigene Software-Projekte</a:t>
            </a:r>
            <a:endParaRPr lang="de-DE" sz="18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globale Ablage</a:t>
            </a:r>
            <a:endParaRPr lang="de-DE" sz="2000" b="0" u="none" strike="noStrike" dirty="0">
              <a:solidFill>
                <a:srgbClr val="000000"/>
              </a:solidFill>
              <a:uFillTx/>
              <a:latin typeface="Arial"/>
            </a:endParaRPr>
          </a:p>
          <a:p>
            <a:pPr marL="1600200" lvl="3" indent="-228600" defTabSz="914400">
              <a:lnSpc>
                <a:spcPct val="90000"/>
              </a:lnSpc>
              <a:spcBef>
                <a:spcPts val="499"/>
              </a:spcBef>
              <a:buClr>
                <a:srgbClr val="000000"/>
              </a:buClr>
              <a:buFont typeface="Arial"/>
              <a:buChar char="•"/>
            </a:pPr>
            <a:r>
              <a:rPr lang="de-DE" sz="1800" b="0" u="none" strike="noStrike" dirty="0">
                <a:solidFill>
                  <a:schemeClr val="dk1"/>
                </a:solidFill>
                <a:uFillTx/>
                <a:latin typeface="Calibri"/>
              </a:rPr>
              <a:t>Empfohlenes Standard-Verfahren zur Installation von allgemein verwendbaren Werkzeugen</a:t>
            </a:r>
            <a:endParaRPr lang="de-DE" sz="1800" b="0" u="none" strike="noStrike" dirty="0">
              <a:solidFill>
                <a:srgbClr val="000000"/>
              </a:solidFill>
              <a:uFillTx/>
              <a:latin typeface="Arial"/>
            </a:endParaRPr>
          </a:p>
        </p:txBody>
      </p:sp>
    </p:spTree>
  </p:cSld>
  <p:clrMapOvr>
    <a:masterClrMapping/>
  </p:clrMapOvr>
</p:sld>
</file>

<file path=ppt/theme/theme1.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5.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6.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7.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8.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9.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0.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1.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2.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3.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4.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5.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6.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7.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8.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9.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0.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1.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2.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3.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4.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5.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6.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7.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8.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9.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0.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1.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2.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3.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4.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5.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6.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7.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8.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9.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0.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1.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2.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3.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4.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5.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6.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7.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12245</Words>
  <Application>Microsoft Macintosh PowerPoint</Application>
  <PresentationFormat>Breitbild</PresentationFormat>
  <Paragraphs>2157</Paragraphs>
  <Slides>277</Slides>
  <Notes>31</Notes>
  <HiddenSlides>0</HiddenSlides>
  <MMClips>1</MMClips>
  <ScaleCrop>false</ScaleCrop>
  <HeadingPairs>
    <vt:vector size="6" baseType="variant">
      <vt:variant>
        <vt:lpstr>Verwendete Schriftarten</vt:lpstr>
      </vt:variant>
      <vt:variant>
        <vt:i4>11</vt:i4>
      </vt:variant>
      <vt:variant>
        <vt:lpstr>Design</vt:lpstr>
      </vt:variant>
      <vt:variant>
        <vt:i4>46</vt:i4>
      </vt:variant>
      <vt:variant>
        <vt:lpstr>Folientitel</vt:lpstr>
      </vt:variant>
      <vt:variant>
        <vt:i4>277</vt:i4>
      </vt:variant>
    </vt:vector>
  </HeadingPairs>
  <TitlesOfParts>
    <vt:vector size="334" baseType="lpstr">
      <vt:lpstr>Aller</vt:lpstr>
      <vt:lpstr>Arial</vt:lpstr>
      <vt:lpstr>Calibri</vt:lpstr>
      <vt:lpstr>Calibri Light</vt:lpstr>
      <vt:lpstr>Courier New</vt:lpstr>
      <vt:lpstr>JetBrains Mono</vt:lpstr>
      <vt:lpstr>Menlo</vt:lpstr>
      <vt:lpstr>SourceCodePro</vt:lpstr>
      <vt:lpstr>Symbol</vt:lpstr>
      <vt:lpstr>Times New Roman</vt:lpstr>
      <vt:lpstr>Wingdings</vt:lpstr>
      <vt:lpstr>Benutzerdefiniertes Design</vt:lpstr>
      <vt:lpstr>Benutzerdefiniertes Design</vt:lpstr>
      <vt:lpstr>Benutzerdefiniertes Design</vt:lpstr>
      <vt:lpstr>Benutzerdefiniertes Design</vt:lpstr>
      <vt:lpstr>Benutzerdefiniertes Design</vt:lpstr>
      <vt:lpstr>Benutzerdefiniertes Design</vt:lpstr>
      <vt:lpstr>Benutzerdefiniertes Design</vt:lpstr>
      <vt:lpstr>Benutzerdefiniertes Design</vt:lpstr>
      <vt:lpstr>Benutzerdefiniertes Design</vt:lpstr>
      <vt:lpstr>Benutzerdefiniertes Design</vt:lpstr>
      <vt:lpstr>Benutzerdefiniertes Design</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Typescript Primer</vt:lpstr>
      <vt:lpstr>Einrichten von Typescript </vt:lpstr>
      <vt:lpstr>Benötigte Komponenten</vt:lpstr>
      <vt:lpstr>Konfiguration des TypeScript-Compilers</vt:lpstr>
      <vt:lpstr>Scripts der package.json</vt:lpstr>
      <vt:lpstr>Benutzung</vt:lpstr>
      <vt:lpstr>PowerPoint-Präsentation</vt:lpstr>
      <vt:lpstr>PowerPoint-Präsentation</vt:lpstr>
      <vt:lpstr>Warum Typescript</vt:lpstr>
      <vt:lpstr>Type Hierarchy</vt:lpstr>
      <vt:lpstr>Spezielle Typen</vt:lpstr>
      <vt:lpstr>Variablen Deklaration</vt:lpstr>
      <vt:lpstr>Typisierte Deklaration von Variablen</vt:lpstr>
      <vt:lpstr>Deklaration von Variablen mit const und let</vt:lpstr>
      <vt:lpstr>Variable Samples</vt:lpstr>
      <vt:lpstr>Var-Scoping Macken</vt:lpstr>
      <vt:lpstr>Var-Scoping Macken 2</vt:lpstr>
      <vt:lpstr>Var-Scoping Macken 3</vt:lpstr>
      <vt:lpstr>Block Scoping </vt:lpstr>
      <vt:lpstr>Block Scoping 2 </vt:lpstr>
      <vt:lpstr>Block Scoping 3</vt:lpstr>
      <vt:lpstr>const</vt:lpstr>
      <vt:lpstr>Kontrollstrukturen</vt:lpstr>
      <vt:lpstr>Kontrollstrukturen</vt:lpstr>
      <vt:lpstr>Number Datentyp</vt:lpstr>
      <vt:lpstr>Number Funktionen</vt:lpstr>
      <vt:lpstr>String Funktionen </vt:lpstr>
      <vt:lpstr>Funktionen deklarieren</vt:lpstr>
      <vt:lpstr>Varargs AKA Rest Parameters</vt:lpstr>
      <vt:lpstr>Default Parameter</vt:lpstr>
      <vt:lpstr>Anonyme Funktionen</vt:lpstr>
      <vt:lpstr>Funktionen überladen</vt:lpstr>
      <vt:lpstr>Container</vt:lpstr>
      <vt:lpstr>PowerPoint-Präsentation</vt:lpstr>
      <vt:lpstr>PowerPoint-Präsentation</vt:lpstr>
      <vt:lpstr>Array Schnittstellen Auszug </vt:lpstr>
      <vt:lpstr>concat()</vt:lpstr>
      <vt:lpstr>Pop und push</vt:lpstr>
      <vt:lpstr>PowerPoint-Präsentation</vt:lpstr>
      <vt:lpstr>Schnittstellen - Interfaces</vt:lpstr>
      <vt:lpstr>Enum</vt:lpstr>
      <vt:lpstr>Nonsens Code</vt:lpstr>
      <vt:lpstr>Beispiel Interface</vt:lpstr>
      <vt:lpstr>Interface Beispiel</vt:lpstr>
      <vt:lpstr>Interface Beispiel mit var</vt:lpstr>
      <vt:lpstr>Inline Interface Def</vt:lpstr>
      <vt:lpstr>Optional und Readonly</vt:lpstr>
      <vt:lpstr>Klassen deklarieren</vt:lpstr>
      <vt:lpstr>Member von Klassen</vt:lpstr>
      <vt:lpstr>Klassen Definition</vt:lpstr>
      <vt:lpstr>Klassen: readonly</vt:lpstr>
      <vt:lpstr>Sichtbarkeit</vt:lpstr>
      <vt:lpstr>Sichtbarkeit Beispiel</vt:lpstr>
      <vt:lpstr>Übung 1: Erstelle die Klasse Student, so dass sie wie hier arbeitet</vt:lpstr>
      <vt:lpstr>Übung 2: Erstelle einen Konstruktor, so dass die Klasse wie hier arbeitet</vt:lpstr>
      <vt:lpstr>Getter Setter</vt:lpstr>
      <vt:lpstr>PowerPoint-Präsentation</vt:lpstr>
      <vt:lpstr>Beispiel</vt:lpstr>
      <vt:lpstr>PowerPoint-Präsentation</vt:lpstr>
      <vt:lpstr>Klassen: Vererbung</vt:lpstr>
      <vt:lpstr>PowerPoint-Präsentation</vt:lpstr>
      <vt:lpstr>Klassen im Detail: Attribute und Methoden </vt:lpstr>
      <vt:lpstr>Namespaces</vt:lpstr>
      <vt:lpstr>Namespaces</vt:lpstr>
      <vt:lpstr>PowerPoint-Präsentation</vt:lpstr>
      <vt:lpstr>Weitere Exporte </vt:lpstr>
      <vt:lpstr>Named importieren</vt:lpstr>
      <vt:lpstr>Imports</vt:lpstr>
      <vt:lpstr>Übung 3: Module</vt:lpstr>
      <vt:lpstr>Angular</vt:lpstr>
      <vt:lpstr>Architektur Überblick</vt:lpstr>
      <vt:lpstr>Literatur und Quellen</vt:lpstr>
      <vt:lpstr>Installation und Setup</vt:lpstr>
      <vt:lpstr>JavaScript-Grundinstallation</vt:lpstr>
      <vt:lpstr>Installation des Angular Command Line Interfaces</vt:lpstr>
      <vt:lpstr>Überblick über ng command line</vt:lpstr>
      <vt:lpstr>Ein erstes Projekt</vt:lpstr>
      <vt:lpstr>Anlegen des Projekts</vt:lpstr>
      <vt:lpstr>Projektstruktur</vt:lpstr>
      <vt:lpstr>Die Anwendung unter localhost:4200</vt:lpstr>
      <vt:lpstr>Übung 4: Erstelle Initiales Projekt</vt:lpstr>
      <vt:lpstr>Reload der App im Hintergrund bei Change</vt:lpstr>
      <vt:lpstr>Die aktualisierte Seite</vt:lpstr>
      <vt:lpstr>Projektüberblick</vt:lpstr>
      <vt:lpstr>Was ist ein Modul</vt:lpstr>
      <vt:lpstr>Übersicht der Dateien eines Moduls</vt:lpstr>
      <vt:lpstr>Referenz auf Bootstrap Component in Index-Seite</vt:lpstr>
      <vt:lpstr>Component-Annotation</vt:lpstr>
      <vt:lpstr>Aufgabe der Component</vt:lpstr>
      <vt:lpstr>Beispiel: Component Klasse</vt:lpstr>
      <vt:lpstr>Das HTML-Template einer Component</vt:lpstr>
      <vt:lpstr>Kompletter Ablauf</vt:lpstr>
      <vt:lpstr>Einfache Erweiterungen</vt:lpstr>
      <vt:lpstr>Mehrere Komponenten</vt:lpstr>
      <vt:lpstr>Export von Benutzerdefinierten Typen</vt:lpstr>
      <vt:lpstr>Auflistungen</vt:lpstr>
      <vt:lpstr>UI-Programmierung</vt:lpstr>
      <vt:lpstr>Data Binding</vt:lpstr>
      <vt:lpstr>Die ngModel-Direktive</vt:lpstr>
      <vt:lpstr>Data Binding: Beispiel</vt:lpstr>
      <vt:lpstr>Übung 5: Databinding</vt:lpstr>
      <vt:lpstr>Direktiven</vt:lpstr>
      <vt:lpstr>Direktiven</vt:lpstr>
      <vt:lpstr>Beispiel</vt:lpstr>
      <vt:lpstr>Direktiven des Angular-Frameworks</vt:lpstr>
      <vt:lpstr>Noch ein paar Beispiele</vt:lpstr>
      <vt:lpstr>Attribut Direktiven</vt:lpstr>
      <vt:lpstr>Übung 6</vt:lpstr>
      <vt:lpstr>Child Components</vt:lpstr>
      <vt:lpstr>Goals</vt:lpstr>
      <vt:lpstr>Verschachtelung</vt:lpstr>
      <vt:lpstr>Komponente als Direktive einbinden</vt:lpstr>
      <vt:lpstr>Mittels ng-generate</vt:lpstr>
      <vt:lpstr>Übung 7: Komponenten schachteln</vt:lpstr>
      <vt:lpstr>Input einer Component</vt:lpstr>
      <vt:lpstr>Beispiel: Input einer Child-Component</vt:lpstr>
      <vt:lpstr>Inputs</vt:lpstr>
      <vt:lpstr>Übung 8: Inputs</vt:lpstr>
      <vt:lpstr>Events </vt:lpstr>
      <vt:lpstr>Event Binding</vt:lpstr>
      <vt:lpstr>Event Handler</vt:lpstr>
      <vt:lpstr>Event Handler: Beispiel</vt:lpstr>
      <vt:lpstr>Übung 9: Events</vt:lpstr>
      <vt:lpstr>Output -- Events aus Komponenten</vt:lpstr>
      <vt:lpstr>Output Beispiel</vt:lpstr>
      <vt:lpstr>Nutzende Komponente</vt:lpstr>
      <vt:lpstr>Übung 10: Output</vt:lpstr>
      <vt:lpstr>PowerPoint-Präsentation</vt:lpstr>
      <vt:lpstr>Expression Language </vt:lpstr>
      <vt:lpstr>Was wir fast alles schon kennen</vt:lpstr>
      <vt:lpstr>Expression</vt:lpstr>
      <vt:lpstr>Safe Navigator</vt:lpstr>
      <vt:lpstr>Performance Impact</vt:lpstr>
      <vt:lpstr>One Way Property Bindings bei Images </vt:lpstr>
      <vt:lpstr>Event Binding </vt:lpstr>
      <vt:lpstr>Style Bindings</vt:lpstr>
      <vt:lpstr>Data Binding in Formularen</vt:lpstr>
      <vt:lpstr>Übung 11: Bindings auf Images und mehr</vt:lpstr>
      <vt:lpstr>Übung 12: Class Binding</vt:lpstr>
      <vt:lpstr>Übung 13: Formulare</vt:lpstr>
      <vt:lpstr>Services</vt:lpstr>
      <vt:lpstr>Eigenschaften eines Services</vt:lpstr>
      <vt:lpstr>Services? Was</vt:lpstr>
      <vt:lpstr>Aufgaben eines Services</vt:lpstr>
      <vt:lpstr>Ein simpler Service</vt:lpstr>
      <vt:lpstr>Methode in Services</vt:lpstr>
      <vt:lpstr>API Stabilität</vt:lpstr>
      <vt:lpstr>Objektnetze in OO- Systemen</vt:lpstr>
      <vt:lpstr>Assignment by Third Party</vt:lpstr>
      <vt:lpstr>Creating itself - DIRECT</vt:lpstr>
      <vt:lpstr>Factory- Pattern</vt:lpstr>
      <vt:lpstr>Dependency Injection</vt:lpstr>
      <vt:lpstr>Beispiel: Service</vt:lpstr>
      <vt:lpstr>DI Konfig</vt:lpstr>
      <vt:lpstr>Wie geht DI in Angular</vt:lpstr>
      <vt:lpstr>Kontextbasierte Injektion </vt:lpstr>
      <vt:lpstr>Übung 14</vt:lpstr>
      <vt:lpstr>Übung 15</vt:lpstr>
      <vt:lpstr>Komponenten Lebenszyklus</vt:lpstr>
      <vt:lpstr>Was soll das?</vt:lpstr>
      <vt:lpstr>Best Practices: OnInit</vt:lpstr>
      <vt:lpstr>Übung 16: OnInit</vt:lpstr>
      <vt:lpstr>Pipes</vt:lpstr>
      <vt:lpstr>Allgemein</vt:lpstr>
      <vt:lpstr>Was sind Pipes?</vt:lpstr>
      <vt:lpstr>Decimal Pipe</vt:lpstr>
      <vt:lpstr>Date Pipe</vt:lpstr>
      <vt:lpstr>Übung 17: Pipe</vt:lpstr>
      <vt:lpstr>Pipes sind Klassen</vt:lpstr>
      <vt:lpstr>Deklaration an Modulen</vt:lpstr>
      <vt:lpstr>Übung 18: Eigene Pipe</vt:lpstr>
      <vt:lpstr>PowerPoint-Präsentation</vt:lpstr>
      <vt:lpstr>Asynchrone &amp; Reaktive Programmierung</vt:lpstr>
      <vt:lpstr>Welche Eigenschaft hat die Variable X</vt:lpstr>
      <vt:lpstr>Und hier?</vt:lpstr>
      <vt:lpstr>Threading im Browser</vt:lpstr>
      <vt:lpstr>Callback API </vt:lpstr>
      <vt:lpstr>Lösung sind Promises</vt:lpstr>
      <vt:lpstr>Promise Beispiel</vt:lpstr>
      <vt:lpstr>Observable als Promise++</vt:lpstr>
      <vt:lpstr> Methoden für Zwischenverarbeitung </vt:lpstr>
      <vt:lpstr>Observables sind lazy</vt:lpstr>
      <vt:lpstr>PowerPoint-Präsentation</vt:lpstr>
      <vt:lpstr>Unsubscribe Nicht vergessen </vt:lpstr>
      <vt:lpstr>Automatisches Unsubscribe</vt:lpstr>
      <vt:lpstr>Reactive Extensions – RxJS</vt:lpstr>
      <vt:lpstr>Übung 19: Async CustomerService</vt:lpstr>
      <vt:lpstr>Routing und Navigation</vt:lpstr>
      <vt:lpstr>Arbeitsweise</vt:lpstr>
      <vt:lpstr>Features von Routen</vt:lpstr>
      <vt:lpstr>Routendefinition</vt:lpstr>
      <vt:lpstr>Ablauf</vt:lpstr>
      <vt:lpstr>Verlinken von Routen</vt:lpstr>
      <vt:lpstr>Default / Fallback Route</vt:lpstr>
      <vt:lpstr>Routenkonfiguration</vt:lpstr>
      <vt:lpstr>Beispiel: Routen-Definition</vt:lpstr>
      <vt:lpstr>Location-Strategy</vt:lpstr>
      <vt:lpstr>Übung 20: Routen für Listenansicht</vt:lpstr>
      <vt:lpstr>Pfadparameter für dynamische Information</vt:lpstr>
      <vt:lpstr>Beispiel Pfadparameter</vt:lpstr>
      <vt:lpstr>Details zu den Routen</vt:lpstr>
      <vt:lpstr>Beispiel</vt:lpstr>
      <vt:lpstr>Stream Fetisch – Weiterverarbeitung von Routeparameter </vt:lpstr>
      <vt:lpstr>Navigation im html</vt:lpstr>
      <vt:lpstr>Navigation im Code – Component Klasse</vt:lpstr>
      <vt:lpstr>Übung 21: Routing mit Parametern</vt:lpstr>
      <vt:lpstr>Formulare und Eingabefelder </vt:lpstr>
      <vt:lpstr>Rückblick auf Standard html</vt:lpstr>
      <vt:lpstr>Formulare inAngular</vt:lpstr>
      <vt:lpstr>Formulare, Gruppen, Felder</vt:lpstr>
      <vt:lpstr>Formulare Bauen mit ReactiveFormsModule</vt:lpstr>
      <vt:lpstr>HowTo</vt:lpstr>
      <vt:lpstr>Übung 22: FormBuilder</vt:lpstr>
      <vt:lpstr>Validierung</vt:lpstr>
      <vt:lpstr>PowerPoint-Präsentation</vt:lpstr>
      <vt:lpstr>Verwendung</vt:lpstr>
      <vt:lpstr>Validierungsfehler</vt:lpstr>
      <vt:lpstr>Zugriff auf Fehlerzustand</vt:lpstr>
      <vt:lpstr>ErrorsMap</vt:lpstr>
      <vt:lpstr>Übung 22: Validierung</vt:lpstr>
      <vt:lpstr>Kind Komponenten</vt:lpstr>
      <vt:lpstr>Best Practice</vt:lpstr>
      <vt:lpstr>Rückblick: Input Output</vt:lpstr>
      <vt:lpstr>@ViewChild</vt:lpstr>
      <vt:lpstr>Kommunikation über ThirdParty</vt:lpstr>
      <vt:lpstr>Beispiel Event Emitter</vt:lpstr>
      <vt:lpstr>Übung 23</vt:lpstr>
      <vt:lpstr>Remote-Kommunikation</vt:lpstr>
      <vt:lpstr>Exkurs REST</vt:lpstr>
      <vt:lpstr>Das http-Protokoll</vt:lpstr>
      <vt:lpstr>Elemente der http-Spezifikation</vt:lpstr>
      <vt:lpstr>Elemente der http-Spezifikation II</vt:lpstr>
      <vt:lpstr>MimeTypes</vt:lpstr>
      <vt:lpstr>REST und http</vt:lpstr>
      <vt:lpstr>PowerPoint-Präsentation</vt:lpstr>
      <vt:lpstr>Der http Client</vt:lpstr>
      <vt:lpstr>Der Service HttpClient</vt:lpstr>
      <vt:lpstr>Json Daten extrahieren</vt:lpstr>
      <vt:lpstr>Exception Handler</vt:lpstr>
      <vt:lpstr>Header</vt:lpstr>
      <vt:lpstr>Übung 24: Starten des Servers</vt:lpstr>
      <vt:lpstr>Übung 24: Endpunkte</vt:lpstr>
      <vt:lpstr>Übung 24: http </vt:lpstr>
      <vt:lpstr>Eigene Direktiven</vt:lpstr>
      <vt:lpstr>Eigene Directive: Beispiel</vt:lpstr>
      <vt:lpstr>Legacy: Ein Angular Module</vt:lpstr>
      <vt:lpstr>Was ist ein Modul</vt:lpstr>
      <vt:lpstr>Übersicht der Dateien eines Moduls</vt:lpstr>
      <vt:lpstr>Referenz auf Module in Index-Seite</vt:lpstr>
      <vt:lpstr>Component-Annotation</vt:lpstr>
      <vt:lpstr>Aufgabe der Component</vt:lpstr>
      <vt:lpstr>Angular-Module: Die Component</vt:lpstr>
      <vt:lpstr>Angular-Module: Das HTML-Template</vt:lpstr>
      <vt:lpstr>Angular-Module: Module-Deklaration</vt:lpstr>
      <vt:lpstr>Ablauf bis hier her</vt:lpstr>
      <vt:lpstr>Angular-Module: Module-Deklaration</vt:lpstr>
      <vt:lpstr>Kompletter Ablauf</vt:lpstr>
      <vt:lpstr>Deklaration, Imports und Exports</vt:lpstr>
      <vt:lpstr>Module generieren</vt:lpstr>
      <vt:lpstr>Anhang</vt:lpstr>
      <vt:lpstr>node.js</vt:lpstr>
      <vt:lpstr>Was ist node.js?</vt:lpstr>
      <vt:lpstr>Beispiel: Ein kompletter http-Server</vt:lpstr>
      <vt:lpstr>Installation: node.js</vt:lpstr>
      <vt:lpstr>Testen der Installation</vt:lpstr>
      <vt:lpstr>Node und Browser-basierte Anwendungen</vt:lpstr>
      <vt:lpstr>npm – Der Node Package Manager</vt:lpstr>
      <vt:lpstr>Was ist npm?</vt:lpstr>
      <vt:lpstr>npm Kommandos</vt:lpstr>
      <vt:lpstr>Node-Modules</vt:lpstr>
      <vt:lpstr>Node Modules</vt:lpstr>
      <vt:lpstr>Die package.json</vt:lpstr>
      <vt:lpstr>Initialisierung eines Projekts</vt:lpstr>
      <vt:lpstr>Projektstruktur</vt:lpstr>
      <vt:lpstr>Beispiel: Ein einfaches Projekt</vt:lpstr>
      <vt:lpstr>Beispiel: Ein einfaches Node-Module</vt:lpstr>
      <vt:lpstr>Installieren von Abhängigkeiten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Thomas Götzinger</dc:creator>
  <dc:description/>
  <cp:lastModifiedBy>Thomas Götzinger</cp:lastModifiedBy>
  <cp:revision>185</cp:revision>
  <dcterms:created xsi:type="dcterms:W3CDTF">2020-01-15T16:45:15Z</dcterms:created>
  <dcterms:modified xsi:type="dcterms:W3CDTF">2026-04-06T16:29:28Z</dcterms:modified>
  <dc:language>de-DE</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MClips">
    <vt:i4>1</vt:i4>
  </property>
  <property fmtid="{D5CDD505-2E9C-101B-9397-08002B2CF9AE}" pid="3" name="Notes">
    <vt:i4>38</vt:i4>
  </property>
  <property fmtid="{D5CDD505-2E9C-101B-9397-08002B2CF9AE}" pid="4" name="PresentationFormat">
    <vt:lpwstr>Breitbild</vt:lpwstr>
  </property>
  <property fmtid="{D5CDD505-2E9C-101B-9397-08002B2CF9AE}" pid="5" name="Slides">
    <vt:i4>268</vt:i4>
  </property>
</Properties>
</file>