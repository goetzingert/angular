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media/image3.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87" r:id="rId37"/>
    <p:sldId id="259" r:id="rId5"/>
    <p:sldId id="260" r:id="rId6"/>
    <p:sldId id="261" r:id="rId7"/>
    <p:sldId id="288" r:id="rId38"/>
    <p:sldId id="262" r:id="rId8"/>
    <p:sldId id="263" r:id="rId9"/>
    <p:sldId id="264" r:id="rId10"/>
    <p:sldId id="265" r:id="rId11"/>
    <p:sldId id="267" r:id="rId12"/>
    <p:sldId id="266" r:id="rId13"/>
    <p:sldId id="271" r:id="rId14"/>
    <p:sldId id="268" r:id="rId15"/>
    <p:sldId id="269" r:id="rId16"/>
    <p:sldId id="270" r:id="rId17"/>
    <p:sldId id="272" r:id="rId18"/>
    <p:sldId id="273" r:id="rId19"/>
    <p:sldId id="274" r:id="rId20"/>
    <p:sldId id="275" r:id="rId21"/>
    <p:sldId id="276" r:id="rId22"/>
    <p:sldId id="277" r:id="rId23"/>
    <p:sldId id="278" r:id="rId24"/>
    <p:sldId id="279" r:id="rId25"/>
    <p:sldId id="280" r:id="rId26"/>
    <p:sldId id="286" r:id="rId27"/>
    <p:sldId id="281" r:id="rId28"/>
    <p:sldId id="282" r:id="rId29"/>
    <p:sldId id="283" r:id="rId30"/>
    <p:sldId id="284" r:id="rId31"/>
    <p:sldId id="285" r:id="rId32"/>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2" autoAdjust="0"/>
    <p:restoredTop sz="94660"/>
  </p:normalViewPr>
  <p:slideViewPr>
    <p:cSldViewPr snapToGrid="0">
      <p:cViewPr varScale="1">
        <p:scale>
          <a:sx n="116" d="100"/>
          <a:sy n="116" d="100"/>
        </p:scale>
        <p:origin x="336" y="2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4.xml"/><Relationship Id="rId38" Type="http://schemas.openxmlformats.org/officeDocument/2006/relationships/slide" Target="slides/slide33.xml"/><Relationship Id="rId39" Type="http://schemas.openxmlformats.org/officeDocument/2006/relationships/notesMaster" Target="notesMasters/notesMaster1.xml"/></Relationships>
</file>

<file path=ppt/diagrams/_rels/data2.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svg"/><Relationship Id="rId3" Type="http://schemas.openxmlformats.org/officeDocument/2006/relationships/image" Target="../media/image4.png"/><Relationship Id="rId4" Type="http://schemas.openxmlformats.org/officeDocument/2006/relationships/image" Target="../media/image5.svg"/></Relationships>
</file>

<file path=ppt/diagrams/_rels/data3.xml.rels><?xml version='1.0' encoding='UTF-8' standalone='yes'?>
<Relationships xmlns="http://schemas.openxmlformats.org/package/2006/relationships"><Relationship Id="rId1" Type="http://schemas.openxmlformats.org/officeDocument/2006/relationships/hyperlink" Target="https://github.com/JamieMason/Jasmine-Matchers" TargetMode="External"/></Relationships>
</file>

<file path=ppt/diagrams/_rels/drawing2.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svg"/><Relationship Id="rId3" Type="http://schemas.openxmlformats.org/officeDocument/2006/relationships/image" Target="../media/image4.png"/><Relationship Id="rId4" Type="http://schemas.openxmlformats.org/officeDocument/2006/relationships/image" Target="../media/image5.svg"/></Relationships>
</file>

<file path=ppt/diagrams/_rels/drawing3.xml.rels><?xml version='1.0' encoding='UTF-8' standalone='yes'?>
<Relationships xmlns="http://schemas.openxmlformats.org/package/2006/relationships"><Relationship Id="rId1" Type="http://schemas.openxmlformats.org/officeDocument/2006/relationships/hyperlink" Target="https://github.com/JamieMason/Jasmine-Matchers" TargetMode="External"/></Relationships>
</file>

<file path=ppt/diagrams/colors1.xml><?xml version="1.0" encoding="utf-8"?>
<dgm:colorsDef xmlns:dgm="http://schemas.openxmlformats.org/drawingml/2006/diagram" xmlns:a="http://schemas.openxmlformats.org/drawingml/2006/main" uniqueId="urn:microsoft.com/office/officeart/2005/8/colors/accent1_3">
  <dgm:title val=""/>
  <dgm:desc val=""/>
  <dgm:catLst>
    <dgm:cat type="accent1" pri="11300"/>
  </dgm:catLst>
  <dgm:styleLbl name="node0">
    <dgm:fillClrLst meth="repeat">
      <a:schemeClr val="accent1">
        <a:shade val="80000"/>
      </a:schemeClr>
    </dgm:fillClrLst>
    <dgm:linClrLst meth="repeat">
      <a:schemeClr val="lt1"/>
    </dgm:linClrLst>
    <dgm:effectClrLst/>
    <dgm:txLinClrLst/>
    <dgm:txFillClrLst/>
    <dgm:txEffectClrLst/>
  </dgm:styleLbl>
  <dgm:styleLbl name="alignNode1">
    <dgm:fillClrLst>
      <a:schemeClr val="accent1">
        <a:shade val="80000"/>
      </a:schemeClr>
      <a:schemeClr val="accent1">
        <a:tint val="70000"/>
      </a:schemeClr>
    </dgm:fillClrLst>
    <dgm:linClrLst>
      <a:schemeClr val="accent1">
        <a:shade val="80000"/>
      </a:schemeClr>
      <a:schemeClr val="accent1">
        <a:tint val="70000"/>
      </a:schemeClr>
    </dgm:linClrLst>
    <dgm:effectClrLst/>
    <dgm:txLinClrLst/>
    <dgm:txFillClrLst/>
    <dgm:txEffectClrLst/>
  </dgm:styleLbl>
  <dgm:styleLbl name="node1">
    <dgm:fillClrLst>
      <a:schemeClr val="accent1">
        <a:shade val="80000"/>
      </a:schemeClr>
      <a:schemeClr val="accent1">
        <a:tint val="70000"/>
      </a:schemeClr>
    </dgm:fillClrLst>
    <dgm:linClrLst meth="repeat">
      <a:schemeClr val="lt1"/>
    </dgm:linClrLst>
    <dgm:effectClrLst/>
    <dgm:txLinClrLst/>
    <dgm:txFillClrLst/>
    <dgm:txEffectClrLst/>
  </dgm:styleLbl>
  <dgm:styleLbl name="lnNode1">
    <dgm:fillClrLst>
      <a:schemeClr val="accent1">
        <a:shade val="80000"/>
      </a:schemeClr>
      <a:schemeClr val="accent1">
        <a:tint val="7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tint val="70000"/>
        <a:alpha val="50000"/>
      </a:schemeClr>
    </dgm:fillClrLst>
    <dgm:linClrLst meth="repeat">
      <a:schemeClr val="lt1"/>
    </dgm:linClrLst>
    <dgm:effectClrLst/>
    <dgm:txLinClrLst/>
    <dgm:txFillClrLst/>
    <dgm:txEffectClrLst/>
  </dgm:styleLbl>
  <dgm:styleLbl name="node2">
    <dgm:fillClrLst>
      <a:schemeClr val="accent1">
        <a:tint val="99000"/>
      </a:schemeClr>
    </dgm:fillClrLst>
    <dgm:linClrLst meth="repeat">
      <a:schemeClr val="lt1"/>
    </dgm:linClrLst>
    <dgm:effectClrLst/>
    <dgm:txLinClrLst/>
    <dgm:txFillClrLst/>
    <dgm:txEffectClrLst/>
  </dgm:styleLbl>
  <dgm:styleLbl name="node3">
    <dgm:fillClrLst>
      <a:schemeClr val="accent1">
        <a:tint val="80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dgm:txEffectClrLst/>
  </dgm:styleLbl>
  <dgm:styleLbl name="f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b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sibTrans1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9000"/>
      </a:schemeClr>
    </dgm:fillClrLst>
    <dgm:linClrLst meth="repeat">
      <a:schemeClr val="lt1"/>
    </dgm:linClrLst>
    <dgm:effectClrLst/>
    <dgm:txLinClrLst/>
    <dgm:txFillClrLst/>
    <dgm:txEffectClrLst/>
  </dgm:styleLbl>
  <dgm:styleLbl name="asst3">
    <dgm:fillClrLst>
      <a:schemeClr val="accent1">
        <a:tint val="80000"/>
      </a:schemeClr>
    </dgm:fillClrLst>
    <dgm:linClrLst meth="repeat">
      <a:schemeClr val="lt1"/>
    </dgm:linClrLst>
    <dgm:effectClrLst/>
    <dgm:txLinClrLst/>
    <dgm:txFillClrLst/>
    <dgm:txEffectClrLst/>
  </dgm:styleLbl>
  <dgm:styleLbl name="asst4">
    <dgm:fillClrLst>
      <a:schemeClr val="accent1">
        <a:tint val="7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lt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9000"/>
      </a:schemeClr>
    </dgm:fillClrLst>
    <dgm:linClrLst meth="repeat">
      <a:schemeClr val="accent1">
        <a:tint val="99000"/>
      </a:schemeClr>
    </dgm:linClrLst>
    <dgm:effectClrLst/>
    <dgm:txLinClrLst/>
    <dgm:txFillClrLst meth="repeat">
      <a:schemeClr val="tx1"/>
    </dgm:txFillClrLst>
    <dgm:txEffectClrLst/>
  </dgm:styleLbl>
  <dgm:styleLbl name="parChTrans1D3">
    <dgm:fillClrLst meth="repeat">
      <a:schemeClr val="accent1">
        <a:tint val="80000"/>
      </a:schemeClr>
    </dgm:fillClrLst>
    <dgm:linClrLst meth="repeat">
      <a:schemeClr val="accent1">
        <a:tint val="80000"/>
      </a:schemeClr>
    </dgm:linClrLst>
    <dgm:effectClrLst/>
    <dgm:txLinClrLst/>
    <dgm:txFillClrLst meth="repeat">
      <a:schemeClr val="tx1"/>
    </dgm:txFillClrLst>
    <dgm:txEffectClrLst/>
  </dgm:styleLbl>
  <dgm:styleLbl name="parChTrans1D4">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4A6386A-D168-401D-A37B-EEAF81D5FE00}" type="doc">
      <dgm:prSet loTypeId="urn:microsoft.com/office/officeart/2005/8/layout/pyramid1" loCatId="pyramid" qsTypeId="urn:microsoft.com/office/officeart/2005/8/quickstyle/3d7" qsCatId="3D" csTypeId="urn:microsoft.com/office/officeart/2005/8/colors/accent1_3" csCatId="accent1" phldr="1"/>
      <dgm:spPr/>
    </dgm:pt>
    <dgm:pt modelId="{7039DE13-BEF4-4D0A-A98A-F718C0F53979}">
      <dgm:prSet phldrT="[Text]"/>
      <dgm:spPr/>
      <dgm:t>
        <a:bodyPr/>
        <a:lstStyle/>
        <a:p>
          <a:r>
            <a:rPr lang="de-DE" dirty="0"/>
            <a:t>Akzeptanz</a:t>
          </a:r>
        </a:p>
      </dgm:t>
    </dgm:pt>
    <dgm:pt modelId="{8AAD9BBC-CCE0-480C-B104-D0FD8654E4E3}" type="parTrans" cxnId="{3B727EDC-5D54-42B1-AA8C-01285D4BD0E0}">
      <dgm:prSet/>
      <dgm:spPr/>
      <dgm:t>
        <a:bodyPr/>
        <a:lstStyle/>
        <a:p>
          <a:endParaRPr lang="de-DE"/>
        </a:p>
      </dgm:t>
    </dgm:pt>
    <dgm:pt modelId="{B129AAB3-9053-45B6-A1E7-E06A264EEA8F}" type="sibTrans" cxnId="{3B727EDC-5D54-42B1-AA8C-01285D4BD0E0}">
      <dgm:prSet/>
      <dgm:spPr/>
      <dgm:t>
        <a:bodyPr/>
        <a:lstStyle/>
        <a:p>
          <a:endParaRPr lang="de-DE"/>
        </a:p>
      </dgm:t>
    </dgm:pt>
    <dgm:pt modelId="{E6ACE6A1-2330-4CE6-A3C8-E6EFB145077A}">
      <dgm:prSet phldrT="[Text]"/>
      <dgm:spPr/>
      <dgm:t>
        <a:bodyPr/>
        <a:lstStyle/>
        <a:p>
          <a:r>
            <a:rPr lang="de-DE" dirty="0"/>
            <a:t>Integration</a:t>
          </a:r>
        </a:p>
      </dgm:t>
    </dgm:pt>
    <dgm:pt modelId="{35F81608-EF7C-4375-9690-A76F38A6113F}" type="parTrans" cxnId="{9C96457D-3CB3-4E5D-A346-8950169526E2}">
      <dgm:prSet/>
      <dgm:spPr/>
      <dgm:t>
        <a:bodyPr/>
        <a:lstStyle/>
        <a:p>
          <a:endParaRPr lang="de-DE"/>
        </a:p>
      </dgm:t>
    </dgm:pt>
    <dgm:pt modelId="{1F1617C8-2315-48C2-B1B5-6951E12EE613}" type="sibTrans" cxnId="{9C96457D-3CB3-4E5D-A346-8950169526E2}">
      <dgm:prSet/>
      <dgm:spPr/>
      <dgm:t>
        <a:bodyPr/>
        <a:lstStyle/>
        <a:p>
          <a:endParaRPr lang="de-DE"/>
        </a:p>
      </dgm:t>
    </dgm:pt>
    <dgm:pt modelId="{44D5DCC6-429E-402A-84FD-2E1D7E4C94E3}">
      <dgm:prSet phldrT="[Text]"/>
      <dgm:spPr/>
      <dgm:t>
        <a:bodyPr/>
        <a:lstStyle/>
        <a:p>
          <a:r>
            <a:rPr lang="de-DE" dirty="0"/>
            <a:t>Unit</a:t>
          </a:r>
        </a:p>
      </dgm:t>
    </dgm:pt>
    <dgm:pt modelId="{8BE2BC6E-1C12-45B9-96BA-64DA11F9EE6D}" type="parTrans" cxnId="{EB8D5C29-A414-467B-881F-784420E4B9AD}">
      <dgm:prSet/>
      <dgm:spPr/>
      <dgm:t>
        <a:bodyPr/>
        <a:lstStyle/>
        <a:p>
          <a:endParaRPr lang="de-DE"/>
        </a:p>
      </dgm:t>
    </dgm:pt>
    <dgm:pt modelId="{7870C898-B884-4A41-8A6C-1392CD329815}" type="sibTrans" cxnId="{EB8D5C29-A414-467B-881F-784420E4B9AD}">
      <dgm:prSet/>
      <dgm:spPr/>
      <dgm:t>
        <a:bodyPr/>
        <a:lstStyle/>
        <a:p>
          <a:endParaRPr lang="de-DE"/>
        </a:p>
      </dgm:t>
    </dgm:pt>
    <dgm:pt modelId="{813381E1-75E5-4434-A0D9-2BA2919AB181}" type="pres">
      <dgm:prSet presAssocID="{64A6386A-D168-401D-A37B-EEAF81D5FE00}" presName="Name0" presStyleCnt="0">
        <dgm:presLayoutVars>
          <dgm:dir/>
          <dgm:animLvl val="lvl"/>
          <dgm:resizeHandles val="exact"/>
        </dgm:presLayoutVars>
      </dgm:prSet>
      <dgm:spPr/>
    </dgm:pt>
    <dgm:pt modelId="{0B60F3A5-023E-49E5-B79F-850FC61DE86C}" type="pres">
      <dgm:prSet presAssocID="{7039DE13-BEF4-4D0A-A98A-F718C0F53979}" presName="Name8" presStyleCnt="0"/>
      <dgm:spPr/>
    </dgm:pt>
    <dgm:pt modelId="{A088F3A6-9404-4EE0-986C-04CF8F182FB0}" type="pres">
      <dgm:prSet presAssocID="{7039DE13-BEF4-4D0A-A98A-F718C0F53979}" presName="level" presStyleLbl="node1" presStyleIdx="0" presStyleCnt="3">
        <dgm:presLayoutVars>
          <dgm:chMax val="1"/>
          <dgm:bulletEnabled val="1"/>
        </dgm:presLayoutVars>
      </dgm:prSet>
      <dgm:spPr/>
    </dgm:pt>
    <dgm:pt modelId="{2B223F14-E5D5-4F44-9385-88F44F5E22BC}" type="pres">
      <dgm:prSet presAssocID="{7039DE13-BEF4-4D0A-A98A-F718C0F53979}" presName="levelTx" presStyleLbl="revTx" presStyleIdx="0" presStyleCnt="0">
        <dgm:presLayoutVars>
          <dgm:chMax val="1"/>
          <dgm:bulletEnabled val="1"/>
        </dgm:presLayoutVars>
      </dgm:prSet>
      <dgm:spPr/>
    </dgm:pt>
    <dgm:pt modelId="{47DB64D5-05D8-4CF0-A3F7-167D9EB6BF6A}" type="pres">
      <dgm:prSet presAssocID="{E6ACE6A1-2330-4CE6-A3C8-E6EFB145077A}" presName="Name8" presStyleCnt="0"/>
      <dgm:spPr/>
    </dgm:pt>
    <dgm:pt modelId="{646428AF-D0C8-419E-AC44-F9D9F973D289}" type="pres">
      <dgm:prSet presAssocID="{E6ACE6A1-2330-4CE6-A3C8-E6EFB145077A}" presName="level" presStyleLbl="node1" presStyleIdx="1" presStyleCnt="3">
        <dgm:presLayoutVars>
          <dgm:chMax val="1"/>
          <dgm:bulletEnabled val="1"/>
        </dgm:presLayoutVars>
      </dgm:prSet>
      <dgm:spPr/>
    </dgm:pt>
    <dgm:pt modelId="{A924CFDA-2994-493D-8323-515F6B7AFAD3}" type="pres">
      <dgm:prSet presAssocID="{E6ACE6A1-2330-4CE6-A3C8-E6EFB145077A}" presName="levelTx" presStyleLbl="revTx" presStyleIdx="0" presStyleCnt="0">
        <dgm:presLayoutVars>
          <dgm:chMax val="1"/>
          <dgm:bulletEnabled val="1"/>
        </dgm:presLayoutVars>
      </dgm:prSet>
      <dgm:spPr/>
    </dgm:pt>
    <dgm:pt modelId="{34C15803-1A09-4B29-8FA6-C14FBA414321}" type="pres">
      <dgm:prSet presAssocID="{44D5DCC6-429E-402A-84FD-2E1D7E4C94E3}" presName="Name8" presStyleCnt="0"/>
      <dgm:spPr/>
    </dgm:pt>
    <dgm:pt modelId="{E86C77F4-24C4-4C50-9158-8632E1334CA4}" type="pres">
      <dgm:prSet presAssocID="{44D5DCC6-429E-402A-84FD-2E1D7E4C94E3}" presName="level" presStyleLbl="node1" presStyleIdx="2" presStyleCnt="3">
        <dgm:presLayoutVars>
          <dgm:chMax val="1"/>
          <dgm:bulletEnabled val="1"/>
        </dgm:presLayoutVars>
      </dgm:prSet>
      <dgm:spPr/>
    </dgm:pt>
    <dgm:pt modelId="{D5BCE4D5-9816-41A7-A4E6-FF5E46216EDF}" type="pres">
      <dgm:prSet presAssocID="{44D5DCC6-429E-402A-84FD-2E1D7E4C94E3}" presName="levelTx" presStyleLbl="revTx" presStyleIdx="0" presStyleCnt="0">
        <dgm:presLayoutVars>
          <dgm:chMax val="1"/>
          <dgm:bulletEnabled val="1"/>
        </dgm:presLayoutVars>
      </dgm:prSet>
      <dgm:spPr/>
    </dgm:pt>
  </dgm:ptLst>
  <dgm:cxnLst>
    <dgm:cxn modelId="{EB8D5C29-A414-467B-881F-784420E4B9AD}" srcId="{64A6386A-D168-401D-A37B-EEAF81D5FE00}" destId="{44D5DCC6-429E-402A-84FD-2E1D7E4C94E3}" srcOrd="2" destOrd="0" parTransId="{8BE2BC6E-1C12-45B9-96BA-64DA11F9EE6D}" sibTransId="{7870C898-B884-4A41-8A6C-1392CD329815}"/>
    <dgm:cxn modelId="{30BE0636-D7C4-4505-9C6B-D1B895825970}" type="presOf" srcId="{44D5DCC6-429E-402A-84FD-2E1D7E4C94E3}" destId="{E86C77F4-24C4-4C50-9158-8632E1334CA4}" srcOrd="0" destOrd="0" presId="urn:microsoft.com/office/officeart/2005/8/layout/pyramid1"/>
    <dgm:cxn modelId="{8303D757-77F4-493C-BB1B-C9EFA36F0E0D}" type="presOf" srcId="{E6ACE6A1-2330-4CE6-A3C8-E6EFB145077A}" destId="{646428AF-D0C8-419E-AC44-F9D9F973D289}" srcOrd="0" destOrd="0" presId="urn:microsoft.com/office/officeart/2005/8/layout/pyramid1"/>
    <dgm:cxn modelId="{A6C7BA58-1A0C-455A-BC17-39437ABEC34C}" type="presOf" srcId="{44D5DCC6-429E-402A-84FD-2E1D7E4C94E3}" destId="{D5BCE4D5-9816-41A7-A4E6-FF5E46216EDF}" srcOrd="1" destOrd="0" presId="urn:microsoft.com/office/officeart/2005/8/layout/pyramid1"/>
    <dgm:cxn modelId="{9C96457D-3CB3-4E5D-A346-8950169526E2}" srcId="{64A6386A-D168-401D-A37B-EEAF81D5FE00}" destId="{E6ACE6A1-2330-4CE6-A3C8-E6EFB145077A}" srcOrd="1" destOrd="0" parTransId="{35F81608-EF7C-4375-9690-A76F38A6113F}" sibTransId="{1F1617C8-2315-48C2-B1B5-6951E12EE613}"/>
    <dgm:cxn modelId="{03267E92-1E48-4CD0-BFCD-4726169C0397}" type="presOf" srcId="{7039DE13-BEF4-4D0A-A98A-F718C0F53979}" destId="{2B223F14-E5D5-4F44-9385-88F44F5E22BC}" srcOrd="1" destOrd="0" presId="urn:microsoft.com/office/officeart/2005/8/layout/pyramid1"/>
    <dgm:cxn modelId="{763A8D93-B7B8-4DA7-ACB1-83C6A2E3D4A3}" type="presOf" srcId="{7039DE13-BEF4-4D0A-A98A-F718C0F53979}" destId="{A088F3A6-9404-4EE0-986C-04CF8F182FB0}" srcOrd="0" destOrd="0" presId="urn:microsoft.com/office/officeart/2005/8/layout/pyramid1"/>
    <dgm:cxn modelId="{822B9F96-29C4-4EFA-A4AE-9F08C07738E6}" type="presOf" srcId="{64A6386A-D168-401D-A37B-EEAF81D5FE00}" destId="{813381E1-75E5-4434-A0D9-2BA2919AB181}" srcOrd="0" destOrd="0" presId="urn:microsoft.com/office/officeart/2005/8/layout/pyramid1"/>
    <dgm:cxn modelId="{916F2CC5-FB86-407E-9537-75723D3A23B2}" type="presOf" srcId="{E6ACE6A1-2330-4CE6-A3C8-E6EFB145077A}" destId="{A924CFDA-2994-493D-8323-515F6B7AFAD3}" srcOrd="1" destOrd="0" presId="urn:microsoft.com/office/officeart/2005/8/layout/pyramid1"/>
    <dgm:cxn modelId="{3B727EDC-5D54-42B1-AA8C-01285D4BD0E0}" srcId="{64A6386A-D168-401D-A37B-EEAF81D5FE00}" destId="{7039DE13-BEF4-4D0A-A98A-F718C0F53979}" srcOrd="0" destOrd="0" parTransId="{8AAD9BBC-CCE0-480C-B104-D0FD8654E4E3}" sibTransId="{B129AAB3-9053-45B6-A1E7-E06A264EEA8F}"/>
    <dgm:cxn modelId="{0CA33056-C4A3-4D6B-86D8-8E7B921BC4AC}" type="presParOf" srcId="{813381E1-75E5-4434-A0D9-2BA2919AB181}" destId="{0B60F3A5-023E-49E5-B79F-850FC61DE86C}" srcOrd="0" destOrd="0" presId="urn:microsoft.com/office/officeart/2005/8/layout/pyramid1"/>
    <dgm:cxn modelId="{E14ECE2E-8AF3-486E-B5CE-E7BA2AC73499}" type="presParOf" srcId="{0B60F3A5-023E-49E5-B79F-850FC61DE86C}" destId="{A088F3A6-9404-4EE0-986C-04CF8F182FB0}" srcOrd="0" destOrd="0" presId="urn:microsoft.com/office/officeart/2005/8/layout/pyramid1"/>
    <dgm:cxn modelId="{F023F087-3441-4CCD-AA93-CDA24D7EE184}" type="presParOf" srcId="{0B60F3A5-023E-49E5-B79F-850FC61DE86C}" destId="{2B223F14-E5D5-4F44-9385-88F44F5E22BC}" srcOrd="1" destOrd="0" presId="urn:microsoft.com/office/officeart/2005/8/layout/pyramid1"/>
    <dgm:cxn modelId="{6BCD6EAF-E883-4B4D-90DD-C9580ED46D6C}" type="presParOf" srcId="{813381E1-75E5-4434-A0D9-2BA2919AB181}" destId="{47DB64D5-05D8-4CF0-A3F7-167D9EB6BF6A}" srcOrd="1" destOrd="0" presId="urn:microsoft.com/office/officeart/2005/8/layout/pyramid1"/>
    <dgm:cxn modelId="{9C68226D-A22D-4B84-8531-3AA68D60D87E}" type="presParOf" srcId="{47DB64D5-05D8-4CF0-A3F7-167D9EB6BF6A}" destId="{646428AF-D0C8-419E-AC44-F9D9F973D289}" srcOrd="0" destOrd="0" presId="urn:microsoft.com/office/officeart/2005/8/layout/pyramid1"/>
    <dgm:cxn modelId="{4BD11107-7ED3-4436-856E-E02AD36F4281}" type="presParOf" srcId="{47DB64D5-05D8-4CF0-A3F7-167D9EB6BF6A}" destId="{A924CFDA-2994-493D-8323-515F6B7AFAD3}" srcOrd="1" destOrd="0" presId="urn:microsoft.com/office/officeart/2005/8/layout/pyramid1"/>
    <dgm:cxn modelId="{4F20A6D1-E6A8-4A73-8249-38B2C6D685AF}" type="presParOf" srcId="{813381E1-75E5-4434-A0D9-2BA2919AB181}" destId="{34C15803-1A09-4B29-8FA6-C14FBA414321}" srcOrd="2" destOrd="0" presId="urn:microsoft.com/office/officeart/2005/8/layout/pyramid1"/>
    <dgm:cxn modelId="{75B1CBDF-F93F-4661-8EE1-3639CB5BB672}" type="presParOf" srcId="{34C15803-1A09-4B29-8FA6-C14FBA414321}" destId="{E86C77F4-24C4-4C50-9158-8632E1334CA4}" srcOrd="0" destOrd="0" presId="urn:microsoft.com/office/officeart/2005/8/layout/pyramid1"/>
    <dgm:cxn modelId="{127185C4-CB84-46A0-9218-09D9A327955F}" type="presParOf" srcId="{34C15803-1A09-4B29-8FA6-C14FBA414321}" destId="{D5BCE4D5-9816-41A7-A4E6-FF5E46216EDF}"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9C96855-8A2C-4CDE-8FDE-C15371F5104F}" type="doc">
      <dgm:prSet loTypeId="urn:microsoft.com/office/officeart/2018/5/layout/CenteredIconLabelDescriptionList" loCatId="icon" qsTypeId="urn:microsoft.com/office/officeart/2005/8/quickstyle/simple1" qsCatId="simple" csTypeId="urn:microsoft.com/office/officeart/2005/8/colors/accent1_2" csCatId="accent1" phldr="1"/>
      <dgm:spPr/>
      <dgm:t>
        <a:bodyPr/>
        <a:lstStyle/>
        <a:p>
          <a:endParaRPr lang="en-US"/>
        </a:p>
      </dgm:t>
    </dgm:pt>
    <dgm:pt modelId="{E53DDB19-6E49-4199-9FD2-F907941C4068}">
      <dgm:prSet/>
      <dgm:spPr/>
      <dgm:t>
        <a:bodyPr/>
        <a:lstStyle/>
        <a:p>
          <a:pPr>
            <a:lnSpc>
              <a:spcPct val="100000"/>
            </a:lnSpc>
            <a:defRPr b="1"/>
          </a:pPr>
          <a:r>
            <a:rPr lang="de-DE"/>
            <a:t>Vitest</a:t>
          </a:r>
          <a:endParaRPr lang="en-US"/>
        </a:p>
      </dgm:t>
    </dgm:pt>
    <dgm:pt modelId="{336FCF06-0902-4D83-8103-2DF63C773389}" type="parTrans" cxnId="{AD840718-9D33-4A5A-86AB-CA5EFE1F9DD1}">
      <dgm:prSet/>
      <dgm:spPr/>
      <dgm:t>
        <a:bodyPr/>
        <a:lstStyle/>
        <a:p>
          <a:endParaRPr lang="en-US"/>
        </a:p>
      </dgm:t>
    </dgm:pt>
    <dgm:pt modelId="{36C5CEED-B48A-4708-93FD-CAD164CB32FE}" type="sibTrans" cxnId="{AD840718-9D33-4A5A-86AB-CA5EFE1F9DD1}">
      <dgm:prSet/>
      <dgm:spPr/>
      <dgm:t>
        <a:bodyPr/>
        <a:lstStyle/>
        <a:p>
          <a:endParaRPr lang="en-US"/>
        </a:p>
      </dgm:t>
    </dgm:pt>
    <dgm:pt modelId="{9C46AEDA-BED4-4E6B-B11D-BE6F0DD3A01B}">
      <dgm:prSet/>
      <dgm:spPr/>
      <dgm:t>
        <a:bodyPr/>
        <a:lstStyle/>
        <a:p>
          <a:pPr>
            <a:lnSpc>
              <a:spcPct val="100000"/>
            </a:lnSpc>
          </a:pPr>
          <a:r>
            <a:rPr lang="de-DE"/>
            <a:t>Test-Runner und Framework: startet die Tests, stellt Mocks und Matcher bereit, meldet die Ergebnisse</a:t>
          </a:r>
          <a:endParaRPr lang="en-US"/>
        </a:p>
      </dgm:t>
    </dgm:pt>
    <dgm:pt modelId="{CB73FDCE-358B-4CA6-A359-47B1370F2A7B}" type="parTrans" cxnId="{CC304D3C-8189-498E-92E4-4CF7A6D19C04}">
      <dgm:prSet/>
      <dgm:spPr/>
      <dgm:t>
        <a:bodyPr/>
        <a:lstStyle/>
        <a:p>
          <a:endParaRPr lang="en-US"/>
        </a:p>
      </dgm:t>
    </dgm:pt>
    <dgm:pt modelId="{31D90495-DCEA-4B2B-A878-FAF5D2F327C6}" type="sibTrans" cxnId="{CC304D3C-8189-498E-92E4-4CF7A6D19C04}">
      <dgm:prSet/>
      <dgm:spPr/>
      <dgm:t>
        <a:bodyPr/>
        <a:lstStyle/>
        <a:p>
          <a:endParaRPr lang="en-US"/>
        </a:p>
      </dgm:t>
    </dgm:pt>
    <dgm:pt modelId="{308A3662-86FC-46C4-83C8-7AD38FFE0D51}">
      <dgm:prSet/>
      <dgm:spPr/>
      <dgm:t>
        <a:bodyPr/>
        <a:lstStyle/>
        <a:p>
          <a:pPr>
            <a:lnSpc>
              <a:spcPct val="100000"/>
            </a:lnSpc>
            <a:defRPr b="1"/>
          </a:pPr>
          <a:r>
            <a:rPr lang="de-DE"/>
            <a:t>jsdom</a:t>
          </a:r>
          <a:endParaRPr lang="en-US"/>
        </a:p>
      </dgm:t>
    </dgm:pt>
    <dgm:pt modelId="{DA6A4A7C-BF66-4165-A9B0-2F2CB6E5719C}" type="parTrans" cxnId="{17170348-BC25-4CDC-B339-355E74FF638E}">
      <dgm:prSet/>
      <dgm:spPr/>
      <dgm:t>
        <a:bodyPr/>
        <a:lstStyle/>
        <a:p>
          <a:endParaRPr lang="en-US"/>
        </a:p>
      </dgm:t>
    </dgm:pt>
    <dgm:pt modelId="{2790D9F1-F182-4457-B9E9-6A4240D870DD}" type="sibTrans" cxnId="{17170348-BC25-4CDC-B339-355E74FF638E}">
      <dgm:prSet/>
      <dgm:spPr/>
      <dgm:t>
        <a:bodyPr/>
        <a:lstStyle/>
        <a:p>
          <a:endParaRPr lang="en-US"/>
        </a:p>
      </dgm:t>
    </dgm:pt>
    <dgm:pt modelId="{29556642-FD50-44CD-B2AD-CEE2297D8DB0}">
      <dgm:prSet/>
      <dgm:spPr/>
      <dgm:t>
        <a:bodyPr/>
        <a:lstStyle/>
        <a:p>
          <a:pPr>
            <a:lnSpc>
              <a:spcPct val="100000"/>
            </a:lnSpc>
          </a:pPr>
          <a:r>
            <a:rPr lang="de-DE"/>
            <a:t>Simulierte Browser-Umgebung: Komponenten laufen im Test ohne echten Browser</a:t>
          </a:r>
          <a:endParaRPr lang="en-US"/>
        </a:p>
      </dgm:t>
    </dgm:pt>
    <dgm:pt modelId="{8E23F8ED-EF44-4AC0-A9F3-C18A2F5B0233}" type="parTrans" cxnId="{7EC9F2C5-CEEF-4299-A891-77F2F1EA71EB}">
      <dgm:prSet/>
      <dgm:spPr/>
      <dgm:t>
        <a:bodyPr/>
        <a:lstStyle/>
        <a:p>
          <a:endParaRPr lang="en-US"/>
        </a:p>
      </dgm:t>
    </dgm:pt>
    <dgm:pt modelId="{A9C21AD5-0B57-4FCB-8214-DEB004C460F6}" type="sibTrans" cxnId="{7EC9F2C5-CEEF-4299-A891-77F2F1EA71EB}">
      <dgm:prSet/>
      <dgm:spPr/>
      <dgm:t>
        <a:bodyPr/>
        <a:lstStyle/>
        <a:p>
          <a:endParaRPr lang="en-US"/>
        </a:p>
      </dgm:t>
    </dgm:pt>
    <dgm:pt modelId="{B43160B8-4209-4F7F-9C04-846E3181C1D9}" type="pres">
      <dgm:prSet presAssocID="{A9C96855-8A2C-4CDE-8FDE-C15371F5104F}" presName="root" presStyleCnt="0">
        <dgm:presLayoutVars>
          <dgm:dir/>
          <dgm:resizeHandles val="exact"/>
        </dgm:presLayoutVars>
      </dgm:prSet>
      <dgm:spPr/>
    </dgm:pt>
    <dgm:pt modelId="{A9F85CBB-D475-4820-8EDE-374413C3618F}" type="pres">
      <dgm:prSet presAssocID="{E53DDB19-6E49-4199-9FD2-F907941C4068}" presName="compNode" presStyleCnt="0"/>
      <dgm:spPr/>
    </dgm:pt>
    <dgm:pt modelId="{07CCE3D9-085C-4A25-B476-CCFB2668A933}" type="pres">
      <dgm:prSet presAssocID="{E53DDB19-6E49-4199-9FD2-F907941C4068}"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Arrow Circle"/>
        </a:ext>
      </dgm:extLst>
    </dgm:pt>
    <dgm:pt modelId="{DA7516E4-F30F-4056-8F34-559C41FA3E9D}" type="pres">
      <dgm:prSet presAssocID="{E53DDB19-6E49-4199-9FD2-F907941C4068}" presName="iconSpace" presStyleCnt="0"/>
      <dgm:spPr/>
    </dgm:pt>
    <dgm:pt modelId="{B0D34C94-75D5-46C0-9452-088105C92D65}" type="pres">
      <dgm:prSet presAssocID="{E53DDB19-6E49-4199-9FD2-F907941C4068}" presName="parTx" presStyleLbl="revTx" presStyleIdx="0" presStyleCnt="4">
        <dgm:presLayoutVars>
          <dgm:chMax val="0"/>
          <dgm:chPref val="0"/>
        </dgm:presLayoutVars>
      </dgm:prSet>
      <dgm:spPr/>
    </dgm:pt>
    <dgm:pt modelId="{0106B549-355C-4A5D-AD7F-0FF533608E8B}" type="pres">
      <dgm:prSet presAssocID="{E53DDB19-6E49-4199-9FD2-F907941C4068}" presName="txSpace" presStyleCnt="0"/>
      <dgm:spPr/>
    </dgm:pt>
    <dgm:pt modelId="{0E68AF0D-FC1C-469B-8F1F-F84126F11B95}" type="pres">
      <dgm:prSet presAssocID="{E53DDB19-6E49-4199-9FD2-F907941C4068}" presName="desTx" presStyleLbl="revTx" presStyleIdx="1" presStyleCnt="4">
        <dgm:presLayoutVars/>
      </dgm:prSet>
      <dgm:spPr/>
    </dgm:pt>
    <dgm:pt modelId="{57E13C1E-5603-4FC9-8D96-5E825BF24188}" type="pres">
      <dgm:prSet presAssocID="{36C5CEED-B48A-4708-93FD-CAD164CB32FE}" presName="sibTrans" presStyleCnt="0"/>
      <dgm:spPr/>
    </dgm:pt>
    <dgm:pt modelId="{A405572C-9480-47EF-B226-33C7434A3C3F}" type="pres">
      <dgm:prSet presAssocID="{308A3662-86FC-46C4-83C8-7AD38FFE0D51}" presName="compNode" presStyleCnt="0"/>
      <dgm:spPr/>
    </dgm:pt>
    <dgm:pt modelId="{08A9250D-2E7F-4853-A363-7686AC1C988E}" type="pres">
      <dgm:prSet presAssocID="{308A3662-86FC-46C4-83C8-7AD38FFE0D51}"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Sushi"/>
        </a:ext>
      </dgm:extLst>
    </dgm:pt>
    <dgm:pt modelId="{48A8B3A9-B566-4AFF-883B-84BFA51A8794}" type="pres">
      <dgm:prSet presAssocID="{308A3662-86FC-46C4-83C8-7AD38FFE0D51}" presName="iconSpace" presStyleCnt="0"/>
      <dgm:spPr/>
    </dgm:pt>
    <dgm:pt modelId="{A234CB7D-C497-4752-9B9E-0CFFF7A266A8}" type="pres">
      <dgm:prSet presAssocID="{308A3662-86FC-46C4-83C8-7AD38FFE0D51}" presName="parTx" presStyleLbl="revTx" presStyleIdx="2" presStyleCnt="4">
        <dgm:presLayoutVars>
          <dgm:chMax val="0"/>
          <dgm:chPref val="0"/>
        </dgm:presLayoutVars>
      </dgm:prSet>
      <dgm:spPr/>
    </dgm:pt>
    <dgm:pt modelId="{2B5B0BBC-1F13-4820-85B6-1543BF00D55B}" type="pres">
      <dgm:prSet presAssocID="{308A3662-86FC-46C4-83C8-7AD38FFE0D51}" presName="txSpace" presStyleCnt="0"/>
      <dgm:spPr/>
    </dgm:pt>
    <dgm:pt modelId="{E7BF5337-0866-48EE-B50A-FC264C1E22CD}" type="pres">
      <dgm:prSet presAssocID="{308A3662-86FC-46C4-83C8-7AD38FFE0D51}" presName="desTx" presStyleLbl="revTx" presStyleIdx="3" presStyleCnt="4">
        <dgm:presLayoutVars/>
      </dgm:prSet>
      <dgm:spPr/>
    </dgm:pt>
  </dgm:ptLst>
  <dgm:cxnLst>
    <dgm:cxn modelId="{7841F901-6028-4BBD-8402-1346D4540693}" type="presOf" srcId="{9C46AEDA-BED4-4E6B-B11D-BE6F0DD3A01B}" destId="{0E68AF0D-FC1C-469B-8F1F-F84126F11B95}" srcOrd="0" destOrd="0" presId="urn:microsoft.com/office/officeart/2018/5/layout/CenteredIconLabelDescriptionList"/>
    <dgm:cxn modelId="{AD840718-9D33-4A5A-86AB-CA5EFE1F9DD1}" srcId="{A9C96855-8A2C-4CDE-8FDE-C15371F5104F}" destId="{E53DDB19-6E49-4199-9FD2-F907941C4068}" srcOrd="0" destOrd="0" parTransId="{336FCF06-0902-4D83-8103-2DF63C773389}" sibTransId="{36C5CEED-B48A-4708-93FD-CAD164CB32FE}"/>
    <dgm:cxn modelId="{8378471C-4FB4-492F-B870-D9872FF0F084}" type="presOf" srcId="{29556642-FD50-44CD-B2AD-CEE2297D8DB0}" destId="{E7BF5337-0866-48EE-B50A-FC264C1E22CD}" srcOrd="0" destOrd="0" presId="urn:microsoft.com/office/officeart/2018/5/layout/CenteredIconLabelDescriptionList"/>
    <dgm:cxn modelId="{01082A2A-2A73-46E9-BB4F-053814D95BA5}" type="presOf" srcId="{308A3662-86FC-46C4-83C8-7AD38FFE0D51}" destId="{A234CB7D-C497-4752-9B9E-0CFFF7A266A8}" srcOrd="0" destOrd="0" presId="urn:microsoft.com/office/officeart/2018/5/layout/CenteredIconLabelDescriptionList"/>
    <dgm:cxn modelId="{CC304D3C-8189-498E-92E4-4CF7A6D19C04}" srcId="{E53DDB19-6E49-4199-9FD2-F907941C4068}" destId="{9C46AEDA-BED4-4E6B-B11D-BE6F0DD3A01B}" srcOrd="0" destOrd="0" parTransId="{CB73FDCE-358B-4CA6-A359-47B1370F2A7B}" sibTransId="{31D90495-DCEA-4B2B-A878-FAF5D2F327C6}"/>
    <dgm:cxn modelId="{17170348-BC25-4CDC-B339-355E74FF638E}" srcId="{A9C96855-8A2C-4CDE-8FDE-C15371F5104F}" destId="{308A3662-86FC-46C4-83C8-7AD38FFE0D51}" srcOrd="1" destOrd="0" parTransId="{DA6A4A7C-BF66-4165-A9B0-2F2CB6E5719C}" sibTransId="{2790D9F1-F182-4457-B9E9-6A4240D870DD}"/>
    <dgm:cxn modelId="{7EC9F2C5-CEEF-4299-A891-77F2F1EA71EB}" srcId="{308A3662-86FC-46C4-83C8-7AD38FFE0D51}" destId="{29556642-FD50-44CD-B2AD-CEE2297D8DB0}" srcOrd="0" destOrd="0" parTransId="{8E23F8ED-EF44-4AC0-A9F3-C18A2F5B0233}" sibTransId="{A9C21AD5-0B57-4FCB-8214-DEB004C460F6}"/>
    <dgm:cxn modelId="{AE8BE5E0-4373-4987-BD3D-C169AFB80A4D}" type="presOf" srcId="{A9C96855-8A2C-4CDE-8FDE-C15371F5104F}" destId="{B43160B8-4209-4F7F-9C04-846E3181C1D9}" srcOrd="0" destOrd="0" presId="urn:microsoft.com/office/officeart/2018/5/layout/CenteredIconLabelDescriptionList"/>
    <dgm:cxn modelId="{2C4549F7-E19A-4EBF-BA7D-AA24AD25CFD4}" type="presOf" srcId="{E53DDB19-6E49-4199-9FD2-F907941C4068}" destId="{B0D34C94-75D5-46C0-9452-088105C92D65}" srcOrd="0" destOrd="0" presId="urn:microsoft.com/office/officeart/2018/5/layout/CenteredIconLabelDescriptionList"/>
    <dgm:cxn modelId="{0988278F-647C-4757-AC1A-6056366C7F34}" type="presParOf" srcId="{B43160B8-4209-4F7F-9C04-846E3181C1D9}" destId="{A9F85CBB-D475-4820-8EDE-374413C3618F}" srcOrd="0" destOrd="0" presId="urn:microsoft.com/office/officeart/2018/5/layout/CenteredIconLabelDescriptionList"/>
    <dgm:cxn modelId="{231E3ACD-9FA3-46DC-8401-3042A0AD27ED}" type="presParOf" srcId="{A9F85CBB-D475-4820-8EDE-374413C3618F}" destId="{07CCE3D9-085C-4A25-B476-CCFB2668A933}" srcOrd="0" destOrd="0" presId="urn:microsoft.com/office/officeart/2018/5/layout/CenteredIconLabelDescriptionList"/>
    <dgm:cxn modelId="{0967E652-7E78-48D6-9243-4363AD35A629}" type="presParOf" srcId="{A9F85CBB-D475-4820-8EDE-374413C3618F}" destId="{DA7516E4-F30F-4056-8F34-559C41FA3E9D}" srcOrd="1" destOrd="0" presId="urn:microsoft.com/office/officeart/2018/5/layout/CenteredIconLabelDescriptionList"/>
    <dgm:cxn modelId="{690A11B4-4263-4322-959C-A1EE342D7CFA}" type="presParOf" srcId="{A9F85CBB-D475-4820-8EDE-374413C3618F}" destId="{B0D34C94-75D5-46C0-9452-088105C92D65}" srcOrd="2" destOrd="0" presId="urn:microsoft.com/office/officeart/2018/5/layout/CenteredIconLabelDescriptionList"/>
    <dgm:cxn modelId="{AEA09A3E-0857-4133-ABBF-0138AC21F749}" type="presParOf" srcId="{A9F85CBB-D475-4820-8EDE-374413C3618F}" destId="{0106B549-355C-4A5D-AD7F-0FF533608E8B}" srcOrd="3" destOrd="0" presId="urn:microsoft.com/office/officeart/2018/5/layout/CenteredIconLabelDescriptionList"/>
    <dgm:cxn modelId="{1C8C53DE-7A32-4D05-8F50-6F13BDF1C72D}" type="presParOf" srcId="{A9F85CBB-D475-4820-8EDE-374413C3618F}" destId="{0E68AF0D-FC1C-469B-8F1F-F84126F11B95}" srcOrd="4" destOrd="0" presId="urn:microsoft.com/office/officeart/2018/5/layout/CenteredIconLabelDescriptionList"/>
    <dgm:cxn modelId="{EB2924F9-5B6C-4B0F-84E8-66B60B51D63E}" type="presParOf" srcId="{B43160B8-4209-4F7F-9C04-846E3181C1D9}" destId="{57E13C1E-5603-4FC9-8D96-5E825BF24188}" srcOrd="1" destOrd="0" presId="urn:microsoft.com/office/officeart/2018/5/layout/CenteredIconLabelDescriptionList"/>
    <dgm:cxn modelId="{64F91C44-A065-4F8A-84BC-7C117AC3FAC3}" type="presParOf" srcId="{B43160B8-4209-4F7F-9C04-846E3181C1D9}" destId="{A405572C-9480-47EF-B226-33C7434A3C3F}" srcOrd="2" destOrd="0" presId="urn:microsoft.com/office/officeart/2018/5/layout/CenteredIconLabelDescriptionList"/>
    <dgm:cxn modelId="{DDB91115-4D7C-4254-A1B6-E9078C714106}" type="presParOf" srcId="{A405572C-9480-47EF-B226-33C7434A3C3F}" destId="{08A9250D-2E7F-4853-A363-7686AC1C988E}" srcOrd="0" destOrd="0" presId="urn:microsoft.com/office/officeart/2018/5/layout/CenteredIconLabelDescriptionList"/>
    <dgm:cxn modelId="{7CBA9884-D777-48A7-A52B-B357C2D11151}" type="presParOf" srcId="{A405572C-9480-47EF-B226-33C7434A3C3F}" destId="{48A8B3A9-B566-4AFF-883B-84BFA51A8794}" srcOrd="1" destOrd="0" presId="urn:microsoft.com/office/officeart/2018/5/layout/CenteredIconLabelDescriptionList"/>
    <dgm:cxn modelId="{3BCFE7F8-9FB1-4258-B760-924632F3F8DB}" type="presParOf" srcId="{A405572C-9480-47EF-B226-33C7434A3C3F}" destId="{A234CB7D-C497-4752-9B9E-0CFFF7A266A8}" srcOrd="2" destOrd="0" presId="urn:microsoft.com/office/officeart/2018/5/layout/CenteredIconLabelDescriptionList"/>
    <dgm:cxn modelId="{20F20117-0D38-45DF-B67E-7C6325F854C7}" type="presParOf" srcId="{A405572C-9480-47EF-B226-33C7434A3C3F}" destId="{2B5B0BBC-1F13-4820-85B6-1543BF00D55B}" srcOrd="3" destOrd="0" presId="urn:microsoft.com/office/officeart/2018/5/layout/CenteredIconLabelDescriptionList"/>
    <dgm:cxn modelId="{53297D16-ED05-44E6-B40C-3A8FFAB3C3B3}" type="presParOf" srcId="{A405572C-9480-47EF-B226-33C7434A3C3F}" destId="{E7BF5337-0866-48EE-B50A-FC264C1E22CD}" srcOrd="4" destOrd="0" presId="urn:microsoft.com/office/officeart/2018/5/layout/Centered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07F6692-96B6-4456-87C1-16C5DB05A91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de-DE"/>
        </a:p>
      </dgm:t>
    </dgm:pt>
    <dgm:pt modelId="{BECAC726-45D0-440D-A857-8061C1209A17}">
      <dgm:prSet/>
      <dgm:spPr/>
      <dgm:t>
        <a:bodyPr/>
        <a:lstStyle/>
        <a:p>
          <a:r>
            <a:rPr lang="de-DE" b="1" i="0" baseline="0"/>
            <a:t>Suites – describe(name, fn)</a:t>
          </a:r>
          <a:endParaRPr lang="de-DE" dirty="0"/>
        </a:p>
      </dgm:t>
    </dgm:pt>
    <dgm:pt modelId="{1F9442BA-CA2A-4680-A53B-3EAA95E5961A}" type="parTrans" cxnId="{DE6502C5-942D-4D63-8AEC-EF1E3C9C6AAB}">
      <dgm:prSet/>
      <dgm:spPr/>
      <dgm:t>
        <a:bodyPr/>
        <a:lstStyle/>
        <a:p>
          <a:endParaRPr lang="de-DE"/>
        </a:p>
      </dgm:t>
    </dgm:pt>
    <dgm:pt modelId="{188A117F-61DE-48AA-B107-53CD306E6A43}" type="sibTrans" cxnId="{DE6502C5-942D-4D63-8AEC-EF1E3C9C6AAB}">
      <dgm:prSet/>
      <dgm:spPr/>
      <dgm:t>
        <a:bodyPr/>
        <a:lstStyle/>
        <a:p>
          <a:endParaRPr lang="de-DE"/>
        </a:p>
      </dgm:t>
    </dgm:pt>
    <dgm:pt modelId="{BFF20BD0-9D87-45B5-9F2E-A65B05874187}">
      <dgm:prSet/>
      <dgm:spPr/>
      <dgm:t>
        <a:bodyPr/>
        <a:lstStyle/>
        <a:p>
          <a:r>
            <a:rPr lang="de-DE" b="0" i="0" baseline="0"/>
            <a:t>Eine Suite bündelt zusammengehörige Tests (describe-Block)</a:t>
          </a:r>
        </a:p>
        <a:p>
          <a:endParaRPr lang="de-DE" dirty="0"/>
        </a:p>
      </dgm:t>
    </dgm:pt>
    <dgm:pt modelId="{DB43D97D-68AF-4397-9DA2-C842E083B2B6}" type="parTrans" cxnId="{70F046D8-FE99-487A-BE1E-1C86022DDF3E}">
      <dgm:prSet/>
      <dgm:spPr/>
      <dgm:t>
        <a:bodyPr/>
        <a:lstStyle/>
        <a:p>
          <a:endParaRPr lang="de-DE"/>
        </a:p>
      </dgm:t>
    </dgm:pt>
    <dgm:pt modelId="{96678B37-9A45-4DF7-B3A9-FC32AB3A9D3C}" type="sibTrans" cxnId="{70F046D8-FE99-487A-BE1E-1C86022DDF3E}">
      <dgm:prSet/>
      <dgm:spPr/>
      <dgm:t>
        <a:bodyPr/>
        <a:lstStyle/>
        <a:p>
          <a:endParaRPr lang="de-DE"/>
        </a:p>
      </dgm:t>
    </dgm:pt>
    <dgm:pt modelId="{5BD4CA29-64BB-48F2-B855-D4E63CC88C79}">
      <dgm:prSet/>
      <dgm:spPr/>
      <dgm:t>
        <a:bodyPr/>
        <a:lstStyle/>
        <a:p>
          <a:r>
            <a:rPr lang="de-DE" b="1" i="0" baseline="0"/>
            <a:t>Tests (Specs) – it(name, fn)</a:t>
          </a:r>
          <a:endParaRPr lang="de-DE"/>
        </a:p>
      </dgm:t>
    </dgm:pt>
    <dgm:pt modelId="{26D30539-68B9-45E1-ADF2-D5ECC21BD2DE}" type="parTrans" cxnId="{80AA5F8E-1B7A-4F8A-8BC0-467161FB2479}">
      <dgm:prSet/>
      <dgm:spPr/>
      <dgm:t>
        <a:bodyPr/>
        <a:lstStyle/>
        <a:p>
          <a:endParaRPr lang="de-DE"/>
        </a:p>
      </dgm:t>
    </dgm:pt>
    <dgm:pt modelId="{B32095D9-BDD4-4EA1-9377-159FA5507981}" type="sibTrans" cxnId="{80AA5F8E-1B7A-4F8A-8BC0-467161FB2479}">
      <dgm:prSet/>
      <dgm:spPr/>
      <dgm:t>
        <a:bodyPr/>
        <a:lstStyle/>
        <a:p>
          <a:endParaRPr lang="de-DE"/>
        </a:p>
      </dgm:t>
    </dgm:pt>
    <dgm:pt modelId="{ED887B3A-CD86-467E-9B98-D250664AE3B8}">
      <dgm:prSet/>
      <dgm:spPr/>
      <dgm:t>
        <a:bodyPr/>
        <a:lstStyle/>
        <a:p>
          <a:r>
            <a:rPr lang="de-DE" b="0" i="0" baseline="0" dirty="0"/>
            <a:t>1 Test bestehend aus Titel</a:t>
          </a:r>
          <a:endParaRPr lang="de-DE" dirty="0"/>
        </a:p>
      </dgm:t>
    </dgm:pt>
    <dgm:pt modelId="{0775C39C-142F-4748-B57A-EAC0ACEAAA99}" type="parTrans" cxnId="{3ECF86E6-8FE4-49F7-9902-9AF42577D976}">
      <dgm:prSet/>
      <dgm:spPr/>
      <dgm:t>
        <a:bodyPr/>
        <a:lstStyle/>
        <a:p>
          <a:endParaRPr lang="de-DE"/>
        </a:p>
      </dgm:t>
    </dgm:pt>
    <dgm:pt modelId="{C6F7AE38-10EC-40ED-9C65-C73B481A389B}" type="sibTrans" cxnId="{3ECF86E6-8FE4-49F7-9902-9AF42577D976}">
      <dgm:prSet/>
      <dgm:spPr/>
      <dgm:t>
        <a:bodyPr/>
        <a:lstStyle/>
        <a:p>
          <a:endParaRPr lang="de-DE"/>
        </a:p>
      </dgm:t>
    </dgm:pt>
    <dgm:pt modelId="{64C13141-9677-43BC-A016-D820C1DE80DB}">
      <dgm:prSet/>
      <dgm:spPr/>
      <dgm:t>
        <a:bodyPr/>
        <a:lstStyle/>
        <a:p>
          <a:r>
            <a:rPr lang="de-DE" b="1" i="0" baseline="0" dirty="0" err="1"/>
            <a:t>Expectations</a:t>
          </a:r>
          <a:r>
            <a:rPr lang="de-DE" b="0" i="0" baseline="0" dirty="0"/>
            <a:t> </a:t>
          </a:r>
          <a:r>
            <a:rPr lang="de-DE" b="0" i="0" baseline="0" dirty="0" err="1"/>
            <a:t>expect</a:t>
          </a:r>
          <a:r>
            <a:rPr lang="de-DE" b="0" i="0" baseline="0" dirty="0"/>
            <a:t>(</a:t>
          </a:r>
          <a:r>
            <a:rPr lang="de-DE" b="0" i="0" baseline="0" dirty="0" err="1"/>
            <a:t>actual</a:t>
          </a:r>
          <a:r>
            <a:rPr lang="de-DE" b="0" i="0" baseline="0" dirty="0"/>
            <a:t>).</a:t>
          </a:r>
          <a:r>
            <a:rPr lang="de-DE" b="0" i="0" baseline="0" dirty="0" err="1"/>
            <a:t>toBe</a:t>
          </a:r>
          <a:r>
            <a:rPr lang="de-DE" b="0" i="0" baseline="0" dirty="0"/>
            <a:t>(</a:t>
          </a:r>
          <a:r>
            <a:rPr lang="de-DE" b="0" i="0" baseline="0" dirty="0" err="1"/>
            <a:t>expected</a:t>
          </a:r>
          <a:r>
            <a:rPr lang="de-DE" b="0" i="0" baseline="0" dirty="0"/>
            <a:t>)</a:t>
          </a:r>
          <a:endParaRPr lang="de-DE" dirty="0"/>
        </a:p>
      </dgm:t>
    </dgm:pt>
    <dgm:pt modelId="{273021C2-AEDC-4798-B5C7-60599740FD70}" type="parTrans" cxnId="{90685DCE-3C8A-42F7-AFF1-3718C91AC7E7}">
      <dgm:prSet/>
      <dgm:spPr/>
      <dgm:t>
        <a:bodyPr/>
        <a:lstStyle/>
        <a:p>
          <a:endParaRPr lang="de-DE"/>
        </a:p>
      </dgm:t>
    </dgm:pt>
    <dgm:pt modelId="{DB9D7383-79F5-42F2-B397-9A8709D6BB4B}" type="sibTrans" cxnId="{90685DCE-3C8A-42F7-AFF1-3718C91AC7E7}">
      <dgm:prSet/>
      <dgm:spPr/>
      <dgm:t>
        <a:bodyPr/>
        <a:lstStyle/>
        <a:p>
          <a:endParaRPr lang="de-DE"/>
        </a:p>
      </dgm:t>
    </dgm:pt>
    <dgm:pt modelId="{2DE97B66-0570-4475-BFDF-EF08BA8734E9}">
      <dgm:prSet/>
      <dgm:spPr/>
      <dgm:t>
        <a:bodyPr/>
        <a:lstStyle/>
        <a:p>
          <a:r>
            <a:rPr lang="de-DE" b="0" i="0" baseline="0" dirty="0"/>
            <a:t>Erwartung - technische Implementierung deines Tests </a:t>
          </a:r>
          <a:r>
            <a:rPr lang="de-DE" b="0" i="0" baseline="0" dirty="0">
              <a:sym typeface="Wingdings" panose="05000000000000000000" pitchFamily="2" charset="2"/>
            </a:rPr>
            <a:t> </a:t>
          </a:r>
          <a:r>
            <a:rPr lang="de-DE" b="0" i="0" baseline="0" dirty="0" err="1"/>
            <a:t>true</a:t>
          </a:r>
          <a:r>
            <a:rPr lang="de-DE" b="0" i="0" baseline="0" dirty="0"/>
            <a:t> oder </a:t>
          </a:r>
          <a:r>
            <a:rPr lang="de-DE" b="0" i="0" baseline="0" dirty="0" err="1"/>
            <a:t>false</a:t>
          </a:r>
          <a:r>
            <a:rPr lang="de-DE" b="0" i="0" baseline="0" dirty="0"/>
            <a:t> auswertet.</a:t>
          </a:r>
          <a:endParaRPr lang="de-DE" dirty="0"/>
        </a:p>
      </dgm:t>
    </dgm:pt>
    <dgm:pt modelId="{E19FBD73-AE33-4A91-AB00-D3214970C262}" type="parTrans" cxnId="{7CB19EBC-74C8-46B5-BF6B-07ACD5CD06F8}">
      <dgm:prSet/>
      <dgm:spPr/>
      <dgm:t>
        <a:bodyPr/>
        <a:lstStyle/>
        <a:p>
          <a:endParaRPr lang="de-DE"/>
        </a:p>
      </dgm:t>
    </dgm:pt>
    <dgm:pt modelId="{DD5EBCC4-E7EE-45FD-B8F4-0E83796EB4C9}" type="sibTrans" cxnId="{7CB19EBC-74C8-46B5-BF6B-07ACD5CD06F8}">
      <dgm:prSet/>
      <dgm:spPr/>
      <dgm:t>
        <a:bodyPr/>
        <a:lstStyle/>
        <a:p>
          <a:endParaRPr lang="de-DE"/>
        </a:p>
      </dgm:t>
    </dgm:pt>
    <dgm:pt modelId="{21E5C1A9-A6D7-4921-A1AF-1A1CFF29E518}">
      <dgm:prSet/>
      <dgm:spPr/>
      <dgm:t>
        <a:bodyPr/>
        <a:lstStyle/>
        <a:p>
          <a:r>
            <a:rPr lang="de-DE" b="1" i="0" baseline="0" dirty="0" err="1"/>
            <a:t>Matchers</a:t>
          </a:r>
          <a:r>
            <a:rPr lang="de-DE" b="0" i="0" baseline="0" dirty="0"/>
            <a:t> </a:t>
          </a:r>
          <a:endParaRPr lang="de-DE" dirty="0"/>
        </a:p>
      </dgm:t>
    </dgm:pt>
    <dgm:pt modelId="{AE20DBF9-CA0F-42DA-9E85-885056B7DDEF}" type="parTrans" cxnId="{6C00EC81-9C80-463F-89D9-3DEEA1101DA6}">
      <dgm:prSet/>
      <dgm:spPr/>
      <dgm:t>
        <a:bodyPr/>
        <a:lstStyle/>
        <a:p>
          <a:endParaRPr lang="de-DE"/>
        </a:p>
      </dgm:t>
    </dgm:pt>
    <dgm:pt modelId="{30CE53BB-6EA8-48C0-B3AC-4D1128C08A35}" type="sibTrans" cxnId="{6C00EC81-9C80-463F-89D9-3DEEA1101DA6}">
      <dgm:prSet/>
      <dgm:spPr/>
      <dgm:t>
        <a:bodyPr/>
        <a:lstStyle/>
        <a:p>
          <a:endParaRPr lang="de-DE"/>
        </a:p>
      </dgm:t>
    </dgm:pt>
    <dgm:pt modelId="{EB8175D5-12CB-4D6C-A933-7CAC26169F0C}">
      <dgm:prSet/>
      <dgm:spPr/>
      <dgm:t>
        <a:bodyPr/>
        <a:lstStyle/>
        <a:p>
          <a:r>
            <a:rPr lang="de-DE" b="0" i="0" baseline="0"/>
            <a:t>vordefinierte Hilfsfunktionen für Erwartungen, z. B.: toBe, toEqual, toContain, toHaveLength, toHaveBeenCalledWith.</a:t>
          </a:r>
          <a:endParaRPr lang="de-DE" dirty="0"/>
        </a:p>
      </dgm:t>
    </dgm:pt>
    <dgm:pt modelId="{F7EE66AC-B80A-471A-B674-40F559EF35FB}" type="parTrans" cxnId="{FC89D1DC-AF9E-411C-9B39-960EABF20962}">
      <dgm:prSet/>
      <dgm:spPr/>
      <dgm:t>
        <a:bodyPr/>
        <a:lstStyle/>
        <a:p>
          <a:endParaRPr lang="de-DE"/>
        </a:p>
      </dgm:t>
    </dgm:pt>
    <dgm:pt modelId="{FE06DA30-C194-4594-91E9-31AAAC775610}" type="sibTrans" cxnId="{FC89D1DC-AF9E-411C-9B39-960EABF20962}">
      <dgm:prSet/>
      <dgm:spPr/>
      <dgm:t>
        <a:bodyPr/>
        <a:lstStyle/>
        <a:p>
          <a:endParaRPr lang="de-DE"/>
        </a:p>
      </dgm:t>
    </dgm:pt>
    <dgm:pt modelId="{1CD4BA28-77CD-4398-8712-C026520C8BEA}">
      <dgm:prSet/>
      <dgm:spPr/>
      <dgm:t>
        <a:bodyPr/>
        <a:lstStyle/>
        <a:p>
          <a:r>
            <a:rPr lang="de-DE" b="0" i="0" baseline="0"/>
            <a:t>komplette Liste: vitest.dev/api/expect</a:t>
          </a:r>
          <a:endParaRPr lang="de-DE" dirty="0"/>
        </a:p>
      </dgm:t>
    </dgm:pt>
    <dgm:pt modelId="{250C3356-BCD3-42CF-B6E7-DDAAF6B43929}" type="parTrans" cxnId="{C1665036-E9AE-42FF-8B80-44B816A77177}">
      <dgm:prSet/>
      <dgm:spPr/>
      <dgm:t>
        <a:bodyPr/>
        <a:lstStyle/>
        <a:p>
          <a:endParaRPr lang="de-DE"/>
        </a:p>
      </dgm:t>
    </dgm:pt>
    <dgm:pt modelId="{CD86291A-EC72-42F1-B952-65DF8643B0EA}" type="sibTrans" cxnId="{C1665036-E9AE-42FF-8B80-44B816A77177}">
      <dgm:prSet/>
      <dgm:spPr/>
      <dgm:t>
        <a:bodyPr/>
        <a:lstStyle/>
        <a:p>
          <a:endParaRPr lang="de-DE"/>
        </a:p>
      </dgm:t>
    </dgm:pt>
    <dgm:pt modelId="{9590E413-9933-4931-B9C9-53D533CC432A}">
      <dgm:prSet/>
      <dgm:spPr/>
      <dgm:t>
        <a:bodyPr/>
        <a:lstStyle/>
        <a:p>
          <a:r>
            <a:rPr lang="de-DE" b="0" i="0" baseline="0" dirty="0"/>
            <a:t>und einer Funktion mit dem Test -&gt; Erwartungen(</a:t>
          </a:r>
          <a:r>
            <a:rPr lang="de-DE" b="0" i="0" baseline="0" dirty="0" err="1"/>
            <a:t>Expectations</a:t>
          </a:r>
          <a:r>
            <a:rPr lang="de-DE" b="0" i="0" baseline="0" dirty="0"/>
            <a:t>).</a:t>
          </a:r>
          <a:endParaRPr lang="de-DE" dirty="0"/>
        </a:p>
      </dgm:t>
    </dgm:pt>
    <dgm:pt modelId="{290E19DB-9915-4EDE-8B85-79925E92213A}" type="parTrans" cxnId="{C71F9371-94B3-4A21-BDE0-D20F0065FBC0}">
      <dgm:prSet/>
      <dgm:spPr/>
    </dgm:pt>
    <dgm:pt modelId="{9F98DE4F-6200-4AC8-9B39-5B156C7BE086}" type="sibTrans" cxnId="{C71F9371-94B3-4A21-BDE0-D20F0065FBC0}">
      <dgm:prSet/>
      <dgm:spPr/>
    </dgm:pt>
    <dgm:pt modelId="{E0CA874B-E355-415E-A7E9-877D90015EEB}" type="pres">
      <dgm:prSet presAssocID="{707F6692-96B6-4456-87C1-16C5DB05A91D}" presName="linear" presStyleCnt="0">
        <dgm:presLayoutVars>
          <dgm:animLvl val="lvl"/>
          <dgm:resizeHandles val="exact"/>
        </dgm:presLayoutVars>
      </dgm:prSet>
      <dgm:spPr/>
    </dgm:pt>
    <dgm:pt modelId="{0A9B180D-B7C3-4E5D-A7EB-F1475AC1023F}" type="pres">
      <dgm:prSet presAssocID="{BECAC726-45D0-440D-A857-8061C1209A17}" presName="parentText" presStyleLbl="node1" presStyleIdx="0" presStyleCnt="4">
        <dgm:presLayoutVars>
          <dgm:chMax val="0"/>
          <dgm:bulletEnabled val="1"/>
        </dgm:presLayoutVars>
      </dgm:prSet>
      <dgm:spPr/>
    </dgm:pt>
    <dgm:pt modelId="{3AF48667-E455-4AD5-9EB2-2F57E30D9E4E}" type="pres">
      <dgm:prSet presAssocID="{BECAC726-45D0-440D-A857-8061C1209A17}" presName="childText" presStyleLbl="revTx" presStyleIdx="0" presStyleCnt="4">
        <dgm:presLayoutVars>
          <dgm:bulletEnabled val="1"/>
        </dgm:presLayoutVars>
      </dgm:prSet>
      <dgm:spPr/>
    </dgm:pt>
    <dgm:pt modelId="{84162E57-A478-47CF-9BF2-01046F705EE1}" type="pres">
      <dgm:prSet presAssocID="{5BD4CA29-64BB-48F2-B855-D4E63CC88C79}" presName="parentText" presStyleLbl="node1" presStyleIdx="1" presStyleCnt="4">
        <dgm:presLayoutVars>
          <dgm:chMax val="0"/>
          <dgm:bulletEnabled val="1"/>
        </dgm:presLayoutVars>
      </dgm:prSet>
      <dgm:spPr/>
    </dgm:pt>
    <dgm:pt modelId="{DF9830E0-DE46-4D24-8E6A-AEC5332C0007}" type="pres">
      <dgm:prSet presAssocID="{5BD4CA29-64BB-48F2-B855-D4E63CC88C79}" presName="childText" presStyleLbl="revTx" presStyleIdx="1" presStyleCnt="4">
        <dgm:presLayoutVars>
          <dgm:bulletEnabled val="1"/>
        </dgm:presLayoutVars>
      </dgm:prSet>
      <dgm:spPr/>
    </dgm:pt>
    <dgm:pt modelId="{4E5A6E15-1584-4A63-A686-4EB0A710EC9F}" type="pres">
      <dgm:prSet presAssocID="{64C13141-9677-43BC-A016-D820C1DE80DB}" presName="parentText" presStyleLbl="node1" presStyleIdx="2" presStyleCnt="4">
        <dgm:presLayoutVars>
          <dgm:chMax val="0"/>
          <dgm:bulletEnabled val="1"/>
        </dgm:presLayoutVars>
      </dgm:prSet>
      <dgm:spPr/>
    </dgm:pt>
    <dgm:pt modelId="{8278C054-AE80-4B90-9CAE-AB98E6F5322F}" type="pres">
      <dgm:prSet presAssocID="{64C13141-9677-43BC-A016-D820C1DE80DB}" presName="childText" presStyleLbl="revTx" presStyleIdx="2" presStyleCnt="4">
        <dgm:presLayoutVars>
          <dgm:bulletEnabled val="1"/>
        </dgm:presLayoutVars>
      </dgm:prSet>
      <dgm:spPr/>
    </dgm:pt>
    <dgm:pt modelId="{37316E1F-704C-439D-9C83-CEFB0220BA78}" type="pres">
      <dgm:prSet presAssocID="{21E5C1A9-A6D7-4921-A1AF-1A1CFF29E518}" presName="parentText" presStyleLbl="node1" presStyleIdx="3" presStyleCnt="4">
        <dgm:presLayoutVars>
          <dgm:chMax val="0"/>
          <dgm:bulletEnabled val="1"/>
        </dgm:presLayoutVars>
      </dgm:prSet>
      <dgm:spPr/>
    </dgm:pt>
    <dgm:pt modelId="{73D449A3-B6A8-4F4E-A3B5-EF0995A190F4}" type="pres">
      <dgm:prSet presAssocID="{21E5C1A9-A6D7-4921-A1AF-1A1CFF29E518}" presName="childText" presStyleLbl="revTx" presStyleIdx="3" presStyleCnt="4">
        <dgm:presLayoutVars>
          <dgm:bulletEnabled val="1"/>
        </dgm:presLayoutVars>
      </dgm:prSet>
      <dgm:spPr/>
    </dgm:pt>
  </dgm:ptLst>
  <dgm:cxnLst>
    <dgm:cxn modelId="{81518204-AD31-40F6-85B5-FE6BCB8A707B}" type="presOf" srcId="{707F6692-96B6-4456-87C1-16C5DB05A91D}" destId="{E0CA874B-E355-415E-A7E9-877D90015EEB}" srcOrd="0" destOrd="0" presId="urn:microsoft.com/office/officeart/2005/8/layout/vList2"/>
    <dgm:cxn modelId="{FE33C208-1630-45B8-93ED-31C44D6ADF0D}" type="presOf" srcId="{5BD4CA29-64BB-48F2-B855-D4E63CC88C79}" destId="{84162E57-A478-47CF-9BF2-01046F705EE1}" srcOrd="0" destOrd="0" presId="urn:microsoft.com/office/officeart/2005/8/layout/vList2"/>
    <dgm:cxn modelId="{10F0E81D-193F-478A-88F7-DA74AEC5DC62}" type="presOf" srcId="{21E5C1A9-A6D7-4921-A1AF-1A1CFF29E518}" destId="{37316E1F-704C-439D-9C83-CEFB0220BA78}" srcOrd="0" destOrd="0" presId="urn:microsoft.com/office/officeart/2005/8/layout/vList2"/>
    <dgm:cxn modelId="{C1665036-E9AE-42FF-8B80-44B816A77177}" srcId="{21E5C1A9-A6D7-4921-A1AF-1A1CFF29E518}" destId="{1CD4BA28-77CD-4398-8712-C026520C8BEA}" srcOrd="1" destOrd="0" parTransId="{250C3356-BCD3-42CF-B6E7-DDAAF6B43929}" sibTransId="{CD86291A-EC72-42F1-B952-65DF8643B0EA}"/>
    <dgm:cxn modelId="{895EB93B-A47E-492B-BE6F-1AEA6964AD67}" type="presOf" srcId="{1CD4BA28-77CD-4398-8712-C026520C8BEA}" destId="{73D449A3-B6A8-4F4E-A3B5-EF0995A190F4}" srcOrd="0" destOrd="1" presId="urn:microsoft.com/office/officeart/2005/8/layout/vList2"/>
    <dgm:cxn modelId="{9F801165-206F-4FF5-87CC-034C07673E8F}" type="presOf" srcId="{ED887B3A-CD86-467E-9B98-D250664AE3B8}" destId="{DF9830E0-DE46-4D24-8E6A-AEC5332C0007}" srcOrd="0" destOrd="0" presId="urn:microsoft.com/office/officeart/2005/8/layout/vList2"/>
    <dgm:cxn modelId="{95563B4E-5FD8-4632-8A98-F3D17DC303EB}" type="presOf" srcId="{64C13141-9677-43BC-A016-D820C1DE80DB}" destId="{4E5A6E15-1584-4A63-A686-4EB0A710EC9F}" srcOrd="0" destOrd="0" presId="urn:microsoft.com/office/officeart/2005/8/layout/vList2"/>
    <dgm:cxn modelId="{C71F9371-94B3-4A21-BDE0-D20F0065FBC0}" srcId="{5BD4CA29-64BB-48F2-B855-D4E63CC88C79}" destId="{9590E413-9933-4931-B9C9-53D533CC432A}" srcOrd="1" destOrd="0" parTransId="{290E19DB-9915-4EDE-8B85-79925E92213A}" sibTransId="{9F98DE4F-6200-4AC8-9B39-5B156C7BE086}"/>
    <dgm:cxn modelId="{3F789D52-5E96-4367-8394-0B3AE0B02A80}" type="presOf" srcId="{9590E413-9933-4931-B9C9-53D533CC432A}" destId="{DF9830E0-DE46-4D24-8E6A-AEC5332C0007}" srcOrd="0" destOrd="1" presId="urn:microsoft.com/office/officeart/2005/8/layout/vList2"/>
    <dgm:cxn modelId="{D95A7576-BF4F-4CF7-BA96-AFE7AF83949D}" type="presOf" srcId="{2DE97B66-0570-4475-BFDF-EF08BA8734E9}" destId="{8278C054-AE80-4B90-9CAE-AB98E6F5322F}" srcOrd="0" destOrd="0" presId="urn:microsoft.com/office/officeart/2005/8/layout/vList2"/>
    <dgm:cxn modelId="{CC694659-534E-4F2B-A931-844C8520985C}" type="presOf" srcId="{BFF20BD0-9D87-45B5-9F2E-A65B05874187}" destId="{3AF48667-E455-4AD5-9EB2-2F57E30D9E4E}" srcOrd="0" destOrd="0" presId="urn:microsoft.com/office/officeart/2005/8/layout/vList2"/>
    <dgm:cxn modelId="{5A08BB7F-F575-4E22-AB04-6E0F25CA57AE}" type="presOf" srcId="{BECAC726-45D0-440D-A857-8061C1209A17}" destId="{0A9B180D-B7C3-4E5D-A7EB-F1475AC1023F}" srcOrd="0" destOrd="0" presId="urn:microsoft.com/office/officeart/2005/8/layout/vList2"/>
    <dgm:cxn modelId="{6C00EC81-9C80-463F-89D9-3DEEA1101DA6}" srcId="{707F6692-96B6-4456-87C1-16C5DB05A91D}" destId="{21E5C1A9-A6D7-4921-A1AF-1A1CFF29E518}" srcOrd="3" destOrd="0" parTransId="{AE20DBF9-CA0F-42DA-9E85-885056B7DDEF}" sibTransId="{30CE53BB-6EA8-48C0-B3AC-4D1128C08A35}"/>
    <dgm:cxn modelId="{79CC0E89-82C5-414F-B951-04D1979CC53C}" type="presOf" srcId="{EB8175D5-12CB-4D6C-A933-7CAC26169F0C}" destId="{73D449A3-B6A8-4F4E-A3B5-EF0995A190F4}" srcOrd="0" destOrd="0" presId="urn:microsoft.com/office/officeart/2005/8/layout/vList2"/>
    <dgm:cxn modelId="{80AA5F8E-1B7A-4F8A-8BC0-467161FB2479}" srcId="{707F6692-96B6-4456-87C1-16C5DB05A91D}" destId="{5BD4CA29-64BB-48F2-B855-D4E63CC88C79}" srcOrd="1" destOrd="0" parTransId="{26D30539-68B9-45E1-ADF2-D5ECC21BD2DE}" sibTransId="{B32095D9-BDD4-4EA1-9377-159FA5507981}"/>
    <dgm:cxn modelId="{7CB19EBC-74C8-46B5-BF6B-07ACD5CD06F8}" srcId="{64C13141-9677-43BC-A016-D820C1DE80DB}" destId="{2DE97B66-0570-4475-BFDF-EF08BA8734E9}" srcOrd="0" destOrd="0" parTransId="{E19FBD73-AE33-4A91-AB00-D3214970C262}" sibTransId="{DD5EBCC4-E7EE-45FD-B8F4-0E83796EB4C9}"/>
    <dgm:cxn modelId="{DE6502C5-942D-4D63-8AEC-EF1E3C9C6AAB}" srcId="{707F6692-96B6-4456-87C1-16C5DB05A91D}" destId="{BECAC726-45D0-440D-A857-8061C1209A17}" srcOrd="0" destOrd="0" parTransId="{1F9442BA-CA2A-4680-A53B-3EAA95E5961A}" sibTransId="{188A117F-61DE-48AA-B107-53CD306E6A43}"/>
    <dgm:cxn modelId="{90685DCE-3C8A-42F7-AFF1-3718C91AC7E7}" srcId="{707F6692-96B6-4456-87C1-16C5DB05A91D}" destId="{64C13141-9677-43BC-A016-D820C1DE80DB}" srcOrd="2" destOrd="0" parTransId="{273021C2-AEDC-4798-B5C7-60599740FD70}" sibTransId="{DB9D7383-79F5-42F2-B397-9A8709D6BB4B}"/>
    <dgm:cxn modelId="{70F046D8-FE99-487A-BE1E-1C86022DDF3E}" srcId="{BECAC726-45D0-440D-A857-8061C1209A17}" destId="{BFF20BD0-9D87-45B5-9F2E-A65B05874187}" srcOrd="0" destOrd="0" parTransId="{DB43D97D-68AF-4397-9DA2-C842E083B2B6}" sibTransId="{96678B37-9A45-4DF7-B3A9-FC32AB3A9D3C}"/>
    <dgm:cxn modelId="{FC89D1DC-AF9E-411C-9B39-960EABF20962}" srcId="{21E5C1A9-A6D7-4921-A1AF-1A1CFF29E518}" destId="{EB8175D5-12CB-4D6C-A933-7CAC26169F0C}" srcOrd="0" destOrd="0" parTransId="{F7EE66AC-B80A-471A-B674-40F559EF35FB}" sibTransId="{FE06DA30-C194-4594-91E9-31AAAC775610}"/>
    <dgm:cxn modelId="{3ECF86E6-8FE4-49F7-9902-9AF42577D976}" srcId="{5BD4CA29-64BB-48F2-B855-D4E63CC88C79}" destId="{ED887B3A-CD86-467E-9B98-D250664AE3B8}" srcOrd="0" destOrd="0" parTransId="{0775C39C-142F-4748-B57A-EAC0ACEAAA99}" sibTransId="{C6F7AE38-10EC-40ED-9C65-C73B481A389B}"/>
    <dgm:cxn modelId="{E3EAECE3-350B-4C49-AFA3-A69E67027943}" type="presParOf" srcId="{E0CA874B-E355-415E-A7E9-877D90015EEB}" destId="{0A9B180D-B7C3-4E5D-A7EB-F1475AC1023F}" srcOrd="0" destOrd="0" presId="urn:microsoft.com/office/officeart/2005/8/layout/vList2"/>
    <dgm:cxn modelId="{6FBA105C-F6FC-4847-8A07-8A99FB230958}" type="presParOf" srcId="{E0CA874B-E355-415E-A7E9-877D90015EEB}" destId="{3AF48667-E455-4AD5-9EB2-2F57E30D9E4E}" srcOrd="1" destOrd="0" presId="urn:microsoft.com/office/officeart/2005/8/layout/vList2"/>
    <dgm:cxn modelId="{7BCFF3FF-F3CD-41E4-95D5-CF9CDA1E1887}" type="presParOf" srcId="{E0CA874B-E355-415E-A7E9-877D90015EEB}" destId="{84162E57-A478-47CF-9BF2-01046F705EE1}" srcOrd="2" destOrd="0" presId="urn:microsoft.com/office/officeart/2005/8/layout/vList2"/>
    <dgm:cxn modelId="{57AFFA0C-41EC-45E7-B154-FA508FFD0234}" type="presParOf" srcId="{E0CA874B-E355-415E-A7E9-877D90015EEB}" destId="{DF9830E0-DE46-4D24-8E6A-AEC5332C0007}" srcOrd="3" destOrd="0" presId="urn:microsoft.com/office/officeart/2005/8/layout/vList2"/>
    <dgm:cxn modelId="{0D447314-74EF-43FE-B771-2F5AC66180B4}" type="presParOf" srcId="{E0CA874B-E355-415E-A7E9-877D90015EEB}" destId="{4E5A6E15-1584-4A63-A686-4EB0A710EC9F}" srcOrd="4" destOrd="0" presId="urn:microsoft.com/office/officeart/2005/8/layout/vList2"/>
    <dgm:cxn modelId="{3E92C8A0-8FD9-4B7C-9D6C-87A56265201E}" type="presParOf" srcId="{E0CA874B-E355-415E-A7E9-877D90015EEB}" destId="{8278C054-AE80-4B90-9CAE-AB98E6F5322F}" srcOrd="5" destOrd="0" presId="urn:microsoft.com/office/officeart/2005/8/layout/vList2"/>
    <dgm:cxn modelId="{E83BF49C-41C9-40B6-9BA0-60C73BD65A97}" type="presParOf" srcId="{E0CA874B-E355-415E-A7E9-877D90015EEB}" destId="{37316E1F-704C-439D-9C83-CEFB0220BA78}" srcOrd="6" destOrd="0" presId="urn:microsoft.com/office/officeart/2005/8/layout/vList2"/>
    <dgm:cxn modelId="{6D5DA747-F095-42B9-A475-5934E7E6D0C4}" type="presParOf" srcId="{E0CA874B-E355-415E-A7E9-877D90015EEB}" destId="{73D449A3-B6A8-4F4E-A3B5-EF0995A190F4}" srcOrd="7"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CCB052D-0457-41C4-BABF-E47B0CE5B0D4}" type="doc">
      <dgm:prSet loTypeId="urn:microsoft.com/office/officeart/2005/8/layout/vList2" loCatId="list" qsTypeId="urn:microsoft.com/office/officeart/2005/8/quickstyle/3d7" qsCatId="3D" csTypeId="urn:microsoft.com/office/officeart/2005/8/colors/accent1_2" csCatId="accent1" phldr="1"/>
      <dgm:spPr/>
      <dgm:t>
        <a:bodyPr/>
        <a:lstStyle/>
        <a:p>
          <a:endParaRPr lang="de-DE"/>
        </a:p>
      </dgm:t>
    </dgm:pt>
    <dgm:pt modelId="{FF770ABD-476B-491E-B183-05CFDBC32927}">
      <dgm:prSet/>
      <dgm:spPr/>
      <dgm:t>
        <a:bodyPr/>
        <a:lstStyle/>
        <a:p>
          <a:r>
            <a:rPr lang="de-DE" b="0" i="0" baseline="0" dirty="0" err="1"/>
            <a:t>beforeEach</a:t>
          </a:r>
          <a:endParaRPr lang="de-DE" b="0" i="0" baseline="0" dirty="0"/>
        </a:p>
        <a:p>
          <a:r>
            <a:rPr lang="de-DE" b="0" i="0" baseline="0" dirty="0" err="1"/>
            <a:t>afterEach</a:t>
          </a:r>
          <a:r>
            <a:rPr lang="de-DE" b="0" i="0" baseline="0" dirty="0"/>
            <a:t> </a:t>
          </a:r>
          <a:endParaRPr lang="de-DE" dirty="0"/>
        </a:p>
      </dgm:t>
    </dgm:pt>
    <dgm:pt modelId="{41034B70-FD88-4E14-B305-A50A4ACB2A95}" type="parTrans" cxnId="{A03D54E3-5262-429F-809A-90C91FFA4A01}">
      <dgm:prSet/>
      <dgm:spPr/>
      <dgm:t>
        <a:bodyPr/>
        <a:lstStyle/>
        <a:p>
          <a:endParaRPr lang="de-DE"/>
        </a:p>
      </dgm:t>
    </dgm:pt>
    <dgm:pt modelId="{836B1768-0B93-4010-B102-B30418B85F6E}" type="sibTrans" cxnId="{A03D54E3-5262-429F-809A-90C91FFA4A01}">
      <dgm:prSet/>
      <dgm:spPr/>
      <dgm:t>
        <a:bodyPr/>
        <a:lstStyle/>
        <a:p>
          <a:endParaRPr lang="de-DE"/>
        </a:p>
      </dgm:t>
    </dgm:pt>
    <dgm:pt modelId="{31227B9A-8502-4139-8B3B-721589D4066B}">
      <dgm:prSet/>
      <dgm:spPr/>
      <dgm:t>
        <a:bodyPr/>
        <a:lstStyle/>
        <a:p>
          <a:r>
            <a:rPr lang="de-DE" b="0" i="0" baseline="0"/>
            <a:t>einmal pro Test (it)</a:t>
          </a:r>
          <a:endParaRPr lang="de-DE"/>
        </a:p>
      </dgm:t>
    </dgm:pt>
    <dgm:pt modelId="{4E7949F6-840F-4E60-9998-7D887D5883D8}" type="parTrans" cxnId="{89D1302E-119E-48F9-991A-5034D42BA8AD}">
      <dgm:prSet/>
      <dgm:spPr/>
      <dgm:t>
        <a:bodyPr/>
        <a:lstStyle/>
        <a:p>
          <a:endParaRPr lang="de-DE"/>
        </a:p>
      </dgm:t>
    </dgm:pt>
    <dgm:pt modelId="{CF2A0314-4E61-47C8-855D-1979E44E18A7}" type="sibTrans" cxnId="{89D1302E-119E-48F9-991A-5034D42BA8AD}">
      <dgm:prSet/>
      <dgm:spPr/>
      <dgm:t>
        <a:bodyPr/>
        <a:lstStyle/>
        <a:p>
          <a:endParaRPr lang="de-DE"/>
        </a:p>
      </dgm:t>
    </dgm:pt>
    <dgm:pt modelId="{20A8C8B7-9931-47EB-8280-0C0AAB59D4B8}">
      <dgm:prSet/>
      <dgm:spPr/>
      <dgm:t>
        <a:bodyPr/>
        <a:lstStyle/>
        <a:p>
          <a:r>
            <a:rPr lang="de-DE" b="0" i="0" baseline="0" dirty="0" err="1"/>
            <a:t>beforeAll</a:t>
          </a:r>
          <a:endParaRPr lang="de-DE" b="0" i="0" baseline="0" dirty="0"/>
        </a:p>
        <a:p>
          <a:r>
            <a:rPr lang="de-DE" b="0" i="0" baseline="0" dirty="0" err="1"/>
            <a:t>afterAll</a:t>
          </a:r>
          <a:r>
            <a:rPr lang="de-DE" b="0" i="0" baseline="0" dirty="0"/>
            <a:t> </a:t>
          </a:r>
          <a:endParaRPr lang="de-DE" dirty="0"/>
        </a:p>
      </dgm:t>
    </dgm:pt>
    <dgm:pt modelId="{DE1F8E87-7928-4190-808A-D6DBFFFB6336}" type="parTrans" cxnId="{FAA0014C-F7EC-425F-8360-57DCE0D3D231}">
      <dgm:prSet/>
      <dgm:spPr/>
      <dgm:t>
        <a:bodyPr/>
        <a:lstStyle/>
        <a:p>
          <a:endParaRPr lang="de-DE"/>
        </a:p>
      </dgm:t>
    </dgm:pt>
    <dgm:pt modelId="{97215995-6B2A-4848-83BB-6BCD71084C8D}" type="sibTrans" cxnId="{FAA0014C-F7EC-425F-8360-57DCE0D3D231}">
      <dgm:prSet/>
      <dgm:spPr/>
      <dgm:t>
        <a:bodyPr/>
        <a:lstStyle/>
        <a:p>
          <a:endParaRPr lang="de-DE"/>
        </a:p>
      </dgm:t>
    </dgm:pt>
    <dgm:pt modelId="{B37F0508-79D2-4119-A4D8-FA8ED1B18BBF}">
      <dgm:prSet/>
      <dgm:spPr/>
      <dgm:t>
        <a:bodyPr/>
        <a:lstStyle/>
        <a:p>
          <a:r>
            <a:rPr lang="de-DE" b="0" i="0" baseline="0"/>
            <a:t>einmal pro Test-Suite (describe)</a:t>
          </a:r>
          <a:endParaRPr lang="de-DE"/>
        </a:p>
      </dgm:t>
    </dgm:pt>
    <dgm:pt modelId="{E10C1E4E-8657-4EAE-9251-1FC4CB550D27}" type="parTrans" cxnId="{63FC1538-D6FE-4831-8669-01DACD45BCA4}">
      <dgm:prSet/>
      <dgm:spPr/>
      <dgm:t>
        <a:bodyPr/>
        <a:lstStyle/>
        <a:p>
          <a:endParaRPr lang="de-DE"/>
        </a:p>
      </dgm:t>
    </dgm:pt>
    <dgm:pt modelId="{2675E554-AED9-4876-9A54-4533F9717C9A}" type="sibTrans" cxnId="{63FC1538-D6FE-4831-8669-01DACD45BCA4}">
      <dgm:prSet/>
      <dgm:spPr/>
      <dgm:t>
        <a:bodyPr/>
        <a:lstStyle/>
        <a:p>
          <a:endParaRPr lang="de-DE"/>
        </a:p>
      </dgm:t>
    </dgm:pt>
    <dgm:pt modelId="{2F270731-3CAC-4CA6-9862-8CDC8C098DA7}" type="pres">
      <dgm:prSet presAssocID="{8CCB052D-0457-41C4-BABF-E47B0CE5B0D4}" presName="linear" presStyleCnt="0">
        <dgm:presLayoutVars>
          <dgm:animLvl val="lvl"/>
          <dgm:resizeHandles val="exact"/>
        </dgm:presLayoutVars>
      </dgm:prSet>
      <dgm:spPr/>
    </dgm:pt>
    <dgm:pt modelId="{D7DBF538-DD2C-469B-B36F-5668DAA2B5B4}" type="pres">
      <dgm:prSet presAssocID="{FF770ABD-476B-491E-B183-05CFDBC32927}" presName="parentText" presStyleLbl="node1" presStyleIdx="0" presStyleCnt="2">
        <dgm:presLayoutVars>
          <dgm:chMax val="0"/>
          <dgm:bulletEnabled val="1"/>
        </dgm:presLayoutVars>
      </dgm:prSet>
      <dgm:spPr/>
    </dgm:pt>
    <dgm:pt modelId="{D56A4DE7-1BA2-4EE0-AA5F-A45824C1565E}" type="pres">
      <dgm:prSet presAssocID="{FF770ABD-476B-491E-B183-05CFDBC32927}" presName="childText" presStyleLbl="revTx" presStyleIdx="0" presStyleCnt="2">
        <dgm:presLayoutVars>
          <dgm:bulletEnabled val="1"/>
        </dgm:presLayoutVars>
      </dgm:prSet>
      <dgm:spPr/>
    </dgm:pt>
    <dgm:pt modelId="{1F3D2DF8-00F0-4EF1-BC71-7C64B4B66AA2}" type="pres">
      <dgm:prSet presAssocID="{20A8C8B7-9931-47EB-8280-0C0AAB59D4B8}" presName="parentText" presStyleLbl="node1" presStyleIdx="1" presStyleCnt="2">
        <dgm:presLayoutVars>
          <dgm:chMax val="0"/>
          <dgm:bulletEnabled val="1"/>
        </dgm:presLayoutVars>
      </dgm:prSet>
      <dgm:spPr/>
    </dgm:pt>
    <dgm:pt modelId="{0903BF19-5929-4641-8E1E-21C9DFF66A2F}" type="pres">
      <dgm:prSet presAssocID="{20A8C8B7-9931-47EB-8280-0C0AAB59D4B8}" presName="childText" presStyleLbl="revTx" presStyleIdx="1" presStyleCnt="2">
        <dgm:presLayoutVars>
          <dgm:bulletEnabled val="1"/>
        </dgm:presLayoutVars>
      </dgm:prSet>
      <dgm:spPr/>
    </dgm:pt>
  </dgm:ptLst>
  <dgm:cxnLst>
    <dgm:cxn modelId="{ACB03C0F-5668-47C4-AFCB-3043AEC6B8EF}" type="presOf" srcId="{31227B9A-8502-4139-8B3B-721589D4066B}" destId="{D56A4DE7-1BA2-4EE0-AA5F-A45824C1565E}" srcOrd="0" destOrd="0" presId="urn:microsoft.com/office/officeart/2005/8/layout/vList2"/>
    <dgm:cxn modelId="{89D1302E-119E-48F9-991A-5034D42BA8AD}" srcId="{FF770ABD-476B-491E-B183-05CFDBC32927}" destId="{31227B9A-8502-4139-8B3B-721589D4066B}" srcOrd="0" destOrd="0" parTransId="{4E7949F6-840F-4E60-9998-7D887D5883D8}" sibTransId="{CF2A0314-4E61-47C8-855D-1979E44E18A7}"/>
    <dgm:cxn modelId="{63FC1538-D6FE-4831-8669-01DACD45BCA4}" srcId="{20A8C8B7-9931-47EB-8280-0C0AAB59D4B8}" destId="{B37F0508-79D2-4119-A4D8-FA8ED1B18BBF}" srcOrd="0" destOrd="0" parTransId="{E10C1E4E-8657-4EAE-9251-1FC4CB550D27}" sibTransId="{2675E554-AED9-4876-9A54-4533F9717C9A}"/>
    <dgm:cxn modelId="{FAA0014C-F7EC-425F-8360-57DCE0D3D231}" srcId="{8CCB052D-0457-41C4-BABF-E47B0CE5B0D4}" destId="{20A8C8B7-9931-47EB-8280-0C0AAB59D4B8}" srcOrd="1" destOrd="0" parTransId="{DE1F8E87-7928-4190-808A-D6DBFFFB6336}" sibTransId="{97215995-6B2A-4848-83BB-6BCD71084C8D}"/>
    <dgm:cxn modelId="{C7D18985-E9EB-4A04-A4D2-2A28468567BE}" type="presOf" srcId="{B37F0508-79D2-4119-A4D8-FA8ED1B18BBF}" destId="{0903BF19-5929-4641-8E1E-21C9DFF66A2F}" srcOrd="0" destOrd="0" presId="urn:microsoft.com/office/officeart/2005/8/layout/vList2"/>
    <dgm:cxn modelId="{545D10AE-A9A0-4AD5-8874-5F071111903C}" type="presOf" srcId="{20A8C8B7-9931-47EB-8280-0C0AAB59D4B8}" destId="{1F3D2DF8-00F0-4EF1-BC71-7C64B4B66AA2}" srcOrd="0" destOrd="0" presId="urn:microsoft.com/office/officeart/2005/8/layout/vList2"/>
    <dgm:cxn modelId="{A03D54E3-5262-429F-809A-90C91FFA4A01}" srcId="{8CCB052D-0457-41C4-BABF-E47B0CE5B0D4}" destId="{FF770ABD-476B-491E-B183-05CFDBC32927}" srcOrd="0" destOrd="0" parTransId="{41034B70-FD88-4E14-B305-A50A4ACB2A95}" sibTransId="{836B1768-0B93-4010-B102-B30418B85F6E}"/>
    <dgm:cxn modelId="{D65A04E9-FC9A-40BA-B10C-07892E9C7AFD}" type="presOf" srcId="{8CCB052D-0457-41C4-BABF-E47B0CE5B0D4}" destId="{2F270731-3CAC-4CA6-9862-8CDC8C098DA7}" srcOrd="0" destOrd="0" presId="urn:microsoft.com/office/officeart/2005/8/layout/vList2"/>
    <dgm:cxn modelId="{B655DFEA-36B5-4B03-A7EC-FFD76DB067B4}" type="presOf" srcId="{FF770ABD-476B-491E-B183-05CFDBC32927}" destId="{D7DBF538-DD2C-469B-B36F-5668DAA2B5B4}" srcOrd="0" destOrd="0" presId="urn:microsoft.com/office/officeart/2005/8/layout/vList2"/>
    <dgm:cxn modelId="{58AF7697-7787-4815-818C-D4B2A81A783D}" type="presParOf" srcId="{2F270731-3CAC-4CA6-9862-8CDC8C098DA7}" destId="{D7DBF538-DD2C-469B-B36F-5668DAA2B5B4}" srcOrd="0" destOrd="0" presId="urn:microsoft.com/office/officeart/2005/8/layout/vList2"/>
    <dgm:cxn modelId="{DB480136-F99A-41DA-B737-20196B85D428}" type="presParOf" srcId="{2F270731-3CAC-4CA6-9862-8CDC8C098DA7}" destId="{D56A4DE7-1BA2-4EE0-AA5F-A45824C1565E}" srcOrd="1" destOrd="0" presId="urn:microsoft.com/office/officeart/2005/8/layout/vList2"/>
    <dgm:cxn modelId="{FF32C118-5052-4B8F-8E95-1C91F5D1553E}" type="presParOf" srcId="{2F270731-3CAC-4CA6-9862-8CDC8C098DA7}" destId="{1F3D2DF8-00F0-4EF1-BC71-7C64B4B66AA2}" srcOrd="2" destOrd="0" presId="urn:microsoft.com/office/officeart/2005/8/layout/vList2"/>
    <dgm:cxn modelId="{6DA916C7-91CE-417C-9ACC-09ED5ACF82BF}" type="presParOf" srcId="{2F270731-3CAC-4CA6-9862-8CDC8C098DA7}" destId="{0903BF19-5929-4641-8E1E-21C9DFF66A2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88F3A6-9404-4EE0-986C-04CF8F182FB0}">
      <dsp:nvSpPr>
        <dsp:cNvPr id="0" name=""/>
        <dsp:cNvSpPr/>
      </dsp:nvSpPr>
      <dsp:spPr>
        <a:xfrm>
          <a:off x="2961216" y="0"/>
          <a:ext cx="2961216" cy="1225550"/>
        </a:xfrm>
        <a:prstGeom prst="trapezoid">
          <a:avLst>
            <a:gd name="adj" fmla="val 120812"/>
          </a:avLst>
        </a:prstGeom>
        <a:solidFill>
          <a:schemeClr val="accent1">
            <a:shade val="80000"/>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57150" tIns="57150" rIns="57150" bIns="57150" numCol="1" spcCol="1270" anchor="ctr" anchorCtr="0">
          <a:noAutofit/>
        </a:bodyPr>
        <a:lstStyle/>
        <a:p>
          <a:pPr marL="0" lvl="0" indent="0" algn="ctr" defTabSz="2000250">
            <a:lnSpc>
              <a:spcPct val="90000"/>
            </a:lnSpc>
            <a:spcBef>
              <a:spcPct val="0"/>
            </a:spcBef>
            <a:spcAft>
              <a:spcPct val="35000"/>
            </a:spcAft>
            <a:buNone/>
          </a:pPr>
          <a:r>
            <a:rPr lang="de-DE" sz="4500" kern="1200" dirty="0"/>
            <a:t>Akzeptanz</a:t>
          </a:r>
        </a:p>
      </dsp:txBody>
      <dsp:txXfrm>
        <a:off x="2961216" y="0"/>
        <a:ext cx="2961216" cy="1225550"/>
      </dsp:txXfrm>
    </dsp:sp>
    <dsp:sp modelId="{646428AF-D0C8-419E-AC44-F9D9F973D289}">
      <dsp:nvSpPr>
        <dsp:cNvPr id="0" name=""/>
        <dsp:cNvSpPr/>
      </dsp:nvSpPr>
      <dsp:spPr>
        <a:xfrm>
          <a:off x="1480608" y="1225550"/>
          <a:ext cx="5922433" cy="1225550"/>
        </a:xfrm>
        <a:prstGeom prst="trapezoid">
          <a:avLst>
            <a:gd name="adj" fmla="val 120812"/>
          </a:avLst>
        </a:prstGeom>
        <a:solidFill>
          <a:schemeClr val="accent1">
            <a:shade val="80000"/>
            <a:hueOff val="182957"/>
            <a:satOff val="-8944"/>
            <a:lumOff val="14474"/>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57150" tIns="57150" rIns="57150" bIns="57150" numCol="1" spcCol="1270" anchor="ctr" anchorCtr="0">
          <a:noAutofit/>
        </a:bodyPr>
        <a:lstStyle/>
        <a:p>
          <a:pPr marL="0" lvl="0" indent="0" algn="ctr" defTabSz="2000250">
            <a:lnSpc>
              <a:spcPct val="90000"/>
            </a:lnSpc>
            <a:spcBef>
              <a:spcPct val="0"/>
            </a:spcBef>
            <a:spcAft>
              <a:spcPct val="35000"/>
            </a:spcAft>
            <a:buNone/>
          </a:pPr>
          <a:r>
            <a:rPr lang="de-DE" sz="4500" kern="1200" dirty="0"/>
            <a:t>Integration</a:t>
          </a:r>
        </a:p>
      </dsp:txBody>
      <dsp:txXfrm>
        <a:off x="2517034" y="1225550"/>
        <a:ext cx="3849581" cy="1225550"/>
      </dsp:txXfrm>
    </dsp:sp>
    <dsp:sp modelId="{E86C77F4-24C4-4C50-9158-8632E1334CA4}">
      <dsp:nvSpPr>
        <dsp:cNvPr id="0" name=""/>
        <dsp:cNvSpPr/>
      </dsp:nvSpPr>
      <dsp:spPr>
        <a:xfrm>
          <a:off x="0" y="2451100"/>
          <a:ext cx="8883650" cy="1225550"/>
        </a:xfrm>
        <a:prstGeom prst="trapezoid">
          <a:avLst>
            <a:gd name="adj" fmla="val 120812"/>
          </a:avLst>
        </a:prstGeom>
        <a:solidFill>
          <a:schemeClr val="accent1">
            <a:shade val="80000"/>
            <a:hueOff val="365914"/>
            <a:satOff val="-17887"/>
            <a:lumOff val="28949"/>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57150" tIns="57150" rIns="57150" bIns="57150" numCol="1" spcCol="1270" anchor="ctr" anchorCtr="0">
          <a:noAutofit/>
        </a:bodyPr>
        <a:lstStyle/>
        <a:p>
          <a:pPr marL="0" lvl="0" indent="0" algn="ctr" defTabSz="2000250">
            <a:lnSpc>
              <a:spcPct val="90000"/>
            </a:lnSpc>
            <a:spcBef>
              <a:spcPct val="0"/>
            </a:spcBef>
            <a:spcAft>
              <a:spcPct val="35000"/>
            </a:spcAft>
            <a:buNone/>
          </a:pPr>
          <a:r>
            <a:rPr lang="de-DE" sz="4500" kern="1200" dirty="0"/>
            <a:t>Unit</a:t>
          </a:r>
        </a:p>
      </dsp:txBody>
      <dsp:txXfrm>
        <a:off x="1554638" y="2451100"/>
        <a:ext cx="5774372" cy="122555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CCE3D9-085C-4A25-B476-CCFB2668A933}">
      <dsp:nvSpPr>
        <dsp:cNvPr id="0" name=""/>
        <dsp:cNvSpPr/>
      </dsp:nvSpPr>
      <dsp:spPr>
        <a:xfrm>
          <a:off x="1328058" y="461865"/>
          <a:ext cx="1429312" cy="142931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0D34C94-75D5-46C0-9452-088105C92D65}">
      <dsp:nvSpPr>
        <dsp:cNvPr id="0" name=""/>
        <dsp:cNvSpPr/>
      </dsp:nvSpPr>
      <dsp:spPr>
        <a:xfrm>
          <a:off x="839" y="2009597"/>
          <a:ext cx="4083750" cy="6125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600200">
            <a:lnSpc>
              <a:spcPct val="100000"/>
            </a:lnSpc>
            <a:spcBef>
              <a:spcPct val="0"/>
            </a:spcBef>
            <a:spcAft>
              <a:spcPct val="35000"/>
            </a:spcAft>
            <a:buNone/>
            <a:defRPr b="1"/>
          </a:pPr>
          <a:r>
            <a:rPr lang="de-DE" sz="3600" kern="1200"/>
            <a:t>Vitest</a:t>
          </a:r>
          <a:endParaRPr lang="en-US" sz="3600" kern="1200"/>
        </a:p>
      </dsp:txBody>
      <dsp:txXfrm>
        <a:off x="839" y="2009597"/>
        <a:ext cx="4083750" cy="612562"/>
      </dsp:txXfrm>
    </dsp:sp>
    <dsp:sp modelId="{0E68AF0D-FC1C-469B-8F1F-F84126F11B95}">
      <dsp:nvSpPr>
        <dsp:cNvPr id="0" name=""/>
        <dsp:cNvSpPr/>
      </dsp:nvSpPr>
      <dsp:spPr>
        <a:xfrm>
          <a:off x="839" y="2677239"/>
          <a:ext cx="4083750" cy="538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pPr>
          <a:r>
            <a:rPr lang="de-DE" sz="1700" kern="1200"/>
            <a:t>Test-Runner und Framework: startet die Tests, stellt Mocks und Matcher bereit, meldet die Ergebnisse</a:t>
          </a:r>
          <a:endParaRPr lang="en-US" sz="1700" kern="1200"/>
        </a:p>
      </dsp:txBody>
      <dsp:txXfrm>
        <a:off x="839" y="2677239"/>
        <a:ext cx="4083750" cy="538578"/>
      </dsp:txXfrm>
    </dsp:sp>
    <dsp:sp modelId="{08A9250D-2E7F-4853-A363-7686AC1C988E}">
      <dsp:nvSpPr>
        <dsp:cNvPr id="0" name=""/>
        <dsp:cNvSpPr/>
      </dsp:nvSpPr>
      <dsp:spPr>
        <a:xfrm>
          <a:off x="6126464" y="461865"/>
          <a:ext cx="1429312" cy="142931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234CB7D-C497-4752-9B9E-0CFFF7A266A8}">
      <dsp:nvSpPr>
        <dsp:cNvPr id="0" name=""/>
        <dsp:cNvSpPr/>
      </dsp:nvSpPr>
      <dsp:spPr>
        <a:xfrm>
          <a:off x="4799246" y="2009597"/>
          <a:ext cx="4083750" cy="6125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600200">
            <a:lnSpc>
              <a:spcPct val="100000"/>
            </a:lnSpc>
            <a:spcBef>
              <a:spcPct val="0"/>
            </a:spcBef>
            <a:spcAft>
              <a:spcPct val="35000"/>
            </a:spcAft>
            <a:buNone/>
            <a:defRPr b="1"/>
          </a:pPr>
          <a:r>
            <a:rPr lang="de-DE" sz="3600" kern="1200"/>
            <a:t>jsdom</a:t>
          </a:r>
          <a:endParaRPr lang="en-US" sz="3600" kern="1200"/>
        </a:p>
      </dsp:txBody>
      <dsp:txXfrm>
        <a:off x="4799246" y="2009597"/>
        <a:ext cx="4083750" cy="612562"/>
      </dsp:txXfrm>
    </dsp:sp>
    <dsp:sp modelId="{E7BF5337-0866-48EE-B50A-FC264C1E22CD}">
      <dsp:nvSpPr>
        <dsp:cNvPr id="0" name=""/>
        <dsp:cNvSpPr/>
      </dsp:nvSpPr>
      <dsp:spPr>
        <a:xfrm>
          <a:off x="4799246" y="2677239"/>
          <a:ext cx="4083750" cy="538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pPr>
          <a:r>
            <a:rPr lang="de-DE" sz="1700" kern="1200"/>
            <a:t>Simulierte Browser-Umgebung: Komponenten laufen im Test ohne echten Browser</a:t>
          </a:r>
          <a:endParaRPr lang="en-US" sz="1700" kern="1200"/>
        </a:p>
      </dsp:txBody>
      <dsp:txXfrm>
        <a:off x="4799246" y="2677239"/>
        <a:ext cx="4083750" cy="53857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9B180D-B7C3-4E5D-A7EB-F1475AC1023F}">
      <dsp:nvSpPr>
        <dsp:cNvPr id="0" name=""/>
        <dsp:cNvSpPr/>
      </dsp:nvSpPr>
      <dsp:spPr>
        <a:xfrm>
          <a:off x="0" y="96802"/>
          <a:ext cx="8883650" cy="41769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de-DE" sz="1700" b="1" i="0" kern="1200" baseline="0"/>
            <a:t>Suites – describe(name, fn)</a:t>
          </a:r>
          <a:endParaRPr lang="de-DE" sz="1700" kern="1200" dirty="0"/>
        </a:p>
      </dsp:txBody>
      <dsp:txXfrm>
        <a:off x="20390" y="117192"/>
        <a:ext cx="8842870" cy="376910"/>
      </dsp:txXfrm>
    </dsp:sp>
    <dsp:sp modelId="{3AF48667-E455-4AD5-9EB2-2F57E30D9E4E}">
      <dsp:nvSpPr>
        <dsp:cNvPr id="0" name=""/>
        <dsp:cNvSpPr/>
      </dsp:nvSpPr>
      <dsp:spPr>
        <a:xfrm>
          <a:off x="0" y="514492"/>
          <a:ext cx="8883650" cy="4486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2056" tIns="21590" rIns="120904" bIns="21590" numCol="1" spcCol="1270" anchor="t" anchorCtr="0">
          <a:noAutofit/>
        </a:bodyPr>
        <a:lstStyle/>
        <a:p>
          <a:pPr marL="114300" lvl="1" indent="-114300" algn="l" defTabSz="577850">
            <a:lnSpc>
              <a:spcPct val="90000"/>
            </a:lnSpc>
            <a:spcBef>
              <a:spcPct val="0"/>
            </a:spcBef>
            <a:spcAft>
              <a:spcPct val="20000"/>
            </a:spcAft>
            <a:buChar char="•"/>
          </a:pPr>
          <a:r>
            <a:rPr lang="de-DE" sz="1300" b="0" i="0" kern="1200" baseline="0"/>
            <a:t>Eine Suite bündelt zusammengehörige Tests (describe-Block)</a:t>
          </a:r>
        </a:p>
        <a:p>
          <a:pPr marL="114300" lvl="1" indent="-114300" algn="l" defTabSz="577850">
            <a:lnSpc>
              <a:spcPct val="90000"/>
            </a:lnSpc>
            <a:spcBef>
              <a:spcPct val="0"/>
            </a:spcBef>
            <a:spcAft>
              <a:spcPct val="20000"/>
            </a:spcAft>
            <a:buChar char="•"/>
          </a:pPr>
          <a:endParaRPr lang="de-DE" sz="1300" kern="1200" dirty="0"/>
        </a:p>
      </dsp:txBody>
      <dsp:txXfrm>
        <a:off x="0" y="514492"/>
        <a:ext cx="8883650" cy="448672"/>
      </dsp:txXfrm>
    </dsp:sp>
    <dsp:sp modelId="{84162E57-A478-47CF-9BF2-01046F705EE1}">
      <dsp:nvSpPr>
        <dsp:cNvPr id="0" name=""/>
        <dsp:cNvSpPr/>
      </dsp:nvSpPr>
      <dsp:spPr>
        <a:xfrm>
          <a:off x="0" y="963164"/>
          <a:ext cx="8883650" cy="41769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de-DE" sz="1700" b="1" i="0" kern="1200" baseline="0"/>
            <a:t>Tests (Specs) – it(name, fn)</a:t>
          </a:r>
          <a:endParaRPr lang="de-DE" sz="1700" kern="1200"/>
        </a:p>
      </dsp:txBody>
      <dsp:txXfrm>
        <a:off x="20390" y="983554"/>
        <a:ext cx="8842870" cy="376910"/>
      </dsp:txXfrm>
    </dsp:sp>
    <dsp:sp modelId="{DF9830E0-DE46-4D24-8E6A-AEC5332C0007}">
      <dsp:nvSpPr>
        <dsp:cNvPr id="0" name=""/>
        <dsp:cNvSpPr/>
      </dsp:nvSpPr>
      <dsp:spPr>
        <a:xfrm>
          <a:off x="0" y="1380854"/>
          <a:ext cx="8883650" cy="4486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2056" tIns="21590" rIns="120904" bIns="21590" numCol="1" spcCol="1270" anchor="t" anchorCtr="0">
          <a:noAutofit/>
        </a:bodyPr>
        <a:lstStyle/>
        <a:p>
          <a:pPr marL="114300" lvl="1" indent="-114300" algn="l" defTabSz="577850">
            <a:lnSpc>
              <a:spcPct val="90000"/>
            </a:lnSpc>
            <a:spcBef>
              <a:spcPct val="0"/>
            </a:spcBef>
            <a:spcAft>
              <a:spcPct val="20000"/>
            </a:spcAft>
            <a:buChar char="•"/>
          </a:pPr>
          <a:r>
            <a:rPr lang="de-DE" sz="1300" b="0" i="0" kern="1200" baseline="0" dirty="0"/>
            <a:t>1 Test bestehend aus Titel</a:t>
          </a:r>
          <a:endParaRPr lang="de-DE" sz="1300" kern="1200" dirty="0"/>
        </a:p>
        <a:p>
          <a:pPr marL="114300" lvl="1" indent="-114300" algn="l" defTabSz="577850">
            <a:lnSpc>
              <a:spcPct val="90000"/>
            </a:lnSpc>
            <a:spcBef>
              <a:spcPct val="0"/>
            </a:spcBef>
            <a:spcAft>
              <a:spcPct val="20000"/>
            </a:spcAft>
            <a:buChar char="•"/>
          </a:pPr>
          <a:r>
            <a:rPr lang="de-DE" sz="1300" b="0" i="0" kern="1200" baseline="0" dirty="0"/>
            <a:t>und einer Funktion mit dem Test -&gt; Erwartungen(</a:t>
          </a:r>
          <a:r>
            <a:rPr lang="de-DE" sz="1300" b="0" i="0" kern="1200" baseline="0" dirty="0" err="1"/>
            <a:t>Expectations</a:t>
          </a:r>
          <a:r>
            <a:rPr lang="de-DE" sz="1300" b="0" i="0" kern="1200" baseline="0" dirty="0"/>
            <a:t>).</a:t>
          </a:r>
          <a:endParaRPr lang="de-DE" sz="1300" kern="1200" dirty="0"/>
        </a:p>
      </dsp:txBody>
      <dsp:txXfrm>
        <a:off x="0" y="1380854"/>
        <a:ext cx="8883650" cy="448672"/>
      </dsp:txXfrm>
    </dsp:sp>
    <dsp:sp modelId="{4E5A6E15-1584-4A63-A686-4EB0A710EC9F}">
      <dsp:nvSpPr>
        <dsp:cNvPr id="0" name=""/>
        <dsp:cNvSpPr/>
      </dsp:nvSpPr>
      <dsp:spPr>
        <a:xfrm>
          <a:off x="0" y="1829527"/>
          <a:ext cx="8883650" cy="41769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de-DE" sz="1700" b="1" i="0" kern="1200" baseline="0" dirty="0" err="1"/>
            <a:t>Expectations</a:t>
          </a:r>
          <a:r>
            <a:rPr lang="de-DE" sz="1700" b="0" i="0" kern="1200" baseline="0" dirty="0"/>
            <a:t> </a:t>
          </a:r>
          <a:r>
            <a:rPr lang="de-DE" sz="1700" b="0" i="0" kern="1200" baseline="0" dirty="0" err="1"/>
            <a:t>expect</a:t>
          </a:r>
          <a:r>
            <a:rPr lang="de-DE" sz="1700" b="0" i="0" kern="1200" baseline="0" dirty="0"/>
            <a:t>(</a:t>
          </a:r>
          <a:r>
            <a:rPr lang="de-DE" sz="1700" b="0" i="0" kern="1200" baseline="0" dirty="0" err="1"/>
            <a:t>actual</a:t>
          </a:r>
          <a:r>
            <a:rPr lang="de-DE" sz="1700" b="0" i="0" kern="1200" baseline="0" dirty="0"/>
            <a:t>).</a:t>
          </a:r>
          <a:r>
            <a:rPr lang="de-DE" sz="1700" b="0" i="0" kern="1200" baseline="0" dirty="0" err="1"/>
            <a:t>toBe</a:t>
          </a:r>
          <a:r>
            <a:rPr lang="de-DE" sz="1700" b="0" i="0" kern="1200" baseline="0" dirty="0"/>
            <a:t>(</a:t>
          </a:r>
          <a:r>
            <a:rPr lang="de-DE" sz="1700" b="0" i="0" kern="1200" baseline="0" dirty="0" err="1"/>
            <a:t>expected</a:t>
          </a:r>
          <a:r>
            <a:rPr lang="de-DE" sz="1700" b="0" i="0" kern="1200" baseline="0" dirty="0"/>
            <a:t>)</a:t>
          </a:r>
          <a:endParaRPr lang="de-DE" sz="1700" kern="1200" dirty="0"/>
        </a:p>
      </dsp:txBody>
      <dsp:txXfrm>
        <a:off x="20390" y="1849917"/>
        <a:ext cx="8842870" cy="376910"/>
      </dsp:txXfrm>
    </dsp:sp>
    <dsp:sp modelId="{8278C054-AE80-4B90-9CAE-AB98E6F5322F}">
      <dsp:nvSpPr>
        <dsp:cNvPr id="0" name=""/>
        <dsp:cNvSpPr/>
      </dsp:nvSpPr>
      <dsp:spPr>
        <a:xfrm>
          <a:off x="0" y="2247217"/>
          <a:ext cx="8883650" cy="2815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2056" tIns="21590" rIns="120904" bIns="21590" numCol="1" spcCol="1270" anchor="t" anchorCtr="0">
          <a:noAutofit/>
        </a:bodyPr>
        <a:lstStyle/>
        <a:p>
          <a:pPr marL="114300" lvl="1" indent="-114300" algn="l" defTabSz="577850">
            <a:lnSpc>
              <a:spcPct val="90000"/>
            </a:lnSpc>
            <a:spcBef>
              <a:spcPct val="0"/>
            </a:spcBef>
            <a:spcAft>
              <a:spcPct val="20000"/>
            </a:spcAft>
            <a:buChar char="•"/>
          </a:pPr>
          <a:r>
            <a:rPr lang="de-DE" sz="1300" b="0" i="0" kern="1200" baseline="0" dirty="0"/>
            <a:t>Erwartung - technische Implementierung deines Tests </a:t>
          </a:r>
          <a:r>
            <a:rPr lang="de-DE" sz="1300" b="0" i="0" kern="1200" baseline="0" dirty="0">
              <a:sym typeface="Wingdings" panose="05000000000000000000" pitchFamily="2" charset="2"/>
            </a:rPr>
            <a:t> </a:t>
          </a:r>
          <a:r>
            <a:rPr lang="de-DE" sz="1300" b="0" i="0" kern="1200" baseline="0" dirty="0" err="1"/>
            <a:t>true</a:t>
          </a:r>
          <a:r>
            <a:rPr lang="de-DE" sz="1300" b="0" i="0" kern="1200" baseline="0" dirty="0"/>
            <a:t> oder </a:t>
          </a:r>
          <a:r>
            <a:rPr lang="de-DE" sz="1300" b="0" i="0" kern="1200" baseline="0" dirty="0" err="1"/>
            <a:t>false</a:t>
          </a:r>
          <a:r>
            <a:rPr lang="de-DE" sz="1300" b="0" i="0" kern="1200" baseline="0" dirty="0"/>
            <a:t> auswertet.</a:t>
          </a:r>
          <a:endParaRPr lang="de-DE" sz="1300" kern="1200" dirty="0"/>
        </a:p>
      </dsp:txBody>
      <dsp:txXfrm>
        <a:off x="0" y="2247217"/>
        <a:ext cx="8883650" cy="281520"/>
      </dsp:txXfrm>
    </dsp:sp>
    <dsp:sp modelId="{37316E1F-704C-439D-9C83-CEFB0220BA78}">
      <dsp:nvSpPr>
        <dsp:cNvPr id="0" name=""/>
        <dsp:cNvSpPr/>
      </dsp:nvSpPr>
      <dsp:spPr>
        <a:xfrm>
          <a:off x="0" y="2528737"/>
          <a:ext cx="8883650" cy="41769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de-DE" sz="1700" b="1" i="0" kern="1200" baseline="0" dirty="0" err="1"/>
            <a:t>Matchers</a:t>
          </a:r>
          <a:r>
            <a:rPr lang="de-DE" sz="1700" b="0" i="0" kern="1200" baseline="0" dirty="0"/>
            <a:t> </a:t>
          </a:r>
          <a:endParaRPr lang="de-DE" sz="1700" kern="1200" dirty="0"/>
        </a:p>
      </dsp:txBody>
      <dsp:txXfrm>
        <a:off x="20390" y="2549127"/>
        <a:ext cx="8842870" cy="376910"/>
      </dsp:txXfrm>
    </dsp:sp>
    <dsp:sp modelId="{73D449A3-B6A8-4F4E-A3B5-EF0995A190F4}">
      <dsp:nvSpPr>
        <dsp:cNvPr id="0" name=""/>
        <dsp:cNvSpPr/>
      </dsp:nvSpPr>
      <dsp:spPr>
        <a:xfrm>
          <a:off x="0" y="2946427"/>
          <a:ext cx="8883650" cy="6334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2056" tIns="21590" rIns="120904" bIns="21590" numCol="1" spcCol="1270" anchor="t" anchorCtr="0">
          <a:noAutofit/>
        </a:bodyPr>
        <a:lstStyle/>
        <a:p>
          <a:pPr marL="114300" lvl="1" indent="-114300" algn="l" defTabSz="577850">
            <a:lnSpc>
              <a:spcPct val="90000"/>
            </a:lnSpc>
            <a:spcBef>
              <a:spcPct val="0"/>
            </a:spcBef>
            <a:spcAft>
              <a:spcPct val="20000"/>
            </a:spcAft>
            <a:buChar char="•"/>
          </a:pPr>
          <a:r>
            <a:rPr lang="de-DE" sz="1300" b="0" i="0" kern="1200" baseline="0"/>
            <a:t>vordefinierte Hilfsfunktionen für Erwartungen, z. B.: toBe, toEqual, toContain, toHaveLength, toHaveBeenCalledWith.</a:t>
          </a:r>
          <a:endParaRPr lang="de-DE" sz="1300" kern="1200" dirty="0"/>
        </a:p>
        <a:p>
          <a:pPr marL="114300" lvl="1" indent="-114300" algn="l" defTabSz="577850">
            <a:lnSpc>
              <a:spcPct val="90000"/>
            </a:lnSpc>
            <a:spcBef>
              <a:spcPct val="0"/>
            </a:spcBef>
            <a:spcAft>
              <a:spcPct val="20000"/>
            </a:spcAft>
            <a:buChar char="•"/>
          </a:pPr>
          <a:r>
            <a:rPr lang="de-DE" sz="1300" b="0" i="0" kern="1200" baseline="0"/>
            <a:t>komplette Liste: vitest.dev/api/expect</a:t>
          </a:r>
          <a:endParaRPr lang="de-DE" sz="1300" kern="1200" dirty="0"/>
        </a:p>
      </dsp:txBody>
      <dsp:txXfrm>
        <a:off x="0" y="2946427"/>
        <a:ext cx="8883650" cy="63342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DBF538-DD2C-469B-B36F-5668DAA2B5B4}">
      <dsp:nvSpPr>
        <dsp:cNvPr id="0" name=""/>
        <dsp:cNvSpPr/>
      </dsp:nvSpPr>
      <dsp:spPr>
        <a:xfrm>
          <a:off x="0" y="34815"/>
          <a:ext cx="8883650" cy="1323270"/>
        </a:xfrm>
        <a:prstGeom prst="round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l" defTabSz="1289050">
            <a:lnSpc>
              <a:spcPct val="90000"/>
            </a:lnSpc>
            <a:spcBef>
              <a:spcPct val="0"/>
            </a:spcBef>
            <a:spcAft>
              <a:spcPct val="35000"/>
            </a:spcAft>
            <a:buNone/>
          </a:pPr>
          <a:r>
            <a:rPr lang="de-DE" sz="2900" b="0" i="0" kern="1200" baseline="0" dirty="0" err="1"/>
            <a:t>beforeEach</a:t>
          </a:r>
          <a:endParaRPr lang="de-DE" sz="2900" b="0" i="0" kern="1200" baseline="0" dirty="0"/>
        </a:p>
        <a:p>
          <a:pPr marL="0" lvl="0" indent="0" algn="l" defTabSz="1289050">
            <a:lnSpc>
              <a:spcPct val="90000"/>
            </a:lnSpc>
            <a:spcBef>
              <a:spcPct val="0"/>
            </a:spcBef>
            <a:spcAft>
              <a:spcPct val="35000"/>
            </a:spcAft>
            <a:buNone/>
          </a:pPr>
          <a:r>
            <a:rPr lang="de-DE" sz="2900" b="0" i="0" kern="1200" baseline="0" dirty="0" err="1"/>
            <a:t>afterEach</a:t>
          </a:r>
          <a:r>
            <a:rPr lang="de-DE" sz="2900" b="0" i="0" kern="1200" baseline="0" dirty="0"/>
            <a:t> </a:t>
          </a:r>
          <a:endParaRPr lang="de-DE" sz="2900" kern="1200" dirty="0"/>
        </a:p>
      </dsp:txBody>
      <dsp:txXfrm>
        <a:off x="64597" y="99412"/>
        <a:ext cx="8754456" cy="1194076"/>
      </dsp:txXfrm>
    </dsp:sp>
    <dsp:sp modelId="{D56A4DE7-1BA2-4EE0-AA5F-A45824C1565E}">
      <dsp:nvSpPr>
        <dsp:cNvPr id="0" name=""/>
        <dsp:cNvSpPr/>
      </dsp:nvSpPr>
      <dsp:spPr>
        <a:xfrm>
          <a:off x="0" y="1358085"/>
          <a:ext cx="8883650" cy="480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2056" tIns="36830" rIns="206248" bIns="36830" numCol="1" spcCol="1270" anchor="t" anchorCtr="0">
          <a:noAutofit/>
        </a:bodyPr>
        <a:lstStyle/>
        <a:p>
          <a:pPr marL="228600" lvl="1" indent="-228600" algn="l" defTabSz="1022350">
            <a:lnSpc>
              <a:spcPct val="90000"/>
            </a:lnSpc>
            <a:spcBef>
              <a:spcPct val="0"/>
            </a:spcBef>
            <a:spcAft>
              <a:spcPct val="20000"/>
            </a:spcAft>
            <a:buChar char="•"/>
          </a:pPr>
          <a:r>
            <a:rPr lang="de-DE" sz="2300" b="0" i="0" kern="1200" baseline="0"/>
            <a:t>einmal pro Test (it)</a:t>
          </a:r>
          <a:endParaRPr lang="de-DE" sz="2300" kern="1200"/>
        </a:p>
      </dsp:txBody>
      <dsp:txXfrm>
        <a:off x="0" y="1358085"/>
        <a:ext cx="8883650" cy="480240"/>
      </dsp:txXfrm>
    </dsp:sp>
    <dsp:sp modelId="{1F3D2DF8-00F0-4EF1-BC71-7C64B4B66AA2}">
      <dsp:nvSpPr>
        <dsp:cNvPr id="0" name=""/>
        <dsp:cNvSpPr/>
      </dsp:nvSpPr>
      <dsp:spPr>
        <a:xfrm>
          <a:off x="0" y="1838325"/>
          <a:ext cx="8883650" cy="1323270"/>
        </a:xfrm>
        <a:prstGeom prst="round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l" defTabSz="1289050">
            <a:lnSpc>
              <a:spcPct val="90000"/>
            </a:lnSpc>
            <a:spcBef>
              <a:spcPct val="0"/>
            </a:spcBef>
            <a:spcAft>
              <a:spcPct val="35000"/>
            </a:spcAft>
            <a:buNone/>
          </a:pPr>
          <a:r>
            <a:rPr lang="de-DE" sz="2900" b="0" i="0" kern="1200" baseline="0" dirty="0" err="1"/>
            <a:t>beforeAll</a:t>
          </a:r>
          <a:endParaRPr lang="de-DE" sz="2900" b="0" i="0" kern="1200" baseline="0" dirty="0"/>
        </a:p>
        <a:p>
          <a:pPr marL="0" lvl="0" indent="0" algn="l" defTabSz="1289050">
            <a:lnSpc>
              <a:spcPct val="90000"/>
            </a:lnSpc>
            <a:spcBef>
              <a:spcPct val="0"/>
            </a:spcBef>
            <a:spcAft>
              <a:spcPct val="35000"/>
            </a:spcAft>
            <a:buNone/>
          </a:pPr>
          <a:r>
            <a:rPr lang="de-DE" sz="2900" b="0" i="0" kern="1200" baseline="0" dirty="0" err="1"/>
            <a:t>afterAll</a:t>
          </a:r>
          <a:r>
            <a:rPr lang="de-DE" sz="2900" b="0" i="0" kern="1200" baseline="0" dirty="0"/>
            <a:t> </a:t>
          </a:r>
          <a:endParaRPr lang="de-DE" sz="2900" kern="1200" dirty="0"/>
        </a:p>
      </dsp:txBody>
      <dsp:txXfrm>
        <a:off x="64597" y="1902922"/>
        <a:ext cx="8754456" cy="1194076"/>
      </dsp:txXfrm>
    </dsp:sp>
    <dsp:sp modelId="{0903BF19-5929-4641-8E1E-21C9DFF66A2F}">
      <dsp:nvSpPr>
        <dsp:cNvPr id="0" name=""/>
        <dsp:cNvSpPr/>
      </dsp:nvSpPr>
      <dsp:spPr>
        <a:xfrm>
          <a:off x="0" y="3161594"/>
          <a:ext cx="8883650" cy="480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2056" tIns="36830" rIns="206248" bIns="36830" numCol="1" spcCol="1270" anchor="t" anchorCtr="0">
          <a:noAutofit/>
        </a:bodyPr>
        <a:lstStyle/>
        <a:p>
          <a:pPr marL="228600" lvl="1" indent="-228600" algn="l" defTabSz="1022350">
            <a:lnSpc>
              <a:spcPct val="90000"/>
            </a:lnSpc>
            <a:spcBef>
              <a:spcPct val="0"/>
            </a:spcBef>
            <a:spcAft>
              <a:spcPct val="20000"/>
            </a:spcAft>
            <a:buChar char="•"/>
          </a:pPr>
          <a:r>
            <a:rPr lang="de-DE" sz="2300" b="0" i="0" kern="1200" baseline="0"/>
            <a:t>einmal pro Test-Suite (describe)</a:t>
          </a:r>
          <a:endParaRPr lang="de-DE" sz="2300" kern="1200"/>
        </a:p>
      </dsp:txBody>
      <dsp:txXfrm>
        <a:off x="0" y="3161594"/>
        <a:ext cx="8883650" cy="480240"/>
      </dsp:txXfrm>
    </dsp:sp>
  </dsp:spTree>
</dsp:drawing>
</file>

<file path=ppt/diagrams/layout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7">
  <dgm:title val=""/>
  <dgm:desc val=""/>
  <dgm:catLst>
    <dgm:cat type="3D" pri="11700"/>
  </dgm:catLst>
  <dgm:scene3d>
    <a:camera prst="perspectiveLeft" zoom="91000"/>
    <a:lightRig rig="threePt" dir="t">
      <a:rot lat="0" lon="0" rev="20640000"/>
    </a:lightRig>
  </dgm:scene3d>
  <dgm:styleLbl name="node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lnNod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vennNode1">
    <dgm:scene3d>
      <a:camera prst="orthographicFront"/>
      <a:lightRig rig="threePt" dir="t"/>
    </dgm:scene3d>
    <dgm:sp3d extrusionH="50600" prstMaterial="clear">
      <a:bevelT w="101600" h="80600" prst="relaxedInset"/>
      <a:bevelB w="80600" h="80600" prst="relaxedInset"/>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50600" prstMaterial="metal">
      <a:bevelT w="101600" h="80600" prst="relaxedInset"/>
      <a:bevelB w="80600" h="80600" prst="relaxedInset"/>
    </dgm:sp3d>
    <dgm:txPr/>
    <dgm:style>
      <a:lnRef idx="1">
        <a:scrgbClr r="0" g="0" b="0"/>
      </a:lnRef>
      <a:fillRef idx="1">
        <a:scrgbClr r="0" g="0" b="0"/>
      </a:fillRef>
      <a:effectRef idx="1">
        <a:scrgbClr r="0" g="0" b="0"/>
      </a:effectRef>
      <a:fontRef idx="minor">
        <a:schemeClr val="dk1"/>
      </a:fontRef>
    </dgm:style>
  </dgm:styleLbl>
  <dgm:styleLbl name="node1">
    <dgm:scene3d>
      <a:camera prst="orthographicFront"/>
      <a:lightRig rig="threePt" dir="t"/>
    </dgm:scene3d>
    <dgm:sp3d extrusionH="50600" prstMaterial="metal">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fgImgPlace1">
    <dgm:scene3d>
      <a:camera prst="orthographicFront"/>
      <a:lightRig rig="threePt" dir="t"/>
    </dgm:scene3d>
    <dgm:sp3d z="572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alignImgPlac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dgm:style>
  </dgm:styleLbl>
  <dgm:styleLbl name="bgImgPlace1">
    <dgm:scene3d>
      <a:camera prst="orthographicFront"/>
      <a:lightRig rig="threePt" dir="t"/>
    </dgm:scene3d>
    <dgm:sp3d z="-2118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sibTrans2D1">
    <dgm:scene3d>
      <a:camera prst="orthographicFront"/>
      <a:lightRig rig="threePt" dir="t"/>
    </dgm:scene3d>
    <dgm:sp3d z="-110000">
      <a:bevelT w="40600" h="20600" prst="relaxedInset"/>
    </dgm:sp3d>
    <dgm:txPr/>
    <dgm:style>
      <a:lnRef idx="0">
        <a:scrgbClr r="0" g="0" b="0"/>
      </a:lnRef>
      <a:fillRef idx="1">
        <a:scrgbClr r="0" g="0" b="0"/>
      </a:fillRef>
      <a:effectRef idx="2">
        <a:scrgbClr r="0" g="0" b="0"/>
      </a:effectRef>
      <a:fontRef idx="minor"/>
    </dgm:style>
  </dgm:styleLbl>
  <dgm:styleLbl name="fgSibTrans2D1">
    <dgm:scene3d>
      <a:camera prst="orthographicFront"/>
      <a:lightRig rig="threePt" dir="t"/>
    </dgm:scene3d>
    <dgm:sp3d z="10600">
      <a:bevelT w="40600" h="20600" prst="relaxedInset"/>
    </dgm:sp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sp3d z="-211800">
      <a:bevelT w="40600" h="20600" prst="relaxedInset"/>
    </dgm:sp3d>
    <dgm:txPr/>
    <dgm:style>
      <a:lnRef idx="0">
        <a:scrgbClr r="0" g="0" b="0"/>
      </a:lnRef>
      <a:fillRef idx="1">
        <a:scrgbClr r="0" g="0" b="0"/>
      </a:fillRef>
      <a:effectRef idx="2">
        <a:scrgbClr r="0" g="0" b="0"/>
      </a:effectRef>
      <a:fontRef idx="minor"/>
    </dgm:style>
  </dgm:styleLbl>
  <dgm:styleLbl name="sibTrans1D1">
    <dgm:scene3d>
      <a:camera prst="orthographicFront"/>
      <a:lightRig rig="threePt" dir="t"/>
    </dgm:scene3d>
    <dgm:sp3d z="-110000"/>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0000"/>
    <dgm:txPr/>
    <dgm:style>
      <a:lnRef idx="1">
        <a:scrgbClr r="0" g="0" b="0"/>
      </a:lnRef>
      <a:fillRef idx="1">
        <a:scrgbClr r="0" g="0" b="0"/>
      </a:fillRef>
      <a:effectRef idx="0">
        <a:scrgbClr r="0" g="0" b="0"/>
      </a:effectRef>
      <a:fontRef idx="minor"/>
    </dgm:style>
  </dgm:styleLbl>
  <dgm:styleLbl name="asst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parChTrans2D1">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2">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3">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2D4">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1D1">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extrusionH="50600">
      <a:bevelT w="101600" h="80600"/>
      <a:bevelB w="80600" h="80600"/>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50600">
      <a:bevelT w="101600" h="80600"/>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solidAlignAcc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solidBgAcc1">
    <dgm:scene3d>
      <a:camera prst="orthographicFront"/>
      <a:lightRig rig="threePt" dir="t"/>
    </dgm:scene3d>
    <dgm:sp3d z="-161800" extrusionH="10600" contourW="3000">
      <a:bevelT w="48600" h="8600" prst="softRound"/>
      <a:bevelB w="48600" h="8600" prst="relaxedInset"/>
    </dgm:sp3d>
    <dgm:txPr/>
    <dgm:style>
      <a:lnRef idx="0">
        <a:scrgbClr r="0" g="0" b="0"/>
      </a:lnRef>
      <a:fillRef idx="1">
        <a:scrgbClr r="0" g="0" b="0"/>
      </a:fillRef>
      <a:effectRef idx="0">
        <a:scrgbClr r="0" g="0" b="0"/>
      </a:effectRef>
      <a:fontRef idx="minor"/>
    </dgm:style>
  </dgm:styleLbl>
  <dgm:styleLbl name="fgAccFollowNode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161800" extrusionH="10600" contourW="3000">
      <a:bevelT w="48600" h="8600" prst="relaxedInset"/>
      <a:bevelB w="48600" h="8600" prst="relaxedInset"/>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618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50600">
      <a:bevelT w="80600" h="80600" prst="relaxedInset"/>
      <a:bevelB w="80600" h="80600" prst="relaxedInset"/>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200" extrusionH="600" contourW="3000" prstMaterial="plastic">
      <a:bevelT w="80600" h="18600" prst="relaxedInset"/>
      <a:bevelB w="80600" h="8600" prst="relaxedInset"/>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3d7">
  <dgm:title val=""/>
  <dgm:desc val=""/>
  <dgm:catLst>
    <dgm:cat type="3D" pri="11700"/>
  </dgm:catLst>
  <dgm:scene3d>
    <a:camera prst="perspectiveLeft" zoom="91000"/>
    <a:lightRig rig="threePt" dir="t">
      <a:rot lat="0" lon="0" rev="20640000"/>
    </a:lightRig>
  </dgm:scene3d>
  <dgm:styleLbl name="node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lnNod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vennNode1">
    <dgm:scene3d>
      <a:camera prst="orthographicFront"/>
      <a:lightRig rig="threePt" dir="t"/>
    </dgm:scene3d>
    <dgm:sp3d extrusionH="50600" prstMaterial="clear">
      <a:bevelT w="101600" h="80600" prst="relaxedInset"/>
      <a:bevelB w="80600" h="80600" prst="relaxedInset"/>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50600" prstMaterial="metal">
      <a:bevelT w="101600" h="80600" prst="relaxedInset"/>
      <a:bevelB w="80600" h="80600" prst="relaxedInset"/>
    </dgm:sp3d>
    <dgm:txPr/>
    <dgm:style>
      <a:lnRef idx="1">
        <a:scrgbClr r="0" g="0" b="0"/>
      </a:lnRef>
      <a:fillRef idx="1">
        <a:scrgbClr r="0" g="0" b="0"/>
      </a:fillRef>
      <a:effectRef idx="1">
        <a:scrgbClr r="0" g="0" b="0"/>
      </a:effectRef>
      <a:fontRef idx="minor">
        <a:schemeClr val="dk1"/>
      </a:fontRef>
    </dgm:style>
  </dgm:styleLbl>
  <dgm:styleLbl name="node1">
    <dgm:scene3d>
      <a:camera prst="orthographicFront"/>
      <a:lightRig rig="threePt" dir="t"/>
    </dgm:scene3d>
    <dgm:sp3d extrusionH="50600" prstMaterial="metal">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fgImgPlace1">
    <dgm:scene3d>
      <a:camera prst="orthographicFront"/>
      <a:lightRig rig="threePt" dir="t"/>
    </dgm:scene3d>
    <dgm:sp3d z="572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alignImgPlac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dgm:style>
  </dgm:styleLbl>
  <dgm:styleLbl name="bgImgPlace1">
    <dgm:scene3d>
      <a:camera prst="orthographicFront"/>
      <a:lightRig rig="threePt" dir="t"/>
    </dgm:scene3d>
    <dgm:sp3d z="-2118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sibTrans2D1">
    <dgm:scene3d>
      <a:camera prst="orthographicFront"/>
      <a:lightRig rig="threePt" dir="t"/>
    </dgm:scene3d>
    <dgm:sp3d z="-110000">
      <a:bevelT w="40600" h="20600" prst="relaxedInset"/>
    </dgm:sp3d>
    <dgm:txPr/>
    <dgm:style>
      <a:lnRef idx="0">
        <a:scrgbClr r="0" g="0" b="0"/>
      </a:lnRef>
      <a:fillRef idx="1">
        <a:scrgbClr r="0" g="0" b="0"/>
      </a:fillRef>
      <a:effectRef idx="2">
        <a:scrgbClr r="0" g="0" b="0"/>
      </a:effectRef>
      <a:fontRef idx="minor"/>
    </dgm:style>
  </dgm:styleLbl>
  <dgm:styleLbl name="fgSibTrans2D1">
    <dgm:scene3d>
      <a:camera prst="orthographicFront"/>
      <a:lightRig rig="threePt" dir="t"/>
    </dgm:scene3d>
    <dgm:sp3d z="10600">
      <a:bevelT w="40600" h="20600" prst="relaxedInset"/>
    </dgm:sp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sp3d z="-211800">
      <a:bevelT w="40600" h="20600" prst="relaxedInset"/>
    </dgm:sp3d>
    <dgm:txPr/>
    <dgm:style>
      <a:lnRef idx="0">
        <a:scrgbClr r="0" g="0" b="0"/>
      </a:lnRef>
      <a:fillRef idx="1">
        <a:scrgbClr r="0" g="0" b="0"/>
      </a:fillRef>
      <a:effectRef idx="2">
        <a:scrgbClr r="0" g="0" b="0"/>
      </a:effectRef>
      <a:fontRef idx="minor"/>
    </dgm:style>
  </dgm:styleLbl>
  <dgm:styleLbl name="sibTrans1D1">
    <dgm:scene3d>
      <a:camera prst="orthographicFront"/>
      <a:lightRig rig="threePt" dir="t"/>
    </dgm:scene3d>
    <dgm:sp3d z="-110000"/>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0000"/>
    <dgm:txPr/>
    <dgm:style>
      <a:lnRef idx="1">
        <a:scrgbClr r="0" g="0" b="0"/>
      </a:lnRef>
      <a:fillRef idx="1">
        <a:scrgbClr r="0" g="0" b="0"/>
      </a:fillRef>
      <a:effectRef idx="0">
        <a:scrgbClr r="0" g="0" b="0"/>
      </a:effectRef>
      <a:fontRef idx="minor"/>
    </dgm:style>
  </dgm:styleLbl>
  <dgm:styleLbl name="asst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parChTrans2D1">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2">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3">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2D4">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1D1">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extrusionH="50600">
      <a:bevelT w="101600" h="80600"/>
      <a:bevelB w="80600" h="80600"/>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50600">
      <a:bevelT w="101600" h="80600"/>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solidAlignAcc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solidBgAcc1">
    <dgm:scene3d>
      <a:camera prst="orthographicFront"/>
      <a:lightRig rig="threePt" dir="t"/>
    </dgm:scene3d>
    <dgm:sp3d z="-161800" extrusionH="10600" contourW="3000">
      <a:bevelT w="48600" h="8600" prst="softRound"/>
      <a:bevelB w="48600" h="8600" prst="relaxedInset"/>
    </dgm:sp3d>
    <dgm:txPr/>
    <dgm:style>
      <a:lnRef idx="0">
        <a:scrgbClr r="0" g="0" b="0"/>
      </a:lnRef>
      <a:fillRef idx="1">
        <a:scrgbClr r="0" g="0" b="0"/>
      </a:fillRef>
      <a:effectRef idx="0">
        <a:scrgbClr r="0" g="0" b="0"/>
      </a:effectRef>
      <a:fontRef idx="minor"/>
    </dgm:style>
  </dgm:styleLbl>
  <dgm:styleLbl name="fgAccFollowNode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161800" extrusionH="10600" contourW="3000">
      <a:bevelT w="48600" h="8600" prst="relaxedInset"/>
      <a:bevelB w="48600" h="8600" prst="relaxedInset"/>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618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50600">
      <a:bevelT w="80600" h="80600" prst="relaxedInset"/>
      <a:bevelB w="80600" h="80600" prst="relaxedInset"/>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200" extrusionH="600" contourW="3000" prstMaterial="plastic">
      <a:bevelT w="80600" h="18600" prst="relaxedInset"/>
      <a:bevelB w="80600" h="8600" prst="relaxedInset"/>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Codefolie „Umstieg von Jasmine auf Vitest (Bestandsprojekte)“.</a:t>
            </a:r>
          </a:p>
          <a:p/>
          <a:p>
            <a:r>
              <a:t>Viele bestehende Projekte haben noch Tests im alten Stil mit Jasmine. Diese Folie ist ein Spickzettel für den Umstieg. Links steht die alte Schreibweise, rechts die neue für Vitest. Die Funktionen „describe“, „it“ und „expect“ bleiben gleich. Anders sind vor allem die Ersatzfunktionen: „jasmine.createSpy“ wird zu „vi.fn“, „spyOn“ wird zu „vi.spyOn“, und „and.returnValue“ wird zu „mockReturnValue“.</a:t>
            </a:r>
          </a:p>
          <a:p/>
          <a:p>
            <a:r>
              <a:t>Auch die Prüfung der Listenlänge heißt anders: Aus „toHaveSize“ wird „toHaveLength“. Tests mit „done“-Funktion schreibt man mit „async“ und „await“ um. Die Dateien „karma.conf.js“, „test.ts“ und „polyfills.ts“ werden nicht mehr gebraucht.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„Testing“.</a:t>
            </a:r>
          </a:p>
          <a:p/>
          <a:p>
            <a:r>
              <a:t>Dieses Kapitel behandelt das automatische Testen von Angular-Anwendungen. Für kleine Tests einzelner Bausteine, die „Unit Tests“, wird jetzt „Vitest“ verwendet. Vitest ist das Werkzeug, das ab Angular 21 standardmäßig mitgeliefert wird. Für Tests, die die ganze Anwendung im Browser durchspielen, den „End-to-End-Tests“, werden „Cypress“ und „Playwright“ genannt.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„Angular Test-Runner: Vitest (Default ab v21)“.</a:t>
            </a:r>
          </a:p>
          <a:p/>
          <a:p>
            <a:r>
              <a:t>Ein „Test-Runner“ ist ein Programm, das die Tests startet und das Ergebnis anzeigt. Früher benutzte Angular dafür „Karma“ zusammen mit „Jasmine“. Ab Angular 21 ist „Vitest“ der Standard. Vitest startet die Tests, bietet Funktionen zum Prüfen und zum Nachbauen von Abhängigkeiten und zeigt die Ergebnisse in der Konsole.</a:t>
            </a:r>
          </a:p>
          <a:p/>
          <a:p>
            <a:r>
              <a:t>„jsdom“ ist ein Programm, das einen Browser nachbildet. Dadurch laufen die Komponenten im Test sehr schnell, ohne dass ein echter Browser geöffnet werden muss.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Codefolie „Vitest – Standard-Test-Runner ab Angular 21“.</a:t>
            </a:r>
          </a:p>
          <a:p/>
          <a:p>
            <a:r>
              <a:t>In der Datei „angular.json“ steht, wie Tests gestartet werden. Der Eintrag „builder“ nennt das Werkzeug „@angular/build:unit-test“, und „runner“ ist auf „vitest“ eingestellt. Mit dem Befehl „ng test“ startet man die Tests. Mit „ng test --watch=false“ laufen sie einmal durch und das Programm beendet sich danach.</a:t>
            </a:r>
          </a:p>
          <a:p/>
          <a:p>
            <a:r>
              <a:t>Die Grundbausteine „describe“, „it“, „expect“, „beforeEach“ und „afterEach“ sind wie gewohnt. Zum Nachbauen von Abhängigkeiten gibt es „vi.fn()“ und „vi.spyOn()“. Projekte, die noch Karma und Jasmine nutzen, laufen weiter. Wie der Umstieg gelingt, zeigen die nächsten Folien.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Codefolie „Konfiguration Vitest package.json“.</a:t>
            </a:r>
          </a:p>
          <a:p/>
          <a:p>
            <a:r>
              <a:t>Die Datei „package.json“ listet alle Pakete, die ein Projekt braucht. Für die Tests sind drei Pakete wichtig: „@angular/build“ enthält das Angular-Werkzeug zum Starten der Tests, „vitest“ ist der Test-Runner selbst und „jsdom“ ist der nachgebaute Browser. Die Pakete von Karma und Jasmine werden nicht mehr gebraucht. In den Übungsprojekten ist „vitest“ auf die Version 4.0.18 festgelegt, weil die Installation mit älteren npm-Versionen bei neueren Vitest-Versionen abbrechen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Codefolie „Konfiguration Vitest angular.json“.</a:t>
            </a:r>
          </a:p>
          <a:p/>
          <a:p>
            <a:r>
              <a:t>Im Abschnitt „test“ der Datei „angular.json“ steht, wie die Tests laufen. Der „builder“ ist das Werkzeug, das die Tests ausführt: „@angular/build:unit-test“. Die Zeile „runner“ mit dem Wert „vitest“ wählt Vitest aus. Der Pfeil zeigt auf diese Zeile. Die frühere Einstellung mit Karma, mit Polyfills für „zone.js“, fällt weg.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Codefolie „Konfiguration Vitest tsconfig.spec.json“.</a:t>
            </a:r>
          </a:p>
          <a:p/>
          <a:p>
            <a:r>
              <a:t>Die Datei „tsconfig.spec.json“ steuert, wie TypeScript die Testdateien liest. Im Eintrag „types“ steht jetzt „vitest/globals“ statt „jasmine“. Dadurch kennt TypeScript die Funktionen „describe“, „it“, „expect“ und „vi“, ohne dass man sie in jeder Testdatei einzeln importieren muss.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„Test Runner“.</a:t>
            </a:r>
          </a:p>
          <a:p/>
          <a:p>
            <a:r>
              <a:t>Mit dem Befehl „ng test“ werden die Tests gestartet. Das Bild zeigt die Ausgabe in der Konsole. Jede Zeile mit einem Haken steht für eine Testdatei, in der alle Tests bestanden haben. Dahinter steht, wie viele Tests es in der Datei gibt. Unten fasst Vitest zusammen: Alle sieben Dateien und alle 49 Tests waren erfolgreich. Wenn ein Test fehlschlägt, zeigt Vitest die Datei, den Test und die Abweichung 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„Vitest Vokabular“.</a:t>
            </a:r>
          </a:p>
          <a:p/>
          <a:p>
            <a:r>
              <a:t>Vier Begriffe sind wichtig. Eine „Suite“ ist eine Gruppe zusammengehöriger Tests. Man schreibt sie mit „describe“, einem Namen und einer Funktion. Ein „Test“, oft „Spec“ genannt, ist ein einzelner Prüfablauf. Man schreibt ihn mit „it“, einem Namen und einer Funktion.</a:t>
            </a:r>
          </a:p>
          <a:p/>
          <a:p>
            <a:r>
              <a:t>Eine „Expectation“, auf Deutsch Erwartung, steht in der Zeile „expect(actual).toBe(expected)“. Sie vergleicht den tatsächlichen Wert mit dem erwarteten Wert und ergibt wahr oder falsch. Die Prüffunktionen wie „toBe“ oder „toEqual“ heißen „Matcher“. Vitest bringt viele davon mit, zum Beispiel für Texte, Listen und Funktionsaufrufe.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Codefolie „Mocking Dependencies“.</a:t>
            </a:r>
          </a:p>
          <a:p/>
          <a:p>
            <a:r>
              <a:t>Beim Testen einer Komponente soll nicht der echte Service laufen, der zum Beispiel Daten vom Server holt. Stattdessen baut man einen Ersatz. Hier ist es ein einfaches Objekt mit der Funktion „requestName“. Die Funktion wird mit „vi.fn()“ erzeugt. Das ist eine Mock-Funktion, die sich merkt, wie oft und womit sie aufgerufen wurde.</a:t>
            </a:r>
          </a:p>
          <a:p/>
          <a:p>
            <a:r>
              <a:t>In „providers“ sagt man Angular: Wenn jemand den „GreeterService“ anfordert, gib stattdessen dieses Objekt heraus. Mit „mockReturnValue“ legt man fest, was die Mock-Funktion zurückgibt, hier den Text „Tester“.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Codefolie „Async result“.</a:t>
            </a:r>
          </a:p>
          <a:p/>
          <a:p>
            <a:r>
              <a:t>Hier wird ein Service nachgebaut, der seine Daten erst später liefert. „of“ erzeugt dafür ein Observable, das sofort zwei Namen liefert. Der erste Test prüft, dass am Anfang noch kein Absatz sichtbar ist. Der zweite Test ruft die Methode „requestNames“ auf und prüft danach, dass zwei Absätze erscheinen.</a:t>
            </a:r>
          </a:p>
          <a:p/>
          <a:p>
            <a:r>
              <a:t>Wichtig ist das Wort „await“ vor „fixture.whenStable()“. Es lässt den Test warten, bis die Anzeige aktualisiert ist. Ohne „await“ würde der Test schon enden, bevor die Prüfung läuft, und könnte falsch bestanden werden. Die Prüfung der Anzahl heißt in Vitest „toHaveLength“.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Codefolie „Throw Error“.</a:t>
            </a:r>
          </a:p>
          <a:p/>
          <a:p>
            <a:r>
              <a:t>So testet man den Fehlerfall. Die Mock-Funktion liefert diesmal ein Observable, das sofort einen Fehler meldet. Damit prüft man, ob die Komponente mit einem fehlgeschlagenen Aufruf richtig umgeht.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„Übung 1“.</a:t>
            </a:r>
          </a:p>
          <a:p/>
          <a:p>
            <a:r>
              <a:t>Erklärung für die Dolmetscherin:</a:t>
            </a:r>
          </a:p>
          <a:p>
            <a:r>
              <a:t>Die Teilnehmer testen die „CustomerListComponent“. Dabei ersetzen sie den Service durch ein Ersatzobjekt mit „vi.fn()“, das keinen, einen oder zwei Kunden liefert, und prüfen, ob die Liste richtig aufgebaut ist. Außerdem testen sie die Pipe „currentActiveCustomers“ mit verschiedenen Werten für „daysInPast“.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„Testpyramide“.</a:t>
            </a:r>
          </a:p>
          <a:p/>
          <a:p>
            <a:r>
              <a:t>Die Pyramide zeigt, wie viele Tests es von welcher Art geben sollte. Unten stehen die „Unit Tests“. Das sind kleine, schnelle Tests für einzelne Bausteine, zum Beispiel einen Service oder eine Pipe. Davon gibt es viele. In der Mitte stehen die „Integrationstests“. Sie prüfen, ob mehrere Bausteine zusammen richtig arbeiten, zum Beispiel eine Komponente mit ihrem Template.</a:t>
            </a:r>
          </a:p>
          <a:p/>
          <a:p>
            <a:r>
              <a:t>Oben stehen die „Akzeptanztests“, auch „End-to-End-Tests“ genannt. Sie spielen die ganze Anwendung im Browser durch, so wie ein Benutzer. Sie sind langsam und aufwendig, deshalb gibt es nur wenige. Je weiter oben, desto weniger Tests, desto länger dauern sie.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„Einfaches Beispiel – Testsubjekt ExampleService“.</a:t>
            </a:r>
          </a:p>
          <a:p/>
          <a:p>
            <a:r>
              <a:t>Das ist ein vollständiges, kleines Beispiel für eine Testdatei. Das „Testsubjekt“ ist die Klasse, die getestet wird, hier der „ExampleService“. Die Beschriftungen am Rand benennen die Bausteine. „describe“ bildet die „Suite“, also die Gruppe der Tests. „beforeEach“ ist das „Setup“, die Vorbereitung, die vor jedem einzelnen Test läuft. Hier wird der Service über „TestBed.inject“ bereitgestellt.</a:t>
            </a:r>
          </a:p>
          <a:p/>
          <a:p>
            <a:r>
              <a:t>Der Test selbst steht in „it“. Er enthält eine „Expectation“, auf Deutsch Erwartung: „expect(service)“ nimmt den Wert, und „toBeTruthy“ ist der „Matcher“, also die Prüfung. Er bedeutet: Der Service existiert. Dieser Test ist bei jedem neuen Service automatisch vorhanden.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Kapitelfolie: „Setup, Teardown“.</a:t>
            </a:r>
          </a:p>
          <a:p/>
          <a:p>
            <a:r>
              <a:t>„Setup“ heißt Vorbereitung, „Teardown“ heißt Aufräumen. Die Folie zeigt, wann Vorbereitung und Aufräumen laufen. „beforeEach“ und „afterEach“ laufen vor und nach jedem einzelnen Test. „beforeAll“ und „afterAll“ laufen nur einmal für die ganze Suite, also einmal vor dem ersten und einmal nach dem letzten Test der Gruppe.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„Setup initialisiere Testwelt“.</a:t>
            </a:r>
          </a:p>
          <a:p/>
          <a:p>
            <a:r>
              <a:t>In „beforeEach“ baut man vor jedem Test die „Testwelt“ auf, also eine saubere Umgebung. „TestBed.configureTestingModule“ richtet diese Umgebung ein. Man übergibt ein Objekt mit den Einstellungen, zum Beispiel welche Komponenten und Dienste gebraucht werden. Danach holt „TestBed.inject“ den Service aus dieser Umgebung. Weil das vor jedem Test neu passiert, beeinflussen sich die Tests nicht gegenseitig.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„Expectation“.</a:t>
            </a:r>
          </a:p>
          <a:p/>
          <a:p>
            <a:r>
              <a:t>Ein Test hat zwei Teile. Mit „it“ beschreibt man in einem Satz, was der Test prüft, zum Beispiel „should be created“. Danach folgt der Testcode. Darin steht die „Expectation“: „expect“ nimmt den tatsächlichen Wert, und ein Matcher wie „toBeTruthy“ prüft ihn. Ist die Prüfung nicht erfüllt, schlägt der Test fehl, und Vitest meldet das in der Konsole.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„UnitTest Component“.</a:t>
            </a:r>
          </a:p>
          <a:p/>
          <a:p>
            <a:r>
              <a:t>Hier wird das Beispiel für den Test einer Komponente vorgestellt. Links steht die „GreeterComponent“. Sie hat einen Namen als „Signal“ und ein Template. Rechts steht das Template. Es zeigt die Überschrift „Hello“ und den aktuellen Namen. Der Test soll prüfen, dass sich die Überschrift ändert, wenn der Name gesetzt wird.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Codefolie „UnitTests Component – Setup“.</a:t>
            </a:r>
          </a:p>
          <a:p/>
          <a:p>
            <a:r>
              <a:t>Für Komponenten sieht die Vorbereitung ähnlich aus wie bei Services. Eine Standalone-Komponente wird bei „imports“ angegeben. Dann erzeugt „TestBed.createComponent“ die Komponente. Das Ergebnis ist ein „fixture“, das ist ein Steuerobjekt für den Test. Darüber erreicht man die Komponenteninstanz, ihr HTML-Element und das „debugElement“, mit dem man im HTML suchen kann. „fixture.detectChanges()“ löst das erste Zeichnen der Oberfläche aus.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Codefolie „UnitTests Component – Set“.</a:t>
            </a:r>
          </a:p>
          <a:p/>
          <a:p>
            <a:r>
              <a:t>Der Test setzt zuerst den Namen im Signal auf „Tester“. Dann sorgt „detectChanges“ dafür, dass die Anzeige aktualisiert wird, und „await fixture.whenStable()“ wartet, bis alle laufenden Vorgänge beendet sind. Danach prüft der Test, dass in der Überschrift „Hello Tester“ steht. Es gibt zwei Wege, die Überschrift zu finden: über das HTML-Element mit „querySelector“ oder über das „debugElement“ mit „By.css“.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„Dependency Injection“.</a:t>
            </a:r>
          </a:p>
          <a:p/>
          <a:p>
            <a:r>
              <a:t>Jetzt bekommt die Komponente ihren Namen von einem Service. Links holt sich die „GreeterComponent“ den „GreeterService“ mit „inject“ und setzt den Namen in „ngOnInit“. Rechts steht der Service. Er gibt aktuell immer „some example name“ zurück. Beim Testen soll nicht der echte Service laufen, sondern ein Ersatz. Wie das geht, zeigt die nächste Folie.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„Async result“.</a:t>
            </a:r>
          </a:p>
          <a:p/>
          <a:p>
            <a:r>
              <a:t>Dieses Beispiel zeigt eine Abfrage, deren Ergebnis erst später ankommt. Links liefert der Service ein „Observable“, hier wäre ein Aufruf an den Server. Rechts steht die Komponente: Die Methode „requestNames“ abonniert das Ergebnis und speichert die Namen im Signal. Das Template zeigt jeden Namen mit „@for“ als Absatz an. Am Anfang ist die Liste leer.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„Trigger Eventhandling“.</a:t>
            </a:r>
          </a:p>
          <a:p/>
          <a:p>
            <a:r>
              <a:t>Hier wird getestet, ob ein Klick richtig verarbeitet wird. Links hat jeder Name einen Klick-Handler. Er ruft „setSelectedName“ auf, und die Komponente sendet den Namen über „selected“ nach außen. Rechts steht der Test: Er merkt sich den gesendeten Namen, sucht alle Absätze, löst beim ersten Absatz mit „triggerEventHandler“ einen Klick aus und prüft, dass „Tester1“ gesendet wurde.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Kapitelfolie: „Cypress“ – „End2End Tests“.</a:t>
            </a:r>
          </a:p>
          <a:p/>
          <a:p>
            <a:r>
              <a:t>Ab hier geht es um End-to-End-Tests, also Tests der ganzen Anwendung im Browser. „Cypress“ ist ein Werkzeug dafür. Es öffnet einen echten Browser, ruft die Anwendung auf und bedient sie wie ein Benutzer.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„Installation Cypress“.</a:t>
            </a:r>
          </a:p>
          <a:p/>
          <a:p>
            <a:r>
              <a:t>Der Befehl „ng e2e“ startet die End-to-End-Tests. Angular bringt dafür kein Werkzeug mit. Deshalb meldet die Konsole, dass kein „e2e“-Ziel vorhanden ist, und schlägt mehrere Pakete vor, zum Beispiel Cypress, Playwright oder WebdriverIO. Die Frage, ob man ein Paket hinzufügen möchte, beantwortet man hier mit Cypress. Danach richtet Angular das Paket ein.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„Konfig“.</a:t>
            </a:r>
          </a:p>
          <a:p/>
          <a:p>
            <a:r>
              <a:t>Das Bild zeigt die Dateien, die nach der Installation von Cypress im Projekt entstehen. Im neuen Ordner „cypress“ liegt unter „e2e“ die Testdatei „spec.cy.ts“. Weitere Ordner enthalten Beispieldaten („fixtures“) und Hilfsdateien („support“). Die Datei „tsconfig.json“ gehört zu den Cypress-Tests. Mit der Datei „spec.cy.ts“ arbeitet die folgende Übung.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Codefolie „Bestandteile eines Tests“.</a:t>
            </a:r>
          </a:p>
          <a:p/>
          <a:p>
            <a:r>
              <a:t>Ein Cypress-Test ist ähnlich aufgebaut wie ein Unit Test. „describe“ ist die „Suite“, „it“ ist ein einzelner Test, die „Spec“. Der Test ruft mit „cy.visit“ die Startseite auf. „cy.pause“ hält den Test an, damit man im Browser zusehen kann. Danach sucht „cy.get“ das erste Listenelement und prüft mit „should“, dass es die Klasse „selected“ hat. Dieser Teil ist die Erwartung mit dem Matcher.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„Übung 2“.</a:t>
            </a:r>
          </a:p>
          <a:p/>
          <a:p>
            <a:r>
              <a:t>Erklärung für die Dolmetscherin:</a:t>
            </a:r>
          </a:p>
          <a:p>
            <a:r>
              <a:t>Die Teilnehmer installieren Cypress mit dem Befehl „ng e2e“. Dann öffnen sie die erzeugte Testdatei „spec.cy.ts“ und ändern die erwartete Überschrift von „app is running“ in „Invoice Manager App“, denn so heißt die Überschrift in der Anwendung. Zum Schluss starten sie „ng e2e“ erneut und öffnen im Cypress-Fenster die Datei „spec.cy.ts“, um den Test laufen zu sehen.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„Cypress Elements – DSL“.</a:t>
            </a:r>
          </a:p>
          <a:p/>
          <a:p>
            <a:r>
              <a:t>Eine Webseite besteht aus Elementen. Mit Cypress wählt man Elemente aus und bedient sie, und so schreibt man Tests für die Funktion. Man kann Elemente auf drei Arten finden: über eine eindeutige Kennung mit „#“, über ein Attribut in eckigen Klammern oder über den Namen des Elements, zum Beispiel „ul“. Mit „type“ trägt man Text in ein Feld ein, hier Benutzername und Passwort. „DSL“ bedeutet: Die Befehle lesen sich fast wie ein Satz.</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„Cypress Elements – Element API“.</a:t>
            </a:r>
          </a:p>
          <a:p/>
          <a:p>
            <a:r>
              <a:t>Die Tabelle zeigt wichtige Befehle für ein ausgewähltes Element. „type“ füllt ein Textfeld aus. „click“ klickt auf das Element oder wählt es aus. „first“ gibt das erste Element zurück, wenn es mehrere gibt. „focus“ setzt den Fokus auf das Element. „should“ leitet eine Prüfung ein. Dazu gibt es mehr auf der nächsten Folie.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„Assertions und Matchers“.</a:t>
            </a:r>
          </a:p>
          <a:p/>
          <a:p>
            <a:r>
              <a:t>Eine „Assertion“ ist eine Prüfung. In Cypress beginnt sie mit „should“. Die Beispiele prüfen, ob ein Element existiert oder nicht existiert, ob es sichtbar ist oder eine bestimmte Klasse hat, ob ein Wert nicht einem bestimmten Text entspricht und ob die Adresse im Browser einen bestimmten Text enthält. Die Wörter in Anführungszeichen, zum Beispiel „be.visible“, sind die „Matcher“.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Folie: „Übung 3“.</a:t>
            </a:r>
          </a:p>
          <a:p/>
          <a:p>
            <a:r>
              <a:t>Erklärung für die Dolmetscherin:</a:t>
            </a:r>
          </a:p>
          <a:p>
            <a:r>
              <a:t>Die Teilnehmer schreiben einen neuen Test mit dem Namen „navigation_works“. Er soll den ersten Eintrag der Kundenliste anklicken. Danach soll der Test prüfen, dass die Anwendung auf der Detailseite ist, und zwar mit einer Prüfung der Adresse. Außerdem soll er prüfen, dass das Datum der letzten Bestellung angezeigt wird.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48D7368D-31D9-8101-473D-CD39E706FD22}"/>
              </a:ext>
              <a:ext uri="{C183D7F6-B498-43B3-948B-1728B52AA6E4}">
                <adec:decorative xmlns:adec="http://schemas.microsoft.com/office/drawing/2017/decorative" val="1"/>
              </a:ext>
            </a:extLst>
          </p:cNvPr>
          <p:cNvSpPr/>
          <p:nvPr/>
        </p:nvSpPr>
        <p:spPr>
          <a:xfrm>
            <a:off x="5796401" y="3378954"/>
            <a:ext cx="6394567" cy="3479046"/>
          </a:xfrm>
          <a:custGeom>
            <a:avLst/>
            <a:gdLst>
              <a:gd name="connsiteX0" fmla="*/ 5171297 w 6394567"/>
              <a:gd name="connsiteY0" fmla="*/ 284 h 3479046"/>
              <a:gd name="connsiteX1" fmla="*/ 6394290 w 6394567"/>
              <a:gd name="connsiteY1" fmla="*/ 430072 h 3479046"/>
              <a:gd name="connsiteX2" fmla="*/ 6394567 w 6394567"/>
              <a:gd name="connsiteY2" fmla="*/ 430316 h 3479046"/>
              <a:gd name="connsiteX3" fmla="*/ 6394567 w 6394567"/>
              <a:gd name="connsiteY3" fmla="*/ 3479046 h 3479046"/>
              <a:gd name="connsiteX4" fmla="*/ 0 w 6394567"/>
              <a:gd name="connsiteY4" fmla="*/ 3479046 h 3479046"/>
              <a:gd name="connsiteX5" fmla="*/ 3916974 w 6394567"/>
              <a:gd name="connsiteY5" fmla="*/ 405504 h 3479046"/>
              <a:gd name="connsiteX6" fmla="*/ 3959456 w 6394567"/>
              <a:gd name="connsiteY6" fmla="*/ 373857 h 3479046"/>
              <a:gd name="connsiteX7" fmla="*/ 5052215 w 6394567"/>
              <a:gd name="connsiteY7" fmla="*/ 1756 h 3479046"/>
              <a:gd name="connsiteX8" fmla="*/ 5171297 w 6394567"/>
              <a:gd name="connsiteY8" fmla="*/ 284 h 3479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394567" h="3479046">
                <a:moveTo>
                  <a:pt x="5171297" y="284"/>
                </a:moveTo>
                <a:cubicBezTo>
                  <a:pt x="5607674" y="7531"/>
                  <a:pt x="6039042" y="153650"/>
                  <a:pt x="6394290" y="430072"/>
                </a:cubicBezTo>
                <a:lnTo>
                  <a:pt x="6394567" y="430316"/>
                </a:lnTo>
                <a:lnTo>
                  <a:pt x="6394567" y="3479046"/>
                </a:lnTo>
                <a:lnTo>
                  <a:pt x="0" y="3479046"/>
                </a:lnTo>
                <a:lnTo>
                  <a:pt x="3916974" y="405504"/>
                </a:lnTo>
                <a:lnTo>
                  <a:pt x="3959456" y="373857"/>
                </a:lnTo>
                <a:cubicBezTo>
                  <a:pt x="4291086" y="139664"/>
                  <a:pt x="4671097" y="17528"/>
                  <a:pt x="5052215" y="1756"/>
                </a:cubicBezTo>
                <a:cubicBezTo>
                  <a:pt x="5091916" y="114"/>
                  <a:pt x="5131627" y="-375"/>
                  <a:pt x="5171297" y="284"/>
                </a:cubicBezTo>
                <a:close/>
              </a:path>
            </a:pathLst>
          </a:custGeom>
          <a:gradFill>
            <a:gsLst>
              <a:gs pos="39000">
                <a:schemeClr val="bg2"/>
              </a:gs>
              <a:gs pos="100000">
                <a:schemeClr val="accent1">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9FF32C74-82F4-2A29-889B-EF23CEE6AA4F}"/>
              </a:ext>
            </a:extLst>
          </p:cNvPr>
          <p:cNvSpPr>
            <a:spLocks noGrp="1"/>
          </p:cNvSpPr>
          <p:nvPr>
            <p:ph type="ctrTitle"/>
          </p:nvPr>
        </p:nvSpPr>
        <p:spPr>
          <a:xfrm>
            <a:off x="1066801" y="1122363"/>
            <a:ext cx="6211185" cy="2305246"/>
          </a:xfrm>
        </p:spPr>
        <p:txBody>
          <a:bodyPr anchor="b">
            <a:normAutofit/>
          </a:bodyPr>
          <a:lstStyle>
            <a:lvl1pPr algn="l">
              <a:lnSpc>
                <a:spcPct val="100000"/>
              </a:lnSpc>
              <a:defRPr sz="36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4ACADD6-278F-604C-8A38-BBBAFC6754E8}"/>
              </a:ext>
            </a:extLst>
          </p:cNvPr>
          <p:cNvSpPr>
            <a:spLocks noGrp="1"/>
          </p:cNvSpPr>
          <p:nvPr>
            <p:ph type="subTitle" idx="1"/>
          </p:nvPr>
        </p:nvSpPr>
        <p:spPr>
          <a:xfrm>
            <a:off x="1066802" y="3549048"/>
            <a:ext cx="5029198" cy="1956278"/>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986539F-2DB8-FCDA-C884-9C3CD29B8C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DAA7B3-5D3B-D493-8F6F-1FEBB8576D62}"/>
              </a:ext>
            </a:extLst>
          </p:cNvPr>
          <p:cNvSpPr>
            <a:spLocks noGrp="1"/>
          </p:cNvSpPr>
          <p:nvPr>
            <p:ph type="sldNum" sz="quarter" idx="12"/>
          </p:nvPr>
        </p:nvSpPr>
        <p:spPr/>
        <p:txBody>
          <a:bodyPr/>
          <a:lstStyle/>
          <a:p>
            <a:fld id="{5A33CB2A-1702-4C1D-9CC4-8D472D39F19E}" type="slidenum">
              <a:rPr lang="en-US" smtClean="0"/>
              <a:t>‹Nr.›</a:t>
            </a:fld>
            <a:endParaRPr lang="en-US"/>
          </a:p>
        </p:txBody>
      </p:sp>
    </p:spTree>
    <p:extLst>
      <p:ext uri="{BB962C8B-B14F-4D97-AF65-F5344CB8AC3E}">
        <p14:creationId xmlns:p14="http://schemas.microsoft.com/office/powerpoint/2010/main" val="23608984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A4769-9A55-AF9B-4CE4-DFA07E711CF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CE45D9E-DBB4-B890-88D5-B4C03599EC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4803075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D8D9C414-4A2F-78AF-ED60-6130D4C563B3}"/>
              </a:ext>
            </a:extLst>
          </p:cNvPr>
          <p:cNvSpPr/>
          <p:nvPr/>
        </p:nvSpPr>
        <p:spPr>
          <a:xfrm>
            <a:off x="6284115" y="3378954"/>
            <a:ext cx="5907885" cy="3479046"/>
          </a:xfrm>
          <a:custGeom>
            <a:avLst/>
            <a:gdLst>
              <a:gd name="connsiteX0" fmla="*/ 5171297 w 5907885"/>
              <a:gd name="connsiteY0" fmla="*/ 284 h 3479046"/>
              <a:gd name="connsiteX1" fmla="*/ 5813217 w 5907885"/>
              <a:gd name="connsiteY1" fmla="*/ 114238 h 3479046"/>
              <a:gd name="connsiteX2" fmla="*/ 5907885 w 5907885"/>
              <a:gd name="connsiteY2" fmla="*/ 151524 h 3479046"/>
              <a:gd name="connsiteX3" fmla="*/ 5907885 w 5907885"/>
              <a:gd name="connsiteY3" fmla="*/ 3479046 h 3479046"/>
              <a:gd name="connsiteX4" fmla="*/ 0 w 5907885"/>
              <a:gd name="connsiteY4" fmla="*/ 3479046 h 3479046"/>
              <a:gd name="connsiteX5" fmla="*/ 3916974 w 5907885"/>
              <a:gd name="connsiteY5" fmla="*/ 405504 h 3479046"/>
              <a:gd name="connsiteX6" fmla="*/ 3959456 w 5907885"/>
              <a:gd name="connsiteY6" fmla="*/ 373857 h 3479046"/>
              <a:gd name="connsiteX7" fmla="*/ 5052215 w 5907885"/>
              <a:gd name="connsiteY7" fmla="*/ 1756 h 3479046"/>
              <a:gd name="connsiteX8" fmla="*/ 5171297 w 5907885"/>
              <a:gd name="connsiteY8" fmla="*/ 284 h 3479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07885" h="3479046">
                <a:moveTo>
                  <a:pt x="5171297" y="284"/>
                </a:moveTo>
                <a:cubicBezTo>
                  <a:pt x="5389485" y="3908"/>
                  <a:pt x="5606422" y="42249"/>
                  <a:pt x="5813217" y="114238"/>
                </a:cubicBezTo>
                <a:lnTo>
                  <a:pt x="5907885" y="151524"/>
                </a:lnTo>
                <a:lnTo>
                  <a:pt x="5907885" y="3479046"/>
                </a:lnTo>
                <a:lnTo>
                  <a:pt x="0" y="3479046"/>
                </a:lnTo>
                <a:lnTo>
                  <a:pt x="3916974" y="405504"/>
                </a:lnTo>
                <a:lnTo>
                  <a:pt x="3959456" y="373857"/>
                </a:lnTo>
                <a:cubicBezTo>
                  <a:pt x="4291086" y="139664"/>
                  <a:pt x="4671097" y="17528"/>
                  <a:pt x="5052215" y="1756"/>
                </a:cubicBezTo>
                <a:cubicBezTo>
                  <a:pt x="5091916" y="114"/>
                  <a:pt x="5131627" y="-375"/>
                  <a:pt x="5171297" y="284"/>
                </a:cubicBezTo>
                <a:close/>
              </a:path>
            </a:pathLst>
          </a:custGeom>
          <a:gradFill>
            <a:gsLst>
              <a:gs pos="23000">
                <a:schemeClr val="bg2"/>
              </a:gs>
              <a:gs pos="100000">
                <a:schemeClr val="accent1">
                  <a:lumMod val="60000"/>
                  <a:lumOff val="4000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Freeform: Shape 9">
            <a:extLst>
              <a:ext uri="{FF2B5EF4-FFF2-40B4-BE49-F238E27FC236}">
                <a16:creationId xmlns:a16="http://schemas.microsoft.com/office/drawing/2014/main" id="{13410AE4-7FC7-589E-B6D3-0DA7B5FC5CE3}"/>
              </a:ext>
            </a:extLst>
          </p:cNvPr>
          <p:cNvSpPr/>
          <p:nvPr/>
        </p:nvSpPr>
        <p:spPr>
          <a:xfrm flipH="1" flipV="1">
            <a:off x="0" y="0"/>
            <a:ext cx="2923855" cy="1479128"/>
          </a:xfrm>
          <a:custGeom>
            <a:avLst/>
            <a:gdLst>
              <a:gd name="connsiteX0" fmla="*/ 2923855 w 2923855"/>
              <a:gd name="connsiteY0" fmla="*/ 1479128 h 1479128"/>
              <a:gd name="connsiteX1" fmla="*/ 0 w 2923855"/>
              <a:gd name="connsiteY1" fmla="*/ 1479128 h 1479128"/>
              <a:gd name="connsiteX2" fmla="*/ 1368245 w 2923855"/>
              <a:gd name="connsiteY2" fmla="*/ 405504 h 1479128"/>
              <a:gd name="connsiteX3" fmla="*/ 1410727 w 2923855"/>
              <a:gd name="connsiteY3" fmla="*/ 373857 h 1479128"/>
              <a:gd name="connsiteX4" fmla="*/ 2503486 w 2923855"/>
              <a:gd name="connsiteY4" fmla="*/ 1756 h 1479128"/>
              <a:gd name="connsiteX5" fmla="*/ 2622568 w 2923855"/>
              <a:gd name="connsiteY5" fmla="*/ 284 h 1479128"/>
              <a:gd name="connsiteX6" fmla="*/ 2785835 w 2923855"/>
              <a:gd name="connsiteY6" fmla="*/ 9494 h 1479128"/>
              <a:gd name="connsiteX7" fmla="*/ 2923855 w 2923855"/>
              <a:gd name="connsiteY7" fmla="*/ 28352 h 1479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23855" h="1479128">
                <a:moveTo>
                  <a:pt x="2923855" y="1479128"/>
                </a:moveTo>
                <a:lnTo>
                  <a:pt x="0" y="1479128"/>
                </a:lnTo>
                <a:lnTo>
                  <a:pt x="1368245" y="405504"/>
                </a:lnTo>
                <a:lnTo>
                  <a:pt x="1410727" y="373857"/>
                </a:lnTo>
                <a:cubicBezTo>
                  <a:pt x="1742357" y="139664"/>
                  <a:pt x="2122368" y="17528"/>
                  <a:pt x="2503486" y="1756"/>
                </a:cubicBezTo>
                <a:cubicBezTo>
                  <a:pt x="2543187" y="114"/>
                  <a:pt x="2582898" y="-375"/>
                  <a:pt x="2622568" y="284"/>
                </a:cubicBezTo>
                <a:cubicBezTo>
                  <a:pt x="2677115" y="1190"/>
                  <a:pt x="2731584" y="4266"/>
                  <a:pt x="2785835" y="9494"/>
                </a:cubicBezTo>
                <a:lnTo>
                  <a:pt x="2923855" y="28352"/>
                </a:lnTo>
                <a:close/>
              </a:path>
            </a:pathLst>
          </a:custGeom>
          <a:gradFill>
            <a:gsLst>
              <a:gs pos="33000">
                <a:schemeClr val="bg2"/>
              </a:gs>
              <a:gs pos="100000">
                <a:schemeClr val="accent1">
                  <a:lumMod val="60000"/>
                  <a:lumOff val="40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FB381CBD-08D9-3C9A-7620-24F2D6404893}"/>
              </a:ext>
            </a:extLst>
          </p:cNvPr>
          <p:cNvSpPr>
            <a:spLocks noGrp="1"/>
          </p:cNvSpPr>
          <p:nvPr>
            <p:ph type="title"/>
          </p:nvPr>
        </p:nvSpPr>
        <p:spPr>
          <a:xfrm>
            <a:off x="1066800" y="1709738"/>
            <a:ext cx="6455434" cy="2981274"/>
          </a:xfrm>
        </p:spPr>
        <p:txBody>
          <a:bodyPr anchor="b">
            <a:normAutofit/>
          </a:bodyPr>
          <a:lstStyle>
            <a:lvl1pPr>
              <a:defRPr sz="48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D5AE2B-1716-CEEC-73F8-E81F59192562}"/>
              </a:ext>
            </a:extLst>
          </p:cNvPr>
          <p:cNvSpPr>
            <a:spLocks noGrp="1"/>
          </p:cNvSpPr>
          <p:nvPr>
            <p:ph type="body" idx="1"/>
          </p:nvPr>
        </p:nvSpPr>
        <p:spPr>
          <a:xfrm>
            <a:off x="1066800" y="4759252"/>
            <a:ext cx="5397260" cy="955748"/>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5" name="Footer Placeholder 4">
            <a:extLst>
              <a:ext uri="{FF2B5EF4-FFF2-40B4-BE49-F238E27FC236}">
                <a16:creationId xmlns:a16="http://schemas.microsoft.com/office/drawing/2014/main" id="{7D986285-161A-6869-27C2-0A159C2344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7ED64F-5DAB-238D-C34A-1DCCB12221DD}"/>
              </a:ext>
            </a:extLst>
          </p:cNvPr>
          <p:cNvSpPr>
            <a:spLocks noGrp="1"/>
          </p:cNvSpPr>
          <p:nvPr>
            <p:ph type="sldNum" sz="quarter" idx="12"/>
          </p:nvPr>
        </p:nvSpPr>
        <p:spPr/>
        <p:txBody>
          <a:bodyPr/>
          <a:lstStyle/>
          <a:p>
            <a:fld id="{5A33CB2A-1702-4C1D-9CC4-8D472D39F19E}" type="slidenum">
              <a:rPr lang="en-US" smtClean="0"/>
              <a:t>‹Nr.›</a:t>
            </a:fld>
            <a:endParaRPr lang="en-US"/>
          </a:p>
        </p:txBody>
      </p:sp>
    </p:spTree>
    <p:extLst>
      <p:ext uri="{BB962C8B-B14F-4D97-AF65-F5344CB8AC3E}">
        <p14:creationId xmlns:p14="http://schemas.microsoft.com/office/powerpoint/2010/main" val="34758596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484D0-7460-7B08-F1EE-96EABE40212A}"/>
              </a:ext>
            </a:extLst>
          </p:cNvPr>
          <p:cNvSpPr>
            <a:spLocks noGrp="1"/>
          </p:cNvSpPr>
          <p:nvPr>
            <p:ph type="title"/>
          </p:nvPr>
        </p:nvSpPr>
        <p:spPr>
          <a:xfrm>
            <a:off x="1066799" y="936841"/>
            <a:ext cx="10092477" cy="953669"/>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80B7F9-8ECB-7079-A11E-51D3903E2B1A}"/>
              </a:ext>
            </a:extLst>
          </p:cNvPr>
          <p:cNvSpPr>
            <a:spLocks noGrp="1"/>
          </p:cNvSpPr>
          <p:nvPr>
            <p:ph sz="half" idx="1"/>
          </p:nvPr>
        </p:nvSpPr>
        <p:spPr>
          <a:xfrm>
            <a:off x="1066800" y="2117341"/>
            <a:ext cx="4809482" cy="376012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E4E97161-CAF5-CA48-D814-7ACD43AB99E1}"/>
              </a:ext>
            </a:extLst>
          </p:cNvPr>
          <p:cNvSpPr>
            <a:spLocks noGrp="1"/>
          </p:cNvSpPr>
          <p:nvPr>
            <p:ph sz="half" idx="2"/>
          </p:nvPr>
        </p:nvSpPr>
        <p:spPr>
          <a:xfrm>
            <a:off x="6349795" y="2117341"/>
            <a:ext cx="4809482" cy="376012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4F6A152D-EFF2-B3AA-3F25-14E1136734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0BD6032-FD7A-BFFD-9BE5-48EDBEFBD147}"/>
              </a:ext>
            </a:extLst>
          </p:cNvPr>
          <p:cNvSpPr>
            <a:spLocks noGrp="1"/>
          </p:cNvSpPr>
          <p:nvPr>
            <p:ph type="sldNum" sz="quarter" idx="12"/>
          </p:nvPr>
        </p:nvSpPr>
        <p:spPr/>
        <p:txBody>
          <a:bodyPr/>
          <a:lstStyle/>
          <a:p>
            <a:fld id="{5A33CB2A-1702-4C1D-9CC4-8D472D39F19E}" type="slidenum">
              <a:rPr lang="en-US" smtClean="0"/>
              <a:t>‹Nr.›</a:t>
            </a:fld>
            <a:endParaRPr lang="en-US"/>
          </a:p>
        </p:txBody>
      </p:sp>
    </p:spTree>
    <p:extLst>
      <p:ext uri="{BB962C8B-B14F-4D97-AF65-F5344CB8AC3E}">
        <p14:creationId xmlns:p14="http://schemas.microsoft.com/office/powerpoint/2010/main" val="36345331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47F4D-4855-340E-03F3-4860885EC671}"/>
              </a:ext>
            </a:extLst>
          </p:cNvPr>
          <p:cNvSpPr>
            <a:spLocks noGrp="1"/>
          </p:cNvSpPr>
          <p:nvPr>
            <p:ph type="title"/>
          </p:nvPr>
        </p:nvSpPr>
        <p:spPr>
          <a:xfrm>
            <a:off x="1066800" y="963283"/>
            <a:ext cx="10096500" cy="916004"/>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3CEB472-7426-C288-B5F6-0A1232DCED65}"/>
              </a:ext>
            </a:extLst>
          </p:cNvPr>
          <p:cNvSpPr>
            <a:spLocks noGrp="1"/>
          </p:cNvSpPr>
          <p:nvPr>
            <p:ph type="body" idx="1"/>
          </p:nvPr>
        </p:nvSpPr>
        <p:spPr>
          <a:xfrm>
            <a:off x="1066801" y="1879287"/>
            <a:ext cx="4739628" cy="582117"/>
          </a:xfrm>
        </p:spPr>
        <p:txBody>
          <a:bodyPr anchor="b">
            <a:noAutofit/>
          </a:bodyPr>
          <a:lstStyle>
            <a:lvl1pPr marL="0" indent="0">
              <a:buNone/>
              <a:defRPr sz="1400" b="1" cap="all" spc="2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3194F9C-B6FA-97C3-F618-0CF956CB53B2}"/>
              </a:ext>
            </a:extLst>
          </p:cNvPr>
          <p:cNvSpPr>
            <a:spLocks noGrp="1"/>
          </p:cNvSpPr>
          <p:nvPr>
            <p:ph sz="half" idx="2"/>
          </p:nvPr>
        </p:nvSpPr>
        <p:spPr>
          <a:xfrm>
            <a:off x="1066801" y="2505075"/>
            <a:ext cx="4739628" cy="33896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8F5665C-7910-AFA2-350F-42C06ED5AF47}"/>
              </a:ext>
            </a:extLst>
          </p:cNvPr>
          <p:cNvSpPr>
            <a:spLocks noGrp="1"/>
          </p:cNvSpPr>
          <p:nvPr>
            <p:ph type="body" sz="quarter" idx="3"/>
          </p:nvPr>
        </p:nvSpPr>
        <p:spPr>
          <a:xfrm>
            <a:off x="6400330" y="1879287"/>
            <a:ext cx="4762970" cy="582117"/>
          </a:xfrm>
        </p:spPr>
        <p:txBody>
          <a:bodyPr anchor="b">
            <a:noAutofit/>
          </a:bodyPr>
          <a:lstStyle>
            <a:lvl1pPr marL="0" indent="0">
              <a:buNone/>
              <a:defRPr sz="1400" b="1" cap="all" spc="2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D71352E-1DE0-F0CD-6F81-1D8FF59C2B0D}"/>
              </a:ext>
            </a:extLst>
          </p:cNvPr>
          <p:cNvSpPr>
            <a:spLocks noGrp="1"/>
          </p:cNvSpPr>
          <p:nvPr>
            <p:ph sz="quarter" idx="4"/>
          </p:nvPr>
        </p:nvSpPr>
        <p:spPr>
          <a:xfrm>
            <a:off x="6400330" y="2505075"/>
            <a:ext cx="4762970" cy="33896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218386CF-9A84-8D2A-BC47-C951DD99492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980844D-FE1F-49E7-3BBD-527FB72ECD1D}"/>
              </a:ext>
            </a:extLst>
          </p:cNvPr>
          <p:cNvSpPr>
            <a:spLocks noGrp="1"/>
          </p:cNvSpPr>
          <p:nvPr>
            <p:ph type="sldNum" sz="quarter" idx="12"/>
          </p:nvPr>
        </p:nvSpPr>
        <p:spPr/>
        <p:txBody>
          <a:bodyPr/>
          <a:lstStyle/>
          <a:p>
            <a:fld id="{5A33CB2A-1702-4C1D-9CC4-8D472D39F19E}" type="slidenum">
              <a:rPr lang="en-US" smtClean="0"/>
              <a:t>‹Nr.›</a:t>
            </a:fld>
            <a:endParaRPr lang="en-US"/>
          </a:p>
        </p:txBody>
      </p:sp>
    </p:spTree>
    <p:extLst>
      <p:ext uri="{BB962C8B-B14F-4D97-AF65-F5344CB8AC3E}">
        <p14:creationId xmlns:p14="http://schemas.microsoft.com/office/powerpoint/2010/main" val="2343637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F691C-93A5-1364-00A9-A470C289F365}"/>
              </a:ext>
            </a:extLst>
          </p:cNvPr>
          <p:cNvSpPr>
            <a:spLocks noGrp="1"/>
          </p:cNvSpPr>
          <p:nvPr>
            <p:ph type="title"/>
          </p:nvPr>
        </p:nvSpPr>
        <p:spPr>
          <a:xfrm>
            <a:off x="1066800" y="1357223"/>
            <a:ext cx="8886884" cy="1043078"/>
          </a:xfrm>
        </p:spPr>
        <p:txBody>
          <a:bodyPr anchor="t"/>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C2A9E4A-03D1-7A8B-233D-014A3248F0B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82CEFC4-D276-DF45-F395-F5BD2EA70114}"/>
              </a:ext>
            </a:extLst>
          </p:cNvPr>
          <p:cNvSpPr>
            <a:spLocks noGrp="1"/>
          </p:cNvSpPr>
          <p:nvPr>
            <p:ph type="sldNum" sz="quarter" idx="12"/>
          </p:nvPr>
        </p:nvSpPr>
        <p:spPr/>
        <p:txBody>
          <a:bodyPr/>
          <a:lstStyle/>
          <a:p>
            <a:fld id="{5A33CB2A-1702-4C1D-9CC4-8D472D39F19E}" type="slidenum">
              <a:rPr lang="en-US" smtClean="0"/>
              <a:t>‹Nr.›</a:t>
            </a:fld>
            <a:endParaRPr lang="en-US"/>
          </a:p>
        </p:txBody>
      </p:sp>
    </p:spTree>
    <p:extLst>
      <p:ext uri="{BB962C8B-B14F-4D97-AF65-F5344CB8AC3E}">
        <p14:creationId xmlns:p14="http://schemas.microsoft.com/office/powerpoint/2010/main" val="4193586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E83BB66-3F41-7F1D-5108-B3F679A88E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FAA6DA0-07AE-4BE4-B82F-7936D0E3E37D}"/>
              </a:ext>
            </a:extLst>
          </p:cNvPr>
          <p:cNvSpPr>
            <a:spLocks noGrp="1"/>
          </p:cNvSpPr>
          <p:nvPr>
            <p:ph type="sldNum" sz="quarter" idx="12"/>
          </p:nvPr>
        </p:nvSpPr>
        <p:spPr/>
        <p:txBody>
          <a:bodyPr/>
          <a:lstStyle/>
          <a:p>
            <a:fld id="{5A33CB2A-1702-4C1D-9CC4-8D472D39F19E}" type="slidenum">
              <a:rPr lang="en-US" smtClean="0"/>
              <a:t>‹Nr.›</a:t>
            </a:fld>
            <a:endParaRPr lang="en-US"/>
          </a:p>
        </p:txBody>
      </p:sp>
    </p:spTree>
    <p:extLst>
      <p:ext uri="{BB962C8B-B14F-4D97-AF65-F5344CB8AC3E}">
        <p14:creationId xmlns:p14="http://schemas.microsoft.com/office/powerpoint/2010/main" val="13925210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BFB75-C953-0BD0-4E2E-717767426228}"/>
              </a:ext>
            </a:extLst>
          </p:cNvPr>
          <p:cNvSpPr>
            <a:spLocks noGrp="1"/>
          </p:cNvSpPr>
          <p:nvPr>
            <p:ph type="title"/>
          </p:nvPr>
        </p:nvSpPr>
        <p:spPr>
          <a:xfrm>
            <a:off x="1066800" y="770626"/>
            <a:ext cx="3705225" cy="1286774"/>
          </a:xfrm>
        </p:spPr>
        <p:txBody>
          <a:bodyPr anchor="b">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8E1AA52-60F3-40F2-673B-5848F4253FF0}"/>
              </a:ext>
            </a:extLst>
          </p:cNvPr>
          <p:cNvSpPr>
            <a:spLocks noGrp="1"/>
          </p:cNvSpPr>
          <p:nvPr>
            <p:ph idx="1"/>
          </p:nvPr>
        </p:nvSpPr>
        <p:spPr>
          <a:xfrm>
            <a:off x="5183188" y="1075426"/>
            <a:ext cx="5980112" cy="4768371"/>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0167E8-C561-5A72-AED3-442F66DDEE31}"/>
              </a:ext>
            </a:extLst>
          </p:cNvPr>
          <p:cNvSpPr>
            <a:spLocks noGrp="1"/>
          </p:cNvSpPr>
          <p:nvPr>
            <p:ph type="body" sz="half" idx="2"/>
          </p:nvPr>
        </p:nvSpPr>
        <p:spPr>
          <a:xfrm>
            <a:off x="1066800" y="2057400"/>
            <a:ext cx="370522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152456C9-19A0-4441-B1AF-B7AFBF642FC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8898EA-84CC-411C-0012-D314953696B9}"/>
              </a:ext>
            </a:extLst>
          </p:cNvPr>
          <p:cNvSpPr>
            <a:spLocks noGrp="1"/>
          </p:cNvSpPr>
          <p:nvPr>
            <p:ph type="sldNum" sz="quarter" idx="12"/>
          </p:nvPr>
        </p:nvSpPr>
        <p:spPr/>
        <p:txBody>
          <a:bodyPr/>
          <a:lstStyle/>
          <a:p>
            <a:fld id="{5A33CB2A-1702-4C1D-9CC4-8D472D39F19E}" type="slidenum">
              <a:rPr lang="en-US" smtClean="0"/>
              <a:t>‹Nr.›</a:t>
            </a:fld>
            <a:endParaRPr lang="en-US"/>
          </a:p>
        </p:txBody>
      </p:sp>
    </p:spTree>
    <p:extLst>
      <p:ext uri="{BB962C8B-B14F-4D97-AF65-F5344CB8AC3E}">
        <p14:creationId xmlns:p14="http://schemas.microsoft.com/office/powerpoint/2010/main" val="9359278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AC1E10-1458-2553-05B4-313F7E26D210}"/>
              </a:ext>
            </a:extLst>
          </p:cNvPr>
          <p:cNvSpPr>
            <a:spLocks noGrp="1"/>
          </p:cNvSpPr>
          <p:nvPr>
            <p:ph type="title"/>
          </p:nvPr>
        </p:nvSpPr>
        <p:spPr>
          <a:xfrm>
            <a:off x="1066800" y="782128"/>
            <a:ext cx="3705225" cy="1275272"/>
          </a:xfrm>
        </p:spPr>
        <p:txBody>
          <a:bodyPr anchor="b">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43C0F677-F177-6DED-1920-685B9D9FF254}"/>
              </a:ext>
            </a:extLst>
          </p:cNvPr>
          <p:cNvSpPr>
            <a:spLocks noGrp="1"/>
          </p:cNvSpPr>
          <p:nvPr>
            <p:ph type="pic" idx="1"/>
          </p:nvPr>
        </p:nvSpPr>
        <p:spPr>
          <a:xfrm>
            <a:off x="5183188" y="1143000"/>
            <a:ext cx="5980112" cy="4572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BC4D1CB1-2109-480E-8904-4077C94D6E7D}"/>
              </a:ext>
            </a:extLst>
          </p:cNvPr>
          <p:cNvSpPr>
            <a:spLocks noGrp="1"/>
          </p:cNvSpPr>
          <p:nvPr>
            <p:ph type="body" sz="half" idx="2"/>
          </p:nvPr>
        </p:nvSpPr>
        <p:spPr>
          <a:xfrm>
            <a:off x="1066800" y="2057400"/>
            <a:ext cx="3705225" cy="36576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C7B448AD-3B1D-4B5E-CAB9-BB5FD2CDEBC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EEF53D-CF5A-87A2-E973-3B8CCDEBAA2B}"/>
              </a:ext>
            </a:extLst>
          </p:cNvPr>
          <p:cNvSpPr>
            <a:spLocks noGrp="1"/>
          </p:cNvSpPr>
          <p:nvPr>
            <p:ph type="sldNum" sz="quarter" idx="12"/>
          </p:nvPr>
        </p:nvSpPr>
        <p:spPr/>
        <p:txBody>
          <a:bodyPr/>
          <a:lstStyle/>
          <a:p>
            <a:fld id="{5A33CB2A-1702-4C1D-9CC4-8D472D39F19E}" type="slidenum">
              <a:rPr lang="en-US" smtClean="0"/>
              <a:t>‹Nr.›</a:t>
            </a:fld>
            <a:endParaRPr lang="en-US"/>
          </a:p>
        </p:txBody>
      </p:sp>
    </p:spTree>
    <p:extLst>
      <p:ext uri="{BB962C8B-B14F-4D97-AF65-F5344CB8AC3E}">
        <p14:creationId xmlns:p14="http://schemas.microsoft.com/office/powerpoint/2010/main" val="9045551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50D2E-0561-F284-F89A-AAE3CD09AC24}"/>
              </a:ext>
            </a:extLst>
          </p:cNvPr>
          <p:cNvSpPr>
            <a:spLocks noGrp="1"/>
          </p:cNvSpPr>
          <p:nvPr>
            <p:ph type="title"/>
          </p:nvPr>
        </p:nvSpPr>
        <p:spPr>
          <a:xfrm>
            <a:off x="1066800" y="936841"/>
            <a:ext cx="10239338" cy="953669"/>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2657C4C-16EC-2477-6332-830F53011D33}"/>
              </a:ext>
            </a:extLst>
          </p:cNvPr>
          <p:cNvSpPr>
            <a:spLocks noGrp="1"/>
          </p:cNvSpPr>
          <p:nvPr>
            <p:ph type="body" orient="vert" idx="1"/>
          </p:nvPr>
        </p:nvSpPr>
        <p:spPr>
          <a:xfrm>
            <a:off x="1069848" y="2139696"/>
            <a:ext cx="10239338" cy="367768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4C3676C3-588F-B636-8CE0-AA2CBFBCE9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8CEF8A9-EB1E-B344-A4B8-B58D0633630B}"/>
              </a:ext>
            </a:extLst>
          </p:cNvPr>
          <p:cNvSpPr>
            <a:spLocks noGrp="1"/>
          </p:cNvSpPr>
          <p:nvPr>
            <p:ph type="sldNum" sz="quarter" idx="12"/>
          </p:nvPr>
        </p:nvSpPr>
        <p:spPr/>
        <p:txBody>
          <a:bodyPr/>
          <a:lstStyle/>
          <a:p>
            <a:fld id="{5A33CB2A-1702-4C1D-9CC4-8D472D39F19E}" type="slidenum">
              <a:rPr lang="en-US" smtClean="0"/>
              <a:t>‹Nr.›</a:t>
            </a:fld>
            <a:endParaRPr lang="en-US"/>
          </a:p>
        </p:txBody>
      </p:sp>
    </p:spTree>
    <p:extLst>
      <p:ext uri="{BB962C8B-B14F-4D97-AF65-F5344CB8AC3E}">
        <p14:creationId xmlns:p14="http://schemas.microsoft.com/office/powerpoint/2010/main" val="22930937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EF3A28-33E4-2796-AE7A-1234569F5CE0}"/>
              </a:ext>
            </a:extLst>
          </p:cNvPr>
          <p:cNvSpPr>
            <a:spLocks noGrp="1"/>
          </p:cNvSpPr>
          <p:nvPr>
            <p:ph type="title" orient="vert"/>
          </p:nvPr>
        </p:nvSpPr>
        <p:spPr>
          <a:xfrm>
            <a:off x="8844950" y="1081177"/>
            <a:ext cx="2508849" cy="4633823"/>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A6D185FC-2BBB-E997-A5CD-F2C6CF6B7C68}"/>
              </a:ext>
            </a:extLst>
          </p:cNvPr>
          <p:cNvSpPr>
            <a:spLocks noGrp="1"/>
          </p:cNvSpPr>
          <p:nvPr>
            <p:ph type="body" orient="vert" idx="1"/>
          </p:nvPr>
        </p:nvSpPr>
        <p:spPr>
          <a:xfrm>
            <a:off x="1066800" y="1081177"/>
            <a:ext cx="7505700" cy="463382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F5AA2B04-F5E0-C5A3-C77D-6AE9A9E913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155BC2-C712-C4A4-50EC-E10D88344310}"/>
              </a:ext>
            </a:extLst>
          </p:cNvPr>
          <p:cNvSpPr>
            <a:spLocks noGrp="1"/>
          </p:cNvSpPr>
          <p:nvPr>
            <p:ph type="sldNum" sz="quarter" idx="12"/>
          </p:nvPr>
        </p:nvSpPr>
        <p:spPr/>
        <p:txBody>
          <a:bodyPr/>
          <a:lstStyle/>
          <a:p>
            <a:fld id="{5A33CB2A-1702-4C1D-9CC4-8D472D39F19E}" type="slidenum">
              <a:rPr lang="en-US" smtClean="0"/>
              <a:t>‹Nr.›</a:t>
            </a:fld>
            <a:endParaRPr lang="en-US"/>
          </a:p>
        </p:txBody>
      </p:sp>
    </p:spTree>
    <p:extLst>
      <p:ext uri="{BB962C8B-B14F-4D97-AF65-F5344CB8AC3E}">
        <p14:creationId xmlns:p14="http://schemas.microsoft.com/office/powerpoint/2010/main" val="133116428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21F4A25-A386-9574-775C-E5E5F9FC352A}"/>
              </a:ext>
            </a:extLst>
          </p:cNvPr>
          <p:cNvSpPr>
            <a:spLocks noGrp="1"/>
          </p:cNvSpPr>
          <p:nvPr>
            <p:ph type="title"/>
          </p:nvPr>
        </p:nvSpPr>
        <p:spPr>
          <a:xfrm>
            <a:off x="1066800" y="936841"/>
            <a:ext cx="8886884" cy="953669"/>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4F7885F-2B7B-74DB-9996-E0ACEBC9DB25}"/>
              </a:ext>
            </a:extLst>
          </p:cNvPr>
          <p:cNvSpPr>
            <a:spLocks noGrp="1"/>
          </p:cNvSpPr>
          <p:nvPr>
            <p:ph type="body" idx="1"/>
          </p:nvPr>
        </p:nvSpPr>
        <p:spPr>
          <a:xfrm>
            <a:off x="1069848" y="2139696"/>
            <a:ext cx="8883836" cy="36776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E952D7B-C352-1630-4C3D-7D5983C04D4A}"/>
              </a:ext>
            </a:extLst>
          </p:cNvPr>
          <p:cNvSpPr>
            <a:spLocks noGrp="1"/>
          </p:cNvSpPr>
          <p:nvPr>
            <p:ph type="ftr" sz="quarter" idx="3"/>
          </p:nvPr>
        </p:nvSpPr>
        <p:spPr>
          <a:xfrm>
            <a:off x="8610602" y="6318446"/>
            <a:ext cx="2743198" cy="365125"/>
          </a:xfrm>
          <a:prstGeom prst="rect">
            <a:avLst/>
          </a:prstGeom>
        </p:spPr>
        <p:txBody>
          <a:bodyPr vert="horz" lIns="91440" tIns="45720" rIns="91440" bIns="45720" rtlCol="0" anchor="ctr"/>
          <a:lstStyle>
            <a:lvl1pPr algn="r">
              <a:defRPr sz="9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F96E04F0-DF9B-480B-CC46-BAE7A81FB7E6}"/>
              </a:ext>
            </a:extLst>
          </p:cNvPr>
          <p:cNvSpPr>
            <a:spLocks noGrp="1"/>
          </p:cNvSpPr>
          <p:nvPr>
            <p:ph type="sldNum" sz="quarter" idx="4"/>
          </p:nvPr>
        </p:nvSpPr>
        <p:spPr>
          <a:xfrm>
            <a:off x="11353800" y="6318446"/>
            <a:ext cx="615696" cy="365125"/>
          </a:xfrm>
          <a:prstGeom prst="rect">
            <a:avLst/>
          </a:prstGeom>
        </p:spPr>
        <p:txBody>
          <a:bodyPr vert="horz" lIns="91440" tIns="45720" rIns="91440" bIns="45720" rtlCol="0" anchor="ctr"/>
          <a:lstStyle>
            <a:lvl1pPr algn="r">
              <a:defRPr sz="1600" b="1">
                <a:solidFill>
                  <a:schemeClr val="tx1"/>
                </a:solidFill>
              </a:defRPr>
            </a:lvl1pPr>
          </a:lstStyle>
          <a:p>
            <a:fld id="{5A33CB2A-1702-4C1D-9CC4-8D472D39F19E}" type="slidenum">
              <a:rPr lang="en-US" smtClean="0"/>
              <a:t>‹Nr.›</a:t>
            </a:fld>
            <a:endParaRPr lang="en-US"/>
          </a:p>
        </p:txBody>
      </p:sp>
    </p:spTree>
    <p:extLst>
      <p:ext uri="{BB962C8B-B14F-4D97-AF65-F5344CB8AC3E}">
        <p14:creationId xmlns:p14="http://schemas.microsoft.com/office/powerpoint/2010/main" val="763538145"/>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txStyles>
    <p:title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548640" indent="-228600" algn="l" defTabSz="914400" rtl="0" eaLnBrk="1" latinLnBrk="0" hangingPunct="1">
        <a:lnSpc>
          <a:spcPct val="120000"/>
        </a:lnSpc>
        <a:spcBef>
          <a:spcPts val="500"/>
        </a:spcBef>
        <a:buFont typeface="Neue Haas Grotesk Text Pro" panose="020B0504020202020204" pitchFamily="34" charset="0"/>
        <a:buChar char="–"/>
        <a:defRPr sz="1600" kern="1200">
          <a:solidFill>
            <a:schemeClr val="tx1"/>
          </a:solidFill>
          <a:latin typeface="+mn-lt"/>
          <a:ea typeface="+mn-ea"/>
          <a:cs typeface="+mn-cs"/>
        </a:defRPr>
      </a:lvl2pPr>
      <a:lvl3pPr marL="77724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Neue Haas Grotesk Text Pro" panose="020B0504020202020204" pitchFamily="34" charset="0"/>
        <a:buChar char="–"/>
        <a:defRPr sz="1200" kern="1200">
          <a:solidFill>
            <a:schemeClr val="tx1"/>
          </a:solidFill>
          <a:latin typeface="+mn-lt"/>
          <a:ea typeface="+mn-ea"/>
          <a:cs typeface="+mn-cs"/>
        </a:defRPr>
      </a:lvl4pPr>
      <a:lvl5pPr marL="109728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1.xml"/><Relationship Id="rId4" Type="http://schemas.openxmlformats.org/officeDocument/2006/relationships/image" Target="../media/image1.png"/><Relationship Id="rId5"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notesSlide" Target="../notesSlides/notesSlide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3.xml"/><Relationship Id="rId3" Type="http://schemas.openxmlformats.org/officeDocument/2006/relationships/diagramLayout" Target="../diagrams/layout3.xml"/><Relationship Id="rId4" Type="http://schemas.openxmlformats.org/officeDocument/2006/relationships/diagramQuickStyle" Target="../diagrams/quickStyle3.xml"/><Relationship Id="rId5" Type="http://schemas.openxmlformats.org/officeDocument/2006/relationships/diagramColors" Target="../diagrams/colors3.xml"/><Relationship Id="rId6" Type="http://schemas.microsoft.com/office/2007/relationships/diagramDrawing" Target="../diagrams/drawing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 Id="rId7"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89EBE4E-5983-B393-1D5E-7313510657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Video 3" descr="Person In A Lab">
            <a:extLst>
              <a:ext uri="{FF2B5EF4-FFF2-40B4-BE49-F238E27FC236}">
                <a16:creationId xmlns:a16="http://schemas.microsoft.com/office/drawing/2014/main" id="{EF0AA351-BF1B-3CE5-65BC-95077FAA5DEF}"/>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4"/>
          <a:srcRect r="-1" b="283"/>
          <a:stretch/>
        </p:blipFill>
        <p:spPr>
          <a:xfrm>
            <a:off x="20" y="10"/>
            <a:ext cx="12191979" cy="6857989"/>
          </a:xfrm>
          <a:prstGeom prst="rect">
            <a:avLst/>
          </a:prstGeom>
        </p:spPr>
      </p:pic>
      <p:sp>
        <p:nvSpPr>
          <p:cNvPr id="11" name="Freeform: Shape 10">
            <a:extLst>
              <a:ext uri="{FF2B5EF4-FFF2-40B4-BE49-F238E27FC236}">
                <a16:creationId xmlns:a16="http://schemas.microsoft.com/office/drawing/2014/main" id="{2CEF5482-568A-9463-C672-BC6D644DF9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540000" flipV="1">
            <a:off x="-39511" y="-72076"/>
            <a:ext cx="8582352" cy="4875036"/>
          </a:xfrm>
          <a:custGeom>
            <a:avLst/>
            <a:gdLst>
              <a:gd name="connsiteX0" fmla="*/ 1259133 w 8582352"/>
              <a:gd name="connsiteY0" fmla="*/ 1707 h 4875036"/>
              <a:gd name="connsiteX1" fmla="*/ 29139 w 8582352"/>
              <a:gd name="connsiteY1" fmla="*/ 317762 h 4875036"/>
              <a:gd name="connsiteX2" fmla="*/ 0 w 8582352"/>
              <a:gd name="connsiteY2" fmla="*/ 333585 h 4875036"/>
              <a:gd name="connsiteX3" fmla="*/ 79271 w 8582352"/>
              <a:gd name="connsiteY3" fmla="*/ 4875036 h 4875036"/>
              <a:gd name="connsiteX4" fmla="*/ 8582352 w 8582352"/>
              <a:gd name="connsiteY4" fmla="*/ 4726614 h 4875036"/>
              <a:gd name="connsiteX5" fmla="*/ 3064323 w 8582352"/>
              <a:gd name="connsiteY5" fmla="*/ 550287 h 4875036"/>
              <a:gd name="connsiteX6" fmla="*/ 3002736 w 8582352"/>
              <a:gd name="connsiteY6" fmla="*/ 506058 h 4875036"/>
              <a:gd name="connsiteX7" fmla="*/ 1429589 w 8582352"/>
              <a:gd name="connsiteY7" fmla="*/ 840 h 4875036"/>
              <a:gd name="connsiteX8" fmla="*/ 1259133 w 8582352"/>
              <a:gd name="connsiteY8" fmla="*/ 1707 h 4875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582352" h="4875036">
                <a:moveTo>
                  <a:pt x="1259133" y="1707"/>
                </a:moveTo>
                <a:cubicBezTo>
                  <a:pt x="833461" y="16212"/>
                  <a:pt x="412733" y="123046"/>
                  <a:pt x="29139" y="317762"/>
                </a:cubicBezTo>
                <a:lnTo>
                  <a:pt x="0" y="333585"/>
                </a:lnTo>
                <a:lnTo>
                  <a:pt x="79271" y="4875036"/>
                </a:lnTo>
                <a:lnTo>
                  <a:pt x="8582352" y="4726614"/>
                </a:lnTo>
                <a:lnTo>
                  <a:pt x="3064323" y="550287"/>
                </a:lnTo>
                <a:lnTo>
                  <a:pt x="3002736" y="506058"/>
                </a:lnTo>
                <a:cubicBezTo>
                  <a:pt x="2522288" y="179187"/>
                  <a:pt x="1975404" y="13891"/>
                  <a:pt x="1429589" y="840"/>
                </a:cubicBezTo>
                <a:cubicBezTo>
                  <a:pt x="1372734" y="-519"/>
                  <a:pt x="1315889" y="-227"/>
                  <a:pt x="1259133" y="1707"/>
                </a:cubicBezTo>
                <a:close/>
              </a:path>
            </a:pathLst>
          </a:custGeom>
          <a:gradFill>
            <a:gsLst>
              <a:gs pos="22000">
                <a:schemeClr val="bg2">
                  <a:alpha val="80000"/>
                </a:schemeClr>
              </a:gs>
              <a:gs pos="100000">
                <a:schemeClr val="accent1">
                  <a:lumMod val="60000"/>
                  <a:lumOff val="40000"/>
                  <a:alpha val="86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el 1">
            <a:extLst>
              <a:ext uri="{FF2B5EF4-FFF2-40B4-BE49-F238E27FC236}">
                <a16:creationId xmlns:a16="http://schemas.microsoft.com/office/drawing/2014/main" id="{596B2C3E-53C1-4742-01E6-9118292D8263}"/>
              </a:ext>
            </a:extLst>
          </p:cNvPr>
          <p:cNvSpPr>
            <a:spLocks noGrp="1"/>
          </p:cNvSpPr>
          <p:nvPr>
            <p:ph type="ctrTitle"/>
          </p:nvPr>
        </p:nvSpPr>
        <p:spPr>
          <a:xfrm>
            <a:off x="950791" y="739101"/>
            <a:ext cx="4213437" cy="1772279"/>
          </a:xfrm>
        </p:spPr>
        <p:txBody>
          <a:bodyPr>
            <a:normAutofit/>
          </a:bodyPr>
          <a:lstStyle/>
          <a:p>
            <a:r>
              <a:rPr lang="de-DE" err="1"/>
              <a:t>Testing</a:t>
            </a:r>
            <a:endParaRPr lang="de-DE"/>
          </a:p>
        </p:txBody>
      </p:sp>
      <p:sp>
        <p:nvSpPr>
          <p:cNvPr id="3" name="Untertitel 2">
            <a:extLst>
              <a:ext uri="{FF2B5EF4-FFF2-40B4-BE49-F238E27FC236}">
                <a16:creationId xmlns:a16="http://schemas.microsoft.com/office/drawing/2014/main" id="{F6FE2463-7C2F-2E79-7A17-D4CAE48C947F}"/>
              </a:ext>
            </a:extLst>
          </p:cNvPr>
          <p:cNvSpPr>
            <a:spLocks noGrp="1"/>
          </p:cNvSpPr>
          <p:nvPr>
            <p:ph type="subTitle" idx="1"/>
          </p:nvPr>
        </p:nvSpPr>
        <p:spPr>
          <a:xfrm>
            <a:off x="950792" y="2514600"/>
            <a:ext cx="3209017" cy="970952"/>
          </a:xfrm>
        </p:spPr>
        <p:txBody>
          <a:bodyPr>
            <a:normAutofit/>
          </a:bodyPr>
          <a:lstStyle/>
          <a:p>
            <a:pPr/>
            <a:r>
              <a:rPr lang="de-DE"/>
              <a:t>Unit Tests (Vitest)</a:t>
            </a:r>
          </a:p>
          <a:p>
            <a:pPr/>
            <a:r>
              <a:rPr lang="de-DE"/>
              <a:t>End-to-End (Cypress / Playwright)</a:t>
            </a:r>
          </a:p>
        </p:txBody>
      </p:sp>
      <p:sp>
        <p:nvSpPr>
          <p:cNvPr id="13" name="Freeform: Shape 12">
            <a:extLst>
              <a:ext uri="{FF2B5EF4-FFF2-40B4-BE49-F238E27FC236}">
                <a16:creationId xmlns:a16="http://schemas.microsoft.com/office/drawing/2014/main" id="{D38784C3-11AE-0BE2-6339-1A2BDAC7F0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740000" flipV="1">
            <a:off x="7888979" y="5020683"/>
            <a:ext cx="4324338" cy="1889417"/>
          </a:xfrm>
          <a:custGeom>
            <a:avLst/>
            <a:gdLst>
              <a:gd name="connsiteX0" fmla="*/ 26412 w 4324338"/>
              <a:gd name="connsiteY0" fmla="*/ 1889417 h 1889417"/>
              <a:gd name="connsiteX1" fmla="*/ 4324338 w 4324338"/>
              <a:gd name="connsiteY1" fmla="*/ 1814397 h 1889417"/>
              <a:gd name="connsiteX2" fmla="*/ 2459858 w 4324338"/>
              <a:gd name="connsiteY2" fmla="*/ 403264 h 1889417"/>
              <a:gd name="connsiteX3" fmla="*/ 2414726 w 4324338"/>
              <a:gd name="connsiteY3" fmla="*/ 370852 h 1889417"/>
              <a:gd name="connsiteX4" fmla="*/ 1261883 w 4324338"/>
              <a:gd name="connsiteY4" fmla="*/ 615 h 1889417"/>
              <a:gd name="connsiteX5" fmla="*/ 70385 w 4324338"/>
              <a:gd name="connsiteY5" fmla="*/ 326182 h 1889417"/>
              <a:gd name="connsiteX6" fmla="*/ 0 w 4324338"/>
              <a:gd name="connsiteY6" fmla="*/ 376291 h 1889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24338" h="1889417">
                <a:moveTo>
                  <a:pt x="26412" y="1889417"/>
                </a:moveTo>
                <a:lnTo>
                  <a:pt x="4324338" y="1814397"/>
                </a:lnTo>
                <a:lnTo>
                  <a:pt x="2459858" y="403264"/>
                </a:lnTo>
                <a:lnTo>
                  <a:pt x="2414726" y="370852"/>
                </a:lnTo>
                <a:cubicBezTo>
                  <a:pt x="2062641" y="131313"/>
                  <a:pt x="1661870" y="10180"/>
                  <a:pt x="1261883" y="615"/>
                </a:cubicBezTo>
                <a:cubicBezTo>
                  <a:pt x="845229" y="-9347"/>
                  <a:pt x="429425" y="101751"/>
                  <a:pt x="70385" y="326182"/>
                </a:cubicBezTo>
                <a:lnTo>
                  <a:pt x="0" y="376291"/>
                </a:lnTo>
                <a:close/>
              </a:path>
            </a:pathLst>
          </a:custGeom>
          <a:gradFill>
            <a:gsLst>
              <a:gs pos="27000">
                <a:schemeClr val="bg2">
                  <a:alpha val="70000"/>
                </a:schemeClr>
              </a:gs>
              <a:gs pos="100000">
                <a:schemeClr val="accent1">
                  <a:lumMod val="60000"/>
                  <a:lumOff val="40000"/>
                  <a:alpha val="77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695952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59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4"/>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4"/>
                                        </p:tgtEl>
                                      </p:cBhvr>
                                    </p:cmd>
                                  </p:childTnLst>
                                </p:cTn>
                              </p:par>
                            </p:childTnLst>
                          </p:cTn>
                        </p:par>
                      </p:childTnLst>
                    </p:cTn>
                  </p:par>
                </p:childTnLst>
              </p:cTn>
              <p:nextCondLst>
                <p:cond evt="onClick" delay="0">
                  <p:tgtEl>
                    <p:spTgt spid="4"/>
                  </p:tgtEl>
                </p:cond>
              </p:nextCondLst>
            </p:seq>
            <p:video>
              <p:cMediaNode mute="1">
                <p:cTn id="12" repeatCount="indefinite" fill="hold" display="0">
                  <p:stCondLst>
                    <p:cond delay="indefinite"/>
                  </p:stCondLst>
                </p:cTn>
                <p:tgtEl>
                  <p:spTgt spid="4"/>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6DA7F5EA-8FEB-C433-9A48-AF55DAB02939}"/>
              </a:ext>
            </a:extLst>
          </p:cNvPr>
          <p:cNvSpPr>
            <a:spLocks noGrp="1"/>
          </p:cNvSpPr>
          <p:nvPr>
            <p:ph type="title"/>
          </p:nvPr>
        </p:nvSpPr>
        <p:spPr/>
        <p:txBody>
          <a:bodyPr/>
          <a:lstStyle/>
          <a:p>
            <a:r>
              <a:rPr lang="de-DE" dirty="0"/>
              <a:t>Testpyramide</a:t>
            </a:r>
          </a:p>
        </p:txBody>
      </p:sp>
      <p:graphicFrame>
        <p:nvGraphicFramePr>
          <p:cNvPr id="8" name="Inhaltsplatzhalter 7">
            <a:extLst>
              <a:ext uri="{FF2B5EF4-FFF2-40B4-BE49-F238E27FC236}">
                <a16:creationId xmlns:a16="http://schemas.microsoft.com/office/drawing/2014/main" id="{2EFFA64C-9641-5177-EBA9-F660B8C88CFE}"/>
              </a:ext>
            </a:extLst>
          </p:cNvPr>
          <p:cNvGraphicFramePr>
            <a:graphicFrameLocks noGrp="1"/>
          </p:cNvGraphicFramePr>
          <p:nvPr>
            <p:ph idx="1"/>
            <p:extLst>
              <p:ext uri="{D42A27DB-BD31-4B8C-83A1-F6EECF244321}">
                <p14:modId xmlns:p14="http://schemas.microsoft.com/office/powerpoint/2010/main" val="2894893712"/>
              </p:ext>
            </p:extLst>
          </p:nvPr>
        </p:nvGraphicFramePr>
        <p:xfrm>
          <a:off x="1069975" y="2139950"/>
          <a:ext cx="8883650" cy="36766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41432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EBA10E3-6828-8372-6B9B-70B0C210587E}"/>
              </a:ext>
            </a:extLst>
          </p:cNvPr>
          <p:cNvSpPr>
            <a:spLocks noGrp="1"/>
          </p:cNvSpPr>
          <p:nvPr>
            <p:ph type="title"/>
          </p:nvPr>
        </p:nvSpPr>
        <p:spPr/>
        <p:txBody>
          <a:bodyPr/>
          <a:lstStyle/>
          <a:p>
            <a:r>
              <a:t>Angular Test-Runner: Vitest (Default ab v21)</a:t>
            </a:r>
          </a:p>
        </p:txBody>
      </p:sp>
      <p:graphicFrame>
        <p:nvGraphicFramePr>
          <p:cNvPr id="5" name="Inhaltsplatzhalter 2">
            <a:extLst>
              <a:ext uri="{FF2B5EF4-FFF2-40B4-BE49-F238E27FC236}">
                <a16:creationId xmlns:a16="http://schemas.microsoft.com/office/drawing/2014/main" id="{AEB6252D-EDFA-A4AB-5589-4FE0C0F2CCFF}"/>
              </a:ext>
            </a:extLst>
          </p:cNvPr>
          <p:cNvGraphicFramePr>
            <a:graphicFrameLocks noGrp="1"/>
          </p:cNvGraphicFramePr>
          <p:nvPr>
            <p:ph idx="1"/>
          </p:nvPr>
        </p:nvGraphicFramePr>
        <p:xfrm>
          <a:off x="1069848" y="2139696"/>
          <a:ext cx="8883836" cy="367768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41734610"/>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el 1">
            <a:extLst>
              <a:ext uri="{FF2B5EF4-FFF2-40B4-BE49-F238E27FC236}">
                <a16:creationId xmlns:a16="http://schemas.microsoft.com/office/drawing/2014/main" id="{E1D70460-FE6D-DB11-EDE0-0BBD52907F4F}"/>
              </a:ext>
            </a:extLst>
          </p:cNvPr>
          <p:cNvSpPr>
            <a:spLocks noGrp="1"/>
          </p:cNvSpPr>
          <p:nvPr>
            <p:ph type="title"/>
          </p:nvPr>
        </p:nvSpPr>
        <p:spPr>
          <a:xfrm>
            <a:off x="1987680" y="1143000"/>
            <a:ext cx="7946597" cy="1257300"/>
          </a:xfrm>
        </p:spPr>
        <p:txBody>
          <a:bodyPr anchor="ctr">
            <a:normAutofit/>
          </a:bodyPr>
          <a:lstStyle/>
          <a:p>
            <a:r>
              <a:t>Vitest – Standard-Test-Runner ab Angular 21</a:t>
            </a:r>
          </a:p>
        </p:txBody>
      </p:sp>
      <p:sp>
        <p:nvSpPr>
          <p:cNvPr id="4" name="Rectangle 1">
            <a:extLst>
              <a:ext uri="{FF2B5EF4-FFF2-40B4-BE49-F238E27FC236}">
                <a16:creationId xmlns:a16="http://schemas.microsoft.com/office/drawing/2014/main" id="{9952C1FA-BE54-8105-0D00-6D9827FD2E9E}"/>
              </a:ext>
            </a:extLst>
          </p:cNvPr>
          <p:cNvSpPr>
            <a:spLocks noGrp="1" noChangeArrowheads="1"/>
          </p:cNvSpPr>
          <p:nvPr>
            <p:ph idx="1"/>
          </p:nvPr>
        </p:nvSpPr>
        <p:spPr bwMode="auto">
          <a:xfrm>
            <a:off x="1987680" y="2411519"/>
            <a:ext cx="5380530" cy="3394641"/>
          </a:xfrm>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 Neue Projekte (ng new) und alle Übungsprojekte nutzen Vitest</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 angular.json</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"test": {</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  "builder": "@angular/build:unit-test",</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  "options": { "tsConfig": "tsconfig.spec.json", "runner": "vitest" }</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 Start: ng test   (einmalig: ng test --watch=false)</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 describe / it / expect / beforeEach / afterEach: wie gewohnt</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 Mocks und Spies: vi.fn() und vi.spyOn()</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 Bestandsprojekte mit Karma/Jasmine laufen weiter (Umstieg: siehe nächste Folien)</a:t>
            </a:r>
          </a:p>
        </p:txBody>
      </p:sp>
      <p:sp>
        <p:nvSpPr>
          <p:cNvPr id="11" name="Footer Placeholder 11">
            <a:extLst>
              <a:ext uri="{FF2B5EF4-FFF2-40B4-BE49-F238E27FC236}">
                <a16:creationId xmlns:a16="http://schemas.microsoft.com/office/drawing/2014/main" id="{D3F11434-174D-1999-3EFB-12EAB103792E}"/>
              </a:ext>
            </a:extLst>
          </p:cNvPr>
          <p:cNvSpPr>
            <a:spLocks noGrp="1"/>
          </p:cNvSpPr>
          <p:nvPr>
            <p:ph type="ftr" sz="quarter" idx="11"/>
          </p:nvPr>
        </p:nvSpPr>
        <p:spPr>
          <a:xfrm>
            <a:off x="8610602" y="6318446"/>
            <a:ext cx="2743198" cy="365125"/>
          </a:xfrm>
        </p:spPr>
        <p:txBody>
          <a:bodyPr/>
          <a:lstStyle/>
          <a:p>
            <a:pPr>
              <a:spcAft>
                <a:spcPts val="600"/>
              </a:spcAft>
            </a:pPr>
            <a:r>
              <a:rPr lang="en-US" dirty="0" err="1"/>
              <a:t>Vitest</a:t>
            </a:r>
            <a:endParaRPr lang="en-US" dirty="0"/>
          </a:p>
        </p:txBody>
      </p:sp>
      <p:sp>
        <p:nvSpPr>
          <p:cNvPr id="13" name="Slide Number Placeholder 12">
            <a:extLst>
              <a:ext uri="{FF2B5EF4-FFF2-40B4-BE49-F238E27FC236}">
                <a16:creationId xmlns:a16="http://schemas.microsoft.com/office/drawing/2014/main" id="{E81E43C7-A0CC-1802-1337-C72177715401}"/>
              </a:ext>
            </a:extLst>
          </p:cNvPr>
          <p:cNvSpPr>
            <a:spLocks noGrp="1"/>
          </p:cNvSpPr>
          <p:nvPr>
            <p:ph type="sldNum" sz="quarter" idx="12"/>
          </p:nvPr>
        </p:nvSpPr>
        <p:spPr>
          <a:xfrm>
            <a:off x="11353800" y="6318446"/>
            <a:ext cx="615696" cy="365125"/>
          </a:xfrm>
        </p:spPr>
        <p:txBody>
          <a:bodyPr/>
          <a:lstStyle/>
          <a:p>
            <a:pPr>
              <a:spcAft>
                <a:spcPts val="600"/>
              </a:spcAft>
            </a:pPr>
            <a:fld id="{5E84AC6A-A0EF-437B-BCEE-4772B0214A58}" type="slidenum">
              <a:rPr lang="en-US" smtClean="0"/>
              <a:pPr>
                <a:spcAft>
                  <a:spcPts val="600"/>
                </a:spcAft>
              </a:pPr>
              <a:t>9</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720AAA-9770-6A4F-16E9-8F92A340BF78}"/>
              </a:ext>
            </a:extLst>
          </p:cNvPr>
          <p:cNvSpPr>
            <a:spLocks noGrp="1"/>
          </p:cNvSpPr>
          <p:nvPr>
            <p:ph type="title"/>
          </p:nvPr>
        </p:nvSpPr>
        <p:spPr>
          <a:xfrm>
            <a:off x="1987680" y="1143000"/>
            <a:ext cx="7946597" cy="1257300"/>
          </a:xfrm>
        </p:spPr>
        <p:txBody>
          <a:bodyPr anchor="ctr">
            <a:normAutofit/>
          </a:bodyPr>
          <a:lstStyle/>
          <a:p>
            <a:r>
              <a:t>Konfiguration Vitest package.json</a:t>
            </a:r>
          </a:p>
        </p:txBody>
      </p:sp>
      <p:sp>
        <p:nvSpPr>
          <p:cNvPr id="4" name="Rectangle 1">
            <a:extLst>
              <a:ext uri="{FF2B5EF4-FFF2-40B4-BE49-F238E27FC236}">
                <a16:creationId xmlns:a16="http://schemas.microsoft.com/office/drawing/2014/main" id="{59558BAC-2A72-11F6-ED49-294F48B7BD26}"/>
              </a:ext>
            </a:extLst>
          </p:cNvPr>
          <p:cNvSpPr>
            <a:spLocks noGrp="1" noChangeArrowheads="1"/>
          </p:cNvSpPr>
          <p:nvPr>
            <p:ph idx="1"/>
          </p:nvPr>
        </p:nvSpPr>
        <p:spPr bwMode="auto">
          <a:xfrm>
            <a:off x="1987680" y="2411519"/>
            <a:ext cx="5380530" cy="3394641"/>
          </a:xfrm>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marR="0" lvl="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a:ln>
                  <a:noFill/>
                </a:ln>
                <a:effectLst/>
              </a:rPr>
              <a:t>"devDependencies": {</a:t>
            </a:r>
          </a:p>
          <a:p>
            <a:pPr marL="0" marR="0" lvl="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a:ln>
                  <a:noFill/>
                </a:ln>
                <a:effectLst/>
              </a:rPr>
              <a:t>  ..</a:t>
            </a:r>
          </a:p>
          <a:p>
            <a:pPr marL="0" marR="0" lvl="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a:ln>
                  <a:noFill/>
                </a:ln>
                <a:effectLst/>
              </a:rPr>
              <a:t>  "@angular/build": "^21.0.0",</a:t>
            </a:r>
          </a:p>
          <a:p>
            <a:pPr marL="0" marR="0" lvl="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a:ln>
                  <a:noFill/>
                </a:ln>
                <a:effectLst/>
              </a:rPr>
              <a:t>  "jsdom": "^28.0.0",</a:t>
            </a:r>
          </a:p>
          <a:p>
            <a:pPr marL="0" marR="0" lvl="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a:ln>
                  <a:noFill/>
                </a:ln>
                <a:effectLst/>
              </a:rPr>
              <a:t>  "typescript": "~5.9.0",</a:t>
            </a:r>
          </a:p>
          <a:p>
            <a:pPr marL="0" marR="0" lvl="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a:ln>
                  <a:noFill/>
                </a:ln>
                <a:effectLst/>
              </a:rPr>
              <a:t>  "vitest": "~4.0.18",</a:t>
            </a:r>
          </a:p>
          <a:p>
            <a:pPr marL="0" marR="0" lvl="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a:ln>
                  <a:noFill/>
                </a:ln>
                <a:effectLst/>
              </a:rPr>
              <a:t>  ..</a:t>
            </a:r>
          </a:p>
          <a:p>
            <a:pPr marL="0" marR="0" lvl="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a:ln>
                  <a:noFill/>
                </a:ln>
                <a:effectLst/>
              </a:rPr>
              <a:t>}</a:t>
            </a:r>
          </a:p>
        </p:txBody>
      </p:sp>
      <p:sp>
        <p:nvSpPr>
          <p:cNvPr id="11" name="Footer Placeholder 11">
            <a:extLst>
              <a:ext uri="{FF2B5EF4-FFF2-40B4-BE49-F238E27FC236}">
                <a16:creationId xmlns:a16="http://schemas.microsoft.com/office/drawing/2014/main" id="{D3F11434-174D-1999-3EFB-12EAB103792E}"/>
              </a:ext>
            </a:extLst>
          </p:cNvPr>
          <p:cNvSpPr>
            <a:spLocks noGrp="1"/>
          </p:cNvSpPr>
          <p:nvPr>
            <p:ph type="ftr" sz="quarter" idx="4294967295"/>
          </p:nvPr>
        </p:nvSpPr>
        <p:spPr>
          <a:xfrm>
            <a:off x="8610602" y="6318446"/>
            <a:ext cx="2743198" cy="365125"/>
          </a:xfrm>
        </p:spPr>
        <p:txBody>
          <a:bodyPr/>
          <a:lstStyle/>
          <a:p>
            <a:pPr>
              <a:spcAft>
                <a:spcPts val="600"/>
              </a:spcAft>
            </a:pPr>
            <a:r>
              <a:rPr lang="en-US" dirty="0"/>
              <a:t>Angular Testing</a:t>
            </a:r>
          </a:p>
        </p:txBody>
      </p:sp>
      <p:sp>
        <p:nvSpPr>
          <p:cNvPr id="13" name="Slide Number Placeholder 12">
            <a:extLst>
              <a:ext uri="{FF2B5EF4-FFF2-40B4-BE49-F238E27FC236}">
                <a16:creationId xmlns:a16="http://schemas.microsoft.com/office/drawing/2014/main" id="{E81E43C7-A0CC-1802-1337-C72177715401}"/>
              </a:ext>
            </a:extLst>
          </p:cNvPr>
          <p:cNvSpPr>
            <a:spLocks noGrp="1"/>
          </p:cNvSpPr>
          <p:nvPr>
            <p:ph type="sldNum" sz="quarter" idx="4294967295"/>
          </p:nvPr>
        </p:nvSpPr>
        <p:spPr>
          <a:xfrm>
            <a:off x="11353800" y="6318446"/>
            <a:ext cx="615696" cy="365125"/>
          </a:xfrm>
        </p:spPr>
        <p:txBody>
          <a:bodyPr/>
          <a:lstStyle/>
          <a:p>
            <a:pPr>
              <a:spcAft>
                <a:spcPts val="600"/>
              </a:spcAft>
            </a:pPr>
            <a:fld id="{5E84AC6A-A0EF-437B-BCEE-4772B0214A58}" type="slidenum">
              <a:rPr lang="en-US" smtClean="0"/>
              <a:pPr>
                <a:spcAft>
                  <a:spcPts val="600"/>
                </a:spcAft>
              </a:pPr>
              <a:t>4</a:t>
            </a:fld>
            <a:endParaRPr lang="en-US"/>
          </a:p>
        </p:txBody>
      </p:sp>
      <p:pic>
        <p:nvPicPr>
          <p:cNvPr id="8" name="Grafik 7" descr="Zurück mit einfarbiger Füllung">
            <a:extLst>
              <a:ext uri="{FF2B5EF4-FFF2-40B4-BE49-F238E27FC236}">
                <a16:creationId xmlns:a16="http://schemas.microsoft.com/office/drawing/2014/main" id="{643150EC-20A9-BE42-F514-AA1BCB30C25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060092" y="2143369"/>
            <a:ext cx="914400" cy="914400"/>
          </a:xfrm>
          <a:prstGeom prst="rect">
            <a:avLst/>
          </a:prstGeom>
        </p:spPr>
      </p:pic>
    </p:spTree>
    <p:extLst>
      <p:ext uri="{BB962C8B-B14F-4D97-AF65-F5344CB8AC3E}">
        <p14:creationId xmlns:p14="http://schemas.microsoft.com/office/powerpoint/2010/main" val="20855224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8DE788-13DB-12AF-782D-619111C4FB3D}"/>
              </a:ext>
            </a:extLst>
          </p:cNvPr>
          <p:cNvSpPr>
            <a:spLocks noGrp="1"/>
          </p:cNvSpPr>
          <p:nvPr>
            <p:ph type="title"/>
          </p:nvPr>
        </p:nvSpPr>
        <p:spPr>
          <a:xfrm>
            <a:off x="1987680" y="1143000"/>
            <a:ext cx="7946597" cy="1257300"/>
          </a:xfrm>
        </p:spPr>
        <p:txBody>
          <a:bodyPr anchor="ctr">
            <a:normAutofit/>
          </a:bodyPr>
          <a:lstStyle/>
          <a:p>
            <a:r>
              <a:t>Konfiguration Vitest angular.json</a:t>
            </a:r>
          </a:p>
        </p:txBody>
      </p:sp>
      <p:sp>
        <p:nvSpPr>
          <p:cNvPr id="4" name="Rectangle 1">
            <a:extLst>
              <a:ext uri="{FF2B5EF4-FFF2-40B4-BE49-F238E27FC236}">
                <a16:creationId xmlns:a16="http://schemas.microsoft.com/office/drawing/2014/main" id="{305CB7CE-0BEC-7931-2897-2A79D93A6A1A}"/>
              </a:ext>
            </a:extLst>
          </p:cNvPr>
          <p:cNvSpPr>
            <a:spLocks noGrp="1" noChangeArrowheads="1"/>
          </p:cNvSpPr>
          <p:nvPr>
            <p:ph idx="1"/>
          </p:nvPr>
        </p:nvSpPr>
        <p:spPr bwMode="auto">
          <a:xfrm>
            <a:off x="1987680" y="2411519"/>
            <a:ext cx="5380530" cy="3394641"/>
          </a:xfrm>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marR="0" lvl="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"test": {</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"builder": "@angular/build:unit-test",</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"options": {</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"tsConfig": "tsconfig.spec.json",</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"runner": "vitest"</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a:t>
            </a:r>
          </a:p>
        </p:txBody>
      </p:sp>
      <p:sp>
        <p:nvSpPr>
          <p:cNvPr id="11" name="Footer Placeholder 11">
            <a:extLst>
              <a:ext uri="{FF2B5EF4-FFF2-40B4-BE49-F238E27FC236}">
                <a16:creationId xmlns:a16="http://schemas.microsoft.com/office/drawing/2014/main" id="{D3F11434-174D-1999-3EFB-12EAB103792E}"/>
              </a:ext>
            </a:extLst>
          </p:cNvPr>
          <p:cNvSpPr>
            <a:spLocks noGrp="1"/>
          </p:cNvSpPr>
          <p:nvPr>
            <p:ph type="ftr" sz="quarter" idx="4294967295"/>
          </p:nvPr>
        </p:nvSpPr>
        <p:spPr>
          <a:xfrm>
            <a:off x="8610602" y="6318446"/>
            <a:ext cx="2743198" cy="365125"/>
          </a:xfrm>
        </p:spPr>
        <p:txBody>
          <a:bodyPr/>
          <a:lstStyle/>
          <a:p>
            <a:r>
              <a:t>angular.json</a:t>
            </a:r>
          </a:p>
        </p:txBody>
      </p:sp>
      <p:sp>
        <p:nvSpPr>
          <p:cNvPr id="13" name="Slide Number Placeholder 12">
            <a:extLst>
              <a:ext uri="{FF2B5EF4-FFF2-40B4-BE49-F238E27FC236}">
                <a16:creationId xmlns:a16="http://schemas.microsoft.com/office/drawing/2014/main" id="{E81E43C7-A0CC-1802-1337-C72177715401}"/>
              </a:ext>
            </a:extLst>
          </p:cNvPr>
          <p:cNvSpPr>
            <a:spLocks noGrp="1"/>
          </p:cNvSpPr>
          <p:nvPr>
            <p:ph type="sldNum" sz="quarter" idx="4294967295"/>
          </p:nvPr>
        </p:nvSpPr>
        <p:spPr>
          <a:xfrm>
            <a:off x="11353800" y="6318446"/>
            <a:ext cx="615696" cy="365125"/>
          </a:xfrm>
        </p:spPr>
        <p:txBody>
          <a:bodyPr/>
          <a:lstStyle/>
          <a:p>
            <a:pPr>
              <a:spcAft>
                <a:spcPts val="600"/>
              </a:spcAft>
            </a:pPr>
            <a:fld id="{5E84AC6A-A0EF-437B-BCEE-4772B0214A58}" type="slidenum">
              <a:rPr lang="en-US" smtClean="0"/>
              <a:pPr>
                <a:spcAft>
                  <a:spcPts val="600"/>
                </a:spcAft>
              </a:pPr>
              <a:t>5</a:t>
            </a:fld>
            <a:endParaRPr lang="en-US"/>
          </a:p>
        </p:txBody>
      </p:sp>
      <p:pic>
        <p:nvPicPr>
          <p:cNvPr id="5" name="Grafik 4" descr="Zurück mit einfarbiger Füllung">
            <a:extLst>
              <a:ext uri="{FF2B5EF4-FFF2-40B4-BE49-F238E27FC236}">
                <a16:creationId xmlns:a16="http://schemas.microsoft.com/office/drawing/2014/main" id="{1707459A-D1C7-372E-7619-B670F20EAEF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645820" y="3077990"/>
            <a:ext cx="914400" cy="914400"/>
          </a:xfrm>
          <a:prstGeom prst="rect">
            <a:avLst/>
          </a:prstGeom>
        </p:spPr>
      </p:pic>
    </p:spTree>
    <p:extLst>
      <p:ext uri="{BB962C8B-B14F-4D97-AF65-F5344CB8AC3E}">
        <p14:creationId xmlns:p14="http://schemas.microsoft.com/office/powerpoint/2010/main" val="17821133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5ECB3C-9DF6-E646-F29F-FAA41226BE2C}"/>
              </a:ext>
            </a:extLst>
          </p:cNvPr>
          <p:cNvSpPr>
            <a:spLocks noGrp="1"/>
          </p:cNvSpPr>
          <p:nvPr>
            <p:ph type="title"/>
          </p:nvPr>
        </p:nvSpPr>
        <p:spPr>
          <a:xfrm>
            <a:off x="1066799" y="1132367"/>
            <a:ext cx="7608074" cy="1257299"/>
          </a:xfrm>
        </p:spPr>
        <p:txBody>
          <a:bodyPr anchor="ctr">
            <a:normAutofit/>
          </a:bodyPr>
          <a:lstStyle/>
          <a:p>
            <a:r>
              <a:t>Konfiguration Vitest tsconfig.spec.json</a:t>
            </a:r>
          </a:p>
        </p:txBody>
      </p:sp>
      <p:sp>
        <p:nvSpPr>
          <p:cNvPr id="4" name="Rectangle 1">
            <a:extLst>
              <a:ext uri="{FF2B5EF4-FFF2-40B4-BE49-F238E27FC236}">
                <a16:creationId xmlns:a16="http://schemas.microsoft.com/office/drawing/2014/main" id="{5356549B-316D-0806-0D40-1760A4E52E56}"/>
              </a:ext>
            </a:extLst>
          </p:cNvPr>
          <p:cNvSpPr>
            <a:spLocks noGrp="1" noChangeArrowheads="1"/>
          </p:cNvSpPr>
          <p:nvPr>
            <p:ph idx="1"/>
          </p:nvPr>
        </p:nvSpPr>
        <p:spPr bwMode="auto">
          <a:xfrm>
            <a:off x="1066800" y="2736850"/>
            <a:ext cx="5029200" cy="2978152"/>
          </a:xfrm>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marR="0" lvl="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 To learn more about this file see: https://angular.dev/reference/configs/file-structure. */</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"extends": "./tsconfig.json",</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"compilerOptions": {</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"outDir": "./out-tsc/spec",</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"types": [</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"vitest/globals"</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"include": [</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"src/**/*.spec.ts",</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"src/**/*.d.ts"</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  ]</a:t>
            </a:r>
            <a:br>
              <a:rPr kumimoji="0" lang="de-DE" altLang="de-DE" sz="1100" b="0" i="0" u="none" strike="noStrike" cap="none" normalizeH="0" baseline="0" dirty="0">
                <a:ln>
                  <a:noFill/>
                </a:ln>
                <a:effectLst/>
              </a:rPr>
            </a:br>
            <a:r>
              <a:rPr kumimoji="0" lang="de-DE" altLang="de-DE" sz="1100" b="0" i="0" u="none" strike="noStrike" cap="none" normalizeH="0" baseline="0">
                <a:ln>
                  <a:noFill/>
                </a:ln>
                <a:effectLst/>
              </a:rPr>
              <a:t>}</a:t>
            </a:r>
          </a:p>
        </p:txBody>
      </p:sp>
      <p:sp>
        <p:nvSpPr>
          <p:cNvPr id="11" name="Footer Placeholder 4">
            <a:extLst>
              <a:ext uri="{FF2B5EF4-FFF2-40B4-BE49-F238E27FC236}">
                <a16:creationId xmlns:a16="http://schemas.microsoft.com/office/drawing/2014/main" id="{1708E09F-170D-14D7-B0A7-90CEA3BF602E}"/>
              </a:ext>
            </a:extLst>
          </p:cNvPr>
          <p:cNvSpPr>
            <a:spLocks noGrp="1"/>
          </p:cNvSpPr>
          <p:nvPr>
            <p:ph type="ftr" sz="quarter" idx="4294967295"/>
          </p:nvPr>
        </p:nvSpPr>
        <p:spPr>
          <a:xfrm>
            <a:off x="8610602" y="6318446"/>
            <a:ext cx="2743198" cy="365125"/>
          </a:xfrm>
        </p:spPr>
        <p:txBody>
          <a:bodyPr/>
          <a:lstStyle/>
          <a:p>
            <a:pPr>
              <a:spcAft>
                <a:spcPts val="600"/>
              </a:spcAft>
            </a:pPr>
            <a:r>
              <a:rPr lang="en-US" dirty="0" err="1"/>
              <a:t>tsconfig.spec.json</a:t>
            </a:r>
            <a:endParaRPr lang="en-US" dirty="0"/>
          </a:p>
        </p:txBody>
      </p:sp>
      <p:sp>
        <p:nvSpPr>
          <p:cNvPr id="13" name="Slide Number Placeholder 5">
            <a:extLst>
              <a:ext uri="{FF2B5EF4-FFF2-40B4-BE49-F238E27FC236}">
                <a16:creationId xmlns:a16="http://schemas.microsoft.com/office/drawing/2014/main" id="{F76A1578-4BAB-8672-0768-2FB5B6E7D8CD}"/>
              </a:ext>
            </a:extLst>
          </p:cNvPr>
          <p:cNvSpPr>
            <a:spLocks noGrp="1"/>
          </p:cNvSpPr>
          <p:nvPr>
            <p:ph type="sldNum" sz="quarter" idx="4294967295"/>
          </p:nvPr>
        </p:nvSpPr>
        <p:spPr>
          <a:xfrm>
            <a:off x="11353800" y="6318446"/>
            <a:ext cx="615696" cy="365125"/>
          </a:xfrm>
        </p:spPr>
        <p:txBody>
          <a:bodyPr/>
          <a:lstStyle/>
          <a:p>
            <a:pPr>
              <a:spcAft>
                <a:spcPts val="600"/>
              </a:spcAft>
            </a:pPr>
            <a:fld id="{5E84AC6A-A0EF-437B-BCEE-4772B0214A58}" type="slidenum">
              <a:rPr lang="en-US" smtClean="0"/>
              <a:pPr>
                <a:spcAft>
                  <a:spcPts val="600"/>
                </a:spcAft>
              </a:pPr>
              <a:t>6</a:t>
            </a:fld>
            <a:endParaRPr lang="en-US"/>
          </a:p>
        </p:txBody>
      </p:sp>
      <p:pic>
        <p:nvPicPr>
          <p:cNvPr id="5" name="Grafik 4" descr="Zurück mit einfarbiger Füllung">
            <a:extLst>
              <a:ext uri="{FF2B5EF4-FFF2-40B4-BE49-F238E27FC236}">
                <a16:creationId xmlns:a16="http://schemas.microsoft.com/office/drawing/2014/main" id="{82661B4D-E347-1EC2-49C1-8A3E63189D3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950745" y="4355106"/>
            <a:ext cx="914400" cy="914400"/>
          </a:xfrm>
          <a:prstGeom prst="rect">
            <a:avLst/>
          </a:prstGeom>
        </p:spPr>
      </p:pic>
    </p:spTree>
    <p:extLst>
      <p:ext uri="{BB962C8B-B14F-4D97-AF65-F5344CB8AC3E}">
        <p14:creationId xmlns:p14="http://schemas.microsoft.com/office/powerpoint/2010/main" val="5779847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F3D5A2-9ED6-C9C4-5208-B47F4DBB2BAC}"/>
              </a:ext>
            </a:extLst>
          </p:cNvPr>
          <p:cNvSpPr>
            <a:spLocks noGrp="1"/>
          </p:cNvSpPr>
          <p:nvPr>
            <p:ph type="ctrTitle"/>
          </p:nvPr>
        </p:nvSpPr>
        <p:spPr>
          <a:xfrm>
            <a:off x="1066801" y="5074083"/>
            <a:ext cx="5508170" cy="1240970"/>
          </a:xfrm>
        </p:spPr>
        <p:txBody>
          <a:bodyPr anchor="t">
            <a:normAutofit/>
          </a:bodyPr>
          <a:lstStyle/>
          <a:p>
            <a:pPr algn="r"/>
            <a:r>
              <a:rPr lang="de-DE"/>
              <a:t>Test Runner</a:t>
            </a:r>
          </a:p>
        </p:txBody>
      </p:sp>
      <p:sp>
        <p:nvSpPr>
          <p:cNvPr id="18" name="Subtitle 2">
            <a:extLst>
              <a:ext uri="{FF2B5EF4-FFF2-40B4-BE49-F238E27FC236}">
                <a16:creationId xmlns:a16="http://schemas.microsoft.com/office/drawing/2014/main" id="{009106D3-01C3-DD00-6EFD-E230063B074F}"/>
              </a:ext>
            </a:extLst>
          </p:cNvPr>
          <p:cNvSpPr>
            <a:spLocks noGrp="1"/>
          </p:cNvSpPr>
          <p:nvPr>
            <p:ph type="subTitle" idx="1"/>
          </p:nvPr>
        </p:nvSpPr>
        <p:spPr>
          <a:xfrm>
            <a:off x="7668349" y="5233915"/>
            <a:ext cx="3380652" cy="900573"/>
          </a:xfrm>
        </p:spPr>
        <p:txBody>
          <a:bodyPr/>
          <a:lstStyle/>
          <a:p>
            <a:r>
              <a:rPr lang="en-US" dirty="0"/>
              <a:t>&gt; ng test</a:t>
            </a:r>
          </a:p>
        </p:txBody>
      </p:sp>
      <p:pic>
        <p:nvPicPr>
          <p:cNvPr id="5" name="Inhaltsplatzhalter 4">
            <a:extLst>
              <a:ext uri="{FF2B5EF4-FFF2-40B4-BE49-F238E27FC236}">
                <a16:creationId xmlns:a16="http://schemas.microsoft.com/office/drawing/2014/main" id="{3874CEC1-ED3B-9FCE-F069-CC4055662AC9}"/>
              </a:ext>
            </a:extLst>
          </p:cNvPr>
          <p:cNvPicPr>
            <a:picLocks noGrp="1" noChangeAspect="1"/>
          </p:cNvPicPr>
          <p:nvPr>
            <p:ph idx="4294967295"/>
          </p:nvPr>
        </p:nvPicPr>
        <p:blipFill>
          <a:blip r:embed="rId2"/>
          <a:stretch>
            <a:fillRect/>
          </a:stretch>
        </p:blipFill>
        <p:spPr>
          <a:xfrm>
            <a:off x="2470238" y="723512"/>
            <a:ext cx="7187834" cy="3827522"/>
          </a:xfrm>
          <a:noFill/>
        </p:spPr>
      </p:pic>
      <p:sp>
        <p:nvSpPr>
          <p:cNvPr id="20" name="Footer Placeholder 4">
            <a:extLst>
              <a:ext uri="{FF2B5EF4-FFF2-40B4-BE49-F238E27FC236}">
                <a16:creationId xmlns:a16="http://schemas.microsoft.com/office/drawing/2014/main" id="{1ACC6352-32E6-10D7-B4C7-4F0502E450C8}"/>
              </a:ext>
            </a:extLst>
          </p:cNvPr>
          <p:cNvSpPr>
            <a:spLocks noGrp="1"/>
          </p:cNvSpPr>
          <p:nvPr>
            <p:ph type="ftr" sz="quarter" idx="11"/>
          </p:nvPr>
        </p:nvSpPr>
        <p:spPr>
          <a:xfrm>
            <a:off x="8610602" y="6318446"/>
            <a:ext cx="2743198" cy="365125"/>
          </a:xfrm>
        </p:spPr>
        <p:txBody>
          <a:bodyPr/>
          <a:lstStyle/>
          <a:p>
            <a:r>
              <a:t>Vitest Test Result</a:t>
            </a:r>
          </a:p>
        </p:txBody>
      </p:sp>
      <p:sp>
        <p:nvSpPr>
          <p:cNvPr id="21" name="Slide Number Placeholder 5">
            <a:extLst>
              <a:ext uri="{FF2B5EF4-FFF2-40B4-BE49-F238E27FC236}">
                <a16:creationId xmlns:a16="http://schemas.microsoft.com/office/drawing/2014/main" id="{26552065-B3CA-5929-D039-2DBB600B8B87}"/>
              </a:ext>
            </a:extLst>
          </p:cNvPr>
          <p:cNvSpPr>
            <a:spLocks noGrp="1"/>
          </p:cNvSpPr>
          <p:nvPr>
            <p:ph type="sldNum" sz="quarter" idx="12"/>
          </p:nvPr>
        </p:nvSpPr>
        <p:spPr>
          <a:xfrm>
            <a:off x="11353800" y="6318446"/>
            <a:ext cx="615696" cy="365125"/>
          </a:xfrm>
        </p:spPr>
        <p:txBody>
          <a:bodyPr/>
          <a:lstStyle/>
          <a:p>
            <a:pPr>
              <a:spcAft>
                <a:spcPts val="600"/>
              </a:spcAft>
            </a:pPr>
            <a:fld id="{5E84AC6A-A0EF-437B-BCEE-4772B0214A58}" type="slidenum">
              <a:rPr lang="en-US" smtClean="0"/>
              <a:pPr>
                <a:spcAft>
                  <a:spcPts val="600"/>
                </a:spcAft>
              </a:pPr>
              <a:t>7</a:t>
            </a:fld>
            <a:endParaRPr lang="en-US"/>
          </a:p>
        </p:txBody>
      </p:sp>
    </p:spTree>
    <p:extLst>
      <p:ext uri="{BB962C8B-B14F-4D97-AF65-F5344CB8AC3E}">
        <p14:creationId xmlns:p14="http://schemas.microsoft.com/office/powerpoint/2010/main" val="4173553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CAAFF1-5CE4-7989-6AB7-A3CF4DEB841B}"/>
              </a:ext>
            </a:extLst>
          </p:cNvPr>
          <p:cNvSpPr>
            <a:spLocks noGrp="1"/>
          </p:cNvSpPr>
          <p:nvPr>
            <p:ph type="title"/>
          </p:nvPr>
        </p:nvSpPr>
        <p:spPr/>
        <p:txBody>
          <a:bodyPr/>
          <a:lstStyle/>
          <a:p>
            <a:r>
              <a:t>Vitest Vokabular</a:t>
            </a:r>
          </a:p>
        </p:txBody>
      </p:sp>
      <p:graphicFrame>
        <p:nvGraphicFramePr>
          <p:cNvPr id="5" name="Inhaltsplatzhalter 4">
            <a:extLst>
              <a:ext uri="{FF2B5EF4-FFF2-40B4-BE49-F238E27FC236}">
                <a16:creationId xmlns:a16="http://schemas.microsoft.com/office/drawing/2014/main" id="{32FEE010-F51B-69CE-BC1F-2BAD76B1CAC8}"/>
              </a:ext>
            </a:extLst>
          </p:cNvPr>
          <p:cNvGraphicFramePr>
            <a:graphicFrameLocks noGrp="1"/>
          </p:cNvGraphicFramePr>
          <p:nvPr>
            <p:ph idx="1"/>
            <p:extLst>
              <p:ext uri="{D42A27DB-BD31-4B8C-83A1-F6EECF244321}">
                <p14:modId xmlns:p14="http://schemas.microsoft.com/office/powerpoint/2010/main" val="2713769126"/>
              </p:ext>
            </p:extLst>
          </p:nvPr>
        </p:nvGraphicFramePr>
        <p:xfrm>
          <a:off x="1069975" y="2139950"/>
          <a:ext cx="8883650" cy="36766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303633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D70460-FE6D-DB11-EDE0-0BBD52907F4F}"/>
              </a:ext>
            </a:extLst>
          </p:cNvPr>
          <p:cNvSpPr>
            <a:spLocks noGrp="1"/>
          </p:cNvSpPr>
          <p:nvPr>
            <p:ph type="title"/>
          </p:nvPr>
        </p:nvSpPr>
        <p:spPr>
          <a:xfrm>
            <a:off x="1987680" y="1143000"/>
            <a:ext cx="7946597" cy="1257300"/>
          </a:xfrm>
        </p:spPr>
        <p:txBody>
          <a:bodyPr anchor="ctr">
            <a:normAutofit/>
          </a:bodyPr>
          <a:lstStyle/>
          <a:p>
            <a:r>
              <a:rPr lang="de-DE" dirty="0"/>
              <a:t>Einfaches Beispiel – Testsubjekt </a:t>
            </a:r>
            <a:r>
              <a:rPr lang="de-DE" dirty="0" err="1"/>
              <a:t>ExampleService</a:t>
            </a:r>
            <a:endParaRPr lang="de-DE" dirty="0"/>
          </a:p>
        </p:txBody>
      </p:sp>
      <p:sp>
        <p:nvSpPr>
          <p:cNvPr id="4" name="Rectangle 1">
            <a:extLst>
              <a:ext uri="{FF2B5EF4-FFF2-40B4-BE49-F238E27FC236}">
                <a16:creationId xmlns:a16="http://schemas.microsoft.com/office/drawing/2014/main" id="{9952C1FA-BE54-8105-0D00-6D9827FD2E9E}"/>
              </a:ext>
            </a:extLst>
          </p:cNvPr>
          <p:cNvSpPr>
            <a:spLocks noGrp="1" noChangeArrowheads="1"/>
          </p:cNvSpPr>
          <p:nvPr>
            <p:ph idx="1"/>
          </p:nvPr>
        </p:nvSpPr>
        <p:spPr bwMode="auto">
          <a:xfrm>
            <a:off x="1987680" y="2411519"/>
            <a:ext cx="5380530" cy="3394641"/>
          </a:xfrm>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marR="0" lvl="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dirty="0" err="1">
                <a:ln>
                  <a:noFill/>
                </a:ln>
                <a:effectLst/>
              </a:rPr>
              <a:t>describe</a:t>
            </a:r>
            <a:r>
              <a:rPr kumimoji="0" lang="de-DE" altLang="de-DE" sz="1100" b="0" i="0" u="none" strike="noStrike" cap="none" normalizeH="0" baseline="0" dirty="0">
                <a:ln>
                  <a:noFill/>
                </a:ln>
                <a:effectLst/>
              </a:rPr>
              <a:t>('</a:t>
            </a:r>
            <a:r>
              <a:rPr kumimoji="0" lang="de-DE" altLang="de-DE" sz="1100" b="0" i="0" u="none" strike="noStrike" cap="none" normalizeH="0" baseline="0" dirty="0" err="1">
                <a:ln>
                  <a:noFill/>
                </a:ln>
                <a:effectLst/>
              </a:rPr>
              <a:t>ExampleService</a:t>
            </a:r>
            <a:r>
              <a:rPr kumimoji="0" lang="de-DE" altLang="de-DE" sz="1100" b="0" i="0" u="none" strike="noStrike" cap="none" normalizeH="0" baseline="0" dirty="0">
                <a:ln>
                  <a:noFill/>
                </a:ln>
                <a:effectLst/>
              </a:rPr>
              <a:t>', () =&gt; {</a:t>
            </a:r>
            <a:br>
              <a:rPr kumimoji="0" lang="de-DE" altLang="de-DE" sz="1100" b="0" i="0" u="none" strike="noStrike" cap="none" normalizeH="0" baseline="0" dirty="0">
                <a:ln>
                  <a:noFill/>
                </a:ln>
                <a:effectLst/>
              </a:rPr>
            </a:br>
            <a:r>
              <a:rPr kumimoji="0" lang="de-DE" altLang="de-DE" sz="1100" b="0" i="0" u="none" strike="noStrike" cap="none" normalizeH="0" baseline="0" dirty="0">
                <a:ln>
                  <a:noFill/>
                </a:ln>
                <a:effectLst/>
              </a:rPr>
              <a:t>  </a:t>
            </a:r>
            <a:r>
              <a:rPr kumimoji="0" lang="de-DE" altLang="de-DE" sz="1100" b="0" i="0" u="none" strike="noStrike" cap="none" normalizeH="0" baseline="0" dirty="0" err="1">
                <a:ln>
                  <a:noFill/>
                </a:ln>
                <a:effectLst/>
              </a:rPr>
              <a:t>let</a:t>
            </a:r>
            <a:r>
              <a:rPr kumimoji="0" lang="de-DE" altLang="de-DE" sz="1100" b="0" i="0" u="none" strike="noStrike" cap="none" normalizeH="0" baseline="0" dirty="0">
                <a:ln>
                  <a:noFill/>
                </a:ln>
                <a:effectLst/>
              </a:rPr>
              <a:t> </a:t>
            </a:r>
            <a:r>
              <a:rPr kumimoji="0" lang="de-DE" altLang="de-DE" sz="1100" b="0" i="0" u="none" strike="noStrike" cap="none" normalizeH="0" baseline="0" dirty="0" err="1">
                <a:ln>
                  <a:noFill/>
                </a:ln>
                <a:effectLst/>
              </a:rPr>
              <a:t>service</a:t>
            </a:r>
            <a:r>
              <a:rPr kumimoji="0" lang="de-DE" altLang="de-DE" sz="1100" b="0" i="0" u="none" strike="noStrike" cap="none" normalizeH="0" baseline="0" dirty="0">
                <a:ln>
                  <a:noFill/>
                </a:ln>
                <a:effectLst/>
              </a:rPr>
              <a:t>: </a:t>
            </a:r>
            <a:r>
              <a:rPr kumimoji="0" lang="de-DE" altLang="de-DE" sz="1100" b="0" i="0" u="none" strike="noStrike" cap="none" normalizeH="0" baseline="0" dirty="0" err="1">
                <a:ln>
                  <a:noFill/>
                </a:ln>
                <a:effectLst/>
              </a:rPr>
              <a:t>ExampleService</a:t>
            </a:r>
            <a:r>
              <a:rPr kumimoji="0" lang="de-DE" altLang="de-DE" sz="1100" b="0" i="0" u="none" strike="noStrike" cap="none" normalizeH="0" baseline="0" dirty="0">
                <a:ln>
                  <a:noFill/>
                </a:ln>
                <a:effectLst/>
              </a:rPr>
              <a:t>;</a:t>
            </a:r>
            <a:br>
              <a:rPr kumimoji="0" lang="de-DE" altLang="de-DE" sz="1100" b="0" i="0" u="none" strike="noStrike" cap="none" normalizeH="0" baseline="0" dirty="0">
                <a:ln>
                  <a:noFill/>
                </a:ln>
                <a:effectLst/>
              </a:rPr>
            </a:br>
            <a:r>
              <a:rPr kumimoji="0" lang="de-DE" altLang="de-DE" sz="1100" b="0" i="0" u="none" strike="noStrike" cap="none" normalizeH="0" baseline="0" dirty="0">
                <a:ln>
                  <a:noFill/>
                </a:ln>
                <a:effectLst/>
              </a:rPr>
              <a:t> </a:t>
            </a:r>
            <a:br>
              <a:rPr kumimoji="0" lang="de-DE" altLang="de-DE" sz="1100" b="0" i="0" u="none" strike="noStrike" cap="none" normalizeH="0" baseline="0" dirty="0">
                <a:ln>
                  <a:noFill/>
                </a:ln>
                <a:effectLst/>
              </a:rPr>
            </a:br>
            <a:br>
              <a:rPr kumimoji="0" lang="de-DE" altLang="de-DE" sz="1100" b="0" i="0" u="none" strike="noStrike" cap="none" normalizeH="0" baseline="0" dirty="0">
                <a:ln>
                  <a:noFill/>
                </a:ln>
                <a:effectLst/>
              </a:rPr>
            </a:br>
            <a:r>
              <a:rPr kumimoji="0" lang="de-DE" altLang="de-DE" sz="1100" b="0" i="0" u="none" strike="noStrike" cap="none" normalizeH="0" baseline="0" dirty="0">
                <a:ln>
                  <a:noFill/>
                </a:ln>
                <a:effectLst/>
              </a:rPr>
              <a:t>  </a:t>
            </a:r>
            <a:r>
              <a:rPr kumimoji="0" lang="de-DE" altLang="de-DE" sz="1100" b="0" i="0" u="none" strike="noStrike" cap="none" normalizeH="0" baseline="0" dirty="0" err="1">
                <a:ln>
                  <a:noFill/>
                </a:ln>
                <a:effectLst/>
              </a:rPr>
              <a:t>beforeEach</a:t>
            </a:r>
            <a:r>
              <a:rPr kumimoji="0" lang="de-DE" altLang="de-DE" sz="1100" b="0" i="0" u="none" strike="noStrike" cap="none" normalizeH="0" baseline="0" dirty="0">
                <a:ln>
                  <a:noFill/>
                </a:ln>
                <a:effectLst/>
              </a:rPr>
              <a:t>(() =&gt; {</a:t>
            </a:r>
            <a:br>
              <a:rPr kumimoji="0" lang="de-DE" altLang="de-DE" sz="1100" b="0" i="0" u="none" strike="noStrike" cap="none" normalizeH="0" baseline="0" dirty="0">
                <a:ln>
                  <a:noFill/>
                </a:ln>
                <a:effectLst/>
              </a:rPr>
            </a:br>
            <a:r>
              <a:rPr kumimoji="0" lang="de-DE" altLang="de-DE" sz="1100" b="0" i="0" u="none" strike="noStrike" cap="none" normalizeH="0" baseline="0" dirty="0">
                <a:ln>
                  <a:noFill/>
                </a:ln>
                <a:effectLst/>
              </a:rPr>
              <a:t>    </a:t>
            </a:r>
            <a:r>
              <a:rPr kumimoji="0" lang="de-DE" altLang="de-DE" sz="1100" b="1" i="1" u="none" strike="noStrike" cap="none" normalizeH="0" baseline="0" dirty="0" err="1">
                <a:ln>
                  <a:noFill/>
                </a:ln>
                <a:effectLst/>
              </a:rPr>
              <a:t>TestBed</a:t>
            </a:r>
            <a:r>
              <a:rPr kumimoji="0" lang="de-DE" altLang="de-DE" sz="1100" b="0" i="0" u="none" strike="noStrike" cap="none" normalizeH="0" baseline="0" dirty="0" err="1">
                <a:ln>
                  <a:noFill/>
                </a:ln>
                <a:effectLst/>
              </a:rPr>
              <a:t>.configureTestingModule</a:t>
            </a:r>
            <a:r>
              <a:rPr kumimoji="0" lang="de-DE" altLang="de-DE" sz="1100" b="0" i="0" u="none" strike="noStrike" cap="none" normalizeH="0" baseline="0" dirty="0">
                <a:ln>
                  <a:noFill/>
                </a:ln>
                <a:effectLst/>
              </a:rPr>
              <a:t>({});</a:t>
            </a:r>
            <a:br>
              <a:rPr kumimoji="0" lang="de-DE" altLang="de-DE" sz="1100" b="0" i="0" u="none" strike="noStrike" cap="none" normalizeH="0" baseline="0" dirty="0">
                <a:ln>
                  <a:noFill/>
                </a:ln>
                <a:effectLst/>
              </a:rPr>
            </a:br>
            <a:r>
              <a:rPr kumimoji="0" lang="de-DE" altLang="de-DE" sz="1100" b="0" i="0" u="none" strike="noStrike" cap="none" normalizeH="0" baseline="0" dirty="0">
                <a:ln>
                  <a:noFill/>
                </a:ln>
                <a:effectLst/>
              </a:rPr>
              <a:t>    </a:t>
            </a:r>
            <a:r>
              <a:rPr kumimoji="0" lang="de-DE" altLang="de-DE" sz="1100" b="0" i="0" u="none" strike="noStrike" cap="none" normalizeH="0" baseline="0" dirty="0" err="1">
                <a:ln>
                  <a:noFill/>
                </a:ln>
                <a:effectLst/>
              </a:rPr>
              <a:t>service</a:t>
            </a:r>
            <a:r>
              <a:rPr kumimoji="0" lang="de-DE" altLang="de-DE" sz="1100" b="0" i="0" u="none" strike="noStrike" cap="none" normalizeH="0" baseline="0" dirty="0">
                <a:ln>
                  <a:noFill/>
                </a:ln>
                <a:effectLst/>
              </a:rPr>
              <a:t> = </a:t>
            </a:r>
            <a:r>
              <a:rPr kumimoji="0" lang="de-DE" altLang="de-DE" sz="1100" b="1" i="1" u="none" strike="noStrike" cap="none" normalizeH="0" baseline="0" dirty="0" err="1">
                <a:ln>
                  <a:noFill/>
                </a:ln>
                <a:effectLst/>
              </a:rPr>
              <a:t>TestBed</a:t>
            </a:r>
            <a:r>
              <a:rPr kumimoji="0" lang="de-DE" altLang="de-DE" sz="1100" b="0" i="0" u="none" strike="noStrike" cap="none" normalizeH="0" baseline="0" dirty="0" err="1">
                <a:ln>
                  <a:noFill/>
                </a:ln>
                <a:effectLst/>
              </a:rPr>
              <a:t>.inject</a:t>
            </a:r>
            <a:r>
              <a:rPr kumimoji="0" lang="de-DE" altLang="de-DE" sz="1100" b="0" i="0" u="none" strike="noStrike" cap="none" normalizeH="0" baseline="0" dirty="0">
                <a:ln>
                  <a:noFill/>
                </a:ln>
                <a:effectLst/>
              </a:rPr>
              <a:t>(</a:t>
            </a:r>
            <a:r>
              <a:rPr kumimoji="0" lang="de-DE" altLang="de-DE" sz="1100" b="0" i="0" u="none" strike="noStrike" cap="none" normalizeH="0" baseline="0" dirty="0" err="1">
                <a:ln>
                  <a:noFill/>
                </a:ln>
                <a:effectLst/>
              </a:rPr>
              <a:t>ExampleService</a:t>
            </a:r>
            <a:r>
              <a:rPr kumimoji="0" lang="de-DE" altLang="de-DE" sz="1100" b="0" i="0" u="none" strike="noStrike" cap="none" normalizeH="0" baseline="0" dirty="0">
                <a:ln>
                  <a:noFill/>
                </a:ln>
                <a:effectLst/>
              </a:rPr>
              <a:t>);</a:t>
            </a:r>
            <a:br>
              <a:rPr kumimoji="0" lang="de-DE" altLang="de-DE" sz="1100" b="0" i="0" u="none" strike="noStrike" cap="none" normalizeH="0" baseline="0" dirty="0">
                <a:ln>
                  <a:noFill/>
                </a:ln>
                <a:effectLst/>
              </a:rPr>
            </a:br>
            <a:r>
              <a:rPr kumimoji="0" lang="de-DE" altLang="de-DE" sz="1100" b="0" i="0" u="none" strike="noStrike" cap="none" normalizeH="0" baseline="0" dirty="0">
                <a:ln>
                  <a:noFill/>
                </a:ln>
                <a:effectLst/>
              </a:rPr>
              <a:t>  });</a:t>
            </a:r>
            <a:br>
              <a:rPr kumimoji="0" lang="de-DE" altLang="de-DE" sz="1100" b="0" i="0" u="none" strike="noStrike" cap="none" normalizeH="0" baseline="0" dirty="0">
                <a:ln>
                  <a:noFill/>
                </a:ln>
                <a:effectLst/>
              </a:rPr>
            </a:br>
            <a:br>
              <a:rPr kumimoji="0" lang="de-DE" altLang="de-DE" sz="1100" b="0" i="0" u="none" strike="noStrike" cap="none" normalizeH="0" baseline="0" dirty="0">
                <a:ln>
                  <a:noFill/>
                </a:ln>
                <a:effectLst/>
              </a:rPr>
            </a:br>
            <a:r>
              <a:rPr kumimoji="0" lang="de-DE" altLang="de-DE" sz="1100" b="0" i="0" u="none" strike="noStrike" cap="none" normalizeH="0" baseline="0" dirty="0">
                <a:ln>
                  <a:noFill/>
                </a:ln>
                <a:effectLst/>
              </a:rPr>
              <a:t>  </a:t>
            </a:r>
            <a:r>
              <a:rPr kumimoji="0" lang="de-DE" altLang="de-DE" sz="1100" b="0" i="0" u="none" strike="noStrike" cap="none" normalizeH="0" baseline="0" dirty="0" err="1">
                <a:ln>
                  <a:noFill/>
                </a:ln>
                <a:effectLst/>
              </a:rPr>
              <a:t>it</a:t>
            </a:r>
            <a:r>
              <a:rPr kumimoji="0" lang="de-DE" altLang="de-DE" sz="1100" b="0" i="0" u="none" strike="noStrike" cap="none" normalizeH="0" baseline="0" dirty="0">
                <a:ln>
                  <a:noFill/>
                </a:ln>
                <a:effectLst/>
              </a:rPr>
              <a:t>('</a:t>
            </a:r>
            <a:r>
              <a:rPr kumimoji="0" lang="de-DE" altLang="de-DE" sz="1100" b="0" i="0" u="none" strike="noStrike" cap="none" normalizeH="0" baseline="0" dirty="0" err="1">
                <a:ln>
                  <a:noFill/>
                </a:ln>
                <a:effectLst/>
              </a:rPr>
              <a:t>should</a:t>
            </a:r>
            <a:r>
              <a:rPr kumimoji="0" lang="de-DE" altLang="de-DE" sz="1100" b="0" i="0" u="none" strike="noStrike" cap="none" normalizeH="0" baseline="0" dirty="0">
                <a:ln>
                  <a:noFill/>
                </a:ln>
                <a:effectLst/>
              </a:rPr>
              <a:t> </a:t>
            </a:r>
            <a:r>
              <a:rPr kumimoji="0" lang="de-DE" altLang="de-DE" sz="1100" b="0" i="0" u="none" strike="noStrike" cap="none" normalizeH="0" baseline="0" dirty="0" err="1">
                <a:ln>
                  <a:noFill/>
                </a:ln>
                <a:effectLst/>
              </a:rPr>
              <a:t>be</a:t>
            </a:r>
            <a:r>
              <a:rPr kumimoji="0" lang="de-DE" altLang="de-DE" sz="1100" b="0" i="0" u="none" strike="noStrike" cap="none" normalizeH="0" baseline="0" dirty="0">
                <a:ln>
                  <a:noFill/>
                </a:ln>
                <a:effectLst/>
              </a:rPr>
              <a:t> </a:t>
            </a:r>
            <a:r>
              <a:rPr kumimoji="0" lang="de-DE" altLang="de-DE" sz="1100" b="0" i="0" u="none" strike="noStrike" cap="none" normalizeH="0" baseline="0" dirty="0" err="1">
                <a:ln>
                  <a:noFill/>
                </a:ln>
                <a:effectLst/>
              </a:rPr>
              <a:t>created</a:t>
            </a:r>
            <a:r>
              <a:rPr kumimoji="0" lang="de-DE" altLang="de-DE" sz="1100" b="0" i="0" u="none" strike="noStrike" cap="none" normalizeH="0" baseline="0" dirty="0">
                <a:ln>
                  <a:noFill/>
                </a:ln>
                <a:effectLst/>
              </a:rPr>
              <a:t>', () =&gt; {</a:t>
            </a:r>
            <a:br>
              <a:rPr kumimoji="0" lang="de-DE" altLang="de-DE" sz="1100" b="0" i="0" u="none" strike="noStrike" cap="none" normalizeH="0" baseline="0" dirty="0">
                <a:ln>
                  <a:noFill/>
                </a:ln>
                <a:effectLst/>
              </a:rPr>
            </a:br>
            <a:r>
              <a:rPr kumimoji="0" lang="de-DE" altLang="de-DE" sz="1100" b="0" i="0" u="none" strike="noStrike" cap="none" normalizeH="0" baseline="0" dirty="0">
                <a:ln>
                  <a:noFill/>
                </a:ln>
                <a:effectLst/>
              </a:rPr>
              <a:t>    </a:t>
            </a:r>
            <a:r>
              <a:rPr kumimoji="0" lang="de-DE" altLang="de-DE" sz="1100" b="0" i="0" u="none" strike="noStrike" cap="none" normalizeH="0" baseline="0" dirty="0" err="1">
                <a:ln>
                  <a:noFill/>
                </a:ln>
                <a:effectLst/>
              </a:rPr>
              <a:t>expect</a:t>
            </a:r>
            <a:r>
              <a:rPr kumimoji="0" lang="de-DE" altLang="de-DE" sz="1100" b="0" i="0" u="none" strike="noStrike" cap="none" normalizeH="0" baseline="0" dirty="0">
                <a:ln>
                  <a:noFill/>
                </a:ln>
                <a:effectLst/>
              </a:rPr>
              <a:t>(</a:t>
            </a:r>
            <a:r>
              <a:rPr kumimoji="0" lang="de-DE" altLang="de-DE" sz="1100" b="0" i="0" u="none" strike="noStrike" cap="none" normalizeH="0" baseline="0" dirty="0" err="1">
                <a:ln>
                  <a:noFill/>
                </a:ln>
                <a:effectLst/>
              </a:rPr>
              <a:t>service</a:t>
            </a:r>
            <a:r>
              <a:rPr kumimoji="0" lang="de-DE" altLang="de-DE" sz="1100" b="0" i="0" u="none" strike="noStrike" cap="none" normalizeH="0" baseline="0" dirty="0">
                <a:ln>
                  <a:noFill/>
                </a:ln>
                <a:effectLst/>
              </a:rPr>
              <a:t>).</a:t>
            </a:r>
            <a:r>
              <a:rPr kumimoji="0" lang="de-DE" altLang="de-DE" sz="1100" b="0" i="0" u="none" strike="noStrike" cap="none" normalizeH="0" baseline="0" dirty="0" err="1">
                <a:ln>
                  <a:noFill/>
                </a:ln>
                <a:effectLst/>
              </a:rPr>
              <a:t>toBeTruthy</a:t>
            </a:r>
            <a:r>
              <a:rPr kumimoji="0" lang="de-DE" altLang="de-DE" sz="1100" b="0" i="0" u="none" strike="noStrike" cap="none" normalizeH="0" baseline="0" dirty="0">
                <a:ln>
                  <a:noFill/>
                </a:ln>
                <a:effectLst/>
              </a:rPr>
              <a:t>();</a:t>
            </a:r>
            <a:br>
              <a:rPr kumimoji="0" lang="de-DE" altLang="de-DE" sz="1100" b="0" i="0" u="none" strike="noStrike" cap="none" normalizeH="0" baseline="0" dirty="0">
                <a:ln>
                  <a:noFill/>
                </a:ln>
                <a:effectLst/>
              </a:rPr>
            </a:br>
            <a:r>
              <a:rPr kumimoji="0" lang="de-DE" altLang="de-DE" sz="1100" b="0" i="0" u="none" strike="noStrike" cap="none" normalizeH="0" baseline="0" dirty="0">
                <a:ln>
                  <a:noFill/>
                </a:ln>
                <a:effectLst/>
              </a:rPr>
              <a:t>  });</a:t>
            </a:r>
            <a:br>
              <a:rPr kumimoji="0" lang="de-DE" altLang="de-DE" sz="1100" b="0" i="0" u="none" strike="noStrike" cap="none" normalizeH="0" baseline="0" dirty="0">
                <a:ln>
                  <a:noFill/>
                </a:ln>
                <a:effectLst/>
              </a:rPr>
            </a:br>
            <a:r>
              <a:rPr kumimoji="0" lang="de-DE" altLang="de-DE" sz="1100" b="0" i="0" u="none" strike="noStrike" cap="none" normalizeH="0" baseline="0" dirty="0">
                <a:ln>
                  <a:noFill/>
                </a:ln>
                <a:effectLst/>
              </a:rPr>
              <a:t>});</a:t>
            </a:r>
          </a:p>
        </p:txBody>
      </p:sp>
      <p:sp>
        <p:nvSpPr>
          <p:cNvPr id="11" name="Footer Placeholder 11">
            <a:extLst>
              <a:ext uri="{FF2B5EF4-FFF2-40B4-BE49-F238E27FC236}">
                <a16:creationId xmlns:a16="http://schemas.microsoft.com/office/drawing/2014/main" id="{D3F11434-174D-1999-3EFB-12EAB103792E}"/>
              </a:ext>
            </a:extLst>
          </p:cNvPr>
          <p:cNvSpPr>
            <a:spLocks noGrp="1"/>
          </p:cNvSpPr>
          <p:nvPr>
            <p:ph type="ftr" sz="quarter" idx="11"/>
          </p:nvPr>
        </p:nvSpPr>
        <p:spPr>
          <a:xfrm>
            <a:off x="8610602" y="6318446"/>
            <a:ext cx="2743198" cy="365125"/>
          </a:xfrm>
        </p:spPr>
        <p:txBody>
          <a:bodyPr/>
          <a:lstStyle/>
          <a:p>
            <a:pPr>
              <a:spcAft>
                <a:spcPts val="600"/>
              </a:spcAft>
            </a:pPr>
            <a:r>
              <a:rPr lang="en-US" dirty="0" err="1"/>
              <a:t>Testexample</a:t>
            </a:r>
            <a:endParaRPr lang="en-US" dirty="0"/>
          </a:p>
        </p:txBody>
      </p:sp>
      <p:sp>
        <p:nvSpPr>
          <p:cNvPr id="13" name="Slide Number Placeholder 12">
            <a:extLst>
              <a:ext uri="{FF2B5EF4-FFF2-40B4-BE49-F238E27FC236}">
                <a16:creationId xmlns:a16="http://schemas.microsoft.com/office/drawing/2014/main" id="{E81E43C7-A0CC-1802-1337-C72177715401}"/>
              </a:ext>
            </a:extLst>
          </p:cNvPr>
          <p:cNvSpPr>
            <a:spLocks noGrp="1"/>
          </p:cNvSpPr>
          <p:nvPr>
            <p:ph type="sldNum" sz="quarter" idx="12"/>
          </p:nvPr>
        </p:nvSpPr>
        <p:spPr>
          <a:xfrm>
            <a:off x="11353800" y="6318446"/>
            <a:ext cx="615696" cy="365125"/>
          </a:xfrm>
        </p:spPr>
        <p:txBody>
          <a:bodyPr/>
          <a:lstStyle/>
          <a:p>
            <a:pPr>
              <a:spcAft>
                <a:spcPts val="600"/>
              </a:spcAft>
            </a:pPr>
            <a:fld id="{5E84AC6A-A0EF-437B-BCEE-4772B0214A58}" type="slidenum">
              <a:rPr lang="en-US" smtClean="0"/>
              <a:pPr>
                <a:spcAft>
                  <a:spcPts val="600"/>
                </a:spcAft>
              </a:pPr>
              <a:t>9</a:t>
            </a:fld>
            <a:endParaRPr lang="en-US"/>
          </a:p>
        </p:txBody>
      </p:sp>
      <p:sp>
        <p:nvSpPr>
          <p:cNvPr id="14" name="Textfeld 13">
            <a:extLst>
              <a:ext uri="{FF2B5EF4-FFF2-40B4-BE49-F238E27FC236}">
                <a16:creationId xmlns:a16="http://schemas.microsoft.com/office/drawing/2014/main" id="{DBD3A6F5-4BFF-4D21-0379-42109BB6DEDA}"/>
              </a:ext>
            </a:extLst>
          </p:cNvPr>
          <p:cNvSpPr txBox="1"/>
          <p:nvPr/>
        </p:nvSpPr>
        <p:spPr>
          <a:xfrm>
            <a:off x="6096000" y="3990041"/>
            <a:ext cx="1481496" cy="369332"/>
          </a:xfrm>
          <a:prstGeom prst="rect">
            <a:avLst/>
          </a:prstGeom>
          <a:noFill/>
        </p:spPr>
        <p:txBody>
          <a:bodyPr wrap="none" rtlCol="0">
            <a:spAutoFit/>
          </a:bodyPr>
          <a:lstStyle/>
          <a:p>
            <a:r>
              <a:rPr lang="de-DE" dirty="0" err="1">
                <a:solidFill>
                  <a:schemeClr val="accent1">
                    <a:lumMod val="60000"/>
                    <a:lumOff val="40000"/>
                  </a:schemeClr>
                </a:solidFill>
              </a:rPr>
              <a:t>Expectation</a:t>
            </a:r>
            <a:endParaRPr lang="de-DE" dirty="0">
              <a:solidFill>
                <a:schemeClr val="accent1">
                  <a:lumMod val="60000"/>
                  <a:lumOff val="40000"/>
                </a:schemeClr>
              </a:solidFill>
            </a:endParaRPr>
          </a:p>
        </p:txBody>
      </p:sp>
      <p:sp>
        <p:nvSpPr>
          <p:cNvPr id="15" name="Textfeld 14">
            <a:extLst>
              <a:ext uri="{FF2B5EF4-FFF2-40B4-BE49-F238E27FC236}">
                <a16:creationId xmlns:a16="http://schemas.microsoft.com/office/drawing/2014/main" id="{E7057F30-AA58-54F3-7950-66ABA073F411}"/>
              </a:ext>
            </a:extLst>
          </p:cNvPr>
          <p:cNvSpPr txBox="1"/>
          <p:nvPr/>
        </p:nvSpPr>
        <p:spPr>
          <a:xfrm>
            <a:off x="6111630" y="4359373"/>
            <a:ext cx="1082348" cy="369332"/>
          </a:xfrm>
          <a:prstGeom prst="rect">
            <a:avLst/>
          </a:prstGeom>
          <a:noFill/>
        </p:spPr>
        <p:txBody>
          <a:bodyPr wrap="none" rtlCol="0">
            <a:spAutoFit/>
          </a:bodyPr>
          <a:lstStyle/>
          <a:p>
            <a:r>
              <a:rPr lang="de-DE" dirty="0" err="1">
                <a:solidFill>
                  <a:schemeClr val="accent1">
                    <a:lumMod val="60000"/>
                    <a:lumOff val="40000"/>
                  </a:schemeClr>
                </a:solidFill>
              </a:rPr>
              <a:t>Matcher</a:t>
            </a:r>
            <a:endParaRPr lang="de-DE" dirty="0">
              <a:solidFill>
                <a:schemeClr val="accent1">
                  <a:lumMod val="60000"/>
                  <a:lumOff val="40000"/>
                </a:schemeClr>
              </a:solidFill>
            </a:endParaRPr>
          </a:p>
        </p:txBody>
      </p:sp>
      <p:sp>
        <p:nvSpPr>
          <p:cNvPr id="17" name="Textfeld 16">
            <a:extLst>
              <a:ext uri="{FF2B5EF4-FFF2-40B4-BE49-F238E27FC236}">
                <a16:creationId xmlns:a16="http://schemas.microsoft.com/office/drawing/2014/main" id="{31E8EE0E-5705-D8C6-387C-0AD81EEF5FA6}"/>
              </a:ext>
            </a:extLst>
          </p:cNvPr>
          <p:cNvSpPr txBox="1"/>
          <p:nvPr/>
        </p:nvSpPr>
        <p:spPr>
          <a:xfrm>
            <a:off x="6079847" y="3244334"/>
            <a:ext cx="822661" cy="369332"/>
          </a:xfrm>
          <a:prstGeom prst="rect">
            <a:avLst/>
          </a:prstGeom>
          <a:noFill/>
        </p:spPr>
        <p:txBody>
          <a:bodyPr wrap="none" rtlCol="0">
            <a:spAutoFit/>
          </a:bodyPr>
          <a:lstStyle/>
          <a:p>
            <a:r>
              <a:rPr lang="de-DE" dirty="0">
                <a:solidFill>
                  <a:schemeClr val="accent1">
                    <a:lumMod val="60000"/>
                    <a:lumOff val="40000"/>
                  </a:schemeClr>
                </a:solidFill>
              </a:rPr>
              <a:t>Setup</a:t>
            </a:r>
          </a:p>
        </p:txBody>
      </p:sp>
      <p:sp>
        <p:nvSpPr>
          <p:cNvPr id="20" name="Textfeld 19">
            <a:extLst>
              <a:ext uri="{FF2B5EF4-FFF2-40B4-BE49-F238E27FC236}">
                <a16:creationId xmlns:a16="http://schemas.microsoft.com/office/drawing/2014/main" id="{8C1D21A7-71A4-A589-9986-08CCC693EB9B}"/>
              </a:ext>
            </a:extLst>
          </p:cNvPr>
          <p:cNvSpPr txBox="1"/>
          <p:nvPr/>
        </p:nvSpPr>
        <p:spPr>
          <a:xfrm>
            <a:off x="6111630" y="2411519"/>
            <a:ext cx="736099" cy="369332"/>
          </a:xfrm>
          <a:prstGeom prst="rect">
            <a:avLst/>
          </a:prstGeom>
          <a:noFill/>
        </p:spPr>
        <p:txBody>
          <a:bodyPr wrap="none" rtlCol="0">
            <a:spAutoFit/>
          </a:bodyPr>
          <a:lstStyle/>
          <a:p>
            <a:r>
              <a:rPr lang="de-DE" dirty="0">
                <a:solidFill>
                  <a:schemeClr val="accent1">
                    <a:lumMod val="60000"/>
                    <a:lumOff val="40000"/>
                  </a:schemeClr>
                </a:solidFill>
              </a:rPr>
              <a:t>Suite</a:t>
            </a:r>
          </a:p>
        </p:txBody>
      </p:sp>
    </p:spTree>
    <p:extLst>
      <p:ext uri="{BB962C8B-B14F-4D97-AF65-F5344CB8AC3E}">
        <p14:creationId xmlns:p14="http://schemas.microsoft.com/office/powerpoint/2010/main" val="4346998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C5A5655-2A4D-58E6-D6CF-BF71CA417AED}"/>
              </a:ext>
            </a:extLst>
          </p:cNvPr>
          <p:cNvSpPr>
            <a:spLocks noGrp="1"/>
          </p:cNvSpPr>
          <p:nvPr>
            <p:ph type="title"/>
          </p:nvPr>
        </p:nvSpPr>
        <p:spPr/>
        <p:txBody>
          <a:bodyPr/>
          <a:lstStyle/>
          <a:p>
            <a:r>
              <a:rPr lang="de-DE" dirty="0"/>
              <a:t>Setup, </a:t>
            </a:r>
            <a:r>
              <a:rPr lang="de-DE" dirty="0" err="1"/>
              <a:t>Teardown</a:t>
            </a:r>
            <a:r>
              <a:rPr lang="de-DE" dirty="0"/>
              <a:t> </a:t>
            </a:r>
          </a:p>
        </p:txBody>
      </p:sp>
      <p:graphicFrame>
        <p:nvGraphicFramePr>
          <p:cNvPr id="5" name="Inhaltsplatzhalter 4">
            <a:extLst>
              <a:ext uri="{FF2B5EF4-FFF2-40B4-BE49-F238E27FC236}">
                <a16:creationId xmlns:a16="http://schemas.microsoft.com/office/drawing/2014/main" id="{6080F86F-9BAF-D620-A4FD-F60AE140071C}"/>
              </a:ext>
            </a:extLst>
          </p:cNvPr>
          <p:cNvGraphicFramePr>
            <a:graphicFrameLocks noGrp="1"/>
          </p:cNvGraphicFramePr>
          <p:nvPr>
            <p:ph idx="1"/>
            <p:extLst>
              <p:ext uri="{D42A27DB-BD31-4B8C-83A1-F6EECF244321}">
                <p14:modId xmlns:p14="http://schemas.microsoft.com/office/powerpoint/2010/main" val="3328342074"/>
              </p:ext>
            </p:extLst>
          </p:nvPr>
        </p:nvGraphicFramePr>
        <p:xfrm>
          <a:off x="1069975" y="2139950"/>
          <a:ext cx="8883650" cy="36766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14971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C0D97D-ADFE-519C-9C64-81F0513D3353}"/>
              </a:ext>
            </a:extLst>
          </p:cNvPr>
          <p:cNvSpPr>
            <a:spLocks noGrp="1"/>
          </p:cNvSpPr>
          <p:nvPr>
            <p:ph type="title"/>
          </p:nvPr>
        </p:nvSpPr>
        <p:spPr/>
        <p:txBody>
          <a:bodyPr/>
          <a:lstStyle/>
          <a:p>
            <a:r>
              <a:rPr lang="de-DE" dirty="0"/>
              <a:t>Setup initialisiere </a:t>
            </a:r>
            <a:r>
              <a:rPr lang="de-DE" dirty="0" err="1"/>
              <a:t>Testwelt</a:t>
            </a:r>
            <a:endParaRPr lang="de-DE" dirty="0"/>
          </a:p>
        </p:txBody>
      </p:sp>
      <p:sp>
        <p:nvSpPr>
          <p:cNvPr id="3" name="Inhaltsplatzhalter 2">
            <a:extLst>
              <a:ext uri="{FF2B5EF4-FFF2-40B4-BE49-F238E27FC236}">
                <a16:creationId xmlns:a16="http://schemas.microsoft.com/office/drawing/2014/main" id="{24C5D27F-C0E0-440C-72B2-9815CF995141}"/>
              </a:ext>
            </a:extLst>
          </p:cNvPr>
          <p:cNvSpPr>
            <a:spLocks noGrp="1"/>
          </p:cNvSpPr>
          <p:nvPr>
            <p:ph idx="1"/>
          </p:nvPr>
        </p:nvSpPr>
        <p:spPr/>
        <p:txBody>
          <a:bodyPr/>
          <a:lstStyle/>
          <a:p>
            <a:r>
              <a:rPr kumimoji="0" lang="de-DE" altLang="de-DE" sz="1800" b="0" i="0" u="none" strike="noStrike" cap="none" normalizeH="0" baseline="0" dirty="0">
                <a:ln>
                  <a:noFill/>
                </a:ln>
                <a:effectLst/>
              </a:rPr>
              <a:t> </a:t>
            </a:r>
            <a:r>
              <a:rPr kumimoji="0" lang="de-DE" altLang="de-DE" sz="1800" b="0" i="0" u="none" strike="noStrike" cap="none" normalizeH="0" baseline="0" dirty="0" err="1">
                <a:ln>
                  <a:noFill/>
                </a:ln>
                <a:effectLst/>
              </a:rPr>
              <a:t>beforeEach</a:t>
            </a:r>
            <a:r>
              <a:rPr kumimoji="0" lang="de-DE" altLang="de-DE" sz="1800" b="0" i="0" u="none" strike="noStrike" cap="none" normalizeH="0" baseline="0" dirty="0">
                <a:ln>
                  <a:noFill/>
                </a:ln>
                <a:effectLst/>
              </a:rPr>
              <a:t>(() =&gt; {</a:t>
            </a:r>
            <a:br>
              <a:rPr kumimoji="0" lang="de-DE" altLang="de-DE" sz="1800" b="0" i="0" u="none" strike="noStrike" cap="none" normalizeH="0" baseline="0" dirty="0">
                <a:ln>
                  <a:noFill/>
                </a:ln>
                <a:effectLst/>
              </a:rPr>
            </a:br>
            <a:r>
              <a:rPr kumimoji="0" lang="de-DE" altLang="de-DE" sz="1800" b="0" i="0" u="none" strike="noStrike" cap="none" normalizeH="0" baseline="0" dirty="0">
                <a:ln>
                  <a:noFill/>
                </a:ln>
                <a:effectLst/>
              </a:rPr>
              <a:t>    </a:t>
            </a:r>
            <a:r>
              <a:rPr kumimoji="0" lang="de-DE" altLang="de-DE" sz="1800" b="1" i="1" u="none" strike="noStrike" cap="none" normalizeH="0" baseline="0" dirty="0" err="1">
                <a:ln>
                  <a:noFill/>
                </a:ln>
                <a:effectLst/>
              </a:rPr>
              <a:t>TestBed</a:t>
            </a:r>
            <a:r>
              <a:rPr kumimoji="0" lang="de-DE" altLang="de-DE" sz="1800" b="0" i="0" u="none" strike="noStrike" cap="none" normalizeH="0" baseline="0" dirty="0" err="1">
                <a:ln>
                  <a:noFill/>
                </a:ln>
                <a:effectLst/>
              </a:rPr>
              <a:t>.configureTestingModule</a:t>
            </a:r>
            <a:r>
              <a:rPr kumimoji="0" lang="de-DE" altLang="de-DE" sz="1800" b="0" i="0" u="none" strike="noStrike" cap="none" normalizeH="0" baseline="0" dirty="0">
                <a:ln>
                  <a:noFill/>
                </a:ln>
                <a:effectLst/>
              </a:rPr>
              <a:t>({});	</a:t>
            </a:r>
            <a:r>
              <a:rPr lang="de-DE" dirty="0">
                <a:solidFill>
                  <a:schemeClr val="accent1">
                    <a:lumMod val="60000"/>
                    <a:lumOff val="40000"/>
                  </a:schemeClr>
                </a:solidFill>
              </a:rPr>
              <a:t> Setup </a:t>
            </a:r>
            <a:r>
              <a:rPr lang="de-DE" dirty="0" err="1">
                <a:solidFill>
                  <a:schemeClr val="accent1">
                    <a:lumMod val="60000"/>
                    <a:lumOff val="40000"/>
                  </a:schemeClr>
                </a:solidFill>
              </a:rPr>
              <a:t>TestModule</a:t>
            </a:r>
            <a:r>
              <a:rPr lang="de-DE" dirty="0">
                <a:solidFill>
                  <a:schemeClr val="accent1">
                    <a:lumMod val="60000"/>
                    <a:lumOff val="40000"/>
                  </a:schemeClr>
                </a:solidFill>
              </a:rPr>
              <a:t> mittels </a:t>
            </a:r>
            <a:r>
              <a:rPr lang="de-DE" dirty="0" err="1">
                <a:solidFill>
                  <a:schemeClr val="accent1">
                    <a:lumMod val="60000"/>
                    <a:lumOff val="40000"/>
                  </a:schemeClr>
                </a:solidFill>
              </a:rPr>
              <a:t>Config</a:t>
            </a:r>
            <a:r>
              <a:rPr lang="de-DE" dirty="0">
                <a:solidFill>
                  <a:schemeClr val="accent1">
                    <a:lumMod val="60000"/>
                    <a:lumOff val="40000"/>
                  </a:schemeClr>
                </a:solidFill>
              </a:rPr>
              <a:t> 						</a:t>
            </a:r>
            <a:r>
              <a:rPr lang="de-DE" dirty="0" err="1">
                <a:solidFill>
                  <a:schemeClr val="accent1">
                    <a:lumMod val="60000"/>
                    <a:lumOff val="40000"/>
                  </a:schemeClr>
                </a:solidFill>
              </a:rPr>
              <a:t>Object</a:t>
            </a:r>
            <a:br>
              <a:rPr kumimoji="0" lang="de-DE" altLang="de-DE" sz="1800" b="0" i="0" u="none" strike="noStrike" cap="none" normalizeH="0" baseline="0" dirty="0">
                <a:ln>
                  <a:noFill/>
                </a:ln>
                <a:effectLst/>
              </a:rPr>
            </a:br>
            <a:r>
              <a:rPr kumimoji="0" lang="de-DE" altLang="de-DE" sz="1800" b="0" i="0" u="none" strike="noStrike" cap="none" normalizeH="0" baseline="0" dirty="0">
                <a:ln>
                  <a:noFill/>
                </a:ln>
                <a:effectLst/>
              </a:rPr>
              <a:t>    </a:t>
            </a:r>
            <a:r>
              <a:rPr kumimoji="0" lang="de-DE" altLang="de-DE" sz="1800" b="0" i="0" u="none" strike="noStrike" cap="none" normalizeH="0" baseline="0" dirty="0" err="1">
                <a:ln>
                  <a:noFill/>
                </a:ln>
                <a:effectLst/>
              </a:rPr>
              <a:t>service</a:t>
            </a:r>
            <a:r>
              <a:rPr kumimoji="0" lang="de-DE" altLang="de-DE" sz="1800" b="0" i="0" u="none" strike="noStrike" cap="none" normalizeH="0" baseline="0" dirty="0">
                <a:ln>
                  <a:noFill/>
                </a:ln>
                <a:effectLst/>
              </a:rPr>
              <a:t> = </a:t>
            </a:r>
            <a:r>
              <a:rPr kumimoji="0" lang="de-DE" altLang="de-DE" sz="1800" b="1" i="1" u="none" strike="noStrike" cap="none" normalizeH="0" baseline="0" dirty="0" err="1">
                <a:ln>
                  <a:noFill/>
                </a:ln>
                <a:effectLst/>
              </a:rPr>
              <a:t>TestBed</a:t>
            </a:r>
            <a:r>
              <a:rPr kumimoji="0" lang="de-DE" altLang="de-DE" sz="1800" b="0" i="0" u="none" strike="noStrike" cap="none" normalizeH="0" baseline="0" dirty="0" err="1">
                <a:ln>
                  <a:noFill/>
                </a:ln>
                <a:effectLst/>
              </a:rPr>
              <a:t>.inject</a:t>
            </a:r>
            <a:r>
              <a:rPr kumimoji="0" lang="de-DE" altLang="de-DE" sz="1800" b="0" i="0" u="none" strike="noStrike" cap="none" normalizeH="0" baseline="0" dirty="0">
                <a:ln>
                  <a:noFill/>
                </a:ln>
                <a:effectLst/>
              </a:rPr>
              <a:t>(</a:t>
            </a:r>
            <a:r>
              <a:rPr kumimoji="0" lang="de-DE" altLang="de-DE" sz="1800" b="0" i="0" u="none" strike="noStrike" cap="none" normalizeH="0" baseline="0" dirty="0" err="1">
                <a:ln>
                  <a:noFill/>
                </a:ln>
                <a:effectLst/>
              </a:rPr>
              <a:t>ExampleService</a:t>
            </a:r>
            <a:r>
              <a:rPr kumimoji="0" lang="de-DE" altLang="de-DE" sz="1800" b="0" i="0" u="none" strike="noStrike" cap="none" normalizeH="0" baseline="0" dirty="0">
                <a:ln>
                  <a:noFill/>
                </a:ln>
                <a:effectLst/>
              </a:rPr>
              <a:t>);</a:t>
            </a:r>
            <a:br>
              <a:rPr kumimoji="0" lang="de-DE" altLang="de-DE" sz="1800" b="0" i="0" u="none" strike="noStrike" cap="none" normalizeH="0" baseline="0" dirty="0">
                <a:ln>
                  <a:noFill/>
                </a:ln>
                <a:effectLst/>
              </a:rPr>
            </a:br>
            <a:r>
              <a:rPr kumimoji="0" lang="de-DE" altLang="de-DE" sz="1800" b="0" i="0" u="none" strike="noStrike" cap="none" normalizeH="0" baseline="0" dirty="0">
                <a:ln>
                  <a:noFill/>
                </a:ln>
                <a:effectLst/>
              </a:rPr>
              <a:t>  });</a:t>
            </a:r>
            <a:endParaRPr lang="de-DE" dirty="0"/>
          </a:p>
        </p:txBody>
      </p:sp>
    </p:spTree>
    <p:extLst>
      <p:ext uri="{BB962C8B-B14F-4D97-AF65-F5344CB8AC3E}">
        <p14:creationId xmlns:p14="http://schemas.microsoft.com/office/powerpoint/2010/main" val="31720020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9852A0-AED9-5108-F9BE-1469CC4B0DD4}"/>
              </a:ext>
            </a:extLst>
          </p:cNvPr>
          <p:cNvSpPr>
            <a:spLocks noGrp="1"/>
          </p:cNvSpPr>
          <p:nvPr>
            <p:ph type="title"/>
          </p:nvPr>
        </p:nvSpPr>
        <p:spPr/>
        <p:txBody>
          <a:bodyPr/>
          <a:lstStyle/>
          <a:p>
            <a:r>
              <a:rPr lang="de-DE" dirty="0" err="1"/>
              <a:t>Expectation</a:t>
            </a:r>
            <a:endParaRPr lang="de-DE" dirty="0"/>
          </a:p>
        </p:txBody>
      </p:sp>
      <p:sp>
        <p:nvSpPr>
          <p:cNvPr id="3" name="Inhaltsplatzhalter 2">
            <a:extLst>
              <a:ext uri="{FF2B5EF4-FFF2-40B4-BE49-F238E27FC236}">
                <a16:creationId xmlns:a16="http://schemas.microsoft.com/office/drawing/2014/main" id="{40FA3CC1-8C66-C510-08E4-6C875844186A}"/>
              </a:ext>
            </a:extLst>
          </p:cNvPr>
          <p:cNvSpPr>
            <a:spLocks noGrp="1"/>
          </p:cNvSpPr>
          <p:nvPr>
            <p:ph idx="1"/>
          </p:nvPr>
        </p:nvSpPr>
        <p:spPr/>
        <p:txBody>
          <a:bodyPr/>
          <a:lstStyle/>
          <a:p>
            <a:r>
              <a:rPr kumimoji="0" lang="de-DE" altLang="de-DE" sz="1800" b="0" i="0" u="none" strike="noStrike" cap="none" normalizeH="0" baseline="0" dirty="0">
                <a:ln>
                  <a:noFill/>
                </a:ln>
                <a:effectLst/>
              </a:rPr>
              <a:t> </a:t>
            </a:r>
          </a:p>
          <a:p>
            <a:pPr marL="0" indent="0">
              <a:buNone/>
            </a:pPr>
            <a:r>
              <a:rPr lang="de-DE" altLang="de-DE" dirty="0"/>
              <a:t>	</a:t>
            </a:r>
            <a:r>
              <a:rPr lang="de-DE" altLang="de-DE" dirty="0">
                <a:solidFill>
                  <a:schemeClr val="accent1">
                    <a:lumMod val="60000"/>
                    <a:lumOff val="40000"/>
                  </a:schemeClr>
                </a:solidFill>
              </a:rPr>
              <a:t>Beschreibung</a:t>
            </a:r>
          </a:p>
          <a:p>
            <a:r>
              <a:rPr kumimoji="0" lang="de-DE" altLang="de-DE" sz="1800" b="0" i="0" u="none" strike="noStrike" cap="none" normalizeH="0" baseline="0" dirty="0" err="1">
                <a:ln>
                  <a:noFill/>
                </a:ln>
                <a:effectLst/>
              </a:rPr>
              <a:t>it</a:t>
            </a:r>
            <a:r>
              <a:rPr kumimoji="0" lang="de-DE" altLang="de-DE" sz="1800" b="0" i="0" u="none" strike="noStrike" cap="none" normalizeH="0" baseline="0" dirty="0">
                <a:ln>
                  <a:noFill/>
                </a:ln>
                <a:effectLst/>
              </a:rPr>
              <a:t>('</a:t>
            </a:r>
            <a:r>
              <a:rPr kumimoji="0" lang="de-DE" altLang="de-DE" sz="1800" b="0" i="0" u="none" strike="noStrike" cap="none" normalizeH="0" baseline="0" dirty="0" err="1">
                <a:ln>
                  <a:noFill/>
                </a:ln>
                <a:effectLst/>
              </a:rPr>
              <a:t>should</a:t>
            </a:r>
            <a:r>
              <a:rPr kumimoji="0" lang="de-DE" altLang="de-DE" sz="1800" b="0" i="0" u="none" strike="noStrike" cap="none" normalizeH="0" baseline="0" dirty="0">
                <a:ln>
                  <a:noFill/>
                </a:ln>
                <a:effectLst/>
              </a:rPr>
              <a:t> </a:t>
            </a:r>
            <a:r>
              <a:rPr kumimoji="0" lang="de-DE" altLang="de-DE" sz="1800" b="0" i="0" u="none" strike="noStrike" cap="none" normalizeH="0" baseline="0" dirty="0" err="1">
                <a:ln>
                  <a:noFill/>
                </a:ln>
                <a:effectLst/>
              </a:rPr>
              <a:t>be</a:t>
            </a:r>
            <a:r>
              <a:rPr kumimoji="0" lang="de-DE" altLang="de-DE" sz="1800" b="0" i="0" u="none" strike="noStrike" cap="none" normalizeH="0" baseline="0" dirty="0">
                <a:ln>
                  <a:noFill/>
                </a:ln>
                <a:effectLst/>
              </a:rPr>
              <a:t> </a:t>
            </a:r>
            <a:r>
              <a:rPr kumimoji="0" lang="de-DE" altLang="de-DE" sz="1800" b="0" i="0" u="none" strike="noStrike" cap="none" normalizeH="0" baseline="0" dirty="0" err="1">
                <a:ln>
                  <a:noFill/>
                </a:ln>
                <a:effectLst/>
              </a:rPr>
              <a:t>created</a:t>
            </a:r>
            <a:r>
              <a:rPr kumimoji="0" lang="de-DE" altLang="de-DE" sz="1800" b="0" i="0" u="none" strike="noStrike" cap="none" normalizeH="0" baseline="0" dirty="0">
                <a:ln>
                  <a:noFill/>
                </a:ln>
                <a:effectLst/>
              </a:rPr>
              <a:t>', () =&gt; {</a:t>
            </a:r>
            <a:br>
              <a:rPr kumimoji="0" lang="de-DE" altLang="de-DE" sz="1800" b="0" i="0" u="none" strike="noStrike" cap="none" normalizeH="0" baseline="0" dirty="0">
                <a:ln>
                  <a:noFill/>
                </a:ln>
                <a:effectLst/>
              </a:rPr>
            </a:br>
            <a:r>
              <a:rPr kumimoji="0" lang="de-DE" altLang="de-DE" sz="1800" b="0" i="0" u="none" strike="noStrike" cap="none" normalizeH="0" baseline="0" dirty="0">
                <a:ln>
                  <a:noFill/>
                </a:ln>
                <a:effectLst/>
              </a:rPr>
              <a:t>    </a:t>
            </a:r>
            <a:r>
              <a:rPr kumimoji="0" lang="de-DE" altLang="de-DE" sz="1800" b="0" i="0" u="none" strike="noStrike" cap="none" normalizeH="0" baseline="0" dirty="0" err="1">
                <a:ln>
                  <a:noFill/>
                </a:ln>
                <a:effectLst/>
              </a:rPr>
              <a:t>expect</a:t>
            </a:r>
            <a:r>
              <a:rPr kumimoji="0" lang="de-DE" altLang="de-DE" sz="1800" b="0" i="0" u="none" strike="noStrike" cap="none" normalizeH="0" baseline="0" dirty="0">
                <a:ln>
                  <a:noFill/>
                </a:ln>
                <a:effectLst/>
              </a:rPr>
              <a:t>(</a:t>
            </a:r>
            <a:r>
              <a:rPr kumimoji="0" lang="de-DE" altLang="de-DE" sz="1800" b="0" i="0" u="none" strike="noStrike" cap="none" normalizeH="0" baseline="0" dirty="0" err="1">
                <a:ln>
                  <a:noFill/>
                </a:ln>
                <a:effectLst/>
              </a:rPr>
              <a:t>service</a:t>
            </a:r>
            <a:r>
              <a:rPr kumimoji="0" lang="de-DE" altLang="de-DE" sz="1800" b="0" i="0" u="none" strike="noStrike" cap="none" normalizeH="0" baseline="0" dirty="0">
                <a:ln>
                  <a:noFill/>
                </a:ln>
                <a:effectLst/>
              </a:rPr>
              <a:t>).</a:t>
            </a:r>
            <a:r>
              <a:rPr kumimoji="0" lang="de-DE" altLang="de-DE" sz="1800" b="0" i="0" u="none" strike="noStrike" cap="none" normalizeH="0" baseline="0" dirty="0" err="1">
                <a:ln>
                  <a:noFill/>
                </a:ln>
                <a:effectLst/>
              </a:rPr>
              <a:t>toBeTruthy</a:t>
            </a:r>
            <a:r>
              <a:rPr kumimoji="0" lang="de-DE" altLang="de-DE" sz="1800" b="0" i="0" u="none" strike="noStrike" cap="none" normalizeH="0" baseline="0" dirty="0">
                <a:ln>
                  <a:noFill/>
                </a:ln>
                <a:effectLst/>
              </a:rPr>
              <a:t>();		</a:t>
            </a:r>
            <a:r>
              <a:rPr kumimoji="0" lang="de-DE" altLang="de-DE" sz="1800" b="0" i="0" u="none" strike="noStrike" cap="none" normalizeH="0" baseline="0" dirty="0" err="1">
                <a:ln>
                  <a:noFill/>
                </a:ln>
                <a:solidFill>
                  <a:schemeClr val="accent1">
                    <a:lumMod val="60000"/>
                    <a:lumOff val="40000"/>
                  </a:schemeClr>
                </a:solidFill>
                <a:effectLst/>
              </a:rPr>
              <a:t>Testcode</a:t>
            </a:r>
            <a:r>
              <a:rPr kumimoji="0" lang="de-DE" altLang="de-DE" sz="1800" b="0" i="0" u="none" strike="noStrike" cap="none" normalizeH="0" baseline="0" dirty="0">
                <a:ln>
                  <a:noFill/>
                </a:ln>
                <a:solidFill>
                  <a:schemeClr val="accent1">
                    <a:lumMod val="60000"/>
                    <a:lumOff val="40000"/>
                  </a:schemeClr>
                </a:solidFill>
                <a:effectLst/>
              </a:rPr>
              <a:t> mit </a:t>
            </a:r>
            <a:r>
              <a:rPr kumimoji="0" lang="de-DE" altLang="de-DE" sz="1800" b="0" i="0" u="none" strike="noStrike" cap="none" normalizeH="0" baseline="0" dirty="0" err="1">
                <a:ln>
                  <a:noFill/>
                </a:ln>
                <a:solidFill>
                  <a:schemeClr val="accent1">
                    <a:lumMod val="60000"/>
                    <a:lumOff val="40000"/>
                  </a:schemeClr>
                </a:solidFill>
                <a:effectLst/>
              </a:rPr>
              <a:t>matcher</a:t>
            </a:r>
            <a:br>
              <a:rPr kumimoji="0" lang="de-DE" altLang="de-DE" sz="1800" b="0" i="0" u="none" strike="noStrike" cap="none" normalizeH="0" baseline="0" dirty="0">
                <a:ln>
                  <a:noFill/>
                </a:ln>
                <a:effectLst/>
              </a:rPr>
            </a:br>
            <a:r>
              <a:rPr kumimoji="0" lang="de-DE" altLang="de-DE" sz="1800" b="0" i="0" u="none" strike="noStrike" cap="none" normalizeH="0" baseline="0" dirty="0">
                <a:ln>
                  <a:noFill/>
                </a:ln>
                <a:effectLst/>
              </a:rPr>
              <a:t>  });</a:t>
            </a:r>
            <a:endParaRPr lang="de-DE" dirty="0"/>
          </a:p>
        </p:txBody>
      </p:sp>
    </p:spTree>
    <p:extLst>
      <p:ext uri="{BB962C8B-B14F-4D97-AF65-F5344CB8AC3E}">
        <p14:creationId xmlns:p14="http://schemas.microsoft.com/office/powerpoint/2010/main" val="9504464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CFC3CE-7AC8-A70E-752B-4ABC0673EE90}"/>
              </a:ext>
            </a:extLst>
          </p:cNvPr>
          <p:cNvSpPr>
            <a:spLocks noGrp="1"/>
          </p:cNvSpPr>
          <p:nvPr>
            <p:ph type="title"/>
          </p:nvPr>
        </p:nvSpPr>
        <p:spPr/>
        <p:txBody>
          <a:bodyPr anchor="ctr">
            <a:normAutofit/>
          </a:bodyPr>
          <a:lstStyle/>
          <a:p>
            <a:r>
              <a:rPr lang="de-DE" sz="4800" dirty="0" err="1"/>
              <a:t>UnitTest</a:t>
            </a:r>
            <a:r>
              <a:rPr lang="de-DE" sz="4800" dirty="0"/>
              <a:t> </a:t>
            </a:r>
            <a:r>
              <a:rPr lang="de-DE" sz="4800" dirty="0" err="1"/>
              <a:t>Component</a:t>
            </a:r>
            <a:endParaRPr lang="de-DE" sz="4800" dirty="0"/>
          </a:p>
        </p:txBody>
      </p:sp>
      <p:sp>
        <p:nvSpPr>
          <p:cNvPr id="5" name="Rectangle 2">
            <a:extLst>
              <a:ext uri="{FF2B5EF4-FFF2-40B4-BE49-F238E27FC236}">
                <a16:creationId xmlns:a16="http://schemas.microsoft.com/office/drawing/2014/main" id="{19AED3C4-6E1F-6AD8-664D-00A626F0AF7A}"/>
              </a:ext>
            </a:extLst>
          </p:cNvPr>
          <p:cNvSpPr>
            <a:spLocks noGrp="1" noChangeArrowheads="1"/>
          </p:cNvSpPr>
          <p:nvPr>
            <p:ph sz="half" idx="1"/>
          </p:nvPr>
        </p:nvSpPr>
        <p:spPr bwMode="auto">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marR="0" indent="0" defTabSz="914400" rtl="0" eaLnBrk="0" fontAlgn="base" latinLnBrk="0" hangingPunct="0">
              <a:lnSpc>
                <a:spcPct val="110000"/>
              </a:lnSpc>
              <a:spcBef>
                <a:spcPct val="0"/>
              </a:spcBef>
              <a:spcAft>
                <a:spcPts val="600"/>
              </a:spcAft>
              <a:buClrTx/>
              <a:buSzTx/>
              <a:buFontTx/>
              <a:buNone/>
              <a:tabLst/>
            </a:pPr>
            <a:r>
              <a:rPr kumimoji="0" lang="de-DE" altLang="de-DE" b="0" i="0" u="none" strike="noStrike" cap="none" normalizeH="0" baseline="0" dirty="0">
                <a:ln>
                  <a:noFill/>
                </a:ln>
                <a:effectLst/>
              </a:rPr>
              <a:t>@Component({</a:t>
            </a:r>
            <a:endParaRPr kumimoji="0" lang="de-DE" altLang="de-DE" b="0" i="0" u="none" strike="noStrike" cap="none" normalizeH="0" baseline="0" dirty="0">
              <a:ln>
                <a:noFill/>
              </a:ln>
              <a:effectLst/>
            </a:endParaRP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b="0" i="0" u="none" strike="noStrike" cap="none" normalizeH="0" baseline="0" dirty="0">
                <a:ln>
                  <a:noFill/>
                </a:ln>
                <a:effectLst/>
              </a:rPr>
              <a:t>  selector: 'app-greeter',</a:t>
            </a:r>
            <a:endParaRPr kumimoji="0" lang="de-DE" altLang="de-DE" b="0" i="0" u="none" strike="noStrike" cap="none" normalizeH="0" baseline="0" dirty="0">
              <a:ln>
                <a:noFill/>
              </a:ln>
              <a:effectLst/>
            </a:endParaRP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b="0" i="0" u="none" strike="noStrike" cap="none" normalizeH="0" baseline="0" dirty="0">
                <a:ln>
                  <a:noFill/>
                </a:ln>
                <a:effectLst/>
              </a:rPr>
              <a:t>  templateUrl: './greeter.component.html',</a:t>
            </a:r>
            <a:endParaRPr kumimoji="0" lang="de-DE" altLang="de-DE" b="0" i="0" u="none" strike="noStrike" cap="none" normalizeH="0" baseline="0" dirty="0">
              <a:ln>
                <a:noFill/>
              </a:ln>
              <a:effectLst/>
            </a:endParaRP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b="0" i="0" u="none" strike="noStrike" cap="none" normalizeH="0" baseline="0" dirty="0">
                <a:ln>
                  <a:noFill/>
                </a:ln>
                <a:effectLst/>
              </a:rPr>
              <a:t>  styleUrl: './greeter.component.css'</a:t>
            </a:r>
            <a:endParaRPr kumimoji="0" lang="de-DE" altLang="de-DE" b="0" i="0" u="none" strike="noStrike" cap="none" normalizeH="0" baseline="0" dirty="0">
              <a:ln>
                <a:noFill/>
              </a:ln>
              <a:effectLst/>
            </a:endParaRP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b="0" i="0" u="none" strike="noStrike" cap="none" normalizeH="0" baseline="0" dirty="0">
                <a:ln>
                  <a:noFill/>
                </a:ln>
                <a:effectLst/>
              </a:rPr>
              <a:t>})</a:t>
            </a:r>
            <a:endParaRPr kumimoji="0" lang="de-DE" altLang="de-DE" b="0" i="0" u="none" strike="noStrike" cap="none" normalizeH="0" baseline="0" dirty="0">
              <a:ln>
                <a:noFill/>
              </a:ln>
              <a:effectLst/>
            </a:endParaRP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b="0" i="0" u="none" strike="noStrike" cap="none" normalizeH="0" baseline="0" dirty="0">
                <a:ln>
                  <a:noFill/>
                </a:ln>
                <a:effectLst/>
              </a:rPr>
              <a:t>export class GreeterComponent {</a:t>
            </a:r>
            <a:endParaRPr kumimoji="0" lang="de-DE" altLang="de-DE" b="0" i="0" u="none" strike="noStrike" cap="none" normalizeH="0" baseline="0" dirty="0">
              <a:ln>
                <a:noFill/>
              </a:ln>
              <a:effectLst/>
            </a:endParaRP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b="0" i="0" u="none" strike="noStrike" cap="none" normalizeH="0" baseline="0" dirty="0">
                <a:ln>
                  <a:noFill/>
                </a:ln>
                <a:effectLst/>
              </a:rPr>
              <a:t>  name = signal('');</a:t>
            </a:r>
            <a:endParaRPr kumimoji="0" lang="de-DE" altLang="de-DE" b="0" i="0" u="none" strike="noStrike" cap="none" normalizeH="0" baseline="0" dirty="0">
              <a:ln>
                <a:noFill/>
              </a:ln>
              <a:effectLst/>
            </a:endParaRP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b="0" i="0" u="none" strike="noStrike" cap="none" normalizeH="0" baseline="0" dirty="0">
                <a:ln>
                  <a:noFill/>
                </a:ln>
                <a:effectLst/>
              </a:rPr>
              <a:t>}</a:t>
            </a:r>
            <a:endParaRPr kumimoji="0" lang="de-DE" altLang="de-DE" b="0" i="0" u="none" strike="noStrike" cap="none" normalizeH="0" baseline="0" dirty="0">
              <a:ln>
                <a:noFill/>
              </a:ln>
              <a:effectLst/>
            </a:endParaRPr>
          </a:p>
        </p:txBody>
      </p:sp>
      <p:sp>
        <p:nvSpPr>
          <p:cNvPr id="6" name="Inhaltsplatzhalter 5">
            <a:extLst>
              <a:ext uri="{FF2B5EF4-FFF2-40B4-BE49-F238E27FC236}">
                <a16:creationId xmlns:a16="http://schemas.microsoft.com/office/drawing/2014/main" id="{ADABBAE5-A9FC-9CCF-FC57-0F1E3A90C0DA}"/>
              </a:ext>
            </a:extLst>
          </p:cNvPr>
          <p:cNvSpPr>
            <a:spLocks noGrp="1"/>
          </p:cNvSpPr>
          <p:nvPr>
            <p:ph sz="half" idx="2"/>
          </p:nvPr>
        </p:nvSpPr>
        <p:spPr/>
        <p:txBody>
          <a:bodyPr/>
          <a:lstStyle/>
          <a:p>
            <a:pPr/>
            <a:r>
              <a:rPr lang="de-DE" dirty="0"/>
              <a:t>&lt;h1&gt;Hello {{name()}}&lt;/h1&gt;</a:t>
            </a:r>
          </a:p>
        </p:txBody>
      </p:sp>
      <p:sp>
        <p:nvSpPr>
          <p:cNvPr id="12" name="Footer Placeholder 4">
            <a:extLst>
              <a:ext uri="{FF2B5EF4-FFF2-40B4-BE49-F238E27FC236}">
                <a16:creationId xmlns:a16="http://schemas.microsoft.com/office/drawing/2014/main" id="{1708E09F-170D-14D7-B0A7-90CEA3BF602E}"/>
              </a:ext>
            </a:extLst>
          </p:cNvPr>
          <p:cNvSpPr>
            <a:spLocks noGrp="1"/>
          </p:cNvSpPr>
          <p:nvPr>
            <p:ph type="ftr" sz="quarter" idx="11"/>
          </p:nvPr>
        </p:nvSpPr>
        <p:spPr/>
        <p:txBody>
          <a:bodyPr/>
          <a:lstStyle/>
          <a:p>
            <a:pPr>
              <a:spcAft>
                <a:spcPts val="600"/>
              </a:spcAft>
            </a:pPr>
            <a:r>
              <a:rPr lang="en-US" dirty="0"/>
              <a:t>Sample Footer Text</a:t>
            </a:r>
          </a:p>
        </p:txBody>
      </p:sp>
      <p:sp>
        <p:nvSpPr>
          <p:cNvPr id="14" name="Slide Number Placeholder 5">
            <a:extLst>
              <a:ext uri="{FF2B5EF4-FFF2-40B4-BE49-F238E27FC236}">
                <a16:creationId xmlns:a16="http://schemas.microsoft.com/office/drawing/2014/main" id="{F76A1578-4BAB-8672-0768-2FB5B6E7D8CD}"/>
              </a:ext>
            </a:extLst>
          </p:cNvPr>
          <p:cNvSpPr>
            <a:spLocks noGrp="1"/>
          </p:cNvSpPr>
          <p:nvPr>
            <p:ph type="sldNum" sz="quarter" idx="12"/>
          </p:nvPr>
        </p:nvSpPr>
        <p:spPr/>
        <p:txBody>
          <a:bodyPr/>
          <a:lstStyle/>
          <a:p>
            <a:pPr>
              <a:spcAft>
                <a:spcPts val="600"/>
              </a:spcAft>
            </a:pPr>
            <a:fld id="{5E84AC6A-A0EF-437B-BCEE-4772B0214A58}" type="slidenum">
              <a:rPr lang="en-US" smtClean="0"/>
              <a:pPr>
                <a:spcAft>
                  <a:spcPts val="600"/>
                </a:spcAft>
              </a:pPr>
              <a:t>13</a:t>
            </a:fld>
            <a:endParaRPr lang="en-US"/>
          </a:p>
        </p:txBody>
      </p:sp>
      <p:sp>
        <p:nvSpPr>
          <p:cNvPr id="10" name="Date Placeholder 3">
            <a:extLst>
              <a:ext uri="{FF2B5EF4-FFF2-40B4-BE49-F238E27FC236}">
                <a16:creationId xmlns:a16="http://schemas.microsoft.com/office/drawing/2014/main" id="{FE3DA1AA-4BBD-31B3-0380-BB0333A77B3A}"/>
              </a:ext>
            </a:extLst>
          </p:cNvPr>
          <p:cNvSpPr>
            <a:spLocks noGrp="1"/>
          </p:cNvSpPr>
          <p:nvPr>
            <p:ph type="dt" sz="half" idx="4294967295"/>
          </p:nvPr>
        </p:nvSpPr>
        <p:spPr>
          <a:xfrm rot="5400000">
            <a:off x="9539288" y="4629150"/>
            <a:ext cx="2652712" cy="365125"/>
          </a:xfrm>
        </p:spPr>
        <p:txBody>
          <a:bodyPr/>
          <a:lstStyle/>
          <a:p>
            <a:pPr>
              <a:spcAft>
                <a:spcPts val="600"/>
              </a:spcAft>
            </a:pPr>
            <a:fld id="{426E4A9E-2EFE-45B0-B07E-8DDB65DD5AE0}" type="datetime1">
              <a:rPr lang="en-US" smtClean="0"/>
              <a:pPr>
                <a:spcAft>
                  <a:spcPts val="600"/>
                </a:spcAft>
              </a:pPr>
              <a:t>3/29/2025</a:t>
            </a:fld>
            <a:endParaRPr lang="en-US"/>
          </a:p>
        </p:txBody>
      </p:sp>
    </p:spTree>
    <p:extLst>
      <p:ext uri="{BB962C8B-B14F-4D97-AF65-F5344CB8AC3E}">
        <p14:creationId xmlns:p14="http://schemas.microsoft.com/office/powerpoint/2010/main" val="7741121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F444EE-9E91-6096-554A-287967A8463B}"/>
              </a:ext>
            </a:extLst>
          </p:cNvPr>
          <p:cNvSpPr>
            <a:spLocks noGrp="1"/>
          </p:cNvSpPr>
          <p:nvPr>
            <p:ph type="title"/>
          </p:nvPr>
        </p:nvSpPr>
        <p:spPr>
          <a:xfrm>
            <a:off x="1987680" y="1143000"/>
            <a:ext cx="7946597" cy="1257300"/>
          </a:xfrm>
        </p:spPr>
        <p:txBody>
          <a:bodyPr anchor="ctr">
            <a:normAutofit/>
          </a:bodyPr>
          <a:lstStyle/>
          <a:p>
            <a:r>
              <a:rPr lang="de-DE" dirty="0" err="1"/>
              <a:t>UnitTests</a:t>
            </a:r>
            <a:r>
              <a:rPr lang="de-DE" dirty="0"/>
              <a:t> </a:t>
            </a:r>
            <a:r>
              <a:rPr lang="de-DE" dirty="0" err="1"/>
              <a:t>Component</a:t>
            </a:r>
            <a:r>
              <a:rPr lang="de-DE" dirty="0"/>
              <a:t> - Setup</a:t>
            </a:r>
          </a:p>
        </p:txBody>
      </p:sp>
      <p:sp>
        <p:nvSpPr>
          <p:cNvPr id="5" name="Rectangle 2">
            <a:extLst>
              <a:ext uri="{FF2B5EF4-FFF2-40B4-BE49-F238E27FC236}">
                <a16:creationId xmlns:a16="http://schemas.microsoft.com/office/drawing/2014/main" id="{BD0D94A8-BD16-2249-7BE1-0C01AE40C21D}"/>
              </a:ext>
            </a:extLst>
          </p:cNvPr>
          <p:cNvSpPr>
            <a:spLocks noGrp="1" noChangeArrowheads="1"/>
          </p:cNvSpPr>
          <p:nvPr>
            <p:ph idx="1"/>
          </p:nvPr>
        </p:nvSpPr>
        <p:spPr bwMode="auto">
          <a:xfrm>
            <a:off x="1987679" y="2411519"/>
            <a:ext cx="7664321" cy="3394641"/>
          </a:xfrm>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fontScale="85000" lnSpcReduction="20000"/>
          </a:bodyPr>
          <a:lstStyle/>
          <a:p>
            <a:pPr marL="0" marR="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dirty="0" err="1">
                <a:ln>
                  <a:noFill/>
                </a:ln>
                <a:effectLst/>
              </a:rPr>
              <a:t>let component: GreeterComponent;</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dirty="0" err="1">
                <a:ln>
                  <a:noFill/>
                </a:ln>
                <a:effectLst/>
              </a:rPr>
              <a:t>let fixture: ComponentFixture&lt;GreeterComponent&gt;;   // Teststeuerobjekt für Component</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dirty="0" err="1">
                <a:ln>
                  <a:noFill/>
                </a:ln>
                <a:effectLst/>
              </a:rPr>
              <a:t>beforeEach(() =&gt; {</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dirty="0" err="1">
                <a:ln>
                  <a:noFill/>
                </a:ln>
                <a:effectLst/>
              </a:rPr>
              <a:t>  TestBed.configureTestingModule({</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dirty="0" err="1">
                <a:ln>
                  <a:noFill/>
                </a:ln>
                <a:effectLst/>
              </a:rPr>
              <a:t>    imports: [GreeterComponent]   // Standalone Component wird importiert</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dirty="0" err="1">
                <a:ln>
                  <a:noFill/>
                </a:ln>
                <a:effectLst/>
              </a:rPr>
              <a:t>  });</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dirty="0" err="1">
                <a:ln>
                  <a:noFill/>
                </a:ln>
                <a:effectLst/>
              </a:rPr>
              <a:t>  fixture = TestBed.createComponent(GreeterComponent);</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dirty="0" err="1">
                <a:ln>
                  <a:noFill/>
                </a:ln>
                <a:effectLst/>
              </a:rPr>
              <a:t>  component = fixture.componentInstance;</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dirty="0" err="1">
                <a:ln>
                  <a:noFill/>
                </a:ln>
                <a:effectLst/>
              </a:rPr>
              <a:t>  componentRootElement = fixture.nativeElement;   // HTML Element der Component</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dirty="0" err="1">
                <a:ln>
                  <a:noFill/>
                </a:ln>
                <a:effectLst/>
              </a:rPr>
              <a:t>  debugElement = fixture.debugElement;</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dirty="0" err="1">
                <a:ln>
                  <a:noFill/>
                </a:ln>
                <a:effectLst/>
              </a:rPr>
              <a:t>  fixture.detectChanges();   // ChangeDetection Trigger</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500" b="0" i="0" u="none" strike="noStrike" cap="none" normalizeH="0" baseline="0" dirty="0" err="1">
                <a:ln>
                  <a:noFill/>
                </a:ln>
                <a:effectLst/>
              </a:rPr>
              <a:t>});</a:t>
            </a:r>
          </a:p>
        </p:txBody>
      </p:sp>
      <p:sp>
        <p:nvSpPr>
          <p:cNvPr id="12" name="Footer Placeholder 11">
            <a:extLst>
              <a:ext uri="{FF2B5EF4-FFF2-40B4-BE49-F238E27FC236}">
                <a16:creationId xmlns:a16="http://schemas.microsoft.com/office/drawing/2014/main" id="{D3F11434-174D-1999-3EFB-12EAB103792E}"/>
              </a:ext>
            </a:extLst>
          </p:cNvPr>
          <p:cNvSpPr>
            <a:spLocks noGrp="1"/>
          </p:cNvSpPr>
          <p:nvPr>
            <p:ph type="ftr" sz="quarter" idx="11"/>
          </p:nvPr>
        </p:nvSpPr>
        <p:spPr>
          <a:xfrm>
            <a:off x="8610602" y="6318446"/>
            <a:ext cx="2743198" cy="365125"/>
          </a:xfrm>
        </p:spPr>
        <p:txBody>
          <a:bodyPr/>
          <a:lstStyle/>
          <a:p>
            <a:pPr>
              <a:spcAft>
                <a:spcPts val="600"/>
              </a:spcAft>
            </a:pPr>
            <a:r>
              <a:rPr lang="en-US" dirty="0"/>
              <a:t>Unit Test Components</a:t>
            </a:r>
          </a:p>
        </p:txBody>
      </p:sp>
      <p:sp>
        <p:nvSpPr>
          <p:cNvPr id="14" name="Slide Number Placeholder 12">
            <a:extLst>
              <a:ext uri="{FF2B5EF4-FFF2-40B4-BE49-F238E27FC236}">
                <a16:creationId xmlns:a16="http://schemas.microsoft.com/office/drawing/2014/main" id="{E81E43C7-A0CC-1802-1337-C72177715401}"/>
              </a:ext>
            </a:extLst>
          </p:cNvPr>
          <p:cNvSpPr>
            <a:spLocks noGrp="1"/>
          </p:cNvSpPr>
          <p:nvPr>
            <p:ph type="sldNum" sz="quarter" idx="12"/>
          </p:nvPr>
        </p:nvSpPr>
        <p:spPr>
          <a:xfrm>
            <a:off x="11353800" y="6318446"/>
            <a:ext cx="615696" cy="365125"/>
          </a:xfrm>
        </p:spPr>
        <p:txBody>
          <a:bodyPr/>
          <a:lstStyle/>
          <a:p>
            <a:pPr>
              <a:spcAft>
                <a:spcPts val="600"/>
              </a:spcAft>
            </a:pPr>
            <a:fld id="{5E84AC6A-A0EF-437B-BCEE-4772B0214A58}" type="slidenum">
              <a:rPr lang="en-US" smtClean="0"/>
              <a:pPr>
                <a:spcAft>
                  <a:spcPts val="600"/>
                </a:spcAft>
              </a:pPr>
              <a:t>14</a:t>
            </a:fld>
            <a:endParaRPr lang="en-US"/>
          </a:p>
        </p:txBody>
      </p:sp>
      <p:sp>
        <p:nvSpPr>
          <p:cNvPr id="11" name="Rectangle 5">
            <a:extLst>
              <a:ext uri="{FF2B5EF4-FFF2-40B4-BE49-F238E27FC236}">
                <a16:creationId xmlns:a16="http://schemas.microsoft.com/office/drawing/2014/main" id="{5B6C7490-C829-0CF5-E2A0-6C26AC28E164}"/>
              </a:ext>
            </a:extLst>
          </p:cNvPr>
          <p:cNvSpPr>
            <a:spLocks noChangeArrowheads="1"/>
          </p:cNvSpPr>
          <p:nvPr/>
        </p:nvSpPr>
        <p:spPr bwMode="auto">
          <a:xfrm>
            <a:off x="0" y="43934"/>
            <a:ext cx="184731" cy="369332"/>
          </a:xfrm>
          <a:prstGeom prst="rect">
            <a:avLst/>
          </a:prstGeom>
          <a:solidFill>
            <a:srgbClr val="1E1F2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sz="1800" b="0" i="0" u="none" strike="noStrike" cap="none" normalizeH="0" baseline="0" dirty="0">
              <a:ln>
                <a:noFill/>
              </a:ln>
              <a:solidFill>
                <a:schemeClr val="tx1"/>
              </a:solidFill>
              <a:effectLst/>
              <a:latin typeface="Arial" panose="020B0604020202020204" pitchFamily="34" charset="0"/>
            </a:endParaRPr>
          </a:p>
        </p:txBody>
      </p:sp>
      <p:sp>
        <p:nvSpPr>
          <p:cNvPr id="15" name="Rectangle 7">
            <a:extLst>
              <a:ext uri="{FF2B5EF4-FFF2-40B4-BE49-F238E27FC236}">
                <a16:creationId xmlns:a16="http://schemas.microsoft.com/office/drawing/2014/main" id="{F03AE2E5-5B17-351D-6E77-DEF7B5311F29}"/>
              </a:ext>
            </a:extLst>
          </p:cNvPr>
          <p:cNvSpPr>
            <a:spLocks noChangeArrowheads="1"/>
          </p:cNvSpPr>
          <p:nvPr/>
        </p:nvSpPr>
        <p:spPr bwMode="auto">
          <a:xfrm>
            <a:off x="0" y="43934"/>
            <a:ext cx="184731" cy="369332"/>
          </a:xfrm>
          <a:prstGeom prst="rect">
            <a:avLst/>
          </a:prstGeom>
          <a:solidFill>
            <a:srgbClr val="1E1F2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425504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03AEFD0-530F-C1DD-4F17-1E1F677FD234}"/>
              </a:ext>
            </a:extLst>
          </p:cNvPr>
          <p:cNvSpPr>
            <a:spLocks noGrp="1"/>
          </p:cNvSpPr>
          <p:nvPr>
            <p:ph type="title"/>
          </p:nvPr>
        </p:nvSpPr>
        <p:spPr>
          <a:xfrm>
            <a:off x="1066799" y="1132367"/>
            <a:ext cx="7608074" cy="1257299"/>
          </a:xfrm>
        </p:spPr>
        <p:txBody>
          <a:bodyPr anchor="ctr">
            <a:normAutofit/>
          </a:bodyPr>
          <a:lstStyle/>
          <a:p>
            <a:r>
              <a:rPr lang="de-DE" sz="4100"/>
              <a:t>UnitTests Component – Set </a:t>
            </a:r>
          </a:p>
        </p:txBody>
      </p:sp>
      <p:sp>
        <p:nvSpPr>
          <p:cNvPr id="5" name="Rectangle 2">
            <a:extLst>
              <a:ext uri="{FF2B5EF4-FFF2-40B4-BE49-F238E27FC236}">
                <a16:creationId xmlns:a16="http://schemas.microsoft.com/office/drawing/2014/main" id="{DCA8FE52-3A60-C10E-55FB-78B2281E1535}"/>
              </a:ext>
            </a:extLst>
          </p:cNvPr>
          <p:cNvSpPr>
            <a:spLocks noGrp="1" noChangeArrowheads="1"/>
          </p:cNvSpPr>
          <p:nvPr>
            <p:ph idx="1"/>
          </p:nvPr>
        </p:nvSpPr>
        <p:spPr bwMode="auto">
          <a:xfrm>
            <a:off x="1066800" y="2736850"/>
            <a:ext cx="8280400" cy="2978152"/>
          </a:xfrm>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fontScale="92500" lnSpcReduction="10000"/>
          </a:bodyPr>
          <a:lstStyle/>
          <a:p>
            <a:pPr marL="0" marR="0" indent="0" defTabSz="914400" rtl="0" eaLnBrk="0" fontAlgn="base" latinLnBrk="0" hangingPunct="0">
              <a:lnSpc>
                <a:spcPct val="110000"/>
              </a:lnSpc>
              <a:spcBef>
                <a:spcPct val="0"/>
              </a:spcBef>
              <a:spcAft>
                <a:spcPts val="600"/>
              </a:spcAft>
              <a:buClrTx/>
              <a:buSzTx/>
              <a:buFontTx/>
              <a:buNone/>
              <a:tabLst/>
            </a:pPr>
            <a:r>
              <a:rPr kumimoji="0" lang="de-DE" altLang="de-DE" sz="1600" b="0" i="1" u="none" strike="noStrike" cap="none" normalizeH="0" baseline="0" dirty="0" err="1">
                <a:ln>
                  <a:noFill/>
                </a:ln>
                <a:solidFill>
                  <a:srgbClr val="080808"/>
                </a:solidFill>
                <a:effectLst/>
                <a:latin typeface="Arial Unicode MS"/>
              </a:rPr>
              <a:t>it('should show Hello &lt;name&gt;', async () =&gt; {</a:t>
            </a:r>
            <a:endParaRPr kumimoji="0" lang="de-DE" altLang="de-DE" sz="1500" b="0" i="0" u="none" strike="noStrike" cap="none" normalizeH="0" baseline="0" dirty="0">
              <a:ln>
                <a:noFill/>
              </a:ln>
              <a:effectLst/>
            </a:endParaRPr>
          </a:p>
          <a:p>
            <a:pPr marL="320040" lvl="1" indent="0" eaLnBrk="0" fontAlgn="base" hangingPunct="0">
              <a:lnSpc>
                <a:spcPct val="110000"/>
              </a:lnSpc>
              <a:spcBef>
                <a:spcPct val="0"/>
              </a:spcBef>
              <a:spcAft>
                <a:spcPts val="600"/>
              </a:spcAft>
              <a:buNone/>
            </a:pPr>
            <a:r>
              <a:rPr kumimoji="0" lang="de-DE" altLang="de-DE" sz="1500" b="0" i="0" u="none" strike="noStrike" cap="none" normalizeH="0" baseline="0" dirty="0">
                <a:ln>
                  <a:noFill/>
                </a:ln>
                <a:effectLst/>
              </a:rPr>
              <a:t>component.name.set('Tester');   // Signal setzen</a:t>
            </a:r>
            <a:endParaRPr kumimoji="0" lang="de-DE" altLang="de-DE" sz="1500" b="0" i="0" u="none" strike="noStrike" cap="none" normalizeH="0" baseline="0" dirty="0">
              <a:ln>
                <a:noFill/>
              </a:ln>
              <a:effectLst/>
            </a:endParaRPr>
          </a:p>
          <a:p>
            <a:pPr marL="320040" lvl="1" indent="0" eaLnBrk="0" fontAlgn="base" hangingPunct="0">
              <a:lnSpc>
                <a:spcPct val="110000"/>
              </a:lnSpc>
              <a:spcBef>
                <a:spcPct val="0"/>
              </a:spcBef>
              <a:spcAft>
                <a:spcPts val="600"/>
              </a:spcAft>
              <a:buNone/>
            </a:pPr>
            <a:r>
              <a:rPr kumimoji="0" lang="de-DE" altLang="de-DE" sz="1500" b="0" i="0" u="none" strike="noStrike" cap="none" normalizeH="0" baseline="0" dirty="0">
                <a:ln>
                  <a:noFill/>
                </a:ln>
                <a:effectLst/>
              </a:rPr>
              <a:t>fixture.detectChanges();   // Change Detection auslösen</a:t>
            </a:r>
            <a:endParaRPr kumimoji="0" lang="de-DE" altLang="de-DE" sz="1500" b="0" i="0" u="none" strike="noStrike" cap="none" normalizeH="0" baseline="0" dirty="0">
              <a:ln>
                <a:noFill/>
              </a:ln>
              <a:effectLst/>
            </a:endParaRPr>
          </a:p>
          <a:p>
            <a:pPr marL="320040" lvl="1" indent="0" eaLnBrk="0" fontAlgn="base" hangingPunct="0">
              <a:lnSpc>
                <a:spcPct val="110000"/>
              </a:lnSpc>
              <a:spcBef>
                <a:spcPct val="0"/>
              </a:spcBef>
              <a:spcAft>
                <a:spcPts val="600"/>
              </a:spcAft>
              <a:buNone/>
            </a:pPr>
            <a:r>
              <a:rPr kumimoji="0" lang="de-DE" altLang="de-DE" sz="1500" b="0" i="0" u="none" strike="noStrike" cap="none" normalizeH="0" baseline="0" dirty="0">
                <a:ln>
                  <a:noFill/>
                </a:ln>
                <a:effectLst/>
              </a:rPr>
              <a:t>await fixture.whenStable();   // Warte bis alle Async Calls beendet sind</a:t>
            </a:r>
            <a:endParaRPr kumimoji="0" lang="de-DE" altLang="de-DE" sz="1500" b="0" i="0" u="none" strike="noStrike" cap="none" normalizeH="0" baseline="0" dirty="0">
              <a:ln>
                <a:noFill/>
              </a:ln>
              <a:effectLst/>
            </a:endParaRPr>
          </a:p>
          <a:p>
            <a:pPr marL="320040" lvl="1" indent="0" eaLnBrk="0" fontAlgn="base" hangingPunct="0">
              <a:lnSpc>
                <a:spcPct val="110000"/>
              </a:lnSpc>
              <a:spcBef>
                <a:spcPct val="0"/>
              </a:spcBef>
              <a:spcAft>
                <a:spcPts val="600"/>
              </a:spcAft>
              <a:buNone/>
            </a:pPr>
            <a:r>
              <a:rPr kumimoji="0" lang="de-DE" altLang="de-DE" sz="1500" b="0" i="0" u="none" strike="noStrike" cap="none" normalizeH="0" baseline="0" dirty="0">
                <a:ln>
                  <a:noFill/>
                </a:ln>
                <a:effectLst/>
              </a:rPr>
              <a:t>expect(componentRootElement.querySelector('h1')?.textContent).toBe('Hello Tester');</a:t>
            </a:r>
            <a:endParaRPr kumimoji="0" lang="de-DE" altLang="de-DE" sz="1500" b="0" i="0" u="none" strike="noStrike" cap="none" normalizeH="0" baseline="0" dirty="0">
              <a:ln>
                <a:noFill/>
              </a:ln>
              <a:effectLst/>
            </a:endParaRPr>
          </a:p>
          <a:p>
            <a:pPr marL="320040" lvl="1" indent="0" eaLnBrk="0" fontAlgn="base" hangingPunct="0">
              <a:lnSpc>
                <a:spcPct val="110000"/>
              </a:lnSpc>
              <a:spcBef>
                <a:spcPct val="0"/>
              </a:spcBef>
              <a:spcAft>
                <a:spcPts val="600"/>
              </a:spcAft>
              <a:buNone/>
            </a:pPr>
            <a:r>
              <a:rPr kumimoji="0" lang="de-DE" altLang="de-DE" sz="1500" b="0" i="0" u="none" strike="noStrike" cap="none" normalizeH="0" baseline="0" dirty="0">
                <a:ln>
                  <a:noFill/>
                </a:ln>
                <a:effectLst/>
              </a:rPr>
              <a:t>expect(debugElement.query(By.css('h1')).nativeElement.textContent).toBe('Hello Tester');</a:t>
            </a:r>
            <a:endParaRPr kumimoji="0" lang="de-DE" altLang="de-DE" sz="1500" b="0" i="0" u="none" strike="noStrike" cap="none" normalizeH="0" baseline="0" dirty="0">
              <a:ln>
                <a:noFill/>
              </a:ln>
              <a:effectLst/>
            </a:endParaRP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600" b="0" i="1" u="none" strike="noStrike" cap="none" normalizeH="0" baseline="0" dirty="0" err="1">
                <a:ln>
                  <a:noFill/>
                </a:ln>
                <a:solidFill>
                  <a:srgbClr val="080808"/>
                </a:solidFill>
                <a:effectLst/>
                <a:latin typeface="Arial Unicode MS"/>
              </a:rPr>
              <a:t>});</a:t>
            </a:r>
            <a:endParaRPr kumimoji="0" lang="de-DE" altLang="de-DE" sz="1500" b="0" i="0" u="none" strike="noStrike" cap="none" normalizeH="0" baseline="0" dirty="0">
              <a:ln>
                <a:noFill/>
              </a:ln>
              <a:effectLst/>
            </a:endParaRPr>
          </a:p>
        </p:txBody>
      </p:sp>
      <p:sp>
        <p:nvSpPr>
          <p:cNvPr id="12" name="Footer Placeholder 4">
            <a:extLst>
              <a:ext uri="{FF2B5EF4-FFF2-40B4-BE49-F238E27FC236}">
                <a16:creationId xmlns:a16="http://schemas.microsoft.com/office/drawing/2014/main" id="{1708E09F-170D-14D7-B0A7-90CEA3BF602E}"/>
              </a:ext>
            </a:extLst>
          </p:cNvPr>
          <p:cNvSpPr>
            <a:spLocks noGrp="1"/>
          </p:cNvSpPr>
          <p:nvPr>
            <p:ph type="ftr" sz="quarter" idx="11"/>
          </p:nvPr>
        </p:nvSpPr>
        <p:spPr>
          <a:xfrm>
            <a:off x="8610602" y="6318446"/>
            <a:ext cx="2743198" cy="365125"/>
          </a:xfrm>
        </p:spPr>
        <p:txBody>
          <a:bodyPr/>
          <a:lstStyle/>
          <a:p>
            <a:pPr>
              <a:spcAft>
                <a:spcPts val="600"/>
              </a:spcAft>
            </a:pPr>
            <a:r>
              <a:rPr lang="en-US" dirty="0"/>
              <a:t>Unit Test Components</a:t>
            </a:r>
          </a:p>
        </p:txBody>
      </p:sp>
      <p:sp>
        <p:nvSpPr>
          <p:cNvPr id="14" name="Slide Number Placeholder 5">
            <a:extLst>
              <a:ext uri="{FF2B5EF4-FFF2-40B4-BE49-F238E27FC236}">
                <a16:creationId xmlns:a16="http://schemas.microsoft.com/office/drawing/2014/main" id="{F76A1578-4BAB-8672-0768-2FB5B6E7D8CD}"/>
              </a:ext>
            </a:extLst>
          </p:cNvPr>
          <p:cNvSpPr>
            <a:spLocks noGrp="1"/>
          </p:cNvSpPr>
          <p:nvPr>
            <p:ph type="sldNum" sz="quarter" idx="12"/>
          </p:nvPr>
        </p:nvSpPr>
        <p:spPr>
          <a:xfrm>
            <a:off x="11353800" y="6318446"/>
            <a:ext cx="615696" cy="365125"/>
          </a:xfrm>
        </p:spPr>
        <p:txBody>
          <a:bodyPr/>
          <a:lstStyle/>
          <a:p>
            <a:pPr>
              <a:spcAft>
                <a:spcPts val="600"/>
              </a:spcAft>
            </a:pPr>
            <a:fld id="{5E84AC6A-A0EF-437B-BCEE-4772B0214A58}" type="slidenum">
              <a:rPr lang="en-US" smtClean="0"/>
              <a:pPr>
                <a:spcAft>
                  <a:spcPts val="600"/>
                </a:spcAft>
              </a:pPr>
              <a:t>15</a:t>
            </a:fld>
            <a:endParaRPr lang="en-US"/>
          </a:p>
        </p:txBody>
      </p:sp>
      <p:sp>
        <p:nvSpPr>
          <p:cNvPr id="6" name="Rectangle 3">
            <a:extLst>
              <a:ext uri="{FF2B5EF4-FFF2-40B4-BE49-F238E27FC236}">
                <a16:creationId xmlns:a16="http://schemas.microsoft.com/office/drawing/2014/main" id="{771A523C-C74B-99DD-CE27-E968CE36D78E}"/>
              </a:ext>
            </a:extLst>
          </p:cNvPr>
          <p:cNvSpPr>
            <a:spLocks noChangeArrowheads="1"/>
          </p:cNvSpPr>
          <p:nvPr/>
        </p:nvSpPr>
        <p:spPr bwMode="auto">
          <a:xfrm>
            <a:off x="0" y="-33010"/>
            <a:ext cx="184731" cy="52322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000" b="0" i="0" u="none" strike="noStrike" cap="none" normalizeH="0" baseline="0" dirty="0">
                <a:ln>
                  <a:noFill/>
                </a:ln>
                <a:solidFill>
                  <a:srgbClr val="080808"/>
                </a:solidFill>
                <a:effectLst/>
                <a:latin typeface="Arial Unicode MS"/>
              </a:rPr>
            </a:br>
            <a:endParaRPr kumimoji="0" lang="de-DE" altLang="de-DE"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1624787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34EBC0D-1E5B-8414-278E-22C6EBAFF903}"/>
              </a:ext>
            </a:extLst>
          </p:cNvPr>
          <p:cNvSpPr>
            <a:spLocks noGrp="1"/>
          </p:cNvSpPr>
          <p:nvPr>
            <p:ph type="title"/>
          </p:nvPr>
        </p:nvSpPr>
        <p:spPr/>
        <p:txBody>
          <a:bodyPr anchor="ctr">
            <a:normAutofit/>
          </a:bodyPr>
          <a:lstStyle/>
          <a:p>
            <a:r>
              <a:rPr lang="de-DE" sz="4800" dirty="0" err="1"/>
              <a:t>Dependency</a:t>
            </a:r>
            <a:r>
              <a:rPr lang="de-DE" sz="4800" dirty="0"/>
              <a:t> </a:t>
            </a:r>
            <a:r>
              <a:rPr lang="de-DE" sz="4800" dirty="0" err="1"/>
              <a:t>Injection</a:t>
            </a:r>
            <a:endParaRPr lang="de-DE" sz="4800" dirty="0"/>
          </a:p>
        </p:txBody>
      </p:sp>
      <p:sp>
        <p:nvSpPr>
          <p:cNvPr id="5" name="Rectangle 2">
            <a:extLst>
              <a:ext uri="{FF2B5EF4-FFF2-40B4-BE49-F238E27FC236}">
                <a16:creationId xmlns:a16="http://schemas.microsoft.com/office/drawing/2014/main" id="{A14DFC62-FC8E-404D-D6D9-65F85DE7095C}"/>
              </a:ext>
            </a:extLst>
          </p:cNvPr>
          <p:cNvSpPr>
            <a:spLocks noGrp="1" noChangeArrowheads="1"/>
          </p:cNvSpPr>
          <p:nvPr>
            <p:ph sz="half" idx="1"/>
          </p:nvPr>
        </p:nvSpPr>
        <p:spPr bwMode="auto">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marR="0" indent="0" defTabSz="914400" rtl="0" eaLnBrk="0" fontAlgn="base" latinLnBrk="0" hangingPunct="0">
              <a:spcBef>
                <a:spcPct val="0"/>
              </a:spcBef>
              <a:spcAft>
                <a:spcPts val="600"/>
              </a:spcAft>
              <a:buClrTx/>
              <a:buSzTx/>
              <a:buFontTx/>
              <a:buNone/>
              <a:tabLst/>
            </a:pPr>
            <a:r>
              <a:rPr kumimoji="0" lang="de-DE" altLang="de-DE" sz="1700" b="0" i="0" u="none" strike="noStrike" cap="none" normalizeH="0" baseline="0" dirty="0" err="1">
                <a:ln>
                  <a:noFill/>
                </a:ln>
                <a:effectLst/>
              </a:rPr>
              <a:t>export class GreeterComponent implements OnInit {</a:t>
            </a:r>
          </a:p>
          <a:p>
            <a:pPr marL="0" marR="0" indent="0" defTabSz="914400" rtl="0" eaLnBrk="0" fontAlgn="base" latinLnBrk="0" hangingPunct="0">
              <a:spcBef>
                <a:spcPct val="0"/>
              </a:spcBef>
              <a:spcAft>
                <a:spcPts val="600"/>
              </a:spcAft>
              <a:buClrTx/>
              <a:buSzTx/>
              <a:buFontTx/>
              <a:buNone/>
              <a:tabLst/>
            </a:pPr>
            <a:r>
              <a:rPr kumimoji="0" lang="de-DE" altLang="de-DE" sz="1700" b="0" i="0" u="none" strike="noStrike" cap="none" normalizeH="0" baseline="0" dirty="0" err="1">
                <a:ln>
                  <a:noFill/>
                </a:ln>
                <a:effectLst/>
              </a:rPr>
              <a:t>  name = signal('');</a:t>
            </a:r>
          </a:p>
          <a:p>
            <a:pPr marL="0" marR="0" indent="0" defTabSz="914400" rtl="0" eaLnBrk="0" fontAlgn="base" latinLnBrk="0" hangingPunct="0">
              <a:spcBef>
                <a:spcPct val="0"/>
              </a:spcBef>
              <a:spcAft>
                <a:spcPts val="600"/>
              </a:spcAft>
              <a:buClrTx/>
              <a:buSzTx/>
              <a:buFontTx/>
              <a:buNone/>
              <a:tabLst/>
            </a:pPr>
            <a:r>
              <a:rPr kumimoji="0" lang="de-DE" altLang="de-DE" sz="1700" b="0" i="0" u="none" strike="noStrike" cap="none" normalizeH="0" baseline="0" dirty="0" err="1">
                <a:ln>
                  <a:noFill/>
                </a:ln>
                <a:effectLst/>
              </a:rPr>
              <a:t>  private readonly service = inject(GreeterService);</a:t>
            </a:r>
          </a:p>
          <a:p>
            <a:pPr marL="0" marR="0" indent="0" defTabSz="914400" rtl="0" eaLnBrk="0" fontAlgn="base" latinLnBrk="0" hangingPunct="0">
              <a:spcBef>
                <a:spcPct val="0"/>
              </a:spcBef>
              <a:spcAft>
                <a:spcPts val="600"/>
              </a:spcAft>
              <a:buClrTx/>
              <a:buSzTx/>
              <a:buFontTx/>
              <a:buNone/>
              <a:tabLst/>
            </a:pPr>
            <a:r>
              <a:rPr kumimoji="0" lang="de-DE" altLang="de-DE" sz="1700" b="0" i="0" u="none" strike="noStrike" cap="none" normalizeH="0" baseline="0" dirty="0" err="1">
                <a:ln>
                  <a:noFill/>
                </a:ln>
                <a:effectLst/>
              </a:rPr>
              <a:t>  public ngOnInit(): void {</a:t>
            </a:r>
          </a:p>
          <a:p>
            <a:pPr marL="0" marR="0" indent="0" defTabSz="914400" rtl="0" eaLnBrk="0" fontAlgn="base" latinLnBrk="0" hangingPunct="0">
              <a:spcBef>
                <a:spcPct val="0"/>
              </a:spcBef>
              <a:spcAft>
                <a:spcPts val="600"/>
              </a:spcAft>
              <a:buClrTx/>
              <a:buSzTx/>
              <a:buFontTx/>
              <a:buNone/>
              <a:tabLst/>
            </a:pPr>
            <a:r>
              <a:rPr kumimoji="0" lang="de-DE" altLang="de-DE" sz="1700" b="0" i="0" u="none" strike="noStrike" cap="none" normalizeH="0" baseline="0" dirty="0" err="1">
                <a:ln>
                  <a:noFill/>
                </a:ln>
                <a:effectLst/>
              </a:rPr>
              <a:t>    this.name.set(this.service.requestName());</a:t>
            </a:r>
          </a:p>
          <a:p>
            <a:pPr marL="0" marR="0" indent="0" defTabSz="914400" rtl="0" eaLnBrk="0" fontAlgn="base" latinLnBrk="0" hangingPunct="0">
              <a:spcBef>
                <a:spcPct val="0"/>
              </a:spcBef>
              <a:spcAft>
                <a:spcPts val="600"/>
              </a:spcAft>
              <a:buClrTx/>
              <a:buSzTx/>
              <a:buFontTx/>
              <a:buNone/>
              <a:tabLst/>
            </a:pPr>
            <a:r>
              <a:rPr kumimoji="0" lang="de-DE" altLang="de-DE" sz="1700" b="0" i="0" u="none" strike="noStrike" cap="none" normalizeH="0" baseline="0" dirty="0" err="1">
                <a:ln>
                  <a:noFill/>
                </a:ln>
                <a:effectLst/>
              </a:rPr>
              <a:t>  }</a:t>
            </a:r>
          </a:p>
          <a:p>
            <a:pPr marL="0" marR="0" indent="0" defTabSz="914400" rtl="0" eaLnBrk="0" fontAlgn="base" latinLnBrk="0" hangingPunct="0">
              <a:spcBef>
                <a:spcPct val="0"/>
              </a:spcBef>
              <a:spcAft>
                <a:spcPts val="600"/>
              </a:spcAft>
              <a:buClrTx/>
              <a:buSzTx/>
              <a:buFontTx/>
              <a:buNone/>
              <a:tabLst/>
            </a:pPr>
            <a:r>
              <a:rPr kumimoji="0" lang="de-DE" altLang="de-DE" sz="1700" b="0" i="0" u="none" strike="noStrike" cap="none" normalizeH="0" baseline="0" dirty="0" err="1">
                <a:ln>
                  <a:noFill/>
                </a:ln>
                <a:effectLst/>
              </a:rPr>
              <a:t>}</a:t>
            </a:r>
          </a:p>
        </p:txBody>
      </p:sp>
      <p:sp>
        <p:nvSpPr>
          <p:cNvPr id="6" name="Inhaltsplatzhalter 5">
            <a:extLst>
              <a:ext uri="{FF2B5EF4-FFF2-40B4-BE49-F238E27FC236}">
                <a16:creationId xmlns:a16="http://schemas.microsoft.com/office/drawing/2014/main" id="{8A50DF40-9C9A-5977-0DA3-BE10A9E4BC8A}"/>
              </a:ext>
            </a:extLst>
          </p:cNvPr>
          <p:cNvSpPr>
            <a:spLocks noGrp="1"/>
          </p:cNvSpPr>
          <p:nvPr>
            <p:ph sz="half" idx="2"/>
          </p:nvPr>
        </p:nvSpPr>
        <p:spPr/>
        <p:txBody>
          <a:bodyPr/>
          <a:lstStyle/>
          <a:p>
            <a:pPr marL="0" indent="0">
              <a:buNone/>
            </a:pPr>
            <a:r>
              <a:rPr lang="en-US" dirty="0"/>
              <a:t>@Injectable({ providedIn: 'root' })</a:t>
            </a:r>
          </a:p>
          <a:p>
            <a:pPr marL="0" indent="0">
              <a:buNone/>
            </a:pPr>
            <a:r>
              <a:rPr lang="en-US" dirty="0"/>
              <a:t>export class GreeterService {</a:t>
            </a:r>
          </a:p>
          <a:p>
            <a:pPr marL="0" indent="0">
              <a:buNone/>
            </a:pPr>
            <a:r>
              <a:rPr lang="en-US" dirty="0"/>
              <a:t>  public requestName(): string {</a:t>
            </a:r>
          </a:p>
          <a:p>
            <a:pPr marL="0" indent="0">
              <a:buNone/>
            </a:pPr>
            <a:r>
              <a:rPr lang="en-US" dirty="0"/>
              <a:t>    return 'some example name';</a:t>
            </a:r>
          </a:p>
          <a:p>
            <a:pPr marL="0" indent="0">
              <a:buNone/>
            </a:pPr>
            <a:r>
              <a:rPr lang="en-US" dirty="0"/>
              <a:t>  }</a:t>
            </a:r>
          </a:p>
          <a:p>
            <a:pPr marL="0" indent="0">
              <a:buNone/>
            </a:pPr>
            <a:r>
              <a:rPr lang="en-US" dirty="0"/>
              <a:t>}</a:t>
            </a:r>
          </a:p>
        </p:txBody>
      </p:sp>
      <p:sp>
        <p:nvSpPr>
          <p:cNvPr id="12" name="Footer Placeholder 4">
            <a:extLst>
              <a:ext uri="{FF2B5EF4-FFF2-40B4-BE49-F238E27FC236}">
                <a16:creationId xmlns:a16="http://schemas.microsoft.com/office/drawing/2014/main" id="{1708E09F-170D-14D7-B0A7-90CEA3BF602E}"/>
              </a:ext>
            </a:extLst>
          </p:cNvPr>
          <p:cNvSpPr>
            <a:spLocks noGrp="1"/>
          </p:cNvSpPr>
          <p:nvPr>
            <p:ph type="ftr" sz="quarter" idx="11"/>
          </p:nvPr>
        </p:nvSpPr>
        <p:spPr/>
        <p:txBody>
          <a:bodyPr/>
          <a:lstStyle/>
          <a:p>
            <a:pPr>
              <a:spcAft>
                <a:spcPts val="600"/>
              </a:spcAft>
            </a:pPr>
            <a:r>
              <a:rPr lang="en-US" dirty="0"/>
              <a:t>Sample Footer Text</a:t>
            </a:r>
          </a:p>
        </p:txBody>
      </p:sp>
      <p:sp>
        <p:nvSpPr>
          <p:cNvPr id="14" name="Slide Number Placeholder 5">
            <a:extLst>
              <a:ext uri="{FF2B5EF4-FFF2-40B4-BE49-F238E27FC236}">
                <a16:creationId xmlns:a16="http://schemas.microsoft.com/office/drawing/2014/main" id="{F76A1578-4BAB-8672-0768-2FB5B6E7D8CD}"/>
              </a:ext>
            </a:extLst>
          </p:cNvPr>
          <p:cNvSpPr>
            <a:spLocks noGrp="1"/>
          </p:cNvSpPr>
          <p:nvPr>
            <p:ph type="sldNum" sz="quarter" idx="12"/>
          </p:nvPr>
        </p:nvSpPr>
        <p:spPr/>
        <p:txBody>
          <a:bodyPr/>
          <a:lstStyle/>
          <a:p>
            <a:pPr>
              <a:spcAft>
                <a:spcPts val="600"/>
              </a:spcAft>
            </a:pPr>
            <a:fld id="{5E84AC6A-A0EF-437B-BCEE-4772B0214A58}" type="slidenum">
              <a:rPr lang="en-US" smtClean="0"/>
              <a:pPr>
                <a:spcAft>
                  <a:spcPts val="600"/>
                </a:spcAft>
              </a:pPr>
              <a:t>16</a:t>
            </a:fld>
            <a:endParaRPr lang="en-US"/>
          </a:p>
        </p:txBody>
      </p:sp>
      <p:sp>
        <p:nvSpPr>
          <p:cNvPr id="10" name="Date Placeholder 3">
            <a:extLst>
              <a:ext uri="{FF2B5EF4-FFF2-40B4-BE49-F238E27FC236}">
                <a16:creationId xmlns:a16="http://schemas.microsoft.com/office/drawing/2014/main" id="{FE3DA1AA-4BBD-31B3-0380-BB0333A77B3A}"/>
              </a:ext>
            </a:extLst>
          </p:cNvPr>
          <p:cNvSpPr>
            <a:spLocks noGrp="1"/>
          </p:cNvSpPr>
          <p:nvPr>
            <p:ph type="dt" sz="half" idx="4294967295"/>
          </p:nvPr>
        </p:nvSpPr>
        <p:spPr>
          <a:xfrm rot="5400000">
            <a:off x="9539288" y="4629150"/>
            <a:ext cx="2652712" cy="365125"/>
          </a:xfrm>
        </p:spPr>
        <p:txBody>
          <a:bodyPr/>
          <a:lstStyle/>
          <a:p>
            <a:pPr>
              <a:spcAft>
                <a:spcPts val="600"/>
              </a:spcAft>
            </a:pPr>
            <a:fld id="{426E4A9E-2EFE-45B0-B07E-8DDB65DD5AE0}" type="datetime1">
              <a:rPr lang="en-US" smtClean="0"/>
              <a:pPr>
                <a:spcAft>
                  <a:spcPts val="600"/>
                </a:spcAft>
              </a:pPr>
              <a:t>3/29/2025</a:t>
            </a:fld>
            <a:endParaRPr lang="en-US"/>
          </a:p>
        </p:txBody>
      </p:sp>
    </p:spTree>
    <p:extLst>
      <p:ext uri="{BB962C8B-B14F-4D97-AF65-F5344CB8AC3E}">
        <p14:creationId xmlns:p14="http://schemas.microsoft.com/office/powerpoint/2010/main" val="16711207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6E7E6B-66A3-38C7-5392-48484F9B6AB6}"/>
              </a:ext>
            </a:extLst>
          </p:cNvPr>
          <p:cNvSpPr>
            <a:spLocks noGrp="1"/>
          </p:cNvSpPr>
          <p:nvPr>
            <p:ph type="title"/>
          </p:nvPr>
        </p:nvSpPr>
        <p:spPr/>
        <p:txBody>
          <a:bodyPr/>
          <a:lstStyle/>
          <a:p>
            <a:r>
              <a:rPr lang="de-DE" dirty="0" err="1"/>
              <a:t>Mocking</a:t>
            </a:r>
            <a:r>
              <a:rPr lang="de-DE" dirty="0"/>
              <a:t> </a:t>
            </a:r>
            <a:r>
              <a:rPr lang="de-DE" dirty="0" err="1"/>
              <a:t>Dependencies</a:t>
            </a:r>
            <a:endParaRPr lang="de-DE" dirty="0"/>
          </a:p>
        </p:txBody>
      </p:sp>
      <p:sp>
        <p:nvSpPr>
          <p:cNvPr id="7" name="Rectangle 2">
            <a:extLst>
              <a:ext uri="{FF2B5EF4-FFF2-40B4-BE49-F238E27FC236}">
                <a16:creationId xmlns:a16="http://schemas.microsoft.com/office/drawing/2014/main" id="{12C14C6F-DBE8-E213-A2A9-AFB8C4DD36A9}"/>
              </a:ext>
            </a:extLst>
          </p:cNvPr>
          <p:cNvSpPr>
            <a:spLocks noGrp="1" noChangeArrowheads="1"/>
          </p:cNvSpPr>
          <p:nvPr>
            <p:ph idx="1"/>
          </p:nvPr>
        </p:nvSpPr>
        <p:spPr bwMode="auto">
          <a:xfrm>
            <a:off x="1069848" y="2439657"/>
            <a:ext cx="8507457" cy="307776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sz="2000">
                <a:ln>
                  <a:noFill/>
                </a:ln>
                <a:solidFill>
                  <a:srgbClr val="0033B3"/>
                </a:solidFill>
                <a:effectLst/>
                <a:latin typeface="Arial Unicode MS"/>
              </a:rPr>
              <a:t>// Ersatzobjekt mit Mock-Funktion statt echtem Service</a:t>
            </a: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sz="2000">
                <a:ln>
                  <a:noFill/>
                </a:ln>
                <a:solidFill>
                  <a:srgbClr val="0033B3"/>
                </a:solidFill>
                <a:effectLst/>
                <a:latin typeface="Arial Unicode MS"/>
              </a:rPr>
              <a:t>const greeterServiceSpy = { requestName: vi.fn() };</a:t>
            </a: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sz="2000">
                <a:ln>
                  <a:noFill/>
                </a:ln>
                <a:solidFill>
                  <a:srgbClr val="0033B3"/>
                </a:solidFill>
                <a:effectLst/>
                <a:latin typeface="Arial Unicode MS"/>
              </a:rPr>
              <a:t>beforeEach(() =&gt; {</a:t>
            </a: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sz="2000">
                <a:ln>
                  <a:noFill/>
                </a:ln>
                <a:solidFill>
                  <a:srgbClr val="0033B3"/>
                </a:solidFill>
                <a:effectLst/>
                <a:latin typeface="Arial Unicode MS"/>
              </a:rPr>
              <a:t>  TestBed.configureTestingModule({</a:t>
            </a: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sz="2000">
                <a:ln>
                  <a:noFill/>
                </a:ln>
                <a:solidFill>
                  <a:srgbClr val="0033B3"/>
                </a:solidFill>
                <a:effectLst/>
                <a:latin typeface="Arial Unicode MS"/>
              </a:rPr>
              <a:t>    imports: [GreeterComponent],</a:t>
            </a: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sz="2000">
                <a:ln>
                  <a:noFill/>
                </a:ln>
                <a:solidFill>
                  <a:srgbClr val="0033B3"/>
                </a:solidFill>
                <a:effectLst/>
                <a:latin typeface="Arial Unicode MS"/>
              </a:rPr>
              <a:t>    providers: [</a:t>
            </a: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sz="2000">
                <a:ln>
                  <a:noFill/>
                </a:ln>
                <a:solidFill>
                  <a:srgbClr val="0033B3"/>
                </a:solidFill>
                <a:effectLst/>
                <a:latin typeface="Arial Unicode MS"/>
              </a:rPr>
              <a:t>      { provide: GreeterService, useValue: greeterServiceSpy }</a:t>
            </a: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sz="2000">
                <a:ln>
                  <a:noFill/>
                </a:ln>
                <a:solidFill>
                  <a:srgbClr val="0033B3"/>
                </a:solidFill>
                <a:effectLst/>
                <a:latin typeface="Arial Unicode MS"/>
              </a:rPr>
              <a:t>    ]</a:t>
            </a: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sz="2000">
                <a:ln>
                  <a:noFill/>
                </a:ln>
                <a:solidFill>
                  <a:srgbClr val="0033B3"/>
                </a:solidFill>
                <a:effectLst/>
                <a:latin typeface="Arial Unicode MS"/>
              </a:rPr>
              <a:t>  });</a:t>
            </a: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sz="2000">
                <a:ln>
                  <a:noFill/>
                </a:ln>
                <a:solidFill>
                  <a:srgbClr val="0033B3"/>
                </a:solidFill>
                <a:effectLst/>
                <a:latin typeface="Arial Unicode MS"/>
              </a:rPr>
              <a:t>  // Rückgabewert festlegen</a:t>
            </a: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sz="2000">
                <a:ln>
                  <a:noFill/>
                </a:ln>
                <a:solidFill>
                  <a:srgbClr val="0033B3"/>
                </a:solidFill>
                <a:effectLst/>
                <a:latin typeface="Arial Unicode MS"/>
              </a:rPr>
              <a:t>  greeterServiceSpy.requestName.mockReturnValue('Tester');</a:t>
            </a: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sz="2000">
                <a:ln>
                  <a:noFill/>
                </a:ln>
                <a:solidFill>
                  <a:srgbClr val="0033B3"/>
                </a:solidFill>
                <a:effectLst/>
                <a:latin typeface="Arial Unicode MS"/>
              </a:rPr>
              <a:t>  fixture = TestBed.createComponent(GreeterComponent);</a:t>
            </a: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b="0" i="0" u="none" strike="noStrike" cap="none" normalizeH="0" baseline="0" sz="2000">
                <a:ln>
                  <a:noFill/>
                </a:ln>
                <a:solidFill>
                  <a:srgbClr val="0033B3"/>
                </a:solidFill>
                <a:effectLst/>
                <a:latin typeface="Arial Unicode MS"/>
              </a:rPr>
              <a:t>});</a:t>
            </a:r>
          </a:p>
        </p:txBody>
      </p:sp>
    </p:spTree>
    <p:extLst>
      <p:ext uri="{BB962C8B-B14F-4D97-AF65-F5344CB8AC3E}">
        <p14:creationId xmlns:p14="http://schemas.microsoft.com/office/powerpoint/2010/main" val="14090666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A10686-00F2-6975-2BF0-DB5137D386C5}"/>
              </a:ext>
            </a:extLst>
          </p:cNvPr>
          <p:cNvSpPr>
            <a:spLocks noGrp="1"/>
          </p:cNvSpPr>
          <p:nvPr>
            <p:ph type="title"/>
          </p:nvPr>
        </p:nvSpPr>
        <p:spPr/>
        <p:txBody>
          <a:bodyPr/>
          <a:lstStyle/>
          <a:p>
            <a:r>
              <a:rPr lang="de-DE" dirty="0" err="1"/>
              <a:t>Async</a:t>
            </a:r>
            <a:r>
              <a:rPr lang="de-DE" dirty="0"/>
              <a:t> </a:t>
            </a:r>
            <a:r>
              <a:rPr lang="de-DE" dirty="0" err="1"/>
              <a:t>result</a:t>
            </a:r>
            <a:endParaRPr lang="de-DE" dirty="0"/>
          </a:p>
        </p:txBody>
      </p:sp>
      <p:sp>
        <p:nvSpPr>
          <p:cNvPr id="12" name="Rectangle 3">
            <a:extLst>
              <a:ext uri="{FF2B5EF4-FFF2-40B4-BE49-F238E27FC236}">
                <a16:creationId xmlns:a16="http://schemas.microsoft.com/office/drawing/2014/main" id="{1CF11354-E15D-710E-A729-C07FEF16E2FA}"/>
              </a:ext>
            </a:extLst>
          </p:cNvPr>
          <p:cNvSpPr>
            <a:spLocks noGrp="1" noChangeArrowheads="1"/>
          </p:cNvSpPr>
          <p:nvPr>
            <p:ph sz="half" idx="2"/>
          </p:nvPr>
        </p:nvSpPr>
        <p:spPr bwMode="auto">
          <a:xfrm>
            <a:off x="6349795" y="3397239"/>
            <a:ext cx="3332964" cy="12003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200" b="0" i="0" u="none" strike="noStrike" cap="none" normalizeH="0" baseline="0" dirty="0" err="1">
                <a:ln>
                  <a:noFill/>
                </a:ln>
                <a:solidFill>
                  <a:srgbClr val="0033B3"/>
                </a:solidFill>
                <a:effectLst/>
                <a:latin typeface="Arial Unicode MS"/>
              </a:rPr>
              <a:t>export</a:t>
            </a:r>
            <a:r>
              <a:rPr kumimoji="0" lang="de-DE" altLang="de-DE" sz="1200" b="0" i="0" u="none" strike="noStrike" cap="none" normalizeH="0" baseline="0" dirty="0">
                <a:ln>
                  <a:noFill/>
                </a:ln>
                <a:solidFill>
                  <a:srgbClr val="0033B3"/>
                </a:solidFill>
                <a:effectLst/>
                <a:latin typeface="Arial Unicode MS"/>
              </a:rPr>
              <a:t> </a:t>
            </a:r>
            <a:r>
              <a:rPr kumimoji="0" lang="de-DE" altLang="de-DE" sz="1200" b="0" i="0" u="none" strike="noStrike" cap="none" normalizeH="0" baseline="0" dirty="0" err="1">
                <a:ln>
                  <a:noFill/>
                </a:ln>
                <a:solidFill>
                  <a:srgbClr val="0033B3"/>
                </a:solidFill>
                <a:effectLst/>
                <a:latin typeface="Arial Unicode MS"/>
              </a:rPr>
              <a:t>class</a:t>
            </a:r>
            <a:r>
              <a:rPr kumimoji="0" lang="de-DE" altLang="de-DE" sz="1200" b="0" i="0" u="none" strike="noStrike" cap="none" normalizeH="0" baseline="0" dirty="0">
                <a:ln>
                  <a:noFill/>
                </a:ln>
                <a:solidFill>
                  <a:srgbClr val="0033B3"/>
                </a:solidFill>
                <a:effectLst/>
                <a:latin typeface="Arial Unicode MS"/>
              </a:rPr>
              <a:t> </a:t>
            </a:r>
            <a:r>
              <a:rPr kumimoji="0" lang="de-DE" altLang="de-DE" sz="1200" b="0" i="0" u="none" strike="noStrike" cap="none" normalizeH="0" baseline="0" dirty="0" err="1">
                <a:ln>
                  <a:noFill/>
                </a:ln>
                <a:solidFill>
                  <a:srgbClr val="000000"/>
                </a:solidFill>
                <a:effectLst/>
                <a:latin typeface="Arial Unicode MS"/>
              </a:rPr>
              <a:t>GreeterService</a:t>
            </a:r>
            <a:r>
              <a:rPr kumimoji="0" lang="de-DE" altLang="de-DE" sz="1200" b="0" i="0" u="none" strike="noStrike" cap="none" normalizeH="0" baseline="0" dirty="0">
                <a:ln>
                  <a:noFill/>
                </a:ln>
                <a:solidFill>
                  <a:srgbClr val="000000"/>
                </a:solidFill>
                <a:effectLst/>
                <a:latin typeface="Arial Unicode MS"/>
              </a:rPr>
              <a:t> </a:t>
            </a:r>
            <a:r>
              <a:rPr kumimoji="0" lang="de-DE" altLang="de-DE" sz="1200" b="0" i="0" u="none" strike="noStrike" cap="none" normalizeH="0" baseline="0" dirty="0">
                <a:ln>
                  <a:noFill/>
                </a:ln>
                <a:solidFill>
                  <a:srgbClr val="080808"/>
                </a:solidFill>
                <a:effectLst/>
                <a:latin typeface="Arial Unicode MS"/>
              </a:rPr>
              <a:t>{</a:t>
            </a:r>
            <a:br>
              <a:rPr kumimoji="0" lang="de-DE" altLang="de-DE" sz="1200" b="0" i="0" u="none" strike="noStrike" cap="none" normalizeH="0" baseline="0" dirty="0">
                <a:ln>
                  <a:noFill/>
                </a:ln>
                <a:solidFill>
                  <a:srgbClr val="080808"/>
                </a:solidFill>
                <a:effectLst/>
                <a:latin typeface="Arial Unicode MS"/>
              </a:rPr>
            </a:br>
            <a:br>
              <a:rPr kumimoji="0" lang="de-DE" altLang="de-DE" sz="1200" b="0" i="0" u="none" strike="noStrike" cap="none" normalizeH="0" baseline="0" dirty="0">
                <a:ln>
                  <a:noFill/>
                </a:ln>
                <a:solidFill>
                  <a:srgbClr val="080808"/>
                </a:solidFill>
                <a:effectLst/>
                <a:latin typeface="Arial Unicode MS"/>
              </a:rPr>
            </a:br>
            <a:r>
              <a:rPr kumimoji="0" lang="de-DE" altLang="de-DE" sz="1200" b="0" i="0" u="none" strike="noStrike" cap="none" normalizeH="0" baseline="0" dirty="0">
                <a:ln>
                  <a:noFill/>
                </a:ln>
                <a:solidFill>
                  <a:srgbClr val="080808"/>
                </a:solidFill>
                <a:effectLst/>
                <a:latin typeface="Arial Unicode MS"/>
              </a:rPr>
              <a:t>  </a:t>
            </a:r>
            <a:r>
              <a:rPr kumimoji="0" lang="de-DE" altLang="de-DE" sz="1200" b="0" i="0" u="none" strike="noStrike" cap="none" normalizeH="0" baseline="0" dirty="0" err="1">
                <a:ln>
                  <a:noFill/>
                </a:ln>
                <a:solidFill>
                  <a:srgbClr val="0033B3"/>
                </a:solidFill>
                <a:effectLst/>
                <a:latin typeface="Arial Unicode MS"/>
              </a:rPr>
              <a:t>public</a:t>
            </a:r>
            <a:r>
              <a:rPr kumimoji="0" lang="de-DE" altLang="de-DE" sz="1200" b="0" i="0" u="none" strike="noStrike" cap="none" normalizeH="0" baseline="0" dirty="0">
                <a:ln>
                  <a:noFill/>
                </a:ln>
                <a:solidFill>
                  <a:srgbClr val="0033B3"/>
                </a:solidFill>
                <a:effectLst/>
                <a:latin typeface="Arial Unicode MS"/>
              </a:rPr>
              <a:t> </a:t>
            </a:r>
            <a:r>
              <a:rPr kumimoji="0" lang="de-DE" altLang="de-DE" sz="1200" b="0" i="0" u="none" strike="noStrike" cap="none" normalizeH="0" baseline="0" dirty="0" err="1">
                <a:ln>
                  <a:noFill/>
                </a:ln>
                <a:solidFill>
                  <a:srgbClr val="7A7A43"/>
                </a:solidFill>
                <a:effectLst/>
                <a:latin typeface="Arial Unicode MS"/>
              </a:rPr>
              <a:t>requestNames</a:t>
            </a:r>
            <a:r>
              <a:rPr kumimoji="0" lang="de-DE" altLang="de-DE" sz="1200" b="0" i="0" u="none" strike="noStrike" cap="none" normalizeH="0" baseline="0" dirty="0">
                <a:ln>
                  <a:noFill/>
                </a:ln>
                <a:solidFill>
                  <a:srgbClr val="080808"/>
                </a:solidFill>
                <a:effectLst/>
                <a:latin typeface="Arial Unicode MS"/>
              </a:rPr>
              <a:t>():</a:t>
            </a:r>
            <a:r>
              <a:rPr kumimoji="0" lang="de-DE" altLang="de-DE" sz="1200" b="0" i="0" u="none" strike="noStrike" cap="none" normalizeH="0" baseline="0" dirty="0">
                <a:ln>
                  <a:noFill/>
                </a:ln>
                <a:solidFill>
                  <a:srgbClr val="000000"/>
                </a:solidFill>
                <a:effectLst/>
                <a:latin typeface="Arial Unicode MS"/>
              </a:rPr>
              <a:t>Observable</a:t>
            </a:r>
            <a:r>
              <a:rPr kumimoji="0" lang="de-DE" altLang="de-DE" sz="1200" b="0" i="0" u="none" strike="noStrike" cap="none" normalizeH="0" baseline="0" dirty="0">
                <a:ln>
                  <a:noFill/>
                </a:ln>
                <a:solidFill>
                  <a:srgbClr val="080808"/>
                </a:solidFill>
                <a:effectLst/>
                <a:latin typeface="Arial Unicode MS"/>
              </a:rPr>
              <a:t>&lt;</a:t>
            </a:r>
            <a:r>
              <a:rPr kumimoji="0" lang="de-DE" altLang="de-DE" sz="1200" b="0" i="0" u="none" strike="noStrike" cap="none" normalizeH="0" baseline="0" dirty="0" err="1">
                <a:ln>
                  <a:noFill/>
                </a:ln>
                <a:solidFill>
                  <a:srgbClr val="0033B3"/>
                </a:solidFill>
                <a:effectLst/>
                <a:latin typeface="Arial Unicode MS"/>
              </a:rPr>
              <a:t>string</a:t>
            </a:r>
            <a:r>
              <a:rPr kumimoji="0" lang="de-DE" altLang="de-DE" sz="1200" b="0" i="0" u="none" strike="noStrike" cap="none" normalizeH="0" baseline="0" dirty="0">
                <a:ln>
                  <a:noFill/>
                </a:ln>
                <a:solidFill>
                  <a:srgbClr val="080808"/>
                </a:solidFill>
                <a:effectLst/>
                <a:latin typeface="Arial Unicode MS"/>
              </a:rPr>
              <a:t>[]&gt;{</a:t>
            </a:r>
            <a:br>
              <a:rPr kumimoji="0" lang="de-DE" altLang="de-DE" sz="1200" b="0" i="0" u="none" strike="noStrike" cap="none" normalizeH="0" baseline="0" dirty="0">
                <a:ln>
                  <a:noFill/>
                </a:ln>
                <a:solidFill>
                  <a:srgbClr val="080808"/>
                </a:solidFill>
                <a:effectLst/>
                <a:latin typeface="Arial Unicode MS"/>
              </a:rPr>
            </a:br>
            <a:r>
              <a:rPr kumimoji="0" lang="de-DE" altLang="de-DE" sz="1200" b="0" i="0" u="none" strike="noStrike" cap="none" normalizeH="0" baseline="0" dirty="0">
                <a:ln>
                  <a:noFill/>
                </a:ln>
                <a:solidFill>
                  <a:srgbClr val="080808"/>
                </a:solidFill>
                <a:effectLst/>
                <a:latin typeface="Arial Unicode MS"/>
              </a:rPr>
              <a:t>    </a:t>
            </a:r>
            <a:r>
              <a:rPr kumimoji="0" lang="de-DE" altLang="de-DE" sz="1200" b="0" i="0" u="none" strike="noStrike" cap="none" normalizeH="0" baseline="0" dirty="0" err="1">
                <a:ln>
                  <a:noFill/>
                </a:ln>
                <a:solidFill>
                  <a:srgbClr val="0033B3"/>
                </a:solidFill>
                <a:effectLst/>
                <a:latin typeface="Arial Unicode MS"/>
              </a:rPr>
              <a:t>return</a:t>
            </a:r>
            <a:r>
              <a:rPr kumimoji="0" lang="de-DE" altLang="de-DE" sz="1200" b="0" i="0" u="none" strike="noStrike" cap="none" normalizeH="0" baseline="0" dirty="0">
                <a:ln>
                  <a:noFill/>
                </a:ln>
                <a:solidFill>
                  <a:srgbClr val="0033B3"/>
                </a:solidFill>
                <a:effectLst/>
                <a:latin typeface="Arial Unicode MS"/>
              </a:rPr>
              <a:t> </a:t>
            </a:r>
            <a:r>
              <a:rPr kumimoji="0" lang="de-DE" altLang="de-DE" sz="1200" b="0" i="1" u="none" strike="noStrike" cap="none" normalizeH="0" baseline="0" dirty="0">
                <a:ln>
                  <a:noFill/>
                </a:ln>
                <a:solidFill>
                  <a:srgbClr val="080808"/>
                </a:solidFill>
                <a:effectLst/>
                <a:latin typeface="Arial Unicode MS"/>
              </a:rPr>
              <a:t>//HTTP CALL…</a:t>
            </a:r>
            <a:br>
              <a:rPr kumimoji="0" lang="de-DE" altLang="de-DE" sz="1200" b="0" i="0" u="none" strike="noStrike" cap="none" normalizeH="0" baseline="0" dirty="0">
                <a:ln>
                  <a:noFill/>
                </a:ln>
                <a:solidFill>
                  <a:srgbClr val="080808"/>
                </a:solidFill>
                <a:effectLst/>
                <a:latin typeface="Arial Unicode MS"/>
              </a:rPr>
            </a:br>
            <a:r>
              <a:rPr kumimoji="0" lang="de-DE" altLang="de-DE" sz="1200" b="0" i="0" u="none" strike="noStrike" cap="none" normalizeH="0" baseline="0" dirty="0">
                <a:ln>
                  <a:noFill/>
                </a:ln>
                <a:solidFill>
                  <a:srgbClr val="080808"/>
                </a:solidFill>
                <a:effectLst/>
                <a:latin typeface="Arial Unicode MS"/>
              </a:rPr>
              <a:t>  }</a:t>
            </a:r>
            <a:br>
              <a:rPr kumimoji="0" lang="de-DE" altLang="de-DE" sz="1200" b="0" i="0" u="none" strike="noStrike" cap="none" normalizeH="0" baseline="0" dirty="0">
                <a:ln>
                  <a:noFill/>
                </a:ln>
                <a:solidFill>
                  <a:srgbClr val="080808"/>
                </a:solidFill>
                <a:effectLst/>
                <a:latin typeface="Arial Unicode MS"/>
              </a:rPr>
            </a:br>
            <a:r>
              <a:rPr kumimoji="0" lang="de-DE" altLang="de-DE" sz="1200" b="0" i="0" u="none" strike="noStrike" cap="none" normalizeH="0" baseline="0" dirty="0">
                <a:ln>
                  <a:noFill/>
                </a:ln>
                <a:solidFill>
                  <a:srgbClr val="080808"/>
                </a:solidFill>
                <a:effectLst/>
                <a:latin typeface="Arial Unicode MS"/>
              </a:rPr>
              <a:t>}</a:t>
            </a:r>
            <a:endParaRPr kumimoji="0" lang="de-DE" altLang="de-DE" sz="2800" b="0" i="0" u="none" strike="noStrike" cap="none" normalizeH="0" baseline="0" dirty="0">
              <a:ln>
                <a:noFill/>
              </a:ln>
              <a:solidFill>
                <a:schemeClr val="tx1"/>
              </a:solidFill>
              <a:effectLst/>
              <a:latin typeface="Arial" panose="020B0604020202020204" pitchFamily="34" charset="0"/>
            </a:endParaRPr>
          </a:p>
        </p:txBody>
      </p:sp>
      <p:sp>
        <p:nvSpPr>
          <p:cNvPr id="13" name="Rectangle 4">
            <a:extLst>
              <a:ext uri="{FF2B5EF4-FFF2-40B4-BE49-F238E27FC236}">
                <a16:creationId xmlns:a16="http://schemas.microsoft.com/office/drawing/2014/main" id="{0C90EE2F-BABA-0D3A-D968-E457EFC2631C}"/>
              </a:ext>
            </a:extLst>
          </p:cNvPr>
          <p:cNvSpPr>
            <a:spLocks noGrp="1" noChangeArrowheads="1"/>
          </p:cNvSpPr>
          <p:nvPr>
            <p:ph sz="half" idx="1"/>
          </p:nvPr>
        </p:nvSpPr>
        <p:spPr bwMode="auto">
          <a:xfrm>
            <a:off x="1066800" y="2597020"/>
            <a:ext cx="3328155" cy="2800767"/>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indent="0" eaLnBrk="0" fontAlgn="base" hangingPunct="0">
              <a:lnSpc>
                <a:spcPct val="100000"/>
              </a:lnSpc>
              <a:spcBef>
                <a:spcPct val="0"/>
              </a:spcBef>
              <a:spcAft>
                <a:spcPct val="0"/>
              </a:spcAft>
              <a:buNone/>
            </a:pPr>
            <a:r>
              <a:rPr kumimoji="0" lang="de-DE" altLang="de-DE" sz="1100" b="0" i="0" u="none" strike="noStrike" cap="none" normalizeH="0" baseline="0" dirty="0">
                <a:ln>
                  <a:noFill/>
                </a:ln>
                <a:solidFill>
                  <a:srgbClr val="080808"/>
                </a:solidFill>
                <a:effectLst/>
                <a:latin typeface="Arial Unicode MS"/>
              </a:rPr>
              <a:t>@for (name of names(); track name) {</a:t>
            </a:r>
            <a:endParaRPr kumimoji="0" lang="de-DE" altLang="de-DE" sz="24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100" b="0" i="0" u="none" strike="noStrike" cap="none" normalizeH="0" baseline="0" dirty="0">
                <a:ln>
                  <a:noFill/>
                </a:ln>
                <a:solidFill>
                  <a:srgbClr val="080808"/>
                </a:solidFill>
                <a:effectLst/>
                <a:latin typeface="Arial Unicode MS"/>
              </a:rPr>
              <a:t>  &lt;p&gt;{{name}}&lt;/p&gt;</a:t>
            </a:r>
            <a:endParaRPr kumimoji="0" lang="de-DE" altLang="de-DE" sz="24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100" b="0" i="0" u="none" strike="noStrike" cap="none" normalizeH="0" baseline="0" dirty="0">
                <a:ln>
                  <a:noFill/>
                </a:ln>
                <a:solidFill>
                  <a:srgbClr val="080808"/>
                </a:solidFill>
                <a:effectLst/>
                <a:latin typeface="Arial Unicode MS"/>
              </a:rPr>
              <a:t>}</a:t>
            </a:r>
            <a:endParaRPr kumimoji="0" lang="de-DE" altLang="de-DE" sz="24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100" b="0" i="0" u="none" strike="noStrike" cap="none" normalizeH="0" baseline="0" dirty="0">
                <a:ln>
                  <a:noFill/>
                </a:ln>
                <a:solidFill>
                  <a:srgbClr val="080808"/>
                </a:solidFill>
                <a:effectLst/>
                <a:latin typeface="Arial Unicode MS"/>
              </a:rPr>
              <a:t/>
            </a:r>
            <a:endParaRPr kumimoji="0" lang="de-DE" altLang="de-DE" sz="24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100" b="0" i="0" u="none" strike="noStrike" cap="none" normalizeH="0" baseline="0" dirty="0">
                <a:ln>
                  <a:noFill/>
                </a:ln>
                <a:solidFill>
                  <a:srgbClr val="080808"/>
                </a:solidFill>
                <a:effectLst/>
                <a:latin typeface="Arial Unicode MS"/>
              </a:rPr>
              <a:t>export class GreeterComponent {</a:t>
            </a:r>
            <a:endParaRPr kumimoji="0" lang="de-DE" altLang="de-DE" sz="24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100" b="0" i="0" u="none" strike="noStrike" cap="none" normalizeH="0" baseline="0" dirty="0">
                <a:ln>
                  <a:noFill/>
                </a:ln>
                <a:solidFill>
                  <a:srgbClr val="080808"/>
                </a:solidFill>
                <a:effectLst/>
                <a:latin typeface="Arial Unicode MS"/>
              </a:rPr>
              <a:t>  names = signal&lt;string[]&gt;([]);</a:t>
            </a:r>
            <a:endParaRPr kumimoji="0" lang="de-DE" altLang="de-DE" sz="24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100" b="0" i="0" u="none" strike="noStrike" cap="none" normalizeH="0" baseline="0" dirty="0">
                <a:ln>
                  <a:noFill/>
                </a:ln>
                <a:solidFill>
                  <a:srgbClr val="080808"/>
                </a:solidFill>
                <a:effectLst/>
                <a:latin typeface="Arial Unicode MS"/>
              </a:rPr>
              <a:t>  private readonly service = inject(GreeterService);</a:t>
            </a:r>
            <a:endParaRPr kumimoji="0" lang="de-DE" altLang="de-DE" sz="24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100" b="0" i="0" u="none" strike="noStrike" cap="none" normalizeH="0" baseline="0" dirty="0">
                <a:ln>
                  <a:noFill/>
                </a:ln>
                <a:solidFill>
                  <a:srgbClr val="080808"/>
                </a:solidFill>
                <a:effectLst/>
                <a:latin typeface="Arial Unicode MS"/>
              </a:rPr>
              <a:t>  public requestNames(): void {</a:t>
            </a:r>
            <a:endParaRPr kumimoji="0" lang="de-DE" altLang="de-DE" sz="24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100" b="0" i="0" u="none" strike="noStrike" cap="none" normalizeH="0" baseline="0" dirty="0">
                <a:ln>
                  <a:noFill/>
                </a:ln>
                <a:solidFill>
                  <a:srgbClr val="080808"/>
                </a:solidFill>
                <a:effectLst/>
                <a:latin typeface="Arial Unicode MS"/>
              </a:rPr>
              <a:t>    this.service.requestNames().subscribe(result =&gt; this.names.set(result));</a:t>
            </a:r>
            <a:endParaRPr kumimoji="0" lang="de-DE" altLang="de-DE" sz="24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100" b="0" i="0" u="none" strike="noStrike" cap="none" normalizeH="0" baseline="0" dirty="0">
                <a:ln>
                  <a:noFill/>
                </a:ln>
                <a:solidFill>
                  <a:srgbClr val="080808"/>
                </a:solidFill>
                <a:effectLst/>
                <a:latin typeface="Arial Unicode MS"/>
              </a:rPr>
              <a:t>  }</a:t>
            </a:r>
            <a:endParaRPr kumimoji="0" lang="de-DE" altLang="de-DE" sz="24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100" b="0" i="0" u="none" strike="noStrike" cap="none" normalizeH="0" baseline="0" dirty="0">
                <a:ln>
                  <a:noFill/>
                </a:ln>
                <a:solidFill>
                  <a:srgbClr val="080808"/>
                </a:solidFill>
                <a:effectLst/>
                <a:latin typeface="Arial Unicode MS"/>
              </a:rPr>
              <a:t>}</a:t>
            </a:r>
            <a:endParaRPr kumimoji="0" lang="de-DE" altLang="de-DE" sz="2400" b="0" i="0" u="none" strike="noStrike" cap="none" normalizeH="0" baseline="0" dirty="0">
              <a:ln>
                <a:noFill/>
              </a:ln>
              <a:solidFill>
                <a:schemeClr val="tx1"/>
              </a:solidFill>
              <a:effectLst/>
              <a:latin typeface="Arial" panose="020B0604020202020204" pitchFamily="34" charset="0"/>
            </a:endParaRPr>
          </a:p>
        </p:txBody>
      </p:sp>
      <p:sp>
        <p:nvSpPr>
          <p:cNvPr id="15" name="Rectangle 6">
            <a:extLst>
              <a:ext uri="{FF2B5EF4-FFF2-40B4-BE49-F238E27FC236}">
                <a16:creationId xmlns:a16="http://schemas.microsoft.com/office/drawing/2014/main" id="{0983ADEE-2848-C63E-EE4F-FEDEFDE30862}"/>
              </a:ext>
            </a:extLst>
          </p:cNvPr>
          <p:cNvSpPr>
            <a:spLocks noChangeArrowheads="1"/>
          </p:cNvSpPr>
          <p:nvPr/>
        </p:nvSpPr>
        <p:spPr bwMode="auto">
          <a:xfrm>
            <a:off x="0" y="43934"/>
            <a:ext cx="184731"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880893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452C2C10-CAB2-BC05-7953-61797AF2B5AF}"/>
              </a:ext>
            </a:extLst>
          </p:cNvPr>
          <p:cNvSpPr>
            <a:spLocks noGrp="1"/>
          </p:cNvSpPr>
          <p:nvPr>
            <p:ph type="title"/>
          </p:nvPr>
        </p:nvSpPr>
        <p:spPr/>
        <p:txBody>
          <a:bodyPr/>
          <a:lstStyle/>
          <a:p>
            <a:r>
              <a:rPr lang="de-DE" dirty="0" err="1"/>
              <a:t>Aync</a:t>
            </a:r>
            <a:r>
              <a:rPr lang="de-DE" dirty="0"/>
              <a:t> </a:t>
            </a:r>
            <a:r>
              <a:rPr lang="de-DE" dirty="0" err="1"/>
              <a:t>result</a:t>
            </a:r>
            <a:endParaRPr lang="de-DE" dirty="0"/>
          </a:p>
        </p:txBody>
      </p:sp>
      <p:sp>
        <p:nvSpPr>
          <p:cNvPr id="8" name="Rectangle 2">
            <a:extLst>
              <a:ext uri="{FF2B5EF4-FFF2-40B4-BE49-F238E27FC236}">
                <a16:creationId xmlns:a16="http://schemas.microsoft.com/office/drawing/2014/main" id="{4727F7D2-E880-2CC0-BF8D-164E1C0FC4A0}"/>
              </a:ext>
            </a:extLst>
          </p:cNvPr>
          <p:cNvSpPr>
            <a:spLocks noGrp="1" noChangeArrowheads="1"/>
          </p:cNvSpPr>
          <p:nvPr>
            <p:ph idx="1"/>
          </p:nvPr>
        </p:nvSpPr>
        <p:spPr bwMode="auto">
          <a:xfrm>
            <a:off x="1069848" y="2101101"/>
            <a:ext cx="8507457" cy="375487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a:ln>
                  <a:noFill/>
                </a:ln>
                <a:solidFill>
                  <a:srgbClr val="248F8F"/>
                </a:solidFill>
                <a:effectLst/>
                <a:latin typeface="Arial Unicode MS"/>
              </a:rPr>
              <a:t>greeterServiceSpy.requestNames.mockReturnValue(of(['Tester1', 'Tester2']));</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a:ln>
                  <a:noFill/>
                </a:ln>
                <a:solidFill>
                  <a:srgbClr val="248F8F"/>
                </a:solidFill>
                <a:effectLst/>
                <a:latin typeface="Arial Unicode MS"/>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a:ln>
                  <a:noFill/>
                </a:ln>
                <a:solidFill>
                  <a:srgbClr val="248F8F"/>
                </a:solidFill>
                <a:effectLst/>
                <a:latin typeface="Arial Unicode MS"/>
              </a:rPr>
              <a:t>it('should show nothing at the beginning', async () =&gt; {</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a:ln>
                  <a:noFill/>
                </a:ln>
                <a:solidFill>
                  <a:srgbClr val="248F8F"/>
                </a:solidFill>
                <a:effectLst/>
                <a:latin typeface="Arial Unicode MS"/>
              </a:rPr>
              <a:t>  fixture.detectChanges();</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a:ln>
                  <a:noFill/>
                </a:ln>
                <a:solidFill>
                  <a:srgbClr val="248F8F"/>
                </a:solidFill>
                <a:effectLst/>
                <a:latin typeface="Arial Unicode MS"/>
              </a:rPr>
              <a:t>  await fixture.whenStable();</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a:ln>
                  <a:noFill/>
                </a:ln>
                <a:solidFill>
                  <a:srgbClr val="248F8F"/>
                </a:solidFill>
                <a:effectLst/>
                <a:latin typeface="Arial Unicode MS"/>
              </a:rPr>
              <a:t>  expect(componentRootElement.querySelector('p')).toBeNull();</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a:ln>
                  <a:noFill/>
                </a:ln>
                <a:solidFill>
                  <a:srgbClr val="248F8F"/>
                </a:solidFill>
                <a:effectLst/>
                <a:latin typeface="Arial Unicode MS"/>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a:ln>
                  <a:noFill/>
                </a:ln>
                <a:solidFill>
                  <a:srgbClr val="248F8F"/>
                </a:solidFill>
                <a:effectLst/>
                <a:latin typeface="Arial Unicode MS"/>
              </a:rPr>
              <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a:ln>
                  <a:noFill/>
                </a:ln>
                <a:solidFill>
                  <a:srgbClr val="248F8F"/>
                </a:solidFill>
                <a:effectLst/>
                <a:latin typeface="Arial Unicode MS"/>
              </a:rPr>
              <a:t>it('after requesting data 2 p-elements should be visible', async () =&gt; {</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a:ln>
                  <a:noFill/>
                </a:ln>
                <a:solidFill>
                  <a:srgbClr val="248F8F"/>
                </a:solidFill>
                <a:effectLst/>
                <a:latin typeface="Arial Unicode MS"/>
              </a:rPr>
              <a:t>  component.requestNames();</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a:ln>
                  <a:noFill/>
                </a:ln>
                <a:solidFill>
                  <a:srgbClr val="248F8F"/>
                </a:solidFill>
                <a:effectLst/>
                <a:latin typeface="Arial Unicode MS"/>
              </a:rPr>
              <a:t>  fixture.detectChanges();</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a:ln>
                  <a:noFill/>
                </a:ln>
                <a:solidFill>
                  <a:srgbClr val="248F8F"/>
                </a:solidFill>
                <a:effectLst/>
                <a:latin typeface="Arial Unicode MS"/>
              </a:rPr>
              <a:t>  await fixture.whenStable();</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a:ln>
                  <a:noFill/>
                </a:ln>
                <a:solidFill>
                  <a:srgbClr val="248F8F"/>
                </a:solidFill>
                <a:effectLst/>
                <a:latin typeface="Arial Unicode MS"/>
              </a:rPr>
              <a:t>  expect(componentRootElement.querySelectorAll('p')).toHaveLength(2);</a:t>
            </a:r>
          </a:p>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a:ln>
                  <a:noFill/>
                </a:ln>
                <a:solidFill>
                  <a:srgbClr val="248F8F"/>
                </a:solidFill>
                <a:effectLst/>
                <a:latin typeface="Arial Unicode MS"/>
              </a:rPr>
              <a:t>});</a:t>
            </a:r>
          </a:p>
        </p:txBody>
      </p:sp>
    </p:spTree>
    <p:extLst>
      <p:ext uri="{BB962C8B-B14F-4D97-AF65-F5344CB8AC3E}">
        <p14:creationId xmlns:p14="http://schemas.microsoft.com/office/powerpoint/2010/main" val="292541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D4491C-5DDB-B1BB-2500-8E557F84FA66}"/>
              </a:ext>
            </a:extLst>
          </p:cNvPr>
          <p:cNvSpPr>
            <a:spLocks noGrp="1"/>
          </p:cNvSpPr>
          <p:nvPr>
            <p:ph type="title"/>
          </p:nvPr>
        </p:nvSpPr>
        <p:spPr/>
        <p:txBody>
          <a:bodyPr/>
          <a:lstStyle/>
          <a:p>
            <a:r>
              <a:rPr lang="de-DE" dirty="0" err="1"/>
              <a:t>Throw</a:t>
            </a:r>
            <a:r>
              <a:rPr lang="de-DE" dirty="0"/>
              <a:t> Error</a:t>
            </a:r>
          </a:p>
        </p:txBody>
      </p:sp>
      <p:sp>
        <p:nvSpPr>
          <p:cNvPr id="4" name="Rectangle 1">
            <a:extLst>
              <a:ext uri="{FF2B5EF4-FFF2-40B4-BE49-F238E27FC236}">
                <a16:creationId xmlns:a16="http://schemas.microsoft.com/office/drawing/2014/main" id="{E6EA496A-C717-7651-5A49-E40165DDDB64}"/>
              </a:ext>
            </a:extLst>
          </p:cNvPr>
          <p:cNvSpPr>
            <a:spLocks noGrp="1" noChangeArrowheads="1"/>
          </p:cNvSpPr>
          <p:nvPr>
            <p:ph idx="1"/>
          </p:nvPr>
        </p:nvSpPr>
        <p:spPr bwMode="auto">
          <a:xfrm>
            <a:off x="1069848" y="3686151"/>
            <a:ext cx="8470204" cy="58477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600" b="0" i="0" u="none" strike="noStrike" cap="none" normalizeH="0" baseline="0">
                <a:ln>
                  <a:noFill/>
                </a:ln>
                <a:solidFill>
                  <a:srgbClr val="248F8F"/>
                </a:solidFill>
                <a:effectLst/>
                <a:latin typeface="Arial Unicode MS"/>
              </a:rPr>
              <a:t>greeterServiceSpy.requestNames.mockReturnValue(throwError(() =&gt; new Error('TestError')));</a:t>
            </a:r>
            <a:endParaRPr kumimoji="0" lang="de-DE" altLang="de-DE" sz="3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540398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3C155B-CEA9-EF67-8F01-984F8D77E853}"/>
              </a:ext>
            </a:extLst>
          </p:cNvPr>
          <p:cNvSpPr>
            <a:spLocks noGrp="1"/>
          </p:cNvSpPr>
          <p:nvPr>
            <p:ph type="title"/>
          </p:nvPr>
        </p:nvSpPr>
        <p:spPr/>
        <p:txBody>
          <a:bodyPr/>
          <a:lstStyle/>
          <a:p>
            <a:r>
              <a:rPr lang="de-DE" dirty="0"/>
              <a:t>Trigger Eventhandling</a:t>
            </a:r>
          </a:p>
        </p:txBody>
      </p:sp>
      <p:sp>
        <p:nvSpPr>
          <p:cNvPr id="4" name="Rectangle 1">
            <a:extLst>
              <a:ext uri="{FF2B5EF4-FFF2-40B4-BE49-F238E27FC236}">
                <a16:creationId xmlns:a16="http://schemas.microsoft.com/office/drawing/2014/main" id="{1518505A-4988-2A88-517B-427A9E0B953A}"/>
              </a:ext>
            </a:extLst>
          </p:cNvPr>
          <p:cNvSpPr>
            <a:spLocks noGrp="1" noChangeArrowheads="1"/>
          </p:cNvSpPr>
          <p:nvPr>
            <p:ph sz="half" idx="1"/>
          </p:nvPr>
        </p:nvSpPr>
        <p:spPr bwMode="auto">
          <a:xfrm>
            <a:off x="1066800" y="2658574"/>
            <a:ext cx="4799712" cy="267765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indent="0" eaLnBrk="0" fontAlgn="base" hangingPunct="0">
              <a:lnSpc>
                <a:spcPct val="100000"/>
              </a:lnSpc>
              <a:spcBef>
                <a:spcPct val="0"/>
              </a:spcBef>
              <a:spcAft>
                <a:spcPct val="0"/>
              </a:spcAft>
              <a:buNone/>
            </a:pPr>
            <a:r>
              <a:rPr kumimoji="0" lang="de-DE" altLang="de-DE" sz="1200" b="0" i="0" u="none" strike="noStrike" cap="none" normalizeH="0" baseline="0" dirty="0">
                <a:ln>
                  <a:noFill/>
                </a:ln>
                <a:solidFill>
                  <a:srgbClr val="080808"/>
                </a:solidFill>
                <a:effectLst/>
                <a:latin typeface="Arial Unicode MS"/>
              </a:rPr>
              <a:t>@for (name of names(); track name) {</a:t>
            </a:r>
            <a:endParaRPr kumimoji="0" lang="de-DE" altLang="de-DE" sz="12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200" b="0" i="0" u="none" strike="noStrike" cap="none" normalizeH="0" baseline="0" dirty="0">
                <a:ln>
                  <a:noFill/>
                </a:ln>
                <a:solidFill>
                  <a:srgbClr val="080808"/>
                </a:solidFill>
                <a:effectLst/>
                <a:latin typeface="Arial Unicode MS"/>
              </a:rPr>
              <a:t>  &lt;p (click)="setSelectedName(name)"&gt;{{name}}&lt;/p&gt;</a:t>
            </a:r>
            <a:endParaRPr kumimoji="0" lang="de-DE" altLang="de-DE" sz="12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200" b="0" i="0" u="none" strike="noStrike" cap="none" normalizeH="0" baseline="0" dirty="0">
                <a:ln>
                  <a:noFill/>
                </a:ln>
                <a:solidFill>
                  <a:srgbClr val="080808"/>
                </a:solidFill>
                <a:effectLst/>
                <a:latin typeface="Arial Unicode MS"/>
              </a:rPr>
              <a:t>}</a:t>
            </a:r>
            <a:endParaRPr kumimoji="0" lang="de-DE" altLang="de-DE" sz="12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200" b="0" i="0" u="none" strike="noStrike" cap="none" normalizeH="0" baseline="0" dirty="0">
                <a:ln>
                  <a:noFill/>
                </a:ln>
                <a:solidFill>
                  <a:srgbClr val="080808"/>
                </a:solidFill>
                <a:effectLst/>
                <a:latin typeface="Arial Unicode MS"/>
              </a:rPr>
              <a:t/>
            </a:r>
            <a:endParaRPr kumimoji="0" lang="de-DE" altLang="de-DE" sz="12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200" b="0" i="0" u="none" strike="noStrike" cap="none" normalizeH="0" baseline="0" dirty="0">
                <a:ln>
                  <a:noFill/>
                </a:ln>
                <a:solidFill>
                  <a:srgbClr val="080808"/>
                </a:solidFill>
                <a:effectLst/>
                <a:latin typeface="Arial Unicode MS"/>
              </a:rPr>
              <a:t>selected = output&lt;string&gt;();</a:t>
            </a:r>
            <a:endParaRPr kumimoji="0" lang="de-DE" altLang="de-DE" sz="12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200" b="0" i="0" u="none" strike="noStrike" cap="none" normalizeH="0" baseline="0" dirty="0">
                <a:ln>
                  <a:noFill/>
                </a:ln>
                <a:solidFill>
                  <a:srgbClr val="080808"/>
                </a:solidFill>
                <a:effectLst/>
                <a:latin typeface="Arial Unicode MS"/>
              </a:rPr>
              <a:t/>
            </a:r>
            <a:endParaRPr kumimoji="0" lang="de-DE" altLang="de-DE" sz="12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200" b="0" i="0" u="none" strike="noStrike" cap="none" normalizeH="0" baseline="0" dirty="0">
                <a:ln>
                  <a:noFill/>
                </a:ln>
                <a:solidFill>
                  <a:srgbClr val="080808"/>
                </a:solidFill>
                <a:effectLst/>
                <a:latin typeface="Arial Unicode MS"/>
              </a:rPr>
              <a:t>public setSelectedName(name: string): void {</a:t>
            </a:r>
            <a:endParaRPr kumimoji="0" lang="de-DE" altLang="de-DE" sz="12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200" b="0" i="0" u="none" strike="noStrike" cap="none" normalizeH="0" baseline="0" dirty="0">
                <a:ln>
                  <a:noFill/>
                </a:ln>
                <a:solidFill>
                  <a:srgbClr val="080808"/>
                </a:solidFill>
                <a:effectLst/>
                <a:latin typeface="Arial Unicode MS"/>
              </a:rPr>
              <a:t>  this.selected.emit(name);</a:t>
            </a:r>
            <a:endParaRPr kumimoji="0" lang="de-DE" altLang="de-DE" sz="1200" b="0" i="0" u="none" strike="noStrike" cap="none" normalizeH="0" baseline="0" dirty="0">
              <a:ln>
                <a:noFill/>
              </a:ln>
              <a:solidFill>
                <a:schemeClr val="tx1"/>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de-DE" altLang="de-DE" sz="1200" b="0" i="0" u="none" strike="noStrike" cap="none" normalizeH="0" baseline="0" dirty="0">
                <a:ln>
                  <a:noFill/>
                </a:ln>
                <a:solidFill>
                  <a:srgbClr val="080808"/>
                </a:solidFill>
                <a:effectLst/>
                <a:latin typeface="Arial Unicode MS"/>
              </a:rPr>
              <a:t>}</a:t>
            </a:r>
            <a:endParaRPr kumimoji="0" lang="de-DE" altLang="de-DE" sz="1200" b="0" i="0" u="none" strike="noStrike" cap="none" normalizeH="0" baseline="0" dirty="0">
              <a:ln>
                <a:noFill/>
              </a:ln>
              <a:solidFill>
                <a:schemeClr val="tx1"/>
              </a:solidFill>
              <a:effectLst/>
              <a:latin typeface="Arial" panose="020B0604020202020204" pitchFamily="34" charset="0"/>
            </a:endParaRPr>
          </a:p>
        </p:txBody>
      </p:sp>
      <p:sp>
        <p:nvSpPr>
          <p:cNvPr id="5" name="Rectangle 2">
            <a:extLst>
              <a:ext uri="{FF2B5EF4-FFF2-40B4-BE49-F238E27FC236}">
                <a16:creationId xmlns:a16="http://schemas.microsoft.com/office/drawing/2014/main" id="{C0D54C4D-B9B5-5283-D7AA-95941C69E68D}"/>
              </a:ext>
            </a:extLst>
          </p:cNvPr>
          <p:cNvSpPr>
            <a:spLocks noChangeArrowheads="1"/>
          </p:cNvSpPr>
          <p:nvPr/>
        </p:nvSpPr>
        <p:spPr bwMode="auto">
          <a:xfrm>
            <a:off x="0" y="43934"/>
            <a:ext cx="184731"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sz="1800" b="0" i="0" u="none" strike="noStrike" cap="none" normalizeH="0" baseline="0" dirty="0">
              <a:ln>
                <a:noFill/>
              </a:ln>
              <a:solidFill>
                <a:schemeClr val="tx1"/>
              </a:solidFill>
              <a:effectLst/>
              <a:latin typeface="Arial" panose="020B0604020202020204" pitchFamily="34" charset="0"/>
            </a:endParaRPr>
          </a:p>
        </p:txBody>
      </p:sp>
      <p:sp>
        <p:nvSpPr>
          <p:cNvPr id="6" name="Rectangle 3">
            <a:extLst>
              <a:ext uri="{FF2B5EF4-FFF2-40B4-BE49-F238E27FC236}">
                <a16:creationId xmlns:a16="http://schemas.microsoft.com/office/drawing/2014/main" id="{D7485382-9179-22F4-FDC2-379E84E6BDD8}"/>
              </a:ext>
            </a:extLst>
          </p:cNvPr>
          <p:cNvSpPr>
            <a:spLocks noChangeArrowheads="1"/>
          </p:cNvSpPr>
          <p:nvPr/>
        </p:nvSpPr>
        <p:spPr bwMode="auto">
          <a:xfrm>
            <a:off x="0" y="43934"/>
            <a:ext cx="184731"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sz="1800" b="0" i="0" u="none" strike="noStrike" cap="none" normalizeH="0" baseline="0" dirty="0">
              <a:ln>
                <a:noFill/>
              </a:ln>
              <a:solidFill>
                <a:schemeClr val="tx1"/>
              </a:solidFill>
              <a:effectLst/>
              <a:latin typeface="Arial" panose="020B0604020202020204" pitchFamily="34" charset="0"/>
            </a:endParaRPr>
          </a:p>
        </p:txBody>
      </p:sp>
      <p:sp>
        <p:nvSpPr>
          <p:cNvPr id="8" name="Rectangle 4">
            <a:extLst>
              <a:ext uri="{FF2B5EF4-FFF2-40B4-BE49-F238E27FC236}">
                <a16:creationId xmlns:a16="http://schemas.microsoft.com/office/drawing/2014/main" id="{D099F34F-D00B-9259-2F44-9F60766727B7}"/>
              </a:ext>
            </a:extLst>
          </p:cNvPr>
          <p:cNvSpPr>
            <a:spLocks noGrp="1" noChangeArrowheads="1"/>
          </p:cNvSpPr>
          <p:nvPr>
            <p:ph sz="half" idx="2"/>
          </p:nvPr>
        </p:nvSpPr>
        <p:spPr bwMode="auto">
          <a:xfrm>
            <a:off x="6349795" y="3274128"/>
            <a:ext cx="5131533" cy="144655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sz="1100" b="0" i="0" u="none" strike="noStrike" cap="none" normalizeH="0" baseline="0" dirty="0" err="1">
                <a:ln>
                  <a:noFill/>
                </a:ln>
                <a:solidFill>
                  <a:srgbClr val="0033B3"/>
                </a:solidFill>
                <a:effectLst/>
                <a:latin typeface="Arial Unicode MS"/>
              </a:rPr>
              <a:t>let selectedName = '';</a:t>
            </a:r>
            <a:endParaRPr kumimoji="0" lang="de-DE" altLang="de-DE" sz="2400" b="0" i="0" u="none" strike="noStrike" cap="none" normalizeH="0" baseline="0" dirty="0">
              <a:ln>
                <a:noFill/>
              </a:ln>
              <a:solidFill>
                <a:schemeClr val="tx1"/>
              </a:solidFill>
              <a:effectLst/>
              <a:latin typeface="Arial" panose="020B0604020202020204" pitchFamily="34" charset="0"/>
            </a:endParaRP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sz="1100" b="0" i="0" u="none" strike="noStrike" cap="none" normalizeH="0" baseline="0" dirty="0" err="1">
                <a:ln>
                  <a:noFill/>
                </a:ln>
                <a:solidFill>
                  <a:srgbClr val="0033B3"/>
                </a:solidFill>
                <a:effectLst/>
                <a:latin typeface="Arial Unicode MS"/>
              </a:rPr>
              <a:t>component.selected.subscribe(name =&gt; (selectedName = name));</a:t>
            </a:r>
            <a:endParaRPr kumimoji="0" lang="de-DE" altLang="de-DE" sz="2400" b="0" i="0" u="none" strike="noStrike" cap="none" normalizeH="0" baseline="0" dirty="0">
              <a:ln>
                <a:noFill/>
              </a:ln>
              <a:solidFill>
                <a:schemeClr val="tx1"/>
              </a:solidFill>
              <a:effectLst/>
              <a:latin typeface="Arial" panose="020B0604020202020204" pitchFamily="34" charset="0"/>
            </a:endParaRP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sz="1100" b="0" i="0" u="none" strike="noStrike" cap="none" normalizeH="0" baseline="0" dirty="0" err="1">
                <a:ln>
                  <a:noFill/>
                </a:ln>
                <a:solidFill>
                  <a:srgbClr val="0033B3"/>
                </a:solidFill>
                <a:effectLst/>
                <a:latin typeface="Arial Unicode MS"/>
              </a:rPr>
              <a:t>const allPElements = fixture.debugElement.queryAll(By.css('p'));</a:t>
            </a:r>
            <a:endParaRPr kumimoji="0" lang="de-DE" altLang="de-DE" sz="2400" b="0" i="0" u="none" strike="noStrike" cap="none" normalizeH="0" baseline="0" dirty="0">
              <a:ln>
                <a:noFill/>
              </a:ln>
              <a:solidFill>
                <a:schemeClr val="tx1"/>
              </a:solidFill>
              <a:effectLst/>
              <a:latin typeface="Arial" panose="020B0604020202020204" pitchFamily="34" charset="0"/>
            </a:endParaRP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sz="1100" b="0" i="0" u="none" strike="noStrike" cap="none" normalizeH="0" baseline="0" dirty="0" err="1">
                <a:ln>
                  <a:noFill/>
                </a:ln>
                <a:solidFill>
                  <a:srgbClr val="0033B3"/>
                </a:solidFill>
                <a:effectLst/>
                <a:latin typeface="Arial Unicode MS"/>
              </a:rPr>
              <a:t>allPElements.at(0)?.triggerEventHandler('click');</a:t>
            </a:r>
            <a:endParaRPr kumimoji="0" lang="de-DE" altLang="de-DE" sz="2400" b="0" i="0" u="none" strike="noStrike" cap="none" normalizeH="0" baseline="0" dirty="0">
              <a:ln>
                <a:noFill/>
              </a:ln>
              <a:solidFill>
                <a:schemeClr val="tx1"/>
              </a:solidFill>
              <a:effectLst/>
              <a:latin typeface="Arial" panose="020B0604020202020204" pitchFamily="34" charset="0"/>
            </a:endParaRPr>
          </a:p>
          <a:p>
            <a:pPr marL="0" marR="0" indent="0" algn="l" defTabSz="914400" rtl="0" eaLnBrk="0" fontAlgn="base" latinLnBrk="0" hangingPunct="0">
              <a:lnSpc>
                <a:spcPct val="100000"/>
              </a:lnSpc>
              <a:spcBef>
                <a:spcPct val="0"/>
              </a:spcBef>
              <a:spcAft>
                <a:spcPct val="0"/>
              </a:spcAft>
              <a:buClrTx/>
              <a:buSzTx/>
              <a:buFontTx/>
              <a:buNone/>
              <a:tabLst/>
            </a:pPr>
            <a:r>
              <a:rPr kumimoji="0" lang="de-DE" altLang="de-DE" sz="1100" b="0" i="0" u="none" strike="noStrike" cap="none" normalizeH="0" baseline="0" dirty="0" err="1">
                <a:ln>
                  <a:noFill/>
                </a:ln>
                <a:solidFill>
                  <a:srgbClr val="0033B3"/>
                </a:solidFill>
                <a:effectLst/>
                <a:latin typeface="Arial Unicode MS"/>
              </a:rPr>
              <a:t>expect(selectedName).toEqual('Tester1');</a:t>
            </a:r>
            <a:endParaRPr kumimoji="0" lang="de-DE" altLang="de-DE" sz="2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262541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C4086F5-5AAC-F692-73E3-87A47A6520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7CFC751-5E23-CA2E-7E64-4E345F3753A6}"/>
              </a:ext>
            </a:extLst>
          </p:cNvPr>
          <p:cNvSpPr>
            <a:spLocks noGrp="1"/>
          </p:cNvSpPr>
          <p:nvPr>
            <p:ph type="title"/>
          </p:nvPr>
        </p:nvSpPr>
        <p:spPr>
          <a:xfrm>
            <a:off x="1066800" y="4107693"/>
            <a:ext cx="4305892" cy="1805111"/>
          </a:xfrm>
        </p:spPr>
        <p:txBody>
          <a:bodyPr anchor="ctr">
            <a:normAutofit/>
          </a:bodyPr>
          <a:lstStyle/>
          <a:p>
            <a:r>
              <a:rPr lang="de-DE" dirty="0"/>
              <a:t>Übung 1</a:t>
            </a:r>
          </a:p>
        </p:txBody>
      </p:sp>
      <p:sp>
        <p:nvSpPr>
          <p:cNvPr id="12" name="Freeform: Shape 11">
            <a:extLst>
              <a:ext uri="{FF2B5EF4-FFF2-40B4-BE49-F238E27FC236}">
                <a16:creationId xmlns:a16="http://schemas.microsoft.com/office/drawing/2014/main" id="{3351B06F-42FD-3E0A-3AA8-C51082644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540000" flipV="1">
            <a:off x="-23526" y="-55243"/>
            <a:ext cx="6407229" cy="3479258"/>
          </a:xfrm>
          <a:custGeom>
            <a:avLst/>
            <a:gdLst>
              <a:gd name="connsiteX0" fmla="*/ 53408 w 6407229"/>
              <a:gd name="connsiteY0" fmla="*/ 3479258 h 3479258"/>
              <a:gd name="connsiteX1" fmla="*/ 6407229 w 6407229"/>
              <a:gd name="connsiteY1" fmla="*/ 3368352 h 3479258"/>
              <a:gd name="connsiteX2" fmla="*/ 2513111 w 6407229"/>
              <a:gd name="connsiteY2" fmla="*/ 401274 h 3479258"/>
              <a:gd name="connsiteX3" fmla="*/ 2468202 w 6407229"/>
              <a:gd name="connsiteY3" fmla="*/ 369022 h 3479258"/>
              <a:gd name="connsiteX4" fmla="*/ 1321050 w 6407229"/>
              <a:gd name="connsiteY4" fmla="*/ 613 h 3479258"/>
              <a:gd name="connsiteX5" fmla="*/ 1196752 w 6407229"/>
              <a:gd name="connsiteY5" fmla="*/ 1245 h 3479258"/>
              <a:gd name="connsiteX6" fmla="*/ 56027 w 6407229"/>
              <a:gd name="connsiteY6" fmla="*/ 376720 h 3479258"/>
              <a:gd name="connsiteX7" fmla="*/ 0 w 6407229"/>
              <a:gd name="connsiteY7" fmla="*/ 419528 h 3479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407229" h="3479258">
                <a:moveTo>
                  <a:pt x="53408" y="3479258"/>
                </a:moveTo>
                <a:lnTo>
                  <a:pt x="6407229" y="3368352"/>
                </a:lnTo>
                <a:lnTo>
                  <a:pt x="2513111" y="401274"/>
                </a:lnTo>
                <a:lnTo>
                  <a:pt x="2468202" y="369022"/>
                </a:lnTo>
                <a:cubicBezTo>
                  <a:pt x="2117855" y="130665"/>
                  <a:pt x="1719063" y="10130"/>
                  <a:pt x="1321050" y="613"/>
                </a:cubicBezTo>
                <a:cubicBezTo>
                  <a:pt x="1279590" y="-379"/>
                  <a:pt x="1238139" y="-165"/>
                  <a:pt x="1196752" y="1245"/>
                </a:cubicBezTo>
                <a:cubicBezTo>
                  <a:pt x="793227" y="14995"/>
                  <a:pt x="395796" y="142529"/>
                  <a:pt x="56027" y="376720"/>
                </a:cubicBezTo>
                <a:lnTo>
                  <a:pt x="0" y="419528"/>
                </a:lnTo>
                <a:close/>
              </a:path>
            </a:pathLst>
          </a:custGeom>
          <a:gradFill>
            <a:gsLst>
              <a:gs pos="32000">
                <a:schemeClr val="bg2"/>
              </a:gs>
              <a:gs pos="100000">
                <a:schemeClr val="accent1">
                  <a:lumMod val="60000"/>
                  <a:lumOff val="4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9CF32190-1DF5-5FFF-D532-889495A9BE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740000" flipV="1">
            <a:off x="7884803" y="5010325"/>
            <a:ext cx="4324338" cy="1889417"/>
          </a:xfrm>
          <a:custGeom>
            <a:avLst/>
            <a:gdLst>
              <a:gd name="connsiteX0" fmla="*/ 26412 w 4324338"/>
              <a:gd name="connsiteY0" fmla="*/ 1889417 h 1889417"/>
              <a:gd name="connsiteX1" fmla="*/ 4324338 w 4324338"/>
              <a:gd name="connsiteY1" fmla="*/ 1814397 h 1889417"/>
              <a:gd name="connsiteX2" fmla="*/ 2459858 w 4324338"/>
              <a:gd name="connsiteY2" fmla="*/ 403264 h 1889417"/>
              <a:gd name="connsiteX3" fmla="*/ 2414726 w 4324338"/>
              <a:gd name="connsiteY3" fmla="*/ 370852 h 1889417"/>
              <a:gd name="connsiteX4" fmla="*/ 1261883 w 4324338"/>
              <a:gd name="connsiteY4" fmla="*/ 615 h 1889417"/>
              <a:gd name="connsiteX5" fmla="*/ 70385 w 4324338"/>
              <a:gd name="connsiteY5" fmla="*/ 326182 h 1889417"/>
              <a:gd name="connsiteX6" fmla="*/ 0 w 4324338"/>
              <a:gd name="connsiteY6" fmla="*/ 376291 h 1889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24338" h="1889417">
                <a:moveTo>
                  <a:pt x="26412" y="1889417"/>
                </a:moveTo>
                <a:lnTo>
                  <a:pt x="4324338" y="1814397"/>
                </a:lnTo>
                <a:lnTo>
                  <a:pt x="2459858" y="403264"/>
                </a:lnTo>
                <a:lnTo>
                  <a:pt x="2414726" y="370852"/>
                </a:lnTo>
                <a:cubicBezTo>
                  <a:pt x="2062641" y="131313"/>
                  <a:pt x="1661870" y="10180"/>
                  <a:pt x="1261883" y="615"/>
                </a:cubicBezTo>
                <a:cubicBezTo>
                  <a:pt x="845229" y="-9347"/>
                  <a:pt x="429425" y="101751"/>
                  <a:pt x="70385" y="326182"/>
                </a:cubicBezTo>
                <a:lnTo>
                  <a:pt x="0" y="376291"/>
                </a:lnTo>
                <a:close/>
              </a:path>
            </a:pathLst>
          </a:custGeom>
          <a:gradFill>
            <a:gsLst>
              <a:gs pos="32000">
                <a:schemeClr val="bg2"/>
              </a:gs>
              <a:gs pos="100000">
                <a:schemeClr val="accent1">
                  <a:lumMod val="60000"/>
                  <a:lumOff val="4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Inhaltsplatzhalter 4">
            <a:extLst>
              <a:ext uri="{FF2B5EF4-FFF2-40B4-BE49-F238E27FC236}">
                <a16:creationId xmlns:a16="http://schemas.microsoft.com/office/drawing/2014/main" id="{1D276F74-51D9-8421-132E-D4C7B011C79A}"/>
              </a:ext>
            </a:extLst>
          </p:cNvPr>
          <p:cNvSpPr>
            <a:spLocks noGrp="1"/>
          </p:cNvSpPr>
          <p:nvPr>
            <p:ph idx="1"/>
          </p:nvPr>
        </p:nvSpPr>
        <p:spPr>
          <a:xfrm>
            <a:off x="6096000" y="1143000"/>
            <a:ext cx="4953000" cy="3829733"/>
          </a:xfrm>
        </p:spPr>
        <p:txBody>
          <a:bodyPr>
            <a:normAutofit/>
          </a:bodyPr>
          <a:lstStyle/>
          <a:p>
            <a:r>
              <a:rPr lang="de-DE" dirty="0"/>
              <a:t>Teste die Klasse </a:t>
            </a:r>
            <a:r>
              <a:rPr lang="de-DE" dirty="0" err="1"/>
              <a:t>CustomerListComponent</a:t>
            </a:r>
            <a:endParaRPr lang="de-DE" dirty="0"/>
          </a:p>
          <a:p>
            <a:pPr lvl="1"/>
            <a:r>
              <a:rPr lang="de-DE"/>
              <a:t>Mocke den Service mit vi.fn() und gib 0, 1, 2 Kunden zurück</a:t>
            </a:r>
          </a:p>
          <a:p>
            <a:pPr lvl="1"/>
            <a:r>
              <a:rPr lang="de-DE" dirty="0"/>
              <a:t>Prüfe ob die Liste &lt;</a:t>
            </a:r>
            <a:r>
              <a:rPr lang="de-DE" dirty="0" err="1"/>
              <a:t>ul</a:t>
            </a:r>
            <a:r>
              <a:rPr lang="de-DE" dirty="0"/>
              <a:t>&gt; korrekt aufgebaut</a:t>
            </a:r>
          </a:p>
          <a:p>
            <a:pPr lvl="1"/>
            <a:endParaRPr lang="de-DE" dirty="0"/>
          </a:p>
          <a:p>
            <a:r>
              <a:rPr lang="de-DE" dirty="0"/>
              <a:t>Teste die </a:t>
            </a:r>
            <a:r>
              <a:rPr lang="de-DE" sz="1800" dirty="0" err="1">
                <a:solidFill>
                  <a:schemeClr val="tx2"/>
                </a:solidFill>
              </a:rPr>
              <a:t>currentActiveCustomers</a:t>
            </a:r>
            <a:r>
              <a:rPr lang="de-DE" dirty="0"/>
              <a:t> Pipe</a:t>
            </a:r>
          </a:p>
          <a:p>
            <a:pPr lvl="1"/>
            <a:r>
              <a:rPr lang="de-DE" dirty="0"/>
              <a:t>Prüfe mit verschiedenen Werten für „</a:t>
            </a:r>
            <a:r>
              <a:rPr lang="de-DE" dirty="0" err="1"/>
              <a:t>da</a:t>
            </a:r>
            <a:r>
              <a:rPr lang="de-DE" sz="1600" dirty="0" err="1">
                <a:solidFill>
                  <a:schemeClr val="tx2"/>
                </a:solidFill>
              </a:rPr>
              <a:t>ysInPast</a:t>
            </a:r>
            <a:r>
              <a:rPr lang="de-DE" dirty="0"/>
              <a:t>“</a:t>
            </a:r>
          </a:p>
        </p:txBody>
      </p:sp>
    </p:spTree>
    <p:extLst>
      <p:ext uri="{BB962C8B-B14F-4D97-AF65-F5344CB8AC3E}">
        <p14:creationId xmlns:p14="http://schemas.microsoft.com/office/powerpoint/2010/main" val="27707354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E3B0482E-5C65-7B49-641D-E98BA1ECD783}"/>
              </a:ext>
            </a:extLst>
          </p:cNvPr>
          <p:cNvSpPr>
            <a:spLocks noGrp="1"/>
          </p:cNvSpPr>
          <p:nvPr>
            <p:ph type="title"/>
          </p:nvPr>
        </p:nvSpPr>
        <p:spPr/>
        <p:txBody>
          <a:bodyPr/>
          <a:lstStyle/>
          <a:p>
            <a:r>
              <a:rPr lang="de-DE" dirty="0"/>
              <a:t>Cypress</a:t>
            </a:r>
          </a:p>
        </p:txBody>
      </p:sp>
      <p:sp>
        <p:nvSpPr>
          <p:cNvPr id="5" name="Textplatzhalter 4">
            <a:extLst>
              <a:ext uri="{FF2B5EF4-FFF2-40B4-BE49-F238E27FC236}">
                <a16:creationId xmlns:a16="http://schemas.microsoft.com/office/drawing/2014/main" id="{4B2CA7B2-281D-8EF9-C583-86A1FF043AAB}"/>
              </a:ext>
            </a:extLst>
          </p:cNvPr>
          <p:cNvSpPr>
            <a:spLocks noGrp="1"/>
          </p:cNvSpPr>
          <p:nvPr>
            <p:ph type="body" idx="1"/>
          </p:nvPr>
        </p:nvSpPr>
        <p:spPr/>
        <p:txBody>
          <a:bodyPr/>
          <a:lstStyle/>
          <a:p>
            <a:r>
              <a:rPr lang="de-DE" dirty="0"/>
              <a:t>End2End Tests</a:t>
            </a:r>
          </a:p>
        </p:txBody>
      </p:sp>
    </p:spTree>
    <p:extLst>
      <p:ext uri="{BB962C8B-B14F-4D97-AF65-F5344CB8AC3E}">
        <p14:creationId xmlns:p14="http://schemas.microsoft.com/office/powerpoint/2010/main" val="2829638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60F56417-0663-8D3A-3BD9-0F0A743217E1}"/>
              </a:ext>
            </a:extLst>
          </p:cNvPr>
          <p:cNvSpPr>
            <a:spLocks noGrp="1"/>
          </p:cNvSpPr>
          <p:nvPr>
            <p:ph type="title"/>
          </p:nvPr>
        </p:nvSpPr>
        <p:spPr/>
        <p:txBody>
          <a:bodyPr/>
          <a:lstStyle/>
          <a:p>
            <a:r>
              <a:rPr lang="de-DE" dirty="0"/>
              <a:t>Installation Cypress</a:t>
            </a:r>
          </a:p>
        </p:txBody>
      </p:sp>
      <p:sp>
        <p:nvSpPr>
          <p:cNvPr id="5" name="Inhaltsplatzhalter 4">
            <a:extLst>
              <a:ext uri="{FF2B5EF4-FFF2-40B4-BE49-F238E27FC236}">
                <a16:creationId xmlns:a16="http://schemas.microsoft.com/office/drawing/2014/main" id="{192EA037-6CFE-8053-E09D-710FFF525BBA}"/>
              </a:ext>
            </a:extLst>
          </p:cNvPr>
          <p:cNvSpPr>
            <a:spLocks noGrp="1"/>
          </p:cNvSpPr>
          <p:nvPr>
            <p:ph idx="1"/>
          </p:nvPr>
        </p:nvSpPr>
        <p:spPr/>
        <p:txBody>
          <a:bodyPr>
            <a:normAutofit fontScale="25000" lnSpcReduction="20000"/>
          </a:bodyPr>
          <a:lstStyle/>
          <a:p>
            <a:pPr marL="0" indent="0">
              <a:buNone/>
            </a:pPr>
            <a:r>
              <a:rPr lang="de-DE" sz="4800" dirty="0" err="1"/>
              <a:t>ng</a:t>
            </a:r>
            <a:r>
              <a:rPr lang="de-DE" sz="4800" dirty="0"/>
              <a:t> e2e</a:t>
            </a:r>
          </a:p>
          <a:p>
            <a:pPr marL="0" indent="0">
              <a:buNone/>
            </a:pPr>
            <a:endParaRPr lang="de-DE" dirty="0"/>
          </a:p>
          <a:p>
            <a:pPr marL="0" indent="0">
              <a:buNone/>
            </a:pPr>
            <a:r>
              <a:rPr lang="en-US" sz="3600" dirty="0"/>
              <a:t>Cannot find "e2e" target for the specified project.</a:t>
            </a:r>
          </a:p>
          <a:p>
            <a:pPr marL="0" indent="0">
              <a:buNone/>
            </a:pPr>
            <a:r>
              <a:rPr lang="en-US" sz="3600" dirty="0"/>
              <a:t>You can add a package that implements these capabilities.</a:t>
            </a:r>
          </a:p>
          <a:p>
            <a:pPr marL="0" indent="0">
              <a:buNone/>
            </a:pPr>
            <a:endParaRPr lang="en-US" sz="3600" dirty="0"/>
          </a:p>
          <a:p>
            <a:pPr marL="0" indent="0">
              <a:buNone/>
            </a:pPr>
            <a:r>
              <a:rPr lang="en-US" sz="3600" dirty="0"/>
              <a:t>For example:</a:t>
            </a:r>
          </a:p>
          <a:p>
            <a:pPr marL="0" indent="0">
              <a:buNone/>
            </a:pPr>
            <a:r>
              <a:rPr lang="en-US" sz="3600" dirty="0"/>
              <a:t>  Cypress: ng add @cypress/schematic</a:t>
            </a:r>
          </a:p>
          <a:p>
            <a:pPr marL="0" indent="0">
              <a:buNone/>
            </a:pPr>
            <a:r>
              <a:rPr lang="en-US" sz="3600" dirty="0"/>
              <a:t>  </a:t>
            </a:r>
            <a:r>
              <a:rPr lang="en-US" sz="3600" dirty="0" err="1"/>
              <a:t>Nightwatch</a:t>
            </a:r>
            <a:r>
              <a:rPr lang="en-US" sz="3600" dirty="0"/>
              <a:t>: ng add @nightwatch/schematics</a:t>
            </a:r>
          </a:p>
          <a:p>
            <a:pPr marL="0" indent="0">
              <a:buNone/>
            </a:pPr>
            <a:r>
              <a:rPr lang="en-US" sz="3600" dirty="0"/>
              <a:t>  </a:t>
            </a:r>
            <a:r>
              <a:rPr lang="en-US" sz="3600" dirty="0" err="1"/>
              <a:t>WebdriverIO</a:t>
            </a:r>
            <a:r>
              <a:rPr lang="en-US" sz="3600" dirty="0"/>
              <a:t>: ng add @wdio/schematics</a:t>
            </a:r>
          </a:p>
          <a:p>
            <a:pPr marL="0" indent="0">
              <a:buNone/>
            </a:pPr>
            <a:r>
              <a:rPr lang="en-US" sz="3600" dirty="0"/>
              <a:t>  Puppeteer: ng add @puppeteer/ng-schematics</a:t>
            </a:r>
          </a:p>
          <a:p>
            <a:pPr marL="0" indent="0">
              <a:buNone/>
            </a:pPr>
            <a:r>
              <a:rPr lang="en-US" sz="3600" dirty="0"/>
              <a:t>  Playwright: ng add playwright-ng-schematics</a:t>
            </a:r>
          </a:p>
          <a:p>
            <a:pPr marL="0" indent="0">
              <a:buNone/>
            </a:pPr>
            <a:endParaRPr lang="en-US" sz="3600" dirty="0"/>
          </a:p>
          <a:p>
            <a:pPr marL="0" indent="0">
              <a:buNone/>
            </a:pPr>
            <a:r>
              <a:rPr lang="en-US" sz="3600" dirty="0"/>
              <a:t>Would you like to add a package with "e2e" capabilities now? Cypress</a:t>
            </a:r>
          </a:p>
          <a:p>
            <a:pPr marL="0" indent="0">
              <a:buNone/>
            </a:pPr>
            <a:r>
              <a:rPr lang="en-US" sz="3600" dirty="0" err="1"/>
              <a:t>i</a:t>
            </a:r>
            <a:r>
              <a:rPr lang="en-US" sz="3600" dirty="0"/>
              <a:t> Using package manager: </a:t>
            </a:r>
            <a:r>
              <a:rPr lang="en-US" sz="3600" dirty="0" err="1"/>
              <a:t>npm</a:t>
            </a:r>
            <a:endParaRPr lang="en-US" sz="3600" dirty="0"/>
          </a:p>
          <a:p>
            <a:pPr marL="0" indent="0">
              <a:buNone/>
            </a:pPr>
            <a:r>
              <a:rPr lang="en-US" sz="3600" dirty="0"/>
              <a:t>…</a:t>
            </a:r>
          </a:p>
          <a:p>
            <a:pPr marL="0" indent="0">
              <a:buNone/>
            </a:pPr>
            <a:endParaRPr lang="de-DE" dirty="0"/>
          </a:p>
        </p:txBody>
      </p:sp>
    </p:spTree>
    <p:extLst>
      <p:ext uri="{BB962C8B-B14F-4D97-AF65-F5344CB8AC3E}">
        <p14:creationId xmlns:p14="http://schemas.microsoft.com/office/powerpoint/2010/main" val="14130244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F21F09C-DFAA-B7A4-FD19-F577E3DB2075}"/>
              </a:ext>
            </a:extLst>
          </p:cNvPr>
          <p:cNvSpPr>
            <a:spLocks noGrp="1"/>
          </p:cNvSpPr>
          <p:nvPr>
            <p:ph type="title"/>
          </p:nvPr>
        </p:nvSpPr>
        <p:spPr/>
        <p:txBody>
          <a:bodyPr/>
          <a:lstStyle/>
          <a:p>
            <a:r>
              <a:rPr lang="de-DE" dirty="0" err="1"/>
              <a:t>Konfig</a:t>
            </a:r>
            <a:endParaRPr lang="de-DE" dirty="0"/>
          </a:p>
        </p:txBody>
      </p:sp>
      <p:pic>
        <p:nvPicPr>
          <p:cNvPr id="5" name="Inhaltsplatzhalter 4">
            <a:extLst>
              <a:ext uri="{FF2B5EF4-FFF2-40B4-BE49-F238E27FC236}">
                <a16:creationId xmlns:a16="http://schemas.microsoft.com/office/drawing/2014/main" id="{A8E39FC3-E692-F32E-39CE-5AADE5596509}"/>
              </a:ext>
            </a:extLst>
          </p:cNvPr>
          <p:cNvPicPr>
            <a:picLocks noGrp="1" noChangeAspect="1"/>
          </p:cNvPicPr>
          <p:nvPr>
            <p:ph idx="1"/>
          </p:nvPr>
        </p:nvPicPr>
        <p:blipFill>
          <a:blip r:embed="rId2"/>
          <a:stretch>
            <a:fillRect/>
          </a:stretch>
        </p:blipFill>
        <p:spPr>
          <a:xfrm>
            <a:off x="4296867" y="2139950"/>
            <a:ext cx="2429865" cy="3676650"/>
          </a:xfrm>
        </p:spPr>
      </p:pic>
    </p:spTree>
    <p:extLst>
      <p:ext uri="{BB962C8B-B14F-4D97-AF65-F5344CB8AC3E}">
        <p14:creationId xmlns:p14="http://schemas.microsoft.com/office/powerpoint/2010/main" val="22206747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B53D6DE-2EE0-C029-26EF-C2562DE6822B}"/>
              </a:ext>
            </a:extLst>
          </p:cNvPr>
          <p:cNvSpPr>
            <a:spLocks noGrp="1"/>
          </p:cNvSpPr>
          <p:nvPr>
            <p:ph type="title"/>
          </p:nvPr>
        </p:nvSpPr>
        <p:spPr/>
        <p:txBody>
          <a:bodyPr/>
          <a:lstStyle/>
          <a:p>
            <a:r>
              <a:rPr lang="de-DE" dirty="0"/>
              <a:t>Bestandteile eines Tests</a:t>
            </a:r>
          </a:p>
        </p:txBody>
      </p:sp>
      <p:sp>
        <p:nvSpPr>
          <p:cNvPr id="7" name="Rectangle 3">
            <a:extLst>
              <a:ext uri="{FF2B5EF4-FFF2-40B4-BE49-F238E27FC236}">
                <a16:creationId xmlns:a16="http://schemas.microsoft.com/office/drawing/2014/main" id="{04018C55-F147-BCB8-B747-6D26E3086FB4}"/>
              </a:ext>
            </a:extLst>
          </p:cNvPr>
          <p:cNvSpPr>
            <a:spLocks noGrp="1" noChangeArrowheads="1"/>
          </p:cNvSpPr>
          <p:nvPr>
            <p:ph idx="1"/>
          </p:nvPr>
        </p:nvSpPr>
        <p:spPr bwMode="auto">
          <a:xfrm>
            <a:off x="1069848" y="2562766"/>
            <a:ext cx="7284798" cy="283154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de-DE" altLang="de-DE" sz="1400" b="0" i="0" u="none" strike="noStrike" cap="none" normalizeH="0" baseline="0" dirty="0" err="1">
                <a:ln>
                  <a:noFill/>
                </a:ln>
                <a:solidFill>
                  <a:srgbClr val="830091"/>
                </a:solidFill>
                <a:effectLst/>
                <a:latin typeface="JetBrains Mono"/>
              </a:rPr>
              <a:t>describe</a:t>
            </a:r>
            <a:r>
              <a:rPr kumimoji="0" lang="de-DE" altLang="de-DE" sz="1400" b="0" i="0" u="none" strike="noStrike" cap="none" normalizeH="0" baseline="0" dirty="0">
                <a:ln>
                  <a:noFill/>
                </a:ln>
                <a:solidFill>
                  <a:srgbClr val="080808"/>
                </a:solidFill>
                <a:effectLst/>
                <a:latin typeface="JetBrains Mono"/>
              </a:rPr>
              <a:t>(</a:t>
            </a:r>
            <a:r>
              <a:rPr kumimoji="0" lang="de-DE" altLang="de-DE" sz="1400" b="0" i="0" u="none" strike="noStrike" cap="none" normalizeH="0" baseline="0" dirty="0">
                <a:ln>
                  <a:noFill/>
                </a:ln>
                <a:solidFill>
                  <a:srgbClr val="067D17"/>
                </a:solidFill>
                <a:effectLst/>
                <a:latin typeface="JetBrains Mono"/>
              </a:rPr>
              <a:t>'My First Test'</a:t>
            </a:r>
            <a:r>
              <a:rPr kumimoji="0" lang="de-DE" altLang="de-DE" sz="1400" b="0" i="0" u="none" strike="noStrike" cap="none" normalizeH="0" baseline="0" dirty="0">
                <a:ln>
                  <a:noFill/>
                </a:ln>
                <a:solidFill>
                  <a:srgbClr val="080808"/>
                </a:solidFill>
                <a:effectLst/>
                <a:latin typeface="JetBrains Mono"/>
              </a:rPr>
              <a:t>, () =&gt; {			</a:t>
            </a:r>
            <a:r>
              <a:rPr kumimoji="0" lang="de-DE" altLang="de-DE" sz="1400" b="0" i="0" u="none" strike="noStrike" cap="none" normalizeH="0" baseline="0" dirty="0">
                <a:ln>
                  <a:noFill/>
                </a:ln>
                <a:solidFill>
                  <a:schemeClr val="accent1">
                    <a:lumMod val="60000"/>
                    <a:lumOff val="40000"/>
                  </a:schemeClr>
                </a:solidFill>
                <a:effectLst/>
              </a:rPr>
              <a:t> Suite </a:t>
            </a:r>
            <a:r>
              <a:rPr kumimoji="0" lang="de-DE" altLang="de-DE" sz="1400" b="0" i="0" u="none" strike="noStrike" cap="none" normalizeH="0" baseline="0" dirty="0">
                <a:ln>
                  <a:noFill/>
                </a:ln>
                <a:solidFill>
                  <a:srgbClr val="080808"/>
                </a:solidFill>
                <a:effectLst/>
                <a:latin typeface="JetBrains Mono"/>
              </a:rPr>
              <a:t>	</a:t>
            </a: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400" b="0" i="0" u="none" strike="noStrike" cap="none" normalizeH="0" baseline="0" dirty="0">
                <a:ln>
                  <a:noFill/>
                </a:ln>
                <a:solidFill>
                  <a:srgbClr val="080808"/>
                </a:solidFill>
                <a:effectLst/>
                <a:latin typeface="JetBrains Mono"/>
              </a:rPr>
            </a:br>
            <a:r>
              <a:rPr kumimoji="0" lang="de-DE" altLang="de-DE" sz="1400" b="0" i="0" u="none" strike="noStrike" cap="none" normalizeH="0" baseline="0" dirty="0">
                <a:ln>
                  <a:noFill/>
                </a:ln>
                <a:solidFill>
                  <a:srgbClr val="080808"/>
                </a:solidFill>
                <a:effectLst/>
                <a:latin typeface="JetBrains Mono"/>
              </a:rPr>
              <a:t>  </a:t>
            </a:r>
            <a:r>
              <a:rPr kumimoji="0" lang="de-DE" altLang="de-DE" sz="1400" b="0" i="0" u="none" strike="noStrike" cap="none" normalizeH="0" baseline="0" dirty="0" err="1">
                <a:ln>
                  <a:noFill/>
                </a:ln>
                <a:solidFill>
                  <a:srgbClr val="830091"/>
                </a:solidFill>
                <a:effectLst/>
                <a:latin typeface="JetBrains Mono"/>
              </a:rPr>
              <a:t>it</a:t>
            </a:r>
            <a:r>
              <a:rPr kumimoji="0" lang="de-DE" altLang="de-DE" sz="1400" b="0" i="0" u="none" strike="noStrike" cap="none" normalizeH="0" baseline="0" dirty="0">
                <a:ln>
                  <a:noFill/>
                </a:ln>
                <a:solidFill>
                  <a:srgbClr val="080808"/>
                </a:solidFill>
                <a:effectLst/>
                <a:latin typeface="JetBrains Mono"/>
              </a:rPr>
              <a:t>(</a:t>
            </a:r>
            <a:r>
              <a:rPr kumimoji="0" lang="de-DE" altLang="de-DE" sz="1400" b="0" i="0" u="none" strike="noStrike" cap="none" normalizeH="0" baseline="0" dirty="0">
                <a:ln>
                  <a:noFill/>
                </a:ln>
                <a:solidFill>
                  <a:srgbClr val="067D17"/>
                </a:solidFill>
                <a:effectLst/>
                <a:latin typeface="JetBrains Mono"/>
              </a:rPr>
              <a:t>'Visits </a:t>
            </a:r>
            <a:r>
              <a:rPr kumimoji="0" lang="de-DE" altLang="de-DE" sz="1400" b="0" i="0" u="none" strike="noStrike" cap="none" normalizeH="0" baseline="0" dirty="0" err="1">
                <a:ln>
                  <a:noFill/>
                </a:ln>
                <a:solidFill>
                  <a:srgbClr val="067D17"/>
                </a:solidFill>
                <a:effectLst/>
                <a:latin typeface="JetBrains Mono"/>
              </a:rPr>
              <a:t>the</a:t>
            </a:r>
            <a:r>
              <a:rPr kumimoji="0" lang="de-DE" altLang="de-DE" sz="1400" b="0" i="0" u="none" strike="noStrike" cap="none" normalizeH="0" baseline="0" dirty="0">
                <a:ln>
                  <a:noFill/>
                </a:ln>
                <a:solidFill>
                  <a:srgbClr val="067D17"/>
                </a:solidFill>
                <a:effectLst/>
                <a:latin typeface="JetBrains Mono"/>
              </a:rPr>
              <a:t> initial </a:t>
            </a:r>
            <a:r>
              <a:rPr kumimoji="0" lang="de-DE" altLang="de-DE" sz="1400" b="0" i="0" u="none" strike="noStrike" cap="none" normalizeH="0" baseline="0" dirty="0" err="1">
                <a:ln>
                  <a:noFill/>
                </a:ln>
                <a:solidFill>
                  <a:srgbClr val="067D17"/>
                </a:solidFill>
                <a:effectLst/>
                <a:latin typeface="JetBrains Mono"/>
              </a:rPr>
              <a:t>project</a:t>
            </a:r>
            <a:r>
              <a:rPr kumimoji="0" lang="de-DE" altLang="de-DE" sz="1400" b="0" i="0" u="none" strike="noStrike" cap="none" normalizeH="0" baseline="0" dirty="0">
                <a:ln>
                  <a:noFill/>
                </a:ln>
                <a:solidFill>
                  <a:srgbClr val="067D17"/>
                </a:solidFill>
                <a:effectLst/>
                <a:latin typeface="JetBrains Mono"/>
              </a:rPr>
              <a:t> </a:t>
            </a:r>
            <a:r>
              <a:rPr kumimoji="0" lang="de-DE" altLang="de-DE" sz="1400" b="0" i="0" u="none" strike="noStrike" cap="none" normalizeH="0" baseline="0" dirty="0" err="1">
                <a:ln>
                  <a:noFill/>
                </a:ln>
                <a:solidFill>
                  <a:srgbClr val="067D17"/>
                </a:solidFill>
                <a:effectLst/>
                <a:latin typeface="JetBrains Mono"/>
              </a:rPr>
              <a:t>page</a:t>
            </a:r>
            <a:r>
              <a:rPr kumimoji="0" lang="de-DE" altLang="de-DE" sz="1400" b="0" i="0" u="none" strike="noStrike" cap="none" normalizeH="0" baseline="0" dirty="0">
                <a:ln>
                  <a:noFill/>
                </a:ln>
                <a:solidFill>
                  <a:srgbClr val="067D17"/>
                </a:solidFill>
                <a:effectLst/>
                <a:latin typeface="JetBrains Mono"/>
              </a:rPr>
              <a:t>'</a:t>
            </a:r>
            <a:r>
              <a:rPr kumimoji="0" lang="de-DE" altLang="de-DE" sz="1400" b="0" i="0" u="none" strike="noStrike" cap="none" normalizeH="0" baseline="0" dirty="0">
                <a:ln>
                  <a:noFill/>
                </a:ln>
                <a:solidFill>
                  <a:srgbClr val="080808"/>
                </a:solidFill>
                <a:effectLst/>
                <a:latin typeface="JetBrains Mono"/>
              </a:rPr>
              <a:t>, () =&gt; {		</a:t>
            </a:r>
            <a:r>
              <a:rPr kumimoji="0" lang="de-DE" altLang="de-DE" sz="1400" b="0" i="0" u="none" strike="noStrike" cap="none" normalizeH="0" baseline="0" dirty="0">
                <a:ln>
                  <a:noFill/>
                </a:ln>
                <a:solidFill>
                  <a:schemeClr val="accent1">
                    <a:lumMod val="60000"/>
                    <a:lumOff val="40000"/>
                  </a:schemeClr>
                </a:solidFill>
                <a:effectLst/>
              </a:rPr>
              <a:t> </a:t>
            </a:r>
            <a:r>
              <a:rPr kumimoji="0" lang="de-DE" altLang="de-DE" sz="1400" b="0" i="0" u="none" strike="noStrike" cap="none" normalizeH="0" baseline="0" dirty="0" err="1">
                <a:ln>
                  <a:noFill/>
                </a:ln>
                <a:solidFill>
                  <a:schemeClr val="accent1">
                    <a:lumMod val="60000"/>
                    <a:lumOff val="40000"/>
                  </a:schemeClr>
                </a:solidFill>
                <a:effectLst/>
              </a:rPr>
              <a:t>Specs</a:t>
            </a:r>
            <a:endParaRPr kumimoji="0" lang="de-DE" altLang="de-DE" sz="1400" b="0" i="0" u="none" strike="noStrike" cap="none" normalizeH="0" baseline="0" dirty="0">
              <a:ln>
                <a:noFill/>
              </a:ln>
              <a:solidFill>
                <a:srgbClr val="080808"/>
              </a:solidFill>
              <a:effectLst/>
              <a:latin typeface="JetBrains Mono"/>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400" b="0" i="0" u="none" strike="noStrike" cap="none" normalizeH="0" baseline="0" dirty="0">
                <a:ln>
                  <a:noFill/>
                </a:ln>
                <a:solidFill>
                  <a:srgbClr val="080808"/>
                </a:solidFill>
                <a:effectLst/>
                <a:latin typeface="JetBrains Mono"/>
              </a:rPr>
            </a:br>
            <a:r>
              <a:rPr kumimoji="0" lang="de-DE" altLang="de-DE" sz="1400" b="0" i="0" u="none" strike="noStrike" cap="none" normalizeH="0" baseline="0" dirty="0">
                <a:ln>
                  <a:noFill/>
                </a:ln>
                <a:solidFill>
                  <a:srgbClr val="080808"/>
                </a:solidFill>
                <a:effectLst/>
                <a:latin typeface="JetBrains Mono"/>
              </a:rPr>
              <a:t>    </a:t>
            </a:r>
            <a:r>
              <a:rPr kumimoji="0" lang="de-DE" altLang="de-DE" sz="1400" b="0" i="0" u="none" strike="noStrike" cap="none" normalizeH="0" baseline="0" dirty="0" err="1">
                <a:ln>
                  <a:noFill/>
                </a:ln>
                <a:solidFill>
                  <a:srgbClr val="830091"/>
                </a:solidFill>
                <a:effectLst/>
                <a:latin typeface="JetBrains Mono"/>
              </a:rPr>
              <a:t>cy</a:t>
            </a:r>
            <a:r>
              <a:rPr kumimoji="0" lang="de-DE" altLang="de-DE" sz="1400" b="0" i="0" u="none" strike="noStrike" cap="none" normalizeH="0" baseline="0" dirty="0" err="1">
                <a:ln>
                  <a:noFill/>
                </a:ln>
                <a:solidFill>
                  <a:srgbClr val="080808"/>
                </a:solidFill>
                <a:effectLst/>
                <a:latin typeface="JetBrains Mono"/>
              </a:rPr>
              <a:t>.</a:t>
            </a:r>
            <a:r>
              <a:rPr kumimoji="0" lang="de-DE" altLang="de-DE" sz="1400" b="0" i="0" u="none" strike="noStrike" cap="none" normalizeH="0" baseline="0" dirty="0" err="1">
                <a:ln>
                  <a:noFill/>
                </a:ln>
                <a:solidFill>
                  <a:srgbClr val="7A7A43"/>
                </a:solidFill>
                <a:effectLst/>
                <a:latin typeface="JetBrains Mono"/>
              </a:rPr>
              <a:t>visit</a:t>
            </a:r>
            <a:r>
              <a:rPr kumimoji="0" lang="de-DE" altLang="de-DE" sz="1400" b="0" i="0" u="none" strike="noStrike" cap="none" normalizeH="0" baseline="0" dirty="0">
                <a:ln>
                  <a:noFill/>
                </a:ln>
                <a:solidFill>
                  <a:srgbClr val="080808"/>
                </a:solidFill>
                <a:effectLst/>
                <a:latin typeface="JetBrains Mono"/>
              </a:rPr>
              <a:t>(</a:t>
            </a:r>
            <a:r>
              <a:rPr kumimoji="0" lang="de-DE" altLang="de-DE" sz="1400" b="0" i="0" u="none" strike="noStrike" cap="none" normalizeH="0" baseline="0" dirty="0">
                <a:ln>
                  <a:noFill/>
                </a:ln>
                <a:solidFill>
                  <a:srgbClr val="067D17"/>
                </a:solidFill>
                <a:effectLst/>
                <a:latin typeface="JetBrains Mono"/>
              </a:rPr>
              <a:t>'/‘</a:t>
            </a:r>
            <a:r>
              <a:rPr kumimoji="0" lang="de-DE" altLang="de-DE" sz="1400" b="0" i="0" u="none" strike="noStrike" cap="none" normalizeH="0" baseline="0" dirty="0">
                <a:ln>
                  <a:noFill/>
                </a:ln>
                <a:solidFill>
                  <a:srgbClr val="080808"/>
                </a:solidFill>
                <a:effectLst/>
                <a:latin typeface="JetBrains Mono"/>
              </a:rPr>
              <a:t>)</a:t>
            </a:r>
            <a:br>
              <a:rPr kumimoji="0" lang="de-DE" altLang="de-DE" sz="1400" b="0" i="0" u="none" strike="noStrike" cap="none" normalizeH="0" baseline="0" dirty="0">
                <a:ln>
                  <a:noFill/>
                </a:ln>
                <a:solidFill>
                  <a:srgbClr val="080808"/>
                </a:solidFill>
                <a:effectLst/>
                <a:latin typeface="JetBrains Mono"/>
              </a:rPr>
            </a:br>
            <a:r>
              <a:rPr lang="de-DE" altLang="de-DE" sz="1400" dirty="0">
                <a:solidFill>
                  <a:srgbClr val="080808"/>
                </a:solidFill>
                <a:latin typeface="JetBrains Mono"/>
              </a:rPr>
              <a:t>    </a:t>
            </a:r>
            <a:r>
              <a:rPr kumimoji="0" lang="de-DE" altLang="de-DE" sz="1400" b="0" i="0" u="none" strike="noStrike" cap="none" normalizeH="0" baseline="0" dirty="0" err="1">
                <a:ln>
                  <a:noFill/>
                </a:ln>
                <a:solidFill>
                  <a:srgbClr val="830091"/>
                </a:solidFill>
                <a:effectLst/>
                <a:latin typeface="JetBrains Mono"/>
              </a:rPr>
              <a:t>cy</a:t>
            </a:r>
            <a:r>
              <a:rPr kumimoji="0" lang="de-DE" altLang="de-DE" sz="1400" b="0" i="0" u="none" strike="noStrike" cap="none" normalizeH="0" baseline="0" dirty="0" err="1">
                <a:ln>
                  <a:noFill/>
                </a:ln>
                <a:solidFill>
                  <a:srgbClr val="080808"/>
                </a:solidFill>
                <a:effectLst/>
                <a:latin typeface="JetBrains Mono"/>
              </a:rPr>
              <a:t>.</a:t>
            </a:r>
            <a:r>
              <a:rPr kumimoji="0" lang="de-DE" altLang="de-DE" sz="1400" b="0" i="0" u="none" strike="noStrike" cap="none" normalizeH="0" baseline="0" dirty="0" err="1">
                <a:ln>
                  <a:noFill/>
                </a:ln>
                <a:solidFill>
                  <a:srgbClr val="7A7A43"/>
                </a:solidFill>
                <a:effectLst/>
                <a:latin typeface="JetBrains Mono"/>
              </a:rPr>
              <a:t>pause</a:t>
            </a:r>
            <a:r>
              <a:rPr kumimoji="0" lang="de-DE" altLang="de-DE" sz="1400" b="0" i="0" u="none" strike="noStrike" cap="none" normalizeH="0" baseline="0" dirty="0">
                <a:ln>
                  <a:noFill/>
                </a:ln>
                <a:solidFill>
                  <a:srgbClr val="080808"/>
                </a:solidFill>
                <a:effectLst/>
                <a:latin typeface="JetBrains Mono"/>
              </a:rPr>
              <a:t>();</a:t>
            </a:r>
          </a:p>
          <a:p>
            <a:pPr marL="0" indent="0" eaLnBrk="0" fontAlgn="base" hangingPunct="0">
              <a:lnSpc>
                <a:spcPct val="100000"/>
              </a:lnSpc>
              <a:spcBef>
                <a:spcPct val="0"/>
              </a:spcBef>
              <a:spcAft>
                <a:spcPct val="0"/>
              </a:spcAft>
              <a:buNone/>
            </a:pPr>
            <a:r>
              <a:rPr lang="de-DE" altLang="de-DE" sz="1400" dirty="0">
                <a:solidFill>
                  <a:srgbClr val="830091"/>
                </a:solidFill>
                <a:latin typeface="Arial Unicode MS"/>
              </a:rPr>
              <a:t>   </a:t>
            </a:r>
            <a:r>
              <a:rPr kumimoji="0" lang="de-DE" altLang="de-DE" sz="1400" b="0" i="0" u="none" strike="noStrike" cap="none" normalizeH="0" baseline="0" dirty="0" err="1">
                <a:ln>
                  <a:noFill/>
                </a:ln>
                <a:solidFill>
                  <a:srgbClr val="830091"/>
                </a:solidFill>
                <a:effectLst/>
                <a:latin typeface="Arial Unicode MS"/>
              </a:rPr>
              <a:t>cy</a:t>
            </a:r>
            <a:r>
              <a:rPr kumimoji="0" lang="de-DE" altLang="de-DE" sz="1400" b="0" i="0" u="none" strike="noStrike" cap="none" normalizeH="0" baseline="0" dirty="0" err="1">
                <a:ln>
                  <a:noFill/>
                </a:ln>
                <a:solidFill>
                  <a:srgbClr val="080808"/>
                </a:solidFill>
                <a:effectLst/>
                <a:latin typeface="Arial Unicode MS"/>
              </a:rPr>
              <a:t>.</a:t>
            </a:r>
            <a:r>
              <a:rPr kumimoji="0" lang="de-DE" altLang="de-DE" sz="1400" b="0" i="0" u="none" strike="noStrike" cap="none" normalizeH="0" baseline="0" dirty="0" err="1">
                <a:ln>
                  <a:noFill/>
                </a:ln>
                <a:solidFill>
                  <a:srgbClr val="7A7A43"/>
                </a:solidFill>
                <a:effectLst/>
                <a:latin typeface="Arial Unicode MS"/>
              </a:rPr>
              <a:t>get</a:t>
            </a:r>
            <a:r>
              <a:rPr kumimoji="0" lang="de-DE" altLang="de-DE" sz="1400" b="0" i="0" u="none" strike="noStrike" cap="none" normalizeH="0" baseline="0" dirty="0">
                <a:ln>
                  <a:noFill/>
                </a:ln>
                <a:solidFill>
                  <a:srgbClr val="080808"/>
                </a:solidFill>
                <a:effectLst/>
                <a:latin typeface="Arial Unicode MS"/>
              </a:rPr>
              <a:t>(</a:t>
            </a:r>
            <a:r>
              <a:rPr kumimoji="0" lang="de-DE" altLang="de-DE" sz="1400" b="0" i="0" u="none" strike="noStrike" cap="none" normalizeH="0" baseline="0" dirty="0">
                <a:ln>
                  <a:noFill/>
                </a:ln>
                <a:solidFill>
                  <a:srgbClr val="067D17"/>
                </a:solidFill>
                <a:effectLst/>
                <a:latin typeface="Arial Unicode MS"/>
              </a:rPr>
              <a:t>"li"</a:t>
            </a:r>
            <a:r>
              <a:rPr kumimoji="0" lang="de-DE" altLang="de-DE" sz="1400" b="0" i="0" u="none" strike="noStrike" cap="none" normalizeH="0" baseline="0" dirty="0">
                <a:ln>
                  <a:noFill/>
                </a:ln>
                <a:solidFill>
                  <a:srgbClr val="080808"/>
                </a:solidFill>
                <a:effectLst/>
                <a:latin typeface="Arial Unicode MS"/>
              </a:rPr>
              <a:t>).</a:t>
            </a:r>
            <a:r>
              <a:rPr lang="de-DE" altLang="de-DE" sz="1400" dirty="0" err="1">
                <a:solidFill>
                  <a:srgbClr val="7A7A43"/>
                </a:solidFill>
                <a:latin typeface="Arial Unicode MS"/>
              </a:rPr>
              <a:t>first</a:t>
            </a:r>
            <a:r>
              <a:rPr kumimoji="0" lang="de-DE" altLang="de-DE" sz="1400" b="0" i="0" u="none" strike="noStrike" cap="none" normalizeH="0" baseline="0" dirty="0">
                <a:ln>
                  <a:noFill/>
                </a:ln>
                <a:solidFill>
                  <a:srgbClr val="080808"/>
                </a:solidFill>
                <a:effectLst/>
                <a:latin typeface="Arial Unicode MS"/>
              </a:rPr>
              <a:t>().</a:t>
            </a:r>
            <a:r>
              <a:rPr kumimoji="0" lang="de-DE" altLang="de-DE" sz="1400" b="0" i="0" u="none" strike="noStrike" cap="none" normalizeH="0" baseline="0" dirty="0" err="1">
                <a:ln>
                  <a:noFill/>
                </a:ln>
                <a:solidFill>
                  <a:srgbClr val="871094"/>
                </a:solidFill>
                <a:effectLst/>
                <a:latin typeface="Arial Unicode MS"/>
              </a:rPr>
              <a:t>should</a:t>
            </a:r>
            <a:r>
              <a:rPr kumimoji="0" lang="de-DE" altLang="de-DE" sz="1400" b="0" i="0" u="none" strike="noStrike" cap="none" normalizeH="0" baseline="0" dirty="0">
                <a:ln>
                  <a:noFill/>
                </a:ln>
                <a:solidFill>
                  <a:srgbClr val="080808"/>
                </a:solidFill>
                <a:effectLst/>
                <a:latin typeface="Arial Unicode MS"/>
              </a:rPr>
              <a:t>(</a:t>
            </a:r>
            <a:r>
              <a:rPr kumimoji="0" lang="de-DE" altLang="de-DE" sz="1400" b="0" i="0" u="none" strike="noStrike" cap="none" normalizeH="0" baseline="0" dirty="0">
                <a:ln>
                  <a:noFill/>
                </a:ln>
                <a:solidFill>
                  <a:srgbClr val="067D17"/>
                </a:solidFill>
                <a:effectLst/>
                <a:latin typeface="Arial Unicode MS"/>
              </a:rPr>
              <a:t>"have.</a:t>
            </a:r>
            <a:r>
              <a:rPr kumimoji="0" lang="de-DE" altLang="de-DE" sz="1400" b="0" i="0" u="none" strike="noStrike" cap="none" normalizeH="0" baseline="0" dirty="0" err="1">
                <a:ln>
                  <a:noFill/>
                </a:ln>
                <a:solidFill>
                  <a:srgbClr val="067D17"/>
                </a:solidFill>
                <a:effectLst/>
                <a:latin typeface="Arial Unicode MS"/>
              </a:rPr>
              <a:t>class</a:t>
            </a:r>
            <a:r>
              <a:rPr kumimoji="0" lang="de-DE" altLang="de-DE" sz="1400" b="0" i="0" u="none" strike="noStrike" cap="none" normalizeH="0" baseline="0" dirty="0">
                <a:ln>
                  <a:noFill/>
                </a:ln>
                <a:solidFill>
                  <a:srgbClr val="067D17"/>
                </a:solidFill>
                <a:effectLst/>
                <a:latin typeface="Arial Unicode MS"/>
              </a:rPr>
              <a:t>","</a:t>
            </a:r>
            <a:r>
              <a:rPr kumimoji="0" lang="de-DE" altLang="de-DE" sz="1400" b="0" i="0" u="none" strike="noStrike" cap="none" normalizeH="0" baseline="0" dirty="0" err="1">
                <a:ln>
                  <a:noFill/>
                </a:ln>
                <a:solidFill>
                  <a:srgbClr val="067D17"/>
                </a:solidFill>
                <a:effectLst/>
                <a:latin typeface="Arial Unicode MS"/>
              </a:rPr>
              <a:t>selected</a:t>
            </a:r>
            <a:r>
              <a:rPr kumimoji="0" lang="de-DE" altLang="de-DE" sz="1400" b="0" i="0" u="none" strike="noStrike" cap="none" normalizeH="0" baseline="0" dirty="0">
                <a:ln>
                  <a:noFill/>
                </a:ln>
                <a:solidFill>
                  <a:srgbClr val="067D17"/>
                </a:solidFill>
                <a:effectLst/>
                <a:latin typeface="Arial Unicode MS"/>
              </a:rPr>
              <a:t>"</a:t>
            </a:r>
            <a:r>
              <a:rPr kumimoji="0" lang="de-DE" altLang="de-DE" sz="1400" b="0" i="0" u="none" strike="noStrike" cap="none" normalizeH="0" baseline="0" dirty="0">
                <a:ln>
                  <a:noFill/>
                </a:ln>
                <a:solidFill>
                  <a:srgbClr val="080808"/>
                </a:solidFill>
                <a:effectLst/>
                <a:latin typeface="Arial Unicode MS"/>
              </a:rPr>
              <a:t>);	</a:t>
            </a:r>
            <a:r>
              <a:rPr kumimoji="0" lang="de-DE" altLang="de-DE" sz="1400" b="0" i="0" u="none" strike="noStrike" cap="none" normalizeH="0" baseline="0" dirty="0">
                <a:ln>
                  <a:noFill/>
                </a:ln>
                <a:solidFill>
                  <a:schemeClr val="accent1">
                    <a:lumMod val="60000"/>
                    <a:lumOff val="40000"/>
                  </a:schemeClr>
                </a:solidFill>
                <a:effectLst/>
              </a:rPr>
              <a:t> </a:t>
            </a:r>
            <a:r>
              <a:rPr kumimoji="0" lang="de-DE" altLang="de-DE" sz="1400" b="0" i="0" u="none" strike="noStrike" cap="none" normalizeH="0" baseline="0" dirty="0" err="1">
                <a:ln>
                  <a:noFill/>
                </a:ln>
                <a:solidFill>
                  <a:schemeClr val="accent1">
                    <a:lumMod val="60000"/>
                    <a:lumOff val="40000"/>
                  </a:schemeClr>
                </a:solidFill>
                <a:effectLst/>
              </a:rPr>
              <a:t>Matcher</a:t>
            </a:r>
            <a:r>
              <a:rPr kumimoji="0" lang="de-DE" altLang="de-DE" sz="1400" b="0" i="0" u="none" strike="noStrike" cap="none" normalizeH="0" baseline="0" dirty="0">
                <a:ln>
                  <a:noFill/>
                </a:ln>
                <a:solidFill>
                  <a:schemeClr val="accent1">
                    <a:lumMod val="60000"/>
                    <a:lumOff val="40000"/>
                  </a:schemeClr>
                </a:solidFill>
                <a:effectLst/>
              </a:rPr>
              <a:t>, </a:t>
            </a:r>
            <a:r>
              <a:rPr kumimoji="0" lang="de-DE" altLang="de-DE" sz="1400" b="0" i="0" u="none" strike="noStrike" cap="none" normalizeH="0" baseline="0" dirty="0" err="1">
                <a:ln>
                  <a:noFill/>
                </a:ln>
                <a:solidFill>
                  <a:schemeClr val="accent1">
                    <a:lumMod val="60000"/>
                    <a:lumOff val="40000"/>
                  </a:schemeClr>
                </a:solidFill>
                <a:effectLst/>
              </a:rPr>
              <a:t>Expectation</a:t>
            </a:r>
            <a:endParaRPr kumimoji="0" lang="de-DE" altLang="de-DE" sz="1400" b="0" i="0" u="none" strike="noStrike" cap="none" normalizeH="0" baseline="0" dirty="0">
              <a:ln>
                <a:noFill/>
              </a:ln>
              <a:solidFill>
                <a:srgbClr val="080808"/>
              </a:solidFill>
              <a:effectLst/>
              <a:latin typeface="Arial Unicode MS"/>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400" b="0" i="0" u="none" strike="noStrike" cap="none" normalizeH="0" baseline="0" dirty="0">
                <a:ln>
                  <a:noFill/>
                </a:ln>
                <a:solidFill>
                  <a:srgbClr val="080808"/>
                </a:solidFill>
                <a:effectLst/>
                <a:latin typeface="JetBrains Mono"/>
              </a:rPr>
            </a:br>
            <a:r>
              <a:rPr kumimoji="0" lang="de-DE" altLang="de-DE" sz="1400" b="0" i="0" u="none" strike="noStrike" cap="none" normalizeH="0" baseline="0" dirty="0">
                <a:ln>
                  <a:noFill/>
                </a:ln>
                <a:solidFill>
                  <a:srgbClr val="080808"/>
                </a:solidFill>
                <a:effectLst/>
                <a:latin typeface="JetBrains Mono"/>
              </a:rPr>
              <a:t>   </a:t>
            </a:r>
            <a:br>
              <a:rPr kumimoji="0" lang="de-DE" altLang="de-DE" sz="1400" b="0" i="0" u="none" strike="noStrike" cap="none" normalizeH="0" baseline="0" dirty="0">
                <a:ln>
                  <a:noFill/>
                </a:ln>
                <a:solidFill>
                  <a:srgbClr val="080808"/>
                </a:solidFill>
                <a:effectLst/>
                <a:latin typeface="JetBrains Mono"/>
              </a:rPr>
            </a:br>
            <a:r>
              <a:rPr kumimoji="0" lang="de-DE" altLang="de-DE" sz="1400" b="0" i="0" u="none" strike="noStrike" cap="none" normalizeH="0" baseline="0" dirty="0">
                <a:ln>
                  <a:noFill/>
                </a:ln>
                <a:solidFill>
                  <a:srgbClr val="080808"/>
                </a:solidFill>
                <a:effectLst/>
                <a:latin typeface="JetBrains Mono"/>
              </a:rPr>
              <a:t>  })</a:t>
            </a:r>
            <a:br>
              <a:rPr kumimoji="0" lang="de-DE" altLang="de-DE" sz="1400" b="0" i="0" u="none" strike="noStrike" cap="none" normalizeH="0" baseline="0" dirty="0">
                <a:ln>
                  <a:noFill/>
                </a:ln>
                <a:solidFill>
                  <a:srgbClr val="080808"/>
                </a:solidFill>
                <a:effectLst/>
                <a:latin typeface="JetBrains Mono"/>
              </a:rPr>
            </a:br>
            <a:r>
              <a:rPr kumimoji="0" lang="de-DE" altLang="de-DE" sz="1400" b="0" i="0" u="none" strike="noStrike" cap="none" normalizeH="0" baseline="0" dirty="0">
                <a:ln>
                  <a:noFill/>
                </a:ln>
                <a:solidFill>
                  <a:srgbClr val="080808"/>
                </a:solidFill>
                <a:effectLst/>
                <a:latin typeface="JetBrains Mono"/>
              </a:rPr>
              <a:t>})</a:t>
            </a:r>
            <a:br>
              <a:rPr kumimoji="0" lang="de-DE" altLang="de-DE" sz="1100" b="0" i="0" u="none" strike="noStrike" cap="none" normalizeH="0" baseline="0" dirty="0">
                <a:ln>
                  <a:noFill/>
                </a:ln>
                <a:solidFill>
                  <a:srgbClr val="080808"/>
                </a:solidFill>
                <a:effectLst/>
                <a:latin typeface="JetBrains Mono"/>
              </a:rPr>
            </a:br>
            <a:endParaRPr kumimoji="0" lang="de-DE" altLang="de-DE" sz="2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5641641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1">
            <a:extLst>
              <a:ext uri="{FF2B5EF4-FFF2-40B4-BE49-F238E27FC236}">
                <a16:creationId xmlns:a16="http://schemas.microsoft.com/office/drawing/2014/main" id="{8C4086F5-5AAC-F692-73E3-87A47A6520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FFE9213-D3A8-7A45-6C21-894000EE6FFD}"/>
              </a:ext>
            </a:extLst>
          </p:cNvPr>
          <p:cNvSpPr>
            <a:spLocks noGrp="1"/>
          </p:cNvSpPr>
          <p:nvPr>
            <p:ph type="title"/>
          </p:nvPr>
        </p:nvSpPr>
        <p:spPr>
          <a:xfrm>
            <a:off x="1066800" y="4048691"/>
            <a:ext cx="5029200" cy="1962150"/>
          </a:xfrm>
        </p:spPr>
        <p:txBody>
          <a:bodyPr anchor="ctr">
            <a:normAutofit/>
          </a:bodyPr>
          <a:lstStyle/>
          <a:p>
            <a:r>
              <a:rPr lang="de-DE" sz="4800"/>
              <a:t>Übung 2</a:t>
            </a:r>
          </a:p>
        </p:txBody>
      </p:sp>
      <p:pic>
        <p:nvPicPr>
          <p:cNvPr id="7" name="Grafik 6">
            <a:extLst>
              <a:ext uri="{FF2B5EF4-FFF2-40B4-BE49-F238E27FC236}">
                <a16:creationId xmlns:a16="http://schemas.microsoft.com/office/drawing/2014/main" id="{73E3BBB8-447C-ED65-99E3-494DBE235C4F}"/>
              </a:ext>
            </a:extLst>
          </p:cNvPr>
          <p:cNvPicPr>
            <a:picLocks noChangeAspect="1"/>
          </p:cNvPicPr>
          <p:nvPr/>
        </p:nvPicPr>
        <p:blipFill>
          <a:blip r:embed="rId2"/>
          <a:srcRect l="4678" r="12150" b="-1"/>
          <a:stretch/>
        </p:blipFill>
        <p:spPr>
          <a:xfrm>
            <a:off x="-2380" y="-17766"/>
            <a:ext cx="6394567" cy="3479045"/>
          </a:xfrm>
          <a:custGeom>
            <a:avLst/>
            <a:gdLst/>
            <a:ahLst/>
            <a:cxnLst/>
            <a:rect l="l" t="t" r="r" b="b"/>
            <a:pathLst>
              <a:path w="6394567" h="3479045">
                <a:moveTo>
                  <a:pt x="0" y="0"/>
                </a:moveTo>
                <a:lnTo>
                  <a:pt x="6394567" y="0"/>
                </a:lnTo>
                <a:lnTo>
                  <a:pt x="2477593" y="3073542"/>
                </a:lnTo>
                <a:lnTo>
                  <a:pt x="2435111" y="3105189"/>
                </a:lnTo>
                <a:cubicBezTo>
                  <a:pt x="2103481" y="3339382"/>
                  <a:pt x="1723470" y="3461518"/>
                  <a:pt x="1342352" y="3477290"/>
                </a:cubicBezTo>
                <a:cubicBezTo>
                  <a:pt x="1302651" y="3478932"/>
                  <a:pt x="1262940" y="3479421"/>
                  <a:pt x="1223270" y="3478762"/>
                </a:cubicBezTo>
                <a:cubicBezTo>
                  <a:pt x="786893" y="3471515"/>
                  <a:pt x="355525" y="3325396"/>
                  <a:pt x="277" y="3048974"/>
                </a:cubicBezTo>
                <a:lnTo>
                  <a:pt x="0" y="3048730"/>
                </a:lnTo>
                <a:close/>
              </a:path>
            </a:pathLst>
          </a:custGeom>
        </p:spPr>
      </p:pic>
      <p:sp>
        <p:nvSpPr>
          <p:cNvPr id="3" name="Inhaltsplatzhalter 2">
            <a:extLst>
              <a:ext uri="{FF2B5EF4-FFF2-40B4-BE49-F238E27FC236}">
                <a16:creationId xmlns:a16="http://schemas.microsoft.com/office/drawing/2014/main" id="{B187B7C2-A3CE-0CC0-DC30-7D17A3FD8A48}"/>
              </a:ext>
            </a:extLst>
          </p:cNvPr>
          <p:cNvSpPr>
            <a:spLocks noGrp="1"/>
          </p:cNvSpPr>
          <p:nvPr>
            <p:ph idx="1"/>
          </p:nvPr>
        </p:nvSpPr>
        <p:spPr>
          <a:xfrm>
            <a:off x="7239000" y="1143000"/>
            <a:ext cx="3924300" cy="4572000"/>
          </a:xfrm>
        </p:spPr>
        <p:txBody>
          <a:bodyPr>
            <a:normAutofit/>
          </a:bodyPr>
          <a:lstStyle/>
          <a:p>
            <a:pPr>
              <a:lnSpc>
                <a:spcPct val="110000"/>
              </a:lnSpc>
            </a:pPr>
            <a:r>
              <a:rPr lang="de-DE" dirty="0" sz="1800"/>
              <a:t>Installieren sie Cypress mittels </a:t>
            </a:r>
            <a:r>
              <a:rPr lang="de-DE" dirty="0" err="1" sz="1800"/>
              <a:t>ng</a:t>
            </a:r>
            <a:r>
              <a:rPr lang="de-DE" dirty="0" sz="1800"/>
              <a:t> e2e</a:t>
            </a:r>
          </a:p>
          <a:p>
            <a:pPr>
              <a:lnSpc>
                <a:spcPct val="110000"/>
              </a:lnSpc>
            </a:pPr>
            <a:r>
              <a:rPr lang="de-DE" dirty="0" sz="1800"/>
              <a:t>Passen sie die generierte Datei </a:t>
            </a:r>
            <a:r>
              <a:rPr lang="de-DE" dirty="0" err="1" sz="1800"/>
              <a:t>spec.cy.ts</a:t>
            </a:r>
            <a:endParaRPr lang="de-DE" dirty="0" sz="1800"/>
          </a:p>
          <a:p>
            <a:pPr>
              <a:lnSpc>
                <a:spcPct val="110000"/>
              </a:lnSpc>
            </a:pPr>
            <a:r>
              <a:rPr lang="de-DE" dirty="0" sz="1800"/>
              <a:t>Ändern sie</a:t>
            </a:r>
          </a:p>
          <a:p>
            <a:pPr lvl="1">
              <a:lnSpc>
                <a:spcPct val="110000"/>
              </a:lnSpc>
            </a:pPr>
            <a:r>
              <a:rPr kumimoji="0" lang="de-DE" altLang="de-DE" b="0" i="0" u="none" strike="noStrike" cap="none" normalizeH="0" baseline="0" dirty="0" err="1" sz="1800">
                <a:ln>
                  <a:noFill/>
                </a:ln>
                <a:effectLst/>
                <a:latin typeface="Arial Unicode MS"/>
              </a:rPr>
              <a:t>cy.contains</a:t>
            </a:r>
            <a:r>
              <a:rPr kumimoji="0" lang="de-DE" altLang="de-DE" b="0" i="0" u="none" strike="noStrike" cap="none" normalizeH="0" baseline="0" dirty="0" sz="1800">
                <a:ln>
                  <a:noFill/>
                </a:ln>
                <a:effectLst/>
                <a:latin typeface="Arial Unicode MS"/>
              </a:rPr>
              <a:t>('</a:t>
            </a:r>
            <a:r>
              <a:rPr kumimoji="0" lang="de-DE" altLang="de-DE" b="0" i="0" u="none" strike="noStrike" cap="none" normalizeH="0" baseline="0" dirty="0" err="1" sz="1800">
                <a:ln>
                  <a:noFill/>
                </a:ln>
                <a:effectLst/>
                <a:latin typeface="Arial Unicode MS"/>
              </a:rPr>
              <a:t>app</a:t>
            </a:r>
            <a:r>
              <a:rPr kumimoji="0" lang="de-DE" altLang="de-DE" b="0" i="0" u="none" strike="noStrike" cap="none" normalizeH="0" baseline="0" dirty="0" sz="1800">
                <a:ln>
                  <a:noFill/>
                </a:ln>
                <a:effectLst/>
                <a:latin typeface="Arial Unicode MS"/>
              </a:rPr>
              <a:t> </a:t>
            </a:r>
            <a:r>
              <a:rPr kumimoji="0" lang="de-DE" altLang="de-DE" b="0" i="0" u="none" strike="noStrike" cap="none" normalizeH="0" baseline="0" dirty="0" err="1" sz="1800">
                <a:ln>
                  <a:noFill/>
                </a:ln>
                <a:effectLst/>
                <a:latin typeface="Arial Unicode MS"/>
              </a:rPr>
              <a:t>ís</a:t>
            </a:r>
            <a:r>
              <a:rPr kumimoji="0" lang="de-DE" altLang="de-DE" b="0" i="0" u="none" strike="noStrike" cap="none" normalizeH="0" baseline="0" dirty="0" sz="1800">
                <a:ln>
                  <a:noFill/>
                </a:ln>
                <a:effectLst/>
                <a:latin typeface="Arial Unicode MS"/>
              </a:rPr>
              <a:t> </a:t>
            </a:r>
            <a:r>
              <a:rPr kumimoji="0" lang="de-DE" altLang="de-DE" b="0" i="0" u="none" strike="noStrike" cap="none" normalizeH="0" baseline="0" dirty="0" err="1" sz="1800">
                <a:ln>
                  <a:noFill/>
                </a:ln>
                <a:effectLst/>
                <a:latin typeface="Arial Unicode MS"/>
              </a:rPr>
              <a:t>running</a:t>
            </a:r>
            <a:r>
              <a:rPr kumimoji="0" lang="de-DE" altLang="de-DE" b="0" i="0" u="none" strike="noStrike" cap="none" normalizeH="0" baseline="0" dirty="0" sz="1800">
                <a:ln>
                  <a:noFill/>
                </a:ln>
                <a:effectLst/>
                <a:latin typeface="Arial Unicode MS"/>
              </a:rPr>
              <a:t>‘) in</a:t>
            </a:r>
            <a:endParaRPr lang="de-DE" dirty="0" sz="1800"/>
          </a:p>
          <a:p>
            <a:pPr lvl="1">
              <a:lnSpc>
                <a:spcPct val="110000"/>
              </a:lnSpc>
            </a:pPr>
            <a:r>
              <a:rPr kumimoji="0" lang="de-DE" altLang="de-DE" b="0" i="0" u="none" strike="noStrike" cap="none" normalizeH="0" baseline="0" dirty="0" err="1" sz="1800">
                <a:ln>
                  <a:noFill/>
                </a:ln>
                <a:effectLst/>
                <a:latin typeface="Arial Unicode MS"/>
              </a:rPr>
              <a:t>cy.contains('Invoice Manager App') ab</a:t>
            </a:r>
          </a:p>
          <a:p>
            <a:pPr>
              <a:lnSpc>
                <a:spcPct val="110000"/>
              </a:lnSpc>
            </a:pPr>
            <a:endParaRPr lang="de-DE" altLang="de-DE" dirty="0" sz="1800"/>
          </a:p>
          <a:p>
            <a:pPr>
              <a:lnSpc>
                <a:spcPct val="110000"/>
              </a:lnSpc>
            </a:pPr>
            <a:r>
              <a:rPr lang="de-DE" altLang="de-DE" dirty="0" sz="1800"/>
              <a:t>Starten sie </a:t>
            </a:r>
            <a:r>
              <a:rPr lang="de-DE" altLang="de-DE" dirty="0" err="1" sz="1800"/>
              <a:t>ng</a:t>
            </a:r>
            <a:r>
              <a:rPr lang="de-DE" altLang="de-DE" dirty="0" sz="1800"/>
              <a:t> e2e und navigiere zu </a:t>
            </a:r>
          </a:p>
          <a:p>
            <a:pPr lvl="1">
              <a:lnSpc>
                <a:spcPct val="110000"/>
              </a:lnSpc>
            </a:pPr>
            <a:r>
              <a:rPr lang="de-DE" altLang="de-DE" dirty="0" err="1" sz="1800"/>
              <a:t>spec.cy.ts</a:t>
            </a:r>
            <a:endParaRPr lang="de-DE" altLang="de-DE" dirty="0" sz="1800"/>
          </a:p>
          <a:p>
            <a:pPr>
              <a:lnSpc>
                <a:spcPct val="110000"/>
              </a:lnSpc>
            </a:pPr>
            <a:endParaRPr lang="de-DE" altLang="de-DE" dirty="0" sz="1800"/>
          </a:p>
          <a:p>
            <a:pPr lvl="1">
              <a:lnSpc>
                <a:spcPct val="110000"/>
              </a:lnSpc>
            </a:pPr>
            <a:endParaRPr lang="de-DE" dirty="0" sz="1800"/>
          </a:p>
          <a:p>
            <a:pPr>
              <a:lnSpc>
                <a:spcPct val="110000"/>
              </a:lnSpc>
            </a:pPr>
            <a:endParaRPr lang="de-DE" dirty="0" sz="1800"/>
          </a:p>
        </p:txBody>
      </p:sp>
    </p:spTree>
    <p:extLst>
      <p:ext uri="{BB962C8B-B14F-4D97-AF65-F5344CB8AC3E}">
        <p14:creationId xmlns:p14="http://schemas.microsoft.com/office/powerpoint/2010/main" val="37376461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C193F9-B8B3-94DA-26FA-81D60047CC3C}"/>
              </a:ext>
            </a:extLst>
          </p:cNvPr>
          <p:cNvSpPr>
            <a:spLocks noGrp="1"/>
          </p:cNvSpPr>
          <p:nvPr>
            <p:ph type="title"/>
          </p:nvPr>
        </p:nvSpPr>
        <p:spPr/>
        <p:txBody>
          <a:bodyPr/>
          <a:lstStyle/>
          <a:p>
            <a:r>
              <a:rPr lang="de-DE" dirty="0"/>
              <a:t>Cypress Elements – DSL </a:t>
            </a:r>
          </a:p>
        </p:txBody>
      </p:sp>
      <p:sp>
        <p:nvSpPr>
          <p:cNvPr id="3" name="Inhaltsplatzhalter 2">
            <a:extLst>
              <a:ext uri="{FF2B5EF4-FFF2-40B4-BE49-F238E27FC236}">
                <a16:creationId xmlns:a16="http://schemas.microsoft.com/office/drawing/2014/main" id="{1A5AB6C8-F807-AFD7-84B9-55029B80DDF3}"/>
              </a:ext>
            </a:extLst>
          </p:cNvPr>
          <p:cNvSpPr>
            <a:spLocks noGrp="1"/>
          </p:cNvSpPr>
          <p:nvPr>
            <p:ph idx="1"/>
          </p:nvPr>
        </p:nvSpPr>
        <p:spPr/>
        <p:txBody>
          <a:bodyPr/>
          <a:lstStyle/>
          <a:p>
            <a:pPr algn="l">
              <a:buFont typeface="Arial" panose="020B0604020202020204" pitchFamily="34" charset="0"/>
              <a:buChar char="•"/>
            </a:pPr>
            <a:r>
              <a:rPr lang="en-US" b="0" i="0" dirty="0" err="1">
                <a:solidFill>
                  <a:srgbClr val="333333"/>
                </a:solidFill>
                <a:effectLst/>
                <a:latin typeface="source-sans-pro"/>
              </a:rPr>
              <a:t>Elemente</a:t>
            </a:r>
            <a:r>
              <a:rPr lang="en-US" b="0" i="0" dirty="0">
                <a:solidFill>
                  <a:srgbClr val="333333"/>
                </a:solidFill>
                <a:effectLst/>
                <a:latin typeface="source-sans-pro"/>
              </a:rPr>
              <a:t> </a:t>
            </a:r>
            <a:r>
              <a:rPr lang="en-US" b="0" i="0" dirty="0" err="1">
                <a:solidFill>
                  <a:srgbClr val="333333"/>
                </a:solidFill>
                <a:effectLst/>
                <a:latin typeface="source-sans-pro"/>
              </a:rPr>
              <a:t>definieren</a:t>
            </a:r>
            <a:r>
              <a:rPr lang="en-US" b="0" i="0" dirty="0">
                <a:solidFill>
                  <a:srgbClr val="333333"/>
                </a:solidFill>
                <a:effectLst/>
                <a:latin typeface="source-sans-pro"/>
              </a:rPr>
              <a:t> die structure und </a:t>
            </a:r>
            <a:r>
              <a:rPr lang="en-US" b="0" i="0" dirty="0" err="1">
                <a:solidFill>
                  <a:srgbClr val="333333"/>
                </a:solidFill>
                <a:effectLst/>
                <a:latin typeface="source-sans-pro"/>
              </a:rPr>
              <a:t>Verhalten</a:t>
            </a:r>
            <a:r>
              <a:rPr lang="en-US" b="0" i="0" dirty="0">
                <a:solidFill>
                  <a:srgbClr val="333333"/>
                </a:solidFill>
                <a:effectLst/>
                <a:latin typeface="source-sans-pro"/>
              </a:rPr>
              <a:t> </a:t>
            </a:r>
            <a:r>
              <a:rPr lang="en-US" b="0" i="0" dirty="0" err="1">
                <a:solidFill>
                  <a:srgbClr val="333333"/>
                </a:solidFill>
                <a:effectLst/>
                <a:latin typeface="source-sans-pro"/>
              </a:rPr>
              <a:t>einer</a:t>
            </a:r>
            <a:r>
              <a:rPr lang="en-US" b="0" i="0" dirty="0">
                <a:solidFill>
                  <a:srgbClr val="333333"/>
                </a:solidFill>
                <a:effectLst/>
                <a:latin typeface="source-sans-pro"/>
              </a:rPr>
              <a:t> </a:t>
            </a:r>
            <a:r>
              <a:rPr lang="en-US" b="0" i="0" dirty="0" err="1">
                <a:solidFill>
                  <a:srgbClr val="333333"/>
                </a:solidFill>
                <a:effectLst/>
                <a:latin typeface="source-sans-pro"/>
              </a:rPr>
              <a:t>Seite</a:t>
            </a:r>
            <a:r>
              <a:rPr lang="en-US" b="0" i="0" dirty="0">
                <a:solidFill>
                  <a:srgbClr val="333333"/>
                </a:solidFill>
                <a:effectLst/>
                <a:latin typeface="source-sans-pro"/>
              </a:rPr>
              <a:t>. </a:t>
            </a:r>
          </a:p>
          <a:p>
            <a:pPr algn="l">
              <a:buFont typeface="Arial" panose="020B0604020202020204" pitchFamily="34" charset="0"/>
              <a:buChar char="•"/>
            </a:pPr>
            <a:r>
              <a:rPr lang="en-US" b="0" i="0" dirty="0" err="1">
                <a:solidFill>
                  <a:srgbClr val="333333"/>
                </a:solidFill>
                <a:effectLst/>
                <a:latin typeface="source-sans-pro"/>
              </a:rPr>
              <a:t>Durch</a:t>
            </a:r>
            <a:r>
              <a:rPr lang="en-US" b="0" i="0" dirty="0">
                <a:solidFill>
                  <a:srgbClr val="333333"/>
                </a:solidFill>
                <a:effectLst/>
                <a:latin typeface="source-sans-pro"/>
              </a:rPr>
              <a:t> das </a:t>
            </a:r>
            <a:r>
              <a:rPr lang="en-US" b="0" i="0" dirty="0" err="1">
                <a:solidFill>
                  <a:srgbClr val="333333"/>
                </a:solidFill>
                <a:effectLst/>
                <a:latin typeface="source-sans-pro"/>
              </a:rPr>
              <a:t>selektieren</a:t>
            </a:r>
            <a:r>
              <a:rPr lang="en-US" b="0" i="0" dirty="0">
                <a:solidFill>
                  <a:srgbClr val="333333"/>
                </a:solidFill>
                <a:effectLst/>
                <a:latin typeface="source-sans-pro"/>
              </a:rPr>
              <a:t> und </a:t>
            </a:r>
            <a:r>
              <a:rPr lang="en-US" b="0" i="0" dirty="0" err="1">
                <a:solidFill>
                  <a:srgbClr val="333333"/>
                </a:solidFill>
                <a:effectLst/>
                <a:latin typeface="source-sans-pro"/>
              </a:rPr>
              <a:t>interagieren</a:t>
            </a:r>
            <a:r>
              <a:rPr lang="en-US" b="0" i="0" dirty="0">
                <a:solidFill>
                  <a:srgbClr val="333333"/>
                </a:solidFill>
                <a:effectLst/>
                <a:latin typeface="source-sans-pro"/>
              </a:rPr>
              <a:t> </a:t>
            </a:r>
            <a:r>
              <a:rPr lang="en-US" b="0" i="0" dirty="0" err="1">
                <a:solidFill>
                  <a:srgbClr val="333333"/>
                </a:solidFill>
                <a:effectLst/>
                <a:latin typeface="source-sans-pro"/>
              </a:rPr>
              <a:t>mit</a:t>
            </a:r>
            <a:r>
              <a:rPr lang="en-US" b="0" i="0" dirty="0">
                <a:solidFill>
                  <a:srgbClr val="333333"/>
                </a:solidFill>
                <a:effectLst/>
                <a:latin typeface="source-sans-pro"/>
              </a:rPr>
              <a:t> </a:t>
            </a:r>
            <a:r>
              <a:rPr lang="en-US" b="0" i="0" dirty="0" err="1">
                <a:solidFill>
                  <a:srgbClr val="333333"/>
                </a:solidFill>
                <a:effectLst/>
                <a:latin typeface="source-sans-pro"/>
              </a:rPr>
              <a:t>diesen</a:t>
            </a:r>
            <a:r>
              <a:rPr lang="en-US" b="0" i="0" dirty="0">
                <a:solidFill>
                  <a:srgbClr val="333333"/>
                </a:solidFill>
                <a:effectLst/>
                <a:latin typeface="source-sans-pro"/>
              </a:rPr>
              <a:t>, </a:t>
            </a:r>
            <a:r>
              <a:rPr lang="en-US" b="0" i="0" dirty="0" err="1">
                <a:solidFill>
                  <a:srgbClr val="333333"/>
                </a:solidFill>
                <a:effectLst/>
                <a:latin typeface="source-sans-pro"/>
              </a:rPr>
              <a:t>kann</a:t>
            </a:r>
            <a:r>
              <a:rPr lang="en-US" b="0" i="0" dirty="0">
                <a:solidFill>
                  <a:srgbClr val="333333"/>
                </a:solidFill>
                <a:effectLst/>
                <a:latin typeface="source-sans-pro"/>
              </a:rPr>
              <a:t> man </a:t>
            </a:r>
            <a:r>
              <a:rPr lang="en-US" b="0" i="0" dirty="0" err="1">
                <a:solidFill>
                  <a:srgbClr val="333333"/>
                </a:solidFill>
                <a:effectLst/>
                <a:latin typeface="source-sans-pro"/>
              </a:rPr>
              <a:t>funktionale</a:t>
            </a:r>
            <a:r>
              <a:rPr lang="en-US" b="0" i="0" dirty="0">
                <a:solidFill>
                  <a:srgbClr val="333333"/>
                </a:solidFill>
                <a:effectLst/>
                <a:latin typeface="source-sans-pro"/>
              </a:rPr>
              <a:t> Tests </a:t>
            </a:r>
            <a:r>
              <a:rPr lang="en-US" b="0" i="0" dirty="0" err="1">
                <a:solidFill>
                  <a:srgbClr val="333333"/>
                </a:solidFill>
                <a:effectLst/>
                <a:latin typeface="source-sans-pro"/>
              </a:rPr>
              <a:t>schreiben</a:t>
            </a:r>
            <a:r>
              <a:rPr lang="en-US" b="0" i="0" dirty="0">
                <a:solidFill>
                  <a:srgbClr val="333333"/>
                </a:solidFill>
                <a:effectLst/>
                <a:latin typeface="source-sans-pro"/>
              </a:rPr>
              <a:t>.</a:t>
            </a:r>
          </a:p>
          <a:p>
            <a:pPr algn="l">
              <a:buFont typeface="Arial" panose="020B0604020202020204" pitchFamily="34" charset="0"/>
              <a:buChar char="•"/>
            </a:pPr>
            <a:r>
              <a:rPr lang="en-US" dirty="0" err="1">
                <a:solidFill>
                  <a:srgbClr val="333333"/>
                </a:solidFill>
                <a:latin typeface="source-sans-pro"/>
              </a:rPr>
              <a:t>Beispiel</a:t>
            </a:r>
            <a:r>
              <a:rPr lang="en-US" dirty="0">
                <a:solidFill>
                  <a:srgbClr val="333333"/>
                </a:solidFill>
                <a:latin typeface="source-sans-pro"/>
              </a:rPr>
              <a:t> ID </a:t>
            </a:r>
            <a:r>
              <a:rPr lang="en-US" dirty="0" err="1">
                <a:solidFill>
                  <a:srgbClr val="333333"/>
                </a:solidFill>
                <a:latin typeface="source-sans-pro"/>
              </a:rPr>
              <a:t>Selektor</a:t>
            </a:r>
            <a:r>
              <a:rPr lang="en-US" dirty="0">
                <a:solidFill>
                  <a:srgbClr val="333333"/>
                </a:solidFill>
                <a:latin typeface="source-sans-pro"/>
              </a:rPr>
              <a:t> </a:t>
            </a:r>
            <a:endParaRPr lang="en-US" b="0" i="0" dirty="0">
              <a:solidFill>
                <a:srgbClr val="333333"/>
              </a:solidFill>
              <a:effectLst/>
              <a:latin typeface="source-sans-pro"/>
            </a:endParaRPr>
          </a:p>
          <a:p>
            <a:pPr lvl="1">
              <a:buFont typeface="Arial" panose="020B0604020202020204" pitchFamily="34" charset="0"/>
              <a:buChar char="•"/>
            </a:pPr>
            <a:r>
              <a:rPr kumimoji="0" lang="de-DE" altLang="de-DE" b="0" i="0" u="none" strike="noStrike" cap="none" normalizeH="0" baseline="0" dirty="0" err="1">
                <a:ln>
                  <a:noFill/>
                </a:ln>
                <a:solidFill>
                  <a:srgbClr val="830091"/>
                </a:solidFill>
                <a:effectLst/>
                <a:latin typeface="Arial Unicode MS"/>
              </a:rPr>
              <a:t>cy</a:t>
            </a:r>
            <a:r>
              <a:rPr kumimoji="0" lang="de-DE" altLang="de-DE" b="0" i="0" u="none" strike="noStrike" cap="none" normalizeH="0" baseline="0" dirty="0" err="1">
                <a:ln>
                  <a:noFill/>
                </a:ln>
                <a:solidFill>
                  <a:srgbClr val="080808"/>
                </a:solidFill>
                <a:effectLst/>
                <a:latin typeface="Arial Unicode MS"/>
              </a:rPr>
              <a:t>.</a:t>
            </a:r>
            <a:r>
              <a:rPr kumimoji="0" lang="de-DE" altLang="de-DE" b="0" i="0" u="none" strike="noStrike" cap="none" normalizeH="0" baseline="0" dirty="0" err="1">
                <a:ln>
                  <a:noFill/>
                </a:ln>
                <a:solidFill>
                  <a:srgbClr val="7A7A43"/>
                </a:solidFill>
                <a:effectLst/>
                <a:latin typeface="Arial Unicode MS"/>
              </a:rPr>
              <a:t>get</a:t>
            </a:r>
            <a:r>
              <a:rPr kumimoji="0" lang="de-DE" altLang="de-DE" b="0" i="0" u="none" strike="noStrike" cap="none" normalizeH="0" baseline="0" dirty="0">
                <a:ln>
                  <a:noFill/>
                </a:ln>
                <a:solidFill>
                  <a:srgbClr val="080808"/>
                </a:solidFill>
                <a:effectLst/>
                <a:latin typeface="Arial Unicode MS"/>
              </a:rPr>
              <a:t>(</a:t>
            </a:r>
            <a:r>
              <a:rPr kumimoji="0" lang="de-DE" altLang="de-DE" b="0" i="0" u="none" strike="noStrike" cap="none" normalizeH="0" baseline="0" dirty="0">
                <a:ln>
                  <a:noFill/>
                </a:ln>
                <a:solidFill>
                  <a:srgbClr val="067D17"/>
                </a:solidFill>
                <a:effectLst/>
                <a:latin typeface="Arial Unicode MS"/>
              </a:rPr>
              <a:t>'#</a:t>
            </a:r>
            <a:r>
              <a:rPr kumimoji="0" lang="de-DE" altLang="de-DE" b="0" i="0" u="none" strike="noStrike" cap="none" normalizeH="0" baseline="0" dirty="0" err="1">
                <a:ln>
                  <a:noFill/>
                </a:ln>
                <a:solidFill>
                  <a:srgbClr val="067D17"/>
                </a:solidFill>
                <a:effectLst/>
                <a:latin typeface="Arial Unicode MS"/>
              </a:rPr>
              <a:t>username</a:t>
            </a:r>
            <a:r>
              <a:rPr kumimoji="0" lang="de-DE" altLang="de-DE" b="0" i="0" u="none" strike="noStrike" cap="none" normalizeH="0" baseline="0" dirty="0">
                <a:ln>
                  <a:noFill/>
                </a:ln>
                <a:solidFill>
                  <a:srgbClr val="067D17"/>
                </a:solidFill>
                <a:effectLst/>
                <a:latin typeface="Arial Unicode MS"/>
              </a:rPr>
              <a:t>'</a:t>
            </a:r>
            <a:r>
              <a:rPr kumimoji="0" lang="de-DE" altLang="de-DE" b="0" i="0" u="none" strike="noStrike" cap="none" normalizeH="0" baseline="0" dirty="0">
                <a:ln>
                  <a:noFill/>
                </a:ln>
                <a:solidFill>
                  <a:srgbClr val="080808"/>
                </a:solidFill>
                <a:effectLst/>
                <a:latin typeface="Arial Unicode MS"/>
              </a:rPr>
              <a:t>).</a:t>
            </a:r>
            <a:r>
              <a:rPr kumimoji="0" lang="de-DE" altLang="de-DE" b="0" i="0" u="none" strike="noStrike" cap="none" normalizeH="0" baseline="0" dirty="0">
                <a:ln>
                  <a:noFill/>
                </a:ln>
                <a:solidFill>
                  <a:srgbClr val="7A7A43"/>
                </a:solidFill>
                <a:effectLst/>
                <a:latin typeface="Arial Unicode MS"/>
              </a:rPr>
              <a:t>type</a:t>
            </a:r>
            <a:r>
              <a:rPr kumimoji="0" lang="de-DE" altLang="de-DE" b="0" i="0" u="none" strike="noStrike" cap="none" normalizeH="0" baseline="0" dirty="0">
                <a:ln>
                  <a:noFill/>
                </a:ln>
                <a:solidFill>
                  <a:srgbClr val="080808"/>
                </a:solidFill>
                <a:effectLst/>
                <a:latin typeface="Arial Unicode MS"/>
              </a:rPr>
              <a:t>(</a:t>
            </a:r>
            <a:r>
              <a:rPr kumimoji="0" lang="de-DE" altLang="de-DE" b="0" i="0" u="none" strike="noStrike" cap="none" normalizeH="0" baseline="0" dirty="0">
                <a:ln>
                  <a:noFill/>
                </a:ln>
                <a:solidFill>
                  <a:srgbClr val="067D17"/>
                </a:solidFill>
                <a:effectLst/>
                <a:latin typeface="Arial Unicode MS"/>
              </a:rPr>
              <a:t>'user@angularseminar.com‘</a:t>
            </a:r>
            <a:r>
              <a:rPr kumimoji="0" lang="de-DE" altLang="de-DE" b="0" i="0" u="none" strike="noStrike" cap="none" normalizeH="0" baseline="0" dirty="0">
                <a:ln>
                  <a:noFill/>
                </a:ln>
                <a:solidFill>
                  <a:srgbClr val="080808"/>
                </a:solidFill>
                <a:effectLst/>
                <a:latin typeface="Arial Unicode MS"/>
              </a:rPr>
              <a:t>);</a:t>
            </a:r>
          </a:p>
          <a:p>
            <a:pPr lvl="1">
              <a:buFont typeface="Arial" panose="020B0604020202020204" pitchFamily="34" charset="0"/>
              <a:buChar char="•"/>
            </a:pPr>
            <a:r>
              <a:rPr kumimoji="0" lang="de-DE" altLang="de-DE" b="0" i="0" u="none" strike="noStrike" cap="none" normalizeH="0" baseline="0" dirty="0" err="1">
                <a:ln>
                  <a:noFill/>
                </a:ln>
                <a:solidFill>
                  <a:srgbClr val="830091"/>
                </a:solidFill>
                <a:effectLst/>
                <a:latin typeface="Arial Unicode MS"/>
              </a:rPr>
              <a:t>cy</a:t>
            </a:r>
            <a:r>
              <a:rPr kumimoji="0" lang="de-DE" altLang="de-DE" b="0" i="0" u="none" strike="noStrike" cap="none" normalizeH="0" baseline="0" dirty="0" err="1">
                <a:ln>
                  <a:noFill/>
                </a:ln>
                <a:solidFill>
                  <a:srgbClr val="080808"/>
                </a:solidFill>
                <a:effectLst/>
                <a:latin typeface="Arial Unicode MS"/>
              </a:rPr>
              <a:t>.</a:t>
            </a:r>
            <a:r>
              <a:rPr kumimoji="0" lang="de-DE" altLang="de-DE" b="0" i="0" u="none" strike="noStrike" cap="none" normalizeH="0" baseline="0" dirty="0" err="1">
                <a:ln>
                  <a:noFill/>
                </a:ln>
                <a:solidFill>
                  <a:srgbClr val="7A7A43"/>
                </a:solidFill>
                <a:effectLst/>
                <a:latin typeface="Arial Unicode MS"/>
              </a:rPr>
              <a:t>get</a:t>
            </a:r>
            <a:r>
              <a:rPr kumimoji="0" lang="de-DE" altLang="de-DE" b="0" i="0" u="none" strike="noStrike" cap="none" normalizeH="0" baseline="0" dirty="0">
                <a:ln>
                  <a:noFill/>
                </a:ln>
                <a:solidFill>
                  <a:srgbClr val="080808"/>
                </a:solidFill>
                <a:effectLst/>
                <a:latin typeface="Arial Unicode MS"/>
              </a:rPr>
              <a:t>(</a:t>
            </a:r>
            <a:r>
              <a:rPr kumimoji="0" lang="de-DE" altLang="de-DE" b="0" i="0" u="none" strike="noStrike" cap="none" normalizeH="0" baseline="0" dirty="0">
                <a:ln>
                  <a:noFill/>
                </a:ln>
                <a:solidFill>
                  <a:srgbClr val="067D17"/>
                </a:solidFill>
                <a:effectLst/>
                <a:latin typeface="Arial Unicode MS"/>
              </a:rPr>
              <a:t>'#</a:t>
            </a:r>
            <a:r>
              <a:rPr kumimoji="0" lang="de-DE" altLang="de-DE" b="0" i="0" u="none" strike="noStrike" cap="none" normalizeH="0" baseline="0" dirty="0" err="1">
                <a:ln>
                  <a:noFill/>
                </a:ln>
                <a:solidFill>
                  <a:srgbClr val="067D17"/>
                </a:solidFill>
                <a:effectLst/>
                <a:latin typeface="Arial Unicode MS"/>
              </a:rPr>
              <a:t>password</a:t>
            </a:r>
            <a:r>
              <a:rPr kumimoji="0" lang="de-DE" altLang="de-DE" b="0" i="0" u="none" strike="noStrike" cap="none" normalizeH="0" baseline="0" dirty="0">
                <a:ln>
                  <a:noFill/>
                </a:ln>
                <a:solidFill>
                  <a:srgbClr val="067D17"/>
                </a:solidFill>
                <a:effectLst/>
                <a:latin typeface="Arial Unicode MS"/>
              </a:rPr>
              <a:t>'</a:t>
            </a:r>
            <a:r>
              <a:rPr kumimoji="0" lang="de-DE" altLang="de-DE" b="0" i="0" u="none" strike="noStrike" cap="none" normalizeH="0" baseline="0" dirty="0">
                <a:ln>
                  <a:noFill/>
                </a:ln>
                <a:solidFill>
                  <a:srgbClr val="080808"/>
                </a:solidFill>
                <a:effectLst/>
                <a:latin typeface="Arial Unicode MS"/>
              </a:rPr>
              <a:t>).</a:t>
            </a:r>
            <a:r>
              <a:rPr kumimoji="0" lang="de-DE" altLang="de-DE" b="0" i="0" u="none" strike="noStrike" cap="none" normalizeH="0" baseline="0" dirty="0">
                <a:ln>
                  <a:noFill/>
                </a:ln>
                <a:solidFill>
                  <a:srgbClr val="7A7A43"/>
                </a:solidFill>
                <a:effectLst/>
                <a:latin typeface="Arial Unicode MS"/>
              </a:rPr>
              <a:t>type</a:t>
            </a:r>
            <a:r>
              <a:rPr kumimoji="0" lang="de-DE" altLang="de-DE" b="0" i="0" u="none" strike="noStrike" cap="none" normalizeH="0" baseline="0" dirty="0">
                <a:ln>
                  <a:noFill/>
                </a:ln>
                <a:solidFill>
                  <a:srgbClr val="080808"/>
                </a:solidFill>
                <a:effectLst/>
                <a:latin typeface="Arial Unicode MS"/>
              </a:rPr>
              <a:t>(</a:t>
            </a:r>
            <a:r>
              <a:rPr kumimoji="0" lang="de-DE" altLang="de-DE" b="0" i="0" u="none" strike="noStrike" cap="none" normalizeH="0" baseline="0" dirty="0">
                <a:ln>
                  <a:noFill/>
                </a:ln>
                <a:solidFill>
                  <a:srgbClr val="067D17"/>
                </a:solidFill>
                <a:effectLst/>
                <a:latin typeface="Arial Unicode MS"/>
              </a:rPr>
              <a:t>'</a:t>
            </a:r>
            <a:r>
              <a:rPr kumimoji="0" lang="de-DE" altLang="de-DE" b="0" i="0" u="none" strike="noStrike" cap="none" normalizeH="0" baseline="0" dirty="0" err="1">
                <a:ln>
                  <a:noFill/>
                </a:ln>
                <a:solidFill>
                  <a:srgbClr val="067D17"/>
                </a:solidFill>
                <a:effectLst/>
                <a:latin typeface="Arial Unicode MS"/>
              </a:rPr>
              <a:t>password</a:t>
            </a:r>
            <a:r>
              <a:rPr kumimoji="0" lang="de-DE" altLang="de-DE" b="0" i="0" u="none" strike="noStrike" cap="none" normalizeH="0" baseline="0" dirty="0">
                <a:ln>
                  <a:noFill/>
                </a:ln>
                <a:solidFill>
                  <a:srgbClr val="067D17"/>
                </a:solidFill>
                <a:effectLst/>
                <a:latin typeface="Arial Unicode MS"/>
              </a:rPr>
              <a:t>‘</a:t>
            </a:r>
            <a:r>
              <a:rPr kumimoji="0" lang="de-DE" altLang="de-DE" b="0" i="0" u="none" strike="noStrike" cap="none" normalizeH="0" baseline="0" dirty="0">
                <a:ln>
                  <a:noFill/>
                </a:ln>
                <a:solidFill>
                  <a:srgbClr val="080808"/>
                </a:solidFill>
                <a:effectLst/>
                <a:latin typeface="Arial Unicode MS"/>
              </a:rPr>
              <a:t>);</a:t>
            </a:r>
          </a:p>
          <a:p>
            <a:r>
              <a:rPr lang="de-DE" altLang="de-DE" dirty="0">
                <a:solidFill>
                  <a:srgbClr val="080808"/>
                </a:solidFill>
                <a:latin typeface="Arial Unicode MS"/>
              </a:rPr>
              <a:t>Beispiel Attribut Selektor</a:t>
            </a:r>
            <a:endParaRPr kumimoji="0" lang="de-DE" altLang="de-DE" b="0" i="0" u="none" strike="noStrike" cap="none" normalizeH="0" baseline="0" dirty="0">
              <a:ln>
                <a:noFill/>
              </a:ln>
              <a:solidFill>
                <a:srgbClr val="080808"/>
              </a:solidFill>
              <a:effectLst/>
              <a:latin typeface="Arial Unicode MS"/>
            </a:endParaRPr>
          </a:p>
          <a:p>
            <a:pPr lvl="1"/>
            <a:r>
              <a:rPr kumimoji="0" lang="de-DE" altLang="de-DE" b="0" i="0" u="none" strike="noStrike" cap="none" normalizeH="0" baseline="0" dirty="0" err="1">
                <a:ln>
                  <a:noFill/>
                </a:ln>
                <a:solidFill>
                  <a:srgbClr val="830091"/>
                </a:solidFill>
                <a:effectLst/>
                <a:latin typeface="Arial Unicode MS"/>
              </a:rPr>
              <a:t>cy</a:t>
            </a:r>
            <a:r>
              <a:rPr kumimoji="0" lang="de-DE" altLang="de-DE" b="0" i="0" u="none" strike="noStrike" cap="none" normalizeH="0" baseline="0" dirty="0" err="1">
                <a:ln>
                  <a:noFill/>
                </a:ln>
                <a:solidFill>
                  <a:srgbClr val="080808"/>
                </a:solidFill>
                <a:effectLst/>
                <a:latin typeface="Arial Unicode MS"/>
              </a:rPr>
              <a:t>.</a:t>
            </a:r>
            <a:r>
              <a:rPr kumimoji="0" lang="de-DE" altLang="de-DE" b="0" i="0" u="none" strike="noStrike" cap="none" normalizeH="0" baseline="0" dirty="0" err="1">
                <a:ln>
                  <a:noFill/>
                </a:ln>
                <a:solidFill>
                  <a:srgbClr val="7A7A43"/>
                </a:solidFill>
                <a:effectLst/>
                <a:latin typeface="Arial Unicode MS"/>
              </a:rPr>
              <a:t>get</a:t>
            </a:r>
            <a:r>
              <a:rPr kumimoji="0" lang="de-DE" altLang="de-DE" b="0" i="0" u="none" strike="noStrike" cap="none" normalizeH="0" baseline="0" dirty="0">
                <a:ln>
                  <a:noFill/>
                </a:ln>
                <a:solidFill>
                  <a:srgbClr val="080808"/>
                </a:solidFill>
                <a:effectLst/>
                <a:latin typeface="Arial Unicode MS"/>
              </a:rPr>
              <a:t>(</a:t>
            </a:r>
            <a:r>
              <a:rPr kumimoji="0" lang="de-DE" altLang="de-DE" b="0" i="0" u="none" strike="noStrike" cap="none" normalizeH="0" baseline="0" dirty="0">
                <a:ln>
                  <a:noFill/>
                </a:ln>
                <a:solidFill>
                  <a:srgbClr val="067D17"/>
                </a:solidFill>
                <a:effectLst/>
                <a:latin typeface="Arial Unicode MS"/>
              </a:rPr>
              <a:t>'[</a:t>
            </a:r>
            <a:r>
              <a:rPr kumimoji="0" lang="de-DE" altLang="de-DE" b="0" i="0" u="none" strike="noStrike" cap="none" normalizeH="0" baseline="0" dirty="0" err="1">
                <a:ln>
                  <a:noFill/>
                </a:ln>
                <a:solidFill>
                  <a:srgbClr val="067D17"/>
                </a:solidFill>
                <a:effectLst/>
                <a:latin typeface="Arial Unicode MS"/>
              </a:rPr>
              <a:t>formControlName</a:t>
            </a:r>
            <a:r>
              <a:rPr kumimoji="0" lang="de-DE" altLang="de-DE" b="0" i="0" u="none" strike="noStrike" cap="none" normalizeH="0" baseline="0" dirty="0">
                <a:ln>
                  <a:noFill/>
                </a:ln>
                <a:solidFill>
                  <a:srgbClr val="067D17"/>
                </a:solidFill>
                <a:effectLst/>
                <a:latin typeface="Arial Unicode MS"/>
              </a:rPr>
              <a:t>=</a:t>
            </a:r>
            <a:r>
              <a:rPr kumimoji="0" lang="de-DE" altLang="de-DE" b="0" i="0" u="none" strike="noStrike" cap="none" normalizeH="0" baseline="0" dirty="0" err="1">
                <a:ln>
                  <a:noFill/>
                </a:ln>
                <a:solidFill>
                  <a:srgbClr val="067D17"/>
                </a:solidFill>
                <a:effectLst/>
                <a:latin typeface="Arial Unicode MS"/>
              </a:rPr>
              <a:t>username</a:t>
            </a:r>
            <a:r>
              <a:rPr kumimoji="0" lang="de-DE" altLang="de-DE" b="0" i="0" u="none" strike="noStrike" cap="none" normalizeH="0" baseline="0" dirty="0">
                <a:ln>
                  <a:noFill/>
                </a:ln>
                <a:solidFill>
                  <a:srgbClr val="067D17"/>
                </a:solidFill>
                <a:effectLst/>
                <a:latin typeface="Arial Unicode MS"/>
              </a:rPr>
              <a:t>]'</a:t>
            </a:r>
            <a:r>
              <a:rPr kumimoji="0" lang="de-DE" altLang="de-DE" b="0" i="0" u="none" strike="noStrike" cap="none" normalizeH="0" baseline="0" dirty="0">
                <a:ln>
                  <a:noFill/>
                </a:ln>
                <a:solidFill>
                  <a:srgbClr val="080808"/>
                </a:solidFill>
                <a:effectLst/>
                <a:latin typeface="Arial Unicode MS"/>
              </a:rPr>
              <a:t>).</a:t>
            </a:r>
            <a:r>
              <a:rPr kumimoji="0" lang="de-DE" altLang="de-DE" b="0" i="0" u="none" strike="noStrike" cap="none" normalizeH="0" baseline="0" dirty="0">
                <a:ln>
                  <a:noFill/>
                </a:ln>
                <a:solidFill>
                  <a:srgbClr val="7A7A43"/>
                </a:solidFill>
                <a:effectLst/>
                <a:latin typeface="Arial Unicode MS"/>
              </a:rPr>
              <a:t>type</a:t>
            </a:r>
            <a:r>
              <a:rPr kumimoji="0" lang="de-DE" altLang="de-DE" b="0" i="0" u="none" strike="noStrike" cap="none" normalizeH="0" baseline="0" dirty="0">
                <a:ln>
                  <a:noFill/>
                </a:ln>
                <a:solidFill>
                  <a:srgbClr val="080808"/>
                </a:solidFill>
                <a:effectLst/>
                <a:latin typeface="Arial Unicode MS"/>
              </a:rPr>
              <a:t>(</a:t>
            </a:r>
            <a:r>
              <a:rPr kumimoji="0" lang="de-DE" altLang="de-DE" b="0" i="0" u="none" strike="noStrike" cap="none" normalizeH="0" baseline="0" dirty="0">
                <a:ln>
                  <a:noFill/>
                </a:ln>
                <a:solidFill>
                  <a:srgbClr val="067D17"/>
                </a:solidFill>
                <a:effectLst/>
                <a:latin typeface="Arial Unicode MS"/>
              </a:rPr>
              <a:t>'user@angularseminar.com‘</a:t>
            </a:r>
            <a:r>
              <a:rPr kumimoji="0" lang="de-DE" altLang="de-DE" b="0" i="0" u="none" strike="noStrike" cap="none" normalizeH="0" baseline="0" dirty="0">
                <a:ln>
                  <a:noFill/>
                </a:ln>
                <a:solidFill>
                  <a:srgbClr val="080808"/>
                </a:solidFill>
                <a:effectLst/>
                <a:latin typeface="Arial Unicode MS"/>
              </a:rPr>
              <a:t>);</a:t>
            </a:r>
          </a:p>
          <a:p>
            <a:r>
              <a:rPr lang="de-DE" dirty="0">
                <a:solidFill>
                  <a:srgbClr val="080808"/>
                </a:solidFill>
                <a:latin typeface="Arial Unicode MS"/>
              </a:rPr>
              <a:t>Beispiel Element Selektor</a:t>
            </a:r>
          </a:p>
          <a:p>
            <a:pPr lvl="1"/>
            <a:r>
              <a:rPr kumimoji="0" lang="de-DE" altLang="de-DE" b="0" i="0" u="none" strike="noStrike" cap="none" normalizeH="0" baseline="0" dirty="0" err="1">
                <a:ln>
                  <a:noFill/>
                </a:ln>
                <a:solidFill>
                  <a:srgbClr val="830091"/>
                </a:solidFill>
                <a:effectLst/>
                <a:latin typeface="Arial Unicode MS"/>
              </a:rPr>
              <a:t>cy</a:t>
            </a:r>
            <a:r>
              <a:rPr kumimoji="0" lang="de-DE" altLang="de-DE" b="0" i="0" u="none" strike="noStrike" cap="none" normalizeH="0" baseline="0" dirty="0" err="1">
                <a:ln>
                  <a:noFill/>
                </a:ln>
                <a:solidFill>
                  <a:srgbClr val="080808"/>
                </a:solidFill>
                <a:effectLst/>
                <a:latin typeface="Arial Unicode MS"/>
              </a:rPr>
              <a:t>.</a:t>
            </a:r>
            <a:r>
              <a:rPr kumimoji="0" lang="de-DE" altLang="de-DE" b="0" i="0" u="none" strike="noStrike" cap="none" normalizeH="0" baseline="0" dirty="0" err="1">
                <a:ln>
                  <a:noFill/>
                </a:ln>
                <a:solidFill>
                  <a:srgbClr val="7A7A43"/>
                </a:solidFill>
                <a:effectLst/>
                <a:latin typeface="Arial Unicode MS"/>
              </a:rPr>
              <a:t>get</a:t>
            </a:r>
            <a:r>
              <a:rPr kumimoji="0" lang="de-DE" altLang="de-DE" b="0" i="0" u="none" strike="noStrike" cap="none" normalizeH="0" baseline="0" dirty="0">
                <a:ln>
                  <a:noFill/>
                </a:ln>
                <a:solidFill>
                  <a:srgbClr val="080808"/>
                </a:solidFill>
                <a:effectLst/>
                <a:latin typeface="Arial Unicode MS"/>
              </a:rPr>
              <a:t>(</a:t>
            </a:r>
            <a:r>
              <a:rPr kumimoji="0" lang="de-DE" altLang="de-DE" b="0" i="0" u="none" strike="noStrike" cap="none" normalizeH="0" baseline="0" dirty="0">
                <a:ln>
                  <a:noFill/>
                </a:ln>
                <a:solidFill>
                  <a:srgbClr val="067D17"/>
                </a:solidFill>
                <a:effectLst/>
                <a:latin typeface="Arial Unicode MS"/>
              </a:rPr>
              <a:t>'</a:t>
            </a:r>
            <a:r>
              <a:rPr kumimoji="0" lang="de-DE" altLang="de-DE" b="0" i="0" u="none" strike="noStrike" cap="none" normalizeH="0" baseline="0" dirty="0" err="1">
                <a:ln>
                  <a:noFill/>
                </a:ln>
                <a:solidFill>
                  <a:srgbClr val="067D17"/>
                </a:solidFill>
                <a:effectLst/>
                <a:latin typeface="Arial Unicode MS"/>
              </a:rPr>
              <a:t>ul</a:t>
            </a:r>
            <a:r>
              <a:rPr kumimoji="0" lang="de-DE" altLang="de-DE" b="0" i="0" u="none" strike="noStrike" cap="none" normalizeH="0" baseline="0" dirty="0">
                <a:ln>
                  <a:noFill/>
                </a:ln>
                <a:solidFill>
                  <a:srgbClr val="067D17"/>
                </a:solidFill>
                <a:effectLst/>
                <a:latin typeface="Arial Unicode MS"/>
              </a:rPr>
              <a:t>'</a:t>
            </a:r>
            <a:r>
              <a:rPr kumimoji="0" lang="de-DE" altLang="de-DE" b="0" i="0" u="none" strike="noStrike" cap="none" normalizeH="0" baseline="0" dirty="0">
                <a:ln>
                  <a:noFill/>
                </a:ln>
                <a:solidFill>
                  <a:srgbClr val="080808"/>
                </a:solidFill>
                <a:effectLst/>
                <a:latin typeface="Arial Unicode MS"/>
              </a:rPr>
              <a:t>);</a:t>
            </a:r>
            <a:endParaRPr lang="en-US" b="0" i="0" dirty="0">
              <a:solidFill>
                <a:srgbClr val="333333"/>
              </a:solidFill>
              <a:effectLst/>
              <a:latin typeface="source-sans-pro"/>
            </a:endParaRPr>
          </a:p>
        </p:txBody>
      </p:sp>
      <p:sp>
        <p:nvSpPr>
          <p:cNvPr id="4" name="Rectangle 1">
            <a:extLst>
              <a:ext uri="{FF2B5EF4-FFF2-40B4-BE49-F238E27FC236}">
                <a16:creationId xmlns:a16="http://schemas.microsoft.com/office/drawing/2014/main" id="{2C000867-4F9C-BE8F-75A3-7CD270E3017F}"/>
              </a:ext>
            </a:extLst>
          </p:cNvPr>
          <p:cNvSpPr>
            <a:spLocks noChangeArrowheads="1"/>
          </p:cNvSpPr>
          <p:nvPr/>
        </p:nvSpPr>
        <p:spPr bwMode="auto">
          <a:xfrm>
            <a:off x="0" y="-33010"/>
            <a:ext cx="184731" cy="52322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000" b="0" i="0" u="none" strike="noStrike" cap="none" normalizeH="0" baseline="0" dirty="0">
                <a:ln>
                  <a:noFill/>
                </a:ln>
                <a:solidFill>
                  <a:srgbClr val="080808"/>
                </a:solidFill>
                <a:effectLst/>
                <a:latin typeface="Arial Unicode MS"/>
              </a:rPr>
            </a:br>
            <a:endParaRPr kumimoji="0" lang="de-DE" altLang="de-DE"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138964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52CC1D-8EBD-4003-EBF1-1D16AE362C46}"/>
              </a:ext>
            </a:extLst>
          </p:cNvPr>
          <p:cNvSpPr>
            <a:spLocks noGrp="1"/>
          </p:cNvSpPr>
          <p:nvPr>
            <p:ph type="title"/>
          </p:nvPr>
        </p:nvSpPr>
        <p:spPr/>
        <p:txBody>
          <a:bodyPr/>
          <a:lstStyle/>
          <a:p>
            <a:r>
              <a:rPr lang="de-DE" dirty="0"/>
              <a:t>Cypress Elements – Element API</a:t>
            </a:r>
          </a:p>
        </p:txBody>
      </p:sp>
      <p:graphicFrame>
        <p:nvGraphicFramePr>
          <p:cNvPr id="4" name="Inhaltsplatzhalter 3">
            <a:extLst>
              <a:ext uri="{FF2B5EF4-FFF2-40B4-BE49-F238E27FC236}">
                <a16:creationId xmlns:a16="http://schemas.microsoft.com/office/drawing/2014/main" id="{3091876A-669B-A2D3-CEAB-9EAD3B6013D8}"/>
              </a:ext>
            </a:extLst>
          </p:cNvPr>
          <p:cNvGraphicFramePr>
            <a:graphicFrameLocks noGrp="1"/>
          </p:cNvGraphicFramePr>
          <p:nvPr>
            <p:ph idx="1"/>
            <p:extLst>
              <p:ext uri="{D42A27DB-BD31-4B8C-83A1-F6EECF244321}">
                <p14:modId xmlns:p14="http://schemas.microsoft.com/office/powerpoint/2010/main" val="2991347317"/>
              </p:ext>
            </p:extLst>
          </p:nvPr>
        </p:nvGraphicFramePr>
        <p:xfrm>
          <a:off x="1069975" y="2139950"/>
          <a:ext cx="8883650" cy="2494280"/>
        </p:xfrm>
        <a:graphic>
          <a:graphicData uri="http://schemas.openxmlformats.org/drawingml/2006/table">
            <a:tbl>
              <a:tblPr firstRow="1" bandRow="1">
                <a:tableStyleId>{5C22544A-7EE6-4342-B048-85BDC9FD1C3A}</a:tableStyleId>
              </a:tblPr>
              <a:tblGrid>
                <a:gridCol w="4441825">
                  <a:extLst>
                    <a:ext uri="{9D8B030D-6E8A-4147-A177-3AD203B41FA5}">
                      <a16:colId xmlns:a16="http://schemas.microsoft.com/office/drawing/2014/main" val="1840696896"/>
                    </a:ext>
                  </a:extLst>
                </a:gridCol>
                <a:gridCol w="4441825">
                  <a:extLst>
                    <a:ext uri="{9D8B030D-6E8A-4147-A177-3AD203B41FA5}">
                      <a16:colId xmlns:a16="http://schemas.microsoft.com/office/drawing/2014/main" val="1974344402"/>
                    </a:ext>
                  </a:extLst>
                </a:gridCol>
              </a:tblGrid>
              <a:tr h="370840">
                <a:tc>
                  <a:txBody>
                    <a:bodyPr/>
                    <a:lstStyle/>
                    <a:p>
                      <a:r>
                        <a:rPr lang="de-DE" dirty="0"/>
                        <a:t>Funktion</a:t>
                      </a:r>
                    </a:p>
                  </a:txBody>
                  <a:tcPr/>
                </a:tc>
                <a:tc>
                  <a:txBody>
                    <a:bodyPr/>
                    <a:lstStyle/>
                    <a:p>
                      <a:r>
                        <a:rPr lang="de-DE" dirty="0"/>
                        <a:t>Bedeutung</a:t>
                      </a:r>
                    </a:p>
                  </a:txBody>
                  <a:tcPr/>
                </a:tc>
                <a:extLst>
                  <a:ext uri="{0D108BD9-81ED-4DB2-BD59-A6C34878D82A}">
                    <a16:rowId xmlns:a16="http://schemas.microsoft.com/office/drawing/2014/main" val="327585777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.type() </a:t>
                      </a:r>
                    </a:p>
                    <a:p>
                      <a:endParaRPr lang="de-DE" dirty="0"/>
                    </a:p>
                  </a:txBody>
                  <a:tcPr/>
                </a:tc>
                <a:tc>
                  <a:txBody>
                    <a:bodyPr/>
                    <a:lstStyle/>
                    <a:p>
                      <a:r>
                        <a:rPr lang="de-DE" dirty="0"/>
                        <a:t>Ausfüllen eines Textfeldes</a:t>
                      </a:r>
                    </a:p>
                  </a:txBody>
                  <a:tcPr/>
                </a:tc>
                <a:extLst>
                  <a:ext uri="{0D108BD9-81ED-4DB2-BD59-A6C34878D82A}">
                    <a16:rowId xmlns:a16="http://schemas.microsoft.com/office/drawing/2014/main" val="492567085"/>
                  </a:ext>
                </a:extLst>
              </a:tr>
              <a:tr h="370840">
                <a:tc>
                  <a:txBody>
                    <a:bodyPr/>
                    <a:lstStyle/>
                    <a:p>
                      <a:r>
                        <a:rPr lang="de-DE" dirty="0"/>
                        <a:t>.</a:t>
                      </a:r>
                      <a:r>
                        <a:rPr lang="de-DE" dirty="0" err="1"/>
                        <a:t>click</a:t>
                      </a:r>
                      <a:r>
                        <a:rPr lang="de-DE" dirty="0"/>
                        <a:t>()</a:t>
                      </a:r>
                    </a:p>
                  </a:txBody>
                  <a:tcPr/>
                </a:tc>
                <a:tc>
                  <a:txBody>
                    <a:bodyPr/>
                    <a:lstStyle/>
                    <a:p>
                      <a:r>
                        <a:rPr lang="de-DE" dirty="0"/>
                        <a:t>Klicken / Selektieren</a:t>
                      </a:r>
                    </a:p>
                  </a:txBody>
                  <a:tcPr/>
                </a:tc>
                <a:extLst>
                  <a:ext uri="{0D108BD9-81ED-4DB2-BD59-A6C34878D82A}">
                    <a16:rowId xmlns:a16="http://schemas.microsoft.com/office/drawing/2014/main" val="3742489744"/>
                  </a:ext>
                </a:extLst>
              </a:tr>
              <a:tr h="370840">
                <a:tc>
                  <a:txBody>
                    <a:bodyPr/>
                    <a:lstStyle/>
                    <a:p>
                      <a:r>
                        <a:rPr lang="de-DE" dirty="0"/>
                        <a:t>.</a:t>
                      </a:r>
                      <a:r>
                        <a:rPr lang="de-DE" dirty="0" err="1"/>
                        <a:t>first</a:t>
                      </a:r>
                      <a:r>
                        <a:rPr lang="de-DE" dirty="0"/>
                        <a:t>()</a:t>
                      </a:r>
                    </a:p>
                  </a:txBody>
                  <a:tcPr/>
                </a:tc>
                <a:tc>
                  <a:txBody>
                    <a:bodyPr/>
                    <a:lstStyle/>
                    <a:p>
                      <a:r>
                        <a:rPr lang="de-DE" dirty="0"/>
                        <a:t>Falls </a:t>
                      </a:r>
                      <a:r>
                        <a:rPr lang="de-DE" dirty="0" err="1"/>
                        <a:t>element</a:t>
                      </a:r>
                      <a:r>
                        <a:rPr lang="de-DE" dirty="0"/>
                        <a:t> </a:t>
                      </a:r>
                      <a:r>
                        <a:rPr lang="de-DE" dirty="0" err="1"/>
                        <a:t>NodeListe</a:t>
                      </a:r>
                      <a:r>
                        <a:rPr lang="de-DE" dirty="0"/>
                        <a:t>, gib erstes</a:t>
                      </a:r>
                    </a:p>
                  </a:txBody>
                  <a:tcPr/>
                </a:tc>
                <a:extLst>
                  <a:ext uri="{0D108BD9-81ED-4DB2-BD59-A6C34878D82A}">
                    <a16:rowId xmlns:a16="http://schemas.microsoft.com/office/drawing/2014/main" val="2321360598"/>
                  </a:ext>
                </a:extLst>
              </a:tr>
              <a:tr h="370840">
                <a:tc>
                  <a:txBody>
                    <a:bodyPr/>
                    <a:lstStyle/>
                    <a:p>
                      <a:r>
                        <a:rPr lang="de-DE" dirty="0"/>
                        <a:t>.</a:t>
                      </a:r>
                      <a:r>
                        <a:rPr lang="de-DE" dirty="0" err="1"/>
                        <a:t>focus</a:t>
                      </a:r>
                      <a:r>
                        <a:rPr lang="de-DE" dirty="0"/>
                        <a:t>()</a:t>
                      </a:r>
                    </a:p>
                  </a:txBody>
                  <a:tcPr/>
                </a:tc>
                <a:tc>
                  <a:txBody>
                    <a:bodyPr/>
                    <a:lstStyle/>
                    <a:p>
                      <a:r>
                        <a:rPr lang="de-DE" dirty="0"/>
                        <a:t>Setzt den Fokus auf das Element</a:t>
                      </a:r>
                    </a:p>
                  </a:txBody>
                  <a:tcPr/>
                </a:tc>
                <a:extLst>
                  <a:ext uri="{0D108BD9-81ED-4DB2-BD59-A6C34878D82A}">
                    <a16:rowId xmlns:a16="http://schemas.microsoft.com/office/drawing/2014/main" val="2749797678"/>
                  </a:ext>
                </a:extLst>
              </a:tr>
              <a:tr h="370840">
                <a:tc>
                  <a:txBody>
                    <a:bodyPr/>
                    <a:lstStyle/>
                    <a:p>
                      <a:r>
                        <a:rPr lang="de-DE" dirty="0"/>
                        <a:t>.</a:t>
                      </a:r>
                      <a:r>
                        <a:rPr lang="de-DE" dirty="0" err="1"/>
                        <a:t>should</a:t>
                      </a:r>
                      <a:r>
                        <a:rPr lang="de-DE" dirty="0"/>
                        <a:t>()</a:t>
                      </a:r>
                    </a:p>
                  </a:txBody>
                  <a:tcPr/>
                </a:tc>
                <a:tc>
                  <a:txBody>
                    <a:bodyPr/>
                    <a:lstStyle/>
                    <a:p>
                      <a:r>
                        <a:rPr lang="de-DE" dirty="0" err="1"/>
                        <a:t>Matcher</a:t>
                      </a:r>
                      <a:r>
                        <a:rPr lang="de-DE" dirty="0"/>
                        <a:t> siehe nächste Folie</a:t>
                      </a:r>
                    </a:p>
                  </a:txBody>
                  <a:tcPr/>
                </a:tc>
                <a:extLst>
                  <a:ext uri="{0D108BD9-81ED-4DB2-BD59-A6C34878D82A}">
                    <a16:rowId xmlns:a16="http://schemas.microsoft.com/office/drawing/2014/main" val="968096010"/>
                  </a:ext>
                </a:extLst>
              </a:tr>
            </a:tbl>
          </a:graphicData>
        </a:graphic>
      </p:graphicFrame>
    </p:spTree>
    <p:extLst>
      <p:ext uri="{BB962C8B-B14F-4D97-AF65-F5344CB8AC3E}">
        <p14:creationId xmlns:p14="http://schemas.microsoft.com/office/powerpoint/2010/main" val="22784637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AE2ABF-3164-040A-D450-F6B8CC9B6C69}"/>
              </a:ext>
            </a:extLst>
          </p:cNvPr>
          <p:cNvSpPr>
            <a:spLocks noGrp="1"/>
          </p:cNvSpPr>
          <p:nvPr>
            <p:ph type="title"/>
          </p:nvPr>
        </p:nvSpPr>
        <p:spPr/>
        <p:txBody>
          <a:bodyPr/>
          <a:lstStyle/>
          <a:p>
            <a:r>
              <a:rPr lang="de-DE" dirty="0" err="1"/>
              <a:t>Assertions</a:t>
            </a:r>
            <a:r>
              <a:rPr lang="de-DE" dirty="0"/>
              <a:t> und </a:t>
            </a:r>
            <a:r>
              <a:rPr lang="de-DE" dirty="0" err="1"/>
              <a:t>Matchers</a:t>
            </a:r>
            <a:endParaRPr lang="de-DE" dirty="0"/>
          </a:p>
        </p:txBody>
      </p:sp>
      <p:sp>
        <p:nvSpPr>
          <p:cNvPr id="3" name="Inhaltsplatzhalter 2">
            <a:extLst>
              <a:ext uri="{FF2B5EF4-FFF2-40B4-BE49-F238E27FC236}">
                <a16:creationId xmlns:a16="http://schemas.microsoft.com/office/drawing/2014/main" id="{BC83AD80-4DB9-422D-651A-E975875FD1B2}"/>
              </a:ext>
            </a:extLst>
          </p:cNvPr>
          <p:cNvSpPr>
            <a:spLocks noGrp="1"/>
          </p:cNvSpPr>
          <p:nvPr>
            <p:ph idx="1"/>
          </p:nvPr>
        </p:nvSpPr>
        <p:spPr/>
        <p:txBody>
          <a:bodyPr/>
          <a:lstStyle/>
          <a:p>
            <a:r>
              <a:rPr lang="de-DE" dirty="0"/>
              <a:t>Die Funktion </a:t>
            </a:r>
            <a:r>
              <a:rPr lang="de-DE" dirty="0" err="1"/>
              <a:t>should</a:t>
            </a:r>
            <a:r>
              <a:rPr lang="de-DE" dirty="0"/>
              <a:t>() an einem Element leitet den Prüfschritt ein</a:t>
            </a:r>
          </a:p>
          <a:p>
            <a:endParaRPr lang="de-DE" dirty="0"/>
          </a:p>
          <a:p>
            <a:r>
              <a:rPr kumimoji="0" lang="de-DE" altLang="de-DE" sz="1800" b="0" i="0" u="none" strike="noStrike" cap="none" normalizeH="0" baseline="0" dirty="0" err="1">
                <a:ln>
                  <a:noFill/>
                </a:ln>
                <a:solidFill>
                  <a:srgbClr val="830091"/>
                </a:solidFill>
                <a:effectLst/>
                <a:latin typeface="Arial Unicode MS"/>
              </a:rPr>
              <a:t>cy</a:t>
            </a:r>
            <a:r>
              <a:rPr kumimoji="0" lang="de-DE" altLang="de-DE" sz="1800" b="0" i="0" u="none" strike="noStrike" cap="none" normalizeH="0" baseline="0" dirty="0" err="1">
                <a:ln>
                  <a:noFill/>
                </a:ln>
                <a:solidFill>
                  <a:srgbClr val="080808"/>
                </a:solidFill>
                <a:effectLst/>
                <a:latin typeface="Arial Unicode MS"/>
              </a:rPr>
              <a:t>.</a:t>
            </a:r>
            <a:r>
              <a:rPr kumimoji="0" lang="de-DE" altLang="de-DE" sz="1800" b="0" i="0" u="none" strike="noStrike" cap="none" normalizeH="0" baseline="0" dirty="0" err="1">
                <a:ln>
                  <a:noFill/>
                </a:ln>
                <a:solidFill>
                  <a:srgbClr val="7A7A43"/>
                </a:solidFill>
                <a:effectLst/>
                <a:latin typeface="Arial Unicode MS"/>
              </a:rPr>
              <a:t>get</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err="1">
                <a:ln>
                  <a:noFill/>
                </a:ln>
                <a:solidFill>
                  <a:srgbClr val="067D17"/>
                </a:solidFill>
                <a:effectLst/>
                <a:latin typeface="Arial Unicode MS"/>
              </a:rPr>
              <a:t>appCustomerList</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err="1">
                <a:ln>
                  <a:noFill/>
                </a:ln>
                <a:solidFill>
                  <a:srgbClr val="871094"/>
                </a:solidFill>
                <a:effectLst/>
                <a:latin typeface="Arial Unicode MS"/>
              </a:rPr>
              <a:t>should</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err="1">
                <a:ln>
                  <a:noFill/>
                </a:ln>
                <a:solidFill>
                  <a:srgbClr val="067D17"/>
                </a:solidFill>
                <a:effectLst/>
                <a:latin typeface="Arial Unicode MS"/>
              </a:rPr>
              <a:t>exist</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a:ln>
                  <a:noFill/>
                </a:ln>
                <a:solidFill>
                  <a:srgbClr val="080808"/>
                </a:solidFill>
                <a:effectLst/>
                <a:latin typeface="Arial Unicode MS"/>
              </a:rPr>
              <a:t>);</a:t>
            </a:r>
            <a:endParaRPr kumimoji="0" lang="de-DE" altLang="de-DE" sz="4000" b="0" i="0" u="none" strike="noStrike" cap="none" normalizeH="0" baseline="0" dirty="0">
              <a:ln>
                <a:noFill/>
              </a:ln>
              <a:solidFill>
                <a:schemeClr val="tx1"/>
              </a:solidFill>
              <a:effectLst/>
              <a:latin typeface="Arial" panose="020B0604020202020204" pitchFamily="34" charset="0"/>
            </a:endParaRPr>
          </a:p>
          <a:p>
            <a:r>
              <a:rPr kumimoji="0" lang="de-DE" altLang="de-DE" sz="1800" b="0" i="0" u="none" strike="noStrike" cap="none" normalizeH="0" baseline="0" dirty="0" err="1">
                <a:ln>
                  <a:noFill/>
                </a:ln>
                <a:solidFill>
                  <a:srgbClr val="830091"/>
                </a:solidFill>
                <a:effectLst/>
                <a:latin typeface="Arial Unicode MS"/>
              </a:rPr>
              <a:t>cy</a:t>
            </a:r>
            <a:r>
              <a:rPr kumimoji="0" lang="de-DE" altLang="de-DE" sz="1800" b="0" i="0" u="none" strike="noStrike" cap="none" normalizeH="0" baseline="0" dirty="0" err="1">
                <a:ln>
                  <a:noFill/>
                </a:ln>
                <a:solidFill>
                  <a:srgbClr val="080808"/>
                </a:solidFill>
                <a:effectLst/>
                <a:latin typeface="Arial Unicode MS"/>
              </a:rPr>
              <a:t>.</a:t>
            </a:r>
            <a:r>
              <a:rPr kumimoji="0" lang="de-DE" altLang="de-DE" sz="1800" b="0" i="0" u="none" strike="noStrike" cap="none" normalizeH="0" baseline="0" dirty="0" err="1">
                <a:ln>
                  <a:noFill/>
                </a:ln>
                <a:solidFill>
                  <a:srgbClr val="7A7A43"/>
                </a:solidFill>
                <a:effectLst/>
                <a:latin typeface="Arial Unicode MS"/>
              </a:rPr>
              <a:t>get</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err="1">
                <a:ln>
                  <a:noFill/>
                </a:ln>
                <a:solidFill>
                  <a:srgbClr val="067D17"/>
                </a:solidFill>
                <a:effectLst/>
                <a:latin typeface="Arial Unicode MS"/>
              </a:rPr>
              <a:t>selected</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err="1">
                <a:ln>
                  <a:noFill/>
                </a:ln>
                <a:solidFill>
                  <a:srgbClr val="871094"/>
                </a:solidFill>
                <a:effectLst/>
                <a:latin typeface="Arial Unicode MS"/>
              </a:rPr>
              <a:t>should</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err="1">
                <a:ln>
                  <a:noFill/>
                </a:ln>
                <a:solidFill>
                  <a:srgbClr val="067D17"/>
                </a:solidFill>
                <a:effectLst/>
                <a:latin typeface="Arial Unicode MS"/>
              </a:rPr>
              <a:t>not.exist</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a:ln>
                  <a:noFill/>
                </a:ln>
                <a:solidFill>
                  <a:srgbClr val="080808"/>
                </a:solidFill>
                <a:effectLst/>
                <a:latin typeface="Arial Unicode MS"/>
              </a:rPr>
              <a:t>);</a:t>
            </a:r>
            <a:endParaRPr kumimoji="0" lang="de-DE" altLang="de-DE" sz="4000" b="0" i="0" u="none" strike="noStrike" cap="none" normalizeH="0" baseline="0" dirty="0">
              <a:ln>
                <a:noFill/>
              </a:ln>
              <a:solidFill>
                <a:schemeClr val="tx1"/>
              </a:solidFill>
              <a:effectLst/>
              <a:latin typeface="Arial" panose="020B0604020202020204" pitchFamily="34" charset="0"/>
            </a:endParaRPr>
          </a:p>
          <a:p>
            <a:r>
              <a:rPr kumimoji="0" lang="de-DE" altLang="de-DE" sz="1800" b="0" i="0" u="none" strike="noStrike" cap="none" normalizeH="0" baseline="0" dirty="0" err="1">
                <a:ln>
                  <a:noFill/>
                </a:ln>
                <a:solidFill>
                  <a:srgbClr val="830091"/>
                </a:solidFill>
                <a:effectLst/>
                <a:latin typeface="Arial Unicode MS"/>
              </a:rPr>
              <a:t>cy</a:t>
            </a:r>
            <a:r>
              <a:rPr kumimoji="0" lang="de-DE" altLang="de-DE" sz="1800" b="0" i="0" u="none" strike="noStrike" cap="none" normalizeH="0" baseline="0" dirty="0" err="1">
                <a:ln>
                  <a:noFill/>
                </a:ln>
                <a:solidFill>
                  <a:srgbClr val="080808"/>
                </a:solidFill>
                <a:effectLst/>
                <a:latin typeface="Arial Unicode MS"/>
              </a:rPr>
              <a:t>.</a:t>
            </a:r>
            <a:r>
              <a:rPr kumimoji="0" lang="de-DE" altLang="de-DE" sz="1800" b="0" i="0" u="none" strike="noStrike" cap="none" normalizeH="0" baseline="0" dirty="0" err="1">
                <a:ln>
                  <a:noFill/>
                </a:ln>
                <a:solidFill>
                  <a:srgbClr val="7A7A43"/>
                </a:solidFill>
                <a:effectLst/>
                <a:latin typeface="Arial Unicode MS"/>
              </a:rPr>
              <a:t>get</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err="1">
                <a:ln>
                  <a:noFill/>
                </a:ln>
                <a:solidFill>
                  <a:srgbClr val="067D17"/>
                </a:solidFill>
                <a:effectLst/>
                <a:latin typeface="Arial Unicode MS"/>
              </a:rPr>
              <a:t>selected</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err="1">
                <a:ln>
                  <a:noFill/>
                </a:ln>
                <a:solidFill>
                  <a:srgbClr val="871094"/>
                </a:solidFill>
                <a:effectLst/>
                <a:latin typeface="Arial Unicode MS"/>
              </a:rPr>
              <a:t>should</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err="1">
                <a:ln>
                  <a:noFill/>
                </a:ln>
                <a:solidFill>
                  <a:srgbClr val="067D17"/>
                </a:solidFill>
                <a:effectLst/>
                <a:latin typeface="Arial Unicode MS"/>
              </a:rPr>
              <a:t>be.</a:t>
            </a:r>
            <a:r>
              <a:rPr lang="de-DE" altLang="de-DE" dirty="0" err="1">
                <a:solidFill>
                  <a:srgbClr val="067D17"/>
                </a:solidFill>
                <a:latin typeface="Arial Unicode MS"/>
              </a:rPr>
              <a:t>visible</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a:ln>
                  <a:noFill/>
                </a:ln>
                <a:solidFill>
                  <a:srgbClr val="080808"/>
                </a:solidFill>
                <a:effectLst/>
                <a:latin typeface="Arial Unicode MS"/>
              </a:rPr>
              <a:t>);</a:t>
            </a:r>
          </a:p>
          <a:p>
            <a:r>
              <a:rPr kumimoji="0" lang="de-DE" altLang="de-DE" sz="1800" b="0" i="0" u="none" strike="noStrike" cap="none" normalizeH="0" baseline="0" dirty="0" err="1">
                <a:ln>
                  <a:noFill/>
                </a:ln>
                <a:solidFill>
                  <a:srgbClr val="830091"/>
                </a:solidFill>
                <a:effectLst/>
                <a:latin typeface="Arial Unicode MS"/>
              </a:rPr>
              <a:t>cy</a:t>
            </a:r>
            <a:r>
              <a:rPr kumimoji="0" lang="de-DE" altLang="de-DE" sz="1800" b="0" i="0" u="none" strike="noStrike" cap="none" normalizeH="0" baseline="0" dirty="0" err="1">
                <a:ln>
                  <a:noFill/>
                </a:ln>
                <a:solidFill>
                  <a:srgbClr val="080808"/>
                </a:solidFill>
                <a:effectLst/>
                <a:latin typeface="Arial Unicode MS"/>
              </a:rPr>
              <a:t>.</a:t>
            </a:r>
            <a:r>
              <a:rPr kumimoji="0" lang="de-DE" altLang="de-DE" sz="1800" b="0" i="0" u="none" strike="noStrike" cap="none" normalizeH="0" baseline="0" dirty="0" err="1">
                <a:ln>
                  <a:noFill/>
                </a:ln>
                <a:solidFill>
                  <a:srgbClr val="7A7A43"/>
                </a:solidFill>
                <a:effectLst/>
                <a:latin typeface="Arial Unicode MS"/>
              </a:rPr>
              <a:t>get</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a:ln>
                  <a:noFill/>
                </a:ln>
                <a:solidFill>
                  <a:srgbClr val="067D17"/>
                </a:solidFill>
                <a:effectLst/>
                <a:latin typeface="Arial Unicode MS"/>
              </a:rPr>
              <a:t>"li"</a:t>
            </a:r>
            <a:r>
              <a:rPr kumimoji="0" lang="de-DE" altLang="de-DE" sz="1800" b="0" i="0" u="none" strike="noStrike" cap="none" normalizeH="0" baseline="0" dirty="0">
                <a:ln>
                  <a:noFill/>
                </a:ln>
                <a:solidFill>
                  <a:srgbClr val="080808"/>
                </a:solidFill>
                <a:effectLst/>
                <a:latin typeface="Arial Unicode MS"/>
              </a:rPr>
              <a:t>).</a:t>
            </a:r>
            <a:r>
              <a:rPr lang="de-DE" altLang="de-DE" dirty="0" err="1">
                <a:solidFill>
                  <a:srgbClr val="7A7A43"/>
                </a:solidFill>
                <a:latin typeface="Arial Unicode MS"/>
              </a:rPr>
              <a:t>first</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err="1">
                <a:ln>
                  <a:noFill/>
                </a:ln>
                <a:solidFill>
                  <a:srgbClr val="871094"/>
                </a:solidFill>
                <a:effectLst/>
                <a:latin typeface="Arial Unicode MS"/>
              </a:rPr>
              <a:t>should</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a:ln>
                  <a:noFill/>
                </a:ln>
                <a:solidFill>
                  <a:srgbClr val="067D17"/>
                </a:solidFill>
                <a:effectLst/>
                <a:latin typeface="Arial Unicode MS"/>
              </a:rPr>
              <a:t>"have.</a:t>
            </a:r>
            <a:r>
              <a:rPr kumimoji="0" lang="de-DE" altLang="de-DE" sz="1800" b="0" i="0" u="none" strike="noStrike" cap="none" normalizeH="0" baseline="0" dirty="0" err="1">
                <a:ln>
                  <a:noFill/>
                </a:ln>
                <a:solidFill>
                  <a:srgbClr val="067D17"/>
                </a:solidFill>
                <a:effectLst/>
                <a:latin typeface="Arial Unicode MS"/>
              </a:rPr>
              <a:t>class</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err="1">
                <a:ln>
                  <a:noFill/>
                </a:ln>
                <a:solidFill>
                  <a:srgbClr val="067D17"/>
                </a:solidFill>
                <a:effectLst/>
                <a:latin typeface="Arial Unicode MS"/>
              </a:rPr>
              <a:t>selected</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a:ln>
                  <a:noFill/>
                </a:ln>
                <a:solidFill>
                  <a:srgbClr val="080808"/>
                </a:solidFill>
                <a:effectLst/>
                <a:latin typeface="Arial Unicode MS"/>
              </a:rPr>
              <a:t>);</a:t>
            </a:r>
          </a:p>
          <a:p>
            <a:r>
              <a:rPr kumimoji="0" lang="de-DE" altLang="de-DE" sz="1800" b="0" i="0" u="none" strike="noStrike" cap="none" normalizeH="0" baseline="0" dirty="0" err="1">
                <a:ln>
                  <a:noFill/>
                </a:ln>
                <a:solidFill>
                  <a:srgbClr val="830091"/>
                </a:solidFill>
                <a:effectLst/>
                <a:latin typeface="Arial Unicode MS"/>
              </a:rPr>
              <a:t>cy</a:t>
            </a:r>
            <a:r>
              <a:rPr kumimoji="0" lang="de-DE" altLang="de-DE" sz="1800" b="0" i="0" u="none" strike="noStrike" cap="none" normalizeH="0" baseline="0" dirty="0" err="1">
                <a:ln>
                  <a:noFill/>
                </a:ln>
                <a:solidFill>
                  <a:srgbClr val="080808"/>
                </a:solidFill>
                <a:effectLst/>
                <a:latin typeface="Arial Unicode MS"/>
              </a:rPr>
              <a:t>.</a:t>
            </a:r>
            <a:r>
              <a:rPr kumimoji="0" lang="de-DE" altLang="de-DE" sz="1800" b="0" i="0" u="none" strike="noStrike" cap="none" normalizeH="0" baseline="0" dirty="0" err="1">
                <a:ln>
                  <a:noFill/>
                </a:ln>
                <a:solidFill>
                  <a:srgbClr val="7A7A43"/>
                </a:solidFill>
                <a:effectLst/>
                <a:latin typeface="Arial Unicode MS"/>
              </a:rPr>
              <a:t>get</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a:ln>
                  <a:noFill/>
                </a:ln>
                <a:solidFill>
                  <a:srgbClr val="067D17"/>
                </a:solidFill>
                <a:effectLst/>
                <a:latin typeface="Arial Unicode MS"/>
              </a:rPr>
              <a:t>"li"</a:t>
            </a:r>
            <a:r>
              <a:rPr kumimoji="0" lang="de-DE" altLang="de-DE" sz="1800" b="0" i="0" u="none" strike="noStrike" cap="none" normalizeH="0" baseline="0" dirty="0">
                <a:ln>
                  <a:noFill/>
                </a:ln>
                <a:solidFill>
                  <a:srgbClr val="080808"/>
                </a:solidFill>
                <a:effectLst/>
                <a:latin typeface="Arial Unicode MS"/>
              </a:rPr>
              <a:t>).</a:t>
            </a:r>
            <a:r>
              <a:rPr lang="de-DE" altLang="de-DE" dirty="0" err="1">
                <a:solidFill>
                  <a:srgbClr val="7A7A43"/>
                </a:solidFill>
                <a:latin typeface="Arial Unicode MS"/>
              </a:rPr>
              <a:t>first</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err="1">
                <a:ln>
                  <a:noFill/>
                </a:ln>
                <a:solidFill>
                  <a:srgbClr val="871094"/>
                </a:solidFill>
                <a:effectLst/>
                <a:latin typeface="Arial Unicode MS"/>
              </a:rPr>
              <a:t>should</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a:ln>
                  <a:noFill/>
                </a:ln>
                <a:solidFill>
                  <a:srgbClr val="067D17"/>
                </a:solidFill>
                <a:effectLst/>
                <a:latin typeface="Arial Unicode MS"/>
              </a:rPr>
              <a:t>"not.have.</a:t>
            </a:r>
            <a:r>
              <a:rPr kumimoji="0" lang="de-DE" altLang="de-DE" sz="1800" b="0" i="0" u="none" strike="noStrike" cap="none" normalizeH="0" baseline="0" dirty="0" err="1">
                <a:ln>
                  <a:noFill/>
                </a:ln>
                <a:solidFill>
                  <a:srgbClr val="067D17"/>
                </a:solidFill>
                <a:effectLst/>
                <a:latin typeface="Arial Unicode MS"/>
              </a:rPr>
              <a:t>value</a:t>
            </a:r>
            <a:r>
              <a:rPr kumimoji="0" lang="de-DE" altLang="de-DE" sz="1800" b="0" i="0" u="none" strike="noStrike" cap="none" normalizeH="0" baseline="0" dirty="0">
                <a:ln>
                  <a:noFill/>
                </a:ln>
                <a:solidFill>
                  <a:srgbClr val="067D17"/>
                </a:solidFill>
                <a:effectLst/>
                <a:latin typeface="Arial Unicode MS"/>
              </a:rPr>
              <a:t>",„Hans"</a:t>
            </a:r>
            <a:r>
              <a:rPr kumimoji="0" lang="de-DE" altLang="de-DE" sz="1800" b="0" i="0" u="none" strike="noStrike" cap="none" normalizeH="0" baseline="0" dirty="0">
                <a:ln>
                  <a:noFill/>
                </a:ln>
                <a:solidFill>
                  <a:srgbClr val="080808"/>
                </a:solidFill>
                <a:effectLst/>
                <a:latin typeface="Arial Unicode MS"/>
              </a:rPr>
              <a:t>);</a:t>
            </a:r>
            <a:endParaRPr lang="de-DE" altLang="de-DE" dirty="0">
              <a:solidFill>
                <a:srgbClr val="830091"/>
              </a:solidFill>
              <a:latin typeface="Arial Unicode MS"/>
            </a:endParaRPr>
          </a:p>
          <a:p>
            <a:r>
              <a:rPr kumimoji="0" lang="de-DE" altLang="de-DE" sz="1800" b="0" i="0" u="none" strike="noStrike" cap="none" normalizeH="0" baseline="0" dirty="0">
                <a:ln>
                  <a:noFill/>
                </a:ln>
                <a:solidFill>
                  <a:srgbClr val="830091"/>
                </a:solidFill>
                <a:effectLst/>
                <a:latin typeface="Arial Unicode MS"/>
              </a:rPr>
              <a:t>cy</a:t>
            </a:r>
            <a:r>
              <a:rPr kumimoji="0" lang="de-DE" altLang="de-DE" sz="1800" b="0" i="0" u="none" strike="noStrike" cap="none" normalizeH="0" baseline="0" dirty="0">
                <a:ln>
                  <a:noFill/>
                </a:ln>
                <a:solidFill>
                  <a:srgbClr val="080808"/>
                </a:solidFill>
                <a:effectLst/>
                <a:latin typeface="Arial Unicode MS"/>
              </a:rPr>
              <a:t>.</a:t>
            </a:r>
            <a:r>
              <a:rPr lang="de-DE" altLang="de-DE" dirty="0">
                <a:solidFill>
                  <a:srgbClr val="7A7A43"/>
                </a:solidFill>
                <a:latin typeface="Arial Unicode MS"/>
              </a:rPr>
              <a:t>url</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err="1">
                <a:ln>
                  <a:noFill/>
                </a:ln>
                <a:solidFill>
                  <a:srgbClr val="871094"/>
                </a:solidFill>
                <a:effectLst/>
                <a:latin typeface="Arial Unicode MS"/>
              </a:rPr>
              <a:t>should</a:t>
            </a:r>
            <a:r>
              <a:rPr kumimoji="0" lang="de-DE" altLang="de-DE" sz="1800" b="0" i="0" u="none" strike="noStrike" cap="none" normalizeH="0" baseline="0" dirty="0">
                <a:ln>
                  <a:noFill/>
                </a:ln>
                <a:solidFill>
                  <a:srgbClr val="080808"/>
                </a:solidFill>
                <a:effectLst/>
                <a:latin typeface="Arial Unicode MS"/>
              </a:rPr>
              <a:t>(</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err="1">
                <a:ln>
                  <a:noFill/>
                </a:ln>
                <a:solidFill>
                  <a:srgbClr val="067D17"/>
                </a:solidFill>
                <a:effectLst/>
                <a:latin typeface="Arial Unicode MS"/>
              </a:rPr>
              <a:t>contain</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err="1">
                <a:ln>
                  <a:noFill/>
                </a:ln>
                <a:solidFill>
                  <a:srgbClr val="067D17"/>
                </a:solidFill>
                <a:effectLst/>
                <a:latin typeface="Arial Unicode MS"/>
              </a:rPr>
              <a:t>greeting</a:t>
            </a:r>
            <a:r>
              <a:rPr kumimoji="0" lang="de-DE" altLang="de-DE" sz="1800" b="0" i="0" u="none" strike="noStrike" cap="none" normalizeH="0" baseline="0" dirty="0">
                <a:ln>
                  <a:noFill/>
                </a:ln>
                <a:solidFill>
                  <a:srgbClr val="067D17"/>
                </a:solidFill>
                <a:effectLst/>
                <a:latin typeface="Arial Unicode MS"/>
              </a:rPr>
              <a:t>"</a:t>
            </a:r>
            <a:r>
              <a:rPr kumimoji="0" lang="de-DE" altLang="de-DE" sz="1800" b="0" i="0" u="none" strike="noStrike" cap="none" normalizeH="0" baseline="0" dirty="0">
                <a:ln>
                  <a:noFill/>
                </a:ln>
                <a:solidFill>
                  <a:srgbClr val="080808"/>
                </a:solidFill>
                <a:effectLst/>
                <a:latin typeface="Arial Unicode MS"/>
              </a:rPr>
              <a:t>);</a:t>
            </a:r>
          </a:p>
          <a:p>
            <a:endParaRPr kumimoji="0" lang="de-DE" altLang="de-DE" sz="1800" b="0" i="0" u="none" strike="noStrike" cap="none" normalizeH="0" baseline="0" dirty="0">
              <a:ln>
                <a:noFill/>
              </a:ln>
              <a:solidFill>
                <a:srgbClr val="080808"/>
              </a:solidFill>
              <a:effectLst/>
              <a:latin typeface="Arial Unicode MS"/>
            </a:endParaRPr>
          </a:p>
          <a:p>
            <a:endParaRPr lang="de-DE" dirty="0">
              <a:solidFill>
                <a:srgbClr val="080808"/>
              </a:solidFill>
              <a:latin typeface="Arial Unicode MS"/>
            </a:endParaRPr>
          </a:p>
          <a:p>
            <a:endParaRPr lang="de-DE" dirty="0"/>
          </a:p>
          <a:p>
            <a:endParaRPr lang="de-DE" dirty="0"/>
          </a:p>
          <a:p>
            <a:endParaRPr lang="de-DE" dirty="0"/>
          </a:p>
          <a:p>
            <a:endParaRPr lang="de-DE" dirty="0"/>
          </a:p>
          <a:p>
            <a:endParaRPr lang="de-DE" dirty="0"/>
          </a:p>
        </p:txBody>
      </p:sp>
      <p:sp>
        <p:nvSpPr>
          <p:cNvPr id="4" name="Rectangle 1">
            <a:extLst>
              <a:ext uri="{FF2B5EF4-FFF2-40B4-BE49-F238E27FC236}">
                <a16:creationId xmlns:a16="http://schemas.microsoft.com/office/drawing/2014/main" id="{81B14B9B-411A-952D-EA5B-2E2F2FF6246D}"/>
              </a:ext>
            </a:extLst>
          </p:cNvPr>
          <p:cNvSpPr>
            <a:spLocks noChangeArrowheads="1"/>
          </p:cNvSpPr>
          <p:nvPr/>
        </p:nvSpPr>
        <p:spPr bwMode="auto">
          <a:xfrm>
            <a:off x="-1000369" y="43934"/>
            <a:ext cx="184731"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de-DE" altLang="de-DE"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404956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C4086F5-5AAC-F692-73E3-87A47A6520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FFE9213-D3A8-7A45-6C21-894000EE6FFD}"/>
              </a:ext>
            </a:extLst>
          </p:cNvPr>
          <p:cNvSpPr>
            <a:spLocks noGrp="1"/>
          </p:cNvSpPr>
          <p:nvPr>
            <p:ph type="title"/>
          </p:nvPr>
        </p:nvSpPr>
        <p:spPr>
          <a:xfrm>
            <a:off x="1066800" y="4107693"/>
            <a:ext cx="4305892" cy="1805111"/>
          </a:xfrm>
        </p:spPr>
        <p:txBody>
          <a:bodyPr anchor="ctr">
            <a:normAutofit/>
          </a:bodyPr>
          <a:lstStyle/>
          <a:p>
            <a:r>
              <a:rPr lang="de-DE" dirty="0"/>
              <a:t>Übung 3</a:t>
            </a:r>
          </a:p>
        </p:txBody>
      </p:sp>
      <p:sp>
        <p:nvSpPr>
          <p:cNvPr id="10" name="Freeform: Shape 9">
            <a:extLst>
              <a:ext uri="{FF2B5EF4-FFF2-40B4-BE49-F238E27FC236}">
                <a16:creationId xmlns:a16="http://schemas.microsoft.com/office/drawing/2014/main" id="{3351B06F-42FD-3E0A-3AA8-C51082644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540000" flipV="1">
            <a:off x="-23526" y="-55243"/>
            <a:ext cx="6407229" cy="3479258"/>
          </a:xfrm>
          <a:custGeom>
            <a:avLst/>
            <a:gdLst>
              <a:gd name="connsiteX0" fmla="*/ 53408 w 6407229"/>
              <a:gd name="connsiteY0" fmla="*/ 3479258 h 3479258"/>
              <a:gd name="connsiteX1" fmla="*/ 6407229 w 6407229"/>
              <a:gd name="connsiteY1" fmla="*/ 3368352 h 3479258"/>
              <a:gd name="connsiteX2" fmla="*/ 2513111 w 6407229"/>
              <a:gd name="connsiteY2" fmla="*/ 401274 h 3479258"/>
              <a:gd name="connsiteX3" fmla="*/ 2468202 w 6407229"/>
              <a:gd name="connsiteY3" fmla="*/ 369022 h 3479258"/>
              <a:gd name="connsiteX4" fmla="*/ 1321050 w 6407229"/>
              <a:gd name="connsiteY4" fmla="*/ 613 h 3479258"/>
              <a:gd name="connsiteX5" fmla="*/ 1196752 w 6407229"/>
              <a:gd name="connsiteY5" fmla="*/ 1245 h 3479258"/>
              <a:gd name="connsiteX6" fmla="*/ 56027 w 6407229"/>
              <a:gd name="connsiteY6" fmla="*/ 376720 h 3479258"/>
              <a:gd name="connsiteX7" fmla="*/ 0 w 6407229"/>
              <a:gd name="connsiteY7" fmla="*/ 419528 h 3479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407229" h="3479258">
                <a:moveTo>
                  <a:pt x="53408" y="3479258"/>
                </a:moveTo>
                <a:lnTo>
                  <a:pt x="6407229" y="3368352"/>
                </a:lnTo>
                <a:lnTo>
                  <a:pt x="2513111" y="401274"/>
                </a:lnTo>
                <a:lnTo>
                  <a:pt x="2468202" y="369022"/>
                </a:lnTo>
                <a:cubicBezTo>
                  <a:pt x="2117855" y="130665"/>
                  <a:pt x="1719063" y="10130"/>
                  <a:pt x="1321050" y="613"/>
                </a:cubicBezTo>
                <a:cubicBezTo>
                  <a:pt x="1279590" y="-379"/>
                  <a:pt x="1238139" y="-165"/>
                  <a:pt x="1196752" y="1245"/>
                </a:cubicBezTo>
                <a:cubicBezTo>
                  <a:pt x="793227" y="14995"/>
                  <a:pt x="395796" y="142529"/>
                  <a:pt x="56027" y="376720"/>
                </a:cubicBezTo>
                <a:lnTo>
                  <a:pt x="0" y="419528"/>
                </a:lnTo>
                <a:close/>
              </a:path>
            </a:pathLst>
          </a:custGeom>
          <a:gradFill>
            <a:gsLst>
              <a:gs pos="32000">
                <a:schemeClr val="bg2"/>
              </a:gs>
              <a:gs pos="100000">
                <a:schemeClr val="accent1">
                  <a:lumMod val="60000"/>
                  <a:lumOff val="4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Freeform: Shape 11">
            <a:extLst>
              <a:ext uri="{FF2B5EF4-FFF2-40B4-BE49-F238E27FC236}">
                <a16:creationId xmlns:a16="http://schemas.microsoft.com/office/drawing/2014/main" id="{9CF32190-1DF5-5FFF-D532-889495A9BE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740000" flipV="1">
            <a:off x="7884803" y="5010325"/>
            <a:ext cx="4324338" cy="1889417"/>
          </a:xfrm>
          <a:custGeom>
            <a:avLst/>
            <a:gdLst>
              <a:gd name="connsiteX0" fmla="*/ 26412 w 4324338"/>
              <a:gd name="connsiteY0" fmla="*/ 1889417 h 1889417"/>
              <a:gd name="connsiteX1" fmla="*/ 4324338 w 4324338"/>
              <a:gd name="connsiteY1" fmla="*/ 1814397 h 1889417"/>
              <a:gd name="connsiteX2" fmla="*/ 2459858 w 4324338"/>
              <a:gd name="connsiteY2" fmla="*/ 403264 h 1889417"/>
              <a:gd name="connsiteX3" fmla="*/ 2414726 w 4324338"/>
              <a:gd name="connsiteY3" fmla="*/ 370852 h 1889417"/>
              <a:gd name="connsiteX4" fmla="*/ 1261883 w 4324338"/>
              <a:gd name="connsiteY4" fmla="*/ 615 h 1889417"/>
              <a:gd name="connsiteX5" fmla="*/ 70385 w 4324338"/>
              <a:gd name="connsiteY5" fmla="*/ 326182 h 1889417"/>
              <a:gd name="connsiteX6" fmla="*/ 0 w 4324338"/>
              <a:gd name="connsiteY6" fmla="*/ 376291 h 1889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24338" h="1889417">
                <a:moveTo>
                  <a:pt x="26412" y="1889417"/>
                </a:moveTo>
                <a:lnTo>
                  <a:pt x="4324338" y="1814397"/>
                </a:lnTo>
                <a:lnTo>
                  <a:pt x="2459858" y="403264"/>
                </a:lnTo>
                <a:lnTo>
                  <a:pt x="2414726" y="370852"/>
                </a:lnTo>
                <a:cubicBezTo>
                  <a:pt x="2062641" y="131313"/>
                  <a:pt x="1661870" y="10180"/>
                  <a:pt x="1261883" y="615"/>
                </a:cubicBezTo>
                <a:cubicBezTo>
                  <a:pt x="845229" y="-9347"/>
                  <a:pt x="429425" y="101751"/>
                  <a:pt x="70385" y="326182"/>
                </a:cubicBezTo>
                <a:lnTo>
                  <a:pt x="0" y="376291"/>
                </a:lnTo>
                <a:close/>
              </a:path>
            </a:pathLst>
          </a:custGeom>
          <a:gradFill>
            <a:gsLst>
              <a:gs pos="32000">
                <a:schemeClr val="bg2"/>
              </a:gs>
              <a:gs pos="100000">
                <a:schemeClr val="accent1">
                  <a:lumMod val="60000"/>
                  <a:lumOff val="4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Inhaltsplatzhalter 2">
            <a:extLst>
              <a:ext uri="{FF2B5EF4-FFF2-40B4-BE49-F238E27FC236}">
                <a16:creationId xmlns:a16="http://schemas.microsoft.com/office/drawing/2014/main" id="{B187B7C2-A3CE-0CC0-DC30-7D17A3FD8A48}"/>
              </a:ext>
            </a:extLst>
          </p:cNvPr>
          <p:cNvSpPr>
            <a:spLocks noGrp="1"/>
          </p:cNvSpPr>
          <p:nvPr>
            <p:ph idx="1"/>
          </p:nvPr>
        </p:nvSpPr>
        <p:spPr>
          <a:xfrm>
            <a:off x="6096000" y="1143000"/>
            <a:ext cx="4953000" cy="3829733"/>
          </a:xfrm>
        </p:spPr>
        <p:txBody>
          <a:bodyPr>
            <a:normAutofit/>
          </a:bodyPr>
          <a:lstStyle/>
          <a:p>
            <a:r>
              <a:rPr lang="de-DE" dirty="0"/>
              <a:t>Erstellen Sie eine neue Test Methode </a:t>
            </a:r>
            <a:r>
              <a:rPr lang="de-DE" dirty="0" err="1"/>
              <a:t>navigation_works</a:t>
            </a:r>
            <a:endParaRPr lang="de-DE" dirty="0"/>
          </a:p>
          <a:p>
            <a:r>
              <a:rPr lang="de-DE" dirty="0"/>
              <a:t>Hier soll der erste Eintrag in der </a:t>
            </a:r>
            <a:r>
              <a:rPr lang="de-DE" dirty="0" err="1"/>
              <a:t>CustomerListe</a:t>
            </a:r>
            <a:r>
              <a:rPr lang="de-DE" dirty="0"/>
              <a:t> geklickt werden</a:t>
            </a:r>
            <a:endParaRPr kumimoji="0" lang="de-DE" altLang="de-DE" b="0" i="0" u="none" strike="noStrike" cap="none" normalizeH="0" baseline="0" dirty="0">
              <a:ln>
                <a:noFill/>
              </a:ln>
              <a:effectLst/>
              <a:latin typeface="Arial Unicode MS"/>
            </a:endParaRPr>
          </a:p>
          <a:p>
            <a:r>
              <a:rPr lang="de-DE" altLang="de-DE" dirty="0"/>
              <a:t>Danach soll geprüft werden, dass</a:t>
            </a:r>
          </a:p>
          <a:p>
            <a:pPr lvl="1"/>
            <a:r>
              <a:rPr lang="de-DE" altLang="de-DE" dirty="0"/>
              <a:t>Die App auf der Detailseite ist </a:t>
            </a:r>
          </a:p>
          <a:p>
            <a:pPr lvl="2"/>
            <a:r>
              <a:rPr lang="de-DE" altLang="de-DE" dirty="0"/>
              <a:t>Mittels URL </a:t>
            </a:r>
            <a:r>
              <a:rPr lang="de-DE" altLang="de-DE" dirty="0" err="1"/>
              <a:t>Matcher</a:t>
            </a:r>
            <a:endParaRPr lang="de-DE" altLang="de-DE" dirty="0"/>
          </a:p>
          <a:p>
            <a:pPr lvl="2"/>
            <a:r>
              <a:rPr lang="de-DE" altLang="de-DE" dirty="0"/>
              <a:t>Und prüfen ob </a:t>
            </a:r>
            <a:r>
              <a:rPr lang="de-DE" altLang="de-DE" dirty="0" err="1"/>
              <a:t>lastOrder</a:t>
            </a:r>
            <a:r>
              <a:rPr lang="de-DE" altLang="de-DE" dirty="0"/>
              <a:t> Date angezeigt wird</a:t>
            </a:r>
          </a:p>
          <a:p>
            <a:pPr lvl="1"/>
            <a:endParaRPr lang="de-DE" dirty="0"/>
          </a:p>
          <a:p>
            <a:endParaRPr lang="de-DE" dirty="0"/>
          </a:p>
        </p:txBody>
      </p:sp>
    </p:spTree>
    <p:extLst>
      <p:ext uri="{BB962C8B-B14F-4D97-AF65-F5344CB8AC3E}">
        <p14:creationId xmlns:p14="http://schemas.microsoft.com/office/powerpoint/2010/main" val="1572254879"/>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el 1">
            <a:extLst>
              <a:ext uri="{FF2B5EF4-FFF2-40B4-BE49-F238E27FC236}">
                <a16:creationId xmlns:a16="http://schemas.microsoft.com/office/drawing/2014/main" id="{E1D70460-FE6D-DB11-EDE0-0BBD52907F4F}"/>
              </a:ext>
            </a:extLst>
          </p:cNvPr>
          <p:cNvSpPr>
            <a:spLocks noGrp="1"/>
          </p:cNvSpPr>
          <p:nvPr>
            <p:ph type="title"/>
          </p:nvPr>
        </p:nvSpPr>
        <p:spPr>
          <a:xfrm>
            <a:off x="1987680" y="1143000"/>
            <a:ext cx="7946597" cy="1257300"/>
          </a:xfrm>
        </p:spPr>
        <p:txBody>
          <a:bodyPr anchor="ctr">
            <a:normAutofit/>
          </a:bodyPr>
          <a:lstStyle/>
          <a:p>
            <a:r>
              <a:t>Umstieg von Jasmine auf Vitest (Bestandsprojekte)</a:t>
            </a:r>
          </a:p>
        </p:txBody>
      </p:sp>
      <p:sp>
        <p:nvSpPr>
          <p:cNvPr id="4" name="Rectangle 1">
            <a:extLst>
              <a:ext uri="{FF2B5EF4-FFF2-40B4-BE49-F238E27FC236}">
                <a16:creationId xmlns:a16="http://schemas.microsoft.com/office/drawing/2014/main" id="{9952C1FA-BE54-8105-0D00-6D9827FD2E9E}"/>
              </a:ext>
            </a:extLst>
          </p:cNvPr>
          <p:cNvSpPr>
            <a:spLocks noGrp="1" noChangeArrowheads="1"/>
          </p:cNvSpPr>
          <p:nvPr>
            <p:ph idx="1"/>
          </p:nvPr>
        </p:nvSpPr>
        <p:spPr bwMode="auto">
          <a:xfrm>
            <a:off x="1987680" y="2411519"/>
            <a:ext cx="5380530" cy="3394641"/>
          </a:xfrm>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 Jasmine / Karma   →   Vitest</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jasmine.createSpy()   →   vi.fn()</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jasmine.createSpyObj('S', ['a'])   →   { a: vi.fn() }</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spyOn(obj, 'm')   →   vi.spyOn(obj, 'm')</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spy.and.returnValue(x)   →   spy.mockReturnValue(x)</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spy.and.callFake(fn)   →   spy.mockImplementation(fn)</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spy.calls.count()   →   spy.mock.calls.length</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expect(list).toHaveSize(2)   →   expect(list).toHaveLength(2)</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it(..., (done) =&gt; { ...; done(); })   →   it(..., async () =&gt; { await ...; })</a:t>
            </a:r>
          </a:p>
          <a:p>
            <a:pPr marL="0" marR="0" indent="0" defTabSz="914400" rtl="0" eaLnBrk="0" fontAlgn="base" latinLnBrk="0" hangingPunct="0">
              <a:lnSpc>
                <a:spcPct val="110000"/>
              </a:lnSpc>
              <a:spcBef>
                <a:spcPct val="0"/>
              </a:spcBef>
              <a:spcAft>
                <a:spcPts val="600"/>
              </a:spcAft>
              <a:buClrTx/>
              <a:buSzTx/>
              <a:buFontTx/>
              <a:buNone/>
              <a:tabLst/>
            </a:pPr>
            <a:r>
              <a:rPr kumimoji="0" lang="de-DE" altLang="de-DE" sz="1100" b="0" i="0" u="none" strike="noStrike" cap="none" normalizeH="0" baseline="0">
                <a:ln>
                  <a:noFill/>
                </a:ln>
                <a:effectLst/>
              </a:rPr>
              <a:t>// karma.conf.js, src/test.ts, polyfills.ts entfallen; Typen: "vitest/globals"</a:t>
            </a:r>
          </a:p>
        </p:txBody>
      </p:sp>
      <p:sp>
        <p:nvSpPr>
          <p:cNvPr id="11" name="Footer Placeholder 11">
            <a:extLst>
              <a:ext uri="{FF2B5EF4-FFF2-40B4-BE49-F238E27FC236}">
                <a16:creationId xmlns:a16="http://schemas.microsoft.com/office/drawing/2014/main" id="{D3F11434-174D-1999-3EFB-12EAB103792E}"/>
              </a:ext>
            </a:extLst>
          </p:cNvPr>
          <p:cNvSpPr>
            <a:spLocks noGrp="1"/>
          </p:cNvSpPr>
          <p:nvPr>
            <p:ph type="ftr" sz="quarter" idx="11"/>
          </p:nvPr>
        </p:nvSpPr>
        <p:spPr>
          <a:xfrm>
            <a:off x="8610602" y="6318446"/>
            <a:ext cx="2743198" cy="365125"/>
          </a:xfrm>
        </p:spPr>
        <p:txBody>
          <a:bodyPr/>
          <a:lstStyle/>
          <a:p>
            <a:r>
              <a:t>Vitest</a:t>
            </a:r>
          </a:p>
        </p:txBody>
      </p:sp>
      <p:sp>
        <p:nvSpPr>
          <p:cNvPr id="13" name="Slide Number Placeholder 12">
            <a:extLst>
              <a:ext uri="{FF2B5EF4-FFF2-40B4-BE49-F238E27FC236}">
                <a16:creationId xmlns:a16="http://schemas.microsoft.com/office/drawing/2014/main" id="{E81E43C7-A0CC-1802-1337-C72177715401}"/>
              </a:ext>
            </a:extLst>
          </p:cNvPr>
          <p:cNvSpPr>
            <a:spLocks noGrp="1"/>
          </p:cNvSpPr>
          <p:nvPr>
            <p:ph type="sldNum" sz="quarter" idx="12"/>
          </p:nvPr>
        </p:nvSpPr>
        <p:spPr>
          <a:xfrm>
            <a:off x="11353800" y="6318446"/>
            <a:ext cx="615696" cy="365125"/>
          </a:xfrm>
        </p:spPr>
        <p:txBody>
          <a:bodyPr/>
          <a:lstStyle/>
          <a:p>
            <a:pPr>
              <a:spcAft>
                <a:spcPts val="600"/>
              </a:spcAft>
            </a:pPr>
            <a:fld id="{5E84AC6A-A0EF-437B-BCEE-4772B0214A58}" type="slidenum">
              <a:rPr lang="en-US" smtClean="0"/>
              <a:pPr>
                <a:spcAft>
                  <a:spcPts val="600"/>
                </a:spcAft>
              </a:pPr>
              <a:t>9</a:t>
            </a:fld>
            <a:endParaRPr lang="en-US"/>
          </a:p>
        </p:txBody>
      </p:sp>
    </p:spTree>
  </p:cSld>
  <p:clrMapOvr>
    <a:masterClrMapping/>
  </p:clrMapOvr>
</p:sld>
</file>

<file path=ppt/theme/theme1.xml><?xml version="1.0" encoding="utf-8"?>
<a:theme xmlns:a="http://schemas.openxmlformats.org/drawingml/2006/main" name="SwellVTI">
  <a:themeElements>
    <a:clrScheme name="AnalogousFromRegularSeed_2SEEDS">
      <a:dk1>
        <a:srgbClr val="000000"/>
      </a:dk1>
      <a:lt1>
        <a:srgbClr val="FFFFFF"/>
      </a:lt1>
      <a:dk2>
        <a:srgbClr val="36301E"/>
      </a:dk2>
      <a:lt2>
        <a:srgbClr val="E8E6E2"/>
      </a:lt2>
      <a:accent1>
        <a:srgbClr val="3B62B1"/>
      </a:accent1>
      <a:accent2>
        <a:srgbClr val="4DA5C3"/>
      </a:accent2>
      <a:accent3>
        <a:srgbClr val="574DC3"/>
      </a:accent3>
      <a:accent4>
        <a:srgbClr val="B1633B"/>
      </a:accent4>
      <a:accent5>
        <a:srgbClr val="BDA04A"/>
      </a:accent5>
      <a:accent6>
        <a:srgbClr val="99AD39"/>
      </a:accent6>
      <a:hlink>
        <a:srgbClr val="A07D35"/>
      </a:hlink>
      <a:folHlink>
        <a:srgbClr val="7F7F7F"/>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wellVTI" id="{8361A04D-931A-43DC-973B-1B0B1DD5DECC}" vid="{6DDB23E8-D18E-4BDA-98D6-324466149EB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1937</Words>
  <Application>Microsoft Office PowerPoint</Application>
  <PresentationFormat>Breitbild</PresentationFormat>
  <Paragraphs>215</Paragraphs>
  <Slides>31</Slides>
  <Notes>0</Notes>
  <HiddenSlides>0</HiddenSlides>
  <MMClips>1</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31</vt:i4>
      </vt:variant>
    </vt:vector>
  </HeadingPairs>
  <TitlesOfParts>
    <vt:vector size="38" baseType="lpstr">
      <vt:lpstr>Arial</vt:lpstr>
      <vt:lpstr>Arial Unicode MS</vt:lpstr>
      <vt:lpstr>JetBrains Mono</vt:lpstr>
      <vt:lpstr>Neue Haas Grotesk Text Pro</vt:lpstr>
      <vt:lpstr>source-sans-pro</vt:lpstr>
      <vt:lpstr>Wingdings</vt:lpstr>
      <vt:lpstr>SwellVTI</vt:lpstr>
      <vt:lpstr>Testing</vt:lpstr>
      <vt:lpstr>Testpyramide</vt:lpstr>
      <vt:lpstr>Default Angular Unittest Framework &lt; V17</vt:lpstr>
      <vt:lpstr>Konfiguration Karma package.json</vt:lpstr>
      <vt:lpstr>Konfiguration Karma angular.json</vt:lpstr>
      <vt:lpstr>Konfiguration Karma tsconfig.spec.json</vt:lpstr>
      <vt:lpstr>Karma Runner</vt:lpstr>
      <vt:lpstr>Jasmine Vokabular</vt:lpstr>
      <vt:lpstr>Einfaches Beispiel – Testsubjekt ExampleService</vt:lpstr>
      <vt:lpstr>Setup, Teardown </vt:lpstr>
      <vt:lpstr>Setup initialisiere Testwelt</vt:lpstr>
      <vt:lpstr>Expectation</vt:lpstr>
      <vt:lpstr>UnitTest Component</vt:lpstr>
      <vt:lpstr>UnitTests Component - Setup</vt:lpstr>
      <vt:lpstr>UnitTests Component – Set </vt:lpstr>
      <vt:lpstr>Dependency Injection</vt:lpstr>
      <vt:lpstr>Mocking Dependencies</vt:lpstr>
      <vt:lpstr>Async result</vt:lpstr>
      <vt:lpstr>Aync result</vt:lpstr>
      <vt:lpstr>Throw Error</vt:lpstr>
      <vt:lpstr>Trigger Eventhandling</vt:lpstr>
      <vt:lpstr>Übung 1</vt:lpstr>
      <vt:lpstr>Cypress</vt:lpstr>
      <vt:lpstr>Installation Cypress</vt:lpstr>
      <vt:lpstr>Konfig</vt:lpstr>
      <vt:lpstr>Bestandteile eines Tests</vt:lpstr>
      <vt:lpstr>Übung 2</vt:lpstr>
      <vt:lpstr>Cypress Elements – DSL </vt:lpstr>
      <vt:lpstr>Cypress Elements – Element API</vt:lpstr>
      <vt:lpstr>Assertions und Matchers</vt:lpstr>
      <vt:lpstr>Übung 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Testing</dc:title>
  <dc:creator>Thomas Götzinger</dc:creator>
  <cp:lastModifiedBy>Thomas Götzinger</cp:lastModifiedBy>
  <cp:revision>19</cp:revision>
  <dcterms:created xsi:type="dcterms:W3CDTF">2023-12-10T08:26:12Z</dcterms:created>
  <dcterms:modified xsi:type="dcterms:W3CDTF">2025-03-29T16:34:30Z</dcterms:modified>
</cp:coreProperties>
</file>